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0287000" cy="1371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1. Hook. Swap in a photo of your product. Edit [your steam mop].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2. Second hook: Instagram often shows a carousel starting on slide 2, so this one works as a cover on its own. No photo needed. Edit both [bracket] 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3. Step 1: swap in its photo and name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4. Step 2: a close-up. Move the circle onto the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5. Step 3: swap in its photo. Name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6. The result: a full-page photo. Edit the note.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7. Recap: the three step photos sit on the cubes. Edit the steps on the card.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8. Swap in a photo of your product. Type its name and your keyword. Caption to start from (CTA in the first two sentences, 3 hashtags): Comment [KEYWORD] and I will send you [the link]. [One line of real context: who it helps or how you use it.] #[tag] #[tag] #[tag]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8.png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11.png"/><Relationship Id="rId4" Type="http://schemas.openxmlformats.org/officeDocument/2006/relationships/image" Target="../media/image12.jpg"/><Relationship Id="rId5" Type="http://schemas.openxmlformats.org/officeDocument/2006/relationships/image" Target="../media/image13.png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4.png"/><Relationship Id="rId4" Type="http://schemas.openxmlformats.org/officeDocument/2006/relationships/image" Target="../media/image15.jpg"/><Relationship Id="rId5" Type="http://schemas.openxmlformats.org/officeDocument/2006/relationships/image" Target="../media/image16.png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17.png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18.png"/><Relationship Id="rId6" Type="http://schemas.openxmlformats.org/officeDocument/2006/relationships/image" Target="../media/image19.jpg"/><Relationship Id="rId7" Type="http://schemas.openxmlformats.org/officeDocument/2006/relationships/image" Target="../media/image4.png"/><Relationship Id="rId8" Type="http://schemas.openxmlformats.org/officeDocument/2006/relationships/image" Target="../media/image5.png"/><Relationship Id="rId9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0.png"/><Relationship Id="rId4" Type="http://schemas.openxmlformats.org/officeDocument/2006/relationships/image" Target="../media/image21.jpg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sp>
        <p:nvSpPr>
          <p:cNvPr id="3" name="PHOTO: Your product (fills the page)"/>
          <p:cNvSpPr/>
          <p:nvPr/>
        </p:nvSpPr>
        <p:spPr>
          <a:xfrm rot="0">
            <a:off x="0" y="0"/>
            <a:ext cx="10287000" cy="13716000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ln>
            <a:noFill/>
          </a:ln>
        </p:spPr>
      </p:sp>
      <p:pic>
        <p:nvPicPr>
          <p:cNvPr id="4" name="number cube" descr="0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480000">
            <a:off x="7086600" y="4672012"/>
            <a:ext cx="2971800" cy="2847975"/>
          </a:xfrm>
          <a:prstGeom prst="rect">
            <a:avLst/>
          </a:prstGeom>
        </p:spPr>
      </p:pic>
      <p:sp>
        <p:nvSpPr>
          <p:cNvPr id="5" name="number cube pattern"/>
          <p:cNvSpPr/>
          <p:nvPr/>
        </p:nvSpPr>
        <p:spPr>
          <a:xfrm rot="480000">
            <a:off x="7086600" y="4672012"/>
            <a:ext cx="2971800" cy="2847975"/>
          </a:xfrm>
          <a:custGeom>
            <a:avLst/>
            <a:gdLst/>
            <a:ahLst/>
            <a:cxnLst/>
            <a:rect l="0" t="0" r="r" b="b"/>
            <a:pathLst>
              <a:path w="2971800" h="2847975">
                <a:moveTo>
                  <a:pt x="647943" y="2218916"/>
                </a:moveTo>
                <a:cubicBezTo>
                  <a:pt x="586589" y="2210025"/>
                  <a:pt x="565861" y="2189832"/>
                  <a:pt x="556926" y="2130248"/>
                </a:cubicBezTo>
                <a:cubicBezTo>
                  <a:pt x="544807" y="2049434"/>
                  <a:pt x="551610" y="2033688"/>
                  <a:pt x="599010" y="2032836"/>
                </a:cubicBezTo>
                <a:cubicBezTo>
                  <a:pt x="621999" y="2032424"/>
                  <a:pt x="662718" y="2035945"/>
                  <a:pt x="689498" y="2040661"/>
                </a:cubicBezTo>
                <a:cubicBezTo>
                  <a:pt x="782811" y="2057096"/>
                  <a:pt x="1247127" y="2062263"/>
                  <a:pt x="1647825" y="2051325"/>
                </a:cubicBezTo>
                <a:cubicBezTo>
                  <a:pt x="1934510" y="2043500"/>
                  <a:pt x="2298434" y="2047609"/>
                  <a:pt x="2309622" y="2058797"/>
                </a:cubicBezTo>
                <a:cubicBezTo>
                  <a:pt x="2311974" y="2061149"/>
                  <a:pt x="2272260" y="2095519"/>
                  <a:pt x="2221368" y="2135173"/>
                </a:cubicBezTo>
                <a:lnTo>
                  <a:pt x="2128837" y="2207272"/>
                </a:lnTo>
                <a:lnTo>
                  <a:pt x="1914525" y="2214559"/>
                </a:lnTo>
                <a:cubicBezTo>
                  <a:pt x="1596512" y="2225371"/>
                  <a:pt x="1548930" y="2225184"/>
                  <a:pt x="1309687" y="2212174"/>
                </a:cubicBezTo>
                <a:cubicBezTo>
                  <a:pt x="1121547" y="2201944"/>
                  <a:pt x="1077834" y="2202256"/>
                  <a:pt x="1000125" y="2214385"/>
                </a:cubicBezTo>
                <a:cubicBezTo>
                  <a:pt x="904324" y="2229337"/>
                  <a:pt x="734894" y="2231517"/>
                  <a:pt x="647943" y="2218916"/>
                </a:cubicBezTo>
                <a:close/>
                <a:moveTo>
                  <a:pt x="1346927" y="1934303"/>
                </a:moveTo>
                <a:cubicBezTo>
                  <a:pt x="1343906" y="1931283"/>
                  <a:pt x="1227134" y="1928257"/>
                  <a:pt x="1087435" y="1927579"/>
                </a:cubicBezTo>
                <a:cubicBezTo>
                  <a:pt x="947736" y="1926901"/>
                  <a:pt x="770062" y="1923091"/>
                  <a:pt x="692603" y="1919111"/>
                </a:cubicBezTo>
                <a:lnTo>
                  <a:pt x="551770" y="1911875"/>
                </a:lnTo>
                <a:lnTo>
                  <a:pt x="554491" y="1825093"/>
                </a:lnTo>
                <a:lnTo>
                  <a:pt x="557212" y="1738312"/>
                </a:lnTo>
                <a:lnTo>
                  <a:pt x="709612" y="1740255"/>
                </a:lnTo>
                <a:cubicBezTo>
                  <a:pt x="851471" y="1742063"/>
                  <a:pt x="1065367" y="1741861"/>
                  <a:pt x="1176337" y="1739814"/>
                </a:cubicBezTo>
                <a:cubicBezTo>
                  <a:pt x="1293252" y="1737658"/>
                  <a:pt x="1531819" y="1747654"/>
                  <a:pt x="1527568" y="1754531"/>
                </a:cubicBezTo>
                <a:cubicBezTo>
                  <a:pt x="1520557" y="1765875"/>
                  <a:pt x="1537670" y="1763694"/>
                  <a:pt x="1549647" y="1751717"/>
                </a:cubicBezTo>
                <a:cubicBezTo>
                  <a:pt x="1557173" y="1744191"/>
                  <a:pt x="1565437" y="1744191"/>
                  <a:pt x="1579501" y="1751717"/>
                </a:cubicBezTo>
                <a:cubicBezTo>
                  <a:pt x="1603335" y="1764473"/>
                  <a:pt x="1612636" y="1765016"/>
                  <a:pt x="1605350" y="1753227"/>
                </a:cubicBezTo>
                <a:cubicBezTo>
                  <a:pt x="1602168" y="1748079"/>
                  <a:pt x="1625009" y="1744291"/>
                  <a:pt x="1659557" y="1744239"/>
                </a:cubicBezTo>
                <a:cubicBezTo>
                  <a:pt x="1692395" y="1744188"/>
                  <a:pt x="1744980" y="1742212"/>
                  <a:pt x="1776412" y="1739847"/>
                </a:cubicBezTo>
                <a:cubicBezTo>
                  <a:pt x="1807845" y="1737482"/>
                  <a:pt x="1857136" y="1739680"/>
                  <a:pt x="1885950" y="1744733"/>
                </a:cubicBezTo>
                <a:cubicBezTo>
                  <a:pt x="1981006" y="1761402"/>
                  <a:pt x="2041249" y="1764997"/>
                  <a:pt x="2034192" y="1753579"/>
                </a:cubicBezTo>
                <a:cubicBezTo>
                  <a:pt x="2025174" y="1738987"/>
                  <a:pt x="2044873" y="1737468"/>
                  <a:pt x="2119312" y="1747017"/>
                </a:cubicBezTo>
                <a:cubicBezTo>
                  <a:pt x="2140267" y="1749705"/>
                  <a:pt x="2216348" y="1752736"/>
                  <a:pt x="2288381" y="1753752"/>
                </a:cubicBezTo>
                <a:lnTo>
                  <a:pt x="2419350" y="1755600"/>
                </a:lnTo>
                <a:lnTo>
                  <a:pt x="2419350" y="1842704"/>
                </a:lnTo>
                <a:lnTo>
                  <a:pt x="2419350" y="1929808"/>
                </a:lnTo>
                <a:lnTo>
                  <a:pt x="2012156" y="1930146"/>
                </a:lnTo>
                <a:cubicBezTo>
                  <a:pt x="1788199" y="1930332"/>
                  <a:pt x="1548140" y="1932579"/>
                  <a:pt x="1478691" y="1935139"/>
                </a:cubicBezTo>
                <a:cubicBezTo>
                  <a:pt x="1409241" y="1937699"/>
                  <a:pt x="1349948" y="1937323"/>
                  <a:pt x="1346927" y="1934303"/>
                </a:cubicBezTo>
                <a:close/>
                <a:moveTo>
                  <a:pt x="1947867" y="1632356"/>
                </a:moveTo>
                <a:cubicBezTo>
                  <a:pt x="1959905" y="1623553"/>
                  <a:pt x="1929693" y="1620872"/>
                  <a:pt x="1807903" y="1619936"/>
                </a:cubicBezTo>
                <a:cubicBezTo>
                  <a:pt x="1722479" y="1619279"/>
                  <a:pt x="1562576" y="1616072"/>
                  <a:pt x="1452562" y="1612808"/>
                </a:cubicBezTo>
                <a:cubicBezTo>
                  <a:pt x="1247009" y="1606710"/>
                  <a:pt x="1068209" y="1606698"/>
                  <a:pt x="741635" y="1612760"/>
                </a:cubicBezTo>
                <a:lnTo>
                  <a:pt x="554583" y="1616232"/>
                </a:lnTo>
                <a:lnTo>
                  <a:pt x="550195" y="1570567"/>
                </a:lnTo>
                <a:cubicBezTo>
                  <a:pt x="546116" y="1528113"/>
                  <a:pt x="554022" y="1443010"/>
                  <a:pt x="562860" y="1434247"/>
                </a:cubicBezTo>
                <a:cubicBezTo>
                  <a:pt x="564992" y="1432133"/>
                  <a:pt x="586025" y="1434130"/>
                  <a:pt x="609600" y="1438686"/>
                </a:cubicBezTo>
                <a:cubicBezTo>
                  <a:pt x="668701" y="1450108"/>
                  <a:pt x="898109" y="1449841"/>
                  <a:pt x="982767" y="1438252"/>
                </a:cubicBezTo>
                <a:cubicBezTo>
                  <a:pt x="1093017" y="1423159"/>
                  <a:pt x="1515653" y="1426105"/>
                  <a:pt x="1541610" y="1442147"/>
                </a:cubicBezTo>
                <a:cubicBezTo>
                  <a:pt x="1558704" y="1452712"/>
                  <a:pt x="1868178" y="1449365"/>
                  <a:pt x="1928812" y="1437960"/>
                </a:cubicBezTo>
                <a:cubicBezTo>
                  <a:pt x="1961375" y="1431834"/>
                  <a:pt x="2008500" y="1430083"/>
                  <a:pt x="2038350" y="1433888"/>
                </a:cubicBezTo>
                <a:cubicBezTo>
                  <a:pt x="2067163" y="1437561"/>
                  <a:pt x="2105739" y="1442009"/>
                  <a:pt x="2124075" y="1443772"/>
                </a:cubicBezTo>
                <a:cubicBezTo>
                  <a:pt x="2142410" y="1445535"/>
                  <a:pt x="2170373" y="1449318"/>
                  <a:pt x="2186213" y="1452178"/>
                </a:cubicBezTo>
                <a:cubicBezTo>
                  <a:pt x="2202054" y="1455039"/>
                  <a:pt x="2262061" y="1457939"/>
                  <a:pt x="2319563" y="1458622"/>
                </a:cubicBezTo>
                <a:cubicBezTo>
                  <a:pt x="2382283" y="1459368"/>
                  <a:pt x="2416490" y="1462900"/>
                  <a:pt x="2405062" y="1467451"/>
                </a:cubicBezTo>
                <a:cubicBezTo>
                  <a:pt x="2390696" y="1473171"/>
                  <a:pt x="2389811" y="1475200"/>
                  <a:pt x="2401463" y="1475705"/>
                </a:cubicBezTo>
                <a:cubicBezTo>
                  <a:pt x="2414341" y="1476263"/>
                  <a:pt x="2417185" y="1490099"/>
                  <a:pt x="2418538" y="1558769"/>
                </a:cubicBezTo>
                <a:lnTo>
                  <a:pt x="2420161" y="1641163"/>
                </a:lnTo>
                <a:lnTo>
                  <a:pt x="2345936" y="1633399"/>
                </a:lnTo>
                <a:cubicBezTo>
                  <a:pt x="2258298" y="1624232"/>
                  <a:pt x="2130333" y="1624346"/>
                  <a:pt x="2058601" y="1633655"/>
                </a:cubicBezTo>
                <a:cubicBezTo>
                  <a:pt x="2029155" y="1637476"/>
                  <a:pt x="2009648" y="1636686"/>
                  <a:pt x="2012671" y="1631794"/>
                </a:cubicBezTo>
                <a:cubicBezTo>
                  <a:pt x="2015561" y="1627117"/>
                  <a:pt x="2007065" y="1622392"/>
                  <a:pt x="1993790" y="1621293"/>
                </a:cubicBezTo>
                <a:cubicBezTo>
                  <a:pt x="1975927" y="1619815"/>
                  <a:pt x="1971063" y="1622968"/>
                  <a:pt x="1975076" y="1633424"/>
                </a:cubicBezTo>
                <a:cubicBezTo>
                  <a:pt x="1979083" y="1643867"/>
                  <a:pt x="1974238" y="1647035"/>
                  <a:pt x="1956506" y="1645567"/>
                </a:cubicBezTo>
                <a:cubicBezTo>
                  <a:pt x="1935620" y="1643839"/>
                  <a:pt x="1934502" y="1642129"/>
                  <a:pt x="1947867" y="1632356"/>
                </a:cubicBezTo>
                <a:close/>
                <a:moveTo>
                  <a:pt x="1322053" y="1347453"/>
                </a:moveTo>
                <a:cubicBezTo>
                  <a:pt x="1309817" y="1335217"/>
                  <a:pt x="976253" y="1319378"/>
                  <a:pt x="768791" y="1321183"/>
                </a:cubicBezTo>
                <a:lnTo>
                  <a:pt x="542221" y="1323153"/>
                </a:lnTo>
                <a:lnTo>
                  <a:pt x="544954" y="1235458"/>
                </a:lnTo>
                <a:lnTo>
                  <a:pt x="547687" y="1147762"/>
                </a:lnTo>
                <a:lnTo>
                  <a:pt x="585787" y="1142888"/>
                </a:lnTo>
                <a:cubicBezTo>
                  <a:pt x="606742" y="1140208"/>
                  <a:pt x="645318" y="1140903"/>
                  <a:pt x="671512" y="1144434"/>
                </a:cubicBezTo>
                <a:cubicBezTo>
                  <a:pt x="697706" y="1147965"/>
                  <a:pt x="815578" y="1153144"/>
                  <a:pt x="933450" y="1155943"/>
                </a:cubicBezTo>
                <a:cubicBezTo>
                  <a:pt x="1051717" y="1158751"/>
                  <a:pt x="1189562" y="1167585"/>
                  <a:pt x="1241033" y="1175655"/>
                </a:cubicBezTo>
                <a:cubicBezTo>
                  <a:pt x="1378020" y="1197134"/>
                  <a:pt x="1439535" y="1201112"/>
                  <a:pt x="1471612" y="1190568"/>
                </a:cubicBezTo>
                <a:cubicBezTo>
                  <a:pt x="1499892" y="1181273"/>
                  <a:pt x="1499915" y="1181211"/>
                  <a:pt x="1473766" y="1184623"/>
                </a:cubicBezTo>
                <a:cubicBezTo>
                  <a:pt x="1459234" y="1186519"/>
                  <a:pt x="1445051" y="1184358"/>
                  <a:pt x="1442248" y="1179822"/>
                </a:cubicBezTo>
                <a:cubicBezTo>
                  <a:pt x="1439444" y="1175286"/>
                  <a:pt x="1459906" y="1171539"/>
                  <a:pt x="1487719" y="1171496"/>
                </a:cubicBezTo>
                <a:cubicBezTo>
                  <a:pt x="1515531" y="1171453"/>
                  <a:pt x="1574720" y="1167328"/>
                  <a:pt x="1619250" y="1162329"/>
                </a:cubicBezTo>
                <a:cubicBezTo>
                  <a:pt x="1766875" y="1145755"/>
                  <a:pt x="2311639" y="1134658"/>
                  <a:pt x="2378868" y="1146855"/>
                </a:cubicBezTo>
                <a:lnTo>
                  <a:pt x="2419350" y="1154199"/>
                </a:lnTo>
                <a:lnTo>
                  <a:pt x="2419350" y="1244150"/>
                </a:lnTo>
                <a:lnTo>
                  <a:pt x="2419350" y="1334101"/>
                </a:lnTo>
                <a:lnTo>
                  <a:pt x="2316956" y="1326960"/>
                </a:lnTo>
                <a:cubicBezTo>
                  <a:pt x="2150425" y="1315347"/>
                  <a:pt x="1797837" y="1321013"/>
                  <a:pt x="1676400" y="1337253"/>
                </a:cubicBezTo>
                <a:cubicBezTo>
                  <a:pt x="1571655" y="1351261"/>
                  <a:pt x="1332738" y="1358138"/>
                  <a:pt x="1322053" y="1347453"/>
                </a:cubicBezTo>
                <a:close/>
                <a:moveTo>
                  <a:pt x="1478756" y="1212477"/>
                </a:moveTo>
                <a:cubicBezTo>
                  <a:pt x="1466969" y="1210207"/>
                  <a:pt x="1447680" y="1210207"/>
                  <a:pt x="1435893" y="1212477"/>
                </a:cubicBezTo>
                <a:cubicBezTo>
                  <a:pt x="1424106" y="1214748"/>
                  <a:pt x="1433750" y="1216605"/>
                  <a:pt x="1457325" y="1216605"/>
                </a:cubicBezTo>
                <a:cubicBezTo>
                  <a:pt x="1480899" y="1216605"/>
                  <a:pt x="1490543" y="1214748"/>
                  <a:pt x="1478756" y="1212477"/>
                </a:cubicBezTo>
                <a:close/>
                <a:moveTo>
                  <a:pt x="1400175" y="1181100"/>
                </a:moveTo>
                <a:cubicBezTo>
                  <a:pt x="1388680" y="1173671"/>
                  <a:pt x="1390186" y="1171838"/>
                  <a:pt x="1407880" y="1171720"/>
                </a:cubicBezTo>
                <a:cubicBezTo>
                  <a:pt x="1420144" y="1171639"/>
                  <a:pt x="1427270" y="1175788"/>
                  <a:pt x="1423987" y="1181100"/>
                </a:cubicBezTo>
                <a:cubicBezTo>
                  <a:pt x="1416908" y="1192553"/>
                  <a:pt x="1417898" y="1192553"/>
                  <a:pt x="1400175" y="1181100"/>
                </a:cubicBezTo>
                <a:close/>
                <a:moveTo>
                  <a:pt x="542925" y="939967"/>
                </a:moveTo>
                <a:cubicBezTo>
                  <a:pt x="542924" y="803464"/>
                  <a:pt x="506794" y="815117"/>
                  <a:pt x="905561" y="823007"/>
                </a:cubicBezTo>
                <a:cubicBezTo>
                  <a:pt x="1093312" y="826722"/>
                  <a:pt x="1259174" y="833274"/>
                  <a:pt x="1274143" y="837567"/>
                </a:cubicBezTo>
                <a:cubicBezTo>
                  <a:pt x="1291227" y="842466"/>
                  <a:pt x="1311760" y="841122"/>
                  <a:pt x="1329293" y="833955"/>
                </a:cubicBezTo>
                <a:cubicBezTo>
                  <a:pt x="1351315" y="824954"/>
                  <a:pt x="1373361" y="825271"/>
                  <a:pt x="1433469" y="835457"/>
                </a:cubicBezTo>
                <a:cubicBezTo>
                  <a:pt x="1486744" y="844484"/>
                  <a:pt x="1547796" y="846546"/>
                  <a:pt x="1636134" y="842300"/>
                </a:cubicBezTo>
                <a:cubicBezTo>
                  <a:pt x="1713617" y="838577"/>
                  <a:pt x="1767081" y="839822"/>
                  <a:pt x="1774246" y="845516"/>
                </a:cubicBezTo>
                <a:cubicBezTo>
                  <a:pt x="1781482" y="851267"/>
                  <a:pt x="1809529" y="851816"/>
                  <a:pt x="1847850" y="846957"/>
                </a:cubicBezTo>
                <a:cubicBezTo>
                  <a:pt x="1881901" y="842639"/>
                  <a:pt x="1991704" y="839506"/>
                  <a:pt x="2091855" y="839996"/>
                </a:cubicBezTo>
                <a:cubicBezTo>
                  <a:pt x="2192006" y="840485"/>
                  <a:pt x="2279056" y="837729"/>
                  <a:pt x="2285299" y="833870"/>
                </a:cubicBezTo>
                <a:cubicBezTo>
                  <a:pt x="2291542" y="830011"/>
                  <a:pt x="2326401" y="829842"/>
                  <a:pt x="2362763" y="833494"/>
                </a:cubicBezTo>
                <a:lnTo>
                  <a:pt x="2428875" y="840133"/>
                </a:lnTo>
                <a:lnTo>
                  <a:pt x="2428875" y="919567"/>
                </a:lnTo>
                <a:cubicBezTo>
                  <a:pt x="2428875" y="963255"/>
                  <a:pt x="2425080" y="1001345"/>
                  <a:pt x="2420443" y="1004211"/>
                </a:cubicBezTo>
                <a:cubicBezTo>
                  <a:pt x="2415805" y="1007077"/>
                  <a:pt x="2261616" y="1009696"/>
                  <a:pt x="2077800" y="1010029"/>
                </a:cubicBezTo>
                <a:cubicBezTo>
                  <a:pt x="1893984" y="1010363"/>
                  <a:pt x="1741319" y="1014309"/>
                  <a:pt x="1738546" y="1018797"/>
                </a:cubicBezTo>
                <a:cubicBezTo>
                  <a:pt x="1735772" y="1023285"/>
                  <a:pt x="1465623" y="1026277"/>
                  <a:pt x="1138214" y="1025447"/>
                </a:cubicBezTo>
                <a:lnTo>
                  <a:pt x="542926" y="1023937"/>
                </a:lnTo>
                <a:lnTo>
                  <a:pt x="542925" y="939967"/>
                </a:lnTo>
                <a:close/>
                <a:moveTo>
                  <a:pt x="1985962" y="731167"/>
                </a:moveTo>
                <a:cubicBezTo>
                  <a:pt x="1959768" y="726260"/>
                  <a:pt x="1930894" y="718332"/>
                  <a:pt x="1921797" y="713548"/>
                </a:cubicBezTo>
                <a:cubicBezTo>
                  <a:pt x="1901096" y="702661"/>
                  <a:pt x="1876425" y="702272"/>
                  <a:pt x="1876425" y="712833"/>
                </a:cubicBezTo>
                <a:cubicBezTo>
                  <a:pt x="1876425" y="723311"/>
                  <a:pt x="1801936" y="720468"/>
                  <a:pt x="1668102" y="704882"/>
                </a:cubicBezTo>
                <a:cubicBezTo>
                  <a:pt x="1581045" y="694743"/>
                  <a:pt x="1545532" y="694559"/>
                  <a:pt x="1487127" y="703945"/>
                </a:cubicBezTo>
                <a:cubicBezTo>
                  <a:pt x="1388669" y="719766"/>
                  <a:pt x="1334512" y="722611"/>
                  <a:pt x="1019175" y="728530"/>
                </a:cubicBezTo>
                <a:cubicBezTo>
                  <a:pt x="649216" y="735473"/>
                  <a:pt x="656882" y="739379"/>
                  <a:pt x="848279" y="641476"/>
                </a:cubicBezTo>
                <a:cubicBezTo>
                  <a:pt x="954111" y="587341"/>
                  <a:pt x="1020328" y="559283"/>
                  <a:pt x="1052512" y="554937"/>
                </a:cubicBezTo>
                <a:cubicBezTo>
                  <a:pt x="1146059" y="542305"/>
                  <a:pt x="1515719" y="552668"/>
                  <a:pt x="2152650" y="585780"/>
                </a:cubicBezTo>
                <a:cubicBezTo>
                  <a:pt x="2393930" y="598323"/>
                  <a:pt x="2416908" y="606790"/>
                  <a:pt x="2421595" y="684872"/>
                </a:cubicBezTo>
                <a:lnTo>
                  <a:pt x="2424112" y="726806"/>
                </a:lnTo>
                <a:lnTo>
                  <a:pt x="2244452" y="729812"/>
                </a:lnTo>
                <a:cubicBezTo>
                  <a:pt x="2145639" y="731465"/>
                  <a:pt x="2057771" y="734453"/>
                  <a:pt x="2049190" y="736453"/>
                </a:cubicBezTo>
                <a:cubicBezTo>
                  <a:pt x="2040608" y="738452"/>
                  <a:pt x="2012156" y="736073"/>
                  <a:pt x="1985962" y="731167"/>
                </a:cubicBezTo>
                <a:close/>
              </a:path>
            </a:pathLst>
          </a:custGeom>
          <a:solidFill>
            <a:srgbClr val="7A1732">
              <a:alpha val="45000"/>
            </a:srgbClr>
          </a:solidFill>
          <a:ln>
            <a:noFill/>
          </a:ln>
        </p:spPr>
      </p:sp>
      <p:pic>
        <p:nvPicPr>
          <p:cNvPr id="6" name="number cube" descr="00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240000">
            <a:off x="7086600" y="6496050"/>
            <a:ext cx="2971800" cy="2819400"/>
          </a:xfrm>
          <a:prstGeom prst="rect">
            <a:avLst/>
          </a:prstGeom>
        </p:spPr>
      </p:pic>
      <p:sp>
        <p:nvSpPr>
          <p:cNvPr id="7" name="number cube pattern"/>
          <p:cNvSpPr/>
          <p:nvPr/>
        </p:nvSpPr>
        <p:spPr>
          <a:xfrm rot="-360000">
            <a:off x="7086600" y="6496050"/>
            <a:ext cx="2971800" cy="2819400"/>
          </a:xfrm>
          <a:custGeom>
            <a:avLst/>
            <a:gdLst/>
            <a:ahLst/>
            <a:cxnLst/>
            <a:rect l="0" t="0" r="r" b="b"/>
            <a:pathLst>
              <a:path w="2971800" h="2819400">
                <a:moveTo>
                  <a:pt x="1979295" y="2265045"/>
                </a:moveTo>
                <a:cubicBezTo>
                  <a:pt x="1988185" y="2256155"/>
                  <a:pt x="1993264" y="2256155"/>
                  <a:pt x="2002155" y="2265045"/>
                </a:cubicBezTo>
                <a:cubicBezTo>
                  <a:pt x="2011045" y="2273935"/>
                  <a:pt x="2008505" y="2276475"/>
                  <a:pt x="1990725" y="2276475"/>
                </a:cubicBezTo>
                <a:cubicBezTo>
                  <a:pt x="1972945" y="2276475"/>
                  <a:pt x="1970405" y="2273935"/>
                  <a:pt x="1979295" y="2265045"/>
                </a:cubicBezTo>
                <a:close/>
                <a:moveTo>
                  <a:pt x="1514475" y="2248235"/>
                </a:moveTo>
                <a:cubicBezTo>
                  <a:pt x="1514475" y="2226910"/>
                  <a:pt x="1553234" y="2217566"/>
                  <a:pt x="1577026" y="2233155"/>
                </a:cubicBezTo>
                <a:cubicBezTo>
                  <a:pt x="1609126" y="2254187"/>
                  <a:pt x="1606500" y="2257425"/>
                  <a:pt x="1557337" y="2257425"/>
                </a:cubicBezTo>
                <a:cubicBezTo>
                  <a:pt x="1533763" y="2257425"/>
                  <a:pt x="1514475" y="2253289"/>
                  <a:pt x="1514475" y="2248235"/>
                </a:cubicBezTo>
                <a:close/>
                <a:moveTo>
                  <a:pt x="1791404" y="2220640"/>
                </a:moveTo>
                <a:cubicBezTo>
                  <a:pt x="1778911" y="2197297"/>
                  <a:pt x="1800321" y="2166043"/>
                  <a:pt x="1822876" y="2174698"/>
                </a:cubicBezTo>
                <a:cubicBezTo>
                  <a:pt x="1844834" y="2183125"/>
                  <a:pt x="1852309" y="2207237"/>
                  <a:pt x="1838224" y="2224208"/>
                </a:cubicBezTo>
                <a:cubicBezTo>
                  <a:pt x="1822222" y="2243489"/>
                  <a:pt x="1802841" y="2242012"/>
                  <a:pt x="1791404" y="2220640"/>
                </a:cubicBezTo>
                <a:close/>
                <a:moveTo>
                  <a:pt x="1123608" y="2199636"/>
                </a:moveTo>
                <a:cubicBezTo>
                  <a:pt x="1115411" y="2184320"/>
                  <a:pt x="1116443" y="2174800"/>
                  <a:pt x="1128255" y="2156773"/>
                </a:cubicBezTo>
                <a:cubicBezTo>
                  <a:pt x="1146657" y="2128687"/>
                  <a:pt x="1163048" y="2127440"/>
                  <a:pt x="1185641" y="2152405"/>
                </a:cubicBezTo>
                <a:cubicBezTo>
                  <a:pt x="1201578" y="2170016"/>
                  <a:pt x="1201658" y="2172741"/>
                  <a:pt x="1186898" y="2195268"/>
                </a:cubicBezTo>
                <a:cubicBezTo>
                  <a:pt x="1167809" y="2224401"/>
                  <a:pt x="1137964" y="2226461"/>
                  <a:pt x="1123608" y="2199636"/>
                </a:cubicBezTo>
                <a:close/>
                <a:moveTo>
                  <a:pt x="1392257" y="2189216"/>
                </a:moveTo>
                <a:cubicBezTo>
                  <a:pt x="1393992" y="2176962"/>
                  <a:pt x="1401841" y="2166937"/>
                  <a:pt x="1409700" y="2166937"/>
                </a:cubicBezTo>
                <a:cubicBezTo>
                  <a:pt x="1430357" y="2166937"/>
                  <a:pt x="1427511" y="2204097"/>
                  <a:pt x="1406545" y="2208135"/>
                </a:cubicBezTo>
                <a:cubicBezTo>
                  <a:pt x="1393019" y="2210740"/>
                  <a:pt x="1389811" y="2206492"/>
                  <a:pt x="1392257" y="2189216"/>
                </a:cubicBezTo>
                <a:close/>
                <a:moveTo>
                  <a:pt x="2095500" y="2182391"/>
                </a:moveTo>
                <a:cubicBezTo>
                  <a:pt x="2095500" y="2135597"/>
                  <a:pt x="2141909" y="2116986"/>
                  <a:pt x="2165436" y="2154346"/>
                </a:cubicBezTo>
                <a:cubicBezTo>
                  <a:pt x="2173383" y="2166967"/>
                  <a:pt x="2170592" y="2174416"/>
                  <a:pt x="2152169" y="2189748"/>
                </a:cubicBezTo>
                <a:cubicBezTo>
                  <a:pt x="2117568" y="2218544"/>
                  <a:pt x="2095500" y="2215679"/>
                  <a:pt x="2095500" y="2182391"/>
                </a:cubicBezTo>
                <a:close/>
                <a:moveTo>
                  <a:pt x="628795" y="2193131"/>
                </a:moveTo>
                <a:cubicBezTo>
                  <a:pt x="629156" y="2175479"/>
                  <a:pt x="647141" y="2159922"/>
                  <a:pt x="661026" y="2165250"/>
                </a:cubicBezTo>
                <a:cubicBezTo>
                  <a:pt x="685691" y="2174715"/>
                  <a:pt x="679442" y="2200275"/>
                  <a:pt x="652462" y="2200275"/>
                </a:cubicBezTo>
                <a:cubicBezTo>
                  <a:pt x="639365" y="2200275"/>
                  <a:pt x="628715" y="2197060"/>
                  <a:pt x="628795" y="2193131"/>
                </a:cubicBezTo>
                <a:close/>
                <a:moveTo>
                  <a:pt x="824592" y="2185307"/>
                </a:moveTo>
                <a:cubicBezTo>
                  <a:pt x="793643" y="2154358"/>
                  <a:pt x="817181" y="2105025"/>
                  <a:pt x="862897" y="2105025"/>
                </a:cubicBezTo>
                <a:cubicBezTo>
                  <a:pt x="897161" y="2105025"/>
                  <a:pt x="912881" y="2143774"/>
                  <a:pt x="891719" y="2176072"/>
                </a:cubicBezTo>
                <a:cubicBezTo>
                  <a:pt x="873698" y="2203575"/>
                  <a:pt x="846590" y="2207304"/>
                  <a:pt x="824592" y="2185307"/>
                </a:cubicBezTo>
                <a:close/>
                <a:moveTo>
                  <a:pt x="1643742" y="2137682"/>
                </a:moveTo>
                <a:cubicBezTo>
                  <a:pt x="1635510" y="2129449"/>
                  <a:pt x="1628775" y="2119040"/>
                  <a:pt x="1628775" y="2114550"/>
                </a:cubicBezTo>
                <a:cubicBezTo>
                  <a:pt x="1628775" y="2099779"/>
                  <a:pt x="1658353" y="2076450"/>
                  <a:pt x="1677080" y="2076450"/>
                </a:cubicBezTo>
                <a:cubicBezTo>
                  <a:pt x="1698437" y="2076450"/>
                  <a:pt x="1703309" y="2121930"/>
                  <a:pt x="1684020" y="2141220"/>
                </a:cubicBezTo>
                <a:cubicBezTo>
                  <a:pt x="1668956" y="2156283"/>
                  <a:pt x="1661707" y="2155646"/>
                  <a:pt x="1643742" y="2137682"/>
                </a:cubicBezTo>
                <a:close/>
                <a:moveTo>
                  <a:pt x="1929674" y="2127650"/>
                </a:moveTo>
                <a:cubicBezTo>
                  <a:pt x="1921595" y="2106596"/>
                  <a:pt x="1946057" y="2081416"/>
                  <a:pt x="1966841" y="2089392"/>
                </a:cubicBezTo>
                <a:cubicBezTo>
                  <a:pt x="1976510" y="2093102"/>
                  <a:pt x="1981365" y="2103659"/>
                  <a:pt x="1979486" y="2116888"/>
                </a:cubicBezTo>
                <a:cubicBezTo>
                  <a:pt x="1975688" y="2143635"/>
                  <a:pt x="1938862" y="2151591"/>
                  <a:pt x="1929674" y="2127650"/>
                </a:cubicBezTo>
                <a:close/>
                <a:moveTo>
                  <a:pt x="1004629" y="2114132"/>
                </a:moveTo>
                <a:cubicBezTo>
                  <a:pt x="997028" y="2101834"/>
                  <a:pt x="1018179" y="2074710"/>
                  <a:pt x="1029779" y="2081879"/>
                </a:cubicBezTo>
                <a:cubicBezTo>
                  <a:pt x="1034424" y="2084750"/>
                  <a:pt x="1038225" y="2095418"/>
                  <a:pt x="1038225" y="2105587"/>
                </a:cubicBezTo>
                <a:cubicBezTo>
                  <a:pt x="1038225" y="2125108"/>
                  <a:pt x="1015055" y="2131002"/>
                  <a:pt x="1004629" y="2114132"/>
                </a:cubicBezTo>
                <a:close/>
                <a:moveTo>
                  <a:pt x="552450" y="2062162"/>
                </a:moveTo>
                <a:cubicBezTo>
                  <a:pt x="552450" y="2027237"/>
                  <a:pt x="555625" y="2019300"/>
                  <a:pt x="569595" y="2019300"/>
                </a:cubicBezTo>
                <a:cubicBezTo>
                  <a:pt x="607080" y="2019300"/>
                  <a:pt x="622320" y="2062368"/>
                  <a:pt x="594632" y="2090057"/>
                </a:cubicBezTo>
                <a:cubicBezTo>
                  <a:pt x="566754" y="2117934"/>
                  <a:pt x="552450" y="2108475"/>
                  <a:pt x="552450" y="2062162"/>
                </a:cubicBezTo>
                <a:close/>
                <a:moveTo>
                  <a:pt x="1287556" y="2070006"/>
                </a:moveTo>
                <a:cubicBezTo>
                  <a:pt x="1291833" y="2032675"/>
                  <a:pt x="1338262" y="2029853"/>
                  <a:pt x="1338262" y="2066925"/>
                </a:cubicBezTo>
                <a:cubicBezTo>
                  <a:pt x="1338262" y="2085975"/>
                  <a:pt x="1332883" y="2091353"/>
                  <a:pt x="1311368" y="2093818"/>
                </a:cubicBezTo>
                <a:cubicBezTo>
                  <a:pt x="1286904" y="2096622"/>
                  <a:pt x="1284752" y="2094470"/>
                  <a:pt x="1287556" y="2070006"/>
                </a:cubicBezTo>
                <a:close/>
                <a:moveTo>
                  <a:pt x="1461008" y="2081601"/>
                </a:moveTo>
                <a:cubicBezTo>
                  <a:pt x="1436410" y="2063614"/>
                  <a:pt x="1456632" y="2019300"/>
                  <a:pt x="1489439" y="2019300"/>
                </a:cubicBezTo>
                <a:cubicBezTo>
                  <a:pt x="1516066" y="2019300"/>
                  <a:pt x="1528017" y="2041621"/>
                  <a:pt x="1514705" y="2066494"/>
                </a:cubicBezTo>
                <a:cubicBezTo>
                  <a:pt x="1501797" y="2090612"/>
                  <a:pt x="1481241" y="2096396"/>
                  <a:pt x="1461008" y="2081601"/>
                </a:cubicBezTo>
                <a:close/>
                <a:moveTo>
                  <a:pt x="2216150" y="2041524"/>
                </a:moveTo>
                <a:cubicBezTo>
                  <a:pt x="2203691" y="2029066"/>
                  <a:pt x="2210077" y="1992656"/>
                  <a:pt x="2225778" y="1986631"/>
                </a:cubicBezTo>
                <a:cubicBezTo>
                  <a:pt x="2250834" y="1977016"/>
                  <a:pt x="2271237" y="2003015"/>
                  <a:pt x="2258019" y="2027713"/>
                </a:cubicBezTo>
                <a:cubicBezTo>
                  <a:pt x="2247359" y="2047632"/>
                  <a:pt x="2228483" y="2053858"/>
                  <a:pt x="2216150" y="2041524"/>
                </a:cubicBezTo>
                <a:close/>
                <a:moveTo>
                  <a:pt x="727061" y="2023323"/>
                </a:moveTo>
                <a:cubicBezTo>
                  <a:pt x="723889" y="2015059"/>
                  <a:pt x="728310" y="2001282"/>
                  <a:pt x="736885" y="1992707"/>
                </a:cubicBezTo>
                <a:cubicBezTo>
                  <a:pt x="751321" y="1978271"/>
                  <a:pt x="753628" y="1978271"/>
                  <a:pt x="768064" y="1992707"/>
                </a:cubicBezTo>
                <a:cubicBezTo>
                  <a:pt x="787538" y="2012181"/>
                  <a:pt x="778600" y="2038350"/>
                  <a:pt x="752475" y="2038350"/>
                </a:cubicBezTo>
                <a:cubicBezTo>
                  <a:pt x="741668" y="2038350"/>
                  <a:pt x="730232" y="2031588"/>
                  <a:pt x="727061" y="2023323"/>
                </a:cubicBezTo>
                <a:close/>
                <a:moveTo>
                  <a:pt x="1114898" y="2001134"/>
                </a:moveTo>
                <a:cubicBezTo>
                  <a:pt x="1100317" y="1973889"/>
                  <a:pt x="1134141" y="1933415"/>
                  <a:pt x="1156195" y="1951718"/>
                </a:cubicBezTo>
                <a:cubicBezTo>
                  <a:pt x="1174376" y="1966807"/>
                  <a:pt x="1176139" y="1991875"/>
                  <a:pt x="1160145" y="2007870"/>
                </a:cubicBezTo>
                <a:cubicBezTo>
                  <a:pt x="1143517" y="2024497"/>
                  <a:pt x="1126007" y="2021891"/>
                  <a:pt x="1114898" y="2001134"/>
                </a:cubicBezTo>
                <a:close/>
                <a:moveTo>
                  <a:pt x="1790465" y="2004730"/>
                </a:moveTo>
                <a:cubicBezTo>
                  <a:pt x="1781099" y="1993445"/>
                  <a:pt x="1780855" y="1984715"/>
                  <a:pt x="1789380" y="1966005"/>
                </a:cubicBezTo>
                <a:cubicBezTo>
                  <a:pt x="1804086" y="1933727"/>
                  <a:pt x="1850990" y="1936423"/>
                  <a:pt x="1855724" y="1969818"/>
                </a:cubicBezTo>
                <a:cubicBezTo>
                  <a:pt x="1861712" y="2012055"/>
                  <a:pt x="1816582" y="2036199"/>
                  <a:pt x="1790465" y="2004730"/>
                </a:cubicBezTo>
                <a:close/>
                <a:moveTo>
                  <a:pt x="909792" y="1984756"/>
                </a:moveTo>
                <a:cubicBezTo>
                  <a:pt x="890259" y="1965224"/>
                  <a:pt x="894699" y="1930039"/>
                  <a:pt x="917238" y="1925742"/>
                </a:cubicBezTo>
                <a:cubicBezTo>
                  <a:pt x="956693" y="1918220"/>
                  <a:pt x="978535" y="1971693"/>
                  <a:pt x="943636" y="1990370"/>
                </a:cubicBezTo>
                <a:cubicBezTo>
                  <a:pt x="929678" y="1997841"/>
                  <a:pt x="921523" y="1996488"/>
                  <a:pt x="909792" y="1984756"/>
                </a:cubicBezTo>
                <a:close/>
                <a:moveTo>
                  <a:pt x="2041781" y="1985927"/>
                </a:moveTo>
                <a:cubicBezTo>
                  <a:pt x="2033680" y="1964818"/>
                  <a:pt x="2062742" y="1935107"/>
                  <a:pt x="2077275" y="1949640"/>
                </a:cubicBezTo>
                <a:cubicBezTo>
                  <a:pt x="2092097" y="1964462"/>
                  <a:pt x="2084137" y="1994663"/>
                  <a:pt x="2064405" y="1998463"/>
                </a:cubicBezTo>
                <a:cubicBezTo>
                  <a:pt x="2055282" y="2000220"/>
                  <a:pt x="2045101" y="1994579"/>
                  <a:pt x="2041781" y="1985927"/>
                </a:cubicBezTo>
                <a:close/>
                <a:moveTo>
                  <a:pt x="1624543" y="1963009"/>
                </a:moveTo>
                <a:cubicBezTo>
                  <a:pt x="1618275" y="1952866"/>
                  <a:pt x="1627794" y="1924050"/>
                  <a:pt x="1637414" y="1924050"/>
                </a:cubicBezTo>
                <a:cubicBezTo>
                  <a:pt x="1650771" y="1924050"/>
                  <a:pt x="1665237" y="1945809"/>
                  <a:pt x="1660349" y="1958548"/>
                </a:cubicBezTo>
                <a:cubicBezTo>
                  <a:pt x="1654656" y="1973383"/>
                  <a:pt x="1632649" y="1976125"/>
                  <a:pt x="1624543" y="1963009"/>
                </a:cubicBezTo>
                <a:close/>
                <a:moveTo>
                  <a:pt x="1301638" y="1935206"/>
                </a:moveTo>
                <a:cubicBezTo>
                  <a:pt x="1279657" y="1910917"/>
                  <a:pt x="1281976" y="1888943"/>
                  <a:pt x="1308345" y="1871666"/>
                </a:cubicBezTo>
                <a:cubicBezTo>
                  <a:pt x="1354703" y="1841291"/>
                  <a:pt x="1396082" y="1900239"/>
                  <a:pt x="1352930" y="1935182"/>
                </a:cubicBezTo>
                <a:cubicBezTo>
                  <a:pt x="1326135" y="1956879"/>
                  <a:pt x="1321254" y="1956881"/>
                  <a:pt x="1301638" y="1935206"/>
                </a:cubicBezTo>
                <a:close/>
                <a:moveTo>
                  <a:pt x="2349901" y="1918101"/>
                </a:moveTo>
                <a:cubicBezTo>
                  <a:pt x="2338422" y="1906622"/>
                  <a:pt x="2342436" y="1879349"/>
                  <a:pt x="2357437" y="1866900"/>
                </a:cubicBezTo>
                <a:cubicBezTo>
                  <a:pt x="2376539" y="1851046"/>
                  <a:pt x="2402358" y="1871544"/>
                  <a:pt x="2398378" y="1899404"/>
                </a:cubicBezTo>
                <a:cubicBezTo>
                  <a:pt x="2395561" y="1919118"/>
                  <a:pt x="2363344" y="1931544"/>
                  <a:pt x="2349901" y="1918101"/>
                </a:cubicBezTo>
                <a:close/>
                <a:moveTo>
                  <a:pt x="1510007" y="1899171"/>
                </a:moveTo>
                <a:cubicBezTo>
                  <a:pt x="1499080" y="1888244"/>
                  <a:pt x="1497910" y="1880053"/>
                  <a:pt x="1505304" y="1866238"/>
                </a:cubicBezTo>
                <a:cubicBezTo>
                  <a:pt x="1524254" y="1830829"/>
                  <a:pt x="1570702" y="1852448"/>
                  <a:pt x="1556302" y="1889976"/>
                </a:cubicBezTo>
                <a:cubicBezTo>
                  <a:pt x="1548283" y="1910872"/>
                  <a:pt x="1526112" y="1915276"/>
                  <a:pt x="1510007" y="1899171"/>
                </a:cubicBezTo>
                <a:close/>
                <a:moveTo>
                  <a:pt x="601076" y="1891919"/>
                </a:moveTo>
                <a:cubicBezTo>
                  <a:pt x="586727" y="1874629"/>
                  <a:pt x="597694" y="1847850"/>
                  <a:pt x="619125" y="1847850"/>
                </a:cubicBezTo>
                <a:cubicBezTo>
                  <a:pt x="628481" y="1847850"/>
                  <a:pt x="638812" y="1854822"/>
                  <a:pt x="642082" y="1863344"/>
                </a:cubicBezTo>
                <a:cubicBezTo>
                  <a:pt x="647911" y="1878533"/>
                  <a:pt x="633324" y="1905000"/>
                  <a:pt x="619125" y="1905000"/>
                </a:cubicBezTo>
                <a:cubicBezTo>
                  <a:pt x="615169" y="1905000"/>
                  <a:pt x="607047" y="1899113"/>
                  <a:pt x="601076" y="1891919"/>
                </a:cubicBezTo>
                <a:close/>
                <a:moveTo>
                  <a:pt x="784707" y="1891268"/>
                </a:moveTo>
                <a:cubicBezTo>
                  <a:pt x="781809" y="1883716"/>
                  <a:pt x="780931" y="1869786"/>
                  <a:pt x="782756" y="1860312"/>
                </a:cubicBezTo>
                <a:cubicBezTo>
                  <a:pt x="787266" y="1836890"/>
                  <a:pt x="831967" y="1836808"/>
                  <a:pt x="836474" y="1860213"/>
                </a:cubicBezTo>
                <a:cubicBezTo>
                  <a:pt x="843026" y="1894233"/>
                  <a:pt x="796545" y="1922117"/>
                  <a:pt x="784707" y="1891268"/>
                </a:cubicBezTo>
                <a:close/>
                <a:moveTo>
                  <a:pt x="1927254" y="1880560"/>
                </a:moveTo>
                <a:cubicBezTo>
                  <a:pt x="1918998" y="1859046"/>
                  <a:pt x="1935900" y="1833562"/>
                  <a:pt x="1958425" y="1833562"/>
                </a:cubicBezTo>
                <a:cubicBezTo>
                  <a:pt x="1986969" y="1833562"/>
                  <a:pt x="1983742" y="1889675"/>
                  <a:pt x="1954963" y="1893761"/>
                </a:cubicBezTo>
                <a:cubicBezTo>
                  <a:pt x="1941492" y="1895674"/>
                  <a:pt x="1931166" y="1890755"/>
                  <a:pt x="1927254" y="1880560"/>
                </a:cubicBezTo>
                <a:close/>
                <a:moveTo>
                  <a:pt x="1022619" y="1871662"/>
                </a:moveTo>
                <a:cubicBezTo>
                  <a:pt x="1014260" y="1849878"/>
                  <a:pt x="1025970" y="1828800"/>
                  <a:pt x="1046431" y="1828800"/>
                </a:cubicBezTo>
                <a:cubicBezTo>
                  <a:pt x="1068960" y="1828800"/>
                  <a:pt x="1080527" y="1855121"/>
                  <a:pt x="1065798" y="1872869"/>
                </a:cubicBezTo>
                <a:cubicBezTo>
                  <a:pt x="1051467" y="1890136"/>
                  <a:pt x="1029472" y="1889522"/>
                  <a:pt x="1022619" y="1871662"/>
                </a:cubicBezTo>
                <a:close/>
                <a:moveTo>
                  <a:pt x="1720850" y="1841499"/>
                </a:moveTo>
                <a:cubicBezTo>
                  <a:pt x="1708180" y="1828830"/>
                  <a:pt x="1714906" y="1791152"/>
                  <a:pt x="1731414" y="1782317"/>
                </a:cubicBezTo>
                <a:cubicBezTo>
                  <a:pt x="1766642" y="1763464"/>
                  <a:pt x="1798182" y="1807982"/>
                  <a:pt x="1769745" y="1836420"/>
                </a:cubicBezTo>
                <a:cubicBezTo>
                  <a:pt x="1757291" y="1848873"/>
                  <a:pt x="1730959" y="1851609"/>
                  <a:pt x="1720850" y="1841499"/>
                </a:cubicBezTo>
                <a:close/>
                <a:moveTo>
                  <a:pt x="2173172" y="1832569"/>
                </a:moveTo>
                <a:cubicBezTo>
                  <a:pt x="2147165" y="1814353"/>
                  <a:pt x="2146729" y="1776877"/>
                  <a:pt x="2172316" y="1758955"/>
                </a:cubicBezTo>
                <a:cubicBezTo>
                  <a:pt x="2197202" y="1741524"/>
                  <a:pt x="2228175" y="1749249"/>
                  <a:pt x="2238044" y="1775350"/>
                </a:cubicBezTo>
                <a:cubicBezTo>
                  <a:pt x="2253862" y="1817186"/>
                  <a:pt x="2208426" y="1857262"/>
                  <a:pt x="2173172" y="1832569"/>
                </a:cubicBezTo>
                <a:close/>
                <a:moveTo>
                  <a:pt x="1222668" y="1805051"/>
                </a:moveTo>
                <a:cubicBezTo>
                  <a:pt x="1219369" y="1796453"/>
                  <a:pt x="1221237" y="1784852"/>
                  <a:pt x="1226819" y="1779270"/>
                </a:cubicBezTo>
                <a:cubicBezTo>
                  <a:pt x="1241332" y="1764757"/>
                  <a:pt x="1268829" y="1778021"/>
                  <a:pt x="1265038" y="1797705"/>
                </a:cubicBezTo>
                <a:cubicBezTo>
                  <a:pt x="1260815" y="1819630"/>
                  <a:pt x="1230294" y="1824922"/>
                  <a:pt x="1222668" y="1805051"/>
                </a:cubicBezTo>
                <a:close/>
                <a:moveTo>
                  <a:pt x="917561" y="1766148"/>
                </a:moveTo>
                <a:cubicBezTo>
                  <a:pt x="914389" y="1757884"/>
                  <a:pt x="919072" y="1743954"/>
                  <a:pt x="927967" y="1735192"/>
                </a:cubicBezTo>
                <a:cubicBezTo>
                  <a:pt x="943090" y="1720295"/>
                  <a:pt x="945017" y="1720447"/>
                  <a:pt x="957683" y="1737531"/>
                </a:cubicBezTo>
                <a:cubicBezTo>
                  <a:pt x="967720" y="1751069"/>
                  <a:pt x="968500" y="1759084"/>
                  <a:pt x="960697" y="1768487"/>
                </a:cubicBezTo>
                <a:cubicBezTo>
                  <a:pt x="946430" y="1785677"/>
                  <a:pt x="924600" y="1784493"/>
                  <a:pt x="917561" y="1766148"/>
                </a:cubicBezTo>
                <a:close/>
                <a:moveTo>
                  <a:pt x="607259" y="1750218"/>
                </a:moveTo>
                <a:cubicBezTo>
                  <a:pt x="600167" y="1730931"/>
                  <a:pt x="609903" y="1714500"/>
                  <a:pt x="628424" y="1714500"/>
                </a:cubicBezTo>
                <a:cubicBezTo>
                  <a:pt x="649542" y="1714500"/>
                  <a:pt x="659614" y="1736875"/>
                  <a:pt x="645050" y="1751439"/>
                </a:cubicBezTo>
                <a:cubicBezTo>
                  <a:pt x="630892" y="1765597"/>
                  <a:pt x="612699" y="1765009"/>
                  <a:pt x="607259" y="1750218"/>
                </a:cubicBezTo>
                <a:close/>
                <a:moveTo>
                  <a:pt x="1375068" y="1747901"/>
                </a:moveTo>
                <a:cubicBezTo>
                  <a:pt x="1371769" y="1739303"/>
                  <a:pt x="1373637" y="1727702"/>
                  <a:pt x="1379220" y="1722120"/>
                </a:cubicBezTo>
                <a:cubicBezTo>
                  <a:pt x="1393732" y="1707607"/>
                  <a:pt x="1421229" y="1720871"/>
                  <a:pt x="1417438" y="1740555"/>
                </a:cubicBezTo>
                <a:cubicBezTo>
                  <a:pt x="1413215" y="1762480"/>
                  <a:pt x="1382694" y="1767772"/>
                  <a:pt x="1375068" y="1747901"/>
                </a:cubicBezTo>
                <a:close/>
                <a:moveTo>
                  <a:pt x="1535430" y="1731645"/>
                </a:moveTo>
                <a:cubicBezTo>
                  <a:pt x="1511976" y="1708191"/>
                  <a:pt x="1535067" y="1670279"/>
                  <a:pt x="1565655" y="1682017"/>
                </a:cubicBezTo>
                <a:cubicBezTo>
                  <a:pt x="1590060" y="1691382"/>
                  <a:pt x="1578986" y="1743075"/>
                  <a:pt x="1552575" y="1743075"/>
                </a:cubicBezTo>
                <a:cubicBezTo>
                  <a:pt x="1549431" y="1743075"/>
                  <a:pt x="1541716" y="1737931"/>
                  <a:pt x="1535430" y="1731645"/>
                </a:cubicBezTo>
                <a:close/>
                <a:moveTo>
                  <a:pt x="2006600" y="1727199"/>
                </a:moveTo>
                <a:cubicBezTo>
                  <a:pt x="1993661" y="1714261"/>
                  <a:pt x="2000820" y="1676764"/>
                  <a:pt x="2017984" y="1667579"/>
                </a:cubicBezTo>
                <a:cubicBezTo>
                  <a:pt x="2045419" y="1652896"/>
                  <a:pt x="2071430" y="1676200"/>
                  <a:pt x="2063385" y="1708255"/>
                </a:cubicBezTo>
                <a:cubicBezTo>
                  <a:pt x="2057241" y="1732737"/>
                  <a:pt x="2023420" y="1744020"/>
                  <a:pt x="2006600" y="1727199"/>
                </a:cubicBezTo>
                <a:close/>
                <a:moveTo>
                  <a:pt x="2367819" y="1725411"/>
                </a:moveTo>
                <a:cubicBezTo>
                  <a:pt x="2358361" y="1710108"/>
                  <a:pt x="2373084" y="1684789"/>
                  <a:pt x="2389592" y="1687969"/>
                </a:cubicBezTo>
                <a:cubicBezTo>
                  <a:pt x="2409886" y="1691877"/>
                  <a:pt x="2409632" y="1727646"/>
                  <a:pt x="2389281" y="1731565"/>
                </a:cubicBezTo>
                <a:cubicBezTo>
                  <a:pt x="2380602" y="1733237"/>
                  <a:pt x="2370944" y="1730467"/>
                  <a:pt x="2367819" y="1725411"/>
                </a:cubicBezTo>
                <a:close/>
                <a:moveTo>
                  <a:pt x="727610" y="1710430"/>
                </a:moveTo>
                <a:cubicBezTo>
                  <a:pt x="718932" y="1687815"/>
                  <a:pt x="727653" y="1655165"/>
                  <a:pt x="745331" y="1644083"/>
                </a:cubicBezTo>
                <a:cubicBezTo>
                  <a:pt x="779866" y="1622434"/>
                  <a:pt x="817231" y="1677618"/>
                  <a:pt x="790139" y="1710261"/>
                </a:cubicBezTo>
                <a:cubicBezTo>
                  <a:pt x="775440" y="1727972"/>
                  <a:pt x="734384" y="1728083"/>
                  <a:pt x="727610" y="1710430"/>
                </a:cubicBezTo>
                <a:close/>
                <a:moveTo>
                  <a:pt x="1085952" y="1690811"/>
                </a:moveTo>
                <a:cubicBezTo>
                  <a:pt x="1068361" y="1669614"/>
                  <a:pt x="1081997" y="1630104"/>
                  <a:pt x="1109266" y="1623260"/>
                </a:cubicBezTo>
                <a:cubicBezTo>
                  <a:pt x="1137059" y="1616285"/>
                  <a:pt x="1148605" y="1622282"/>
                  <a:pt x="1155084" y="1647060"/>
                </a:cubicBezTo>
                <a:cubicBezTo>
                  <a:pt x="1165977" y="1688713"/>
                  <a:pt x="1112368" y="1722640"/>
                  <a:pt x="1085952" y="1690811"/>
                </a:cubicBezTo>
                <a:close/>
                <a:moveTo>
                  <a:pt x="1825954" y="1698954"/>
                </a:moveTo>
                <a:cubicBezTo>
                  <a:pt x="1814403" y="1687403"/>
                  <a:pt x="1818675" y="1660180"/>
                  <a:pt x="1834040" y="1647428"/>
                </a:cubicBezTo>
                <a:cubicBezTo>
                  <a:pt x="1855543" y="1629582"/>
                  <a:pt x="1885675" y="1659593"/>
                  <a:pt x="1870480" y="1683722"/>
                </a:cubicBezTo>
                <a:cubicBezTo>
                  <a:pt x="1859124" y="1701754"/>
                  <a:pt x="1836495" y="1709495"/>
                  <a:pt x="1825954" y="1698954"/>
                </a:cubicBezTo>
                <a:close/>
                <a:moveTo>
                  <a:pt x="1290548" y="1663225"/>
                </a:moveTo>
                <a:cubicBezTo>
                  <a:pt x="1277991" y="1654043"/>
                  <a:pt x="1275241" y="1644013"/>
                  <a:pt x="1280040" y="1624893"/>
                </a:cubicBezTo>
                <a:cubicBezTo>
                  <a:pt x="1289290" y="1588039"/>
                  <a:pt x="1336811" y="1592406"/>
                  <a:pt x="1341214" y="1630515"/>
                </a:cubicBezTo>
                <a:cubicBezTo>
                  <a:pt x="1344992" y="1663215"/>
                  <a:pt x="1316070" y="1681887"/>
                  <a:pt x="1290548" y="1663225"/>
                </a:cubicBezTo>
                <a:close/>
                <a:moveTo>
                  <a:pt x="1654063" y="1620881"/>
                </a:moveTo>
                <a:cubicBezTo>
                  <a:pt x="1624254" y="1587942"/>
                  <a:pt x="1639035" y="1552208"/>
                  <a:pt x="1684665" y="1546895"/>
                </a:cubicBezTo>
                <a:cubicBezTo>
                  <a:pt x="1721961" y="1542553"/>
                  <a:pt x="1735158" y="1577027"/>
                  <a:pt x="1710567" y="1614556"/>
                </a:cubicBezTo>
                <a:cubicBezTo>
                  <a:pt x="1692091" y="1642755"/>
                  <a:pt x="1675536" y="1644608"/>
                  <a:pt x="1654063" y="1620881"/>
                </a:cubicBezTo>
                <a:close/>
                <a:moveTo>
                  <a:pt x="2156539" y="1625172"/>
                </a:moveTo>
                <a:cubicBezTo>
                  <a:pt x="2148830" y="1605082"/>
                  <a:pt x="2159651" y="1590675"/>
                  <a:pt x="2182449" y="1590675"/>
                </a:cubicBezTo>
                <a:cubicBezTo>
                  <a:pt x="2196839" y="1590675"/>
                  <a:pt x="2200843" y="1595978"/>
                  <a:pt x="2198556" y="1612008"/>
                </a:cubicBezTo>
                <a:cubicBezTo>
                  <a:pt x="2195004" y="1636907"/>
                  <a:pt x="2164687" y="1646405"/>
                  <a:pt x="2156539" y="1625172"/>
                </a:cubicBezTo>
                <a:close/>
                <a:moveTo>
                  <a:pt x="924027" y="1614611"/>
                </a:moveTo>
                <a:cubicBezTo>
                  <a:pt x="896203" y="1581085"/>
                  <a:pt x="943726" y="1525530"/>
                  <a:pt x="976769" y="1552954"/>
                </a:cubicBezTo>
                <a:cubicBezTo>
                  <a:pt x="995654" y="1568627"/>
                  <a:pt x="994135" y="1594047"/>
                  <a:pt x="973181" y="1613011"/>
                </a:cubicBezTo>
                <a:cubicBezTo>
                  <a:pt x="951647" y="1632498"/>
                  <a:pt x="939208" y="1632903"/>
                  <a:pt x="924027" y="1614611"/>
                </a:cubicBezTo>
                <a:close/>
                <a:moveTo>
                  <a:pt x="549275" y="1612899"/>
                </a:moveTo>
                <a:cubicBezTo>
                  <a:pt x="539313" y="1602938"/>
                  <a:pt x="541850" y="1544838"/>
                  <a:pt x="552535" y="1538234"/>
                </a:cubicBezTo>
                <a:cubicBezTo>
                  <a:pt x="566916" y="1529346"/>
                  <a:pt x="597508" y="1541673"/>
                  <a:pt x="604173" y="1559042"/>
                </a:cubicBezTo>
                <a:cubicBezTo>
                  <a:pt x="615653" y="1588958"/>
                  <a:pt x="570061" y="1633686"/>
                  <a:pt x="549275" y="1612899"/>
                </a:cubicBezTo>
                <a:close/>
                <a:moveTo>
                  <a:pt x="2281917" y="1585232"/>
                </a:moveTo>
                <a:cubicBezTo>
                  <a:pt x="2262293" y="1565608"/>
                  <a:pt x="2263008" y="1549569"/>
                  <a:pt x="2284368" y="1530238"/>
                </a:cubicBezTo>
                <a:cubicBezTo>
                  <a:pt x="2323843" y="1494514"/>
                  <a:pt x="2368037" y="1532472"/>
                  <a:pt x="2338844" y="1577026"/>
                </a:cubicBezTo>
                <a:cubicBezTo>
                  <a:pt x="2321287" y="1603822"/>
                  <a:pt x="2303126" y="1606440"/>
                  <a:pt x="2281917" y="1585232"/>
                </a:cubicBezTo>
                <a:close/>
                <a:moveTo>
                  <a:pt x="1898673" y="1556697"/>
                </a:moveTo>
                <a:cubicBezTo>
                  <a:pt x="1891799" y="1538783"/>
                  <a:pt x="1908655" y="1519248"/>
                  <a:pt x="1923220" y="1528249"/>
                </a:cubicBezTo>
                <a:cubicBezTo>
                  <a:pt x="1938920" y="1537952"/>
                  <a:pt x="1935635" y="1571625"/>
                  <a:pt x="1918988" y="1571625"/>
                </a:cubicBezTo>
                <a:cubicBezTo>
                  <a:pt x="1910966" y="1571625"/>
                  <a:pt x="1901824" y="1564907"/>
                  <a:pt x="1898673" y="1556697"/>
                </a:cubicBezTo>
                <a:close/>
                <a:moveTo>
                  <a:pt x="1438379" y="1547938"/>
                </a:moveTo>
                <a:cubicBezTo>
                  <a:pt x="1428678" y="1536249"/>
                  <a:pt x="1428371" y="1527645"/>
                  <a:pt x="1436979" y="1508752"/>
                </a:cubicBezTo>
                <a:cubicBezTo>
                  <a:pt x="1449281" y="1481753"/>
                  <a:pt x="1473080" y="1481110"/>
                  <a:pt x="1489592" y="1507331"/>
                </a:cubicBezTo>
                <a:cubicBezTo>
                  <a:pt x="1510738" y="1540909"/>
                  <a:pt x="1463579" y="1578302"/>
                  <a:pt x="1438379" y="1547938"/>
                </a:cubicBezTo>
                <a:close/>
                <a:moveTo>
                  <a:pt x="717819" y="1519237"/>
                </a:moveTo>
                <a:cubicBezTo>
                  <a:pt x="709427" y="1497367"/>
                  <a:pt x="721200" y="1476375"/>
                  <a:pt x="741857" y="1476375"/>
                </a:cubicBezTo>
                <a:cubicBezTo>
                  <a:pt x="764101" y="1476375"/>
                  <a:pt x="772150" y="1493967"/>
                  <a:pt x="760377" y="1516856"/>
                </a:cubicBezTo>
                <a:cubicBezTo>
                  <a:pt x="749873" y="1537280"/>
                  <a:pt x="725271" y="1538656"/>
                  <a:pt x="717819" y="1519237"/>
                </a:cubicBezTo>
                <a:close/>
                <a:moveTo>
                  <a:pt x="1156193" y="1510295"/>
                </a:moveTo>
                <a:cubicBezTo>
                  <a:pt x="1148660" y="1490664"/>
                  <a:pt x="1168929" y="1466432"/>
                  <a:pt x="1187062" y="1473390"/>
                </a:cubicBezTo>
                <a:cubicBezTo>
                  <a:pt x="1206068" y="1480684"/>
                  <a:pt x="1199630" y="1518234"/>
                  <a:pt x="1178689" y="1522225"/>
                </a:cubicBezTo>
                <a:cubicBezTo>
                  <a:pt x="1169506" y="1523975"/>
                  <a:pt x="1159382" y="1518607"/>
                  <a:pt x="1156193" y="1510295"/>
                </a:cubicBezTo>
                <a:close/>
                <a:moveTo>
                  <a:pt x="2040255" y="1503045"/>
                </a:moveTo>
                <a:cubicBezTo>
                  <a:pt x="2012201" y="1474991"/>
                  <a:pt x="2033114" y="1419225"/>
                  <a:pt x="2071687" y="1419225"/>
                </a:cubicBezTo>
                <a:cubicBezTo>
                  <a:pt x="2098643" y="1419225"/>
                  <a:pt x="2114550" y="1436898"/>
                  <a:pt x="2114550" y="1466850"/>
                </a:cubicBezTo>
                <a:cubicBezTo>
                  <a:pt x="2114550" y="1496801"/>
                  <a:pt x="2098643" y="1514475"/>
                  <a:pt x="2071687" y="1514475"/>
                </a:cubicBezTo>
                <a:cubicBezTo>
                  <a:pt x="2060686" y="1514475"/>
                  <a:pt x="2046541" y="1509331"/>
                  <a:pt x="2040255" y="1503045"/>
                </a:cubicBezTo>
                <a:close/>
                <a:moveTo>
                  <a:pt x="882848" y="1489273"/>
                </a:moveTo>
                <a:cubicBezTo>
                  <a:pt x="868836" y="1475261"/>
                  <a:pt x="876205" y="1446384"/>
                  <a:pt x="892968" y="1449613"/>
                </a:cubicBezTo>
                <a:cubicBezTo>
                  <a:pt x="902136" y="1451378"/>
                  <a:pt x="909637" y="1460980"/>
                  <a:pt x="909637" y="1470949"/>
                </a:cubicBezTo>
                <a:cubicBezTo>
                  <a:pt x="909637" y="1489899"/>
                  <a:pt x="894101" y="1500526"/>
                  <a:pt x="882848" y="1489273"/>
                </a:cubicBezTo>
                <a:close/>
                <a:moveTo>
                  <a:pt x="1795483" y="1444230"/>
                </a:moveTo>
                <a:cubicBezTo>
                  <a:pt x="1773114" y="1427874"/>
                  <a:pt x="1780066" y="1386726"/>
                  <a:pt x="1805820" y="1383046"/>
                </a:cubicBezTo>
                <a:cubicBezTo>
                  <a:pt x="1831061" y="1379440"/>
                  <a:pt x="1851210" y="1403157"/>
                  <a:pt x="1843511" y="1427412"/>
                </a:cubicBezTo>
                <a:cubicBezTo>
                  <a:pt x="1835758" y="1451842"/>
                  <a:pt x="1815564" y="1458914"/>
                  <a:pt x="1795483" y="1444230"/>
                </a:cubicBezTo>
                <a:close/>
                <a:moveTo>
                  <a:pt x="1030150" y="1431459"/>
                </a:moveTo>
                <a:cubicBezTo>
                  <a:pt x="1017897" y="1408565"/>
                  <a:pt x="1033105" y="1381125"/>
                  <a:pt x="1058047" y="1381125"/>
                </a:cubicBezTo>
                <a:cubicBezTo>
                  <a:pt x="1080922" y="1381125"/>
                  <a:pt x="1092486" y="1406564"/>
                  <a:pt x="1079201" y="1427663"/>
                </a:cubicBezTo>
                <a:cubicBezTo>
                  <a:pt x="1065225" y="1449859"/>
                  <a:pt x="1041000" y="1451734"/>
                  <a:pt x="1030150" y="1431459"/>
                </a:cubicBezTo>
                <a:close/>
                <a:moveTo>
                  <a:pt x="1287593" y="1432159"/>
                </a:moveTo>
                <a:cubicBezTo>
                  <a:pt x="1266530" y="1394522"/>
                  <a:pt x="1310806" y="1354349"/>
                  <a:pt x="1340559" y="1384102"/>
                </a:cubicBezTo>
                <a:cubicBezTo>
                  <a:pt x="1362668" y="1406211"/>
                  <a:pt x="1348921" y="1447800"/>
                  <a:pt x="1319504" y="1447800"/>
                </a:cubicBezTo>
                <a:cubicBezTo>
                  <a:pt x="1306767" y="1447800"/>
                  <a:pt x="1292407" y="1440761"/>
                  <a:pt x="1287593" y="1432159"/>
                </a:cubicBezTo>
                <a:close/>
                <a:moveTo>
                  <a:pt x="1611332" y="1417691"/>
                </a:moveTo>
                <a:cubicBezTo>
                  <a:pt x="1613067" y="1405437"/>
                  <a:pt x="1620916" y="1395412"/>
                  <a:pt x="1628775" y="1395412"/>
                </a:cubicBezTo>
                <a:cubicBezTo>
                  <a:pt x="1649432" y="1395412"/>
                  <a:pt x="1646586" y="1432572"/>
                  <a:pt x="1625620" y="1436610"/>
                </a:cubicBezTo>
                <a:cubicBezTo>
                  <a:pt x="1612094" y="1439215"/>
                  <a:pt x="1608886" y="1434967"/>
                  <a:pt x="1611332" y="1417691"/>
                </a:cubicBezTo>
                <a:close/>
                <a:moveTo>
                  <a:pt x="613055" y="1404965"/>
                </a:moveTo>
                <a:cubicBezTo>
                  <a:pt x="609763" y="1396387"/>
                  <a:pt x="611470" y="1384969"/>
                  <a:pt x="616848" y="1379591"/>
                </a:cubicBezTo>
                <a:cubicBezTo>
                  <a:pt x="632375" y="1364064"/>
                  <a:pt x="661987" y="1374529"/>
                  <a:pt x="661987" y="1395542"/>
                </a:cubicBezTo>
                <a:cubicBezTo>
                  <a:pt x="661987" y="1419771"/>
                  <a:pt x="621712" y="1427526"/>
                  <a:pt x="613055" y="1404965"/>
                </a:cubicBezTo>
                <a:close/>
                <a:moveTo>
                  <a:pt x="2240756" y="1412265"/>
                </a:moveTo>
                <a:cubicBezTo>
                  <a:pt x="2225952" y="1407101"/>
                  <a:pt x="2225231" y="1379028"/>
                  <a:pt x="2239535" y="1364724"/>
                </a:cubicBezTo>
                <a:cubicBezTo>
                  <a:pt x="2255371" y="1348888"/>
                  <a:pt x="2276475" y="1360978"/>
                  <a:pt x="2276475" y="1385887"/>
                </a:cubicBezTo>
                <a:cubicBezTo>
                  <a:pt x="2276475" y="1408412"/>
                  <a:pt x="2261472" y="1419491"/>
                  <a:pt x="2240756" y="1412265"/>
                </a:cubicBezTo>
                <a:close/>
                <a:moveTo>
                  <a:pt x="2409825" y="1386449"/>
                </a:moveTo>
                <a:cubicBezTo>
                  <a:pt x="2409825" y="1378900"/>
                  <a:pt x="2414111" y="1370075"/>
                  <a:pt x="2419350" y="1366837"/>
                </a:cubicBezTo>
                <a:cubicBezTo>
                  <a:pt x="2424588" y="1363599"/>
                  <a:pt x="2428875" y="1369776"/>
                  <a:pt x="2428875" y="1380562"/>
                </a:cubicBezTo>
                <a:cubicBezTo>
                  <a:pt x="2428875" y="1391349"/>
                  <a:pt x="2424588" y="1400175"/>
                  <a:pt x="2419350" y="1400175"/>
                </a:cubicBezTo>
                <a:cubicBezTo>
                  <a:pt x="2414111" y="1400175"/>
                  <a:pt x="2409825" y="1393998"/>
                  <a:pt x="2409825" y="1386449"/>
                </a:cubicBezTo>
                <a:close/>
                <a:moveTo>
                  <a:pt x="773644" y="1347247"/>
                </a:moveTo>
                <a:cubicBezTo>
                  <a:pt x="737961" y="1322254"/>
                  <a:pt x="754570" y="1257300"/>
                  <a:pt x="796644" y="1257300"/>
                </a:cubicBezTo>
                <a:cubicBezTo>
                  <a:pt x="845343" y="1257300"/>
                  <a:pt x="864127" y="1307572"/>
                  <a:pt x="828675" y="1343025"/>
                </a:cubicBezTo>
                <a:cubicBezTo>
                  <a:pt x="805743" y="1365956"/>
                  <a:pt x="800887" y="1366329"/>
                  <a:pt x="773644" y="1347247"/>
                </a:cubicBezTo>
                <a:close/>
                <a:moveTo>
                  <a:pt x="1482943" y="1351084"/>
                </a:moveTo>
                <a:cubicBezTo>
                  <a:pt x="1462936" y="1339888"/>
                  <a:pt x="1462335" y="1320325"/>
                  <a:pt x="1481413" y="1301247"/>
                </a:cubicBezTo>
                <a:cubicBezTo>
                  <a:pt x="1505832" y="1276828"/>
                  <a:pt x="1540575" y="1304043"/>
                  <a:pt x="1527727" y="1337526"/>
                </a:cubicBezTo>
                <a:cubicBezTo>
                  <a:pt x="1520549" y="1356229"/>
                  <a:pt x="1502112" y="1361812"/>
                  <a:pt x="1482943" y="1351084"/>
                </a:cubicBezTo>
                <a:close/>
                <a:moveTo>
                  <a:pt x="1930906" y="1340283"/>
                </a:moveTo>
                <a:cubicBezTo>
                  <a:pt x="1923353" y="1320602"/>
                  <a:pt x="1938101" y="1302565"/>
                  <a:pt x="1958528" y="1306499"/>
                </a:cubicBezTo>
                <a:cubicBezTo>
                  <a:pt x="1983835" y="1311373"/>
                  <a:pt x="1981972" y="1346997"/>
                  <a:pt x="1956218" y="1350672"/>
                </a:cubicBezTo>
                <a:cubicBezTo>
                  <a:pt x="1945098" y="1352259"/>
                  <a:pt x="1933707" y="1347584"/>
                  <a:pt x="1930906" y="1340283"/>
                </a:cubicBezTo>
                <a:close/>
                <a:moveTo>
                  <a:pt x="542925" y="1295735"/>
                </a:moveTo>
                <a:cubicBezTo>
                  <a:pt x="542925" y="1256036"/>
                  <a:pt x="549869" y="1249004"/>
                  <a:pt x="569595" y="1268730"/>
                </a:cubicBezTo>
                <a:cubicBezTo>
                  <a:pt x="586941" y="1286076"/>
                  <a:pt x="583286" y="1312569"/>
                  <a:pt x="561975" y="1323975"/>
                </a:cubicBezTo>
                <a:cubicBezTo>
                  <a:pt x="544387" y="1333387"/>
                  <a:pt x="542925" y="1331218"/>
                  <a:pt x="542925" y="1295735"/>
                </a:cubicBezTo>
                <a:close/>
                <a:moveTo>
                  <a:pt x="944582" y="1312916"/>
                </a:moveTo>
                <a:cubicBezTo>
                  <a:pt x="946317" y="1300662"/>
                  <a:pt x="954166" y="1290637"/>
                  <a:pt x="962025" y="1290637"/>
                </a:cubicBezTo>
                <a:cubicBezTo>
                  <a:pt x="982682" y="1290637"/>
                  <a:pt x="979836" y="1327797"/>
                  <a:pt x="958870" y="1331835"/>
                </a:cubicBezTo>
                <a:cubicBezTo>
                  <a:pt x="945344" y="1334440"/>
                  <a:pt x="942136" y="1330192"/>
                  <a:pt x="944582" y="1312916"/>
                </a:cubicBezTo>
                <a:close/>
                <a:moveTo>
                  <a:pt x="1686360" y="1319736"/>
                </a:moveTo>
                <a:cubicBezTo>
                  <a:pt x="1659490" y="1287360"/>
                  <a:pt x="1696823" y="1230772"/>
                  <a:pt x="1727989" y="1256637"/>
                </a:cubicBezTo>
                <a:cubicBezTo>
                  <a:pt x="1748809" y="1273916"/>
                  <a:pt x="1746925" y="1311718"/>
                  <a:pt x="1724651" y="1323639"/>
                </a:cubicBezTo>
                <a:cubicBezTo>
                  <a:pt x="1701065" y="1336262"/>
                  <a:pt x="1699983" y="1336152"/>
                  <a:pt x="1686360" y="1319736"/>
                </a:cubicBezTo>
                <a:close/>
                <a:moveTo>
                  <a:pt x="1154430" y="1303020"/>
                </a:moveTo>
                <a:cubicBezTo>
                  <a:pt x="1136306" y="1284896"/>
                  <a:pt x="1141070" y="1259003"/>
                  <a:pt x="1165470" y="1243016"/>
                </a:cubicBezTo>
                <a:cubicBezTo>
                  <a:pt x="1191429" y="1226006"/>
                  <a:pt x="1215998" y="1232207"/>
                  <a:pt x="1224127" y="1257820"/>
                </a:cubicBezTo>
                <a:cubicBezTo>
                  <a:pt x="1237323" y="1299395"/>
                  <a:pt x="1184840" y="1333430"/>
                  <a:pt x="1154430" y="1303020"/>
                </a:cubicBezTo>
                <a:close/>
                <a:moveTo>
                  <a:pt x="2051319" y="1271587"/>
                </a:moveTo>
                <a:cubicBezTo>
                  <a:pt x="2043773" y="1251923"/>
                  <a:pt x="2054004" y="1228725"/>
                  <a:pt x="2070222" y="1228725"/>
                </a:cubicBezTo>
                <a:cubicBezTo>
                  <a:pt x="2089719" y="1228725"/>
                  <a:pt x="2106307" y="1252400"/>
                  <a:pt x="2099407" y="1270380"/>
                </a:cubicBezTo>
                <a:cubicBezTo>
                  <a:pt x="2091940" y="1289839"/>
                  <a:pt x="2058644" y="1290675"/>
                  <a:pt x="2051319" y="1271587"/>
                </a:cubicBezTo>
                <a:close/>
                <a:moveTo>
                  <a:pt x="1291625" y="1251677"/>
                </a:moveTo>
                <a:cubicBezTo>
                  <a:pt x="1284474" y="1233041"/>
                  <a:pt x="1292171" y="1219200"/>
                  <a:pt x="1309687" y="1219200"/>
                </a:cubicBezTo>
                <a:cubicBezTo>
                  <a:pt x="1316927" y="1219200"/>
                  <a:pt x="1325260" y="1223099"/>
                  <a:pt x="1328206" y="1227865"/>
                </a:cubicBezTo>
                <a:cubicBezTo>
                  <a:pt x="1336161" y="1240737"/>
                  <a:pt x="1323761" y="1266825"/>
                  <a:pt x="1309687" y="1266825"/>
                </a:cubicBezTo>
                <a:cubicBezTo>
                  <a:pt x="1302950" y="1266825"/>
                  <a:pt x="1294822" y="1260008"/>
                  <a:pt x="1291625" y="1251677"/>
                </a:cubicBezTo>
                <a:close/>
                <a:moveTo>
                  <a:pt x="2386126" y="1229084"/>
                </a:moveTo>
                <a:cubicBezTo>
                  <a:pt x="2378810" y="1206031"/>
                  <a:pt x="2396063" y="1171575"/>
                  <a:pt x="2414922" y="1171575"/>
                </a:cubicBezTo>
                <a:cubicBezTo>
                  <a:pt x="2424850" y="1171575"/>
                  <a:pt x="2428875" y="1182565"/>
                  <a:pt x="2428875" y="1209675"/>
                </a:cubicBezTo>
                <a:cubicBezTo>
                  <a:pt x="2428875" y="1251879"/>
                  <a:pt x="2397834" y="1265973"/>
                  <a:pt x="2386126" y="1229084"/>
                </a:cubicBezTo>
                <a:close/>
                <a:moveTo>
                  <a:pt x="2203989" y="1215141"/>
                </a:moveTo>
                <a:cubicBezTo>
                  <a:pt x="2195323" y="1192558"/>
                  <a:pt x="2207585" y="1169751"/>
                  <a:pt x="2226439" y="1173382"/>
                </a:cubicBezTo>
                <a:cubicBezTo>
                  <a:pt x="2249090" y="1177744"/>
                  <a:pt x="2249090" y="1222555"/>
                  <a:pt x="2226439" y="1226917"/>
                </a:cubicBezTo>
                <a:cubicBezTo>
                  <a:pt x="2217256" y="1228685"/>
                  <a:pt x="2207153" y="1223386"/>
                  <a:pt x="2203989" y="1215141"/>
                </a:cubicBezTo>
                <a:close/>
                <a:moveTo>
                  <a:pt x="1003782" y="1205468"/>
                </a:moveTo>
                <a:cubicBezTo>
                  <a:pt x="1000884" y="1197916"/>
                  <a:pt x="1000006" y="1183986"/>
                  <a:pt x="1001831" y="1174512"/>
                </a:cubicBezTo>
                <a:cubicBezTo>
                  <a:pt x="1006341" y="1151090"/>
                  <a:pt x="1051042" y="1151008"/>
                  <a:pt x="1055549" y="1174413"/>
                </a:cubicBezTo>
                <a:cubicBezTo>
                  <a:pt x="1062101" y="1208433"/>
                  <a:pt x="1015620" y="1236317"/>
                  <a:pt x="1003782" y="1205468"/>
                </a:cubicBezTo>
                <a:close/>
                <a:moveTo>
                  <a:pt x="606425" y="1203325"/>
                </a:moveTo>
                <a:cubicBezTo>
                  <a:pt x="594691" y="1191591"/>
                  <a:pt x="599936" y="1154972"/>
                  <a:pt x="615160" y="1142337"/>
                </a:cubicBezTo>
                <a:cubicBezTo>
                  <a:pt x="644854" y="1117693"/>
                  <a:pt x="682064" y="1165457"/>
                  <a:pt x="656845" y="1195845"/>
                </a:cubicBezTo>
                <a:cubicBezTo>
                  <a:pt x="644900" y="1210237"/>
                  <a:pt x="617415" y="1214315"/>
                  <a:pt x="606425" y="1203325"/>
                </a:cubicBezTo>
                <a:close/>
                <a:moveTo>
                  <a:pt x="1556285" y="1186555"/>
                </a:moveTo>
                <a:cubicBezTo>
                  <a:pt x="1547607" y="1163940"/>
                  <a:pt x="1556328" y="1131290"/>
                  <a:pt x="1574006" y="1120208"/>
                </a:cubicBezTo>
                <a:cubicBezTo>
                  <a:pt x="1608541" y="1098559"/>
                  <a:pt x="1645906" y="1153743"/>
                  <a:pt x="1618814" y="1186386"/>
                </a:cubicBezTo>
                <a:cubicBezTo>
                  <a:pt x="1604115" y="1204097"/>
                  <a:pt x="1563059" y="1204208"/>
                  <a:pt x="1556285" y="1186555"/>
                </a:cubicBezTo>
                <a:close/>
                <a:moveTo>
                  <a:pt x="1406926" y="1184676"/>
                </a:moveTo>
                <a:cubicBezTo>
                  <a:pt x="1385159" y="1162909"/>
                  <a:pt x="1413642" y="1118750"/>
                  <a:pt x="1442345" y="1129764"/>
                </a:cubicBezTo>
                <a:cubicBezTo>
                  <a:pt x="1465676" y="1138717"/>
                  <a:pt x="1458421" y="1185023"/>
                  <a:pt x="1433120" y="1188645"/>
                </a:cubicBezTo>
                <a:cubicBezTo>
                  <a:pt x="1422427" y="1190176"/>
                  <a:pt x="1410640" y="1188390"/>
                  <a:pt x="1406926" y="1184676"/>
                </a:cubicBezTo>
                <a:close/>
                <a:moveTo>
                  <a:pt x="1801367" y="1173710"/>
                </a:moveTo>
                <a:cubicBezTo>
                  <a:pt x="1790585" y="1153562"/>
                  <a:pt x="1804158" y="1123950"/>
                  <a:pt x="1824175" y="1123950"/>
                </a:cubicBezTo>
                <a:cubicBezTo>
                  <a:pt x="1843997" y="1123950"/>
                  <a:pt x="1857604" y="1154483"/>
                  <a:pt x="1846569" y="1174202"/>
                </a:cubicBezTo>
                <a:cubicBezTo>
                  <a:pt x="1834680" y="1195445"/>
                  <a:pt x="1812872" y="1195207"/>
                  <a:pt x="1801367" y="1173710"/>
                </a:cubicBezTo>
                <a:close/>
                <a:moveTo>
                  <a:pt x="843848" y="1156162"/>
                </a:moveTo>
                <a:cubicBezTo>
                  <a:pt x="840398" y="1147171"/>
                  <a:pt x="841714" y="1135675"/>
                  <a:pt x="846772" y="1130617"/>
                </a:cubicBezTo>
                <a:cubicBezTo>
                  <a:pt x="860536" y="1116853"/>
                  <a:pt x="887701" y="1130986"/>
                  <a:pt x="884038" y="1150005"/>
                </a:cubicBezTo>
                <a:cubicBezTo>
                  <a:pt x="879745" y="1172294"/>
                  <a:pt x="851688" y="1176592"/>
                  <a:pt x="843848" y="1156162"/>
                </a:cubicBezTo>
                <a:close/>
                <a:moveTo>
                  <a:pt x="1997868" y="1151762"/>
                </a:moveTo>
                <a:cubicBezTo>
                  <a:pt x="1959787" y="1129582"/>
                  <a:pt x="1990288" y="1060265"/>
                  <a:pt x="2031478" y="1075379"/>
                </a:cubicBezTo>
                <a:cubicBezTo>
                  <a:pt x="2059183" y="1085544"/>
                  <a:pt x="2065873" y="1132297"/>
                  <a:pt x="2042109" y="1149674"/>
                </a:cubicBezTo>
                <a:cubicBezTo>
                  <a:pt x="2022098" y="1164305"/>
                  <a:pt x="2019606" y="1164423"/>
                  <a:pt x="1997868" y="1151762"/>
                </a:cubicBezTo>
                <a:close/>
                <a:moveTo>
                  <a:pt x="2304750" y="1118826"/>
                </a:moveTo>
                <a:cubicBezTo>
                  <a:pt x="2294529" y="1106511"/>
                  <a:pt x="2294975" y="1101367"/>
                  <a:pt x="2307335" y="1089007"/>
                </a:cubicBezTo>
                <a:cubicBezTo>
                  <a:pt x="2323309" y="1073033"/>
                  <a:pt x="2343150" y="1078865"/>
                  <a:pt x="2343150" y="1099533"/>
                </a:cubicBezTo>
                <a:cubicBezTo>
                  <a:pt x="2343150" y="1122917"/>
                  <a:pt x="2318446" y="1135329"/>
                  <a:pt x="2304750" y="1118826"/>
                </a:cubicBezTo>
                <a:close/>
                <a:moveTo>
                  <a:pt x="1229602" y="1091670"/>
                </a:moveTo>
                <a:cubicBezTo>
                  <a:pt x="1191158" y="1045347"/>
                  <a:pt x="1255432" y="984498"/>
                  <a:pt x="1297923" y="1026990"/>
                </a:cubicBezTo>
                <a:cubicBezTo>
                  <a:pt x="1317709" y="1046775"/>
                  <a:pt x="1318140" y="1049842"/>
                  <a:pt x="1304561" y="1074144"/>
                </a:cubicBezTo>
                <a:cubicBezTo>
                  <a:pt x="1287898" y="1103964"/>
                  <a:pt x="1247621" y="1113380"/>
                  <a:pt x="1229602" y="1091670"/>
                </a:cubicBezTo>
                <a:close/>
                <a:moveTo>
                  <a:pt x="542925" y="1062037"/>
                </a:moveTo>
                <a:cubicBezTo>
                  <a:pt x="542925" y="1048940"/>
                  <a:pt x="546854" y="1038225"/>
                  <a:pt x="551656" y="1038225"/>
                </a:cubicBezTo>
                <a:cubicBezTo>
                  <a:pt x="562812" y="1038225"/>
                  <a:pt x="569996" y="1058494"/>
                  <a:pt x="564315" y="1073943"/>
                </a:cubicBezTo>
                <a:cubicBezTo>
                  <a:pt x="556733" y="1094560"/>
                  <a:pt x="542925" y="1086874"/>
                  <a:pt x="542925" y="1062037"/>
                </a:cubicBezTo>
                <a:close/>
                <a:moveTo>
                  <a:pt x="735330" y="1074420"/>
                </a:moveTo>
                <a:cubicBezTo>
                  <a:pt x="711876" y="1050966"/>
                  <a:pt x="734967" y="1013054"/>
                  <a:pt x="765555" y="1024792"/>
                </a:cubicBezTo>
                <a:cubicBezTo>
                  <a:pt x="789960" y="1034157"/>
                  <a:pt x="778886" y="1085850"/>
                  <a:pt x="752475" y="1085850"/>
                </a:cubicBezTo>
                <a:cubicBezTo>
                  <a:pt x="749331" y="1085850"/>
                  <a:pt x="741616" y="1080706"/>
                  <a:pt x="735330" y="1074420"/>
                </a:cubicBezTo>
                <a:close/>
                <a:moveTo>
                  <a:pt x="1727739" y="1072266"/>
                </a:moveTo>
                <a:cubicBezTo>
                  <a:pt x="1719073" y="1049683"/>
                  <a:pt x="1731335" y="1026876"/>
                  <a:pt x="1750189" y="1030507"/>
                </a:cubicBezTo>
                <a:cubicBezTo>
                  <a:pt x="1760734" y="1032538"/>
                  <a:pt x="1766887" y="1042402"/>
                  <a:pt x="1766887" y="1057275"/>
                </a:cubicBezTo>
                <a:cubicBezTo>
                  <a:pt x="1766887" y="1084427"/>
                  <a:pt x="1736823" y="1095939"/>
                  <a:pt x="1727739" y="1072266"/>
                </a:cubicBezTo>
                <a:close/>
                <a:moveTo>
                  <a:pt x="2149876" y="1060851"/>
                </a:moveTo>
                <a:cubicBezTo>
                  <a:pt x="2127254" y="1038229"/>
                  <a:pt x="2162590" y="992246"/>
                  <a:pt x="2189715" y="1009010"/>
                </a:cubicBezTo>
                <a:cubicBezTo>
                  <a:pt x="2208665" y="1020722"/>
                  <a:pt x="2198675" y="1061584"/>
                  <a:pt x="2176070" y="1064820"/>
                </a:cubicBezTo>
                <a:cubicBezTo>
                  <a:pt x="2165377" y="1066351"/>
                  <a:pt x="2153590" y="1064565"/>
                  <a:pt x="2149876" y="1060851"/>
                </a:cubicBezTo>
                <a:close/>
                <a:moveTo>
                  <a:pt x="906780" y="1036320"/>
                </a:moveTo>
                <a:cubicBezTo>
                  <a:pt x="879476" y="1009016"/>
                  <a:pt x="913841" y="954517"/>
                  <a:pt x="950937" y="966291"/>
                </a:cubicBezTo>
                <a:cubicBezTo>
                  <a:pt x="977520" y="974728"/>
                  <a:pt x="984029" y="998959"/>
                  <a:pt x="966783" y="1025279"/>
                </a:cubicBezTo>
                <a:cubicBezTo>
                  <a:pt x="950796" y="1049679"/>
                  <a:pt x="924903" y="1054443"/>
                  <a:pt x="906780" y="1036320"/>
                </a:cubicBezTo>
                <a:close/>
                <a:moveTo>
                  <a:pt x="1524100" y="1024058"/>
                </a:moveTo>
                <a:cubicBezTo>
                  <a:pt x="1508633" y="1005422"/>
                  <a:pt x="1518620" y="981075"/>
                  <a:pt x="1541731" y="981075"/>
                </a:cubicBezTo>
                <a:cubicBezTo>
                  <a:pt x="1566115" y="981075"/>
                  <a:pt x="1574435" y="1005478"/>
                  <a:pt x="1556252" y="1023661"/>
                </a:cubicBezTo>
                <a:cubicBezTo>
                  <a:pt x="1538413" y="1041501"/>
                  <a:pt x="1538574" y="1041499"/>
                  <a:pt x="1524100" y="1024058"/>
                </a:cubicBezTo>
                <a:close/>
                <a:moveTo>
                  <a:pt x="1080039" y="996066"/>
                </a:moveTo>
                <a:cubicBezTo>
                  <a:pt x="1071373" y="973483"/>
                  <a:pt x="1083635" y="950676"/>
                  <a:pt x="1102489" y="954307"/>
                </a:cubicBezTo>
                <a:cubicBezTo>
                  <a:pt x="1113034" y="956338"/>
                  <a:pt x="1119187" y="966202"/>
                  <a:pt x="1119187" y="981075"/>
                </a:cubicBezTo>
                <a:cubicBezTo>
                  <a:pt x="1119187" y="1008227"/>
                  <a:pt x="1089123" y="1019739"/>
                  <a:pt x="1080039" y="996066"/>
                </a:cubicBezTo>
                <a:close/>
                <a:moveTo>
                  <a:pt x="1867688" y="992072"/>
                </a:moveTo>
                <a:cubicBezTo>
                  <a:pt x="1860917" y="979420"/>
                  <a:pt x="1862309" y="968744"/>
                  <a:pt x="1872655" y="953972"/>
                </a:cubicBezTo>
                <a:cubicBezTo>
                  <a:pt x="1890491" y="928507"/>
                  <a:pt x="1910763" y="927674"/>
                  <a:pt x="1923714" y="951873"/>
                </a:cubicBezTo>
                <a:cubicBezTo>
                  <a:pt x="1936466" y="975701"/>
                  <a:pt x="1936314" y="976974"/>
                  <a:pt x="1918607" y="994682"/>
                </a:cubicBezTo>
                <a:cubicBezTo>
                  <a:pt x="1898693" y="1014595"/>
                  <a:pt x="1879207" y="1013597"/>
                  <a:pt x="1867688" y="992072"/>
                </a:cubicBezTo>
                <a:close/>
                <a:moveTo>
                  <a:pt x="587812" y="975162"/>
                </a:moveTo>
                <a:cubicBezTo>
                  <a:pt x="562581" y="949931"/>
                  <a:pt x="594524" y="898806"/>
                  <a:pt x="628735" y="909664"/>
                </a:cubicBezTo>
                <a:cubicBezTo>
                  <a:pt x="659892" y="919553"/>
                  <a:pt x="651898" y="975267"/>
                  <a:pt x="618768" y="979131"/>
                </a:cubicBezTo>
                <a:cubicBezTo>
                  <a:pt x="605475" y="980681"/>
                  <a:pt x="591545" y="978895"/>
                  <a:pt x="587812" y="975162"/>
                </a:cubicBezTo>
                <a:close/>
                <a:moveTo>
                  <a:pt x="1641678" y="947566"/>
                </a:moveTo>
                <a:cubicBezTo>
                  <a:pt x="1633138" y="925310"/>
                  <a:pt x="1657557" y="874341"/>
                  <a:pt x="1673777" y="880565"/>
                </a:cubicBezTo>
                <a:cubicBezTo>
                  <a:pt x="1681315" y="883458"/>
                  <a:pt x="1691129" y="885825"/>
                  <a:pt x="1695587" y="885825"/>
                </a:cubicBezTo>
                <a:cubicBezTo>
                  <a:pt x="1709761" y="885825"/>
                  <a:pt x="1715944" y="922477"/>
                  <a:pt x="1705167" y="942615"/>
                </a:cubicBezTo>
                <a:cubicBezTo>
                  <a:pt x="1692890" y="965555"/>
                  <a:pt x="1649869" y="968910"/>
                  <a:pt x="1641678" y="947566"/>
                </a:cubicBezTo>
                <a:close/>
                <a:moveTo>
                  <a:pt x="2276577" y="928811"/>
                </a:moveTo>
                <a:cubicBezTo>
                  <a:pt x="2262527" y="911882"/>
                  <a:pt x="2270810" y="870986"/>
                  <a:pt x="2289761" y="863714"/>
                </a:cubicBezTo>
                <a:cubicBezTo>
                  <a:pt x="2311396" y="855412"/>
                  <a:pt x="2342058" y="867379"/>
                  <a:pt x="2348124" y="886493"/>
                </a:cubicBezTo>
                <a:cubicBezTo>
                  <a:pt x="2361827" y="929668"/>
                  <a:pt x="2305123" y="963206"/>
                  <a:pt x="2276577" y="928811"/>
                </a:cubicBezTo>
                <a:close/>
                <a:moveTo>
                  <a:pt x="1336944" y="919162"/>
                </a:moveTo>
                <a:cubicBezTo>
                  <a:pt x="1328533" y="897244"/>
                  <a:pt x="1341042" y="874521"/>
                  <a:pt x="1359555" y="878086"/>
                </a:cubicBezTo>
                <a:cubicBezTo>
                  <a:pt x="1380222" y="882066"/>
                  <a:pt x="1387448" y="914060"/>
                  <a:pt x="1370155" y="925019"/>
                </a:cubicBezTo>
                <a:cubicBezTo>
                  <a:pt x="1351556" y="936806"/>
                  <a:pt x="1343145" y="935323"/>
                  <a:pt x="1336944" y="919162"/>
                </a:cubicBezTo>
                <a:close/>
                <a:moveTo>
                  <a:pt x="762000" y="905437"/>
                </a:moveTo>
                <a:cubicBezTo>
                  <a:pt x="762000" y="881422"/>
                  <a:pt x="778331" y="871711"/>
                  <a:pt x="795188" y="885701"/>
                </a:cubicBezTo>
                <a:cubicBezTo>
                  <a:pt x="812531" y="900094"/>
                  <a:pt x="803081" y="923925"/>
                  <a:pt x="780030" y="923925"/>
                </a:cubicBezTo>
                <a:cubicBezTo>
                  <a:pt x="768532" y="923925"/>
                  <a:pt x="762000" y="917226"/>
                  <a:pt x="762000" y="905437"/>
                </a:cubicBezTo>
                <a:close/>
                <a:moveTo>
                  <a:pt x="2089392" y="909566"/>
                </a:moveTo>
                <a:cubicBezTo>
                  <a:pt x="2086080" y="900935"/>
                  <a:pt x="2089624" y="887618"/>
                  <a:pt x="2097268" y="879973"/>
                </a:cubicBezTo>
                <a:cubicBezTo>
                  <a:pt x="2116327" y="860915"/>
                  <a:pt x="2144913" y="873245"/>
                  <a:pt x="2141247" y="898943"/>
                </a:cubicBezTo>
                <a:cubicBezTo>
                  <a:pt x="2137634" y="924262"/>
                  <a:pt x="2098136" y="932354"/>
                  <a:pt x="2089392" y="909566"/>
                </a:cubicBezTo>
                <a:close/>
                <a:moveTo>
                  <a:pt x="1175289" y="891291"/>
                </a:moveTo>
                <a:cubicBezTo>
                  <a:pt x="1166623" y="868708"/>
                  <a:pt x="1178885" y="845901"/>
                  <a:pt x="1197739" y="849532"/>
                </a:cubicBezTo>
                <a:cubicBezTo>
                  <a:pt x="1208284" y="851563"/>
                  <a:pt x="1214437" y="861427"/>
                  <a:pt x="1214437" y="876300"/>
                </a:cubicBezTo>
                <a:cubicBezTo>
                  <a:pt x="1214437" y="903452"/>
                  <a:pt x="1184373" y="914964"/>
                  <a:pt x="1175289" y="891291"/>
                </a:cubicBezTo>
                <a:close/>
                <a:moveTo>
                  <a:pt x="957262" y="876300"/>
                </a:moveTo>
                <a:cubicBezTo>
                  <a:pt x="949289" y="863399"/>
                  <a:pt x="960047" y="847725"/>
                  <a:pt x="976874" y="847725"/>
                </a:cubicBezTo>
                <a:cubicBezTo>
                  <a:pt x="984423" y="847725"/>
                  <a:pt x="990600" y="856297"/>
                  <a:pt x="990600" y="866775"/>
                </a:cubicBezTo>
                <a:cubicBezTo>
                  <a:pt x="990600" y="886494"/>
                  <a:pt x="967620" y="893060"/>
                  <a:pt x="957262" y="876300"/>
                </a:cubicBezTo>
                <a:close/>
                <a:moveTo>
                  <a:pt x="1453759" y="852324"/>
                </a:moveTo>
                <a:cubicBezTo>
                  <a:pt x="1434321" y="832885"/>
                  <a:pt x="1434259" y="819596"/>
                  <a:pt x="1453483" y="792150"/>
                </a:cubicBezTo>
                <a:cubicBezTo>
                  <a:pt x="1485200" y="746867"/>
                  <a:pt x="1546723" y="782400"/>
                  <a:pt x="1528221" y="835316"/>
                </a:cubicBezTo>
                <a:cubicBezTo>
                  <a:pt x="1517112" y="867088"/>
                  <a:pt x="1477558" y="876123"/>
                  <a:pt x="1453759" y="852324"/>
                </a:cubicBezTo>
                <a:close/>
                <a:moveTo>
                  <a:pt x="1813418" y="814970"/>
                </a:moveTo>
                <a:cubicBezTo>
                  <a:pt x="1805885" y="795339"/>
                  <a:pt x="1826154" y="771107"/>
                  <a:pt x="1844287" y="778065"/>
                </a:cubicBezTo>
                <a:cubicBezTo>
                  <a:pt x="1863293" y="785359"/>
                  <a:pt x="1856855" y="822909"/>
                  <a:pt x="1835914" y="826900"/>
                </a:cubicBezTo>
                <a:cubicBezTo>
                  <a:pt x="1826731" y="828650"/>
                  <a:pt x="1816607" y="823282"/>
                  <a:pt x="1813418" y="814970"/>
                </a:cubicBezTo>
                <a:close/>
                <a:moveTo>
                  <a:pt x="1964055" y="817245"/>
                </a:moveTo>
                <a:cubicBezTo>
                  <a:pt x="1945943" y="799133"/>
                  <a:pt x="1950167" y="754460"/>
                  <a:pt x="1971048" y="743285"/>
                </a:cubicBezTo>
                <a:cubicBezTo>
                  <a:pt x="2000133" y="727719"/>
                  <a:pt x="2017647" y="731572"/>
                  <a:pt x="2034463" y="757237"/>
                </a:cubicBezTo>
                <a:cubicBezTo>
                  <a:pt x="2063435" y="801455"/>
                  <a:pt x="2001258" y="854448"/>
                  <a:pt x="1964055" y="817245"/>
                </a:cubicBezTo>
                <a:close/>
                <a:moveTo>
                  <a:pt x="672936" y="805138"/>
                </a:moveTo>
                <a:cubicBezTo>
                  <a:pt x="669979" y="797431"/>
                  <a:pt x="674419" y="784266"/>
                  <a:pt x="682802" y="775882"/>
                </a:cubicBezTo>
                <a:cubicBezTo>
                  <a:pt x="701769" y="756916"/>
                  <a:pt x="728399" y="777291"/>
                  <a:pt x="718468" y="803171"/>
                </a:cubicBezTo>
                <a:cubicBezTo>
                  <a:pt x="710905" y="822879"/>
                  <a:pt x="680252" y="824203"/>
                  <a:pt x="672936" y="805138"/>
                </a:cubicBezTo>
                <a:close/>
                <a:moveTo>
                  <a:pt x="818915" y="795055"/>
                </a:moveTo>
                <a:cubicBezTo>
                  <a:pt x="802904" y="775763"/>
                  <a:pt x="821246" y="733425"/>
                  <a:pt x="845615" y="733425"/>
                </a:cubicBezTo>
                <a:cubicBezTo>
                  <a:pt x="882367" y="733425"/>
                  <a:pt x="896880" y="768633"/>
                  <a:pt x="870857" y="794657"/>
                </a:cubicBezTo>
                <a:cubicBezTo>
                  <a:pt x="851955" y="813559"/>
                  <a:pt x="834384" y="813693"/>
                  <a:pt x="818915" y="795055"/>
                </a:cubicBezTo>
                <a:close/>
                <a:moveTo>
                  <a:pt x="1061927" y="796434"/>
                </a:moveTo>
                <a:cubicBezTo>
                  <a:pt x="1042536" y="782256"/>
                  <a:pt x="1046062" y="753815"/>
                  <a:pt x="1069002" y="739369"/>
                </a:cubicBezTo>
                <a:cubicBezTo>
                  <a:pt x="1091323" y="725313"/>
                  <a:pt x="1118920" y="751881"/>
                  <a:pt x="1110278" y="779107"/>
                </a:cubicBezTo>
                <a:cubicBezTo>
                  <a:pt x="1102331" y="804148"/>
                  <a:pt x="1082295" y="811328"/>
                  <a:pt x="1061927" y="796434"/>
                </a:cubicBezTo>
                <a:close/>
                <a:moveTo>
                  <a:pt x="558632" y="776022"/>
                </a:moveTo>
                <a:cubicBezTo>
                  <a:pt x="566589" y="755286"/>
                  <a:pt x="600075" y="738297"/>
                  <a:pt x="600075" y="754997"/>
                </a:cubicBezTo>
                <a:cubicBezTo>
                  <a:pt x="600075" y="771090"/>
                  <a:pt x="580938" y="790575"/>
                  <a:pt x="565131" y="790575"/>
                </a:cubicBezTo>
                <a:cubicBezTo>
                  <a:pt x="558206" y="790575"/>
                  <a:pt x="555431" y="784362"/>
                  <a:pt x="558632" y="776022"/>
                </a:cubicBezTo>
                <a:close/>
                <a:moveTo>
                  <a:pt x="2212181" y="783876"/>
                </a:moveTo>
                <a:cubicBezTo>
                  <a:pt x="2196448" y="778043"/>
                  <a:pt x="2197024" y="757505"/>
                  <a:pt x="2213298" y="743998"/>
                </a:cubicBezTo>
                <a:cubicBezTo>
                  <a:pt x="2233240" y="727448"/>
                  <a:pt x="2256516" y="757792"/>
                  <a:pt x="2237556" y="775623"/>
                </a:cubicBezTo>
                <a:cubicBezTo>
                  <a:pt x="2230148" y="782590"/>
                  <a:pt x="2218729" y="786304"/>
                  <a:pt x="2212181" y="783876"/>
                </a:cubicBezTo>
                <a:close/>
                <a:moveTo>
                  <a:pt x="1666875" y="754062"/>
                </a:moveTo>
                <a:cubicBezTo>
                  <a:pt x="1666875" y="731591"/>
                  <a:pt x="1674881" y="723915"/>
                  <a:pt x="1691618" y="730337"/>
                </a:cubicBezTo>
                <a:cubicBezTo>
                  <a:pt x="1712689" y="738423"/>
                  <a:pt x="1708113" y="771525"/>
                  <a:pt x="1685925" y="771525"/>
                </a:cubicBezTo>
                <a:cubicBezTo>
                  <a:pt x="1673802" y="771525"/>
                  <a:pt x="1666875" y="765175"/>
                  <a:pt x="1666875" y="754062"/>
                </a:cubicBezTo>
                <a:close/>
                <a:moveTo>
                  <a:pt x="2387600" y="755650"/>
                </a:moveTo>
                <a:cubicBezTo>
                  <a:pt x="2376914" y="744964"/>
                  <a:pt x="2380503" y="718995"/>
                  <a:pt x="2395356" y="699526"/>
                </a:cubicBezTo>
                <a:cubicBezTo>
                  <a:pt x="2412728" y="676758"/>
                  <a:pt x="2428495" y="693899"/>
                  <a:pt x="2428729" y="735806"/>
                </a:cubicBezTo>
                <a:cubicBezTo>
                  <a:pt x="2428870" y="761138"/>
                  <a:pt x="2404733" y="772783"/>
                  <a:pt x="2387600" y="755650"/>
                </a:cubicBezTo>
                <a:close/>
                <a:moveTo>
                  <a:pt x="1258124" y="725439"/>
                </a:moveTo>
                <a:cubicBezTo>
                  <a:pt x="1236104" y="684296"/>
                  <a:pt x="1284519" y="637957"/>
                  <a:pt x="1319336" y="666852"/>
                </a:cubicBezTo>
                <a:cubicBezTo>
                  <a:pt x="1336392" y="681007"/>
                  <a:pt x="1337860" y="715729"/>
                  <a:pt x="1322070" y="731520"/>
                </a:cubicBezTo>
                <a:cubicBezTo>
                  <a:pt x="1304888" y="748701"/>
                  <a:pt x="1268733" y="745264"/>
                  <a:pt x="1258124" y="725439"/>
                </a:cubicBezTo>
                <a:close/>
                <a:moveTo>
                  <a:pt x="1515934" y="692974"/>
                </a:moveTo>
                <a:cubicBezTo>
                  <a:pt x="1500967" y="678007"/>
                  <a:pt x="1502144" y="661886"/>
                  <a:pt x="1519237" y="647700"/>
                </a:cubicBezTo>
                <a:cubicBezTo>
                  <a:pt x="1535571" y="634143"/>
                  <a:pt x="1562100" y="649395"/>
                  <a:pt x="1562100" y="672343"/>
                </a:cubicBezTo>
                <a:cubicBezTo>
                  <a:pt x="1562100" y="691661"/>
                  <a:pt x="1529285" y="706325"/>
                  <a:pt x="1515934" y="692974"/>
                </a:cubicBezTo>
                <a:close/>
                <a:moveTo>
                  <a:pt x="930111" y="671788"/>
                </a:moveTo>
                <a:cubicBezTo>
                  <a:pt x="927154" y="664081"/>
                  <a:pt x="931594" y="650916"/>
                  <a:pt x="939977" y="642532"/>
                </a:cubicBezTo>
                <a:cubicBezTo>
                  <a:pt x="958696" y="623814"/>
                  <a:pt x="987660" y="645375"/>
                  <a:pt x="977913" y="670773"/>
                </a:cubicBezTo>
                <a:cubicBezTo>
                  <a:pt x="970642" y="689723"/>
                  <a:pt x="937265" y="690432"/>
                  <a:pt x="930111" y="671788"/>
                </a:cubicBezTo>
                <a:close/>
                <a:moveTo>
                  <a:pt x="1772029" y="671969"/>
                </a:moveTo>
                <a:cubicBezTo>
                  <a:pt x="1758062" y="655141"/>
                  <a:pt x="1766800" y="623023"/>
                  <a:pt x="1787507" y="615078"/>
                </a:cubicBezTo>
                <a:cubicBezTo>
                  <a:pt x="1819246" y="602898"/>
                  <a:pt x="1842557" y="649182"/>
                  <a:pt x="1817370" y="674370"/>
                </a:cubicBezTo>
                <a:cubicBezTo>
                  <a:pt x="1802098" y="689641"/>
                  <a:pt x="1785987" y="688788"/>
                  <a:pt x="1772029" y="671969"/>
                </a:cubicBezTo>
                <a:close/>
                <a:moveTo>
                  <a:pt x="2104953" y="652376"/>
                </a:moveTo>
                <a:cubicBezTo>
                  <a:pt x="2095960" y="641540"/>
                  <a:pt x="2095385" y="634479"/>
                  <a:pt x="2102883" y="626981"/>
                </a:cubicBezTo>
                <a:cubicBezTo>
                  <a:pt x="2117333" y="612531"/>
                  <a:pt x="2145193" y="625188"/>
                  <a:pt x="2141447" y="644500"/>
                </a:cubicBezTo>
                <a:cubicBezTo>
                  <a:pt x="2137170" y="666555"/>
                  <a:pt x="2119827" y="670298"/>
                  <a:pt x="2104953" y="652376"/>
                </a:cubicBezTo>
                <a:close/>
                <a:moveTo>
                  <a:pt x="1076660" y="619751"/>
                </a:moveTo>
                <a:cubicBezTo>
                  <a:pt x="1062734" y="593730"/>
                  <a:pt x="1064243" y="583581"/>
                  <a:pt x="1085143" y="562681"/>
                </a:cubicBezTo>
                <a:cubicBezTo>
                  <a:pt x="1122940" y="524884"/>
                  <a:pt x="1177574" y="570200"/>
                  <a:pt x="1148219" y="615001"/>
                </a:cubicBezTo>
                <a:cubicBezTo>
                  <a:pt x="1129679" y="643297"/>
                  <a:pt x="1090648" y="645888"/>
                  <a:pt x="1076660" y="619751"/>
                </a:cubicBezTo>
                <a:close/>
                <a:moveTo>
                  <a:pt x="2249805" y="626745"/>
                </a:moveTo>
                <a:cubicBezTo>
                  <a:pt x="2224466" y="601406"/>
                  <a:pt x="2236355" y="581025"/>
                  <a:pt x="2276475" y="581025"/>
                </a:cubicBezTo>
                <a:cubicBezTo>
                  <a:pt x="2318767" y="581025"/>
                  <a:pt x="2326278" y="596056"/>
                  <a:pt x="2297156" y="622411"/>
                </a:cubicBezTo>
                <a:cubicBezTo>
                  <a:pt x="2276464" y="641136"/>
                  <a:pt x="2265225" y="642165"/>
                  <a:pt x="2249805" y="626745"/>
                </a:cubicBezTo>
                <a:close/>
                <a:moveTo>
                  <a:pt x="1912143" y="618362"/>
                </a:moveTo>
                <a:cubicBezTo>
                  <a:pt x="1886641" y="603508"/>
                  <a:pt x="1890160" y="561942"/>
                  <a:pt x="1916906" y="562105"/>
                </a:cubicBezTo>
                <a:cubicBezTo>
                  <a:pt x="1976216" y="562465"/>
                  <a:pt x="1996373" y="583541"/>
                  <a:pt x="1966232" y="613682"/>
                </a:cubicBezTo>
                <a:cubicBezTo>
                  <a:pt x="1949012" y="630901"/>
                  <a:pt x="1935657" y="632057"/>
                  <a:pt x="1912143" y="618362"/>
                </a:cubicBezTo>
                <a:close/>
                <a:moveTo>
                  <a:pt x="1392555" y="598170"/>
                </a:moveTo>
                <a:cubicBezTo>
                  <a:pt x="1367595" y="573210"/>
                  <a:pt x="1393508" y="536502"/>
                  <a:pt x="1428292" y="547542"/>
                </a:cubicBezTo>
                <a:cubicBezTo>
                  <a:pt x="1459166" y="557341"/>
                  <a:pt x="1447519" y="609600"/>
                  <a:pt x="1414462" y="609600"/>
                </a:cubicBezTo>
                <a:cubicBezTo>
                  <a:pt x="1408699" y="609600"/>
                  <a:pt x="1398841" y="604456"/>
                  <a:pt x="1392555" y="598170"/>
                </a:cubicBezTo>
                <a:close/>
                <a:moveTo>
                  <a:pt x="1604089" y="586947"/>
                </a:moveTo>
                <a:cubicBezTo>
                  <a:pt x="1596380" y="566857"/>
                  <a:pt x="1607201" y="552450"/>
                  <a:pt x="1629999" y="552450"/>
                </a:cubicBezTo>
                <a:cubicBezTo>
                  <a:pt x="1644389" y="552450"/>
                  <a:pt x="1648393" y="557753"/>
                  <a:pt x="1646106" y="573783"/>
                </a:cubicBezTo>
                <a:cubicBezTo>
                  <a:pt x="1642554" y="598682"/>
                  <a:pt x="1612237" y="608180"/>
                  <a:pt x="1604089" y="586947"/>
                </a:cubicBezTo>
                <a:close/>
              </a:path>
            </a:pathLst>
          </a:custGeom>
          <a:solidFill>
            <a:srgbClr val="181716">
              <a:alpha val="45000"/>
            </a:srgbClr>
          </a:solidFill>
          <a:ln>
            <a:noFill/>
          </a:ln>
        </p:spPr>
      </p:sp>
      <p:pic>
        <p:nvPicPr>
          <p:cNvPr id="8" name="number cube" descr="00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40000">
            <a:off x="7086600" y="8296275"/>
            <a:ext cx="2971800" cy="2838450"/>
          </a:xfrm>
          <a:prstGeom prst="rect">
            <a:avLst/>
          </a:prstGeom>
        </p:spPr>
      </p:pic>
      <p:sp>
        <p:nvSpPr>
          <p:cNvPr id="9" name="number cube pattern"/>
          <p:cNvSpPr/>
          <p:nvPr/>
        </p:nvSpPr>
        <p:spPr>
          <a:xfrm rot="240000">
            <a:off x="7086600" y="8296275"/>
            <a:ext cx="2971800" cy="2838450"/>
          </a:xfrm>
          <a:custGeom>
            <a:avLst/>
            <a:gdLst/>
            <a:ahLst/>
            <a:cxnLst/>
            <a:rect l="0" t="0" r="r" b="b"/>
            <a:pathLst>
              <a:path w="2971800" h="2838450">
                <a:moveTo>
                  <a:pt x="1949450" y="2279650"/>
                </a:moveTo>
                <a:cubicBezTo>
                  <a:pt x="1936372" y="2266572"/>
                  <a:pt x="1943756" y="2229168"/>
                  <a:pt x="1961265" y="2219798"/>
                </a:cubicBezTo>
                <a:cubicBezTo>
                  <a:pt x="1990052" y="2204392"/>
                  <a:pt x="2025722" y="2237152"/>
                  <a:pt x="2010707" y="2265206"/>
                </a:cubicBezTo>
                <a:cubicBezTo>
                  <a:pt x="2000072" y="2285078"/>
                  <a:pt x="1963501" y="2293701"/>
                  <a:pt x="1949450" y="2279650"/>
                </a:cubicBezTo>
                <a:close/>
                <a:moveTo>
                  <a:pt x="1348806" y="2232833"/>
                </a:moveTo>
                <a:cubicBezTo>
                  <a:pt x="1341080" y="2212699"/>
                  <a:pt x="1340950" y="2213235"/>
                  <a:pt x="1357588" y="2196597"/>
                </a:cubicBezTo>
                <a:cubicBezTo>
                  <a:pt x="1382335" y="2171850"/>
                  <a:pt x="1416712" y="2199493"/>
                  <a:pt x="1403619" y="2233612"/>
                </a:cubicBezTo>
                <a:cubicBezTo>
                  <a:pt x="1396357" y="2252537"/>
                  <a:pt x="1356148" y="2251965"/>
                  <a:pt x="1348806" y="2232833"/>
                </a:cubicBezTo>
                <a:close/>
                <a:moveTo>
                  <a:pt x="1663700" y="2232025"/>
                </a:moveTo>
                <a:cubicBezTo>
                  <a:pt x="1660207" y="2228532"/>
                  <a:pt x="1657350" y="2217816"/>
                  <a:pt x="1657350" y="2208212"/>
                </a:cubicBezTo>
                <a:cubicBezTo>
                  <a:pt x="1657350" y="2188272"/>
                  <a:pt x="1691376" y="2183623"/>
                  <a:pt x="1698015" y="2202656"/>
                </a:cubicBezTo>
                <a:cubicBezTo>
                  <a:pt x="1707149" y="2228840"/>
                  <a:pt x="1682020" y="2250345"/>
                  <a:pt x="1663700" y="2232025"/>
                </a:cubicBezTo>
                <a:close/>
                <a:moveTo>
                  <a:pt x="1201725" y="2194591"/>
                </a:moveTo>
                <a:cubicBezTo>
                  <a:pt x="1156970" y="2163244"/>
                  <a:pt x="1208570" y="2081786"/>
                  <a:pt x="1254836" y="2110748"/>
                </a:cubicBezTo>
                <a:cubicBezTo>
                  <a:pt x="1281210" y="2127257"/>
                  <a:pt x="1281725" y="2176379"/>
                  <a:pt x="1255715" y="2194597"/>
                </a:cubicBezTo>
                <a:cubicBezTo>
                  <a:pt x="1229001" y="2213308"/>
                  <a:pt x="1228448" y="2213308"/>
                  <a:pt x="1201725" y="2194591"/>
                </a:cubicBezTo>
                <a:close/>
                <a:moveTo>
                  <a:pt x="697157" y="2193480"/>
                </a:moveTo>
                <a:cubicBezTo>
                  <a:pt x="672927" y="2188851"/>
                  <a:pt x="673401" y="2173830"/>
                  <a:pt x="698273" y="2158141"/>
                </a:cubicBezTo>
                <a:cubicBezTo>
                  <a:pt x="717489" y="2146020"/>
                  <a:pt x="746026" y="2160411"/>
                  <a:pt x="750792" y="2184627"/>
                </a:cubicBezTo>
                <a:cubicBezTo>
                  <a:pt x="753918" y="2200509"/>
                  <a:pt x="743202" y="2202278"/>
                  <a:pt x="697157" y="2193480"/>
                </a:cubicBezTo>
                <a:close/>
                <a:moveTo>
                  <a:pt x="1506855" y="2179320"/>
                </a:moveTo>
                <a:cubicBezTo>
                  <a:pt x="1473022" y="2145487"/>
                  <a:pt x="1512286" y="2093118"/>
                  <a:pt x="1551102" y="2120305"/>
                </a:cubicBezTo>
                <a:cubicBezTo>
                  <a:pt x="1575413" y="2137333"/>
                  <a:pt x="1577205" y="2155233"/>
                  <a:pt x="1556657" y="2175782"/>
                </a:cubicBezTo>
                <a:cubicBezTo>
                  <a:pt x="1538759" y="2193679"/>
                  <a:pt x="1522378" y="2194843"/>
                  <a:pt x="1506855" y="2179320"/>
                </a:cubicBezTo>
                <a:close/>
                <a:moveTo>
                  <a:pt x="1819654" y="2176919"/>
                </a:moveTo>
                <a:cubicBezTo>
                  <a:pt x="1793197" y="2145041"/>
                  <a:pt x="1835705" y="2106215"/>
                  <a:pt x="1864995" y="2135505"/>
                </a:cubicBezTo>
                <a:cubicBezTo>
                  <a:pt x="1880058" y="2150568"/>
                  <a:pt x="1879421" y="2157817"/>
                  <a:pt x="1861457" y="2175782"/>
                </a:cubicBezTo>
                <a:cubicBezTo>
                  <a:pt x="1842896" y="2194342"/>
                  <a:pt x="1834308" y="2194576"/>
                  <a:pt x="1819654" y="2176919"/>
                </a:cubicBezTo>
                <a:close/>
                <a:moveTo>
                  <a:pt x="963026" y="2158619"/>
                </a:moveTo>
                <a:cubicBezTo>
                  <a:pt x="948677" y="2141329"/>
                  <a:pt x="959644" y="2114550"/>
                  <a:pt x="981075" y="2114550"/>
                </a:cubicBezTo>
                <a:cubicBezTo>
                  <a:pt x="1004337" y="2114550"/>
                  <a:pt x="1012035" y="2139379"/>
                  <a:pt x="994277" y="2157136"/>
                </a:cubicBezTo>
                <a:cubicBezTo>
                  <a:pt x="976553" y="2174860"/>
                  <a:pt x="976507" y="2174862"/>
                  <a:pt x="963026" y="2158619"/>
                </a:cubicBezTo>
                <a:close/>
                <a:moveTo>
                  <a:pt x="2143125" y="2153816"/>
                </a:moveTo>
                <a:cubicBezTo>
                  <a:pt x="2143125" y="2141636"/>
                  <a:pt x="2171132" y="2120332"/>
                  <a:pt x="2178050" y="2127250"/>
                </a:cubicBezTo>
                <a:cubicBezTo>
                  <a:pt x="2184967" y="2134167"/>
                  <a:pt x="2163663" y="2162175"/>
                  <a:pt x="2151483" y="2162175"/>
                </a:cubicBezTo>
                <a:cubicBezTo>
                  <a:pt x="2146886" y="2162175"/>
                  <a:pt x="2143125" y="2158413"/>
                  <a:pt x="2143125" y="2153816"/>
                </a:cubicBezTo>
                <a:close/>
                <a:moveTo>
                  <a:pt x="561975" y="2095500"/>
                </a:moveTo>
                <a:cubicBezTo>
                  <a:pt x="561975" y="2054285"/>
                  <a:pt x="574760" y="2047972"/>
                  <a:pt x="594583" y="2079398"/>
                </a:cubicBezTo>
                <a:cubicBezTo>
                  <a:pt x="601775" y="2090800"/>
                  <a:pt x="601775" y="2100199"/>
                  <a:pt x="594583" y="2111601"/>
                </a:cubicBezTo>
                <a:cubicBezTo>
                  <a:pt x="574760" y="2143027"/>
                  <a:pt x="561975" y="2136714"/>
                  <a:pt x="561975" y="2095500"/>
                </a:cubicBezTo>
                <a:close/>
                <a:moveTo>
                  <a:pt x="2009877" y="2109911"/>
                </a:moveTo>
                <a:cubicBezTo>
                  <a:pt x="2003006" y="2101631"/>
                  <a:pt x="2000681" y="2085553"/>
                  <a:pt x="2004281" y="2071210"/>
                </a:cubicBezTo>
                <a:cubicBezTo>
                  <a:pt x="2012594" y="2038086"/>
                  <a:pt x="2060476" y="2040741"/>
                  <a:pt x="2065274" y="2074593"/>
                </a:cubicBezTo>
                <a:cubicBezTo>
                  <a:pt x="2071029" y="2115187"/>
                  <a:pt x="2033901" y="2138857"/>
                  <a:pt x="2009877" y="2109911"/>
                </a:cubicBezTo>
                <a:close/>
                <a:moveTo>
                  <a:pt x="800479" y="2091195"/>
                </a:moveTo>
                <a:cubicBezTo>
                  <a:pt x="775177" y="2060707"/>
                  <a:pt x="812340" y="2013873"/>
                  <a:pt x="845343" y="2034657"/>
                </a:cubicBezTo>
                <a:cubicBezTo>
                  <a:pt x="868061" y="2048963"/>
                  <a:pt x="870848" y="2071016"/>
                  <a:pt x="852282" y="2089581"/>
                </a:cubicBezTo>
                <a:cubicBezTo>
                  <a:pt x="833154" y="2108709"/>
                  <a:pt x="815472" y="2109260"/>
                  <a:pt x="800479" y="2091195"/>
                </a:cubicBezTo>
                <a:close/>
                <a:moveTo>
                  <a:pt x="1076764" y="2072217"/>
                </a:moveTo>
                <a:cubicBezTo>
                  <a:pt x="1051040" y="2041221"/>
                  <a:pt x="1093611" y="2003929"/>
                  <a:pt x="1122145" y="2032463"/>
                </a:cubicBezTo>
                <a:cubicBezTo>
                  <a:pt x="1134276" y="2044594"/>
                  <a:pt x="1135518" y="2052037"/>
                  <a:pt x="1127530" y="2064722"/>
                </a:cubicBezTo>
                <a:cubicBezTo>
                  <a:pt x="1113622" y="2086807"/>
                  <a:pt x="1091575" y="2090062"/>
                  <a:pt x="1076764" y="2072217"/>
                </a:cubicBezTo>
                <a:close/>
                <a:moveTo>
                  <a:pt x="1676207" y="2066565"/>
                </a:moveTo>
                <a:cubicBezTo>
                  <a:pt x="1655676" y="2028201"/>
                  <a:pt x="1689386" y="1985941"/>
                  <a:pt x="1731694" y="1997004"/>
                </a:cubicBezTo>
                <a:cubicBezTo>
                  <a:pt x="1759320" y="2004229"/>
                  <a:pt x="1766976" y="2034290"/>
                  <a:pt x="1748407" y="2062628"/>
                </a:cubicBezTo>
                <a:cubicBezTo>
                  <a:pt x="1729402" y="2091634"/>
                  <a:pt x="1690751" y="2093741"/>
                  <a:pt x="1676207" y="2066565"/>
                </a:cubicBezTo>
                <a:close/>
                <a:moveTo>
                  <a:pt x="1395108" y="2056441"/>
                </a:moveTo>
                <a:cubicBezTo>
                  <a:pt x="1387472" y="2032384"/>
                  <a:pt x="1401148" y="2016256"/>
                  <a:pt x="1425247" y="2020897"/>
                </a:cubicBezTo>
                <a:cubicBezTo>
                  <a:pt x="1446699" y="2025028"/>
                  <a:pt x="1454513" y="2056813"/>
                  <a:pt x="1436830" y="2068019"/>
                </a:cubicBezTo>
                <a:cubicBezTo>
                  <a:pt x="1415651" y="2081441"/>
                  <a:pt x="1401825" y="2077604"/>
                  <a:pt x="1395108" y="2056441"/>
                </a:cubicBezTo>
                <a:close/>
                <a:moveTo>
                  <a:pt x="680796" y="2034588"/>
                </a:moveTo>
                <a:cubicBezTo>
                  <a:pt x="657537" y="2017582"/>
                  <a:pt x="670427" y="1981200"/>
                  <a:pt x="699710" y="1981200"/>
                </a:cubicBezTo>
                <a:cubicBezTo>
                  <a:pt x="723220" y="1981200"/>
                  <a:pt x="736248" y="2000859"/>
                  <a:pt x="727627" y="2023326"/>
                </a:cubicBezTo>
                <a:cubicBezTo>
                  <a:pt x="719969" y="2043281"/>
                  <a:pt x="699437" y="2048219"/>
                  <a:pt x="680796" y="2034588"/>
                </a:cubicBezTo>
                <a:close/>
                <a:moveTo>
                  <a:pt x="1900830" y="2013769"/>
                </a:moveTo>
                <a:cubicBezTo>
                  <a:pt x="1877391" y="1990331"/>
                  <a:pt x="1905819" y="1947295"/>
                  <a:pt x="1934575" y="1962685"/>
                </a:cubicBezTo>
                <a:cubicBezTo>
                  <a:pt x="1955012" y="1973623"/>
                  <a:pt x="1958245" y="2000344"/>
                  <a:pt x="1941195" y="2017395"/>
                </a:cubicBezTo>
                <a:cubicBezTo>
                  <a:pt x="1926117" y="2032472"/>
                  <a:pt x="1918883" y="2031822"/>
                  <a:pt x="1900830" y="2013769"/>
                </a:cubicBezTo>
                <a:close/>
                <a:moveTo>
                  <a:pt x="2176466" y="2006354"/>
                </a:moveTo>
                <a:cubicBezTo>
                  <a:pt x="2159738" y="1980825"/>
                  <a:pt x="2165591" y="1956564"/>
                  <a:pt x="2191870" y="1942500"/>
                </a:cubicBezTo>
                <a:cubicBezTo>
                  <a:pt x="2218774" y="1928101"/>
                  <a:pt x="2247900" y="1947403"/>
                  <a:pt x="2247900" y="1979630"/>
                </a:cubicBezTo>
                <a:cubicBezTo>
                  <a:pt x="2247900" y="2029597"/>
                  <a:pt x="2202760" y="2046485"/>
                  <a:pt x="2176466" y="2006354"/>
                </a:cubicBezTo>
                <a:close/>
                <a:moveTo>
                  <a:pt x="1557998" y="1994788"/>
                </a:moveTo>
                <a:cubicBezTo>
                  <a:pt x="1549777" y="1986566"/>
                  <a:pt x="1543115" y="1976930"/>
                  <a:pt x="1543195" y="1973375"/>
                </a:cubicBezTo>
                <a:cubicBezTo>
                  <a:pt x="1543999" y="1937758"/>
                  <a:pt x="1602911" y="1933456"/>
                  <a:pt x="1607921" y="1968649"/>
                </a:cubicBezTo>
                <a:cubicBezTo>
                  <a:pt x="1612067" y="1997773"/>
                  <a:pt x="1578539" y="2015328"/>
                  <a:pt x="1557998" y="1994788"/>
                </a:cubicBezTo>
                <a:close/>
                <a:moveTo>
                  <a:pt x="1263647" y="1986658"/>
                </a:moveTo>
                <a:cubicBezTo>
                  <a:pt x="1257425" y="1970442"/>
                  <a:pt x="1280832" y="1948384"/>
                  <a:pt x="1294982" y="1957129"/>
                </a:cubicBezTo>
                <a:cubicBezTo>
                  <a:pt x="1300450" y="1960509"/>
                  <a:pt x="1304925" y="1971593"/>
                  <a:pt x="1304925" y="1981762"/>
                </a:cubicBezTo>
                <a:cubicBezTo>
                  <a:pt x="1304925" y="2003590"/>
                  <a:pt x="1271659" y="2007536"/>
                  <a:pt x="1263647" y="1986658"/>
                </a:cubicBezTo>
                <a:close/>
                <a:moveTo>
                  <a:pt x="914878" y="1967488"/>
                </a:moveTo>
                <a:cubicBezTo>
                  <a:pt x="891852" y="1939744"/>
                  <a:pt x="906680" y="1903050"/>
                  <a:pt x="946456" y="1889346"/>
                </a:cubicBezTo>
                <a:cubicBezTo>
                  <a:pt x="990461" y="1874184"/>
                  <a:pt x="1000125" y="1878520"/>
                  <a:pt x="1000125" y="1913426"/>
                </a:cubicBezTo>
                <a:cubicBezTo>
                  <a:pt x="1000125" y="1961111"/>
                  <a:pt x="940806" y="1998729"/>
                  <a:pt x="914878" y="1967488"/>
                </a:cubicBezTo>
                <a:close/>
                <a:moveTo>
                  <a:pt x="2051073" y="1956747"/>
                </a:moveTo>
                <a:cubicBezTo>
                  <a:pt x="2043135" y="1936059"/>
                  <a:pt x="2063289" y="1916604"/>
                  <a:pt x="2077714" y="1931029"/>
                </a:cubicBezTo>
                <a:cubicBezTo>
                  <a:pt x="2089907" y="1943222"/>
                  <a:pt x="2082353" y="1971675"/>
                  <a:pt x="2066925" y="1971675"/>
                </a:cubicBezTo>
                <a:cubicBezTo>
                  <a:pt x="2061357" y="1971675"/>
                  <a:pt x="2054224" y="1964957"/>
                  <a:pt x="2051073" y="1956747"/>
                </a:cubicBezTo>
                <a:close/>
                <a:moveTo>
                  <a:pt x="558864" y="1936814"/>
                </a:moveTo>
                <a:cubicBezTo>
                  <a:pt x="545603" y="1923553"/>
                  <a:pt x="551827" y="1838325"/>
                  <a:pt x="566057" y="1838325"/>
                </a:cubicBezTo>
                <a:cubicBezTo>
                  <a:pt x="588521" y="1838325"/>
                  <a:pt x="610827" y="1867699"/>
                  <a:pt x="607735" y="1893210"/>
                </a:cubicBezTo>
                <a:cubicBezTo>
                  <a:pt x="604769" y="1917691"/>
                  <a:pt x="570403" y="1948353"/>
                  <a:pt x="558864" y="1936814"/>
                </a:cubicBezTo>
                <a:close/>
                <a:moveTo>
                  <a:pt x="1374856" y="1899275"/>
                </a:moveTo>
                <a:cubicBezTo>
                  <a:pt x="1353294" y="1866368"/>
                  <a:pt x="1367432" y="1844017"/>
                  <a:pt x="1412236" y="1840179"/>
                </a:cubicBezTo>
                <a:cubicBezTo>
                  <a:pt x="1453923" y="1836608"/>
                  <a:pt x="1467916" y="1863604"/>
                  <a:pt x="1443607" y="1900703"/>
                </a:cubicBezTo>
                <a:cubicBezTo>
                  <a:pt x="1423750" y="1931010"/>
                  <a:pt x="1395261" y="1930418"/>
                  <a:pt x="1374856" y="1899275"/>
                </a:cubicBezTo>
                <a:close/>
                <a:moveTo>
                  <a:pt x="2290197" y="1913610"/>
                </a:moveTo>
                <a:cubicBezTo>
                  <a:pt x="2278563" y="1894785"/>
                  <a:pt x="2309222" y="1872786"/>
                  <a:pt x="2323356" y="1889817"/>
                </a:cubicBezTo>
                <a:cubicBezTo>
                  <a:pt x="2329906" y="1897708"/>
                  <a:pt x="2332499" y="1908639"/>
                  <a:pt x="2329120" y="1914107"/>
                </a:cubicBezTo>
                <a:cubicBezTo>
                  <a:pt x="2321069" y="1927133"/>
                  <a:pt x="2298376" y="1926844"/>
                  <a:pt x="2290197" y="1913610"/>
                </a:cubicBezTo>
                <a:close/>
                <a:moveTo>
                  <a:pt x="1784643" y="1900301"/>
                </a:moveTo>
                <a:cubicBezTo>
                  <a:pt x="1781344" y="1891703"/>
                  <a:pt x="1783212" y="1880102"/>
                  <a:pt x="1788795" y="1874520"/>
                </a:cubicBezTo>
                <a:cubicBezTo>
                  <a:pt x="1803307" y="1860007"/>
                  <a:pt x="1830804" y="1873271"/>
                  <a:pt x="1827013" y="1892955"/>
                </a:cubicBezTo>
                <a:cubicBezTo>
                  <a:pt x="1822790" y="1914880"/>
                  <a:pt x="1792269" y="1920172"/>
                  <a:pt x="1784643" y="1900301"/>
                </a:cubicBezTo>
                <a:close/>
                <a:moveTo>
                  <a:pt x="751812" y="1880389"/>
                </a:moveTo>
                <a:cubicBezTo>
                  <a:pt x="737290" y="1862891"/>
                  <a:pt x="749675" y="1835454"/>
                  <a:pt x="774284" y="1830606"/>
                </a:cubicBezTo>
                <a:cubicBezTo>
                  <a:pt x="798042" y="1825926"/>
                  <a:pt x="812870" y="1862293"/>
                  <a:pt x="794638" y="1880526"/>
                </a:cubicBezTo>
                <a:cubicBezTo>
                  <a:pt x="775821" y="1899342"/>
                  <a:pt x="767520" y="1899316"/>
                  <a:pt x="751812" y="1880389"/>
                </a:cubicBezTo>
                <a:close/>
                <a:moveTo>
                  <a:pt x="1146927" y="1888185"/>
                </a:moveTo>
                <a:cubicBezTo>
                  <a:pt x="1127808" y="1875271"/>
                  <a:pt x="1125251" y="1840099"/>
                  <a:pt x="1142310" y="1824661"/>
                </a:cubicBezTo>
                <a:cubicBezTo>
                  <a:pt x="1161063" y="1807690"/>
                  <a:pt x="1209464" y="1823107"/>
                  <a:pt x="1209600" y="1846094"/>
                </a:cubicBezTo>
                <a:cubicBezTo>
                  <a:pt x="1209822" y="1883465"/>
                  <a:pt x="1174780" y="1906998"/>
                  <a:pt x="1146927" y="1888185"/>
                </a:cubicBezTo>
                <a:close/>
                <a:moveTo>
                  <a:pt x="1596117" y="1842407"/>
                </a:moveTo>
                <a:cubicBezTo>
                  <a:pt x="1584850" y="1831139"/>
                  <a:pt x="1583602" y="1822965"/>
                  <a:pt x="1591029" y="1809088"/>
                </a:cubicBezTo>
                <a:cubicBezTo>
                  <a:pt x="1608377" y="1776672"/>
                  <a:pt x="1647825" y="1790671"/>
                  <a:pt x="1647825" y="1829243"/>
                </a:cubicBezTo>
                <a:cubicBezTo>
                  <a:pt x="1647825" y="1848372"/>
                  <a:pt x="1611365" y="1857654"/>
                  <a:pt x="1596117" y="1842407"/>
                </a:cubicBezTo>
                <a:close/>
                <a:moveTo>
                  <a:pt x="1964055" y="1836420"/>
                </a:moveTo>
                <a:cubicBezTo>
                  <a:pt x="1935823" y="1808188"/>
                  <a:pt x="1956953" y="1752600"/>
                  <a:pt x="1995916" y="1752600"/>
                </a:cubicBezTo>
                <a:cubicBezTo>
                  <a:pt x="2019293" y="1752600"/>
                  <a:pt x="2047875" y="1780145"/>
                  <a:pt x="2047875" y="1802675"/>
                </a:cubicBezTo>
                <a:cubicBezTo>
                  <a:pt x="2047875" y="1839079"/>
                  <a:pt x="1990009" y="1862374"/>
                  <a:pt x="1964055" y="1836420"/>
                </a:cubicBezTo>
                <a:close/>
                <a:moveTo>
                  <a:pt x="2156539" y="1834722"/>
                </a:moveTo>
                <a:cubicBezTo>
                  <a:pt x="2148830" y="1814632"/>
                  <a:pt x="2159651" y="1800225"/>
                  <a:pt x="2182449" y="1800225"/>
                </a:cubicBezTo>
                <a:cubicBezTo>
                  <a:pt x="2196839" y="1800225"/>
                  <a:pt x="2200843" y="1805528"/>
                  <a:pt x="2198556" y="1821558"/>
                </a:cubicBezTo>
                <a:cubicBezTo>
                  <a:pt x="2195004" y="1846457"/>
                  <a:pt x="2164687" y="1855955"/>
                  <a:pt x="2156539" y="1834722"/>
                </a:cubicBezTo>
                <a:close/>
                <a:moveTo>
                  <a:pt x="2369009" y="1802486"/>
                </a:moveTo>
                <a:cubicBezTo>
                  <a:pt x="2344234" y="1775111"/>
                  <a:pt x="2363222" y="1724584"/>
                  <a:pt x="2398440" y="1724170"/>
                </a:cubicBezTo>
                <a:cubicBezTo>
                  <a:pt x="2407317" y="1724066"/>
                  <a:pt x="2410039" y="1736741"/>
                  <a:pt x="2407965" y="1768524"/>
                </a:cubicBezTo>
                <a:cubicBezTo>
                  <a:pt x="2404745" y="1817877"/>
                  <a:pt x="2392555" y="1828505"/>
                  <a:pt x="2369009" y="1802486"/>
                </a:cubicBezTo>
                <a:close/>
                <a:moveTo>
                  <a:pt x="873323" y="1794073"/>
                </a:moveTo>
                <a:cubicBezTo>
                  <a:pt x="858650" y="1779400"/>
                  <a:pt x="867156" y="1752600"/>
                  <a:pt x="886487" y="1752600"/>
                </a:cubicBezTo>
                <a:cubicBezTo>
                  <a:pt x="901303" y="1752600"/>
                  <a:pt x="905443" y="1757737"/>
                  <a:pt x="903156" y="1773285"/>
                </a:cubicBezTo>
                <a:cubicBezTo>
                  <a:pt x="899995" y="1794766"/>
                  <a:pt x="884685" y="1805435"/>
                  <a:pt x="873323" y="1794073"/>
                </a:cubicBezTo>
                <a:close/>
                <a:moveTo>
                  <a:pt x="1743177" y="1767011"/>
                </a:moveTo>
                <a:cubicBezTo>
                  <a:pt x="1728697" y="1749564"/>
                  <a:pt x="1737629" y="1709102"/>
                  <a:pt x="1757656" y="1701417"/>
                </a:cubicBezTo>
                <a:cubicBezTo>
                  <a:pt x="1778692" y="1693345"/>
                  <a:pt x="1809750" y="1715571"/>
                  <a:pt x="1809750" y="1738698"/>
                </a:cubicBezTo>
                <a:cubicBezTo>
                  <a:pt x="1809750" y="1777289"/>
                  <a:pt x="1766850" y="1795534"/>
                  <a:pt x="1743177" y="1767011"/>
                </a:cubicBezTo>
                <a:close/>
                <a:moveTo>
                  <a:pt x="589887" y="1756564"/>
                </a:moveTo>
                <a:cubicBezTo>
                  <a:pt x="574112" y="1737556"/>
                  <a:pt x="589270" y="1709737"/>
                  <a:pt x="615400" y="1709737"/>
                </a:cubicBezTo>
                <a:cubicBezTo>
                  <a:pt x="648470" y="1709737"/>
                  <a:pt x="641546" y="1770694"/>
                  <a:pt x="608385" y="1771504"/>
                </a:cubicBezTo>
                <a:cubicBezTo>
                  <a:pt x="605097" y="1771584"/>
                  <a:pt x="596773" y="1764861"/>
                  <a:pt x="589887" y="1756564"/>
                </a:cubicBezTo>
                <a:close/>
                <a:moveTo>
                  <a:pt x="1006398" y="1757866"/>
                </a:moveTo>
                <a:cubicBezTo>
                  <a:pt x="997248" y="1734021"/>
                  <a:pt x="1010226" y="1713229"/>
                  <a:pt x="1032293" y="1716377"/>
                </a:cubicBezTo>
                <a:cubicBezTo>
                  <a:pt x="1046741" y="1718439"/>
                  <a:pt x="1052512" y="1726059"/>
                  <a:pt x="1052512" y="1743075"/>
                </a:cubicBezTo>
                <a:cubicBezTo>
                  <a:pt x="1052512" y="1770827"/>
                  <a:pt x="1015881" y="1782577"/>
                  <a:pt x="1006398" y="1757866"/>
                </a:cubicBezTo>
                <a:close/>
                <a:moveTo>
                  <a:pt x="1276729" y="1757820"/>
                </a:moveTo>
                <a:cubicBezTo>
                  <a:pt x="1259499" y="1737058"/>
                  <a:pt x="1268773" y="1710164"/>
                  <a:pt x="1294420" y="1706522"/>
                </a:cubicBezTo>
                <a:cubicBezTo>
                  <a:pt x="1329665" y="1701517"/>
                  <a:pt x="1343960" y="1731254"/>
                  <a:pt x="1318532" y="1756682"/>
                </a:cubicBezTo>
                <a:cubicBezTo>
                  <a:pt x="1299971" y="1775242"/>
                  <a:pt x="1291383" y="1775476"/>
                  <a:pt x="1276729" y="1757820"/>
                </a:cubicBezTo>
                <a:close/>
                <a:moveTo>
                  <a:pt x="1448163" y="1729226"/>
                </a:moveTo>
                <a:cubicBezTo>
                  <a:pt x="1432520" y="1710376"/>
                  <a:pt x="1443020" y="1683607"/>
                  <a:pt x="1464439" y="1687732"/>
                </a:cubicBezTo>
                <a:cubicBezTo>
                  <a:pt x="1474828" y="1689733"/>
                  <a:pt x="1481137" y="1699596"/>
                  <a:pt x="1481137" y="1713836"/>
                </a:cubicBezTo>
                <a:cubicBezTo>
                  <a:pt x="1481137" y="1741437"/>
                  <a:pt x="1464675" y="1749120"/>
                  <a:pt x="1448163" y="1729226"/>
                </a:cubicBezTo>
                <a:close/>
                <a:moveTo>
                  <a:pt x="2230190" y="1720878"/>
                </a:moveTo>
                <a:cubicBezTo>
                  <a:pt x="2214006" y="1701376"/>
                  <a:pt x="2227284" y="1674823"/>
                  <a:pt x="2251493" y="1678277"/>
                </a:cubicBezTo>
                <a:cubicBezTo>
                  <a:pt x="2265907" y="1680334"/>
                  <a:pt x="2271712" y="1687962"/>
                  <a:pt x="2271712" y="1704844"/>
                </a:cubicBezTo>
                <a:cubicBezTo>
                  <a:pt x="2271712" y="1732017"/>
                  <a:pt x="2247268" y="1741456"/>
                  <a:pt x="2230190" y="1720878"/>
                </a:cubicBezTo>
                <a:close/>
                <a:moveTo>
                  <a:pt x="714708" y="1705598"/>
                </a:moveTo>
                <a:cubicBezTo>
                  <a:pt x="699350" y="1676902"/>
                  <a:pt x="717954" y="1638300"/>
                  <a:pt x="747141" y="1638300"/>
                </a:cubicBezTo>
                <a:cubicBezTo>
                  <a:pt x="781295" y="1638300"/>
                  <a:pt x="796575" y="1670585"/>
                  <a:pt x="776744" y="1700851"/>
                </a:cubicBezTo>
                <a:cubicBezTo>
                  <a:pt x="758507" y="1728685"/>
                  <a:pt x="728301" y="1730996"/>
                  <a:pt x="714708" y="1705598"/>
                </a:cubicBezTo>
                <a:close/>
                <a:moveTo>
                  <a:pt x="2073275" y="1679574"/>
                </a:moveTo>
                <a:cubicBezTo>
                  <a:pt x="2062215" y="1668515"/>
                  <a:pt x="2066410" y="1631534"/>
                  <a:pt x="2080005" y="1620251"/>
                </a:cubicBezTo>
                <a:cubicBezTo>
                  <a:pt x="2108143" y="1596899"/>
                  <a:pt x="2141941" y="1633491"/>
                  <a:pt x="2123705" y="1667565"/>
                </a:cubicBezTo>
                <a:cubicBezTo>
                  <a:pt x="2114100" y="1685511"/>
                  <a:pt x="2085922" y="1692222"/>
                  <a:pt x="2073275" y="1679574"/>
                </a:cubicBezTo>
                <a:close/>
                <a:moveTo>
                  <a:pt x="1879869" y="1662112"/>
                </a:moveTo>
                <a:cubicBezTo>
                  <a:pt x="1872323" y="1642448"/>
                  <a:pt x="1882554" y="1619250"/>
                  <a:pt x="1898772" y="1619250"/>
                </a:cubicBezTo>
                <a:cubicBezTo>
                  <a:pt x="1918269" y="1619250"/>
                  <a:pt x="1934857" y="1642925"/>
                  <a:pt x="1927957" y="1660905"/>
                </a:cubicBezTo>
                <a:cubicBezTo>
                  <a:pt x="1920490" y="1680364"/>
                  <a:pt x="1887194" y="1681200"/>
                  <a:pt x="1879869" y="1662112"/>
                </a:cubicBezTo>
                <a:close/>
                <a:moveTo>
                  <a:pt x="1105532" y="1649007"/>
                </a:moveTo>
                <a:cubicBezTo>
                  <a:pt x="1090841" y="1621557"/>
                  <a:pt x="1092948" y="1605348"/>
                  <a:pt x="1113639" y="1586623"/>
                </a:cubicBezTo>
                <a:cubicBezTo>
                  <a:pt x="1152976" y="1551023"/>
                  <a:pt x="1210901" y="1591529"/>
                  <a:pt x="1187666" y="1638389"/>
                </a:cubicBezTo>
                <a:cubicBezTo>
                  <a:pt x="1171980" y="1670022"/>
                  <a:pt x="1120352" y="1676697"/>
                  <a:pt x="1105532" y="1649007"/>
                </a:cubicBezTo>
                <a:close/>
                <a:moveTo>
                  <a:pt x="1573530" y="1655445"/>
                </a:moveTo>
                <a:cubicBezTo>
                  <a:pt x="1556555" y="1638470"/>
                  <a:pt x="1559649" y="1612175"/>
                  <a:pt x="1581150" y="1590675"/>
                </a:cubicBezTo>
                <a:cubicBezTo>
                  <a:pt x="1606939" y="1564885"/>
                  <a:pt x="1634640" y="1566709"/>
                  <a:pt x="1653463" y="1595437"/>
                </a:cubicBezTo>
                <a:cubicBezTo>
                  <a:pt x="1683707" y="1641595"/>
                  <a:pt x="1612864" y="1694779"/>
                  <a:pt x="1573530" y="1655445"/>
                </a:cubicBezTo>
                <a:close/>
                <a:moveTo>
                  <a:pt x="863599" y="1631949"/>
                </a:moveTo>
                <a:cubicBezTo>
                  <a:pt x="849856" y="1618206"/>
                  <a:pt x="857647" y="1590675"/>
                  <a:pt x="875280" y="1590675"/>
                </a:cubicBezTo>
                <a:cubicBezTo>
                  <a:pt x="897059" y="1590675"/>
                  <a:pt x="907499" y="1612815"/>
                  <a:pt x="892700" y="1627614"/>
                </a:cubicBezTo>
                <a:cubicBezTo>
                  <a:pt x="880470" y="1639844"/>
                  <a:pt x="872658" y="1641008"/>
                  <a:pt x="863599" y="1631949"/>
                </a:cubicBezTo>
                <a:close/>
                <a:moveTo>
                  <a:pt x="552450" y="1582311"/>
                </a:moveTo>
                <a:cubicBezTo>
                  <a:pt x="552450" y="1529647"/>
                  <a:pt x="559281" y="1523286"/>
                  <a:pt x="585146" y="1551866"/>
                </a:cubicBezTo>
                <a:cubicBezTo>
                  <a:pt x="605851" y="1574745"/>
                  <a:pt x="601750" y="1598419"/>
                  <a:pt x="573881" y="1616892"/>
                </a:cubicBezTo>
                <a:cubicBezTo>
                  <a:pt x="552596" y="1631001"/>
                  <a:pt x="552450" y="1630764"/>
                  <a:pt x="552450" y="1582311"/>
                </a:cubicBezTo>
                <a:close/>
                <a:moveTo>
                  <a:pt x="2280189" y="1596141"/>
                </a:moveTo>
                <a:cubicBezTo>
                  <a:pt x="2271523" y="1573558"/>
                  <a:pt x="2283785" y="1550751"/>
                  <a:pt x="2302639" y="1554382"/>
                </a:cubicBezTo>
                <a:cubicBezTo>
                  <a:pt x="2325290" y="1558744"/>
                  <a:pt x="2325290" y="1603555"/>
                  <a:pt x="2302639" y="1607917"/>
                </a:cubicBezTo>
                <a:cubicBezTo>
                  <a:pt x="2293456" y="1609685"/>
                  <a:pt x="2283353" y="1604386"/>
                  <a:pt x="2280189" y="1596141"/>
                </a:cubicBezTo>
                <a:close/>
                <a:moveTo>
                  <a:pt x="1319892" y="1585232"/>
                </a:moveTo>
                <a:cubicBezTo>
                  <a:pt x="1299610" y="1564950"/>
                  <a:pt x="1301068" y="1539967"/>
                  <a:pt x="1323730" y="1519458"/>
                </a:cubicBezTo>
                <a:cubicBezTo>
                  <a:pt x="1341341" y="1503521"/>
                  <a:pt x="1344066" y="1503441"/>
                  <a:pt x="1366593" y="1518201"/>
                </a:cubicBezTo>
                <a:cubicBezTo>
                  <a:pt x="1394947" y="1536779"/>
                  <a:pt x="1397520" y="1562454"/>
                  <a:pt x="1373231" y="1584436"/>
                </a:cubicBezTo>
                <a:cubicBezTo>
                  <a:pt x="1351484" y="1604116"/>
                  <a:pt x="1338964" y="1604303"/>
                  <a:pt x="1319892" y="1585232"/>
                </a:cubicBezTo>
                <a:close/>
                <a:moveTo>
                  <a:pt x="1482466" y="1593591"/>
                </a:moveTo>
                <a:cubicBezTo>
                  <a:pt x="1471082" y="1582207"/>
                  <a:pt x="1476315" y="1562100"/>
                  <a:pt x="1490662" y="1562100"/>
                </a:cubicBezTo>
                <a:cubicBezTo>
                  <a:pt x="1498520" y="1562100"/>
                  <a:pt x="1504950" y="1568276"/>
                  <a:pt x="1504950" y="1575825"/>
                </a:cubicBezTo>
                <a:cubicBezTo>
                  <a:pt x="1504950" y="1591738"/>
                  <a:pt x="1491355" y="1602480"/>
                  <a:pt x="1482466" y="1593591"/>
                </a:cubicBezTo>
                <a:close/>
                <a:moveTo>
                  <a:pt x="1752542" y="1566792"/>
                </a:moveTo>
                <a:cubicBezTo>
                  <a:pt x="1742002" y="1554093"/>
                  <a:pt x="1742413" y="1549154"/>
                  <a:pt x="1755060" y="1536506"/>
                </a:cubicBezTo>
                <a:cubicBezTo>
                  <a:pt x="1775487" y="1516080"/>
                  <a:pt x="1802418" y="1527429"/>
                  <a:pt x="1798511" y="1554816"/>
                </a:cubicBezTo>
                <a:cubicBezTo>
                  <a:pt x="1794790" y="1580904"/>
                  <a:pt x="1769683" y="1587446"/>
                  <a:pt x="1752542" y="1566792"/>
                </a:cubicBezTo>
                <a:close/>
                <a:moveTo>
                  <a:pt x="962464" y="1557867"/>
                </a:moveTo>
                <a:cubicBezTo>
                  <a:pt x="936740" y="1526871"/>
                  <a:pt x="979311" y="1489579"/>
                  <a:pt x="1007845" y="1518113"/>
                </a:cubicBezTo>
                <a:cubicBezTo>
                  <a:pt x="1019976" y="1530244"/>
                  <a:pt x="1021218" y="1537687"/>
                  <a:pt x="1013230" y="1550372"/>
                </a:cubicBezTo>
                <a:cubicBezTo>
                  <a:pt x="999322" y="1572457"/>
                  <a:pt x="977275" y="1575712"/>
                  <a:pt x="962464" y="1557867"/>
                </a:cubicBezTo>
                <a:close/>
                <a:moveTo>
                  <a:pt x="763444" y="1544144"/>
                </a:moveTo>
                <a:cubicBezTo>
                  <a:pt x="744652" y="1532235"/>
                  <a:pt x="754165" y="1500655"/>
                  <a:pt x="777553" y="1497302"/>
                </a:cubicBezTo>
                <a:cubicBezTo>
                  <a:pt x="801437" y="1493878"/>
                  <a:pt x="814966" y="1520373"/>
                  <a:pt x="799098" y="1539494"/>
                </a:cubicBezTo>
                <a:cubicBezTo>
                  <a:pt x="786542" y="1554623"/>
                  <a:pt x="781099" y="1555332"/>
                  <a:pt x="763444" y="1544144"/>
                </a:cubicBezTo>
                <a:close/>
                <a:moveTo>
                  <a:pt x="1948300" y="1530066"/>
                </a:moveTo>
                <a:cubicBezTo>
                  <a:pt x="1919270" y="1501036"/>
                  <a:pt x="1918657" y="1494669"/>
                  <a:pt x="1942103" y="1465715"/>
                </a:cubicBezTo>
                <a:cubicBezTo>
                  <a:pt x="1969695" y="1431641"/>
                  <a:pt x="2014537" y="1449456"/>
                  <a:pt x="2014537" y="1494492"/>
                </a:cubicBezTo>
                <a:cubicBezTo>
                  <a:pt x="2014537" y="1544316"/>
                  <a:pt x="1980715" y="1562481"/>
                  <a:pt x="1948300" y="1530066"/>
                </a:cubicBezTo>
                <a:close/>
                <a:moveTo>
                  <a:pt x="2159793" y="1513712"/>
                </a:moveTo>
                <a:cubicBezTo>
                  <a:pt x="2122795" y="1492162"/>
                  <a:pt x="2152415" y="1436809"/>
                  <a:pt x="2190141" y="1456999"/>
                </a:cubicBezTo>
                <a:cubicBezTo>
                  <a:pt x="2211986" y="1468690"/>
                  <a:pt x="2215889" y="1495050"/>
                  <a:pt x="2198370" y="1512570"/>
                </a:cubicBezTo>
                <a:cubicBezTo>
                  <a:pt x="2184721" y="1526218"/>
                  <a:pt x="2181432" y="1526315"/>
                  <a:pt x="2159793" y="1513712"/>
                </a:cubicBezTo>
                <a:close/>
                <a:moveTo>
                  <a:pt x="1087190" y="1473228"/>
                </a:moveTo>
                <a:cubicBezTo>
                  <a:pt x="1071006" y="1453726"/>
                  <a:pt x="1084284" y="1427173"/>
                  <a:pt x="1108493" y="1430627"/>
                </a:cubicBezTo>
                <a:cubicBezTo>
                  <a:pt x="1122907" y="1432684"/>
                  <a:pt x="1128712" y="1440312"/>
                  <a:pt x="1128712" y="1457194"/>
                </a:cubicBezTo>
                <a:cubicBezTo>
                  <a:pt x="1128712" y="1484367"/>
                  <a:pt x="1104268" y="1493806"/>
                  <a:pt x="1087190" y="1473228"/>
                </a:cubicBezTo>
                <a:close/>
                <a:moveTo>
                  <a:pt x="639722" y="1468008"/>
                </a:moveTo>
                <a:cubicBezTo>
                  <a:pt x="621175" y="1456251"/>
                  <a:pt x="629890" y="1415329"/>
                  <a:pt x="651832" y="1411142"/>
                </a:cubicBezTo>
                <a:cubicBezTo>
                  <a:pt x="677106" y="1406320"/>
                  <a:pt x="697506" y="1435450"/>
                  <a:pt x="685095" y="1458640"/>
                </a:cubicBezTo>
                <a:cubicBezTo>
                  <a:pt x="674864" y="1477758"/>
                  <a:pt x="659960" y="1480835"/>
                  <a:pt x="639722" y="1468008"/>
                </a:cubicBezTo>
                <a:close/>
                <a:moveTo>
                  <a:pt x="1527444" y="1462087"/>
                </a:moveTo>
                <a:cubicBezTo>
                  <a:pt x="1519085" y="1440303"/>
                  <a:pt x="1530795" y="1419225"/>
                  <a:pt x="1551256" y="1419225"/>
                </a:cubicBezTo>
                <a:cubicBezTo>
                  <a:pt x="1573785" y="1419225"/>
                  <a:pt x="1585352" y="1445546"/>
                  <a:pt x="1570623" y="1463294"/>
                </a:cubicBezTo>
                <a:cubicBezTo>
                  <a:pt x="1556292" y="1480561"/>
                  <a:pt x="1534297" y="1479947"/>
                  <a:pt x="1527444" y="1462087"/>
                </a:cubicBezTo>
                <a:close/>
                <a:moveTo>
                  <a:pt x="2324100" y="1457325"/>
                </a:moveTo>
                <a:cubicBezTo>
                  <a:pt x="2299203" y="1432428"/>
                  <a:pt x="2300067" y="1417701"/>
                  <a:pt x="2327963" y="1391494"/>
                </a:cubicBezTo>
                <a:cubicBezTo>
                  <a:pt x="2370368" y="1351657"/>
                  <a:pt x="2424953" y="1414295"/>
                  <a:pt x="2385665" y="1457708"/>
                </a:cubicBezTo>
                <a:cubicBezTo>
                  <a:pt x="2364222" y="1481402"/>
                  <a:pt x="2348076" y="1481301"/>
                  <a:pt x="2324100" y="1457325"/>
                </a:cubicBezTo>
                <a:close/>
                <a:moveTo>
                  <a:pt x="838200" y="1428750"/>
                </a:moveTo>
                <a:cubicBezTo>
                  <a:pt x="827722" y="1418272"/>
                  <a:pt x="819150" y="1403270"/>
                  <a:pt x="819150" y="1395412"/>
                </a:cubicBezTo>
                <a:cubicBezTo>
                  <a:pt x="819150" y="1374992"/>
                  <a:pt x="853889" y="1343025"/>
                  <a:pt x="876080" y="1343025"/>
                </a:cubicBezTo>
                <a:cubicBezTo>
                  <a:pt x="921329" y="1343025"/>
                  <a:pt x="933379" y="1425298"/>
                  <a:pt x="890538" y="1441738"/>
                </a:cubicBezTo>
                <a:cubicBezTo>
                  <a:pt x="866120" y="1451108"/>
                  <a:pt x="858722" y="1449272"/>
                  <a:pt x="838200" y="1428750"/>
                </a:cubicBezTo>
                <a:close/>
                <a:moveTo>
                  <a:pt x="1216025" y="1431924"/>
                </a:moveTo>
                <a:cubicBezTo>
                  <a:pt x="1205918" y="1421818"/>
                  <a:pt x="1208672" y="1373343"/>
                  <a:pt x="1219741" y="1366502"/>
                </a:cubicBezTo>
                <a:cubicBezTo>
                  <a:pt x="1240259" y="1353821"/>
                  <a:pt x="1276350" y="1371154"/>
                  <a:pt x="1276350" y="1393688"/>
                </a:cubicBezTo>
                <a:cubicBezTo>
                  <a:pt x="1276350" y="1428269"/>
                  <a:pt x="1237190" y="1453090"/>
                  <a:pt x="1216025" y="1431924"/>
                </a:cubicBezTo>
                <a:close/>
                <a:moveTo>
                  <a:pt x="1373981" y="1431966"/>
                </a:moveTo>
                <a:cubicBezTo>
                  <a:pt x="1355429" y="1424481"/>
                  <a:pt x="1359915" y="1382951"/>
                  <a:pt x="1380463" y="1371954"/>
                </a:cubicBezTo>
                <a:cubicBezTo>
                  <a:pt x="1394343" y="1364525"/>
                  <a:pt x="1402516" y="1365777"/>
                  <a:pt x="1413801" y="1377061"/>
                </a:cubicBezTo>
                <a:cubicBezTo>
                  <a:pt x="1446351" y="1409612"/>
                  <a:pt x="1417425" y="1449496"/>
                  <a:pt x="1373981" y="1431966"/>
                </a:cubicBezTo>
                <a:close/>
                <a:moveTo>
                  <a:pt x="1687830" y="1417320"/>
                </a:moveTo>
                <a:cubicBezTo>
                  <a:pt x="1661131" y="1390621"/>
                  <a:pt x="1687103" y="1345594"/>
                  <a:pt x="1722687" y="1356888"/>
                </a:cubicBezTo>
                <a:cubicBezTo>
                  <a:pt x="1746693" y="1364507"/>
                  <a:pt x="1755156" y="1387125"/>
                  <a:pt x="1742705" y="1410390"/>
                </a:cubicBezTo>
                <a:cubicBezTo>
                  <a:pt x="1731622" y="1431098"/>
                  <a:pt x="1704973" y="1434463"/>
                  <a:pt x="1687830" y="1417320"/>
                </a:cubicBezTo>
                <a:close/>
                <a:moveTo>
                  <a:pt x="1858819" y="1382020"/>
                </a:moveTo>
                <a:cubicBezTo>
                  <a:pt x="1841502" y="1371314"/>
                  <a:pt x="1848772" y="1339262"/>
                  <a:pt x="1869419" y="1335286"/>
                </a:cubicBezTo>
                <a:cubicBezTo>
                  <a:pt x="1878542" y="1333529"/>
                  <a:pt x="1888723" y="1339170"/>
                  <a:pt x="1892043" y="1347822"/>
                </a:cubicBezTo>
                <a:cubicBezTo>
                  <a:pt x="1899837" y="1368132"/>
                  <a:pt x="1876016" y="1392652"/>
                  <a:pt x="1858819" y="1382020"/>
                </a:cubicBezTo>
                <a:close/>
                <a:moveTo>
                  <a:pt x="2057779" y="1376820"/>
                </a:moveTo>
                <a:cubicBezTo>
                  <a:pt x="2039518" y="1354817"/>
                  <a:pt x="2049645" y="1328737"/>
                  <a:pt x="2076450" y="1328737"/>
                </a:cubicBezTo>
                <a:cubicBezTo>
                  <a:pt x="2091546" y="1328737"/>
                  <a:pt x="2101185" y="1334885"/>
                  <a:pt x="2103299" y="1345863"/>
                </a:cubicBezTo>
                <a:cubicBezTo>
                  <a:pt x="2106597" y="1362989"/>
                  <a:pt x="2090014" y="1390650"/>
                  <a:pt x="2076450" y="1390650"/>
                </a:cubicBezTo>
                <a:cubicBezTo>
                  <a:pt x="2072494" y="1390650"/>
                  <a:pt x="2064092" y="1384426"/>
                  <a:pt x="2057779" y="1376820"/>
                </a:cubicBezTo>
                <a:close/>
                <a:moveTo>
                  <a:pt x="547684" y="1333481"/>
                </a:moveTo>
                <a:cubicBezTo>
                  <a:pt x="540127" y="1288750"/>
                  <a:pt x="546173" y="1277279"/>
                  <a:pt x="569575" y="1291947"/>
                </a:cubicBezTo>
                <a:cubicBezTo>
                  <a:pt x="592846" y="1306532"/>
                  <a:pt x="594386" y="1336600"/>
                  <a:pt x="572861" y="1356080"/>
                </a:cubicBezTo>
                <a:cubicBezTo>
                  <a:pt x="554844" y="1372385"/>
                  <a:pt x="554152" y="1371764"/>
                  <a:pt x="547684" y="1333481"/>
                </a:cubicBezTo>
                <a:close/>
                <a:moveTo>
                  <a:pt x="984743" y="1357895"/>
                </a:moveTo>
                <a:cubicBezTo>
                  <a:pt x="977210" y="1338264"/>
                  <a:pt x="997479" y="1314032"/>
                  <a:pt x="1015612" y="1320990"/>
                </a:cubicBezTo>
                <a:cubicBezTo>
                  <a:pt x="1034618" y="1328284"/>
                  <a:pt x="1028180" y="1365834"/>
                  <a:pt x="1007239" y="1369825"/>
                </a:cubicBezTo>
                <a:cubicBezTo>
                  <a:pt x="998056" y="1371575"/>
                  <a:pt x="987932" y="1366207"/>
                  <a:pt x="984743" y="1357895"/>
                </a:cubicBezTo>
                <a:close/>
                <a:moveTo>
                  <a:pt x="2213500" y="1310355"/>
                </a:moveTo>
                <a:cubicBezTo>
                  <a:pt x="2204017" y="1285641"/>
                  <a:pt x="2217309" y="1265214"/>
                  <a:pt x="2240713" y="1268538"/>
                </a:cubicBezTo>
                <a:cubicBezTo>
                  <a:pt x="2256455" y="1270773"/>
                  <a:pt x="2262187" y="1277943"/>
                  <a:pt x="2262187" y="1295400"/>
                </a:cubicBezTo>
                <a:cubicBezTo>
                  <a:pt x="2262187" y="1323516"/>
                  <a:pt x="2223152" y="1335507"/>
                  <a:pt x="2213500" y="1310355"/>
                </a:cubicBezTo>
                <a:close/>
                <a:moveTo>
                  <a:pt x="1127394" y="1300162"/>
                </a:moveTo>
                <a:cubicBezTo>
                  <a:pt x="1119848" y="1280498"/>
                  <a:pt x="1130079" y="1257300"/>
                  <a:pt x="1146297" y="1257300"/>
                </a:cubicBezTo>
                <a:cubicBezTo>
                  <a:pt x="1165794" y="1257300"/>
                  <a:pt x="1182382" y="1280975"/>
                  <a:pt x="1175482" y="1298955"/>
                </a:cubicBezTo>
                <a:cubicBezTo>
                  <a:pt x="1168015" y="1318414"/>
                  <a:pt x="1134719" y="1319250"/>
                  <a:pt x="1127394" y="1300162"/>
                </a:cubicBezTo>
                <a:close/>
                <a:moveTo>
                  <a:pt x="695425" y="1290758"/>
                </a:moveTo>
                <a:cubicBezTo>
                  <a:pt x="679896" y="1272047"/>
                  <a:pt x="689979" y="1247775"/>
                  <a:pt x="713282" y="1247775"/>
                </a:cubicBezTo>
                <a:cubicBezTo>
                  <a:pt x="735526" y="1247775"/>
                  <a:pt x="743575" y="1265367"/>
                  <a:pt x="731802" y="1288256"/>
                </a:cubicBezTo>
                <a:cubicBezTo>
                  <a:pt x="721314" y="1308649"/>
                  <a:pt x="710869" y="1309367"/>
                  <a:pt x="695425" y="1290758"/>
                </a:cubicBezTo>
                <a:close/>
                <a:moveTo>
                  <a:pt x="1537411" y="1271587"/>
                </a:moveTo>
                <a:cubicBezTo>
                  <a:pt x="1522958" y="1249528"/>
                  <a:pt x="1522958" y="1246021"/>
                  <a:pt x="1537411" y="1223962"/>
                </a:cubicBezTo>
                <a:cubicBezTo>
                  <a:pt x="1563408" y="1184286"/>
                  <a:pt x="1619250" y="1199463"/>
                  <a:pt x="1619250" y="1246205"/>
                </a:cubicBezTo>
                <a:cubicBezTo>
                  <a:pt x="1619250" y="1297849"/>
                  <a:pt x="1565534" y="1314508"/>
                  <a:pt x="1537411" y="1271587"/>
                </a:cubicBezTo>
                <a:close/>
                <a:moveTo>
                  <a:pt x="825779" y="1263491"/>
                </a:moveTo>
                <a:cubicBezTo>
                  <a:pt x="817831" y="1242780"/>
                  <a:pt x="841895" y="1214925"/>
                  <a:pt x="861303" y="1222372"/>
                </a:cubicBezTo>
                <a:cubicBezTo>
                  <a:pt x="884660" y="1231335"/>
                  <a:pt x="877098" y="1270794"/>
                  <a:pt x="851318" y="1274472"/>
                </a:cubicBezTo>
                <a:cubicBezTo>
                  <a:pt x="840198" y="1276059"/>
                  <a:pt x="828705" y="1271117"/>
                  <a:pt x="825779" y="1263491"/>
                </a:cubicBezTo>
                <a:close/>
                <a:moveTo>
                  <a:pt x="1250973" y="1261422"/>
                </a:moveTo>
                <a:cubicBezTo>
                  <a:pt x="1247823" y="1253211"/>
                  <a:pt x="1249919" y="1241820"/>
                  <a:pt x="1255631" y="1236108"/>
                </a:cubicBezTo>
                <a:cubicBezTo>
                  <a:pt x="1269384" y="1222355"/>
                  <a:pt x="1296315" y="1243831"/>
                  <a:pt x="1289052" y="1262758"/>
                </a:cubicBezTo>
                <a:cubicBezTo>
                  <a:pt x="1282084" y="1280916"/>
                  <a:pt x="1258131" y="1280075"/>
                  <a:pt x="1250973" y="1261422"/>
                </a:cubicBezTo>
                <a:close/>
                <a:moveTo>
                  <a:pt x="1391990" y="1263678"/>
                </a:moveTo>
                <a:cubicBezTo>
                  <a:pt x="1375806" y="1244176"/>
                  <a:pt x="1389084" y="1217623"/>
                  <a:pt x="1413293" y="1221077"/>
                </a:cubicBezTo>
                <a:cubicBezTo>
                  <a:pt x="1427707" y="1223134"/>
                  <a:pt x="1433512" y="1230762"/>
                  <a:pt x="1433512" y="1247644"/>
                </a:cubicBezTo>
                <a:cubicBezTo>
                  <a:pt x="1433512" y="1274817"/>
                  <a:pt x="1409068" y="1284256"/>
                  <a:pt x="1391990" y="1263678"/>
                </a:cubicBezTo>
                <a:close/>
                <a:moveTo>
                  <a:pt x="1933677" y="1262186"/>
                </a:moveTo>
                <a:cubicBezTo>
                  <a:pt x="1919096" y="1244616"/>
                  <a:pt x="1928181" y="1204257"/>
                  <a:pt x="1948470" y="1196472"/>
                </a:cubicBezTo>
                <a:cubicBezTo>
                  <a:pt x="1971237" y="1187735"/>
                  <a:pt x="2000250" y="1207596"/>
                  <a:pt x="2000250" y="1231917"/>
                </a:cubicBezTo>
                <a:cubicBezTo>
                  <a:pt x="2000250" y="1272272"/>
                  <a:pt x="1957993" y="1291485"/>
                  <a:pt x="1933677" y="1262186"/>
                </a:cubicBezTo>
                <a:close/>
                <a:moveTo>
                  <a:pt x="1753940" y="1235103"/>
                </a:moveTo>
                <a:cubicBezTo>
                  <a:pt x="1737756" y="1215601"/>
                  <a:pt x="1751034" y="1189048"/>
                  <a:pt x="1775243" y="1192502"/>
                </a:cubicBezTo>
                <a:cubicBezTo>
                  <a:pt x="1789657" y="1194559"/>
                  <a:pt x="1795462" y="1202187"/>
                  <a:pt x="1795462" y="1219069"/>
                </a:cubicBezTo>
                <a:cubicBezTo>
                  <a:pt x="1795462" y="1246242"/>
                  <a:pt x="1771018" y="1255681"/>
                  <a:pt x="1753940" y="1235103"/>
                </a:cubicBezTo>
                <a:close/>
                <a:moveTo>
                  <a:pt x="1013955" y="1205551"/>
                </a:moveTo>
                <a:cubicBezTo>
                  <a:pt x="996675" y="1179179"/>
                  <a:pt x="1008514" y="1143000"/>
                  <a:pt x="1034423" y="1143000"/>
                </a:cubicBezTo>
                <a:cubicBezTo>
                  <a:pt x="1079511" y="1143000"/>
                  <a:pt x="1100637" y="1184001"/>
                  <a:pt x="1070882" y="1213757"/>
                </a:cubicBezTo>
                <a:cubicBezTo>
                  <a:pt x="1049673" y="1234965"/>
                  <a:pt x="1031512" y="1232347"/>
                  <a:pt x="1013955" y="1205551"/>
                </a:cubicBezTo>
                <a:close/>
                <a:moveTo>
                  <a:pt x="609813" y="1195644"/>
                </a:moveTo>
                <a:cubicBezTo>
                  <a:pt x="591651" y="1173761"/>
                  <a:pt x="601950" y="1147762"/>
                  <a:pt x="628780" y="1147762"/>
                </a:cubicBezTo>
                <a:cubicBezTo>
                  <a:pt x="645868" y="1147762"/>
                  <a:pt x="653286" y="1153550"/>
                  <a:pt x="655421" y="1168549"/>
                </a:cubicBezTo>
                <a:cubicBezTo>
                  <a:pt x="659313" y="1195886"/>
                  <a:pt x="626294" y="1215502"/>
                  <a:pt x="609813" y="1195644"/>
                </a:cubicBezTo>
                <a:close/>
                <a:moveTo>
                  <a:pt x="2113905" y="1179895"/>
                </a:moveTo>
                <a:cubicBezTo>
                  <a:pt x="2097009" y="1148324"/>
                  <a:pt x="2117061" y="1112317"/>
                  <a:pt x="2149388" y="1116181"/>
                </a:cubicBezTo>
                <a:cubicBezTo>
                  <a:pt x="2183914" y="1120307"/>
                  <a:pt x="2197577" y="1144251"/>
                  <a:pt x="2183295" y="1175597"/>
                </a:cubicBezTo>
                <a:cubicBezTo>
                  <a:pt x="2169122" y="1206703"/>
                  <a:pt x="2129563" y="1209153"/>
                  <a:pt x="2113905" y="1179895"/>
                </a:cubicBezTo>
                <a:close/>
                <a:moveTo>
                  <a:pt x="2327757" y="1186418"/>
                </a:moveTo>
                <a:cubicBezTo>
                  <a:pt x="2324859" y="1178866"/>
                  <a:pt x="2323981" y="1164936"/>
                  <a:pt x="2325806" y="1155462"/>
                </a:cubicBezTo>
                <a:cubicBezTo>
                  <a:pt x="2330316" y="1132040"/>
                  <a:pt x="2375017" y="1131958"/>
                  <a:pt x="2379524" y="1155363"/>
                </a:cubicBezTo>
                <a:cubicBezTo>
                  <a:pt x="2386076" y="1189383"/>
                  <a:pt x="2339595" y="1217267"/>
                  <a:pt x="2327757" y="1186418"/>
                </a:cubicBezTo>
                <a:close/>
                <a:moveTo>
                  <a:pt x="896809" y="1150174"/>
                </a:moveTo>
                <a:cubicBezTo>
                  <a:pt x="881241" y="1134606"/>
                  <a:pt x="883192" y="1105312"/>
                  <a:pt x="900233" y="1098772"/>
                </a:cubicBezTo>
                <a:cubicBezTo>
                  <a:pt x="917026" y="1092328"/>
                  <a:pt x="942975" y="1111009"/>
                  <a:pt x="942975" y="1129543"/>
                </a:cubicBezTo>
                <a:cubicBezTo>
                  <a:pt x="942975" y="1148861"/>
                  <a:pt x="910160" y="1163525"/>
                  <a:pt x="896809" y="1150174"/>
                </a:cubicBezTo>
                <a:close/>
                <a:moveTo>
                  <a:pt x="1276852" y="1138842"/>
                </a:moveTo>
                <a:cubicBezTo>
                  <a:pt x="1270007" y="1130595"/>
                  <a:pt x="1267207" y="1114199"/>
                  <a:pt x="1270441" y="1101311"/>
                </a:cubicBezTo>
                <a:cubicBezTo>
                  <a:pt x="1283175" y="1050576"/>
                  <a:pt x="1346283" y="1064959"/>
                  <a:pt x="1341200" y="1117439"/>
                </a:cubicBezTo>
                <a:cubicBezTo>
                  <a:pt x="1337829" y="1152229"/>
                  <a:pt x="1298750" y="1165228"/>
                  <a:pt x="1276852" y="1138842"/>
                </a:cubicBezTo>
                <a:close/>
                <a:moveTo>
                  <a:pt x="1466950" y="1138358"/>
                </a:moveTo>
                <a:cubicBezTo>
                  <a:pt x="1451421" y="1119647"/>
                  <a:pt x="1461504" y="1095375"/>
                  <a:pt x="1484807" y="1095375"/>
                </a:cubicBezTo>
                <a:cubicBezTo>
                  <a:pt x="1507051" y="1095375"/>
                  <a:pt x="1515100" y="1112967"/>
                  <a:pt x="1503327" y="1135856"/>
                </a:cubicBezTo>
                <a:cubicBezTo>
                  <a:pt x="1492839" y="1156249"/>
                  <a:pt x="1482394" y="1156967"/>
                  <a:pt x="1466950" y="1138358"/>
                </a:cubicBezTo>
                <a:close/>
                <a:moveTo>
                  <a:pt x="1640324" y="1131689"/>
                </a:moveTo>
                <a:cubicBezTo>
                  <a:pt x="1624695" y="1116060"/>
                  <a:pt x="1625801" y="1100175"/>
                  <a:pt x="1643540" y="1085453"/>
                </a:cubicBezTo>
                <a:cubicBezTo>
                  <a:pt x="1664661" y="1067924"/>
                  <a:pt x="1695201" y="1097589"/>
                  <a:pt x="1680320" y="1121180"/>
                </a:cubicBezTo>
                <a:cubicBezTo>
                  <a:pt x="1666942" y="1142389"/>
                  <a:pt x="1654336" y="1145701"/>
                  <a:pt x="1640324" y="1131689"/>
                </a:cubicBezTo>
                <a:close/>
                <a:moveTo>
                  <a:pt x="1182571" y="1119781"/>
                </a:moveTo>
                <a:cubicBezTo>
                  <a:pt x="1184381" y="1111043"/>
                  <a:pt x="1190148" y="1104120"/>
                  <a:pt x="1195387" y="1104396"/>
                </a:cubicBezTo>
                <a:cubicBezTo>
                  <a:pt x="1209525" y="1105143"/>
                  <a:pt x="1206928" y="1126453"/>
                  <a:pt x="1192096" y="1131396"/>
                </a:cubicBezTo>
                <a:cubicBezTo>
                  <a:pt x="1184084" y="1134067"/>
                  <a:pt x="1180514" y="1129713"/>
                  <a:pt x="1182571" y="1119781"/>
                </a:cubicBezTo>
                <a:close/>
                <a:moveTo>
                  <a:pt x="731043" y="1113856"/>
                </a:moveTo>
                <a:cubicBezTo>
                  <a:pt x="710321" y="1101544"/>
                  <a:pt x="709401" y="1063608"/>
                  <a:pt x="729342" y="1043667"/>
                </a:cubicBezTo>
                <a:cubicBezTo>
                  <a:pt x="748567" y="1024443"/>
                  <a:pt x="755103" y="1024824"/>
                  <a:pt x="782184" y="1046753"/>
                </a:cubicBezTo>
                <a:cubicBezTo>
                  <a:pt x="825349" y="1081706"/>
                  <a:pt x="779091" y="1142403"/>
                  <a:pt x="731043" y="1113856"/>
                </a:cubicBezTo>
                <a:close/>
                <a:moveTo>
                  <a:pt x="1914625" y="1109783"/>
                </a:moveTo>
                <a:cubicBezTo>
                  <a:pt x="1899096" y="1091072"/>
                  <a:pt x="1909179" y="1066800"/>
                  <a:pt x="1932482" y="1066800"/>
                </a:cubicBezTo>
                <a:cubicBezTo>
                  <a:pt x="1954726" y="1066800"/>
                  <a:pt x="1962775" y="1084392"/>
                  <a:pt x="1951002" y="1107281"/>
                </a:cubicBezTo>
                <a:cubicBezTo>
                  <a:pt x="1940514" y="1127674"/>
                  <a:pt x="1930069" y="1128392"/>
                  <a:pt x="1914625" y="1109783"/>
                </a:cubicBezTo>
                <a:close/>
                <a:moveTo>
                  <a:pt x="1769268" y="1056512"/>
                </a:moveTo>
                <a:cubicBezTo>
                  <a:pt x="1748434" y="1044376"/>
                  <a:pt x="1747310" y="997322"/>
                  <a:pt x="1767456" y="980602"/>
                </a:cubicBezTo>
                <a:cubicBezTo>
                  <a:pt x="1790553" y="961433"/>
                  <a:pt x="1832848" y="980070"/>
                  <a:pt x="1836460" y="1011009"/>
                </a:cubicBezTo>
                <a:cubicBezTo>
                  <a:pt x="1841365" y="1053011"/>
                  <a:pt x="1805249" y="1077468"/>
                  <a:pt x="1769268" y="1056512"/>
                </a:cubicBezTo>
                <a:close/>
                <a:moveTo>
                  <a:pt x="2245054" y="1060779"/>
                </a:moveTo>
                <a:cubicBezTo>
                  <a:pt x="2233795" y="1049520"/>
                  <a:pt x="2237634" y="1021497"/>
                  <a:pt x="2251145" y="1016312"/>
                </a:cubicBezTo>
                <a:cubicBezTo>
                  <a:pt x="2270343" y="1008945"/>
                  <a:pt x="2288320" y="1023902"/>
                  <a:pt x="2284446" y="1044019"/>
                </a:cubicBezTo>
                <a:cubicBezTo>
                  <a:pt x="2280913" y="1062365"/>
                  <a:pt x="2256870" y="1072595"/>
                  <a:pt x="2245054" y="1060779"/>
                </a:cubicBezTo>
                <a:close/>
                <a:moveTo>
                  <a:pt x="1100817" y="1032782"/>
                </a:moveTo>
                <a:cubicBezTo>
                  <a:pt x="1074442" y="1006407"/>
                  <a:pt x="1085409" y="962025"/>
                  <a:pt x="1118301" y="962025"/>
                </a:cubicBezTo>
                <a:cubicBezTo>
                  <a:pt x="1143381" y="962025"/>
                  <a:pt x="1162050" y="978805"/>
                  <a:pt x="1162050" y="1001349"/>
                </a:cubicBezTo>
                <a:cubicBezTo>
                  <a:pt x="1162050" y="1018533"/>
                  <a:pt x="1138060" y="1047750"/>
                  <a:pt x="1123950" y="1047750"/>
                </a:cubicBezTo>
                <a:cubicBezTo>
                  <a:pt x="1119459" y="1047750"/>
                  <a:pt x="1109050" y="1041014"/>
                  <a:pt x="1100817" y="1032782"/>
                </a:cubicBezTo>
                <a:close/>
                <a:moveTo>
                  <a:pt x="2067304" y="1024395"/>
                </a:moveTo>
                <a:cubicBezTo>
                  <a:pt x="2049043" y="1002392"/>
                  <a:pt x="2059170" y="976312"/>
                  <a:pt x="2085975" y="976312"/>
                </a:cubicBezTo>
                <a:cubicBezTo>
                  <a:pt x="2101071" y="976312"/>
                  <a:pt x="2110710" y="982460"/>
                  <a:pt x="2112824" y="993438"/>
                </a:cubicBezTo>
                <a:cubicBezTo>
                  <a:pt x="2116122" y="1010564"/>
                  <a:pt x="2099539" y="1038225"/>
                  <a:pt x="2085975" y="1038225"/>
                </a:cubicBezTo>
                <a:cubicBezTo>
                  <a:pt x="2082019" y="1038225"/>
                  <a:pt x="2073617" y="1032001"/>
                  <a:pt x="2067304" y="1024395"/>
                </a:cubicBezTo>
                <a:close/>
                <a:moveTo>
                  <a:pt x="1367699" y="1003700"/>
                </a:moveTo>
                <a:cubicBezTo>
                  <a:pt x="1359620" y="982646"/>
                  <a:pt x="1384082" y="957466"/>
                  <a:pt x="1404866" y="965442"/>
                </a:cubicBezTo>
                <a:cubicBezTo>
                  <a:pt x="1414535" y="969152"/>
                  <a:pt x="1419390" y="979709"/>
                  <a:pt x="1417511" y="992938"/>
                </a:cubicBezTo>
                <a:cubicBezTo>
                  <a:pt x="1413713" y="1019685"/>
                  <a:pt x="1376887" y="1027641"/>
                  <a:pt x="1367699" y="1003700"/>
                </a:cubicBezTo>
                <a:close/>
                <a:moveTo>
                  <a:pt x="902101" y="1003701"/>
                </a:moveTo>
                <a:cubicBezTo>
                  <a:pt x="889186" y="990786"/>
                  <a:pt x="895463" y="962634"/>
                  <a:pt x="913399" y="953035"/>
                </a:cubicBezTo>
                <a:cubicBezTo>
                  <a:pt x="935008" y="941470"/>
                  <a:pt x="955930" y="960892"/>
                  <a:pt x="950807" y="987761"/>
                </a:cubicBezTo>
                <a:cubicBezTo>
                  <a:pt x="947488" y="1005174"/>
                  <a:pt x="914402" y="1016002"/>
                  <a:pt x="902101" y="1003701"/>
                </a:cubicBezTo>
                <a:close/>
                <a:moveTo>
                  <a:pt x="1548492" y="994682"/>
                </a:moveTo>
                <a:cubicBezTo>
                  <a:pt x="1530041" y="976230"/>
                  <a:pt x="1529593" y="961517"/>
                  <a:pt x="1546769" y="938028"/>
                </a:cubicBezTo>
                <a:cubicBezTo>
                  <a:pt x="1565031" y="913053"/>
                  <a:pt x="1609725" y="931972"/>
                  <a:pt x="1609725" y="964678"/>
                </a:cubicBezTo>
                <a:cubicBezTo>
                  <a:pt x="1609725" y="1005810"/>
                  <a:pt x="1576098" y="1022287"/>
                  <a:pt x="1548492" y="994682"/>
                </a:cubicBezTo>
                <a:close/>
                <a:moveTo>
                  <a:pt x="2383695" y="997743"/>
                </a:moveTo>
                <a:cubicBezTo>
                  <a:pt x="2358070" y="965329"/>
                  <a:pt x="2367571" y="923925"/>
                  <a:pt x="2400635" y="923925"/>
                </a:cubicBezTo>
                <a:cubicBezTo>
                  <a:pt x="2416465" y="923925"/>
                  <a:pt x="2419350" y="930530"/>
                  <a:pt x="2419350" y="966787"/>
                </a:cubicBezTo>
                <a:cubicBezTo>
                  <a:pt x="2419350" y="1010491"/>
                  <a:pt x="2404182" y="1023659"/>
                  <a:pt x="2383695" y="997743"/>
                </a:cubicBezTo>
                <a:close/>
                <a:moveTo>
                  <a:pt x="542925" y="952500"/>
                </a:moveTo>
                <a:cubicBezTo>
                  <a:pt x="542925" y="899892"/>
                  <a:pt x="553464" y="892556"/>
                  <a:pt x="577138" y="928687"/>
                </a:cubicBezTo>
                <a:cubicBezTo>
                  <a:pt x="591591" y="950746"/>
                  <a:pt x="591591" y="954253"/>
                  <a:pt x="577138" y="976312"/>
                </a:cubicBezTo>
                <a:cubicBezTo>
                  <a:pt x="553464" y="1012443"/>
                  <a:pt x="542925" y="1005107"/>
                  <a:pt x="542925" y="952500"/>
                </a:cubicBezTo>
                <a:close/>
                <a:moveTo>
                  <a:pt x="1244600" y="946150"/>
                </a:moveTo>
                <a:cubicBezTo>
                  <a:pt x="1233694" y="935244"/>
                  <a:pt x="1237661" y="897142"/>
                  <a:pt x="1250156" y="892784"/>
                </a:cubicBezTo>
                <a:cubicBezTo>
                  <a:pt x="1282937" y="881349"/>
                  <a:pt x="1303208" y="934285"/>
                  <a:pt x="1270808" y="946718"/>
                </a:cubicBezTo>
                <a:cubicBezTo>
                  <a:pt x="1252152" y="953877"/>
                  <a:pt x="1252331" y="953881"/>
                  <a:pt x="1244600" y="946150"/>
                </a:cubicBezTo>
                <a:close/>
                <a:moveTo>
                  <a:pt x="692073" y="929191"/>
                </a:moveTo>
                <a:cubicBezTo>
                  <a:pt x="682923" y="905346"/>
                  <a:pt x="695901" y="884554"/>
                  <a:pt x="717968" y="887702"/>
                </a:cubicBezTo>
                <a:cubicBezTo>
                  <a:pt x="732416" y="889764"/>
                  <a:pt x="738187" y="897384"/>
                  <a:pt x="738187" y="914400"/>
                </a:cubicBezTo>
                <a:cubicBezTo>
                  <a:pt x="738187" y="942152"/>
                  <a:pt x="701556" y="953902"/>
                  <a:pt x="692073" y="929191"/>
                </a:cubicBezTo>
                <a:close/>
                <a:moveTo>
                  <a:pt x="1956282" y="929243"/>
                </a:moveTo>
                <a:cubicBezTo>
                  <a:pt x="1946137" y="902804"/>
                  <a:pt x="1956971" y="881062"/>
                  <a:pt x="1980292" y="881062"/>
                </a:cubicBezTo>
                <a:cubicBezTo>
                  <a:pt x="2010338" y="881062"/>
                  <a:pt x="2027358" y="907500"/>
                  <a:pt x="2010437" y="927889"/>
                </a:cubicBezTo>
                <a:cubicBezTo>
                  <a:pt x="1994800" y="946730"/>
                  <a:pt x="1963295" y="947518"/>
                  <a:pt x="1956282" y="929243"/>
                </a:cubicBezTo>
                <a:close/>
                <a:moveTo>
                  <a:pt x="2177142" y="899432"/>
                </a:moveTo>
                <a:cubicBezTo>
                  <a:pt x="2139986" y="862275"/>
                  <a:pt x="2183237" y="794739"/>
                  <a:pt x="2228631" y="819033"/>
                </a:cubicBezTo>
                <a:cubicBezTo>
                  <a:pt x="2260865" y="836284"/>
                  <a:pt x="2270502" y="864696"/>
                  <a:pt x="2253119" y="891226"/>
                </a:cubicBezTo>
                <a:cubicBezTo>
                  <a:pt x="2235590" y="917979"/>
                  <a:pt x="2199579" y="921869"/>
                  <a:pt x="2177142" y="899432"/>
                </a:cubicBezTo>
                <a:close/>
                <a:moveTo>
                  <a:pt x="993798" y="889947"/>
                </a:moveTo>
                <a:cubicBezTo>
                  <a:pt x="985860" y="869259"/>
                  <a:pt x="1006014" y="849804"/>
                  <a:pt x="1020439" y="864229"/>
                </a:cubicBezTo>
                <a:cubicBezTo>
                  <a:pt x="1032632" y="876422"/>
                  <a:pt x="1025078" y="904875"/>
                  <a:pt x="1009650" y="904875"/>
                </a:cubicBezTo>
                <a:cubicBezTo>
                  <a:pt x="1004082" y="904875"/>
                  <a:pt x="996949" y="898157"/>
                  <a:pt x="993798" y="889947"/>
                </a:cubicBezTo>
                <a:close/>
                <a:moveTo>
                  <a:pt x="825768" y="868825"/>
                </a:moveTo>
                <a:cubicBezTo>
                  <a:pt x="804667" y="845509"/>
                  <a:pt x="805354" y="825967"/>
                  <a:pt x="827992" y="805480"/>
                </a:cubicBezTo>
                <a:cubicBezTo>
                  <a:pt x="852113" y="783651"/>
                  <a:pt x="883894" y="793855"/>
                  <a:pt x="891967" y="826021"/>
                </a:cubicBezTo>
                <a:cubicBezTo>
                  <a:pt x="903984" y="873898"/>
                  <a:pt x="857537" y="903930"/>
                  <a:pt x="825768" y="868825"/>
                </a:cubicBezTo>
                <a:close/>
                <a:moveTo>
                  <a:pt x="1386567" y="870857"/>
                </a:moveTo>
                <a:cubicBezTo>
                  <a:pt x="1367118" y="851408"/>
                  <a:pt x="1367632" y="835128"/>
                  <a:pt x="1388268" y="816918"/>
                </a:cubicBezTo>
                <a:cubicBezTo>
                  <a:pt x="1411488" y="796429"/>
                  <a:pt x="1447800" y="810966"/>
                  <a:pt x="1447800" y="840750"/>
                </a:cubicBezTo>
                <a:cubicBezTo>
                  <a:pt x="1447800" y="881977"/>
                  <a:pt x="1414205" y="898495"/>
                  <a:pt x="1386567" y="870857"/>
                </a:cubicBezTo>
                <a:close/>
                <a:moveTo>
                  <a:pt x="1647501" y="871147"/>
                </a:moveTo>
                <a:cubicBezTo>
                  <a:pt x="1631416" y="851765"/>
                  <a:pt x="1646260" y="823912"/>
                  <a:pt x="1672675" y="823912"/>
                </a:cubicBezTo>
                <a:cubicBezTo>
                  <a:pt x="1686320" y="823912"/>
                  <a:pt x="1690687" y="830808"/>
                  <a:pt x="1690687" y="852357"/>
                </a:cubicBezTo>
                <a:cubicBezTo>
                  <a:pt x="1690687" y="885229"/>
                  <a:pt x="1667545" y="895298"/>
                  <a:pt x="1647501" y="871147"/>
                </a:cubicBezTo>
                <a:close/>
                <a:moveTo>
                  <a:pt x="1806575" y="860425"/>
                </a:moveTo>
                <a:cubicBezTo>
                  <a:pt x="1796574" y="850424"/>
                  <a:pt x="1799161" y="820931"/>
                  <a:pt x="1810664" y="813822"/>
                </a:cubicBezTo>
                <a:cubicBezTo>
                  <a:pt x="1829247" y="802337"/>
                  <a:pt x="1853054" y="834739"/>
                  <a:pt x="1838721" y="852009"/>
                </a:cubicBezTo>
                <a:cubicBezTo>
                  <a:pt x="1825442" y="868009"/>
                  <a:pt x="1816500" y="870350"/>
                  <a:pt x="1806575" y="860425"/>
                </a:cubicBezTo>
                <a:close/>
                <a:moveTo>
                  <a:pt x="1124559" y="843696"/>
                </a:moveTo>
                <a:cubicBezTo>
                  <a:pt x="1109773" y="825880"/>
                  <a:pt x="1119155" y="809625"/>
                  <a:pt x="1144224" y="809625"/>
                </a:cubicBezTo>
                <a:cubicBezTo>
                  <a:pt x="1158463" y="809625"/>
                  <a:pt x="1162594" y="814929"/>
                  <a:pt x="1160331" y="830310"/>
                </a:cubicBezTo>
                <a:cubicBezTo>
                  <a:pt x="1156527" y="856158"/>
                  <a:pt x="1140026" y="862333"/>
                  <a:pt x="1124559" y="843696"/>
                </a:cubicBezTo>
                <a:close/>
                <a:moveTo>
                  <a:pt x="577850" y="812800"/>
                </a:moveTo>
                <a:cubicBezTo>
                  <a:pt x="566679" y="801629"/>
                  <a:pt x="570971" y="791528"/>
                  <a:pt x="591572" y="780502"/>
                </a:cubicBezTo>
                <a:cubicBezTo>
                  <a:pt x="615304" y="767801"/>
                  <a:pt x="632138" y="779926"/>
                  <a:pt x="623180" y="803269"/>
                </a:cubicBezTo>
                <a:cubicBezTo>
                  <a:pt x="617100" y="819113"/>
                  <a:pt x="589885" y="824835"/>
                  <a:pt x="577850" y="812800"/>
                </a:cubicBezTo>
                <a:close/>
                <a:moveTo>
                  <a:pt x="2394219" y="795337"/>
                </a:moveTo>
                <a:cubicBezTo>
                  <a:pt x="2387406" y="777583"/>
                  <a:pt x="2396373" y="752475"/>
                  <a:pt x="2409526" y="752475"/>
                </a:cubicBezTo>
                <a:cubicBezTo>
                  <a:pt x="2414929" y="752475"/>
                  <a:pt x="2419350" y="765333"/>
                  <a:pt x="2419350" y="781050"/>
                </a:cubicBezTo>
                <a:cubicBezTo>
                  <a:pt x="2419350" y="810960"/>
                  <a:pt x="2403641" y="819890"/>
                  <a:pt x="2394219" y="795337"/>
                </a:cubicBezTo>
                <a:close/>
                <a:moveTo>
                  <a:pt x="2040255" y="788670"/>
                </a:moveTo>
                <a:cubicBezTo>
                  <a:pt x="2015067" y="763482"/>
                  <a:pt x="2038378" y="717198"/>
                  <a:pt x="2070117" y="729378"/>
                </a:cubicBezTo>
                <a:cubicBezTo>
                  <a:pt x="2090824" y="737323"/>
                  <a:pt x="2099562" y="769441"/>
                  <a:pt x="2085595" y="786269"/>
                </a:cubicBezTo>
                <a:cubicBezTo>
                  <a:pt x="2071637" y="803088"/>
                  <a:pt x="2055526" y="803941"/>
                  <a:pt x="2040255" y="788670"/>
                </a:cubicBezTo>
                <a:close/>
                <a:moveTo>
                  <a:pt x="1288256" y="774700"/>
                </a:moveTo>
                <a:cubicBezTo>
                  <a:pt x="1270737" y="767692"/>
                  <a:pt x="1273761" y="726931"/>
                  <a:pt x="1292328" y="719806"/>
                </a:cubicBezTo>
                <a:cubicBezTo>
                  <a:pt x="1315661" y="710852"/>
                  <a:pt x="1340820" y="738740"/>
                  <a:pt x="1327895" y="759230"/>
                </a:cubicBezTo>
                <a:cubicBezTo>
                  <a:pt x="1316500" y="777295"/>
                  <a:pt x="1305488" y="781592"/>
                  <a:pt x="1288256" y="774700"/>
                </a:cubicBezTo>
                <a:close/>
                <a:moveTo>
                  <a:pt x="1909249" y="770695"/>
                </a:moveTo>
                <a:cubicBezTo>
                  <a:pt x="1905729" y="764999"/>
                  <a:pt x="1907246" y="755943"/>
                  <a:pt x="1912620" y="750570"/>
                </a:cubicBezTo>
                <a:cubicBezTo>
                  <a:pt x="1924637" y="738552"/>
                  <a:pt x="1943100" y="748701"/>
                  <a:pt x="1943100" y="767324"/>
                </a:cubicBezTo>
                <a:cubicBezTo>
                  <a:pt x="1943100" y="783361"/>
                  <a:pt x="1918586" y="785801"/>
                  <a:pt x="1909249" y="770695"/>
                </a:cubicBezTo>
                <a:close/>
                <a:moveTo>
                  <a:pt x="1529302" y="750355"/>
                </a:moveTo>
                <a:cubicBezTo>
                  <a:pt x="1510091" y="722927"/>
                  <a:pt x="1510607" y="711302"/>
                  <a:pt x="1531893" y="692038"/>
                </a:cubicBezTo>
                <a:cubicBezTo>
                  <a:pt x="1564473" y="662554"/>
                  <a:pt x="1587545" y="671645"/>
                  <a:pt x="1593538" y="716327"/>
                </a:cubicBezTo>
                <a:cubicBezTo>
                  <a:pt x="1596493" y="738356"/>
                  <a:pt x="1596804" y="759787"/>
                  <a:pt x="1594230" y="763952"/>
                </a:cubicBezTo>
                <a:cubicBezTo>
                  <a:pt x="1584644" y="779463"/>
                  <a:pt x="1543682" y="770885"/>
                  <a:pt x="1529302" y="750355"/>
                </a:cubicBezTo>
                <a:close/>
                <a:moveTo>
                  <a:pt x="954405" y="750570"/>
                </a:moveTo>
                <a:cubicBezTo>
                  <a:pt x="937723" y="733888"/>
                  <a:pt x="940402" y="716422"/>
                  <a:pt x="961363" y="705204"/>
                </a:cubicBezTo>
                <a:cubicBezTo>
                  <a:pt x="979123" y="695699"/>
                  <a:pt x="1009650" y="712766"/>
                  <a:pt x="1009650" y="732200"/>
                </a:cubicBezTo>
                <a:cubicBezTo>
                  <a:pt x="1009650" y="742762"/>
                  <a:pt x="988129" y="762000"/>
                  <a:pt x="976312" y="762000"/>
                </a:cubicBezTo>
                <a:cubicBezTo>
                  <a:pt x="970549" y="762000"/>
                  <a:pt x="960691" y="756856"/>
                  <a:pt x="954405" y="750570"/>
                </a:cubicBezTo>
                <a:close/>
                <a:moveTo>
                  <a:pt x="1111138" y="725531"/>
                </a:moveTo>
                <a:cubicBezTo>
                  <a:pt x="1090413" y="702629"/>
                  <a:pt x="1091217" y="682989"/>
                  <a:pt x="1113716" y="662628"/>
                </a:cubicBezTo>
                <a:cubicBezTo>
                  <a:pt x="1137831" y="640805"/>
                  <a:pt x="1162779" y="646578"/>
                  <a:pt x="1180456" y="678072"/>
                </a:cubicBezTo>
                <a:cubicBezTo>
                  <a:pt x="1206458" y="724397"/>
                  <a:pt x="1146971" y="765125"/>
                  <a:pt x="1111138" y="725531"/>
                </a:cubicBezTo>
                <a:close/>
                <a:moveTo>
                  <a:pt x="2259806" y="736600"/>
                </a:moveTo>
                <a:cubicBezTo>
                  <a:pt x="2244102" y="730318"/>
                  <a:pt x="2244575" y="700416"/>
                  <a:pt x="2260587" y="687127"/>
                </a:cubicBezTo>
                <a:cubicBezTo>
                  <a:pt x="2280587" y="670529"/>
                  <a:pt x="2313148" y="698288"/>
                  <a:pt x="2299607" y="720393"/>
                </a:cubicBezTo>
                <a:cubicBezTo>
                  <a:pt x="2288121" y="739143"/>
                  <a:pt x="2277240" y="743573"/>
                  <a:pt x="2259806" y="736600"/>
                </a:cubicBezTo>
                <a:close/>
                <a:moveTo>
                  <a:pt x="714360" y="719579"/>
                </a:moveTo>
                <a:cubicBezTo>
                  <a:pt x="739831" y="705482"/>
                  <a:pt x="748732" y="706837"/>
                  <a:pt x="738579" y="723266"/>
                </a:cubicBezTo>
                <a:cubicBezTo>
                  <a:pt x="735126" y="728853"/>
                  <a:pt x="722909" y="733273"/>
                  <a:pt x="711431" y="733087"/>
                </a:cubicBezTo>
                <a:cubicBezTo>
                  <a:pt x="691306" y="732761"/>
                  <a:pt x="691410" y="732280"/>
                  <a:pt x="714360" y="719579"/>
                </a:cubicBezTo>
                <a:close/>
                <a:moveTo>
                  <a:pt x="1739641" y="717291"/>
                </a:moveTo>
                <a:cubicBezTo>
                  <a:pt x="1728257" y="705907"/>
                  <a:pt x="1733490" y="685800"/>
                  <a:pt x="1747837" y="685800"/>
                </a:cubicBezTo>
                <a:cubicBezTo>
                  <a:pt x="1755695" y="685800"/>
                  <a:pt x="1762125" y="691976"/>
                  <a:pt x="1762125" y="699525"/>
                </a:cubicBezTo>
                <a:cubicBezTo>
                  <a:pt x="1762125" y="715438"/>
                  <a:pt x="1748530" y="726180"/>
                  <a:pt x="1739641" y="717291"/>
                </a:cubicBezTo>
                <a:close/>
                <a:moveTo>
                  <a:pt x="1843767" y="680357"/>
                </a:moveTo>
                <a:cubicBezTo>
                  <a:pt x="1826215" y="662805"/>
                  <a:pt x="1825264" y="653054"/>
                  <a:pt x="1838660" y="628023"/>
                </a:cubicBezTo>
                <a:cubicBezTo>
                  <a:pt x="1855821" y="595958"/>
                  <a:pt x="1914525" y="614868"/>
                  <a:pt x="1914525" y="652462"/>
                </a:cubicBezTo>
                <a:cubicBezTo>
                  <a:pt x="1914525" y="669139"/>
                  <a:pt x="1888339" y="695325"/>
                  <a:pt x="1871662" y="695325"/>
                </a:cubicBezTo>
                <a:cubicBezTo>
                  <a:pt x="1864552" y="695325"/>
                  <a:pt x="1852000" y="688589"/>
                  <a:pt x="1843767" y="680357"/>
                </a:cubicBezTo>
                <a:close/>
                <a:moveTo>
                  <a:pt x="2095500" y="661193"/>
                </a:moveTo>
                <a:cubicBezTo>
                  <a:pt x="2095500" y="644373"/>
                  <a:pt x="2116005" y="647302"/>
                  <a:pt x="2121892" y="664964"/>
                </a:cubicBezTo>
                <a:cubicBezTo>
                  <a:pt x="2123965" y="671185"/>
                  <a:pt x="2118875" y="676275"/>
                  <a:pt x="2110581" y="676275"/>
                </a:cubicBezTo>
                <a:cubicBezTo>
                  <a:pt x="2102286" y="676275"/>
                  <a:pt x="2095500" y="669488"/>
                  <a:pt x="2095500" y="661193"/>
                </a:cubicBezTo>
                <a:close/>
                <a:moveTo>
                  <a:pt x="1391029" y="643395"/>
                </a:moveTo>
                <a:cubicBezTo>
                  <a:pt x="1365810" y="613007"/>
                  <a:pt x="1403020" y="565243"/>
                  <a:pt x="1432714" y="589887"/>
                </a:cubicBezTo>
                <a:cubicBezTo>
                  <a:pt x="1452172" y="606036"/>
                  <a:pt x="1452184" y="643979"/>
                  <a:pt x="1432733" y="651443"/>
                </a:cubicBezTo>
                <a:cubicBezTo>
                  <a:pt x="1410466" y="659988"/>
                  <a:pt x="1403720" y="658686"/>
                  <a:pt x="1391029" y="643395"/>
                </a:cubicBezTo>
                <a:close/>
                <a:moveTo>
                  <a:pt x="2386621" y="638847"/>
                </a:moveTo>
                <a:cubicBezTo>
                  <a:pt x="2376746" y="627935"/>
                  <a:pt x="2371600" y="616074"/>
                  <a:pt x="2375185" y="612489"/>
                </a:cubicBezTo>
                <a:cubicBezTo>
                  <a:pt x="2384223" y="603451"/>
                  <a:pt x="2412888" y="633747"/>
                  <a:pt x="2408305" y="647495"/>
                </a:cubicBezTo>
                <a:cubicBezTo>
                  <a:pt x="2405945" y="654576"/>
                  <a:pt x="2397982" y="651401"/>
                  <a:pt x="2386621" y="638847"/>
                </a:cubicBezTo>
                <a:close/>
                <a:moveTo>
                  <a:pt x="1697831" y="622341"/>
                </a:moveTo>
                <a:cubicBezTo>
                  <a:pt x="1673910" y="612689"/>
                  <a:pt x="1683798" y="571500"/>
                  <a:pt x="1710036" y="571500"/>
                </a:cubicBezTo>
                <a:cubicBezTo>
                  <a:pt x="1738096" y="571500"/>
                  <a:pt x="1750390" y="594071"/>
                  <a:pt x="1733449" y="614483"/>
                </a:cubicBezTo>
                <a:cubicBezTo>
                  <a:pt x="1721124" y="629334"/>
                  <a:pt x="1717268" y="630184"/>
                  <a:pt x="1697831" y="622341"/>
                </a:cubicBezTo>
                <a:close/>
                <a:moveTo>
                  <a:pt x="1222900" y="605505"/>
                </a:moveTo>
                <a:cubicBezTo>
                  <a:pt x="1213417" y="580791"/>
                  <a:pt x="1226709" y="560364"/>
                  <a:pt x="1250113" y="563688"/>
                </a:cubicBezTo>
                <a:cubicBezTo>
                  <a:pt x="1265855" y="565923"/>
                  <a:pt x="1271587" y="573093"/>
                  <a:pt x="1271587" y="590550"/>
                </a:cubicBezTo>
                <a:cubicBezTo>
                  <a:pt x="1271587" y="618666"/>
                  <a:pt x="1232552" y="630657"/>
                  <a:pt x="1222900" y="605505"/>
                </a:cubicBezTo>
                <a:close/>
                <a:moveTo>
                  <a:pt x="2168525" y="612775"/>
                </a:moveTo>
                <a:cubicBezTo>
                  <a:pt x="2154718" y="598968"/>
                  <a:pt x="2163577" y="590550"/>
                  <a:pt x="2191916" y="590550"/>
                </a:cubicBezTo>
                <a:cubicBezTo>
                  <a:pt x="2217273" y="590550"/>
                  <a:pt x="2219909" y="592656"/>
                  <a:pt x="2209800" y="604837"/>
                </a:cubicBezTo>
                <a:cubicBezTo>
                  <a:pt x="2197289" y="619911"/>
                  <a:pt x="2179150" y="623400"/>
                  <a:pt x="2168525" y="612775"/>
                </a:cubicBezTo>
                <a:close/>
                <a:moveTo>
                  <a:pt x="1073348" y="593923"/>
                </a:moveTo>
                <a:cubicBezTo>
                  <a:pt x="1060262" y="580837"/>
                  <a:pt x="1067050" y="560626"/>
                  <a:pt x="1083468" y="563788"/>
                </a:cubicBezTo>
                <a:cubicBezTo>
                  <a:pt x="1092636" y="565553"/>
                  <a:pt x="1100137" y="573011"/>
                  <a:pt x="1100137" y="580361"/>
                </a:cubicBezTo>
                <a:cubicBezTo>
                  <a:pt x="1100137" y="595400"/>
                  <a:pt x="1083332" y="603907"/>
                  <a:pt x="1073348" y="593923"/>
                </a:cubicBezTo>
                <a:close/>
              </a:path>
            </a:pathLst>
          </a:custGeom>
          <a:solidFill>
            <a:srgbClr val="7A1732">
              <a:alpha val="45000"/>
            </a:srgbClr>
          </a:solidFill>
          <a:ln>
            <a:noFill/>
          </a:ln>
        </p:spPr>
      </p:sp>
      <p:sp>
        <p:nvSpPr>
          <p:cNvPr id="10" name="TEXT: how to use"/>
          <p:cNvSpPr/>
          <p:nvPr/>
        </p:nvSpPr>
        <p:spPr>
          <a:xfrm rot="180000">
            <a:off x="1276350" y="1595438"/>
            <a:ext cx="4305300" cy="1000125"/>
          </a:xfrm>
          <a:prstGeom prst="rect">
            <a:avLst/>
          </a:prstGeom>
          <a:solidFill>
            <a:srgbClr val="F9C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92024" rIns="192024" tIns="82296" bIns="82296"/>
          <a:lstStyle/>
          <a:p>
            <a:pPr algn="l">
              <a:lnSpc>
                <a:spcPts val="6588"/>
              </a:lnSpc>
            </a:pPr>
            <a:r>
              <a:rPr b="1" sz="5400">
                <a:solidFill>
                  <a:srgbClr val="181716"/>
                </a:solidFill>
                <a:latin typeface="Montserrat"/>
              </a:rPr>
              <a:t>how to use</a:t>
            </a:r>
          </a:p>
        </p:txBody>
      </p:sp>
      <p:sp>
        <p:nvSpPr>
          <p:cNvPr id="11" name="TEXT: [your steam mop]"/>
          <p:cNvSpPr/>
          <p:nvPr/>
        </p:nvSpPr>
        <p:spPr>
          <a:xfrm rot="21480000">
            <a:off x="819150" y="2824162"/>
            <a:ext cx="5600700" cy="828675"/>
          </a:xfrm>
          <a:prstGeom prst="rect">
            <a:avLst/>
          </a:prstGeom>
          <a:solidFill>
            <a:srgbClr val="181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0020" rIns="160020" tIns="68580" bIns="68580"/>
          <a:lstStyle/>
          <a:p>
            <a:pPr algn="l">
              <a:lnSpc>
                <a:spcPts val="5490"/>
              </a:lnSpc>
            </a:pPr>
            <a:r>
              <a:rPr b="1" sz="4500">
                <a:solidFill>
                  <a:srgbClr val="FFFFFF"/>
                </a:solidFill>
                <a:latin typeface="Montserrat"/>
              </a:rPr>
              <a:t>[your steam mop]</a:t>
            </a:r>
          </a:p>
        </p:txBody>
      </p:sp>
      <p:sp>
        <p:nvSpPr>
          <p:cNvPr id="12" name="LETTERING: in 3 steps"/>
          <p:cNvSpPr txBox="1"/>
          <p:nvPr/>
        </p:nvSpPr>
        <p:spPr>
          <a:xfrm rot="120000">
            <a:off x="866775" y="9372600"/>
            <a:ext cx="6648450" cy="18288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0" i="0">
                <a:solidFill>
                  <a:srgbClr val="F9C9DF"/>
                </a:solidFill>
                <a:latin typeface="DM Serif Display"/>
              </a:rPr>
              <a:t>in </a:t>
            </a:r>
            <a:r>
              <a:rPr sz="12000" i="0">
                <a:solidFill>
                  <a:srgbClr val="F9C9DF"/>
                </a:solidFill>
                <a:latin typeface="DM Serif Display"/>
              </a:rPr>
              <a:t>3 </a:t>
            </a:r>
            <a:r>
              <a:rPr sz="12000" i="1">
                <a:solidFill>
                  <a:srgbClr val="F9C9DF"/>
                </a:solidFill>
                <a:latin typeface="DM Serif Display"/>
              </a:rPr>
              <a:t>steps</a:t>
            </a:r>
          </a:p>
        </p:txBody>
      </p:sp>
      <p:sp>
        <p:nvSpPr>
          <p:cNvPr id="13" name="GUIDE (delete)"/>
          <p:cNvSpPr/>
          <p:nvPr/>
        </p:nvSpPr>
        <p:spPr>
          <a:xfrm>
            <a:off x="1352550" y="13063538"/>
            <a:ext cx="7581900" cy="3524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9342" rIns="69342" tIns="29718" bIns="29718"/>
          <a:lstStyle/>
          <a:p>
            <a:pPr algn="ctr">
              <a:lnSpc>
                <a:spcPts val="2379"/>
              </a:lnSpc>
            </a:pPr>
            <a:r>
              <a:rPr b="1" sz="1950">
                <a:solidFill>
                  <a:srgbClr val="FFFFFF"/>
                </a:solidFill>
                <a:latin typeface="Montserrat"/>
              </a:rPr>
              <a:t>Everything blue is a guide. Delete it before you download.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recipe card" descr="0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20000">
            <a:off x="342900" y="4757738"/>
            <a:ext cx="9601200" cy="5724525"/>
          </a:xfrm>
          <a:prstGeom prst="rect">
            <a:avLst/>
          </a:prstGeom>
        </p:spPr>
      </p:pic>
      <p:pic>
        <p:nvPicPr>
          <p:cNvPr id="4" name="number cube" descr="0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600000">
            <a:off x="609600" y="9439275"/>
            <a:ext cx="3162300" cy="3028950"/>
          </a:xfrm>
          <a:prstGeom prst="rect">
            <a:avLst/>
          </a:prstGeom>
        </p:spPr>
      </p:pic>
      <p:sp>
        <p:nvSpPr>
          <p:cNvPr id="5" name="number cube pattern"/>
          <p:cNvSpPr/>
          <p:nvPr/>
        </p:nvSpPr>
        <p:spPr>
          <a:xfrm rot="600000">
            <a:off x="609600" y="9439275"/>
            <a:ext cx="3162300" cy="3028950"/>
          </a:xfrm>
          <a:custGeom>
            <a:avLst/>
            <a:gdLst/>
            <a:ahLst/>
            <a:cxnLst/>
            <a:rect l="0" t="0" r="r" b="b"/>
            <a:pathLst>
              <a:path w="3162300" h="3028950">
                <a:moveTo>
                  <a:pt x="1714500" y="2466093"/>
                </a:moveTo>
                <a:cubicBezTo>
                  <a:pt x="1570434" y="2456429"/>
                  <a:pt x="1285398" y="2437530"/>
                  <a:pt x="1081087" y="2424095"/>
                </a:cubicBezTo>
                <a:cubicBezTo>
                  <a:pt x="647946" y="2395614"/>
                  <a:pt x="613147" y="2390913"/>
                  <a:pt x="583270" y="2356841"/>
                </a:cubicBezTo>
                <a:cubicBezTo>
                  <a:pt x="571408" y="2343314"/>
                  <a:pt x="563718" y="2328985"/>
                  <a:pt x="566181" y="2324999"/>
                </a:cubicBezTo>
                <a:cubicBezTo>
                  <a:pt x="571047" y="2317126"/>
                  <a:pt x="685946" y="2320150"/>
                  <a:pt x="722855" y="2329123"/>
                </a:cubicBezTo>
                <a:cubicBezTo>
                  <a:pt x="735377" y="2332167"/>
                  <a:pt x="806100" y="2333968"/>
                  <a:pt x="880017" y="2333124"/>
                </a:cubicBezTo>
                <a:cubicBezTo>
                  <a:pt x="1111362" y="2330482"/>
                  <a:pt x="1315423" y="2335706"/>
                  <a:pt x="1405933" y="2346586"/>
                </a:cubicBezTo>
                <a:cubicBezTo>
                  <a:pt x="1431579" y="2349669"/>
                  <a:pt x="1486769" y="2354801"/>
                  <a:pt x="1528577" y="2357991"/>
                </a:cubicBezTo>
                <a:cubicBezTo>
                  <a:pt x="1570386" y="2361181"/>
                  <a:pt x="1607524" y="2365602"/>
                  <a:pt x="1611108" y="2367817"/>
                </a:cubicBezTo>
                <a:cubicBezTo>
                  <a:pt x="1614691" y="2370031"/>
                  <a:pt x="1619060" y="2367719"/>
                  <a:pt x="1620817" y="2362678"/>
                </a:cubicBezTo>
                <a:cubicBezTo>
                  <a:pt x="1622628" y="2357484"/>
                  <a:pt x="1683844" y="2352787"/>
                  <a:pt x="1762125" y="2351836"/>
                </a:cubicBezTo>
                <a:cubicBezTo>
                  <a:pt x="1838086" y="2350913"/>
                  <a:pt x="1954168" y="2344780"/>
                  <a:pt x="2020084" y="2338208"/>
                </a:cubicBezTo>
                <a:cubicBezTo>
                  <a:pt x="2128321" y="2327416"/>
                  <a:pt x="2320645" y="2326995"/>
                  <a:pt x="2331176" y="2337526"/>
                </a:cubicBezTo>
                <a:cubicBezTo>
                  <a:pt x="2339715" y="2346065"/>
                  <a:pt x="2175288" y="2467713"/>
                  <a:pt x="2143125" y="2476653"/>
                </a:cubicBezTo>
                <a:cubicBezTo>
                  <a:pt x="2099154" y="2488874"/>
                  <a:pt x="2027930" y="2487119"/>
                  <a:pt x="1714500" y="2466093"/>
                </a:cubicBezTo>
                <a:close/>
                <a:moveTo>
                  <a:pt x="675481" y="2225091"/>
                </a:moveTo>
                <a:cubicBezTo>
                  <a:pt x="673298" y="2223024"/>
                  <a:pt x="645795" y="2218914"/>
                  <a:pt x="614362" y="2215959"/>
                </a:cubicBezTo>
                <a:cubicBezTo>
                  <a:pt x="582930" y="2213003"/>
                  <a:pt x="555980" y="2210408"/>
                  <a:pt x="554473" y="2210192"/>
                </a:cubicBezTo>
                <a:cubicBezTo>
                  <a:pt x="552967" y="2209976"/>
                  <a:pt x="552967" y="2170152"/>
                  <a:pt x="554473" y="2121693"/>
                </a:cubicBezTo>
                <a:lnTo>
                  <a:pt x="557212" y="2033587"/>
                </a:lnTo>
                <a:lnTo>
                  <a:pt x="599010" y="2032836"/>
                </a:lnTo>
                <a:cubicBezTo>
                  <a:pt x="621999" y="2032424"/>
                  <a:pt x="662718" y="2035945"/>
                  <a:pt x="689498" y="2040661"/>
                </a:cubicBezTo>
                <a:cubicBezTo>
                  <a:pt x="782811" y="2057096"/>
                  <a:pt x="1247127" y="2062263"/>
                  <a:pt x="1647825" y="2051325"/>
                </a:cubicBezTo>
                <a:cubicBezTo>
                  <a:pt x="1929069" y="2043648"/>
                  <a:pt x="1904023" y="2043644"/>
                  <a:pt x="2124075" y="2051414"/>
                </a:cubicBezTo>
                <a:cubicBezTo>
                  <a:pt x="2397728" y="2061077"/>
                  <a:pt x="2574401" y="2066927"/>
                  <a:pt x="2592516" y="2066926"/>
                </a:cubicBezTo>
                <a:cubicBezTo>
                  <a:pt x="2621551" y="2066923"/>
                  <a:pt x="2595458" y="2125097"/>
                  <a:pt x="2546098" y="2170414"/>
                </a:cubicBezTo>
                <a:cubicBezTo>
                  <a:pt x="2487461" y="2224247"/>
                  <a:pt x="2480350" y="2226353"/>
                  <a:pt x="2387821" y="2217289"/>
                </a:cubicBezTo>
                <a:cubicBezTo>
                  <a:pt x="2321490" y="2210791"/>
                  <a:pt x="2158994" y="2211870"/>
                  <a:pt x="1614487" y="2222425"/>
                </a:cubicBezTo>
                <a:cubicBezTo>
                  <a:pt x="1567338" y="2223339"/>
                  <a:pt x="1430178" y="2218726"/>
                  <a:pt x="1309687" y="2212174"/>
                </a:cubicBezTo>
                <a:cubicBezTo>
                  <a:pt x="1121547" y="2201944"/>
                  <a:pt x="1077834" y="2202256"/>
                  <a:pt x="1000125" y="2214385"/>
                </a:cubicBezTo>
                <a:cubicBezTo>
                  <a:pt x="919347" y="2226992"/>
                  <a:pt x="685627" y="2234700"/>
                  <a:pt x="675481" y="2225091"/>
                </a:cubicBezTo>
                <a:close/>
                <a:moveTo>
                  <a:pt x="1346713" y="1934090"/>
                </a:moveTo>
                <a:cubicBezTo>
                  <a:pt x="1343810" y="1931187"/>
                  <a:pt x="1227134" y="1928257"/>
                  <a:pt x="1087435" y="1927579"/>
                </a:cubicBezTo>
                <a:cubicBezTo>
                  <a:pt x="947736" y="1926901"/>
                  <a:pt x="770062" y="1923091"/>
                  <a:pt x="692603" y="1919111"/>
                </a:cubicBezTo>
                <a:lnTo>
                  <a:pt x="551770" y="1911875"/>
                </a:lnTo>
                <a:lnTo>
                  <a:pt x="554491" y="1825093"/>
                </a:lnTo>
                <a:lnTo>
                  <a:pt x="557212" y="1738312"/>
                </a:lnTo>
                <a:lnTo>
                  <a:pt x="709612" y="1740255"/>
                </a:lnTo>
                <a:cubicBezTo>
                  <a:pt x="851471" y="1742063"/>
                  <a:pt x="1065367" y="1741861"/>
                  <a:pt x="1176337" y="1739814"/>
                </a:cubicBezTo>
                <a:cubicBezTo>
                  <a:pt x="1293252" y="1737658"/>
                  <a:pt x="1531819" y="1747654"/>
                  <a:pt x="1527568" y="1754531"/>
                </a:cubicBezTo>
                <a:cubicBezTo>
                  <a:pt x="1520557" y="1765875"/>
                  <a:pt x="1537670" y="1763694"/>
                  <a:pt x="1549647" y="1751717"/>
                </a:cubicBezTo>
                <a:cubicBezTo>
                  <a:pt x="1557173" y="1744191"/>
                  <a:pt x="1565437" y="1744191"/>
                  <a:pt x="1579501" y="1751717"/>
                </a:cubicBezTo>
                <a:cubicBezTo>
                  <a:pt x="1603335" y="1764473"/>
                  <a:pt x="1612636" y="1765016"/>
                  <a:pt x="1605350" y="1753227"/>
                </a:cubicBezTo>
                <a:cubicBezTo>
                  <a:pt x="1602168" y="1748079"/>
                  <a:pt x="1625009" y="1744291"/>
                  <a:pt x="1659557" y="1744239"/>
                </a:cubicBezTo>
                <a:cubicBezTo>
                  <a:pt x="1692395" y="1744188"/>
                  <a:pt x="1744980" y="1742212"/>
                  <a:pt x="1776412" y="1739847"/>
                </a:cubicBezTo>
                <a:cubicBezTo>
                  <a:pt x="1807845" y="1737482"/>
                  <a:pt x="1857136" y="1739680"/>
                  <a:pt x="1885950" y="1744733"/>
                </a:cubicBezTo>
                <a:cubicBezTo>
                  <a:pt x="1981006" y="1761402"/>
                  <a:pt x="2041249" y="1764997"/>
                  <a:pt x="2034192" y="1753579"/>
                </a:cubicBezTo>
                <a:cubicBezTo>
                  <a:pt x="2025275" y="1739151"/>
                  <a:pt x="2043446" y="1737644"/>
                  <a:pt x="2118632" y="1746575"/>
                </a:cubicBezTo>
                <a:cubicBezTo>
                  <a:pt x="2189108" y="1754946"/>
                  <a:pt x="2357432" y="1755552"/>
                  <a:pt x="2483643" y="1747889"/>
                </a:cubicBezTo>
                <a:lnTo>
                  <a:pt x="2609850" y="1740226"/>
                </a:lnTo>
                <a:lnTo>
                  <a:pt x="2609850" y="1832314"/>
                </a:lnTo>
                <a:lnTo>
                  <a:pt x="2609850" y="1924402"/>
                </a:lnTo>
                <a:lnTo>
                  <a:pt x="2559843" y="1924223"/>
                </a:lnTo>
                <a:cubicBezTo>
                  <a:pt x="2387410" y="1923605"/>
                  <a:pt x="1557040" y="1932047"/>
                  <a:pt x="1464190" y="1935362"/>
                </a:cubicBezTo>
                <a:cubicBezTo>
                  <a:pt x="1402482" y="1937565"/>
                  <a:pt x="1349617" y="1936993"/>
                  <a:pt x="1346713" y="1934090"/>
                </a:cubicBezTo>
                <a:close/>
                <a:moveTo>
                  <a:pt x="1947867" y="1632356"/>
                </a:moveTo>
                <a:cubicBezTo>
                  <a:pt x="1959905" y="1623553"/>
                  <a:pt x="1929693" y="1620872"/>
                  <a:pt x="1807903" y="1619936"/>
                </a:cubicBezTo>
                <a:cubicBezTo>
                  <a:pt x="1722479" y="1619279"/>
                  <a:pt x="1562576" y="1616072"/>
                  <a:pt x="1452562" y="1612808"/>
                </a:cubicBezTo>
                <a:cubicBezTo>
                  <a:pt x="1246987" y="1606710"/>
                  <a:pt x="1068414" y="1606698"/>
                  <a:pt x="741225" y="1612762"/>
                </a:cubicBezTo>
                <a:lnTo>
                  <a:pt x="553764" y="1616237"/>
                </a:lnTo>
                <a:lnTo>
                  <a:pt x="550725" y="1536891"/>
                </a:lnTo>
                <a:cubicBezTo>
                  <a:pt x="546941" y="1438065"/>
                  <a:pt x="553137" y="1427805"/>
                  <a:pt x="609982" y="1438773"/>
                </a:cubicBezTo>
                <a:cubicBezTo>
                  <a:pt x="668800" y="1450122"/>
                  <a:pt x="898399" y="1449801"/>
                  <a:pt x="982767" y="1438252"/>
                </a:cubicBezTo>
                <a:cubicBezTo>
                  <a:pt x="1093017" y="1423159"/>
                  <a:pt x="1515653" y="1426105"/>
                  <a:pt x="1541610" y="1442147"/>
                </a:cubicBezTo>
                <a:cubicBezTo>
                  <a:pt x="1558704" y="1452712"/>
                  <a:pt x="1868178" y="1449365"/>
                  <a:pt x="1928812" y="1437960"/>
                </a:cubicBezTo>
                <a:cubicBezTo>
                  <a:pt x="1961375" y="1431834"/>
                  <a:pt x="2008500" y="1430083"/>
                  <a:pt x="2038350" y="1433888"/>
                </a:cubicBezTo>
                <a:cubicBezTo>
                  <a:pt x="2067163" y="1437561"/>
                  <a:pt x="2105739" y="1442009"/>
                  <a:pt x="2124075" y="1443772"/>
                </a:cubicBezTo>
                <a:cubicBezTo>
                  <a:pt x="2142410" y="1445535"/>
                  <a:pt x="2170612" y="1449363"/>
                  <a:pt x="2186746" y="1452278"/>
                </a:cubicBezTo>
                <a:cubicBezTo>
                  <a:pt x="2202880" y="1455194"/>
                  <a:pt x="2265030" y="1458181"/>
                  <a:pt x="2324858" y="1458917"/>
                </a:cubicBezTo>
                <a:cubicBezTo>
                  <a:pt x="2389775" y="1459715"/>
                  <a:pt x="2424035" y="1463121"/>
                  <a:pt x="2409825" y="1467365"/>
                </a:cubicBezTo>
                <a:cubicBezTo>
                  <a:pt x="2390236" y="1473214"/>
                  <a:pt x="2393292" y="1474644"/>
                  <a:pt x="2427055" y="1475425"/>
                </a:cubicBezTo>
                <a:cubicBezTo>
                  <a:pt x="2454822" y="1476067"/>
                  <a:pt x="2465991" y="1472964"/>
                  <a:pt x="2461583" y="1465831"/>
                </a:cubicBezTo>
                <a:cubicBezTo>
                  <a:pt x="2456999" y="1458414"/>
                  <a:pt x="2464599" y="1457429"/>
                  <a:pt x="2487214" y="1462509"/>
                </a:cubicBezTo>
                <a:cubicBezTo>
                  <a:pt x="2504895" y="1466480"/>
                  <a:pt x="2539722" y="1468870"/>
                  <a:pt x="2564606" y="1467819"/>
                </a:cubicBezTo>
                <a:lnTo>
                  <a:pt x="2609850" y="1465908"/>
                </a:lnTo>
                <a:lnTo>
                  <a:pt x="2609850" y="1546270"/>
                </a:lnTo>
                <a:lnTo>
                  <a:pt x="2609850" y="1626633"/>
                </a:lnTo>
                <a:lnTo>
                  <a:pt x="2478881" y="1633025"/>
                </a:lnTo>
                <a:cubicBezTo>
                  <a:pt x="2403931" y="1636683"/>
                  <a:pt x="2327703" y="1635470"/>
                  <a:pt x="2300665" y="1630189"/>
                </a:cubicBezTo>
                <a:cubicBezTo>
                  <a:pt x="2252348" y="1620751"/>
                  <a:pt x="2149962" y="1622293"/>
                  <a:pt x="2058601" y="1633832"/>
                </a:cubicBezTo>
                <a:cubicBezTo>
                  <a:pt x="2029209" y="1637545"/>
                  <a:pt x="2009653" y="1636677"/>
                  <a:pt x="2012671" y="1631794"/>
                </a:cubicBezTo>
                <a:cubicBezTo>
                  <a:pt x="2015561" y="1627117"/>
                  <a:pt x="2007065" y="1622392"/>
                  <a:pt x="1993790" y="1621293"/>
                </a:cubicBezTo>
                <a:cubicBezTo>
                  <a:pt x="1975927" y="1619815"/>
                  <a:pt x="1971063" y="1622968"/>
                  <a:pt x="1975076" y="1633424"/>
                </a:cubicBezTo>
                <a:cubicBezTo>
                  <a:pt x="1979083" y="1643867"/>
                  <a:pt x="1974238" y="1647035"/>
                  <a:pt x="1956506" y="1645567"/>
                </a:cubicBezTo>
                <a:cubicBezTo>
                  <a:pt x="1935620" y="1643839"/>
                  <a:pt x="1934502" y="1642129"/>
                  <a:pt x="1947867" y="1632356"/>
                </a:cubicBezTo>
                <a:close/>
                <a:moveTo>
                  <a:pt x="1322053" y="1347453"/>
                </a:moveTo>
                <a:cubicBezTo>
                  <a:pt x="1309817" y="1335217"/>
                  <a:pt x="976253" y="1319378"/>
                  <a:pt x="768791" y="1321183"/>
                </a:cubicBezTo>
                <a:lnTo>
                  <a:pt x="542221" y="1323153"/>
                </a:lnTo>
                <a:lnTo>
                  <a:pt x="544954" y="1235458"/>
                </a:lnTo>
                <a:lnTo>
                  <a:pt x="547687" y="1147762"/>
                </a:lnTo>
                <a:lnTo>
                  <a:pt x="585787" y="1142888"/>
                </a:lnTo>
                <a:cubicBezTo>
                  <a:pt x="606742" y="1140208"/>
                  <a:pt x="645318" y="1140903"/>
                  <a:pt x="671512" y="1144434"/>
                </a:cubicBezTo>
                <a:cubicBezTo>
                  <a:pt x="697706" y="1147965"/>
                  <a:pt x="815578" y="1153144"/>
                  <a:pt x="933450" y="1155943"/>
                </a:cubicBezTo>
                <a:cubicBezTo>
                  <a:pt x="1051717" y="1158751"/>
                  <a:pt x="1189562" y="1167585"/>
                  <a:pt x="1241033" y="1175655"/>
                </a:cubicBezTo>
                <a:cubicBezTo>
                  <a:pt x="1378020" y="1197134"/>
                  <a:pt x="1439535" y="1201112"/>
                  <a:pt x="1471612" y="1190568"/>
                </a:cubicBezTo>
                <a:cubicBezTo>
                  <a:pt x="1499892" y="1181273"/>
                  <a:pt x="1499915" y="1181211"/>
                  <a:pt x="1473766" y="1184623"/>
                </a:cubicBezTo>
                <a:cubicBezTo>
                  <a:pt x="1459234" y="1186519"/>
                  <a:pt x="1445051" y="1184358"/>
                  <a:pt x="1442248" y="1179822"/>
                </a:cubicBezTo>
                <a:cubicBezTo>
                  <a:pt x="1439444" y="1175286"/>
                  <a:pt x="1459906" y="1171539"/>
                  <a:pt x="1487719" y="1171496"/>
                </a:cubicBezTo>
                <a:cubicBezTo>
                  <a:pt x="1515531" y="1171453"/>
                  <a:pt x="1574720" y="1167328"/>
                  <a:pt x="1619250" y="1162329"/>
                </a:cubicBezTo>
                <a:cubicBezTo>
                  <a:pt x="1791412" y="1143000"/>
                  <a:pt x="2329645" y="1135178"/>
                  <a:pt x="2405062" y="1150908"/>
                </a:cubicBezTo>
                <a:cubicBezTo>
                  <a:pt x="2431256" y="1156371"/>
                  <a:pt x="2488049" y="1159766"/>
                  <a:pt x="2531268" y="1158452"/>
                </a:cubicBezTo>
                <a:lnTo>
                  <a:pt x="2609850" y="1156062"/>
                </a:lnTo>
                <a:lnTo>
                  <a:pt x="2609850" y="1243465"/>
                </a:lnTo>
                <a:lnTo>
                  <a:pt x="2609850" y="1330869"/>
                </a:lnTo>
                <a:lnTo>
                  <a:pt x="2549736" y="1337028"/>
                </a:lnTo>
                <a:cubicBezTo>
                  <a:pt x="2516673" y="1340415"/>
                  <a:pt x="2444878" y="1338399"/>
                  <a:pt x="2390192" y="1332548"/>
                </a:cubicBezTo>
                <a:cubicBezTo>
                  <a:pt x="2239001" y="1316370"/>
                  <a:pt x="1808319" y="1319058"/>
                  <a:pt x="1676400" y="1337002"/>
                </a:cubicBezTo>
                <a:cubicBezTo>
                  <a:pt x="1572070" y="1351193"/>
                  <a:pt x="1332849" y="1358249"/>
                  <a:pt x="1322053" y="1347453"/>
                </a:cubicBezTo>
                <a:close/>
                <a:moveTo>
                  <a:pt x="1478756" y="1212477"/>
                </a:moveTo>
                <a:cubicBezTo>
                  <a:pt x="1466969" y="1210207"/>
                  <a:pt x="1447680" y="1210207"/>
                  <a:pt x="1435893" y="1212477"/>
                </a:cubicBezTo>
                <a:cubicBezTo>
                  <a:pt x="1424106" y="1214748"/>
                  <a:pt x="1433750" y="1216605"/>
                  <a:pt x="1457325" y="1216605"/>
                </a:cubicBezTo>
                <a:cubicBezTo>
                  <a:pt x="1480899" y="1216605"/>
                  <a:pt x="1490543" y="1214748"/>
                  <a:pt x="1478756" y="1212477"/>
                </a:cubicBezTo>
                <a:close/>
                <a:moveTo>
                  <a:pt x="1400175" y="1181100"/>
                </a:moveTo>
                <a:cubicBezTo>
                  <a:pt x="1388680" y="1173671"/>
                  <a:pt x="1390186" y="1171838"/>
                  <a:pt x="1407880" y="1171720"/>
                </a:cubicBezTo>
                <a:cubicBezTo>
                  <a:pt x="1420144" y="1171639"/>
                  <a:pt x="1427270" y="1175788"/>
                  <a:pt x="1423987" y="1181100"/>
                </a:cubicBezTo>
                <a:cubicBezTo>
                  <a:pt x="1416908" y="1192553"/>
                  <a:pt x="1417898" y="1192553"/>
                  <a:pt x="1400175" y="1181100"/>
                </a:cubicBezTo>
                <a:close/>
                <a:moveTo>
                  <a:pt x="544839" y="942975"/>
                </a:moveTo>
                <a:cubicBezTo>
                  <a:pt x="547048" y="898445"/>
                  <a:pt x="554447" y="851722"/>
                  <a:pt x="561281" y="839145"/>
                </a:cubicBezTo>
                <a:lnTo>
                  <a:pt x="573706" y="816278"/>
                </a:lnTo>
                <a:lnTo>
                  <a:pt x="910470" y="823064"/>
                </a:lnTo>
                <a:cubicBezTo>
                  <a:pt x="1095689" y="826796"/>
                  <a:pt x="1259412" y="833342"/>
                  <a:pt x="1274297" y="837611"/>
                </a:cubicBezTo>
                <a:cubicBezTo>
                  <a:pt x="1291212" y="842462"/>
                  <a:pt x="1311835" y="841091"/>
                  <a:pt x="1329293" y="833955"/>
                </a:cubicBezTo>
                <a:cubicBezTo>
                  <a:pt x="1351315" y="824954"/>
                  <a:pt x="1373361" y="825271"/>
                  <a:pt x="1433469" y="835457"/>
                </a:cubicBezTo>
                <a:cubicBezTo>
                  <a:pt x="1486744" y="844484"/>
                  <a:pt x="1547796" y="846546"/>
                  <a:pt x="1636134" y="842300"/>
                </a:cubicBezTo>
                <a:cubicBezTo>
                  <a:pt x="1713617" y="838577"/>
                  <a:pt x="1767081" y="839822"/>
                  <a:pt x="1774246" y="845516"/>
                </a:cubicBezTo>
                <a:cubicBezTo>
                  <a:pt x="1781482" y="851267"/>
                  <a:pt x="1809529" y="851816"/>
                  <a:pt x="1847850" y="846957"/>
                </a:cubicBezTo>
                <a:cubicBezTo>
                  <a:pt x="1881901" y="842639"/>
                  <a:pt x="1991704" y="839506"/>
                  <a:pt x="2091855" y="839996"/>
                </a:cubicBezTo>
                <a:cubicBezTo>
                  <a:pt x="2192006" y="840485"/>
                  <a:pt x="2279103" y="837699"/>
                  <a:pt x="2285404" y="833805"/>
                </a:cubicBezTo>
                <a:cubicBezTo>
                  <a:pt x="2291705" y="829911"/>
                  <a:pt x="2369848" y="834609"/>
                  <a:pt x="2459056" y="844246"/>
                </a:cubicBezTo>
                <a:lnTo>
                  <a:pt x="2621251" y="861768"/>
                </a:lnTo>
                <a:lnTo>
                  <a:pt x="2614584" y="942853"/>
                </a:lnTo>
                <a:cubicBezTo>
                  <a:pt x="2610917" y="987449"/>
                  <a:pt x="2606812" y="1025119"/>
                  <a:pt x="2605463" y="1026563"/>
                </a:cubicBezTo>
                <a:cubicBezTo>
                  <a:pt x="2604113" y="1028008"/>
                  <a:pt x="2563740" y="1024741"/>
                  <a:pt x="2515745" y="1019304"/>
                </a:cubicBezTo>
                <a:cubicBezTo>
                  <a:pt x="2411661" y="1007513"/>
                  <a:pt x="1745791" y="1007073"/>
                  <a:pt x="1738549" y="1018790"/>
                </a:cubicBezTo>
                <a:cubicBezTo>
                  <a:pt x="1735773" y="1023282"/>
                  <a:pt x="1465149" y="1026277"/>
                  <a:pt x="1137163" y="1025447"/>
                </a:cubicBezTo>
                <a:lnTo>
                  <a:pt x="540823" y="1023937"/>
                </a:lnTo>
                <a:lnTo>
                  <a:pt x="544839" y="942975"/>
                </a:lnTo>
                <a:close/>
                <a:moveTo>
                  <a:pt x="1985962" y="731167"/>
                </a:moveTo>
                <a:cubicBezTo>
                  <a:pt x="1959768" y="726260"/>
                  <a:pt x="1930894" y="718332"/>
                  <a:pt x="1921797" y="713548"/>
                </a:cubicBezTo>
                <a:cubicBezTo>
                  <a:pt x="1901096" y="702661"/>
                  <a:pt x="1876425" y="702272"/>
                  <a:pt x="1876425" y="712833"/>
                </a:cubicBezTo>
                <a:cubicBezTo>
                  <a:pt x="1876425" y="723311"/>
                  <a:pt x="1801936" y="720468"/>
                  <a:pt x="1668102" y="704882"/>
                </a:cubicBezTo>
                <a:cubicBezTo>
                  <a:pt x="1581045" y="694743"/>
                  <a:pt x="1545532" y="694559"/>
                  <a:pt x="1487127" y="703945"/>
                </a:cubicBezTo>
                <a:cubicBezTo>
                  <a:pt x="1447161" y="710367"/>
                  <a:pt x="1386601" y="717380"/>
                  <a:pt x="1352550" y="719529"/>
                </a:cubicBezTo>
                <a:cubicBezTo>
                  <a:pt x="1258161" y="725487"/>
                  <a:pt x="733425" y="734110"/>
                  <a:pt x="733425" y="729703"/>
                </a:cubicBezTo>
                <a:cubicBezTo>
                  <a:pt x="733425" y="727573"/>
                  <a:pt x="813288" y="685748"/>
                  <a:pt x="910900" y="636758"/>
                </a:cubicBezTo>
                <a:lnTo>
                  <a:pt x="1088376" y="547687"/>
                </a:lnTo>
                <a:lnTo>
                  <a:pt x="1189506" y="548950"/>
                </a:lnTo>
                <a:cubicBezTo>
                  <a:pt x="1414198" y="551756"/>
                  <a:pt x="1459746" y="553070"/>
                  <a:pt x="1633537" y="561760"/>
                </a:cubicBezTo>
                <a:cubicBezTo>
                  <a:pt x="1733073" y="566737"/>
                  <a:pt x="1889521" y="573226"/>
                  <a:pt x="1981200" y="576180"/>
                </a:cubicBezTo>
                <a:cubicBezTo>
                  <a:pt x="2162428" y="582019"/>
                  <a:pt x="2431787" y="596997"/>
                  <a:pt x="2513496" y="605778"/>
                </a:cubicBezTo>
                <a:cubicBezTo>
                  <a:pt x="2577794" y="612688"/>
                  <a:pt x="2609850" y="640751"/>
                  <a:pt x="2609850" y="690129"/>
                </a:cubicBezTo>
                <a:lnTo>
                  <a:pt x="2609850" y="723900"/>
                </a:lnTo>
                <a:lnTo>
                  <a:pt x="2555081" y="725191"/>
                </a:lnTo>
                <a:cubicBezTo>
                  <a:pt x="2524958" y="725901"/>
                  <a:pt x="2403198" y="727629"/>
                  <a:pt x="2284502" y="729031"/>
                </a:cubicBezTo>
                <a:cubicBezTo>
                  <a:pt x="2165807" y="730433"/>
                  <a:pt x="2060793" y="733494"/>
                  <a:pt x="2051140" y="735834"/>
                </a:cubicBezTo>
                <a:cubicBezTo>
                  <a:pt x="2041486" y="738174"/>
                  <a:pt x="2012156" y="736073"/>
                  <a:pt x="1985962" y="731167"/>
                </a:cubicBezTo>
                <a:close/>
              </a:path>
            </a:pathLst>
          </a:custGeom>
          <a:solidFill>
            <a:srgbClr val="7A1732">
              <a:alpha val="45000"/>
            </a:srgbClr>
          </a:solidFill>
          <a:ln>
            <a:noFill/>
          </a:ln>
        </p:spPr>
      </p:sp>
      <p:pic>
        <p:nvPicPr>
          <p:cNvPr id="6" name="number cube" descr="00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300000">
            <a:off x="3371850" y="9929812"/>
            <a:ext cx="3162300" cy="3000375"/>
          </a:xfrm>
          <a:prstGeom prst="rect">
            <a:avLst/>
          </a:prstGeom>
        </p:spPr>
      </p:pic>
      <p:sp>
        <p:nvSpPr>
          <p:cNvPr id="7" name="number cube pattern"/>
          <p:cNvSpPr/>
          <p:nvPr/>
        </p:nvSpPr>
        <p:spPr>
          <a:xfrm rot="-300000">
            <a:off x="3371850" y="9929812"/>
            <a:ext cx="3162300" cy="3000375"/>
          </a:xfrm>
          <a:custGeom>
            <a:avLst/>
            <a:gdLst/>
            <a:ahLst/>
            <a:cxnLst/>
            <a:rect l="0" t="0" r="r" b="b"/>
            <a:pathLst>
              <a:path w="3162300" h="3000375">
                <a:moveTo>
                  <a:pt x="1857810" y="2415111"/>
                </a:moveTo>
                <a:cubicBezTo>
                  <a:pt x="1830718" y="2382468"/>
                  <a:pt x="1868083" y="2327284"/>
                  <a:pt x="1902618" y="2348933"/>
                </a:cubicBezTo>
                <a:cubicBezTo>
                  <a:pt x="1936607" y="2370240"/>
                  <a:pt x="1924381" y="2428875"/>
                  <a:pt x="1885950" y="2428875"/>
                </a:cubicBezTo>
                <a:cubicBezTo>
                  <a:pt x="1876755" y="2428875"/>
                  <a:pt x="1864092" y="2422681"/>
                  <a:pt x="1857810" y="2415111"/>
                </a:cubicBezTo>
                <a:close/>
                <a:moveTo>
                  <a:pt x="1403572" y="2404941"/>
                </a:moveTo>
                <a:cubicBezTo>
                  <a:pt x="1396537" y="2386606"/>
                  <a:pt x="1416437" y="2362200"/>
                  <a:pt x="1438422" y="2362200"/>
                </a:cubicBezTo>
                <a:cubicBezTo>
                  <a:pt x="1457610" y="2362200"/>
                  <a:pt x="1468904" y="2383862"/>
                  <a:pt x="1460769" y="2405062"/>
                </a:cubicBezTo>
                <a:cubicBezTo>
                  <a:pt x="1453631" y="2423662"/>
                  <a:pt x="1410722" y="2423571"/>
                  <a:pt x="1403572" y="2404941"/>
                </a:cubicBezTo>
                <a:close/>
                <a:moveTo>
                  <a:pt x="2087999" y="2408039"/>
                </a:moveTo>
                <a:cubicBezTo>
                  <a:pt x="2071286" y="2391326"/>
                  <a:pt x="2073799" y="2373813"/>
                  <a:pt x="2094499" y="2362735"/>
                </a:cubicBezTo>
                <a:cubicBezTo>
                  <a:pt x="2118483" y="2349899"/>
                  <a:pt x="2142102" y="2375166"/>
                  <a:pt x="2127604" y="2398150"/>
                </a:cubicBezTo>
                <a:cubicBezTo>
                  <a:pt x="2114605" y="2418758"/>
                  <a:pt x="2101892" y="2421932"/>
                  <a:pt x="2087999" y="2408039"/>
                </a:cubicBezTo>
                <a:close/>
                <a:moveTo>
                  <a:pt x="1044407" y="2385747"/>
                </a:moveTo>
                <a:cubicBezTo>
                  <a:pt x="1053471" y="2362127"/>
                  <a:pt x="1083166" y="2350568"/>
                  <a:pt x="1104900" y="2362200"/>
                </a:cubicBezTo>
                <a:cubicBezTo>
                  <a:pt x="1139957" y="2380962"/>
                  <a:pt x="1128023" y="2400300"/>
                  <a:pt x="1081386" y="2400300"/>
                </a:cubicBezTo>
                <a:cubicBezTo>
                  <a:pt x="1047121" y="2400300"/>
                  <a:pt x="1039911" y="2397462"/>
                  <a:pt x="1044407" y="2385747"/>
                </a:cubicBezTo>
                <a:close/>
                <a:moveTo>
                  <a:pt x="859626" y="2378868"/>
                </a:moveTo>
                <a:cubicBezTo>
                  <a:pt x="865627" y="2360845"/>
                  <a:pt x="895350" y="2358283"/>
                  <a:pt x="895350" y="2375789"/>
                </a:cubicBezTo>
                <a:cubicBezTo>
                  <a:pt x="895350" y="2384624"/>
                  <a:pt x="887206" y="2390775"/>
                  <a:pt x="875506" y="2390775"/>
                </a:cubicBezTo>
                <a:cubicBezTo>
                  <a:pt x="863866" y="2390775"/>
                  <a:pt x="857301" y="2385852"/>
                  <a:pt x="859626" y="2378868"/>
                </a:cubicBezTo>
                <a:close/>
                <a:moveTo>
                  <a:pt x="1692554" y="2368391"/>
                </a:moveTo>
                <a:cubicBezTo>
                  <a:pt x="1689627" y="2360766"/>
                  <a:pt x="1692409" y="2347447"/>
                  <a:pt x="1698736" y="2338794"/>
                </a:cubicBezTo>
                <a:cubicBezTo>
                  <a:pt x="1714553" y="2317163"/>
                  <a:pt x="1744989" y="2329688"/>
                  <a:pt x="1741197" y="2356268"/>
                </a:cubicBezTo>
                <a:cubicBezTo>
                  <a:pt x="1737812" y="2379993"/>
                  <a:pt x="1700568" y="2389276"/>
                  <a:pt x="1692554" y="2368391"/>
                </a:cubicBezTo>
                <a:close/>
                <a:moveTo>
                  <a:pt x="1261214" y="2320561"/>
                </a:moveTo>
                <a:cubicBezTo>
                  <a:pt x="1250625" y="2292967"/>
                  <a:pt x="1261412" y="2271712"/>
                  <a:pt x="1286005" y="2271712"/>
                </a:cubicBezTo>
                <a:cubicBezTo>
                  <a:pt x="1305968" y="2271712"/>
                  <a:pt x="1309687" y="2276199"/>
                  <a:pt x="1309687" y="2300287"/>
                </a:cubicBezTo>
                <a:cubicBezTo>
                  <a:pt x="1309687" y="2332242"/>
                  <a:pt x="1271780" y="2348097"/>
                  <a:pt x="1261214" y="2320561"/>
                </a:cubicBezTo>
                <a:close/>
                <a:moveTo>
                  <a:pt x="1524000" y="2305050"/>
                </a:moveTo>
                <a:cubicBezTo>
                  <a:pt x="1513522" y="2294572"/>
                  <a:pt x="1504950" y="2279570"/>
                  <a:pt x="1504950" y="2271712"/>
                </a:cubicBezTo>
                <a:cubicBezTo>
                  <a:pt x="1504950" y="2256844"/>
                  <a:pt x="1537540" y="2219325"/>
                  <a:pt x="1550455" y="2219325"/>
                </a:cubicBezTo>
                <a:cubicBezTo>
                  <a:pt x="1567993" y="2219325"/>
                  <a:pt x="1600200" y="2250509"/>
                  <a:pt x="1600200" y="2267490"/>
                </a:cubicBezTo>
                <a:cubicBezTo>
                  <a:pt x="1600200" y="2286904"/>
                  <a:pt x="1568907" y="2324100"/>
                  <a:pt x="1552575" y="2324100"/>
                </a:cubicBezTo>
                <a:cubicBezTo>
                  <a:pt x="1547336" y="2324100"/>
                  <a:pt x="1534477" y="2315527"/>
                  <a:pt x="1524000" y="2305050"/>
                </a:cubicBezTo>
                <a:close/>
                <a:moveTo>
                  <a:pt x="558143" y="2307568"/>
                </a:moveTo>
                <a:cubicBezTo>
                  <a:pt x="555012" y="2304437"/>
                  <a:pt x="552450" y="2293702"/>
                  <a:pt x="552450" y="2283714"/>
                </a:cubicBezTo>
                <a:cubicBezTo>
                  <a:pt x="552450" y="2261330"/>
                  <a:pt x="584132" y="2264472"/>
                  <a:pt x="588526" y="2287292"/>
                </a:cubicBezTo>
                <a:cubicBezTo>
                  <a:pt x="591517" y="2302820"/>
                  <a:pt x="568653" y="2318078"/>
                  <a:pt x="558143" y="2307568"/>
                </a:cubicBezTo>
                <a:close/>
                <a:moveTo>
                  <a:pt x="752475" y="2290762"/>
                </a:moveTo>
                <a:cubicBezTo>
                  <a:pt x="752475" y="2270142"/>
                  <a:pt x="756326" y="2266172"/>
                  <a:pt x="773906" y="2268668"/>
                </a:cubicBezTo>
                <a:cubicBezTo>
                  <a:pt x="787972" y="2270666"/>
                  <a:pt x="795337" y="2278258"/>
                  <a:pt x="795337" y="2290762"/>
                </a:cubicBezTo>
                <a:cubicBezTo>
                  <a:pt x="795337" y="2303266"/>
                  <a:pt x="787972" y="2310858"/>
                  <a:pt x="773906" y="2312856"/>
                </a:cubicBezTo>
                <a:cubicBezTo>
                  <a:pt x="756326" y="2315352"/>
                  <a:pt x="752475" y="2311382"/>
                  <a:pt x="752475" y="2290762"/>
                </a:cubicBezTo>
                <a:close/>
                <a:moveTo>
                  <a:pt x="2254250" y="2308225"/>
                </a:moveTo>
                <a:cubicBezTo>
                  <a:pt x="2230380" y="2284355"/>
                  <a:pt x="2274349" y="2226373"/>
                  <a:pt x="2300108" y="2247751"/>
                </a:cubicBezTo>
                <a:cubicBezTo>
                  <a:pt x="2317472" y="2262162"/>
                  <a:pt x="2318857" y="2287432"/>
                  <a:pt x="2303145" y="2303145"/>
                </a:cubicBezTo>
                <a:cubicBezTo>
                  <a:pt x="2290691" y="2315598"/>
                  <a:pt x="2264359" y="2318334"/>
                  <a:pt x="2254250" y="2308225"/>
                </a:cubicBezTo>
                <a:close/>
                <a:moveTo>
                  <a:pt x="1974873" y="2290122"/>
                </a:moveTo>
                <a:cubicBezTo>
                  <a:pt x="1966935" y="2269434"/>
                  <a:pt x="1987089" y="2249979"/>
                  <a:pt x="2001514" y="2264404"/>
                </a:cubicBezTo>
                <a:cubicBezTo>
                  <a:pt x="2013707" y="2276597"/>
                  <a:pt x="2006153" y="2305050"/>
                  <a:pt x="1990725" y="2305050"/>
                </a:cubicBezTo>
                <a:cubicBezTo>
                  <a:pt x="1985157" y="2305050"/>
                  <a:pt x="1978024" y="2298332"/>
                  <a:pt x="1974873" y="2290122"/>
                </a:cubicBezTo>
                <a:close/>
                <a:moveTo>
                  <a:pt x="974994" y="2281237"/>
                </a:moveTo>
                <a:cubicBezTo>
                  <a:pt x="966583" y="2259319"/>
                  <a:pt x="979092" y="2236596"/>
                  <a:pt x="997605" y="2240161"/>
                </a:cubicBezTo>
                <a:cubicBezTo>
                  <a:pt x="1018272" y="2244141"/>
                  <a:pt x="1025498" y="2276135"/>
                  <a:pt x="1008205" y="2287094"/>
                </a:cubicBezTo>
                <a:cubicBezTo>
                  <a:pt x="989606" y="2298881"/>
                  <a:pt x="981195" y="2297398"/>
                  <a:pt x="974994" y="2281237"/>
                </a:cubicBezTo>
                <a:close/>
                <a:moveTo>
                  <a:pt x="2409825" y="2267030"/>
                </a:moveTo>
                <a:cubicBezTo>
                  <a:pt x="2409825" y="2256508"/>
                  <a:pt x="2416001" y="2247900"/>
                  <a:pt x="2423550" y="2247900"/>
                </a:cubicBezTo>
                <a:cubicBezTo>
                  <a:pt x="2445674" y="2247900"/>
                  <a:pt x="2448191" y="2262200"/>
                  <a:pt x="2428258" y="2274649"/>
                </a:cubicBezTo>
                <a:cubicBezTo>
                  <a:pt x="2412327" y="2284598"/>
                  <a:pt x="2409825" y="2283563"/>
                  <a:pt x="2409825" y="2267030"/>
                </a:cubicBezTo>
                <a:close/>
                <a:moveTo>
                  <a:pt x="1791404" y="2220640"/>
                </a:moveTo>
                <a:cubicBezTo>
                  <a:pt x="1778911" y="2197297"/>
                  <a:pt x="1800321" y="2166043"/>
                  <a:pt x="1822876" y="2174698"/>
                </a:cubicBezTo>
                <a:cubicBezTo>
                  <a:pt x="1844834" y="2183125"/>
                  <a:pt x="1852309" y="2207237"/>
                  <a:pt x="1838224" y="2224208"/>
                </a:cubicBezTo>
                <a:cubicBezTo>
                  <a:pt x="1822222" y="2243489"/>
                  <a:pt x="1802841" y="2242012"/>
                  <a:pt x="1791404" y="2220640"/>
                </a:cubicBezTo>
                <a:close/>
                <a:moveTo>
                  <a:pt x="1123608" y="2199636"/>
                </a:moveTo>
                <a:cubicBezTo>
                  <a:pt x="1115411" y="2184320"/>
                  <a:pt x="1116443" y="2174800"/>
                  <a:pt x="1128255" y="2156773"/>
                </a:cubicBezTo>
                <a:cubicBezTo>
                  <a:pt x="1146657" y="2128687"/>
                  <a:pt x="1163048" y="2127440"/>
                  <a:pt x="1185641" y="2152405"/>
                </a:cubicBezTo>
                <a:cubicBezTo>
                  <a:pt x="1201578" y="2170016"/>
                  <a:pt x="1201658" y="2172741"/>
                  <a:pt x="1186898" y="2195268"/>
                </a:cubicBezTo>
                <a:cubicBezTo>
                  <a:pt x="1167809" y="2224401"/>
                  <a:pt x="1137964" y="2226461"/>
                  <a:pt x="1123608" y="2199636"/>
                </a:cubicBezTo>
                <a:close/>
                <a:moveTo>
                  <a:pt x="2107406" y="2213016"/>
                </a:moveTo>
                <a:cubicBezTo>
                  <a:pt x="2091038" y="2206412"/>
                  <a:pt x="2092389" y="2157563"/>
                  <a:pt x="2109329" y="2143504"/>
                </a:cubicBezTo>
                <a:cubicBezTo>
                  <a:pt x="2142758" y="2115761"/>
                  <a:pt x="2183089" y="2153413"/>
                  <a:pt x="2164245" y="2194772"/>
                </a:cubicBezTo>
                <a:cubicBezTo>
                  <a:pt x="2153693" y="2217930"/>
                  <a:pt x="2134696" y="2224028"/>
                  <a:pt x="2107406" y="2213016"/>
                </a:cubicBezTo>
                <a:close/>
                <a:moveTo>
                  <a:pt x="633943" y="2201134"/>
                </a:moveTo>
                <a:cubicBezTo>
                  <a:pt x="624755" y="2186267"/>
                  <a:pt x="639811" y="2161094"/>
                  <a:pt x="656042" y="2164185"/>
                </a:cubicBezTo>
                <a:cubicBezTo>
                  <a:pt x="680044" y="2168756"/>
                  <a:pt x="682210" y="2209800"/>
                  <a:pt x="658449" y="2209800"/>
                </a:cubicBezTo>
                <a:cubicBezTo>
                  <a:pt x="647916" y="2209800"/>
                  <a:pt x="636889" y="2205900"/>
                  <a:pt x="633943" y="2201134"/>
                </a:cubicBezTo>
                <a:close/>
                <a:moveTo>
                  <a:pt x="1392257" y="2189216"/>
                </a:moveTo>
                <a:cubicBezTo>
                  <a:pt x="1393992" y="2176962"/>
                  <a:pt x="1401841" y="2166937"/>
                  <a:pt x="1409700" y="2166937"/>
                </a:cubicBezTo>
                <a:cubicBezTo>
                  <a:pt x="1430357" y="2166937"/>
                  <a:pt x="1427511" y="2204097"/>
                  <a:pt x="1406545" y="2208135"/>
                </a:cubicBezTo>
                <a:cubicBezTo>
                  <a:pt x="1393019" y="2210740"/>
                  <a:pt x="1389811" y="2206492"/>
                  <a:pt x="1392257" y="2189216"/>
                </a:cubicBezTo>
                <a:close/>
                <a:moveTo>
                  <a:pt x="824592" y="2185307"/>
                </a:moveTo>
                <a:cubicBezTo>
                  <a:pt x="793643" y="2154358"/>
                  <a:pt x="817181" y="2105025"/>
                  <a:pt x="862897" y="2105025"/>
                </a:cubicBezTo>
                <a:cubicBezTo>
                  <a:pt x="897161" y="2105025"/>
                  <a:pt x="912881" y="2143774"/>
                  <a:pt x="891719" y="2176072"/>
                </a:cubicBezTo>
                <a:cubicBezTo>
                  <a:pt x="873698" y="2203575"/>
                  <a:pt x="846590" y="2207304"/>
                  <a:pt x="824592" y="2185307"/>
                </a:cubicBezTo>
                <a:close/>
                <a:moveTo>
                  <a:pt x="2552700" y="2174032"/>
                </a:moveTo>
                <a:cubicBezTo>
                  <a:pt x="2552700" y="2168793"/>
                  <a:pt x="2559129" y="2159171"/>
                  <a:pt x="2566987" y="2152650"/>
                </a:cubicBezTo>
                <a:cubicBezTo>
                  <a:pt x="2574957" y="2146035"/>
                  <a:pt x="2581275" y="2145004"/>
                  <a:pt x="2581275" y="2150317"/>
                </a:cubicBezTo>
                <a:cubicBezTo>
                  <a:pt x="2581275" y="2155556"/>
                  <a:pt x="2574845" y="2165178"/>
                  <a:pt x="2566987" y="2171700"/>
                </a:cubicBezTo>
                <a:cubicBezTo>
                  <a:pt x="2559017" y="2178314"/>
                  <a:pt x="2552700" y="2179345"/>
                  <a:pt x="2552700" y="2174032"/>
                </a:cubicBezTo>
                <a:close/>
                <a:moveTo>
                  <a:pt x="1643742" y="2137682"/>
                </a:moveTo>
                <a:cubicBezTo>
                  <a:pt x="1635510" y="2129449"/>
                  <a:pt x="1628775" y="2119040"/>
                  <a:pt x="1628775" y="2114550"/>
                </a:cubicBezTo>
                <a:cubicBezTo>
                  <a:pt x="1628775" y="2099779"/>
                  <a:pt x="1658353" y="2076450"/>
                  <a:pt x="1677080" y="2076450"/>
                </a:cubicBezTo>
                <a:cubicBezTo>
                  <a:pt x="1698437" y="2076450"/>
                  <a:pt x="1703309" y="2121930"/>
                  <a:pt x="1684020" y="2141220"/>
                </a:cubicBezTo>
                <a:cubicBezTo>
                  <a:pt x="1668956" y="2156283"/>
                  <a:pt x="1661707" y="2155646"/>
                  <a:pt x="1643742" y="2137682"/>
                </a:cubicBezTo>
                <a:close/>
                <a:moveTo>
                  <a:pt x="1929674" y="2127650"/>
                </a:moveTo>
                <a:cubicBezTo>
                  <a:pt x="1921595" y="2106596"/>
                  <a:pt x="1946057" y="2081416"/>
                  <a:pt x="1966841" y="2089392"/>
                </a:cubicBezTo>
                <a:cubicBezTo>
                  <a:pt x="1976510" y="2093102"/>
                  <a:pt x="1981365" y="2103659"/>
                  <a:pt x="1979486" y="2116888"/>
                </a:cubicBezTo>
                <a:cubicBezTo>
                  <a:pt x="1975688" y="2143635"/>
                  <a:pt x="1938862" y="2151591"/>
                  <a:pt x="1929674" y="2127650"/>
                </a:cubicBezTo>
                <a:close/>
                <a:moveTo>
                  <a:pt x="2353365" y="2120144"/>
                </a:moveTo>
                <a:cubicBezTo>
                  <a:pt x="2342319" y="2106835"/>
                  <a:pt x="2361796" y="2038350"/>
                  <a:pt x="2376627" y="2038350"/>
                </a:cubicBezTo>
                <a:cubicBezTo>
                  <a:pt x="2398042" y="2038350"/>
                  <a:pt x="2419350" y="2061319"/>
                  <a:pt x="2419350" y="2084405"/>
                </a:cubicBezTo>
                <a:cubicBezTo>
                  <a:pt x="2419350" y="2128541"/>
                  <a:pt x="2378635" y="2150593"/>
                  <a:pt x="2353365" y="2120144"/>
                </a:cubicBezTo>
                <a:close/>
                <a:moveTo>
                  <a:pt x="1004629" y="2114132"/>
                </a:moveTo>
                <a:cubicBezTo>
                  <a:pt x="997028" y="2101834"/>
                  <a:pt x="1018179" y="2074710"/>
                  <a:pt x="1029779" y="2081879"/>
                </a:cubicBezTo>
                <a:cubicBezTo>
                  <a:pt x="1034424" y="2084750"/>
                  <a:pt x="1038225" y="2095418"/>
                  <a:pt x="1038225" y="2105587"/>
                </a:cubicBezTo>
                <a:cubicBezTo>
                  <a:pt x="1038225" y="2125108"/>
                  <a:pt x="1015055" y="2131002"/>
                  <a:pt x="1004629" y="2114132"/>
                </a:cubicBezTo>
                <a:close/>
                <a:moveTo>
                  <a:pt x="552450" y="2062162"/>
                </a:moveTo>
                <a:cubicBezTo>
                  <a:pt x="552450" y="2027237"/>
                  <a:pt x="555625" y="2019300"/>
                  <a:pt x="569595" y="2019300"/>
                </a:cubicBezTo>
                <a:cubicBezTo>
                  <a:pt x="607080" y="2019300"/>
                  <a:pt x="622320" y="2062368"/>
                  <a:pt x="594632" y="2090057"/>
                </a:cubicBezTo>
                <a:cubicBezTo>
                  <a:pt x="566754" y="2117934"/>
                  <a:pt x="552450" y="2108475"/>
                  <a:pt x="552450" y="2062162"/>
                </a:cubicBezTo>
                <a:close/>
                <a:moveTo>
                  <a:pt x="1287556" y="2070006"/>
                </a:moveTo>
                <a:cubicBezTo>
                  <a:pt x="1291833" y="2032675"/>
                  <a:pt x="1338262" y="2029853"/>
                  <a:pt x="1338262" y="2066925"/>
                </a:cubicBezTo>
                <a:cubicBezTo>
                  <a:pt x="1338262" y="2085975"/>
                  <a:pt x="1332883" y="2091353"/>
                  <a:pt x="1311368" y="2093818"/>
                </a:cubicBezTo>
                <a:cubicBezTo>
                  <a:pt x="1286904" y="2096622"/>
                  <a:pt x="1284752" y="2094470"/>
                  <a:pt x="1287556" y="2070006"/>
                </a:cubicBezTo>
                <a:close/>
                <a:moveTo>
                  <a:pt x="1461008" y="2081601"/>
                </a:moveTo>
                <a:cubicBezTo>
                  <a:pt x="1436410" y="2063614"/>
                  <a:pt x="1456632" y="2019300"/>
                  <a:pt x="1489439" y="2019300"/>
                </a:cubicBezTo>
                <a:cubicBezTo>
                  <a:pt x="1516066" y="2019300"/>
                  <a:pt x="1528017" y="2041621"/>
                  <a:pt x="1514705" y="2066494"/>
                </a:cubicBezTo>
                <a:cubicBezTo>
                  <a:pt x="1501797" y="2090612"/>
                  <a:pt x="1481241" y="2096396"/>
                  <a:pt x="1461008" y="2081601"/>
                </a:cubicBezTo>
                <a:close/>
                <a:moveTo>
                  <a:pt x="2216150" y="2041524"/>
                </a:moveTo>
                <a:cubicBezTo>
                  <a:pt x="2203691" y="2029066"/>
                  <a:pt x="2210077" y="1992656"/>
                  <a:pt x="2225778" y="1986631"/>
                </a:cubicBezTo>
                <a:cubicBezTo>
                  <a:pt x="2250834" y="1977016"/>
                  <a:pt x="2271237" y="2003015"/>
                  <a:pt x="2258019" y="2027713"/>
                </a:cubicBezTo>
                <a:cubicBezTo>
                  <a:pt x="2247359" y="2047632"/>
                  <a:pt x="2228483" y="2053858"/>
                  <a:pt x="2216150" y="2041524"/>
                </a:cubicBezTo>
                <a:close/>
                <a:moveTo>
                  <a:pt x="727061" y="2023323"/>
                </a:moveTo>
                <a:cubicBezTo>
                  <a:pt x="723889" y="2015059"/>
                  <a:pt x="728310" y="2001282"/>
                  <a:pt x="736885" y="1992707"/>
                </a:cubicBezTo>
                <a:cubicBezTo>
                  <a:pt x="751321" y="1978271"/>
                  <a:pt x="753628" y="1978271"/>
                  <a:pt x="768064" y="1992707"/>
                </a:cubicBezTo>
                <a:cubicBezTo>
                  <a:pt x="787538" y="2012181"/>
                  <a:pt x="778600" y="2038350"/>
                  <a:pt x="752475" y="2038350"/>
                </a:cubicBezTo>
                <a:cubicBezTo>
                  <a:pt x="741668" y="2038350"/>
                  <a:pt x="730232" y="2031588"/>
                  <a:pt x="727061" y="2023323"/>
                </a:cubicBezTo>
                <a:close/>
                <a:moveTo>
                  <a:pt x="2495550" y="2010337"/>
                </a:moveTo>
                <a:cubicBezTo>
                  <a:pt x="2495550" y="1986322"/>
                  <a:pt x="2511881" y="1976611"/>
                  <a:pt x="2528738" y="1990601"/>
                </a:cubicBezTo>
                <a:cubicBezTo>
                  <a:pt x="2546081" y="2004994"/>
                  <a:pt x="2536631" y="2028825"/>
                  <a:pt x="2513580" y="2028825"/>
                </a:cubicBezTo>
                <a:cubicBezTo>
                  <a:pt x="2502082" y="2028825"/>
                  <a:pt x="2495550" y="2022126"/>
                  <a:pt x="2495550" y="2010337"/>
                </a:cubicBezTo>
                <a:close/>
                <a:moveTo>
                  <a:pt x="1114898" y="2001134"/>
                </a:moveTo>
                <a:cubicBezTo>
                  <a:pt x="1100317" y="1973889"/>
                  <a:pt x="1134141" y="1933415"/>
                  <a:pt x="1156195" y="1951718"/>
                </a:cubicBezTo>
                <a:cubicBezTo>
                  <a:pt x="1174376" y="1966807"/>
                  <a:pt x="1176139" y="1991875"/>
                  <a:pt x="1160145" y="2007870"/>
                </a:cubicBezTo>
                <a:cubicBezTo>
                  <a:pt x="1143517" y="2024497"/>
                  <a:pt x="1126007" y="2021891"/>
                  <a:pt x="1114898" y="2001134"/>
                </a:cubicBezTo>
                <a:close/>
                <a:moveTo>
                  <a:pt x="1790465" y="2004730"/>
                </a:moveTo>
                <a:cubicBezTo>
                  <a:pt x="1781099" y="1993445"/>
                  <a:pt x="1780855" y="1984715"/>
                  <a:pt x="1789380" y="1966005"/>
                </a:cubicBezTo>
                <a:cubicBezTo>
                  <a:pt x="1804086" y="1933727"/>
                  <a:pt x="1850990" y="1936423"/>
                  <a:pt x="1855724" y="1969818"/>
                </a:cubicBezTo>
                <a:cubicBezTo>
                  <a:pt x="1861712" y="2012055"/>
                  <a:pt x="1816582" y="2036199"/>
                  <a:pt x="1790465" y="2004730"/>
                </a:cubicBezTo>
                <a:close/>
                <a:moveTo>
                  <a:pt x="909792" y="1984756"/>
                </a:moveTo>
                <a:cubicBezTo>
                  <a:pt x="890259" y="1965224"/>
                  <a:pt x="894699" y="1930039"/>
                  <a:pt x="917238" y="1925742"/>
                </a:cubicBezTo>
                <a:cubicBezTo>
                  <a:pt x="956693" y="1918220"/>
                  <a:pt x="978535" y="1971693"/>
                  <a:pt x="943636" y="1990370"/>
                </a:cubicBezTo>
                <a:cubicBezTo>
                  <a:pt x="929678" y="1997841"/>
                  <a:pt x="921523" y="1996488"/>
                  <a:pt x="909792" y="1984756"/>
                </a:cubicBezTo>
                <a:close/>
                <a:moveTo>
                  <a:pt x="2041781" y="1985927"/>
                </a:moveTo>
                <a:cubicBezTo>
                  <a:pt x="2033680" y="1964818"/>
                  <a:pt x="2062742" y="1935107"/>
                  <a:pt x="2077275" y="1949640"/>
                </a:cubicBezTo>
                <a:cubicBezTo>
                  <a:pt x="2092097" y="1964462"/>
                  <a:pt x="2084137" y="1994663"/>
                  <a:pt x="2064405" y="1998463"/>
                </a:cubicBezTo>
                <a:cubicBezTo>
                  <a:pt x="2055282" y="2000220"/>
                  <a:pt x="2045101" y="1994579"/>
                  <a:pt x="2041781" y="1985927"/>
                </a:cubicBezTo>
                <a:close/>
                <a:moveTo>
                  <a:pt x="1624543" y="1963009"/>
                </a:moveTo>
                <a:cubicBezTo>
                  <a:pt x="1618275" y="1952866"/>
                  <a:pt x="1627794" y="1924050"/>
                  <a:pt x="1637414" y="1924050"/>
                </a:cubicBezTo>
                <a:cubicBezTo>
                  <a:pt x="1650771" y="1924050"/>
                  <a:pt x="1665237" y="1945809"/>
                  <a:pt x="1660349" y="1958548"/>
                </a:cubicBezTo>
                <a:cubicBezTo>
                  <a:pt x="1654656" y="1973383"/>
                  <a:pt x="1632649" y="1976125"/>
                  <a:pt x="1624543" y="1963009"/>
                </a:cubicBezTo>
                <a:close/>
                <a:moveTo>
                  <a:pt x="1301638" y="1935206"/>
                </a:moveTo>
                <a:cubicBezTo>
                  <a:pt x="1279657" y="1910917"/>
                  <a:pt x="1281976" y="1888943"/>
                  <a:pt x="1308345" y="1871666"/>
                </a:cubicBezTo>
                <a:cubicBezTo>
                  <a:pt x="1354703" y="1841291"/>
                  <a:pt x="1396082" y="1900239"/>
                  <a:pt x="1352930" y="1935182"/>
                </a:cubicBezTo>
                <a:cubicBezTo>
                  <a:pt x="1326135" y="1956879"/>
                  <a:pt x="1321254" y="1956881"/>
                  <a:pt x="1301638" y="1935206"/>
                </a:cubicBezTo>
                <a:close/>
                <a:moveTo>
                  <a:pt x="2349901" y="1918101"/>
                </a:moveTo>
                <a:cubicBezTo>
                  <a:pt x="2338422" y="1906622"/>
                  <a:pt x="2342436" y="1879349"/>
                  <a:pt x="2357437" y="1866900"/>
                </a:cubicBezTo>
                <a:cubicBezTo>
                  <a:pt x="2376539" y="1851046"/>
                  <a:pt x="2402358" y="1871544"/>
                  <a:pt x="2398378" y="1899404"/>
                </a:cubicBezTo>
                <a:cubicBezTo>
                  <a:pt x="2395561" y="1919118"/>
                  <a:pt x="2363344" y="1931544"/>
                  <a:pt x="2349901" y="1918101"/>
                </a:cubicBezTo>
                <a:close/>
                <a:moveTo>
                  <a:pt x="1510007" y="1899171"/>
                </a:moveTo>
                <a:cubicBezTo>
                  <a:pt x="1499080" y="1888244"/>
                  <a:pt x="1497910" y="1880053"/>
                  <a:pt x="1505304" y="1866238"/>
                </a:cubicBezTo>
                <a:cubicBezTo>
                  <a:pt x="1524254" y="1830829"/>
                  <a:pt x="1570702" y="1852448"/>
                  <a:pt x="1556302" y="1889976"/>
                </a:cubicBezTo>
                <a:cubicBezTo>
                  <a:pt x="1548283" y="1910872"/>
                  <a:pt x="1526112" y="1915276"/>
                  <a:pt x="1510007" y="1899171"/>
                </a:cubicBezTo>
                <a:close/>
                <a:moveTo>
                  <a:pt x="601076" y="1891919"/>
                </a:moveTo>
                <a:cubicBezTo>
                  <a:pt x="586727" y="1874629"/>
                  <a:pt x="597694" y="1847850"/>
                  <a:pt x="619125" y="1847850"/>
                </a:cubicBezTo>
                <a:cubicBezTo>
                  <a:pt x="628481" y="1847850"/>
                  <a:pt x="638812" y="1854822"/>
                  <a:pt x="642082" y="1863344"/>
                </a:cubicBezTo>
                <a:cubicBezTo>
                  <a:pt x="647911" y="1878533"/>
                  <a:pt x="633324" y="1905000"/>
                  <a:pt x="619125" y="1905000"/>
                </a:cubicBezTo>
                <a:cubicBezTo>
                  <a:pt x="615169" y="1905000"/>
                  <a:pt x="607047" y="1899113"/>
                  <a:pt x="601076" y="1891919"/>
                </a:cubicBezTo>
                <a:close/>
                <a:moveTo>
                  <a:pt x="784707" y="1891268"/>
                </a:moveTo>
                <a:cubicBezTo>
                  <a:pt x="781809" y="1883716"/>
                  <a:pt x="780931" y="1869786"/>
                  <a:pt x="782756" y="1860312"/>
                </a:cubicBezTo>
                <a:cubicBezTo>
                  <a:pt x="787266" y="1836890"/>
                  <a:pt x="831967" y="1836808"/>
                  <a:pt x="836474" y="1860213"/>
                </a:cubicBezTo>
                <a:cubicBezTo>
                  <a:pt x="843026" y="1894233"/>
                  <a:pt x="796545" y="1922117"/>
                  <a:pt x="784707" y="1891268"/>
                </a:cubicBezTo>
                <a:close/>
                <a:moveTo>
                  <a:pt x="1927254" y="1880560"/>
                </a:moveTo>
                <a:cubicBezTo>
                  <a:pt x="1918998" y="1859046"/>
                  <a:pt x="1935900" y="1833562"/>
                  <a:pt x="1958425" y="1833562"/>
                </a:cubicBezTo>
                <a:cubicBezTo>
                  <a:pt x="1986969" y="1833562"/>
                  <a:pt x="1983742" y="1889675"/>
                  <a:pt x="1954963" y="1893761"/>
                </a:cubicBezTo>
                <a:cubicBezTo>
                  <a:pt x="1941492" y="1895674"/>
                  <a:pt x="1931166" y="1890755"/>
                  <a:pt x="1927254" y="1880560"/>
                </a:cubicBezTo>
                <a:close/>
                <a:moveTo>
                  <a:pt x="2545556" y="1889166"/>
                </a:moveTo>
                <a:cubicBezTo>
                  <a:pt x="2528281" y="1882196"/>
                  <a:pt x="2530965" y="1843751"/>
                  <a:pt x="2550402" y="1819747"/>
                </a:cubicBezTo>
                <a:cubicBezTo>
                  <a:pt x="2570915" y="1794414"/>
                  <a:pt x="2597965" y="1801794"/>
                  <a:pt x="2606298" y="1834996"/>
                </a:cubicBezTo>
                <a:cubicBezTo>
                  <a:pt x="2615626" y="1872160"/>
                  <a:pt x="2580669" y="1903335"/>
                  <a:pt x="2545556" y="1889166"/>
                </a:cubicBezTo>
                <a:close/>
                <a:moveTo>
                  <a:pt x="1022619" y="1871662"/>
                </a:moveTo>
                <a:cubicBezTo>
                  <a:pt x="1014260" y="1849878"/>
                  <a:pt x="1025970" y="1828800"/>
                  <a:pt x="1046431" y="1828800"/>
                </a:cubicBezTo>
                <a:cubicBezTo>
                  <a:pt x="1068960" y="1828800"/>
                  <a:pt x="1080527" y="1855121"/>
                  <a:pt x="1065798" y="1872869"/>
                </a:cubicBezTo>
                <a:cubicBezTo>
                  <a:pt x="1051467" y="1890136"/>
                  <a:pt x="1029472" y="1889522"/>
                  <a:pt x="1022619" y="1871662"/>
                </a:cubicBezTo>
                <a:close/>
                <a:moveTo>
                  <a:pt x="1720850" y="1841499"/>
                </a:moveTo>
                <a:cubicBezTo>
                  <a:pt x="1708180" y="1828830"/>
                  <a:pt x="1714906" y="1791152"/>
                  <a:pt x="1731414" y="1782317"/>
                </a:cubicBezTo>
                <a:cubicBezTo>
                  <a:pt x="1766642" y="1763464"/>
                  <a:pt x="1798182" y="1807982"/>
                  <a:pt x="1769745" y="1836420"/>
                </a:cubicBezTo>
                <a:cubicBezTo>
                  <a:pt x="1757291" y="1848873"/>
                  <a:pt x="1730959" y="1851609"/>
                  <a:pt x="1720850" y="1841499"/>
                </a:cubicBezTo>
                <a:close/>
                <a:moveTo>
                  <a:pt x="2173172" y="1832569"/>
                </a:moveTo>
                <a:cubicBezTo>
                  <a:pt x="2147165" y="1814353"/>
                  <a:pt x="2146729" y="1776877"/>
                  <a:pt x="2172316" y="1758955"/>
                </a:cubicBezTo>
                <a:cubicBezTo>
                  <a:pt x="2197202" y="1741524"/>
                  <a:pt x="2228175" y="1749249"/>
                  <a:pt x="2238044" y="1775350"/>
                </a:cubicBezTo>
                <a:cubicBezTo>
                  <a:pt x="2253862" y="1817186"/>
                  <a:pt x="2208426" y="1857262"/>
                  <a:pt x="2173172" y="1832569"/>
                </a:cubicBezTo>
                <a:close/>
                <a:moveTo>
                  <a:pt x="1222668" y="1805051"/>
                </a:moveTo>
                <a:cubicBezTo>
                  <a:pt x="1219369" y="1796453"/>
                  <a:pt x="1221237" y="1784852"/>
                  <a:pt x="1226819" y="1779270"/>
                </a:cubicBezTo>
                <a:cubicBezTo>
                  <a:pt x="1241332" y="1764757"/>
                  <a:pt x="1268829" y="1778021"/>
                  <a:pt x="1265038" y="1797705"/>
                </a:cubicBezTo>
                <a:cubicBezTo>
                  <a:pt x="1260815" y="1819630"/>
                  <a:pt x="1230294" y="1824922"/>
                  <a:pt x="1222668" y="1805051"/>
                </a:cubicBezTo>
                <a:close/>
                <a:moveTo>
                  <a:pt x="917561" y="1766148"/>
                </a:moveTo>
                <a:cubicBezTo>
                  <a:pt x="914389" y="1757884"/>
                  <a:pt x="919072" y="1743954"/>
                  <a:pt x="927967" y="1735192"/>
                </a:cubicBezTo>
                <a:cubicBezTo>
                  <a:pt x="943090" y="1720295"/>
                  <a:pt x="945017" y="1720447"/>
                  <a:pt x="957683" y="1737531"/>
                </a:cubicBezTo>
                <a:cubicBezTo>
                  <a:pt x="967720" y="1751069"/>
                  <a:pt x="968500" y="1759084"/>
                  <a:pt x="960697" y="1768487"/>
                </a:cubicBezTo>
                <a:cubicBezTo>
                  <a:pt x="946430" y="1785677"/>
                  <a:pt x="924600" y="1784493"/>
                  <a:pt x="917561" y="1766148"/>
                </a:cubicBezTo>
                <a:close/>
                <a:moveTo>
                  <a:pt x="607259" y="1750218"/>
                </a:moveTo>
                <a:cubicBezTo>
                  <a:pt x="600167" y="1730931"/>
                  <a:pt x="609903" y="1714500"/>
                  <a:pt x="628424" y="1714500"/>
                </a:cubicBezTo>
                <a:cubicBezTo>
                  <a:pt x="649542" y="1714500"/>
                  <a:pt x="659614" y="1736875"/>
                  <a:pt x="645050" y="1751439"/>
                </a:cubicBezTo>
                <a:cubicBezTo>
                  <a:pt x="630892" y="1765597"/>
                  <a:pt x="612699" y="1765009"/>
                  <a:pt x="607259" y="1750218"/>
                </a:cubicBezTo>
                <a:close/>
                <a:moveTo>
                  <a:pt x="1375068" y="1747901"/>
                </a:moveTo>
                <a:cubicBezTo>
                  <a:pt x="1371769" y="1739303"/>
                  <a:pt x="1373637" y="1727702"/>
                  <a:pt x="1379220" y="1722120"/>
                </a:cubicBezTo>
                <a:cubicBezTo>
                  <a:pt x="1393732" y="1707607"/>
                  <a:pt x="1421229" y="1720871"/>
                  <a:pt x="1417438" y="1740555"/>
                </a:cubicBezTo>
                <a:cubicBezTo>
                  <a:pt x="1413215" y="1762480"/>
                  <a:pt x="1382694" y="1767772"/>
                  <a:pt x="1375068" y="1747901"/>
                </a:cubicBezTo>
                <a:close/>
                <a:moveTo>
                  <a:pt x="1535430" y="1731645"/>
                </a:moveTo>
                <a:cubicBezTo>
                  <a:pt x="1511976" y="1708191"/>
                  <a:pt x="1535067" y="1670279"/>
                  <a:pt x="1565655" y="1682017"/>
                </a:cubicBezTo>
                <a:cubicBezTo>
                  <a:pt x="1590060" y="1691382"/>
                  <a:pt x="1578986" y="1743075"/>
                  <a:pt x="1552575" y="1743075"/>
                </a:cubicBezTo>
                <a:cubicBezTo>
                  <a:pt x="1549431" y="1743075"/>
                  <a:pt x="1541716" y="1737931"/>
                  <a:pt x="1535430" y="1731645"/>
                </a:cubicBezTo>
                <a:close/>
                <a:moveTo>
                  <a:pt x="2006600" y="1727199"/>
                </a:moveTo>
                <a:cubicBezTo>
                  <a:pt x="1993661" y="1714261"/>
                  <a:pt x="2000820" y="1676764"/>
                  <a:pt x="2017984" y="1667579"/>
                </a:cubicBezTo>
                <a:cubicBezTo>
                  <a:pt x="2045419" y="1652896"/>
                  <a:pt x="2071430" y="1676200"/>
                  <a:pt x="2063385" y="1708255"/>
                </a:cubicBezTo>
                <a:cubicBezTo>
                  <a:pt x="2057241" y="1732737"/>
                  <a:pt x="2023420" y="1744020"/>
                  <a:pt x="2006600" y="1727199"/>
                </a:cubicBezTo>
                <a:close/>
                <a:moveTo>
                  <a:pt x="2367819" y="1725411"/>
                </a:moveTo>
                <a:cubicBezTo>
                  <a:pt x="2358361" y="1710108"/>
                  <a:pt x="2373084" y="1684789"/>
                  <a:pt x="2389592" y="1687969"/>
                </a:cubicBezTo>
                <a:cubicBezTo>
                  <a:pt x="2409886" y="1691877"/>
                  <a:pt x="2409632" y="1727646"/>
                  <a:pt x="2389281" y="1731565"/>
                </a:cubicBezTo>
                <a:cubicBezTo>
                  <a:pt x="2380602" y="1733237"/>
                  <a:pt x="2370944" y="1730467"/>
                  <a:pt x="2367819" y="1725411"/>
                </a:cubicBezTo>
                <a:close/>
                <a:moveTo>
                  <a:pt x="727610" y="1710430"/>
                </a:moveTo>
                <a:cubicBezTo>
                  <a:pt x="718932" y="1687815"/>
                  <a:pt x="727653" y="1655165"/>
                  <a:pt x="745331" y="1644083"/>
                </a:cubicBezTo>
                <a:cubicBezTo>
                  <a:pt x="779866" y="1622434"/>
                  <a:pt x="817231" y="1677618"/>
                  <a:pt x="790139" y="1710261"/>
                </a:cubicBezTo>
                <a:cubicBezTo>
                  <a:pt x="775440" y="1727972"/>
                  <a:pt x="734384" y="1728083"/>
                  <a:pt x="727610" y="1710430"/>
                </a:cubicBezTo>
                <a:close/>
                <a:moveTo>
                  <a:pt x="2477288" y="1696922"/>
                </a:moveTo>
                <a:cubicBezTo>
                  <a:pt x="2466405" y="1676587"/>
                  <a:pt x="2487797" y="1638300"/>
                  <a:pt x="2510042" y="1638300"/>
                </a:cubicBezTo>
                <a:cubicBezTo>
                  <a:pt x="2531342" y="1638300"/>
                  <a:pt x="2545671" y="1672987"/>
                  <a:pt x="2533650" y="1695450"/>
                </a:cubicBezTo>
                <a:cubicBezTo>
                  <a:pt x="2520865" y="1719337"/>
                  <a:pt x="2489719" y="1720151"/>
                  <a:pt x="2477288" y="1696922"/>
                </a:cubicBezTo>
                <a:close/>
                <a:moveTo>
                  <a:pt x="1085952" y="1690811"/>
                </a:moveTo>
                <a:cubicBezTo>
                  <a:pt x="1068361" y="1669614"/>
                  <a:pt x="1081997" y="1630104"/>
                  <a:pt x="1109266" y="1623260"/>
                </a:cubicBezTo>
                <a:cubicBezTo>
                  <a:pt x="1137059" y="1616285"/>
                  <a:pt x="1148605" y="1622282"/>
                  <a:pt x="1155084" y="1647060"/>
                </a:cubicBezTo>
                <a:cubicBezTo>
                  <a:pt x="1165977" y="1688713"/>
                  <a:pt x="1112368" y="1722640"/>
                  <a:pt x="1085952" y="1690811"/>
                </a:cubicBezTo>
                <a:close/>
                <a:moveTo>
                  <a:pt x="1825954" y="1698954"/>
                </a:moveTo>
                <a:cubicBezTo>
                  <a:pt x="1814403" y="1687403"/>
                  <a:pt x="1818675" y="1660180"/>
                  <a:pt x="1834040" y="1647428"/>
                </a:cubicBezTo>
                <a:cubicBezTo>
                  <a:pt x="1855543" y="1629582"/>
                  <a:pt x="1885675" y="1659593"/>
                  <a:pt x="1870480" y="1683722"/>
                </a:cubicBezTo>
                <a:cubicBezTo>
                  <a:pt x="1859124" y="1701754"/>
                  <a:pt x="1836495" y="1709495"/>
                  <a:pt x="1825954" y="1698954"/>
                </a:cubicBezTo>
                <a:close/>
                <a:moveTo>
                  <a:pt x="1290548" y="1663225"/>
                </a:moveTo>
                <a:cubicBezTo>
                  <a:pt x="1277991" y="1654043"/>
                  <a:pt x="1275241" y="1644013"/>
                  <a:pt x="1280040" y="1624893"/>
                </a:cubicBezTo>
                <a:cubicBezTo>
                  <a:pt x="1289290" y="1588039"/>
                  <a:pt x="1336811" y="1592406"/>
                  <a:pt x="1341214" y="1630515"/>
                </a:cubicBezTo>
                <a:cubicBezTo>
                  <a:pt x="1344992" y="1663215"/>
                  <a:pt x="1316070" y="1681887"/>
                  <a:pt x="1290548" y="1663225"/>
                </a:cubicBezTo>
                <a:close/>
                <a:moveTo>
                  <a:pt x="1654063" y="1620881"/>
                </a:moveTo>
                <a:cubicBezTo>
                  <a:pt x="1624254" y="1587942"/>
                  <a:pt x="1639035" y="1552208"/>
                  <a:pt x="1684665" y="1546895"/>
                </a:cubicBezTo>
                <a:cubicBezTo>
                  <a:pt x="1721961" y="1542553"/>
                  <a:pt x="1735158" y="1577027"/>
                  <a:pt x="1710567" y="1614556"/>
                </a:cubicBezTo>
                <a:cubicBezTo>
                  <a:pt x="1692091" y="1642755"/>
                  <a:pt x="1675536" y="1644608"/>
                  <a:pt x="1654063" y="1620881"/>
                </a:cubicBezTo>
                <a:close/>
                <a:moveTo>
                  <a:pt x="2156539" y="1625172"/>
                </a:moveTo>
                <a:cubicBezTo>
                  <a:pt x="2148830" y="1605082"/>
                  <a:pt x="2159651" y="1590675"/>
                  <a:pt x="2182449" y="1590675"/>
                </a:cubicBezTo>
                <a:cubicBezTo>
                  <a:pt x="2196839" y="1590675"/>
                  <a:pt x="2200843" y="1595978"/>
                  <a:pt x="2198556" y="1612008"/>
                </a:cubicBezTo>
                <a:cubicBezTo>
                  <a:pt x="2195004" y="1636907"/>
                  <a:pt x="2164687" y="1646405"/>
                  <a:pt x="2156539" y="1625172"/>
                </a:cubicBezTo>
                <a:close/>
                <a:moveTo>
                  <a:pt x="924027" y="1614611"/>
                </a:moveTo>
                <a:cubicBezTo>
                  <a:pt x="896203" y="1581085"/>
                  <a:pt x="943726" y="1525530"/>
                  <a:pt x="976769" y="1552954"/>
                </a:cubicBezTo>
                <a:cubicBezTo>
                  <a:pt x="995654" y="1568627"/>
                  <a:pt x="994135" y="1594047"/>
                  <a:pt x="973181" y="1613011"/>
                </a:cubicBezTo>
                <a:cubicBezTo>
                  <a:pt x="951647" y="1632498"/>
                  <a:pt x="939208" y="1632903"/>
                  <a:pt x="924027" y="1614611"/>
                </a:cubicBezTo>
                <a:close/>
                <a:moveTo>
                  <a:pt x="549275" y="1612899"/>
                </a:moveTo>
                <a:cubicBezTo>
                  <a:pt x="539313" y="1602938"/>
                  <a:pt x="541850" y="1544838"/>
                  <a:pt x="552535" y="1538234"/>
                </a:cubicBezTo>
                <a:cubicBezTo>
                  <a:pt x="566916" y="1529346"/>
                  <a:pt x="597508" y="1541673"/>
                  <a:pt x="604173" y="1559042"/>
                </a:cubicBezTo>
                <a:cubicBezTo>
                  <a:pt x="615653" y="1588958"/>
                  <a:pt x="570061" y="1633686"/>
                  <a:pt x="549275" y="1612899"/>
                </a:cubicBezTo>
                <a:close/>
                <a:moveTo>
                  <a:pt x="2281917" y="1585232"/>
                </a:moveTo>
                <a:cubicBezTo>
                  <a:pt x="2262293" y="1565608"/>
                  <a:pt x="2263008" y="1549569"/>
                  <a:pt x="2284368" y="1530238"/>
                </a:cubicBezTo>
                <a:cubicBezTo>
                  <a:pt x="2323843" y="1494514"/>
                  <a:pt x="2368037" y="1532472"/>
                  <a:pt x="2338844" y="1577026"/>
                </a:cubicBezTo>
                <a:cubicBezTo>
                  <a:pt x="2321287" y="1603822"/>
                  <a:pt x="2303126" y="1606440"/>
                  <a:pt x="2281917" y="1585232"/>
                </a:cubicBezTo>
                <a:close/>
                <a:moveTo>
                  <a:pt x="1898673" y="1556697"/>
                </a:moveTo>
                <a:cubicBezTo>
                  <a:pt x="1891799" y="1538783"/>
                  <a:pt x="1908655" y="1519248"/>
                  <a:pt x="1923220" y="1528249"/>
                </a:cubicBezTo>
                <a:cubicBezTo>
                  <a:pt x="1938920" y="1537952"/>
                  <a:pt x="1935635" y="1571625"/>
                  <a:pt x="1918988" y="1571625"/>
                </a:cubicBezTo>
                <a:cubicBezTo>
                  <a:pt x="1910966" y="1571625"/>
                  <a:pt x="1901824" y="1564907"/>
                  <a:pt x="1898673" y="1556697"/>
                </a:cubicBezTo>
                <a:close/>
                <a:moveTo>
                  <a:pt x="1438379" y="1547938"/>
                </a:moveTo>
                <a:cubicBezTo>
                  <a:pt x="1428678" y="1536249"/>
                  <a:pt x="1428371" y="1527645"/>
                  <a:pt x="1436979" y="1508752"/>
                </a:cubicBezTo>
                <a:cubicBezTo>
                  <a:pt x="1449281" y="1481753"/>
                  <a:pt x="1473080" y="1481110"/>
                  <a:pt x="1489592" y="1507331"/>
                </a:cubicBezTo>
                <a:cubicBezTo>
                  <a:pt x="1510738" y="1540909"/>
                  <a:pt x="1463579" y="1578302"/>
                  <a:pt x="1438379" y="1547938"/>
                </a:cubicBezTo>
                <a:close/>
                <a:moveTo>
                  <a:pt x="2480214" y="1538991"/>
                </a:moveTo>
                <a:cubicBezTo>
                  <a:pt x="2471548" y="1516408"/>
                  <a:pt x="2483810" y="1493601"/>
                  <a:pt x="2502664" y="1497232"/>
                </a:cubicBezTo>
                <a:cubicBezTo>
                  <a:pt x="2513209" y="1499263"/>
                  <a:pt x="2519362" y="1509127"/>
                  <a:pt x="2519362" y="1524000"/>
                </a:cubicBezTo>
                <a:cubicBezTo>
                  <a:pt x="2519362" y="1551152"/>
                  <a:pt x="2489298" y="1562664"/>
                  <a:pt x="2480214" y="1538991"/>
                </a:cubicBezTo>
                <a:close/>
                <a:moveTo>
                  <a:pt x="717819" y="1519237"/>
                </a:moveTo>
                <a:cubicBezTo>
                  <a:pt x="709427" y="1497367"/>
                  <a:pt x="721200" y="1476375"/>
                  <a:pt x="741857" y="1476375"/>
                </a:cubicBezTo>
                <a:cubicBezTo>
                  <a:pt x="764101" y="1476375"/>
                  <a:pt x="772150" y="1493967"/>
                  <a:pt x="760377" y="1516856"/>
                </a:cubicBezTo>
                <a:cubicBezTo>
                  <a:pt x="749873" y="1537280"/>
                  <a:pt x="725271" y="1538656"/>
                  <a:pt x="717819" y="1519237"/>
                </a:cubicBezTo>
                <a:close/>
                <a:moveTo>
                  <a:pt x="1156193" y="1510295"/>
                </a:moveTo>
                <a:cubicBezTo>
                  <a:pt x="1148660" y="1490664"/>
                  <a:pt x="1168929" y="1466432"/>
                  <a:pt x="1187062" y="1473390"/>
                </a:cubicBezTo>
                <a:cubicBezTo>
                  <a:pt x="1206068" y="1480684"/>
                  <a:pt x="1199630" y="1518234"/>
                  <a:pt x="1178689" y="1522225"/>
                </a:cubicBezTo>
                <a:cubicBezTo>
                  <a:pt x="1169506" y="1523975"/>
                  <a:pt x="1159382" y="1518607"/>
                  <a:pt x="1156193" y="1510295"/>
                </a:cubicBezTo>
                <a:close/>
                <a:moveTo>
                  <a:pt x="2040255" y="1503045"/>
                </a:moveTo>
                <a:cubicBezTo>
                  <a:pt x="2012201" y="1474991"/>
                  <a:pt x="2033114" y="1419225"/>
                  <a:pt x="2071687" y="1419225"/>
                </a:cubicBezTo>
                <a:cubicBezTo>
                  <a:pt x="2098643" y="1419225"/>
                  <a:pt x="2114550" y="1436898"/>
                  <a:pt x="2114550" y="1466850"/>
                </a:cubicBezTo>
                <a:cubicBezTo>
                  <a:pt x="2114550" y="1496801"/>
                  <a:pt x="2098643" y="1514475"/>
                  <a:pt x="2071687" y="1514475"/>
                </a:cubicBezTo>
                <a:cubicBezTo>
                  <a:pt x="2060686" y="1514475"/>
                  <a:pt x="2046541" y="1509331"/>
                  <a:pt x="2040255" y="1503045"/>
                </a:cubicBezTo>
                <a:close/>
                <a:moveTo>
                  <a:pt x="882848" y="1489273"/>
                </a:moveTo>
                <a:cubicBezTo>
                  <a:pt x="868836" y="1475261"/>
                  <a:pt x="876205" y="1446384"/>
                  <a:pt x="892968" y="1449613"/>
                </a:cubicBezTo>
                <a:cubicBezTo>
                  <a:pt x="902136" y="1451378"/>
                  <a:pt x="909637" y="1460980"/>
                  <a:pt x="909637" y="1470949"/>
                </a:cubicBezTo>
                <a:cubicBezTo>
                  <a:pt x="909637" y="1489899"/>
                  <a:pt x="894101" y="1500526"/>
                  <a:pt x="882848" y="1489273"/>
                </a:cubicBezTo>
                <a:close/>
                <a:moveTo>
                  <a:pt x="1795483" y="1444230"/>
                </a:moveTo>
                <a:cubicBezTo>
                  <a:pt x="1773114" y="1427874"/>
                  <a:pt x="1780066" y="1386726"/>
                  <a:pt x="1805820" y="1383046"/>
                </a:cubicBezTo>
                <a:cubicBezTo>
                  <a:pt x="1831061" y="1379440"/>
                  <a:pt x="1851210" y="1403157"/>
                  <a:pt x="1843511" y="1427412"/>
                </a:cubicBezTo>
                <a:cubicBezTo>
                  <a:pt x="1835758" y="1451842"/>
                  <a:pt x="1815564" y="1458914"/>
                  <a:pt x="1795483" y="1444230"/>
                </a:cubicBezTo>
                <a:close/>
                <a:moveTo>
                  <a:pt x="1030150" y="1431459"/>
                </a:moveTo>
                <a:cubicBezTo>
                  <a:pt x="1017897" y="1408565"/>
                  <a:pt x="1033105" y="1381125"/>
                  <a:pt x="1058047" y="1381125"/>
                </a:cubicBezTo>
                <a:cubicBezTo>
                  <a:pt x="1080922" y="1381125"/>
                  <a:pt x="1092486" y="1406564"/>
                  <a:pt x="1079201" y="1427663"/>
                </a:cubicBezTo>
                <a:cubicBezTo>
                  <a:pt x="1065225" y="1449859"/>
                  <a:pt x="1041000" y="1451734"/>
                  <a:pt x="1030150" y="1431459"/>
                </a:cubicBezTo>
                <a:close/>
                <a:moveTo>
                  <a:pt x="1287593" y="1432159"/>
                </a:moveTo>
                <a:cubicBezTo>
                  <a:pt x="1266530" y="1394522"/>
                  <a:pt x="1310806" y="1354349"/>
                  <a:pt x="1340559" y="1384102"/>
                </a:cubicBezTo>
                <a:cubicBezTo>
                  <a:pt x="1362668" y="1406211"/>
                  <a:pt x="1348921" y="1447800"/>
                  <a:pt x="1319504" y="1447800"/>
                </a:cubicBezTo>
                <a:cubicBezTo>
                  <a:pt x="1306767" y="1447800"/>
                  <a:pt x="1292407" y="1440761"/>
                  <a:pt x="1287593" y="1432159"/>
                </a:cubicBezTo>
                <a:close/>
                <a:moveTo>
                  <a:pt x="1611332" y="1417691"/>
                </a:moveTo>
                <a:cubicBezTo>
                  <a:pt x="1613067" y="1405437"/>
                  <a:pt x="1620916" y="1395412"/>
                  <a:pt x="1628775" y="1395412"/>
                </a:cubicBezTo>
                <a:cubicBezTo>
                  <a:pt x="1649432" y="1395412"/>
                  <a:pt x="1646586" y="1432572"/>
                  <a:pt x="1625620" y="1436610"/>
                </a:cubicBezTo>
                <a:cubicBezTo>
                  <a:pt x="1612094" y="1439215"/>
                  <a:pt x="1608886" y="1434967"/>
                  <a:pt x="1611332" y="1417691"/>
                </a:cubicBezTo>
                <a:close/>
                <a:moveTo>
                  <a:pt x="613055" y="1404965"/>
                </a:moveTo>
                <a:cubicBezTo>
                  <a:pt x="609763" y="1396387"/>
                  <a:pt x="611470" y="1384969"/>
                  <a:pt x="616848" y="1379591"/>
                </a:cubicBezTo>
                <a:cubicBezTo>
                  <a:pt x="632375" y="1364064"/>
                  <a:pt x="661987" y="1374529"/>
                  <a:pt x="661987" y="1395542"/>
                </a:cubicBezTo>
                <a:cubicBezTo>
                  <a:pt x="661987" y="1419771"/>
                  <a:pt x="621712" y="1427526"/>
                  <a:pt x="613055" y="1404965"/>
                </a:cubicBezTo>
                <a:close/>
                <a:moveTo>
                  <a:pt x="2240756" y="1412265"/>
                </a:moveTo>
                <a:cubicBezTo>
                  <a:pt x="2225952" y="1407101"/>
                  <a:pt x="2225231" y="1379028"/>
                  <a:pt x="2239535" y="1364724"/>
                </a:cubicBezTo>
                <a:cubicBezTo>
                  <a:pt x="2255371" y="1348888"/>
                  <a:pt x="2276475" y="1360978"/>
                  <a:pt x="2276475" y="1385887"/>
                </a:cubicBezTo>
                <a:cubicBezTo>
                  <a:pt x="2276475" y="1408412"/>
                  <a:pt x="2261472" y="1419491"/>
                  <a:pt x="2240756" y="1412265"/>
                </a:cubicBezTo>
                <a:close/>
                <a:moveTo>
                  <a:pt x="2425918" y="1408234"/>
                </a:moveTo>
                <a:cubicBezTo>
                  <a:pt x="2405911" y="1397038"/>
                  <a:pt x="2405310" y="1377475"/>
                  <a:pt x="2424388" y="1358397"/>
                </a:cubicBezTo>
                <a:cubicBezTo>
                  <a:pt x="2448807" y="1333978"/>
                  <a:pt x="2483550" y="1361193"/>
                  <a:pt x="2470702" y="1394676"/>
                </a:cubicBezTo>
                <a:cubicBezTo>
                  <a:pt x="2463524" y="1413379"/>
                  <a:pt x="2445087" y="1418962"/>
                  <a:pt x="2425918" y="1408234"/>
                </a:cubicBezTo>
                <a:close/>
                <a:moveTo>
                  <a:pt x="773644" y="1347247"/>
                </a:moveTo>
                <a:cubicBezTo>
                  <a:pt x="737961" y="1322254"/>
                  <a:pt x="754570" y="1257300"/>
                  <a:pt x="796644" y="1257300"/>
                </a:cubicBezTo>
                <a:cubicBezTo>
                  <a:pt x="845343" y="1257300"/>
                  <a:pt x="864127" y="1307572"/>
                  <a:pt x="828675" y="1343025"/>
                </a:cubicBezTo>
                <a:cubicBezTo>
                  <a:pt x="805743" y="1365956"/>
                  <a:pt x="800887" y="1366329"/>
                  <a:pt x="773644" y="1347247"/>
                </a:cubicBezTo>
                <a:close/>
                <a:moveTo>
                  <a:pt x="1482943" y="1351084"/>
                </a:moveTo>
                <a:cubicBezTo>
                  <a:pt x="1462936" y="1339888"/>
                  <a:pt x="1462335" y="1320325"/>
                  <a:pt x="1481413" y="1301247"/>
                </a:cubicBezTo>
                <a:cubicBezTo>
                  <a:pt x="1505832" y="1276828"/>
                  <a:pt x="1540575" y="1304043"/>
                  <a:pt x="1527727" y="1337526"/>
                </a:cubicBezTo>
                <a:cubicBezTo>
                  <a:pt x="1520549" y="1356229"/>
                  <a:pt x="1502112" y="1361812"/>
                  <a:pt x="1482943" y="1351084"/>
                </a:cubicBezTo>
                <a:close/>
                <a:moveTo>
                  <a:pt x="1930906" y="1340283"/>
                </a:moveTo>
                <a:cubicBezTo>
                  <a:pt x="1923353" y="1320602"/>
                  <a:pt x="1938101" y="1302565"/>
                  <a:pt x="1958528" y="1306499"/>
                </a:cubicBezTo>
                <a:cubicBezTo>
                  <a:pt x="1983835" y="1311373"/>
                  <a:pt x="1981972" y="1346997"/>
                  <a:pt x="1956218" y="1350672"/>
                </a:cubicBezTo>
                <a:cubicBezTo>
                  <a:pt x="1945098" y="1352259"/>
                  <a:pt x="1933707" y="1347584"/>
                  <a:pt x="1930906" y="1340283"/>
                </a:cubicBezTo>
                <a:close/>
                <a:moveTo>
                  <a:pt x="944582" y="1312916"/>
                </a:moveTo>
                <a:cubicBezTo>
                  <a:pt x="946317" y="1300662"/>
                  <a:pt x="954166" y="1290637"/>
                  <a:pt x="962025" y="1290637"/>
                </a:cubicBezTo>
                <a:cubicBezTo>
                  <a:pt x="982682" y="1290637"/>
                  <a:pt x="979836" y="1327797"/>
                  <a:pt x="958870" y="1331835"/>
                </a:cubicBezTo>
                <a:cubicBezTo>
                  <a:pt x="945344" y="1334440"/>
                  <a:pt x="942136" y="1330192"/>
                  <a:pt x="944582" y="1312916"/>
                </a:cubicBezTo>
                <a:close/>
                <a:moveTo>
                  <a:pt x="1686360" y="1319736"/>
                </a:moveTo>
                <a:cubicBezTo>
                  <a:pt x="1659490" y="1287360"/>
                  <a:pt x="1696823" y="1230772"/>
                  <a:pt x="1727989" y="1256637"/>
                </a:cubicBezTo>
                <a:cubicBezTo>
                  <a:pt x="1748809" y="1273916"/>
                  <a:pt x="1746925" y="1311718"/>
                  <a:pt x="1724651" y="1323639"/>
                </a:cubicBezTo>
                <a:cubicBezTo>
                  <a:pt x="1701065" y="1336262"/>
                  <a:pt x="1699983" y="1336152"/>
                  <a:pt x="1686360" y="1319736"/>
                </a:cubicBezTo>
                <a:close/>
                <a:moveTo>
                  <a:pt x="542925" y="1289843"/>
                </a:moveTo>
                <a:cubicBezTo>
                  <a:pt x="542925" y="1267875"/>
                  <a:pt x="546925" y="1257045"/>
                  <a:pt x="554150" y="1259454"/>
                </a:cubicBezTo>
                <a:cubicBezTo>
                  <a:pt x="585368" y="1269860"/>
                  <a:pt x="588187" y="1323975"/>
                  <a:pt x="557511" y="1323975"/>
                </a:cubicBezTo>
                <a:cubicBezTo>
                  <a:pt x="547126" y="1323975"/>
                  <a:pt x="542925" y="1314143"/>
                  <a:pt x="542925" y="1289843"/>
                </a:cubicBezTo>
                <a:close/>
                <a:moveTo>
                  <a:pt x="1154430" y="1303020"/>
                </a:moveTo>
                <a:cubicBezTo>
                  <a:pt x="1136306" y="1284896"/>
                  <a:pt x="1141070" y="1259003"/>
                  <a:pt x="1165470" y="1243016"/>
                </a:cubicBezTo>
                <a:cubicBezTo>
                  <a:pt x="1191429" y="1226006"/>
                  <a:pt x="1215998" y="1232207"/>
                  <a:pt x="1224127" y="1257820"/>
                </a:cubicBezTo>
                <a:cubicBezTo>
                  <a:pt x="1237323" y="1299395"/>
                  <a:pt x="1184840" y="1333430"/>
                  <a:pt x="1154430" y="1303020"/>
                </a:cubicBezTo>
                <a:close/>
                <a:moveTo>
                  <a:pt x="2051319" y="1271587"/>
                </a:moveTo>
                <a:cubicBezTo>
                  <a:pt x="2043773" y="1251923"/>
                  <a:pt x="2054004" y="1228725"/>
                  <a:pt x="2070222" y="1228725"/>
                </a:cubicBezTo>
                <a:cubicBezTo>
                  <a:pt x="2089719" y="1228725"/>
                  <a:pt x="2106307" y="1252400"/>
                  <a:pt x="2099407" y="1270380"/>
                </a:cubicBezTo>
                <a:cubicBezTo>
                  <a:pt x="2091940" y="1289839"/>
                  <a:pt x="2058644" y="1290675"/>
                  <a:pt x="2051319" y="1271587"/>
                </a:cubicBezTo>
                <a:close/>
                <a:moveTo>
                  <a:pt x="2544782" y="1255766"/>
                </a:moveTo>
                <a:cubicBezTo>
                  <a:pt x="2546517" y="1243512"/>
                  <a:pt x="2554366" y="1233487"/>
                  <a:pt x="2562225" y="1233487"/>
                </a:cubicBezTo>
                <a:cubicBezTo>
                  <a:pt x="2582882" y="1233487"/>
                  <a:pt x="2580036" y="1270647"/>
                  <a:pt x="2559070" y="1274685"/>
                </a:cubicBezTo>
                <a:cubicBezTo>
                  <a:pt x="2545544" y="1277290"/>
                  <a:pt x="2542336" y="1273042"/>
                  <a:pt x="2544782" y="1255766"/>
                </a:cubicBezTo>
                <a:close/>
                <a:moveTo>
                  <a:pt x="1291625" y="1251677"/>
                </a:moveTo>
                <a:cubicBezTo>
                  <a:pt x="1284474" y="1233041"/>
                  <a:pt x="1292171" y="1219200"/>
                  <a:pt x="1309687" y="1219200"/>
                </a:cubicBezTo>
                <a:cubicBezTo>
                  <a:pt x="1316927" y="1219200"/>
                  <a:pt x="1325260" y="1223099"/>
                  <a:pt x="1328206" y="1227865"/>
                </a:cubicBezTo>
                <a:cubicBezTo>
                  <a:pt x="1336161" y="1240737"/>
                  <a:pt x="1323761" y="1266825"/>
                  <a:pt x="1309687" y="1266825"/>
                </a:cubicBezTo>
                <a:cubicBezTo>
                  <a:pt x="1302950" y="1266825"/>
                  <a:pt x="1294822" y="1260008"/>
                  <a:pt x="1291625" y="1251677"/>
                </a:cubicBezTo>
                <a:close/>
                <a:moveTo>
                  <a:pt x="2386126" y="1229084"/>
                </a:moveTo>
                <a:cubicBezTo>
                  <a:pt x="2377358" y="1201458"/>
                  <a:pt x="2397176" y="1171575"/>
                  <a:pt x="2424266" y="1171575"/>
                </a:cubicBezTo>
                <a:cubicBezTo>
                  <a:pt x="2451906" y="1171575"/>
                  <a:pt x="2466786" y="1210761"/>
                  <a:pt x="2447822" y="1233611"/>
                </a:cubicBezTo>
                <a:cubicBezTo>
                  <a:pt x="2430712" y="1254227"/>
                  <a:pt x="2393234" y="1251478"/>
                  <a:pt x="2386126" y="1229084"/>
                </a:cubicBezTo>
                <a:close/>
                <a:moveTo>
                  <a:pt x="2203989" y="1215141"/>
                </a:moveTo>
                <a:cubicBezTo>
                  <a:pt x="2195323" y="1192558"/>
                  <a:pt x="2207585" y="1169751"/>
                  <a:pt x="2226439" y="1173382"/>
                </a:cubicBezTo>
                <a:cubicBezTo>
                  <a:pt x="2249090" y="1177744"/>
                  <a:pt x="2249090" y="1222555"/>
                  <a:pt x="2226439" y="1226917"/>
                </a:cubicBezTo>
                <a:cubicBezTo>
                  <a:pt x="2217256" y="1228685"/>
                  <a:pt x="2207153" y="1223386"/>
                  <a:pt x="2203989" y="1215141"/>
                </a:cubicBezTo>
                <a:close/>
                <a:moveTo>
                  <a:pt x="1003782" y="1205468"/>
                </a:moveTo>
                <a:cubicBezTo>
                  <a:pt x="1000884" y="1197916"/>
                  <a:pt x="1000006" y="1183986"/>
                  <a:pt x="1001831" y="1174512"/>
                </a:cubicBezTo>
                <a:cubicBezTo>
                  <a:pt x="1006341" y="1151090"/>
                  <a:pt x="1051042" y="1151008"/>
                  <a:pt x="1055549" y="1174413"/>
                </a:cubicBezTo>
                <a:cubicBezTo>
                  <a:pt x="1062101" y="1208433"/>
                  <a:pt x="1015620" y="1236317"/>
                  <a:pt x="1003782" y="1205468"/>
                </a:cubicBezTo>
                <a:close/>
                <a:moveTo>
                  <a:pt x="606425" y="1203325"/>
                </a:moveTo>
                <a:cubicBezTo>
                  <a:pt x="594691" y="1191591"/>
                  <a:pt x="599936" y="1154972"/>
                  <a:pt x="615160" y="1142337"/>
                </a:cubicBezTo>
                <a:cubicBezTo>
                  <a:pt x="644854" y="1117693"/>
                  <a:pt x="682064" y="1165457"/>
                  <a:pt x="656845" y="1195845"/>
                </a:cubicBezTo>
                <a:cubicBezTo>
                  <a:pt x="644900" y="1210237"/>
                  <a:pt x="617415" y="1214315"/>
                  <a:pt x="606425" y="1203325"/>
                </a:cubicBezTo>
                <a:close/>
                <a:moveTo>
                  <a:pt x="1556285" y="1186555"/>
                </a:moveTo>
                <a:cubicBezTo>
                  <a:pt x="1547607" y="1163940"/>
                  <a:pt x="1556328" y="1131290"/>
                  <a:pt x="1574006" y="1120208"/>
                </a:cubicBezTo>
                <a:cubicBezTo>
                  <a:pt x="1608541" y="1098559"/>
                  <a:pt x="1645906" y="1153743"/>
                  <a:pt x="1618814" y="1186386"/>
                </a:cubicBezTo>
                <a:cubicBezTo>
                  <a:pt x="1604115" y="1204097"/>
                  <a:pt x="1563059" y="1204208"/>
                  <a:pt x="1556285" y="1186555"/>
                </a:cubicBezTo>
                <a:close/>
                <a:moveTo>
                  <a:pt x="1406926" y="1184676"/>
                </a:moveTo>
                <a:cubicBezTo>
                  <a:pt x="1385159" y="1162909"/>
                  <a:pt x="1413642" y="1118750"/>
                  <a:pt x="1442345" y="1129764"/>
                </a:cubicBezTo>
                <a:cubicBezTo>
                  <a:pt x="1465676" y="1138717"/>
                  <a:pt x="1458421" y="1185023"/>
                  <a:pt x="1433120" y="1188645"/>
                </a:cubicBezTo>
                <a:cubicBezTo>
                  <a:pt x="1422427" y="1190176"/>
                  <a:pt x="1410640" y="1188390"/>
                  <a:pt x="1406926" y="1184676"/>
                </a:cubicBezTo>
                <a:close/>
                <a:moveTo>
                  <a:pt x="1801367" y="1173710"/>
                </a:moveTo>
                <a:cubicBezTo>
                  <a:pt x="1790585" y="1153562"/>
                  <a:pt x="1804158" y="1123950"/>
                  <a:pt x="1824175" y="1123950"/>
                </a:cubicBezTo>
                <a:cubicBezTo>
                  <a:pt x="1843997" y="1123950"/>
                  <a:pt x="1857604" y="1154483"/>
                  <a:pt x="1846569" y="1174202"/>
                </a:cubicBezTo>
                <a:cubicBezTo>
                  <a:pt x="1834680" y="1195445"/>
                  <a:pt x="1812872" y="1195207"/>
                  <a:pt x="1801367" y="1173710"/>
                </a:cubicBezTo>
                <a:close/>
                <a:moveTo>
                  <a:pt x="843848" y="1156162"/>
                </a:moveTo>
                <a:cubicBezTo>
                  <a:pt x="840398" y="1147171"/>
                  <a:pt x="841714" y="1135675"/>
                  <a:pt x="846772" y="1130617"/>
                </a:cubicBezTo>
                <a:cubicBezTo>
                  <a:pt x="860536" y="1116853"/>
                  <a:pt x="887701" y="1130986"/>
                  <a:pt x="884038" y="1150005"/>
                </a:cubicBezTo>
                <a:cubicBezTo>
                  <a:pt x="879745" y="1172294"/>
                  <a:pt x="851688" y="1176592"/>
                  <a:pt x="843848" y="1156162"/>
                </a:cubicBezTo>
                <a:close/>
                <a:moveTo>
                  <a:pt x="1997868" y="1151762"/>
                </a:moveTo>
                <a:cubicBezTo>
                  <a:pt x="1959787" y="1129582"/>
                  <a:pt x="1990288" y="1060265"/>
                  <a:pt x="2031478" y="1075379"/>
                </a:cubicBezTo>
                <a:cubicBezTo>
                  <a:pt x="2059183" y="1085544"/>
                  <a:pt x="2065873" y="1132297"/>
                  <a:pt x="2042109" y="1149674"/>
                </a:cubicBezTo>
                <a:cubicBezTo>
                  <a:pt x="2022098" y="1164305"/>
                  <a:pt x="2019606" y="1164423"/>
                  <a:pt x="1997868" y="1151762"/>
                </a:cubicBezTo>
                <a:close/>
                <a:moveTo>
                  <a:pt x="2304750" y="1118826"/>
                </a:moveTo>
                <a:cubicBezTo>
                  <a:pt x="2294529" y="1106511"/>
                  <a:pt x="2294975" y="1101367"/>
                  <a:pt x="2307335" y="1089007"/>
                </a:cubicBezTo>
                <a:cubicBezTo>
                  <a:pt x="2323309" y="1073033"/>
                  <a:pt x="2343150" y="1078865"/>
                  <a:pt x="2343150" y="1099533"/>
                </a:cubicBezTo>
                <a:cubicBezTo>
                  <a:pt x="2343150" y="1122917"/>
                  <a:pt x="2318446" y="1135329"/>
                  <a:pt x="2304750" y="1118826"/>
                </a:cubicBezTo>
                <a:close/>
                <a:moveTo>
                  <a:pt x="1229602" y="1091670"/>
                </a:moveTo>
                <a:cubicBezTo>
                  <a:pt x="1191158" y="1045347"/>
                  <a:pt x="1255432" y="984498"/>
                  <a:pt x="1297923" y="1026990"/>
                </a:cubicBezTo>
                <a:cubicBezTo>
                  <a:pt x="1317709" y="1046775"/>
                  <a:pt x="1318140" y="1049842"/>
                  <a:pt x="1304561" y="1074144"/>
                </a:cubicBezTo>
                <a:cubicBezTo>
                  <a:pt x="1287898" y="1103964"/>
                  <a:pt x="1247621" y="1113380"/>
                  <a:pt x="1229602" y="1091670"/>
                </a:cubicBezTo>
                <a:close/>
                <a:moveTo>
                  <a:pt x="542925" y="1062037"/>
                </a:moveTo>
                <a:cubicBezTo>
                  <a:pt x="542925" y="1048940"/>
                  <a:pt x="546854" y="1038225"/>
                  <a:pt x="551656" y="1038225"/>
                </a:cubicBezTo>
                <a:cubicBezTo>
                  <a:pt x="562812" y="1038225"/>
                  <a:pt x="569996" y="1058494"/>
                  <a:pt x="564315" y="1073943"/>
                </a:cubicBezTo>
                <a:cubicBezTo>
                  <a:pt x="556733" y="1094560"/>
                  <a:pt x="542925" y="1086874"/>
                  <a:pt x="542925" y="1062037"/>
                </a:cubicBezTo>
                <a:close/>
                <a:moveTo>
                  <a:pt x="735330" y="1074420"/>
                </a:moveTo>
                <a:cubicBezTo>
                  <a:pt x="711876" y="1050966"/>
                  <a:pt x="734967" y="1013054"/>
                  <a:pt x="765555" y="1024792"/>
                </a:cubicBezTo>
                <a:cubicBezTo>
                  <a:pt x="789960" y="1034157"/>
                  <a:pt x="778886" y="1085850"/>
                  <a:pt x="752475" y="1085850"/>
                </a:cubicBezTo>
                <a:cubicBezTo>
                  <a:pt x="749331" y="1085850"/>
                  <a:pt x="741616" y="1080706"/>
                  <a:pt x="735330" y="1074420"/>
                </a:cubicBezTo>
                <a:close/>
                <a:moveTo>
                  <a:pt x="1727739" y="1072266"/>
                </a:moveTo>
                <a:cubicBezTo>
                  <a:pt x="1719073" y="1049683"/>
                  <a:pt x="1731335" y="1026876"/>
                  <a:pt x="1750189" y="1030507"/>
                </a:cubicBezTo>
                <a:cubicBezTo>
                  <a:pt x="1760734" y="1032538"/>
                  <a:pt x="1766887" y="1042402"/>
                  <a:pt x="1766887" y="1057275"/>
                </a:cubicBezTo>
                <a:cubicBezTo>
                  <a:pt x="1766887" y="1084427"/>
                  <a:pt x="1736823" y="1095939"/>
                  <a:pt x="1727739" y="1072266"/>
                </a:cubicBezTo>
                <a:close/>
                <a:moveTo>
                  <a:pt x="2149876" y="1060851"/>
                </a:moveTo>
                <a:cubicBezTo>
                  <a:pt x="2127254" y="1038229"/>
                  <a:pt x="2162590" y="992246"/>
                  <a:pt x="2189715" y="1009010"/>
                </a:cubicBezTo>
                <a:cubicBezTo>
                  <a:pt x="2208665" y="1020722"/>
                  <a:pt x="2198675" y="1061584"/>
                  <a:pt x="2176070" y="1064820"/>
                </a:cubicBezTo>
                <a:cubicBezTo>
                  <a:pt x="2165377" y="1066351"/>
                  <a:pt x="2153590" y="1064565"/>
                  <a:pt x="2149876" y="1060851"/>
                </a:cubicBezTo>
                <a:close/>
                <a:moveTo>
                  <a:pt x="906780" y="1036320"/>
                </a:moveTo>
                <a:cubicBezTo>
                  <a:pt x="879476" y="1009016"/>
                  <a:pt x="913841" y="954517"/>
                  <a:pt x="950937" y="966291"/>
                </a:cubicBezTo>
                <a:cubicBezTo>
                  <a:pt x="977520" y="974728"/>
                  <a:pt x="984029" y="998959"/>
                  <a:pt x="966783" y="1025279"/>
                </a:cubicBezTo>
                <a:cubicBezTo>
                  <a:pt x="950796" y="1049679"/>
                  <a:pt x="924903" y="1054443"/>
                  <a:pt x="906780" y="1036320"/>
                </a:cubicBezTo>
                <a:close/>
                <a:moveTo>
                  <a:pt x="2448025" y="1033583"/>
                </a:moveTo>
                <a:cubicBezTo>
                  <a:pt x="2423390" y="1003900"/>
                  <a:pt x="2465184" y="965677"/>
                  <a:pt x="2492455" y="992948"/>
                </a:cubicBezTo>
                <a:cubicBezTo>
                  <a:pt x="2503897" y="1004390"/>
                  <a:pt x="2504671" y="1011656"/>
                  <a:pt x="2496144" y="1027588"/>
                </a:cubicBezTo>
                <a:cubicBezTo>
                  <a:pt x="2483518" y="1051181"/>
                  <a:pt x="2464587" y="1053539"/>
                  <a:pt x="2448025" y="1033583"/>
                </a:cubicBezTo>
                <a:close/>
                <a:moveTo>
                  <a:pt x="1524100" y="1024058"/>
                </a:moveTo>
                <a:cubicBezTo>
                  <a:pt x="1508633" y="1005422"/>
                  <a:pt x="1518620" y="981075"/>
                  <a:pt x="1541731" y="981075"/>
                </a:cubicBezTo>
                <a:cubicBezTo>
                  <a:pt x="1566115" y="981075"/>
                  <a:pt x="1574435" y="1005478"/>
                  <a:pt x="1556252" y="1023661"/>
                </a:cubicBezTo>
                <a:cubicBezTo>
                  <a:pt x="1538413" y="1041501"/>
                  <a:pt x="1538574" y="1041499"/>
                  <a:pt x="1524100" y="1024058"/>
                </a:cubicBezTo>
                <a:close/>
                <a:moveTo>
                  <a:pt x="1080039" y="996066"/>
                </a:moveTo>
                <a:cubicBezTo>
                  <a:pt x="1071373" y="973483"/>
                  <a:pt x="1083635" y="950676"/>
                  <a:pt x="1102489" y="954307"/>
                </a:cubicBezTo>
                <a:cubicBezTo>
                  <a:pt x="1113034" y="956338"/>
                  <a:pt x="1119187" y="966202"/>
                  <a:pt x="1119187" y="981075"/>
                </a:cubicBezTo>
                <a:cubicBezTo>
                  <a:pt x="1119187" y="1008227"/>
                  <a:pt x="1089123" y="1019739"/>
                  <a:pt x="1080039" y="996066"/>
                </a:cubicBezTo>
                <a:close/>
                <a:moveTo>
                  <a:pt x="1867688" y="992072"/>
                </a:moveTo>
                <a:cubicBezTo>
                  <a:pt x="1860917" y="979420"/>
                  <a:pt x="1862309" y="968744"/>
                  <a:pt x="1872655" y="953972"/>
                </a:cubicBezTo>
                <a:cubicBezTo>
                  <a:pt x="1890491" y="928507"/>
                  <a:pt x="1910763" y="927674"/>
                  <a:pt x="1923714" y="951873"/>
                </a:cubicBezTo>
                <a:cubicBezTo>
                  <a:pt x="1936466" y="975701"/>
                  <a:pt x="1936314" y="976974"/>
                  <a:pt x="1918607" y="994682"/>
                </a:cubicBezTo>
                <a:cubicBezTo>
                  <a:pt x="1898693" y="1014595"/>
                  <a:pt x="1879207" y="1013597"/>
                  <a:pt x="1867688" y="992072"/>
                </a:cubicBezTo>
                <a:close/>
                <a:moveTo>
                  <a:pt x="587812" y="975162"/>
                </a:moveTo>
                <a:cubicBezTo>
                  <a:pt x="562581" y="949931"/>
                  <a:pt x="594524" y="898806"/>
                  <a:pt x="628735" y="909664"/>
                </a:cubicBezTo>
                <a:cubicBezTo>
                  <a:pt x="659892" y="919553"/>
                  <a:pt x="651898" y="975267"/>
                  <a:pt x="618768" y="979131"/>
                </a:cubicBezTo>
                <a:cubicBezTo>
                  <a:pt x="605475" y="980681"/>
                  <a:pt x="591545" y="978895"/>
                  <a:pt x="587812" y="975162"/>
                </a:cubicBezTo>
                <a:close/>
                <a:moveTo>
                  <a:pt x="1641678" y="947566"/>
                </a:moveTo>
                <a:cubicBezTo>
                  <a:pt x="1633138" y="925310"/>
                  <a:pt x="1657557" y="874341"/>
                  <a:pt x="1673777" y="880565"/>
                </a:cubicBezTo>
                <a:cubicBezTo>
                  <a:pt x="1681315" y="883458"/>
                  <a:pt x="1691129" y="885825"/>
                  <a:pt x="1695587" y="885825"/>
                </a:cubicBezTo>
                <a:cubicBezTo>
                  <a:pt x="1709761" y="885825"/>
                  <a:pt x="1715944" y="922477"/>
                  <a:pt x="1705167" y="942615"/>
                </a:cubicBezTo>
                <a:cubicBezTo>
                  <a:pt x="1692890" y="965555"/>
                  <a:pt x="1649869" y="968910"/>
                  <a:pt x="1641678" y="947566"/>
                </a:cubicBezTo>
                <a:close/>
                <a:moveTo>
                  <a:pt x="2276577" y="928811"/>
                </a:moveTo>
                <a:cubicBezTo>
                  <a:pt x="2262527" y="911882"/>
                  <a:pt x="2270810" y="870986"/>
                  <a:pt x="2289761" y="863714"/>
                </a:cubicBezTo>
                <a:cubicBezTo>
                  <a:pt x="2311396" y="855412"/>
                  <a:pt x="2342058" y="867379"/>
                  <a:pt x="2348124" y="886493"/>
                </a:cubicBezTo>
                <a:cubicBezTo>
                  <a:pt x="2361827" y="929668"/>
                  <a:pt x="2305123" y="963206"/>
                  <a:pt x="2276577" y="928811"/>
                </a:cubicBezTo>
                <a:close/>
                <a:moveTo>
                  <a:pt x="1336944" y="919162"/>
                </a:moveTo>
                <a:cubicBezTo>
                  <a:pt x="1328533" y="897244"/>
                  <a:pt x="1341042" y="874521"/>
                  <a:pt x="1359555" y="878086"/>
                </a:cubicBezTo>
                <a:cubicBezTo>
                  <a:pt x="1380222" y="882066"/>
                  <a:pt x="1387448" y="914060"/>
                  <a:pt x="1370155" y="925019"/>
                </a:cubicBezTo>
                <a:cubicBezTo>
                  <a:pt x="1351556" y="936806"/>
                  <a:pt x="1343145" y="935323"/>
                  <a:pt x="1336944" y="919162"/>
                </a:cubicBezTo>
                <a:close/>
                <a:moveTo>
                  <a:pt x="762000" y="905437"/>
                </a:moveTo>
                <a:cubicBezTo>
                  <a:pt x="762000" y="881422"/>
                  <a:pt x="778331" y="871711"/>
                  <a:pt x="795188" y="885701"/>
                </a:cubicBezTo>
                <a:cubicBezTo>
                  <a:pt x="812531" y="900094"/>
                  <a:pt x="803081" y="923925"/>
                  <a:pt x="780030" y="923925"/>
                </a:cubicBezTo>
                <a:cubicBezTo>
                  <a:pt x="768532" y="923925"/>
                  <a:pt x="762000" y="917226"/>
                  <a:pt x="762000" y="905437"/>
                </a:cubicBezTo>
                <a:close/>
                <a:moveTo>
                  <a:pt x="2089392" y="909566"/>
                </a:moveTo>
                <a:cubicBezTo>
                  <a:pt x="2086080" y="900935"/>
                  <a:pt x="2089624" y="887618"/>
                  <a:pt x="2097268" y="879973"/>
                </a:cubicBezTo>
                <a:cubicBezTo>
                  <a:pt x="2116327" y="860915"/>
                  <a:pt x="2144913" y="873245"/>
                  <a:pt x="2141247" y="898943"/>
                </a:cubicBezTo>
                <a:cubicBezTo>
                  <a:pt x="2137634" y="924262"/>
                  <a:pt x="2098136" y="932354"/>
                  <a:pt x="2089392" y="909566"/>
                </a:cubicBezTo>
                <a:close/>
                <a:moveTo>
                  <a:pt x="1175289" y="891291"/>
                </a:moveTo>
                <a:cubicBezTo>
                  <a:pt x="1166623" y="868708"/>
                  <a:pt x="1178885" y="845901"/>
                  <a:pt x="1197739" y="849532"/>
                </a:cubicBezTo>
                <a:cubicBezTo>
                  <a:pt x="1208284" y="851563"/>
                  <a:pt x="1214437" y="861427"/>
                  <a:pt x="1214437" y="876300"/>
                </a:cubicBezTo>
                <a:cubicBezTo>
                  <a:pt x="1214437" y="903452"/>
                  <a:pt x="1184373" y="914964"/>
                  <a:pt x="1175289" y="891291"/>
                </a:cubicBezTo>
                <a:close/>
                <a:moveTo>
                  <a:pt x="957262" y="876300"/>
                </a:moveTo>
                <a:cubicBezTo>
                  <a:pt x="949289" y="863399"/>
                  <a:pt x="960047" y="847725"/>
                  <a:pt x="976874" y="847725"/>
                </a:cubicBezTo>
                <a:cubicBezTo>
                  <a:pt x="984423" y="847725"/>
                  <a:pt x="990600" y="856297"/>
                  <a:pt x="990600" y="866775"/>
                </a:cubicBezTo>
                <a:cubicBezTo>
                  <a:pt x="990600" y="886494"/>
                  <a:pt x="967620" y="893060"/>
                  <a:pt x="957262" y="876300"/>
                </a:cubicBezTo>
                <a:close/>
                <a:moveTo>
                  <a:pt x="1453759" y="852324"/>
                </a:moveTo>
                <a:cubicBezTo>
                  <a:pt x="1434321" y="832885"/>
                  <a:pt x="1434259" y="819596"/>
                  <a:pt x="1453483" y="792150"/>
                </a:cubicBezTo>
                <a:cubicBezTo>
                  <a:pt x="1485200" y="746867"/>
                  <a:pt x="1546723" y="782400"/>
                  <a:pt x="1528221" y="835316"/>
                </a:cubicBezTo>
                <a:cubicBezTo>
                  <a:pt x="1517112" y="867088"/>
                  <a:pt x="1477558" y="876123"/>
                  <a:pt x="1453759" y="852324"/>
                </a:cubicBezTo>
                <a:close/>
                <a:moveTo>
                  <a:pt x="2508506" y="852452"/>
                </a:moveTo>
                <a:cubicBezTo>
                  <a:pt x="2500405" y="831343"/>
                  <a:pt x="2529467" y="801632"/>
                  <a:pt x="2544000" y="816165"/>
                </a:cubicBezTo>
                <a:cubicBezTo>
                  <a:pt x="2558822" y="830987"/>
                  <a:pt x="2550862" y="861188"/>
                  <a:pt x="2531130" y="864988"/>
                </a:cubicBezTo>
                <a:cubicBezTo>
                  <a:pt x="2522007" y="866745"/>
                  <a:pt x="2511826" y="861104"/>
                  <a:pt x="2508506" y="852452"/>
                </a:cubicBezTo>
                <a:close/>
                <a:moveTo>
                  <a:pt x="1813418" y="814970"/>
                </a:moveTo>
                <a:cubicBezTo>
                  <a:pt x="1805885" y="795339"/>
                  <a:pt x="1826154" y="771107"/>
                  <a:pt x="1844287" y="778065"/>
                </a:cubicBezTo>
                <a:cubicBezTo>
                  <a:pt x="1863293" y="785359"/>
                  <a:pt x="1856855" y="822909"/>
                  <a:pt x="1835914" y="826900"/>
                </a:cubicBezTo>
                <a:cubicBezTo>
                  <a:pt x="1826731" y="828650"/>
                  <a:pt x="1816607" y="823282"/>
                  <a:pt x="1813418" y="814970"/>
                </a:cubicBezTo>
                <a:close/>
                <a:moveTo>
                  <a:pt x="1964055" y="817245"/>
                </a:moveTo>
                <a:cubicBezTo>
                  <a:pt x="1945943" y="799133"/>
                  <a:pt x="1950167" y="754460"/>
                  <a:pt x="1971048" y="743285"/>
                </a:cubicBezTo>
                <a:cubicBezTo>
                  <a:pt x="2000133" y="727719"/>
                  <a:pt x="2017647" y="731572"/>
                  <a:pt x="2034463" y="757237"/>
                </a:cubicBezTo>
                <a:cubicBezTo>
                  <a:pt x="2063435" y="801455"/>
                  <a:pt x="2001258" y="854448"/>
                  <a:pt x="1964055" y="817245"/>
                </a:cubicBezTo>
                <a:close/>
                <a:moveTo>
                  <a:pt x="672936" y="805138"/>
                </a:moveTo>
                <a:cubicBezTo>
                  <a:pt x="669979" y="797431"/>
                  <a:pt x="674419" y="784266"/>
                  <a:pt x="682802" y="775882"/>
                </a:cubicBezTo>
                <a:cubicBezTo>
                  <a:pt x="701769" y="756916"/>
                  <a:pt x="728399" y="777291"/>
                  <a:pt x="718468" y="803171"/>
                </a:cubicBezTo>
                <a:cubicBezTo>
                  <a:pt x="710905" y="822879"/>
                  <a:pt x="680252" y="824203"/>
                  <a:pt x="672936" y="805138"/>
                </a:cubicBezTo>
                <a:close/>
                <a:moveTo>
                  <a:pt x="818915" y="795055"/>
                </a:moveTo>
                <a:cubicBezTo>
                  <a:pt x="802904" y="775763"/>
                  <a:pt x="821246" y="733425"/>
                  <a:pt x="845615" y="733425"/>
                </a:cubicBezTo>
                <a:cubicBezTo>
                  <a:pt x="882367" y="733425"/>
                  <a:pt x="896880" y="768633"/>
                  <a:pt x="870857" y="794657"/>
                </a:cubicBezTo>
                <a:cubicBezTo>
                  <a:pt x="851955" y="813559"/>
                  <a:pt x="834384" y="813693"/>
                  <a:pt x="818915" y="795055"/>
                </a:cubicBezTo>
                <a:close/>
                <a:moveTo>
                  <a:pt x="1061927" y="796434"/>
                </a:moveTo>
                <a:cubicBezTo>
                  <a:pt x="1042536" y="782256"/>
                  <a:pt x="1046062" y="753815"/>
                  <a:pt x="1069002" y="739369"/>
                </a:cubicBezTo>
                <a:cubicBezTo>
                  <a:pt x="1091323" y="725313"/>
                  <a:pt x="1118920" y="751881"/>
                  <a:pt x="1110278" y="779107"/>
                </a:cubicBezTo>
                <a:cubicBezTo>
                  <a:pt x="1102331" y="804148"/>
                  <a:pt x="1082295" y="811328"/>
                  <a:pt x="1061927" y="796434"/>
                </a:cubicBezTo>
                <a:close/>
                <a:moveTo>
                  <a:pt x="2212181" y="783876"/>
                </a:moveTo>
                <a:cubicBezTo>
                  <a:pt x="2196448" y="778043"/>
                  <a:pt x="2197024" y="757505"/>
                  <a:pt x="2213298" y="743998"/>
                </a:cubicBezTo>
                <a:cubicBezTo>
                  <a:pt x="2233240" y="727448"/>
                  <a:pt x="2256516" y="757792"/>
                  <a:pt x="2237556" y="775623"/>
                </a:cubicBezTo>
                <a:cubicBezTo>
                  <a:pt x="2230148" y="782590"/>
                  <a:pt x="2218729" y="786304"/>
                  <a:pt x="2212181" y="783876"/>
                </a:cubicBezTo>
                <a:close/>
                <a:moveTo>
                  <a:pt x="1666875" y="754062"/>
                </a:moveTo>
                <a:cubicBezTo>
                  <a:pt x="1666875" y="731591"/>
                  <a:pt x="1674881" y="723915"/>
                  <a:pt x="1691618" y="730337"/>
                </a:cubicBezTo>
                <a:cubicBezTo>
                  <a:pt x="1712689" y="738423"/>
                  <a:pt x="1708113" y="771525"/>
                  <a:pt x="1685925" y="771525"/>
                </a:cubicBezTo>
                <a:cubicBezTo>
                  <a:pt x="1673802" y="771525"/>
                  <a:pt x="1666875" y="765175"/>
                  <a:pt x="1666875" y="754062"/>
                </a:cubicBezTo>
                <a:close/>
                <a:moveTo>
                  <a:pt x="2387600" y="755650"/>
                </a:moveTo>
                <a:cubicBezTo>
                  <a:pt x="2365378" y="733428"/>
                  <a:pt x="2396602" y="680319"/>
                  <a:pt x="2426339" y="689757"/>
                </a:cubicBezTo>
                <a:cubicBezTo>
                  <a:pt x="2451445" y="697726"/>
                  <a:pt x="2460212" y="719990"/>
                  <a:pt x="2447555" y="743640"/>
                </a:cubicBezTo>
                <a:cubicBezTo>
                  <a:pt x="2438101" y="761304"/>
                  <a:pt x="2400739" y="768789"/>
                  <a:pt x="2387600" y="755650"/>
                </a:cubicBezTo>
                <a:close/>
                <a:moveTo>
                  <a:pt x="1258124" y="725439"/>
                </a:moveTo>
                <a:cubicBezTo>
                  <a:pt x="1236104" y="684296"/>
                  <a:pt x="1284519" y="637957"/>
                  <a:pt x="1319336" y="666852"/>
                </a:cubicBezTo>
                <a:cubicBezTo>
                  <a:pt x="1336392" y="681007"/>
                  <a:pt x="1337860" y="715729"/>
                  <a:pt x="1322070" y="731520"/>
                </a:cubicBezTo>
                <a:cubicBezTo>
                  <a:pt x="1304888" y="748701"/>
                  <a:pt x="1268733" y="745264"/>
                  <a:pt x="1258124" y="725439"/>
                </a:cubicBezTo>
                <a:close/>
                <a:moveTo>
                  <a:pt x="1515934" y="692974"/>
                </a:moveTo>
                <a:cubicBezTo>
                  <a:pt x="1500967" y="678007"/>
                  <a:pt x="1502144" y="661886"/>
                  <a:pt x="1519237" y="647700"/>
                </a:cubicBezTo>
                <a:cubicBezTo>
                  <a:pt x="1535571" y="634143"/>
                  <a:pt x="1562100" y="649395"/>
                  <a:pt x="1562100" y="672343"/>
                </a:cubicBezTo>
                <a:cubicBezTo>
                  <a:pt x="1562100" y="691661"/>
                  <a:pt x="1529285" y="706325"/>
                  <a:pt x="1515934" y="692974"/>
                </a:cubicBezTo>
                <a:close/>
                <a:moveTo>
                  <a:pt x="930111" y="671788"/>
                </a:moveTo>
                <a:cubicBezTo>
                  <a:pt x="927154" y="664081"/>
                  <a:pt x="931594" y="650916"/>
                  <a:pt x="939977" y="642532"/>
                </a:cubicBezTo>
                <a:cubicBezTo>
                  <a:pt x="958696" y="623814"/>
                  <a:pt x="987660" y="645375"/>
                  <a:pt x="977913" y="670773"/>
                </a:cubicBezTo>
                <a:cubicBezTo>
                  <a:pt x="970642" y="689723"/>
                  <a:pt x="937265" y="690432"/>
                  <a:pt x="930111" y="671788"/>
                </a:cubicBezTo>
                <a:close/>
                <a:moveTo>
                  <a:pt x="1772029" y="671969"/>
                </a:moveTo>
                <a:cubicBezTo>
                  <a:pt x="1758062" y="655141"/>
                  <a:pt x="1766800" y="623023"/>
                  <a:pt x="1787507" y="615078"/>
                </a:cubicBezTo>
                <a:cubicBezTo>
                  <a:pt x="1819246" y="602898"/>
                  <a:pt x="1842557" y="649182"/>
                  <a:pt x="1817370" y="674370"/>
                </a:cubicBezTo>
                <a:cubicBezTo>
                  <a:pt x="1802098" y="689641"/>
                  <a:pt x="1785987" y="688788"/>
                  <a:pt x="1772029" y="671969"/>
                </a:cubicBezTo>
                <a:close/>
                <a:moveTo>
                  <a:pt x="2104953" y="652376"/>
                </a:moveTo>
                <a:cubicBezTo>
                  <a:pt x="2095960" y="641540"/>
                  <a:pt x="2095385" y="634479"/>
                  <a:pt x="2102883" y="626981"/>
                </a:cubicBezTo>
                <a:cubicBezTo>
                  <a:pt x="2117333" y="612531"/>
                  <a:pt x="2145193" y="625188"/>
                  <a:pt x="2141447" y="644500"/>
                </a:cubicBezTo>
                <a:cubicBezTo>
                  <a:pt x="2137170" y="666555"/>
                  <a:pt x="2119827" y="670298"/>
                  <a:pt x="2104953" y="652376"/>
                </a:cubicBezTo>
                <a:close/>
                <a:moveTo>
                  <a:pt x="1075680" y="617920"/>
                </a:moveTo>
                <a:cubicBezTo>
                  <a:pt x="1058660" y="586119"/>
                  <a:pt x="1078308" y="552450"/>
                  <a:pt x="1113885" y="552450"/>
                </a:cubicBezTo>
                <a:cubicBezTo>
                  <a:pt x="1152818" y="552450"/>
                  <a:pt x="1169405" y="582668"/>
                  <a:pt x="1148219" y="615001"/>
                </a:cubicBezTo>
                <a:cubicBezTo>
                  <a:pt x="1129026" y="644294"/>
                  <a:pt x="1090622" y="645839"/>
                  <a:pt x="1075680" y="617920"/>
                </a:cubicBezTo>
                <a:close/>
                <a:moveTo>
                  <a:pt x="2249805" y="626745"/>
                </a:moveTo>
                <a:cubicBezTo>
                  <a:pt x="2224466" y="601406"/>
                  <a:pt x="2236355" y="581025"/>
                  <a:pt x="2276475" y="581025"/>
                </a:cubicBezTo>
                <a:cubicBezTo>
                  <a:pt x="2318767" y="581025"/>
                  <a:pt x="2326278" y="596056"/>
                  <a:pt x="2297156" y="622411"/>
                </a:cubicBezTo>
                <a:cubicBezTo>
                  <a:pt x="2276464" y="641136"/>
                  <a:pt x="2265225" y="642165"/>
                  <a:pt x="2249805" y="626745"/>
                </a:cubicBezTo>
                <a:close/>
                <a:moveTo>
                  <a:pt x="1912143" y="618362"/>
                </a:moveTo>
                <a:cubicBezTo>
                  <a:pt x="1902975" y="613022"/>
                  <a:pt x="1895475" y="598150"/>
                  <a:pt x="1895475" y="585314"/>
                </a:cubicBezTo>
                <a:cubicBezTo>
                  <a:pt x="1895475" y="564002"/>
                  <a:pt x="1899199" y="561975"/>
                  <a:pt x="1938337" y="561975"/>
                </a:cubicBezTo>
                <a:cubicBezTo>
                  <a:pt x="1974320" y="561975"/>
                  <a:pt x="1981200" y="564923"/>
                  <a:pt x="1981200" y="580344"/>
                </a:cubicBezTo>
                <a:cubicBezTo>
                  <a:pt x="1981200" y="617578"/>
                  <a:pt x="1945007" y="637503"/>
                  <a:pt x="1912143" y="618362"/>
                </a:cubicBezTo>
                <a:close/>
                <a:moveTo>
                  <a:pt x="1389987" y="594514"/>
                </a:moveTo>
                <a:cubicBezTo>
                  <a:pt x="1373066" y="574125"/>
                  <a:pt x="1390086" y="547687"/>
                  <a:pt x="1420132" y="547687"/>
                </a:cubicBezTo>
                <a:cubicBezTo>
                  <a:pt x="1446050" y="547687"/>
                  <a:pt x="1455830" y="574159"/>
                  <a:pt x="1437895" y="595770"/>
                </a:cubicBezTo>
                <a:cubicBezTo>
                  <a:pt x="1422957" y="613769"/>
                  <a:pt x="1405589" y="613313"/>
                  <a:pt x="1389987" y="594514"/>
                </a:cubicBezTo>
                <a:close/>
                <a:moveTo>
                  <a:pt x="1604089" y="586947"/>
                </a:moveTo>
                <a:cubicBezTo>
                  <a:pt x="1596380" y="566857"/>
                  <a:pt x="1607201" y="552450"/>
                  <a:pt x="1629999" y="552450"/>
                </a:cubicBezTo>
                <a:cubicBezTo>
                  <a:pt x="1644389" y="552450"/>
                  <a:pt x="1648393" y="557753"/>
                  <a:pt x="1646106" y="573783"/>
                </a:cubicBezTo>
                <a:cubicBezTo>
                  <a:pt x="1642554" y="598682"/>
                  <a:pt x="1612237" y="608180"/>
                  <a:pt x="1604089" y="586947"/>
                </a:cubicBezTo>
                <a:close/>
              </a:path>
            </a:pathLst>
          </a:custGeom>
          <a:solidFill>
            <a:srgbClr val="181716">
              <a:alpha val="45000"/>
            </a:srgbClr>
          </a:solidFill>
          <a:ln>
            <a:noFill/>
          </a:ln>
        </p:spPr>
      </p:sp>
      <p:pic>
        <p:nvPicPr>
          <p:cNvPr id="8" name="number cube" descr="00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360000">
            <a:off x="6134100" y="9353550"/>
            <a:ext cx="3162300" cy="3009900"/>
          </a:xfrm>
          <a:prstGeom prst="rect">
            <a:avLst/>
          </a:prstGeom>
        </p:spPr>
      </p:pic>
      <p:sp>
        <p:nvSpPr>
          <p:cNvPr id="9" name="number cube pattern"/>
          <p:cNvSpPr/>
          <p:nvPr/>
        </p:nvSpPr>
        <p:spPr>
          <a:xfrm rot="360000">
            <a:off x="6134100" y="9353550"/>
            <a:ext cx="3162300" cy="3009900"/>
          </a:xfrm>
          <a:custGeom>
            <a:avLst/>
            <a:gdLst/>
            <a:ahLst/>
            <a:cxnLst/>
            <a:rect l="0" t="0" r="r" b="b"/>
            <a:pathLst>
              <a:path w="3162300" h="3009900">
                <a:moveTo>
                  <a:pt x="2157412" y="2438400"/>
                </a:moveTo>
                <a:cubicBezTo>
                  <a:pt x="2166894" y="2427922"/>
                  <a:pt x="2181081" y="2419350"/>
                  <a:pt x="2188940" y="2419350"/>
                </a:cubicBezTo>
                <a:cubicBezTo>
                  <a:pt x="2200655" y="2419350"/>
                  <a:pt x="2200124" y="2422778"/>
                  <a:pt x="2185987" y="2438400"/>
                </a:cubicBezTo>
                <a:cubicBezTo>
                  <a:pt x="2176505" y="2448877"/>
                  <a:pt x="2162318" y="2457450"/>
                  <a:pt x="2154459" y="2457450"/>
                </a:cubicBezTo>
                <a:cubicBezTo>
                  <a:pt x="2142744" y="2457450"/>
                  <a:pt x="2143275" y="2454021"/>
                  <a:pt x="2157412" y="2438400"/>
                </a:cubicBezTo>
                <a:close/>
                <a:moveTo>
                  <a:pt x="2016125" y="2432050"/>
                </a:moveTo>
                <a:cubicBezTo>
                  <a:pt x="2005482" y="2421407"/>
                  <a:pt x="2009028" y="2393727"/>
                  <a:pt x="2022462" y="2382577"/>
                </a:cubicBezTo>
                <a:cubicBezTo>
                  <a:pt x="2042240" y="2366163"/>
                  <a:pt x="2071058" y="2391321"/>
                  <a:pt x="2062687" y="2417694"/>
                </a:cubicBezTo>
                <a:cubicBezTo>
                  <a:pt x="2056434" y="2437396"/>
                  <a:pt x="2029710" y="2445635"/>
                  <a:pt x="2016125" y="2432050"/>
                </a:cubicBezTo>
                <a:close/>
                <a:moveTo>
                  <a:pt x="1221105" y="2388870"/>
                </a:moveTo>
                <a:cubicBezTo>
                  <a:pt x="1192889" y="2360654"/>
                  <a:pt x="1222343" y="2318926"/>
                  <a:pt x="1255646" y="2339933"/>
                </a:cubicBezTo>
                <a:cubicBezTo>
                  <a:pt x="1277301" y="2353593"/>
                  <a:pt x="1279207" y="2367506"/>
                  <a:pt x="1261807" y="2384906"/>
                </a:cubicBezTo>
                <a:cubicBezTo>
                  <a:pt x="1243412" y="2403302"/>
                  <a:pt x="1236235" y="2404000"/>
                  <a:pt x="1221105" y="2388870"/>
                </a:cubicBezTo>
                <a:close/>
                <a:moveTo>
                  <a:pt x="1440180" y="2388870"/>
                </a:moveTo>
                <a:cubicBezTo>
                  <a:pt x="1424151" y="2372841"/>
                  <a:pt x="1425953" y="2337782"/>
                  <a:pt x="1443717" y="2320017"/>
                </a:cubicBezTo>
                <a:cubicBezTo>
                  <a:pt x="1482200" y="2281534"/>
                  <a:pt x="1540529" y="2330791"/>
                  <a:pt x="1510588" y="2376487"/>
                </a:cubicBezTo>
                <a:cubicBezTo>
                  <a:pt x="1493869" y="2402003"/>
                  <a:pt x="1459379" y="2408069"/>
                  <a:pt x="1440180" y="2388870"/>
                </a:cubicBezTo>
                <a:close/>
                <a:moveTo>
                  <a:pt x="1773555" y="2369820"/>
                </a:moveTo>
                <a:cubicBezTo>
                  <a:pt x="1737420" y="2333685"/>
                  <a:pt x="1778840" y="2273198"/>
                  <a:pt x="1825242" y="2294340"/>
                </a:cubicBezTo>
                <a:cubicBezTo>
                  <a:pt x="1866683" y="2313222"/>
                  <a:pt x="1850829" y="2381250"/>
                  <a:pt x="1804987" y="2381250"/>
                </a:cubicBezTo>
                <a:cubicBezTo>
                  <a:pt x="1793986" y="2381250"/>
                  <a:pt x="1779841" y="2376106"/>
                  <a:pt x="1773555" y="2369820"/>
                </a:cubicBezTo>
                <a:close/>
                <a:moveTo>
                  <a:pt x="1616404" y="2365704"/>
                </a:moveTo>
                <a:cubicBezTo>
                  <a:pt x="1605145" y="2354445"/>
                  <a:pt x="1608984" y="2326422"/>
                  <a:pt x="1622495" y="2321237"/>
                </a:cubicBezTo>
                <a:cubicBezTo>
                  <a:pt x="1641693" y="2313870"/>
                  <a:pt x="1659670" y="2328827"/>
                  <a:pt x="1655796" y="2348944"/>
                </a:cubicBezTo>
                <a:cubicBezTo>
                  <a:pt x="1652263" y="2367290"/>
                  <a:pt x="1628220" y="2377520"/>
                  <a:pt x="1616404" y="2365704"/>
                </a:cubicBezTo>
                <a:close/>
                <a:moveTo>
                  <a:pt x="828787" y="2314786"/>
                </a:moveTo>
                <a:cubicBezTo>
                  <a:pt x="804578" y="2269550"/>
                  <a:pt x="848741" y="2225480"/>
                  <a:pt x="887129" y="2256566"/>
                </a:cubicBezTo>
                <a:cubicBezTo>
                  <a:pt x="906123" y="2271946"/>
                  <a:pt x="907908" y="2278328"/>
                  <a:pt x="899745" y="2301671"/>
                </a:cubicBezTo>
                <a:cubicBezTo>
                  <a:pt x="887448" y="2336837"/>
                  <a:pt x="844807" y="2344717"/>
                  <a:pt x="828787" y="2314786"/>
                </a:cubicBezTo>
                <a:close/>
                <a:moveTo>
                  <a:pt x="2120198" y="2308687"/>
                </a:moveTo>
                <a:cubicBezTo>
                  <a:pt x="2116748" y="2299696"/>
                  <a:pt x="2118064" y="2288200"/>
                  <a:pt x="2123122" y="2283142"/>
                </a:cubicBezTo>
                <a:cubicBezTo>
                  <a:pt x="2136886" y="2269378"/>
                  <a:pt x="2164051" y="2283511"/>
                  <a:pt x="2160388" y="2302530"/>
                </a:cubicBezTo>
                <a:cubicBezTo>
                  <a:pt x="2156095" y="2324819"/>
                  <a:pt x="2128038" y="2329117"/>
                  <a:pt x="2120198" y="2308687"/>
                </a:cubicBezTo>
                <a:close/>
                <a:moveTo>
                  <a:pt x="1053192" y="2299607"/>
                </a:moveTo>
                <a:cubicBezTo>
                  <a:pt x="1033373" y="2279787"/>
                  <a:pt x="1034309" y="2263921"/>
                  <a:pt x="1056482" y="2243854"/>
                </a:cubicBezTo>
                <a:cubicBezTo>
                  <a:pt x="1092483" y="2211274"/>
                  <a:pt x="1137492" y="2268647"/>
                  <a:pt x="1102995" y="2303145"/>
                </a:cubicBezTo>
                <a:cubicBezTo>
                  <a:pt x="1087471" y="2318668"/>
                  <a:pt x="1071090" y="2317504"/>
                  <a:pt x="1053192" y="2299607"/>
                </a:cubicBezTo>
                <a:close/>
                <a:moveTo>
                  <a:pt x="1959193" y="2284534"/>
                </a:moveTo>
                <a:cubicBezTo>
                  <a:pt x="1937421" y="2272350"/>
                  <a:pt x="1938716" y="2231866"/>
                  <a:pt x="1961265" y="2219798"/>
                </a:cubicBezTo>
                <a:cubicBezTo>
                  <a:pt x="1989244" y="2204824"/>
                  <a:pt x="2025738" y="2237121"/>
                  <a:pt x="2011307" y="2264086"/>
                </a:cubicBezTo>
                <a:cubicBezTo>
                  <a:pt x="1998010" y="2288931"/>
                  <a:pt x="1979810" y="2296072"/>
                  <a:pt x="1959193" y="2284534"/>
                </a:cubicBezTo>
                <a:close/>
                <a:moveTo>
                  <a:pt x="2257860" y="2281761"/>
                </a:moveTo>
                <a:cubicBezTo>
                  <a:pt x="2230768" y="2249118"/>
                  <a:pt x="2268133" y="2193934"/>
                  <a:pt x="2302668" y="2215583"/>
                </a:cubicBezTo>
                <a:cubicBezTo>
                  <a:pt x="2325163" y="2229685"/>
                  <a:pt x="2328563" y="2261126"/>
                  <a:pt x="2309639" y="2280050"/>
                </a:cubicBezTo>
                <a:cubicBezTo>
                  <a:pt x="2290502" y="2299187"/>
                  <a:pt x="2272807" y="2299772"/>
                  <a:pt x="2257860" y="2281761"/>
                </a:cubicBezTo>
                <a:close/>
                <a:moveTo>
                  <a:pt x="568322" y="2253358"/>
                </a:moveTo>
                <a:cubicBezTo>
                  <a:pt x="560226" y="2232260"/>
                  <a:pt x="585412" y="2215945"/>
                  <a:pt x="599631" y="2233077"/>
                </a:cubicBezTo>
                <a:cubicBezTo>
                  <a:pt x="606016" y="2240771"/>
                  <a:pt x="608474" y="2251539"/>
                  <a:pt x="605095" y="2257007"/>
                </a:cubicBezTo>
                <a:cubicBezTo>
                  <a:pt x="596212" y="2271379"/>
                  <a:pt x="574407" y="2269216"/>
                  <a:pt x="568322" y="2253358"/>
                </a:cubicBezTo>
                <a:close/>
                <a:moveTo>
                  <a:pt x="1348806" y="2232833"/>
                </a:moveTo>
                <a:cubicBezTo>
                  <a:pt x="1341080" y="2212699"/>
                  <a:pt x="1340950" y="2213235"/>
                  <a:pt x="1357588" y="2196597"/>
                </a:cubicBezTo>
                <a:cubicBezTo>
                  <a:pt x="1382335" y="2171850"/>
                  <a:pt x="1416712" y="2199493"/>
                  <a:pt x="1403619" y="2233612"/>
                </a:cubicBezTo>
                <a:cubicBezTo>
                  <a:pt x="1396357" y="2252537"/>
                  <a:pt x="1356148" y="2251965"/>
                  <a:pt x="1348806" y="2232833"/>
                </a:cubicBezTo>
                <a:close/>
                <a:moveTo>
                  <a:pt x="691478" y="2225935"/>
                </a:moveTo>
                <a:cubicBezTo>
                  <a:pt x="655745" y="2199806"/>
                  <a:pt x="693757" y="2135001"/>
                  <a:pt x="731043" y="2158482"/>
                </a:cubicBezTo>
                <a:cubicBezTo>
                  <a:pt x="754407" y="2173195"/>
                  <a:pt x="757076" y="2198453"/>
                  <a:pt x="737546" y="2220033"/>
                </a:cubicBezTo>
                <a:cubicBezTo>
                  <a:pt x="717896" y="2241746"/>
                  <a:pt x="713816" y="2242269"/>
                  <a:pt x="691478" y="2225935"/>
                </a:cubicBezTo>
                <a:close/>
                <a:moveTo>
                  <a:pt x="1663700" y="2232025"/>
                </a:moveTo>
                <a:cubicBezTo>
                  <a:pt x="1660207" y="2228532"/>
                  <a:pt x="1657350" y="2217816"/>
                  <a:pt x="1657350" y="2208212"/>
                </a:cubicBezTo>
                <a:cubicBezTo>
                  <a:pt x="1657350" y="2188272"/>
                  <a:pt x="1691376" y="2183623"/>
                  <a:pt x="1698015" y="2202656"/>
                </a:cubicBezTo>
                <a:cubicBezTo>
                  <a:pt x="1707149" y="2228840"/>
                  <a:pt x="1682020" y="2250345"/>
                  <a:pt x="1663700" y="2232025"/>
                </a:cubicBezTo>
                <a:close/>
                <a:moveTo>
                  <a:pt x="1201725" y="2194591"/>
                </a:moveTo>
                <a:cubicBezTo>
                  <a:pt x="1156970" y="2163244"/>
                  <a:pt x="1208570" y="2081786"/>
                  <a:pt x="1254836" y="2110748"/>
                </a:cubicBezTo>
                <a:cubicBezTo>
                  <a:pt x="1281210" y="2127257"/>
                  <a:pt x="1281725" y="2176379"/>
                  <a:pt x="1255715" y="2194597"/>
                </a:cubicBezTo>
                <a:cubicBezTo>
                  <a:pt x="1229001" y="2213308"/>
                  <a:pt x="1228448" y="2213308"/>
                  <a:pt x="1201725" y="2194591"/>
                </a:cubicBezTo>
                <a:close/>
                <a:moveTo>
                  <a:pt x="1506855" y="2179320"/>
                </a:moveTo>
                <a:cubicBezTo>
                  <a:pt x="1473022" y="2145487"/>
                  <a:pt x="1512286" y="2093118"/>
                  <a:pt x="1551102" y="2120305"/>
                </a:cubicBezTo>
                <a:cubicBezTo>
                  <a:pt x="1575413" y="2137333"/>
                  <a:pt x="1577205" y="2155233"/>
                  <a:pt x="1556657" y="2175782"/>
                </a:cubicBezTo>
                <a:cubicBezTo>
                  <a:pt x="1538759" y="2193679"/>
                  <a:pt x="1522378" y="2194843"/>
                  <a:pt x="1506855" y="2179320"/>
                </a:cubicBezTo>
                <a:close/>
                <a:moveTo>
                  <a:pt x="1819654" y="2176919"/>
                </a:moveTo>
                <a:cubicBezTo>
                  <a:pt x="1793197" y="2145041"/>
                  <a:pt x="1835705" y="2106215"/>
                  <a:pt x="1864995" y="2135505"/>
                </a:cubicBezTo>
                <a:cubicBezTo>
                  <a:pt x="1880058" y="2150568"/>
                  <a:pt x="1879421" y="2157817"/>
                  <a:pt x="1861457" y="2175782"/>
                </a:cubicBezTo>
                <a:cubicBezTo>
                  <a:pt x="1842896" y="2194342"/>
                  <a:pt x="1834308" y="2194576"/>
                  <a:pt x="1819654" y="2176919"/>
                </a:cubicBezTo>
                <a:close/>
                <a:moveTo>
                  <a:pt x="2146286" y="2166198"/>
                </a:moveTo>
                <a:cubicBezTo>
                  <a:pt x="2143114" y="2157934"/>
                  <a:pt x="2147535" y="2144157"/>
                  <a:pt x="2156110" y="2135582"/>
                </a:cubicBezTo>
                <a:cubicBezTo>
                  <a:pt x="2178205" y="2113487"/>
                  <a:pt x="2211071" y="2142451"/>
                  <a:pt x="2191146" y="2166459"/>
                </a:cubicBezTo>
                <a:cubicBezTo>
                  <a:pt x="2175351" y="2185491"/>
                  <a:pt x="2153640" y="2185365"/>
                  <a:pt x="2146286" y="2166198"/>
                </a:cubicBezTo>
                <a:close/>
                <a:moveTo>
                  <a:pt x="963026" y="2158619"/>
                </a:moveTo>
                <a:cubicBezTo>
                  <a:pt x="948677" y="2141329"/>
                  <a:pt x="959644" y="2114550"/>
                  <a:pt x="981075" y="2114550"/>
                </a:cubicBezTo>
                <a:cubicBezTo>
                  <a:pt x="1004337" y="2114550"/>
                  <a:pt x="1012035" y="2139379"/>
                  <a:pt x="994277" y="2157136"/>
                </a:cubicBezTo>
                <a:cubicBezTo>
                  <a:pt x="976553" y="2174860"/>
                  <a:pt x="976507" y="2174862"/>
                  <a:pt x="963026" y="2158619"/>
                </a:cubicBezTo>
                <a:close/>
                <a:moveTo>
                  <a:pt x="2486025" y="2124755"/>
                </a:moveTo>
                <a:cubicBezTo>
                  <a:pt x="2486025" y="2103454"/>
                  <a:pt x="2510053" y="2076450"/>
                  <a:pt x="2529005" y="2076450"/>
                </a:cubicBezTo>
                <a:cubicBezTo>
                  <a:pt x="2555055" y="2076450"/>
                  <a:pt x="2555497" y="2098839"/>
                  <a:pt x="2529882" y="2120872"/>
                </a:cubicBezTo>
                <a:cubicBezTo>
                  <a:pt x="2498420" y="2147935"/>
                  <a:pt x="2486025" y="2149032"/>
                  <a:pt x="2486025" y="2124755"/>
                </a:cubicBezTo>
                <a:close/>
                <a:moveTo>
                  <a:pt x="554207" y="2098699"/>
                </a:moveTo>
                <a:cubicBezTo>
                  <a:pt x="557460" y="2059142"/>
                  <a:pt x="576000" y="2049937"/>
                  <a:pt x="594225" y="2078831"/>
                </a:cubicBezTo>
                <a:cubicBezTo>
                  <a:pt x="606848" y="2098842"/>
                  <a:pt x="592647" y="2127086"/>
                  <a:pt x="567474" y="2132037"/>
                </a:cubicBezTo>
                <a:cubicBezTo>
                  <a:pt x="554011" y="2134684"/>
                  <a:pt x="551721" y="2128929"/>
                  <a:pt x="554207" y="2098699"/>
                </a:cubicBezTo>
                <a:close/>
                <a:moveTo>
                  <a:pt x="2308669" y="2119768"/>
                </a:moveTo>
                <a:cubicBezTo>
                  <a:pt x="2302034" y="2102477"/>
                  <a:pt x="2311671" y="2085975"/>
                  <a:pt x="2328405" y="2085975"/>
                </a:cubicBezTo>
                <a:cubicBezTo>
                  <a:pt x="2345784" y="2085975"/>
                  <a:pt x="2353592" y="2109822"/>
                  <a:pt x="2340500" y="2122914"/>
                </a:cubicBezTo>
                <a:cubicBezTo>
                  <a:pt x="2325991" y="2137423"/>
                  <a:pt x="2315028" y="2136340"/>
                  <a:pt x="2308669" y="2119768"/>
                </a:cubicBezTo>
                <a:close/>
                <a:moveTo>
                  <a:pt x="2009877" y="2109911"/>
                </a:moveTo>
                <a:cubicBezTo>
                  <a:pt x="2003006" y="2101631"/>
                  <a:pt x="2000681" y="2085553"/>
                  <a:pt x="2004281" y="2071210"/>
                </a:cubicBezTo>
                <a:cubicBezTo>
                  <a:pt x="2012594" y="2038086"/>
                  <a:pt x="2060476" y="2040741"/>
                  <a:pt x="2065274" y="2074593"/>
                </a:cubicBezTo>
                <a:cubicBezTo>
                  <a:pt x="2071029" y="2115187"/>
                  <a:pt x="2033901" y="2138857"/>
                  <a:pt x="2009877" y="2109911"/>
                </a:cubicBezTo>
                <a:close/>
                <a:moveTo>
                  <a:pt x="800479" y="2091195"/>
                </a:moveTo>
                <a:cubicBezTo>
                  <a:pt x="775177" y="2060707"/>
                  <a:pt x="812340" y="2013873"/>
                  <a:pt x="845343" y="2034657"/>
                </a:cubicBezTo>
                <a:cubicBezTo>
                  <a:pt x="868061" y="2048963"/>
                  <a:pt x="870848" y="2071016"/>
                  <a:pt x="852282" y="2089581"/>
                </a:cubicBezTo>
                <a:cubicBezTo>
                  <a:pt x="833154" y="2108709"/>
                  <a:pt x="815472" y="2109260"/>
                  <a:pt x="800479" y="2091195"/>
                </a:cubicBezTo>
                <a:close/>
                <a:moveTo>
                  <a:pt x="1076764" y="2072217"/>
                </a:moveTo>
                <a:cubicBezTo>
                  <a:pt x="1051040" y="2041221"/>
                  <a:pt x="1093611" y="2003929"/>
                  <a:pt x="1122145" y="2032463"/>
                </a:cubicBezTo>
                <a:cubicBezTo>
                  <a:pt x="1134276" y="2044594"/>
                  <a:pt x="1135518" y="2052037"/>
                  <a:pt x="1127530" y="2064722"/>
                </a:cubicBezTo>
                <a:cubicBezTo>
                  <a:pt x="1113622" y="2086807"/>
                  <a:pt x="1091575" y="2090062"/>
                  <a:pt x="1076764" y="2072217"/>
                </a:cubicBezTo>
                <a:close/>
                <a:moveTo>
                  <a:pt x="1676207" y="2066565"/>
                </a:moveTo>
                <a:cubicBezTo>
                  <a:pt x="1655676" y="2028201"/>
                  <a:pt x="1689386" y="1985941"/>
                  <a:pt x="1731694" y="1997004"/>
                </a:cubicBezTo>
                <a:cubicBezTo>
                  <a:pt x="1759320" y="2004229"/>
                  <a:pt x="1766976" y="2034290"/>
                  <a:pt x="1748407" y="2062628"/>
                </a:cubicBezTo>
                <a:cubicBezTo>
                  <a:pt x="1729402" y="2091634"/>
                  <a:pt x="1690751" y="2093741"/>
                  <a:pt x="1676207" y="2066565"/>
                </a:cubicBezTo>
                <a:close/>
                <a:moveTo>
                  <a:pt x="1395108" y="2056441"/>
                </a:moveTo>
                <a:cubicBezTo>
                  <a:pt x="1387472" y="2032384"/>
                  <a:pt x="1401148" y="2016256"/>
                  <a:pt x="1425247" y="2020897"/>
                </a:cubicBezTo>
                <a:cubicBezTo>
                  <a:pt x="1446699" y="2025028"/>
                  <a:pt x="1454513" y="2056813"/>
                  <a:pt x="1436830" y="2068019"/>
                </a:cubicBezTo>
                <a:cubicBezTo>
                  <a:pt x="1415651" y="2081441"/>
                  <a:pt x="1401825" y="2077604"/>
                  <a:pt x="1395108" y="2056441"/>
                </a:cubicBezTo>
                <a:close/>
                <a:moveTo>
                  <a:pt x="680796" y="2034588"/>
                </a:moveTo>
                <a:cubicBezTo>
                  <a:pt x="657537" y="2017582"/>
                  <a:pt x="670427" y="1981200"/>
                  <a:pt x="699710" y="1981200"/>
                </a:cubicBezTo>
                <a:cubicBezTo>
                  <a:pt x="723220" y="1981200"/>
                  <a:pt x="736248" y="2000859"/>
                  <a:pt x="727627" y="2023326"/>
                </a:cubicBezTo>
                <a:cubicBezTo>
                  <a:pt x="719969" y="2043281"/>
                  <a:pt x="699437" y="2048219"/>
                  <a:pt x="680796" y="2034588"/>
                </a:cubicBezTo>
                <a:close/>
                <a:moveTo>
                  <a:pt x="2393156" y="2032041"/>
                </a:moveTo>
                <a:cubicBezTo>
                  <a:pt x="2377204" y="2025605"/>
                  <a:pt x="2377983" y="1986243"/>
                  <a:pt x="2394330" y="1972676"/>
                </a:cubicBezTo>
                <a:cubicBezTo>
                  <a:pt x="2422468" y="1949324"/>
                  <a:pt x="2456266" y="1985916"/>
                  <a:pt x="2438030" y="2019990"/>
                </a:cubicBezTo>
                <a:cubicBezTo>
                  <a:pt x="2428313" y="2038146"/>
                  <a:pt x="2416288" y="2041375"/>
                  <a:pt x="2393156" y="2032041"/>
                </a:cubicBezTo>
                <a:close/>
                <a:moveTo>
                  <a:pt x="1900830" y="2013769"/>
                </a:moveTo>
                <a:cubicBezTo>
                  <a:pt x="1877391" y="1990331"/>
                  <a:pt x="1905819" y="1947295"/>
                  <a:pt x="1934575" y="1962685"/>
                </a:cubicBezTo>
                <a:cubicBezTo>
                  <a:pt x="1955012" y="1973623"/>
                  <a:pt x="1958245" y="2000344"/>
                  <a:pt x="1941195" y="2017395"/>
                </a:cubicBezTo>
                <a:cubicBezTo>
                  <a:pt x="1926117" y="2032472"/>
                  <a:pt x="1918883" y="2031822"/>
                  <a:pt x="1900830" y="2013769"/>
                </a:cubicBezTo>
                <a:close/>
                <a:moveTo>
                  <a:pt x="2176466" y="2006354"/>
                </a:moveTo>
                <a:cubicBezTo>
                  <a:pt x="2159738" y="1980825"/>
                  <a:pt x="2165591" y="1956564"/>
                  <a:pt x="2191870" y="1942500"/>
                </a:cubicBezTo>
                <a:cubicBezTo>
                  <a:pt x="2218774" y="1928101"/>
                  <a:pt x="2247900" y="1947403"/>
                  <a:pt x="2247900" y="1979630"/>
                </a:cubicBezTo>
                <a:cubicBezTo>
                  <a:pt x="2247900" y="2029597"/>
                  <a:pt x="2202760" y="2046485"/>
                  <a:pt x="2176466" y="2006354"/>
                </a:cubicBezTo>
                <a:close/>
                <a:moveTo>
                  <a:pt x="1557998" y="1994788"/>
                </a:moveTo>
                <a:cubicBezTo>
                  <a:pt x="1549777" y="1986566"/>
                  <a:pt x="1543115" y="1976930"/>
                  <a:pt x="1543195" y="1973375"/>
                </a:cubicBezTo>
                <a:cubicBezTo>
                  <a:pt x="1543999" y="1937758"/>
                  <a:pt x="1602911" y="1933456"/>
                  <a:pt x="1607921" y="1968649"/>
                </a:cubicBezTo>
                <a:cubicBezTo>
                  <a:pt x="1612067" y="1997773"/>
                  <a:pt x="1578539" y="2015328"/>
                  <a:pt x="1557998" y="1994788"/>
                </a:cubicBezTo>
                <a:close/>
                <a:moveTo>
                  <a:pt x="1263647" y="1986658"/>
                </a:moveTo>
                <a:cubicBezTo>
                  <a:pt x="1257425" y="1970442"/>
                  <a:pt x="1280832" y="1948384"/>
                  <a:pt x="1294982" y="1957129"/>
                </a:cubicBezTo>
                <a:cubicBezTo>
                  <a:pt x="1300450" y="1960509"/>
                  <a:pt x="1304925" y="1971593"/>
                  <a:pt x="1304925" y="1981762"/>
                </a:cubicBezTo>
                <a:cubicBezTo>
                  <a:pt x="1304925" y="2003590"/>
                  <a:pt x="1271659" y="2007536"/>
                  <a:pt x="1263647" y="1986658"/>
                </a:cubicBezTo>
                <a:close/>
                <a:moveTo>
                  <a:pt x="914878" y="1967488"/>
                </a:moveTo>
                <a:cubicBezTo>
                  <a:pt x="891852" y="1939744"/>
                  <a:pt x="906680" y="1903050"/>
                  <a:pt x="946456" y="1889346"/>
                </a:cubicBezTo>
                <a:cubicBezTo>
                  <a:pt x="990461" y="1874184"/>
                  <a:pt x="1000125" y="1878520"/>
                  <a:pt x="1000125" y="1913426"/>
                </a:cubicBezTo>
                <a:cubicBezTo>
                  <a:pt x="1000125" y="1961111"/>
                  <a:pt x="940806" y="1998729"/>
                  <a:pt x="914878" y="1967488"/>
                </a:cubicBezTo>
                <a:close/>
                <a:moveTo>
                  <a:pt x="2051073" y="1956747"/>
                </a:moveTo>
                <a:cubicBezTo>
                  <a:pt x="2043135" y="1936059"/>
                  <a:pt x="2063289" y="1916604"/>
                  <a:pt x="2077714" y="1931029"/>
                </a:cubicBezTo>
                <a:cubicBezTo>
                  <a:pt x="2089907" y="1943222"/>
                  <a:pt x="2082353" y="1971675"/>
                  <a:pt x="2066925" y="1971675"/>
                </a:cubicBezTo>
                <a:cubicBezTo>
                  <a:pt x="2061357" y="1971675"/>
                  <a:pt x="2054224" y="1964957"/>
                  <a:pt x="2051073" y="1956747"/>
                </a:cubicBezTo>
                <a:close/>
                <a:moveTo>
                  <a:pt x="558864" y="1936814"/>
                </a:moveTo>
                <a:cubicBezTo>
                  <a:pt x="545603" y="1923553"/>
                  <a:pt x="551827" y="1838325"/>
                  <a:pt x="566057" y="1838325"/>
                </a:cubicBezTo>
                <a:cubicBezTo>
                  <a:pt x="588521" y="1838325"/>
                  <a:pt x="610827" y="1867699"/>
                  <a:pt x="607735" y="1893210"/>
                </a:cubicBezTo>
                <a:cubicBezTo>
                  <a:pt x="604769" y="1917691"/>
                  <a:pt x="570403" y="1948353"/>
                  <a:pt x="558864" y="1936814"/>
                </a:cubicBezTo>
                <a:close/>
                <a:moveTo>
                  <a:pt x="1374856" y="1899275"/>
                </a:moveTo>
                <a:cubicBezTo>
                  <a:pt x="1353294" y="1866368"/>
                  <a:pt x="1367432" y="1844017"/>
                  <a:pt x="1412236" y="1840179"/>
                </a:cubicBezTo>
                <a:cubicBezTo>
                  <a:pt x="1453923" y="1836608"/>
                  <a:pt x="1467916" y="1863604"/>
                  <a:pt x="1443607" y="1900703"/>
                </a:cubicBezTo>
                <a:cubicBezTo>
                  <a:pt x="1423750" y="1931010"/>
                  <a:pt x="1395261" y="1930418"/>
                  <a:pt x="1374856" y="1899275"/>
                </a:cubicBezTo>
                <a:close/>
                <a:moveTo>
                  <a:pt x="2290197" y="1913610"/>
                </a:moveTo>
                <a:cubicBezTo>
                  <a:pt x="2278563" y="1894785"/>
                  <a:pt x="2309222" y="1872786"/>
                  <a:pt x="2323356" y="1889817"/>
                </a:cubicBezTo>
                <a:cubicBezTo>
                  <a:pt x="2329906" y="1897708"/>
                  <a:pt x="2332499" y="1908639"/>
                  <a:pt x="2329120" y="1914107"/>
                </a:cubicBezTo>
                <a:cubicBezTo>
                  <a:pt x="2321069" y="1927133"/>
                  <a:pt x="2298376" y="1926844"/>
                  <a:pt x="2290197" y="1913610"/>
                </a:cubicBezTo>
                <a:close/>
                <a:moveTo>
                  <a:pt x="1784643" y="1900301"/>
                </a:moveTo>
                <a:cubicBezTo>
                  <a:pt x="1781344" y="1891703"/>
                  <a:pt x="1783212" y="1880102"/>
                  <a:pt x="1788795" y="1874520"/>
                </a:cubicBezTo>
                <a:cubicBezTo>
                  <a:pt x="1803307" y="1860007"/>
                  <a:pt x="1830804" y="1873271"/>
                  <a:pt x="1827013" y="1892955"/>
                </a:cubicBezTo>
                <a:cubicBezTo>
                  <a:pt x="1822790" y="1914880"/>
                  <a:pt x="1792269" y="1920172"/>
                  <a:pt x="1784643" y="1900301"/>
                </a:cubicBezTo>
                <a:close/>
                <a:moveTo>
                  <a:pt x="751812" y="1880389"/>
                </a:moveTo>
                <a:cubicBezTo>
                  <a:pt x="737290" y="1862891"/>
                  <a:pt x="749675" y="1835454"/>
                  <a:pt x="774284" y="1830606"/>
                </a:cubicBezTo>
                <a:cubicBezTo>
                  <a:pt x="798042" y="1825926"/>
                  <a:pt x="812870" y="1862293"/>
                  <a:pt x="794638" y="1880526"/>
                </a:cubicBezTo>
                <a:cubicBezTo>
                  <a:pt x="775821" y="1899342"/>
                  <a:pt x="767520" y="1899316"/>
                  <a:pt x="751812" y="1880389"/>
                </a:cubicBezTo>
                <a:close/>
                <a:moveTo>
                  <a:pt x="1146927" y="1888185"/>
                </a:moveTo>
                <a:cubicBezTo>
                  <a:pt x="1127808" y="1875271"/>
                  <a:pt x="1125251" y="1840099"/>
                  <a:pt x="1142310" y="1824661"/>
                </a:cubicBezTo>
                <a:cubicBezTo>
                  <a:pt x="1161063" y="1807690"/>
                  <a:pt x="1209464" y="1823107"/>
                  <a:pt x="1209600" y="1846094"/>
                </a:cubicBezTo>
                <a:cubicBezTo>
                  <a:pt x="1209822" y="1883465"/>
                  <a:pt x="1174780" y="1906998"/>
                  <a:pt x="1146927" y="1888185"/>
                </a:cubicBezTo>
                <a:close/>
                <a:moveTo>
                  <a:pt x="2548617" y="1880507"/>
                </a:moveTo>
                <a:cubicBezTo>
                  <a:pt x="2529501" y="1861390"/>
                  <a:pt x="2529635" y="1843700"/>
                  <a:pt x="2549043" y="1824292"/>
                </a:cubicBezTo>
                <a:cubicBezTo>
                  <a:pt x="2572293" y="1801042"/>
                  <a:pt x="2585714" y="1811612"/>
                  <a:pt x="2588966" y="1855734"/>
                </a:cubicBezTo>
                <a:cubicBezTo>
                  <a:pt x="2592171" y="1899226"/>
                  <a:pt x="2576784" y="1908674"/>
                  <a:pt x="2548617" y="1880507"/>
                </a:cubicBezTo>
                <a:close/>
                <a:moveTo>
                  <a:pt x="1596117" y="1842407"/>
                </a:moveTo>
                <a:cubicBezTo>
                  <a:pt x="1584850" y="1831139"/>
                  <a:pt x="1583602" y="1822965"/>
                  <a:pt x="1591029" y="1809088"/>
                </a:cubicBezTo>
                <a:cubicBezTo>
                  <a:pt x="1608377" y="1776672"/>
                  <a:pt x="1647825" y="1790671"/>
                  <a:pt x="1647825" y="1829243"/>
                </a:cubicBezTo>
                <a:cubicBezTo>
                  <a:pt x="1647825" y="1848372"/>
                  <a:pt x="1611365" y="1857654"/>
                  <a:pt x="1596117" y="1842407"/>
                </a:cubicBezTo>
                <a:close/>
                <a:moveTo>
                  <a:pt x="1964055" y="1836420"/>
                </a:moveTo>
                <a:cubicBezTo>
                  <a:pt x="1935823" y="1808188"/>
                  <a:pt x="1956953" y="1752600"/>
                  <a:pt x="1995916" y="1752600"/>
                </a:cubicBezTo>
                <a:cubicBezTo>
                  <a:pt x="2019293" y="1752600"/>
                  <a:pt x="2047875" y="1780145"/>
                  <a:pt x="2047875" y="1802675"/>
                </a:cubicBezTo>
                <a:cubicBezTo>
                  <a:pt x="2047875" y="1839079"/>
                  <a:pt x="1990009" y="1862374"/>
                  <a:pt x="1964055" y="1836420"/>
                </a:cubicBezTo>
                <a:close/>
                <a:moveTo>
                  <a:pt x="2156539" y="1834722"/>
                </a:moveTo>
                <a:cubicBezTo>
                  <a:pt x="2148830" y="1814632"/>
                  <a:pt x="2159651" y="1800225"/>
                  <a:pt x="2182449" y="1800225"/>
                </a:cubicBezTo>
                <a:cubicBezTo>
                  <a:pt x="2196839" y="1800225"/>
                  <a:pt x="2200843" y="1805528"/>
                  <a:pt x="2198556" y="1821558"/>
                </a:cubicBezTo>
                <a:cubicBezTo>
                  <a:pt x="2195004" y="1846457"/>
                  <a:pt x="2164687" y="1855955"/>
                  <a:pt x="2156539" y="1834722"/>
                </a:cubicBezTo>
                <a:close/>
                <a:moveTo>
                  <a:pt x="2369236" y="1802606"/>
                </a:moveTo>
                <a:cubicBezTo>
                  <a:pt x="2334701" y="1764142"/>
                  <a:pt x="2384997" y="1701087"/>
                  <a:pt x="2424236" y="1733652"/>
                </a:cubicBezTo>
                <a:cubicBezTo>
                  <a:pt x="2444851" y="1750762"/>
                  <a:pt x="2442223" y="1797508"/>
                  <a:pt x="2419976" y="1809414"/>
                </a:cubicBezTo>
                <a:cubicBezTo>
                  <a:pt x="2394632" y="1822978"/>
                  <a:pt x="2386554" y="1821894"/>
                  <a:pt x="2369236" y="1802606"/>
                </a:cubicBezTo>
                <a:close/>
                <a:moveTo>
                  <a:pt x="873323" y="1794073"/>
                </a:moveTo>
                <a:cubicBezTo>
                  <a:pt x="858650" y="1779400"/>
                  <a:pt x="867156" y="1752600"/>
                  <a:pt x="886487" y="1752600"/>
                </a:cubicBezTo>
                <a:cubicBezTo>
                  <a:pt x="901303" y="1752600"/>
                  <a:pt x="905443" y="1757737"/>
                  <a:pt x="903156" y="1773285"/>
                </a:cubicBezTo>
                <a:cubicBezTo>
                  <a:pt x="899995" y="1794766"/>
                  <a:pt x="884685" y="1805435"/>
                  <a:pt x="873323" y="1794073"/>
                </a:cubicBezTo>
                <a:close/>
                <a:moveTo>
                  <a:pt x="1743177" y="1767011"/>
                </a:moveTo>
                <a:cubicBezTo>
                  <a:pt x="1728697" y="1749564"/>
                  <a:pt x="1737629" y="1709102"/>
                  <a:pt x="1757656" y="1701417"/>
                </a:cubicBezTo>
                <a:cubicBezTo>
                  <a:pt x="1778692" y="1693345"/>
                  <a:pt x="1809750" y="1715571"/>
                  <a:pt x="1809750" y="1738698"/>
                </a:cubicBezTo>
                <a:cubicBezTo>
                  <a:pt x="1809750" y="1777289"/>
                  <a:pt x="1766850" y="1795534"/>
                  <a:pt x="1743177" y="1767011"/>
                </a:cubicBezTo>
                <a:close/>
                <a:moveTo>
                  <a:pt x="589887" y="1756564"/>
                </a:moveTo>
                <a:cubicBezTo>
                  <a:pt x="574112" y="1737556"/>
                  <a:pt x="589270" y="1709737"/>
                  <a:pt x="615400" y="1709737"/>
                </a:cubicBezTo>
                <a:cubicBezTo>
                  <a:pt x="648470" y="1709737"/>
                  <a:pt x="641546" y="1770694"/>
                  <a:pt x="608385" y="1771504"/>
                </a:cubicBezTo>
                <a:cubicBezTo>
                  <a:pt x="605097" y="1771584"/>
                  <a:pt x="596773" y="1764861"/>
                  <a:pt x="589887" y="1756564"/>
                </a:cubicBezTo>
                <a:close/>
                <a:moveTo>
                  <a:pt x="1006398" y="1757866"/>
                </a:moveTo>
                <a:cubicBezTo>
                  <a:pt x="997248" y="1734021"/>
                  <a:pt x="1010226" y="1713229"/>
                  <a:pt x="1032293" y="1716377"/>
                </a:cubicBezTo>
                <a:cubicBezTo>
                  <a:pt x="1046741" y="1718439"/>
                  <a:pt x="1052512" y="1726059"/>
                  <a:pt x="1052512" y="1743075"/>
                </a:cubicBezTo>
                <a:cubicBezTo>
                  <a:pt x="1052512" y="1770827"/>
                  <a:pt x="1015881" y="1782577"/>
                  <a:pt x="1006398" y="1757866"/>
                </a:cubicBezTo>
                <a:close/>
                <a:moveTo>
                  <a:pt x="1276729" y="1757820"/>
                </a:moveTo>
                <a:cubicBezTo>
                  <a:pt x="1259499" y="1737058"/>
                  <a:pt x="1268773" y="1710164"/>
                  <a:pt x="1294420" y="1706522"/>
                </a:cubicBezTo>
                <a:cubicBezTo>
                  <a:pt x="1329665" y="1701517"/>
                  <a:pt x="1343960" y="1731254"/>
                  <a:pt x="1318532" y="1756682"/>
                </a:cubicBezTo>
                <a:cubicBezTo>
                  <a:pt x="1299971" y="1775242"/>
                  <a:pt x="1291383" y="1775476"/>
                  <a:pt x="1276729" y="1757820"/>
                </a:cubicBezTo>
                <a:close/>
                <a:moveTo>
                  <a:pt x="1448163" y="1729226"/>
                </a:moveTo>
                <a:cubicBezTo>
                  <a:pt x="1432520" y="1710376"/>
                  <a:pt x="1443020" y="1683607"/>
                  <a:pt x="1464439" y="1687732"/>
                </a:cubicBezTo>
                <a:cubicBezTo>
                  <a:pt x="1474828" y="1689733"/>
                  <a:pt x="1481137" y="1699596"/>
                  <a:pt x="1481137" y="1713836"/>
                </a:cubicBezTo>
                <a:cubicBezTo>
                  <a:pt x="1481137" y="1741437"/>
                  <a:pt x="1464675" y="1749120"/>
                  <a:pt x="1448163" y="1729226"/>
                </a:cubicBezTo>
                <a:close/>
                <a:moveTo>
                  <a:pt x="2230190" y="1720878"/>
                </a:moveTo>
                <a:cubicBezTo>
                  <a:pt x="2214006" y="1701376"/>
                  <a:pt x="2227284" y="1674823"/>
                  <a:pt x="2251493" y="1678277"/>
                </a:cubicBezTo>
                <a:cubicBezTo>
                  <a:pt x="2265907" y="1680334"/>
                  <a:pt x="2271712" y="1687962"/>
                  <a:pt x="2271712" y="1704844"/>
                </a:cubicBezTo>
                <a:cubicBezTo>
                  <a:pt x="2271712" y="1732017"/>
                  <a:pt x="2247268" y="1741456"/>
                  <a:pt x="2230190" y="1720878"/>
                </a:cubicBezTo>
                <a:close/>
                <a:moveTo>
                  <a:pt x="714708" y="1705598"/>
                </a:moveTo>
                <a:cubicBezTo>
                  <a:pt x="699350" y="1676902"/>
                  <a:pt x="717954" y="1638300"/>
                  <a:pt x="747141" y="1638300"/>
                </a:cubicBezTo>
                <a:cubicBezTo>
                  <a:pt x="781295" y="1638300"/>
                  <a:pt x="796575" y="1670585"/>
                  <a:pt x="776744" y="1700851"/>
                </a:cubicBezTo>
                <a:cubicBezTo>
                  <a:pt x="758507" y="1728685"/>
                  <a:pt x="728301" y="1730996"/>
                  <a:pt x="714708" y="1705598"/>
                </a:cubicBezTo>
                <a:close/>
                <a:moveTo>
                  <a:pt x="2514700" y="1709858"/>
                </a:moveTo>
                <a:cubicBezTo>
                  <a:pt x="2499233" y="1691222"/>
                  <a:pt x="2509220" y="1666875"/>
                  <a:pt x="2532331" y="1666875"/>
                </a:cubicBezTo>
                <a:cubicBezTo>
                  <a:pt x="2556715" y="1666875"/>
                  <a:pt x="2565035" y="1691278"/>
                  <a:pt x="2546852" y="1709461"/>
                </a:cubicBezTo>
                <a:cubicBezTo>
                  <a:pt x="2529013" y="1727301"/>
                  <a:pt x="2529174" y="1727299"/>
                  <a:pt x="2514700" y="1709858"/>
                </a:cubicBezTo>
                <a:close/>
                <a:moveTo>
                  <a:pt x="2073275" y="1679574"/>
                </a:moveTo>
                <a:cubicBezTo>
                  <a:pt x="2062215" y="1668515"/>
                  <a:pt x="2066410" y="1631534"/>
                  <a:pt x="2080005" y="1620251"/>
                </a:cubicBezTo>
                <a:cubicBezTo>
                  <a:pt x="2108143" y="1596899"/>
                  <a:pt x="2141941" y="1633491"/>
                  <a:pt x="2123705" y="1667565"/>
                </a:cubicBezTo>
                <a:cubicBezTo>
                  <a:pt x="2114100" y="1685511"/>
                  <a:pt x="2085922" y="1692222"/>
                  <a:pt x="2073275" y="1679574"/>
                </a:cubicBezTo>
                <a:close/>
                <a:moveTo>
                  <a:pt x="1879869" y="1662112"/>
                </a:moveTo>
                <a:cubicBezTo>
                  <a:pt x="1872323" y="1642448"/>
                  <a:pt x="1882554" y="1619250"/>
                  <a:pt x="1898772" y="1619250"/>
                </a:cubicBezTo>
                <a:cubicBezTo>
                  <a:pt x="1918269" y="1619250"/>
                  <a:pt x="1934857" y="1642925"/>
                  <a:pt x="1927957" y="1660905"/>
                </a:cubicBezTo>
                <a:cubicBezTo>
                  <a:pt x="1920490" y="1680364"/>
                  <a:pt x="1887194" y="1681200"/>
                  <a:pt x="1879869" y="1662112"/>
                </a:cubicBezTo>
                <a:close/>
                <a:moveTo>
                  <a:pt x="1105532" y="1649007"/>
                </a:moveTo>
                <a:cubicBezTo>
                  <a:pt x="1090841" y="1621557"/>
                  <a:pt x="1092948" y="1605348"/>
                  <a:pt x="1113639" y="1586623"/>
                </a:cubicBezTo>
                <a:cubicBezTo>
                  <a:pt x="1152976" y="1551023"/>
                  <a:pt x="1210901" y="1591529"/>
                  <a:pt x="1187666" y="1638389"/>
                </a:cubicBezTo>
                <a:cubicBezTo>
                  <a:pt x="1171980" y="1670022"/>
                  <a:pt x="1120352" y="1676697"/>
                  <a:pt x="1105532" y="1649007"/>
                </a:cubicBezTo>
                <a:close/>
                <a:moveTo>
                  <a:pt x="1573530" y="1655445"/>
                </a:moveTo>
                <a:cubicBezTo>
                  <a:pt x="1556555" y="1638470"/>
                  <a:pt x="1559649" y="1612175"/>
                  <a:pt x="1581150" y="1590675"/>
                </a:cubicBezTo>
                <a:cubicBezTo>
                  <a:pt x="1606939" y="1564885"/>
                  <a:pt x="1634640" y="1566709"/>
                  <a:pt x="1653463" y="1595437"/>
                </a:cubicBezTo>
                <a:cubicBezTo>
                  <a:pt x="1683707" y="1641595"/>
                  <a:pt x="1612864" y="1694779"/>
                  <a:pt x="1573530" y="1655445"/>
                </a:cubicBezTo>
                <a:close/>
                <a:moveTo>
                  <a:pt x="863599" y="1631949"/>
                </a:moveTo>
                <a:cubicBezTo>
                  <a:pt x="849856" y="1618206"/>
                  <a:pt x="857647" y="1590675"/>
                  <a:pt x="875280" y="1590675"/>
                </a:cubicBezTo>
                <a:cubicBezTo>
                  <a:pt x="897059" y="1590675"/>
                  <a:pt x="907499" y="1612815"/>
                  <a:pt x="892700" y="1627614"/>
                </a:cubicBezTo>
                <a:cubicBezTo>
                  <a:pt x="880470" y="1639844"/>
                  <a:pt x="872658" y="1641008"/>
                  <a:pt x="863599" y="1631949"/>
                </a:cubicBezTo>
                <a:close/>
                <a:moveTo>
                  <a:pt x="552450" y="1582311"/>
                </a:moveTo>
                <a:cubicBezTo>
                  <a:pt x="552450" y="1529647"/>
                  <a:pt x="559281" y="1523286"/>
                  <a:pt x="585146" y="1551866"/>
                </a:cubicBezTo>
                <a:cubicBezTo>
                  <a:pt x="605851" y="1574745"/>
                  <a:pt x="601750" y="1598419"/>
                  <a:pt x="573881" y="1616892"/>
                </a:cubicBezTo>
                <a:cubicBezTo>
                  <a:pt x="552596" y="1631001"/>
                  <a:pt x="552450" y="1630764"/>
                  <a:pt x="552450" y="1582311"/>
                </a:cubicBezTo>
                <a:close/>
                <a:moveTo>
                  <a:pt x="2280189" y="1596141"/>
                </a:moveTo>
                <a:cubicBezTo>
                  <a:pt x="2271523" y="1573558"/>
                  <a:pt x="2283785" y="1550751"/>
                  <a:pt x="2302639" y="1554382"/>
                </a:cubicBezTo>
                <a:cubicBezTo>
                  <a:pt x="2325290" y="1558744"/>
                  <a:pt x="2325290" y="1603555"/>
                  <a:pt x="2302639" y="1607917"/>
                </a:cubicBezTo>
                <a:cubicBezTo>
                  <a:pt x="2293456" y="1609685"/>
                  <a:pt x="2283353" y="1604386"/>
                  <a:pt x="2280189" y="1596141"/>
                </a:cubicBezTo>
                <a:close/>
                <a:moveTo>
                  <a:pt x="2448629" y="1591990"/>
                </a:moveTo>
                <a:cubicBezTo>
                  <a:pt x="2436136" y="1568647"/>
                  <a:pt x="2457546" y="1537393"/>
                  <a:pt x="2480101" y="1546048"/>
                </a:cubicBezTo>
                <a:cubicBezTo>
                  <a:pt x="2502059" y="1554475"/>
                  <a:pt x="2509534" y="1578587"/>
                  <a:pt x="2495449" y="1595558"/>
                </a:cubicBezTo>
                <a:cubicBezTo>
                  <a:pt x="2479447" y="1614839"/>
                  <a:pt x="2460066" y="1613362"/>
                  <a:pt x="2448629" y="1591990"/>
                </a:cubicBezTo>
                <a:close/>
                <a:moveTo>
                  <a:pt x="1319892" y="1585232"/>
                </a:moveTo>
                <a:cubicBezTo>
                  <a:pt x="1299610" y="1564950"/>
                  <a:pt x="1301068" y="1539967"/>
                  <a:pt x="1323730" y="1519458"/>
                </a:cubicBezTo>
                <a:cubicBezTo>
                  <a:pt x="1341341" y="1503521"/>
                  <a:pt x="1344066" y="1503441"/>
                  <a:pt x="1366593" y="1518201"/>
                </a:cubicBezTo>
                <a:cubicBezTo>
                  <a:pt x="1394947" y="1536779"/>
                  <a:pt x="1397520" y="1562454"/>
                  <a:pt x="1373231" y="1584436"/>
                </a:cubicBezTo>
                <a:cubicBezTo>
                  <a:pt x="1351484" y="1604116"/>
                  <a:pt x="1338964" y="1604303"/>
                  <a:pt x="1319892" y="1585232"/>
                </a:cubicBezTo>
                <a:close/>
                <a:moveTo>
                  <a:pt x="1482466" y="1593591"/>
                </a:moveTo>
                <a:cubicBezTo>
                  <a:pt x="1471082" y="1582207"/>
                  <a:pt x="1476315" y="1562100"/>
                  <a:pt x="1490662" y="1562100"/>
                </a:cubicBezTo>
                <a:cubicBezTo>
                  <a:pt x="1498520" y="1562100"/>
                  <a:pt x="1504950" y="1568276"/>
                  <a:pt x="1504950" y="1575825"/>
                </a:cubicBezTo>
                <a:cubicBezTo>
                  <a:pt x="1504950" y="1591738"/>
                  <a:pt x="1491355" y="1602480"/>
                  <a:pt x="1482466" y="1593591"/>
                </a:cubicBezTo>
                <a:close/>
                <a:moveTo>
                  <a:pt x="1752542" y="1566792"/>
                </a:moveTo>
                <a:cubicBezTo>
                  <a:pt x="1742002" y="1554093"/>
                  <a:pt x="1742413" y="1549154"/>
                  <a:pt x="1755060" y="1536506"/>
                </a:cubicBezTo>
                <a:cubicBezTo>
                  <a:pt x="1775487" y="1516080"/>
                  <a:pt x="1802418" y="1527429"/>
                  <a:pt x="1798511" y="1554816"/>
                </a:cubicBezTo>
                <a:cubicBezTo>
                  <a:pt x="1794790" y="1580904"/>
                  <a:pt x="1769683" y="1587446"/>
                  <a:pt x="1752542" y="1566792"/>
                </a:cubicBezTo>
                <a:close/>
                <a:moveTo>
                  <a:pt x="962464" y="1557867"/>
                </a:moveTo>
                <a:cubicBezTo>
                  <a:pt x="936740" y="1526871"/>
                  <a:pt x="979311" y="1489579"/>
                  <a:pt x="1007845" y="1518113"/>
                </a:cubicBezTo>
                <a:cubicBezTo>
                  <a:pt x="1019976" y="1530244"/>
                  <a:pt x="1021218" y="1537687"/>
                  <a:pt x="1013230" y="1550372"/>
                </a:cubicBezTo>
                <a:cubicBezTo>
                  <a:pt x="999322" y="1572457"/>
                  <a:pt x="977275" y="1575712"/>
                  <a:pt x="962464" y="1557867"/>
                </a:cubicBezTo>
                <a:close/>
                <a:moveTo>
                  <a:pt x="763444" y="1544144"/>
                </a:moveTo>
                <a:cubicBezTo>
                  <a:pt x="744652" y="1532235"/>
                  <a:pt x="754165" y="1500655"/>
                  <a:pt x="777553" y="1497302"/>
                </a:cubicBezTo>
                <a:cubicBezTo>
                  <a:pt x="801437" y="1493878"/>
                  <a:pt x="814966" y="1520373"/>
                  <a:pt x="799098" y="1539494"/>
                </a:cubicBezTo>
                <a:cubicBezTo>
                  <a:pt x="786542" y="1554623"/>
                  <a:pt x="781099" y="1555332"/>
                  <a:pt x="763444" y="1544144"/>
                </a:cubicBezTo>
                <a:close/>
                <a:moveTo>
                  <a:pt x="1948300" y="1530066"/>
                </a:moveTo>
                <a:cubicBezTo>
                  <a:pt x="1919270" y="1501036"/>
                  <a:pt x="1918657" y="1494669"/>
                  <a:pt x="1942103" y="1465715"/>
                </a:cubicBezTo>
                <a:cubicBezTo>
                  <a:pt x="1969695" y="1431641"/>
                  <a:pt x="2014537" y="1449456"/>
                  <a:pt x="2014537" y="1494492"/>
                </a:cubicBezTo>
                <a:cubicBezTo>
                  <a:pt x="2014537" y="1544316"/>
                  <a:pt x="1980715" y="1562481"/>
                  <a:pt x="1948300" y="1530066"/>
                </a:cubicBezTo>
                <a:close/>
                <a:moveTo>
                  <a:pt x="2159793" y="1513712"/>
                </a:moveTo>
                <a:cubicBezTo>
                  <a:pt x="2122795" y="1492162"/>
                  <a:pt x="2152415" y="1436809"/>
                  <a:pt x="2190141" y="1456999"/>
                </a:cubicBezTo>
                <a:cubicBezTo>
                  <a:pt x="2211986" y="1468690"/>
                  <a:pt x="2215889" y="1495050"/>
                  <a:pt x="2198370" y="1512570"/>
                </a:cubicBezTo>
                <a:cubicBezTo>
                  <a:pt x="2184721" y="1526218"/>
                  <a:pt x="2181432" y="1526315"/>
                  <a:pt x="2159793" y="1513712"/>
                </a:cubicBezTo>
                <a:close/>
                <a:moveTo>
                  <a:pt x="1087190" y="1473228"/>
                </a:moveTo>
                <a:cubicBezTo>
                  <a:pt x="1071006" y="1453726"/>
                  <a:pt x="1084284" y="1427173"/>
                  <a:pt x="1108493" y="1430627"/>
                </a:cubicBezTo>
                <a:cubicBezTo>
                  <a:pt x="1122907" y="1432684"/>
                  <a:pt x="1128712" y="1440312"/>
                  <a:pt x="1128712" y="1457194"/>
                </a:cubicBezTo>
                <a:cubicBezTo>
                  <a:pt x="1128712" y="1484367"/>
                  <a:pt x="1104268" y="1493806"/>
                  <a:pt x="1087190" y="1473228"/>
                </a:cubicBezTo>
                <a:close/>
                <a:moveTo>
                  <a:pt x="639722" y="1468008"/>
                </a:moveTo>
                <a:cubicBezTo>
                  <a:pt x="621175" y="1456251"/>
                  <a:pt x="629890" y="1415329"/>
                  <a:pt x="651832" y="1411142"/>
                </a:cubicBezTo>
                <a:cubicBezTo>
                  <a:pt x="677106" y="1406320"/>
                  <a:pt x="697506" y="1435450"/>
                  <a:pt x="685095" y="1458640"/>
                </a:cubicBezTo>
                <a:cubicBezTo>
                  <a:pt x="674864" y="1477758"/>
                  <a:pt x="659960" y="1480835"/>
                  <a:pt x="639722" y="1468008"/>
                </a:cubicBezTo>
                <a:close/>
                <a:moveTo>
                  <a:pt x="1527444" y="1462087"/>
                </a:moveTo>
                <a:cubicBezTo>
                  <a:pt x="1519085" y="1440303"/>
                  <a:pt x="1530795" y="1419225"/>
                  <a:pt x="1551256" y="1419225"/>
                </a:cubicBezTo>
                <a:cubicBezTo>
                  <a:pt x="1573785" y="1419225"/>
                  <a:pt x="1585352" y="1445546"/>
                  <a:pt x="1570623" y="1463294"/>
                </a:cubicBezTo>
                <a:cubicBezTo>
                  <a:pt x="1556292" y="1480561"/>
                  <a:pt x="1534297" y="1479947"/>
                  <a:pt x="1527444" y="1462087"/>
                </a:cubicBezTo>
                <a:close/>
                <a:moveTo>
                  <a:pt x="2324100" y="1457325"/>
                </a:moveTo>
                <a:cubicBezTo>
                  <a:pt x="2299203" y="1432428"/>
                  <a:pt x="2300067" y="1417701"/>
                  <a:pt x="2327963" y="1391494"/>
                </a:cubicBezTo>
                <a:cubicBezTo>
                  <a:pt x="2370368" y="1351657"/>
                  <a:pt x="2424953" y="1414295"/>
                  <a:pt x="2385665" y="1457708"/>
                </a:cubicBezTo>
                <a:cubicBezTo>
                  <a:pt x="2364222" y="1481402"/>
                  <a:pt x="2348076" y="1481301"/>
                  <a:pt x="2324100" y="1457325"/>
                </a:cubicBezTo>
                <a:close/>
                <a:moveTo>
                  <a:pt x="2498748" y="1442397"/>
                </a:moveTo>
                <a:cubicBezTo>
                  <a:pt x="2495598" y="1434186"/>
                  <a:pt x="2497694" y="1422795"/>
                  <a:pt x="2503406" y="1417083"/>
                </a:cubicBezTo>
                <a:cubicBezTo>
                  <a:pt x="2517159" y="1403330"/>
                  <a:pt x="2544090" y="1424806"/>
                  <a:pt x="2536827" y="1443733"/>
                </a:cubicBezTo>
                <a:cubicBezTo>
                  <a:pt x="2529859" y="1461891"/>
                  <a:pt x="2505906" y="1461050"/>
                  <a:pt x="2498748" y="1442397"/>
                </a:cubicBezTo>
                <a:close/>
                <a:moveTo>
                  <a:pt x="838200" y="1428750"/>
                </a:moveTo>
                <a:cubicBezTo>
                  <a:pt x="827722" y="1418272"/>
                  <a:pt x="819150" y="1403270"/>
                  <a:pt x="819150" y="1395412"/>
                </a:cubicBezTo>
                <a:cubicBezTo>
                  <a:pt x="819150" y="1374992"/>
                  <a:pt x="853889" y="1343025"/>
                  <a:pt x="876080" y="1343025"/>
                </a:cubicBezTo>
                <a:cubicBezTo>
                  <a:pt x="921329" y="1343025"/>
                  <a:pt x="933379" y="1425298"/>
                  <a:pt x="890538" y="1441738"/>
                </a:cubicBezTo>
                <a:cubicBezTo>
                  <a:pt x="866120" y="1451108"/>
                  <a:pt x="858722" y="1449272"/>
                  <a:pt x="838200" y="1428750"/>
                </a:cubicBezTo>
                <a:close/>
                <a:moveTo>
                  <a:pt x="1216025" y="1431924"/>
                </a:moveTo>
                <a:cubicBezTo>
                  <a:pt x="1205918" y="1421818"/>
                  <a:pt x="1208672" y="1373343"/>
                  <a:pt x="1219741" y="1366502"/>
                </a:cubicBezTo>
                <a:cubicBezTo>
                  <a:pt x="1240259" y="1353821"/>
                  <a:pt x="1276350" y="1371154"/>
                  <a:pt x="1276350" y="1393688"/>
                </a:cubicBezTo>
                <a:cubicBezTo>
                  <a:pt x="1276350" y="1428269"/>
                  <a:pt x="1237190" y="1453090"/>
                  <a:pt x="1216025" y="1431924"/>
                </a:cubicBezTo>
                <a:close/>
                <a:moveTo>
                  <a:pt x="1373981" y="1431966"/>
                </a:moveTo>
                <a:cubicBezTo>
                  <a:pt x="1355429" y="1424481"/>
                  <a:pt x="1359915" y="1382951"/>
                  <a:pt x="1380463" y="1371954"/>
                </a:cubicBezTo>
                <a:cubicBezTo>
                  <a:pt x="1394343" y="1364525"/>
                  <a:pt x="1402516" y="1365777"/>
                  <a:pt x="1413801" y="1377061"/>
                </a:cubicBezTo>
                <a:cubicBezTo>
                  <a:pt x="1446351" y="1409612"/>
                  <a:pt x="1417425" y="1449496"/>
                  <a:pt x="1373981" y="1431966"/>
                </a:cubicBezTo>
                <a:close/>
                <a:moveTo>
                  <a:pt x="1687830" y="1417320"/>
                </a:moveTo>
                <a:cubicBezTo>
                  <a:pt x="1661131" y="1390621"/>
                  <a:pt x="1687103" y="1345594"/>
                  <a:pt x="1722687" y="1356888"/>
                </a:cubicBezTo>
                <a:cubicBezTo>
                  <a:pt x="1746693" y="1364507"/>
                  <a:pt x="1755156" y="1387125"/>
                  <a:pt x="1742705" y="1410390"/>
                </a:cubicBezTo>
                <a:cubicBezTo>
                  <a:pt x="1731622" y="1431098"/>
                  <a:pt x="1704973" y="1434463"/>
                  <a:pt x="1687830" y="1417320"/>
                </a:cubicBezTo>
                <a:close/>
                <a:moveTo>
                  <a:pt x="1858819" y="1382020"/>
                </a:moveTo>
                <a:cubicBezTo>
                  <a:pt x="1841502" y="1371314"/>
                  <a:pt x="1848772" y="1339262"/>
                  <a:pt x="1869419" y="1335286"/>
                </a:cubicBezTo>
                <a:cubicBezTo>
                  <a:pt x="1878542" y="1333529"/>
                  <a:pt x="1888723" y="1339170"/>
                  <a:pt x="1892043" y="1347822"/>
                </a:cubicBezTo>
                <a:cubicBezTo>
                  <a:pt x="1899837" y="1368132"/>
                  <a:pt x="1876016" y="1392652"/>
                  <a:pt x="1858819" y="1382020"/>
                </a:cubicBezTo>
                <a:close/>
                <a:moveTo>
                  <a:pt x="2057779" y="1376820"/>
                </a:moveTo>
                <a:cubicBezTo>
                  <a:pt x="2039518" y="1354817"/>
                  <a:pt x="2049645" y="1328737"/>
                  <a:pt x="2076450" y="1328737"/>
                </a:cubicBezTo>
                <a:cubicBezTo>
                  <a:pt x="2091546" y="1328737"/>
                  <a:pt x="2101185" y="1334885"/>
                  <a:pt x="2103299" y="1345863"/>
                </a:cubicBezTo>
                <a:cubicBezTo>
                  <a:pt x="2106597" y="1362989"/>
                  <a:pt x="2090014" y="1390650"/>
                  <a:pt x="2076450" y="1390650"/>
                </a:cubicBezTo>
                <a:cubicBezTo>
                  <a:pt x="2072494" y="1390650"/>
                  <a:pt x="2064092" y="1384426"/>
                  <a:pt x="2057779" y="1376820"/>
                </a:cubicBezTo>
                <a:close/>
                <a:moveTo>
                  <a:pt x="984743" y="1357895"/>
                </a:moveTo>
                <a:cubicBezTo>
                  <a:pt x="977210" y="1338264"/>
                  <a:pt x="997479" y="1314032"/>
                  <a:pt x="1015612" y="1320990"/>
                </a:cubicBezTo>
                <a:cubicBezTo>
                  <a:pt x="1034618" y="1328284"/>
                  <a:pt x="1028180" y="1365834"/>
                  <a:pt x="1007239" y="1369825"/>
                </a:cubicBezTo>
                <a:cubicBezTo>
                  <a:pt x="998056" y="1371575"/>
                  <a:pt x="987932" y="1366207"/>
                  <a:pt x="984743" y="1357895"/>
                </a:cubicBezTo>
                <a:close/>
                <a:moveTo>
                  <a:pt x="548861" y="1347411"/>
                </a:moveTo>
                <a:cubicBezTo>
                  <a:pt x="536933" y="1316327"/>
                  <a:pt x="542126" y="1284321"/>
                  <a:pt x="558572" y="1287557"/>
                </a:cubicBezTo>
                <a:cubicBezTo>
                  <a:pt x="582788" y="1292323"/>
                  <a:pt x="597179" y="1320860"/>
                  <a:pt x="585058" y="1340076"/>
                </a:cubicBezTo>
                <a:cubicBezTo>
                  <a:pt x="570846" y="1362606"/>
                  <a:pt x="555857" y="1365643"/>
                  <a:pt x="548861" y="1347411"/>
                </a:cubicBezTo>
                <a:close/>
                <a:moveTo>
                  <a:pt x="2422794" y="1319212"/>
                </a:moveTo>
                <a:cubicBezTo>
                  <a:pt x="2415248" y="1299548"/>
                  <a:pt x="2425479" y="1276350"/>
                  <a:pt x="2441697" y="1276350"/>
                </a:cubicBezTo>
                <a:cubicBezTo>
                  <a:pt x="2461194" y="1276350"/>
                  <a:pt x="2477782" y="1300025"/>
                  <a:pt x="2470882" y="1318005"/>
                </a:cubicBezTo>
                <a:cubicBezTo>
                  <a:pt x="2463415" y="1337464"/>
                  <a:pt x="2430119" y="1338300"/>
                  <a:pt x="2422794" y="1319212"/>
                </a:cubicBezTo>
                <a:close/>
                <a:moveTo>
                  <a:pt x="2213500" y="1310355"/>
                </a:moveTo>
                <a:cubicBezTo>
                  <a:pt x="2204017" y="1285641"/>
                  <a:pt x="2217309" y="1265214"/>
                  <a:pt x="2240713" y="1268538"/>
                </a:cubicBezTo>
                <a:cubicBezTo>
                  <a:pt x="2256455" y="1270773"/>
                  <a:pt x="2262187" y="1277943"/>
                  <a:pt x="2262187" y="1295400"/>
                </a:cubicBezTo>
                <a:cubicBezTo>
                  <a:pt x="2262187" y="1323516"/>
                  <a:pt x="2223152" y="1335507"/>
                  <a:pt x="2213500" y="1310355"/>
                </a:cubicBezTo>
                <a:close/>
                <a:moveTo>
                  <a:pt x="1127394" y="1300162"/>
                </a:moveTo>
                <a:cubicBezTo>
                  <a:pt x="1119848" y="1280498"/>
                  <a:pt x="1130079" y="1257300"/>
                  <a:pt x="1146297" y="1257300"/>
                </a:cubicBezTo>
                <a:cubicBezTo>
                  <a:pt x="1165794" y="1257300"/>
                  <a:pt x="1182382" y="1280975"/>
                  <a:pt x="1175482" y="1298955"/>
                </a:cubicBezTo>
                <a:cubicBezTo>
                  <a:pt x="1168015" y="1318414"/>
                  <a:pt x="1134719" y="1319250"/>
                  <a:pt x="1127394" y="1300162"/>
                </a:cubicBezTo>
                <a:close/>
                <a:moveTo>
                  <a:pt x="695425" y="1290758"/>
                </a:moveTo>
                <a:cubicBezTo>
                  <a:pt x="679896" y="1272047"/>
                  <a:pt x="689979" y="1247775"/>
                  <a:pt x="713282" y="1247775"/>
                </a:cubicBezTo>
                <a:cubicBezTo>
                  <a:pt x="735526" y="1247775"/>
                  <a:pt x="743575" y="1265367"/>
                  <a:pt x="731802" y="1288256"/>
                </a:cubicBezTo>
                <a:cubicBezTo>
                  <a:pt x="721314" y="1308649"/>
                  <a:pt x="710869" y="1309367"/>
                  <a:pt x="695425" y="1290758"/>
                </a:cubicBezTo>
                <a:close/>
                <a:moveTo>
                  <a:pt x="2583111" y="1288256"/>
                </a:moveTo>
                <a:cubicBezTo>
                  <a:pt x="2573419" y="1270991"/>
                  <a:pt x="2573419" y="1262658"/>
                  <a:pt x="2583111" y="1245393"/>
                </a:cubicBezTo>
                <a:lnTo>
                  <a:pt x="2595143" y="1223962"/>
                </a:lnTo>
                <a:lnTo>
                  <a:pt x="2598396" y="1245393"/>
                </a:lnTo>
                <a:cubicBezTo>
                  <a:pt x="2600186" y="1257180"/>
                  <a:pt x="2600186" y="1276469"/>
                  <a:pt x="2598396" y="1288256"/>
                </a:cubicBezTo>
                <a:lnTo>
                  <a:pt x="2595143" y="1309687"/>
                </a:lnTo>
                <a:lnTo>
                  <a:pt x="2583111" y="1288256"/>
                </a:lnTo>
                <a:close/>
                <a:moveTo>
                  <a:pt x="1537411" y="1271587"/>
                </a:moveTo>
                <a:cubicBezTo>
                  <a:pt x="1522958" y="1249528"/>
                  <a:pt x="1522958" y="1246021"/>
                  <a:pt x="1537411" y="1223962"/>
                </a:cubicBezTo>
                <a:cubicBezTo>
                  <a:pt x="1563408" y="1184286"/>
                  <a:pt x="1619250" y="1199463"/>
                  <a:pt x="1619250" y="1246205"/>
                </a:cubicBezTo>
                <a:cubicBezTo>
                  <a:pt x="1619250" y="1297849"/>
                  <a:pt x="1565534" y="1314508"/>
                  <a:pt x="1537411" y="1271587"/>
                </a:cubicBezTo>
                <a:close/>
                <a:moveTo>
                  <a:pt x="825779" y="1263491"/>
                </a:moveTo>
                <a:cubicBezTo>
                  <a:pt x="817831" y="1242780"/>
                  <a:pt x="841895" y="1214925"/>
                  <a:pt x="861303" y="1222372"/>
                </a:cubicBezTo>
                <a:cubicBezTo>
                  <a:pt x="884660" y="1231335"/>
                  <a:pt x="877098" y="1270794"/>
                  <a:pt x="851318" y="1274472"/>
                </a:cubicBezTo>
                <a:cubicBezTo>
                  <a:pt x="840198" y="1276059"/>
                  <a:pt x="828705" y="1271117"/>
                  <a:pt x="825779" y="1263491"/>
                </a:cubicBezTo>
                <a:close/>
                <a:moveTo>
                  <a:pt x="1250973" y="1261422"/>
                </a:moveTo>
                <a:cubicBezTo>
                  <a:pt x="1247823" y="1253211"/>
                  <a:pt x="1249919" y="1241820"/>
                  <a:pt x="1255631" y="1236108"/>
                </a:cubicBezTo>
                <a:cubicBezTo>
                  <a:pt x="1269384" y="1222355"/>
                  <a:pt x="1296315" y="1243831"/>
                  <a:pt x="1289052" y="1262758"/>
                </a:cubicBezTo>
                <a:cubicBezTo>
                  <a:pt x="1282084" y="1280916"/>
                  <a:pt x="1258131" y="1280075"/>
                  <a:pt x="1250973" y="1261422"/>
                </a:cubicBezTo>
                <a:close/>
                <a:moveTo>
                  <a:pt x="1391990" y="1263678"/>
                </a:moveTo>
                <a:cubicBezTo>
                  <a:pt x="1375806" y="1244176"/>
                  <a:pt x="1389084" y="1217623"/>
                  <a:pt x="1413293" y="1221077"/>
                </a:cubicBezTo>
                <a:cubicBezTo>
                  <a:pt x="1427707" y="1223134"/>
                  <a:pt x="1433512" y="1230762"/>
                  <a:pt x="1433512" y="1247644"/>
                </a:cubicBezTo>
                <a:cubicBezTo>
                  <a:pt x="1433512" y="1274817"/>
                  <a:pt x="1409068" y="1284256"/>
                  <a:pt x="1391990" y="1263678"/>
                </a:cubicBezTo>
                <a:close/>
                <a:moveTo>
                  <a:pt x="1933677" y="1262186"/>
                </a:moveTo>
                <a:cubicBezTo>
                  <a:pt x="1919096" y="1244616"/>
                  <a:pt x="1928181" y="1204257"/>
                  <a:pt x="1948470" y="1196472"/>
                </a:cubicBezTo>
                <a:cubicBezTo>
                  <a:pt x="1971237" y="1187735"/>
                  <a:pt x="2000250" y="1207596"/>
                  <a:pt x="2000250" y="1231917"/>
                </a:cubicBezTo>
                <a:cubicBezTo>
                  <a:pt x="2000250" y="1272272"/>
                  <a:pt x="1957993" y="1291485"/>
                  <a:pt x="1933677" y="1262186"/>
                </a:cubicBezTo>
                <a:close/>
                <a:moveTo>
                  <a:pt x="1753940" y="1235103"/>
                </a:moveTo>
                <a:cubicBezTo>
                  <a:pt x="1737756" y="1215601"/>
                  <a:pt x="1751034" y="1189048"/>
                  <a:pt x="1775243" y="1192502"/>
                </a:cubicBezTo>
                <a:cubicBezTo>
                  <a:pt x="1789657" y="1194559"/>
                  <a:pt x="1795462" y="1202187"/>
                  <a:pt x="1795462" y="1219069"/>
                </a:cubicBezTo>
                <a:cubicBezTo>
                  <a:pt x="1795462" y="1246242"/>
                  <a:pt x="1771018" y="1255681"/>
                  <a:pt x="1753940" y="1235103"/>
                </a:cubicBezTo>
                <a:close/>
                <a:moveTo>
                  <a:pt x="1013955" y="1205551"/>
                </a:moveTo>
                <a:cubicBezTo>
                  <a:pt x="996675" y="1179179"/>
                  <a:pt x="1008514" y="1143000"/>
                  <a:pt x="1034423" y="1143000"/>
                </a:cubicBezTo>
                <a:cubicBezTo>
                  <a:pt x="1079511" y="1143000"/>
                  <a:pt x="1100637" y="1184001"/>
                  <a:pt x="1070882" y="1213757"/>
                </a:cubicBezTo>
                <a:cubicBezTo>
                  <a:pt x="1049673" y="1234965"/>
                  <a:pt x="1031512" y="1232347"/>
                  <a:pt x="1013955" y="1205551"/>
                </a:cubicBezTo>
                <a:close/>
                <a:moveTo>
                  <a:pt x="609813" y="1195644"/>
                </a:moveTo>
                <a:cubicBezTo>
                  <a:pt x="591651" y="1173761"/>
                  <a:pt x="601950" y="1147762"/>
                  <a:pt x="628780" y="1147762"/>
                </a:cubicBezTo>
                <a:cubicBezTo>
                  <a:pt x="645868" y="1147762"/>
                  <a:pt x="653286" y="1153550"/>
                  <a:pt x="655421" y="1168549"/>
                </a:cubicBezTo>
                <a:cubicBezTo>
                  <a:pt x="659313" y="1195886"/>
                  <a:pt x="626294" y="1215502"/>
                  <a:pt x="609813" y="1195644"/>
                </a:cubicBezTo>
                <a:close/>
                <a:moveTo>
                  <a:pt x="2113905" y="1179895"/>
                </a:moveTo>
                <a:cubicBezTo>
                  <a:pt x="2097009" y="1148324"/>
                  <a:pt x="2117061" y="1112317"/>
                  <a:pt x="2149388" y="1116181"/>
                </a:cubicBezTo>
                <a:cubicBezTo>
                  <a:pt x="2183914" y="1120307"/>
                  <a:pt x="2197577" y="1144251"/>
                  <a:pt x="2183295" y="1175597"/>
                </a:cubicBezTo>
                <a:cubicBezTo>
                  <a:pt x="2169122" y="1206703"/>
                  <a:pt x="2129563" y="1209153"/>
                  <a:pt x="2113905" y="1179895"/>
                </a:cubicBezTo>
                <a:close/>
                <a:moveTo>
                  <a:pt x="2327757" y="1186418"/>
                </a:moveTo>
                <a:cubicBezTo>
                  <a:pt x="2324859" y="1178866"/>
                  <a:pt x="2323981" y="1164936"/>
                  <a:pt x="2325806" y="1155462"/>
                </a:cubicBezTo>
                <a:cubicBezTo>
                  <a:pt x="2330316" y="1132040"/>
                  <a:pt x="2375017" y="1131958"/>
                  <a:pt x="2379524" y="1155363"/>
                </a:cubicBezTo>
                <a:cubicBezTo>
                  <a:pt x="2386076" y="1189383"/>
                  <a:pt x="2339595" y="1217267"/>
                  <a:pt x="2327757" y="1186418"/>
                </a:cubicBezTo>
                <a:close/>
                <a:moveTo>
                  <a:pt x="2497931" y="1174401"/>
                </a:moveTo>
                <a:cubicBezTo>
                  <a:pt x="2483249" y="1168958"/>
                  <a:pt x="2482234" y="1136942"/>
                  <a:pt x="2496464" y="1128147"/>
                </a:cubicBezTo>
                <a:cubicBezTo>
                  <a:pt x="2515564" y="1116342"/>
                  <a:pt x="2540209" y="1150190"/>
                  <a:pt x="2523784" y="1165670"/>
                </a:cubicBezTo>
                <a:cubicBezTo>
                  <a:pt x="2516113" y="1172900"/>
                  <a:pt x="2504479" y="1176829"/>
                  <a:pt x="2497931" y="1174401"/>
                </a:cubicBezTo>
                <a:close/>
                <a:moveTo>
                  <a:pt x="896809" y="1150174"/>
                </a:moveTo>
                <a:cubicBezTo>
                  <a:pt x="881241" y="1134606"/>
                  <a:pt x="883192" y="1105312"/>
                  <a:pt x="900233" y="1098772"/>
                </a:cubicBezTo>
                <a:cubicBezTo>
                  <a:pt x="917026" y="1092328"/>
                  <a:pt x="942975" y="1111009"/>
                  <a:pt x="942975" y="1129543"/>
                </a:cubicBezTo>
                <a:cubicBezTo>
                  <a:pt x="942975" y="1148861"/>
                  <a:pt x="910160" y="1163525"/>
                  <a:pt x="896809" y="1150174"/>
                </a:cubicBezTo>
                <a:close/>
                <a:moveTo>
                  <a:pt x="1276852" y="1138842"/>
                </a:moveTo>
                <a:cubicBezTo>
                  <a:pt x="1270007" y="1130595"/>
                  <a:pt x="1267207" y="1114199"/>
                  <a:pt x="1270441" y="1101311"/>
                </a:cubicBezTo>
                <a:cubicBezTo>
                  <a:pt x="1283175" y="1050576"/>
                  <a:pt x="1346283" y="1064959"/>
                  <a:pt x="1341200" y="1117439"/>
                </a:cubicBezTo>
                <a:cubicBezTo>
                  <a:pt x="1337829" y="1152229"/>
                  <a:pt x="1298750" y="1165228"/>
                  <a:pt x="1276852" y="1138842"/>
                </a:cubicBezTo>
                <a:close/>
                <a:moveTo>
                  <a:pt x="1466950" y="1138358"/>
                </a:moveTo>
                <a:cubicBezTo>
                  <a:pt x="1451421" y="1119647"/>
                  <a:pt x="1461504" y="1095375"/>
                  <a:pt x="1484807" y="1095375"/>
                </a:cubicBezTo>
                <a:cubicBezTo>
                  <a:pt x="1507051" y="1095375"/>
                  <a:pt x="1515100" y="1112967"/>
                  <a:pt x="1503327" y="1135856"/>
                </a:cubicBezTo>
                <a:cubicBezTo>
                  <a:pt x="1492839" y="1156249"/>
                  <a:pt x="1482394" y="1156967"/>
                  <a:pt x="1466950" y="1138358"/>
                </a:cubicBezTo>
                <a:close/>
                <a:moveTo>
                  <a:pt x="1640324" y="1131689"/>
                </a:moveTo>
                <a:cubicBezTo>
                  <a:pt x="1624695" y="1116060"/>
                  <a:pt x="1625801" y="1100175"/>
                  <a:pt x="1643540" y="1085453"/>
                </a:cubicBezTo>
                <a:cubicBezTo>
                  <a:pt x="1664661" y="1067924"/>
                  <a:pt x="1695201" y="1097589"/>
                  <a:pt x="1680320" y="1121180"/>
                </a:cubicBezTo>
                <a:cubicBezTo>
                  <a:pt x="1666942" y="1142389"/>
                  <a:pt x="1654336" y="1145701"/>
                  <a:pt x="1640324" y="1131689"/>
                </a:cubicBezTo>
                <a:close/>
                <a:moveTo>
                  <a:pt x="1182571" y="1119781"/>
                </a:moveTo>
                <a:cubicBezTo>
                  <a:pt x="1184381" y="1111043"/>
                  <a:pt x="1190148" y="1104120"/>
                  <a:pt x="1195387" y="1104396"/>
                </a:cubicBezTo>
                <a:cubicBezTo>
                  <a:pt x="1209525" y="1105143"/>
                  <a:pt x="1206928" y="1126453"/>
                  <a:pt x="1192096" y="1131396"/>
                </a:cubicBezTo>
                <a:cubicBezTo>
                  <a:pt x="1184084" y="1134067"/>
                  <a:pt x="1180514" y="1129713"/>
                  <a:pt x="1182571" y="1119781"/>
                </a:cubicBezTo>
                <a:close/>
                <a:moveTo>
                  <a:pt x="731043" y="1113856"/>
                </a:moveTo>
                <a:cubicBezTo>
                  <a:pt x="710321" y="1101544"/>
                  <a:pt x="709401" y="1063608"/>
                  <a:pt x="729342" y="1043667"/>
                </a:cubicBezTo>
                <a:cubicBezTo>
                  <a:pt x="748567" y="1024443"/>
                  <a:pt x="755103" y="1024824"/>
                  <a:pt x="782184" y="1046753"/>
                </a:cubicBezTo>
                <a:cubicBezTo>
                  <a:pt x="825349" y="1081706"/>
                  <a:pt x="779091" y="1142403"/>
                  <a:pt x="731043" y="1113856"/>
                </a:cubicBezTo>
                <a:close/>
                <a:moveTo>
                  <a:pt x="1914625" y="1109783"/>
                </a:moveTo>
                <a:cubicBezTo>
                  <a:pt x="1899096" y="1091072"/>
                  <a:pt x="1909179" y="1066800"/>
                  <a:pt x="1932482" y="1066800"/>
                </a:cubicBezTo>
                <a:cubicBezTo>
                  <a:pt x="1954726" y="1066800"/>
                  <a:pt x="1962775" y="1084392"/>
                  <a:pt x="1951002" y="1107281"/>
                </a:cubicBezTo>
                <a:cubicBezTo>
                  <a:pt x="1940514" y="1127674"/>
                  <a:pt x="1930069" y="1128392"/>
                  <a:pt x="1914625" y="1109783"/>
                </a:cubicBezTo>
                <a:close/>
                <a:moveTo>
                  <a:pt x="2570034" y="1052551"/>
                </a:moveTo>
                <a:cubicBezTo>
                  <a:pt x="2561084" y="1032907"/>
                  <a:pt x="2562203" y="1025461"/>
                  <a:pt x="2576477" y="1009688"/>
                </a:cubicBezTo>
                <a:cubicBezTo>
                  <a:pt x="2602459" y="980978"/>
                  <a:pt x="2609850" y="986243"/>
                  <a:pt x="2609850" y="1033462"/>
                </a:cubicBezTo>
                <a:cubicBezTo>
                  <a:pt x="2609850" y="1082655"/>
                  <a:pt x="2588430" y="1092925"/>
                  <a:pt x="2570034" y="1052551"/>
                </a:cubicBezTo>
                <a:close/>
                <a:moveTo>
                  <a:pt x="1769268" y="1056512"/>
                </a:moveTo>
                <a:cubicBezTo>
                  <a:pt x="1748434" y="1044376"/>
                  <a:pt x="1747310" y="997322"/>
                  <a:pt x="1767456" y="980602"/>
                </a:cubicBezTo>
                <a:cubicBezTo>
                  <a:pt x="1790553" y="961433"/>
                  <a:pt x="1832848" y="980070"/>
                  <a:pt x="1836460" y="1011009"/>
                </a:cubicBezTo>
                <a:cubicBezTo>
                  <a:pt x="1841365" y="1053011"/>
                  <a:pt x="1805249" y="1077468"/>
                  <a:pt x="1769268" y="1056512"/>
                </a:cubicBezTo>
                <a:close/>
                <a:moveTo>
                  <a:pt x="2245054" y="1060779"/>
                </a:moveTo>
                <a:cubicBezTo>
                  <a:pt x="2233795" y="1049520"/>
                  <a:pt x="2237634" y="1021497"/>
                  <a:pt x="2251145" y="1016312"/>
                </a:cubicBezTo>
                <a:cubicBezTo>
                  <a:pt x="2270343" y="1008945"/>
                  <a:pt x="2288320" y="1023902"/>
                  <a:pt x="2284446" y="1044019"/>
                </a:cubicBezTo>
                <a:cubicBezTo>
                  <a:pt x="2280913" y="1062365"/>
                  <a:pt x="2256870" y="1072595"/>
                  <a:pt x="2245054" y="1060779"/>
                </a:cubicBezTo>
                <a:close/>
                <a:moveTo>
                  <a:pt x="1100817" y="1032782"/>
                </a:moveTo>
                <a:cubicBezTo>
                  <a:pt x="1074442" y="1006407"/>
                  <a:pt x="1085409" y="962025"/>
                  <a:pt x="1118301" y="962025"/>
                </a:cubicBezTo>
                <a:cubicBezTo>
                  <a:pt x="1143381" y="962025"/>
                  <a:pt x="1162050" y="978805"/>
                  <a:pt x="1162050" y="1001349"/>
                </a:cubicBezTo>
                <a:cubicBezTo>
                  <a:pt x="1162050" y="1018533"/>
                  <a:pt x="1138060" y="1047750"/>
                  <a:pt x="1123950" y="1047750"/>
                </a:cubicBezTo>
                <a:cubicBezTo>
                  <a:pt x="1119459" y="1047750"/>
                  <a:pt x="1109050" y="1041014"/>
                  <a:pt x="1100817" y="1032782"/>
                </a:cubicBezTo>
                <a:close/>
                <a:moveTo>
                  <a:pt x="2067304" y="1024395"/>
                </a:moveTo>
                <a:cubicBezTo>
                  <a:pt x="2049043" y="1002392"/>
                  <a:pt x="2059170" y="976312"/>
                  <a:pt x="2085975" y="976312"/>
                </a:cubicBezTo>
                <a:cubicBezTo>
                  <a:pt x="2101071" y="976312"/>
                  <a:pt x="2110710" y="982460"/>
                  <a:pt x="2112824" y="993438"/>
                </a:cubicBezTo>
                <a:cubicBezTo>
                  <a:pt x="2116122" y="1010564"/>
                  <a:pt x="2099539" y="1038225"/>
                  <a:pt x="2085975" y="1038225"/>
                </a:cubicBezTo>
                <a:cubicBezTo>
                  <a:pt x="2082019" y="1038225"/>
                  <a:pt x="2073617" y="1032001"/>
                  <a:pt x="2067304" y="1024395"/>
                </a:cubicBezTo>
                <a:close/>
                <a:moveTo>
                  <a:pt x="1367699" y="1003700"/>
                </a:moveTo>
                <a:cubicBezTo>
                  <a:pt x="1359620" y="982646"/>
                  <a:pt x="1384082" y="957466"/>
                  <a:pt x="1404866" y="965442"/>
                </a:cubicBezTo>
                <a:cubicBezTo>
                  <a:pt x="1414535" y="969152"/>
                  <a:pt x="1419390" y="979709"/>
                  <a:pt x="1417511" y="992938"/>
                </a:cubicBezTo>
                <a:cubicBezTo>
                  <a:pt x="1413713" y="1019685"/>
                  <a:pt x="1376887" y="1027641"/>
                  <a:pt x="1367699" y="1003700"/>
                </a:cubicBezTo>
                <a:close/>
                <a:moveTo>
                  <a:pt x="902101" y="1003701"/>
                </a:moveTo>
                <a:cubicBezTo>
                  <a:pt x="889186" y="990786"/>
                  <a:pt x="895463" y="962634"/>
                  <a:pt x="913399" y="953035"/>
                </a:cubicBezTo>
                <a:cubicBezTo>
                  <a:pt x="935008" y="941470"/>
                  <a:pt x="955930" y="960892"/>
                  <a:pt x="950807" y="987761"/>
                </a:cubicBezTo>
                <a:cubicBezTo>
                  <a:pt x="947488" y="1005174"/>
                  <a:pt x="914402" y="1016002"/>
                  <a:pt x="902101" y="1003701"/>
                </a:cubicBezTo>
                <a:close/>
                <a:moveTo>
                  <a:pt x="1548492" y="994682"/>
                </a:moveTo>
                <a:cubicBezTo>
                  <a:pt x="1530041" y="976230"/>
                  <a:pt x="1529593" y="961517"/>
                  <a:pt x="1546769" y="938028"/>
                </a:cubicBezTo>
                <a:cubicBezTo>
                  <a:pt x="1565031" y="913053"/>
                  <a:pt x="1609725" y="931972"/>
                  <a:pt x="1609725" y="964678"/>
                </a:cubicBezTo>
                <a:cubicBezTo>
                  <a:pt x="1609725" y="1005810"/>
                  <a:pt x="1576098" y="1022287"/>
                  <a:pt x="1548492" y="994682"/>
                </a:cubicBezTo>
                <a:close/>
                <a:moveTo>
                  <a:pt x="2383695" y="997743"/>
                </a:moveTo>
                <a:cubicBezTo>
                  <a:pt x="2357076" y="964072"/>
                  <a:pt x="2367844" y="923925"/>
                  <a:pt x="2403492" y="923925"/>
                </a:cubicBezTo>
                <a:cubicBezTo>
                  <a:pt x="2430476" y="923925"/>
                  <a:pt x="2447925" y="940756"/>
                  <a:pt x="2447925" y="966787"/>
                </a:cubicBezTo>
                <a:cubicBezTo>
                  <a:pt x="2447925" y="1003901"/>
                  <a:pt x="2404940" y="1024618"/>
                  <a:pt x="2383695" y="997743"/>
                </a:cubicBezTo>
                <a:close/>
                <a:moveTo>
                  <a:pt x="542925" y="952500"/>
                </a:moveTo>
                <a:cubicBezTo>
                  <a:pt x="542925" y="899892"/>
                  <a:pt x="553464" y="892556"/>
                  <a:pt x="577138" y="928687"/>
                </a:cubicBezTo>
                <a:cubicBezTo>
                  <a:pt x="591591" y="950746"/>
                  <a:pt x="591591" y="954253"/>
                  <a:pt x="577138" y="976312"/>
                </a:cubicBezTo>
                <a:cubicBezTo>
                  <a:pt x="553464" y="1012443"/>
                  <a:pt x="542925" y="1005107"/>
                  <a:pt x="542925" y="952500"/>
                </a:cubicBezTo>
                <a:close/>
                <a:moveTo>
                  <a:pt x="1244600" y="946150"/>
                </a:moveTo>
                <a:cubicBezTo>
                  <a:pt x="1233694" y="935244"/>
                  <a:pt x="1237661" y="897142"/>
                  <a:pt x="1250156" y="892784"/>
                </a:cubicBezTo>
                <a:cubicBezTo>
                  <a:pt x="1282937" y="881349"/>
                  <a:pt x="1303208" y="934285"/>
                  <a:pt x="1270808" y="946718"/>
                </a:cubicBezTo>
                <a:cubicBezTo>
                  <a:pt x="1252152" y="953877"/>
                  <a:pt x="1252331" y="953881"/>
                  <a:pt x="1244600" y="946150"/>
                </a:cubicBezTo>
                <a:close/>
                <a:moveTo>
                  <a:pt x="692073" y="929191"/>
                </a:moveTo>
                <a:cubicBezTo>
                  <a:pt x="682923" y="905346"/>
                  <a:pt x="695901" y="884554"/>
                  <a:pt x="717968" y="887702"/>
                </a:cubicBezTo>
                <a:cubicBezTo>
                  <a:pt x="732416" y="889764"/>
                  <a:pt x="738187" y="897384"/>
                  <a:pt x="738187" y="914400"/>
                </a:cubicBezTo>
                <a:cubicBezTo>
                  <a:pt x="738187" y="942152"/>
                  <a:pt x="701556" y="953902"/>
                  <a:pt x="692073" y="929191"/>
                </a:cubicBezTo>
                <a:close/>
                <a:moveTo>
                  <a:pt x="1956282" y="929243"/>
                </a:moveTo>
                <a:cubicBezTo>
                  <a:pt x="1946137" y="902804"/>
                  <a:pt x="1956971" y="881062"/>
                  <a:pt x="1980292" y="881062"/>
                </a:cubicBezTo>
                <a:cubicBezTo>
                  <a:pt x="2010338" y="881062"/>
                  <a:pt x="2027358" y="907500"/>
                  <a:pt x="2010437" y="927889"/>
                </a:cubicBezTo>
                <a:cubicBezTo>
                  <a:pt x="1994800" y="946730"/>
                  <a:pt x="1963295" y="947518"/>
                  <a:pt x="1956282" y="929243"/>
                </a:cubicBezTo>
                <a:close/>
                <a:moveTo>
                  <a:pt x="2177142" y="899432"/>
                </a:moveTo>
                <a:cubicBezTo>
                  <a:pt x="2139986" y="862275"/>
                  <a:pt x="2183237" y="794739"/>
                  <a:pt x="2228631" y="819033"/>
                </a:cubicBezTo>
                <a:cubicBezTo>
                  <a:pt x="2260865" y="836284"/>
                  <a:pt x="2270502" y="864696"/>
                  <a:pt x="2253119" y="891226"/>
                </a:cubicBezTo>
                <a:cubicBezTo>
                  <a:pt x="2235590" y="917979"/>
                  <a:pt x="2199579" y="921869"/>
                  <a:pt x="2177142" y="899432"/>
                </a:cubicBezTo>
                <a:close/>
                <a:moveTo>
                  <a:pt x="993798" y="889947"/>
                </a:moveTo>
                <a:cubicBezTo>
                  <a:pt x="985860" y="869259"/>
                  <a:pt x="1006014" y="849804"/>
                  <a:pt x="1020439" y="864229"/>
                </a:cubicBezTo>
                <a:cubicBezTo>
                  <a:pt x="1032632" y="876422"/>
                  <a:pt x="1025078" y="904875"/>
                  <a:pt x="1009650" y="904875"/>
                </a:cubicBezTo>
                <a:cubicBezTo>
                  <a:pt x="1004082" y="904875"/>
                  <a:pt x="996949" y="898157"/>
                  <a:pt x="993798" y="889947"/>
                </a:cubicBezTo>
                <a:close/>
                <a:moveTo>
                  <a:pt x="2524225" y="890708"/>
                </a:moveTo>
                <a:cubicBezTo>
                  <a:pt x="2500642" y="862292"/>
                  <a:pt x="2533744" y="832579"/>
                  <a:pt x="2559874" y="858709"/>
                </a:cubicBezTo>
                <a:cubicBezTo>
                  <a:pt x="2567431" y="866266"/>
                  <a:pt x="2567921" y="875181"/>
                  <a:pt x="2561444" y="887284"/>
                </a:cubicBezTo>
                <a:cubicBezTo>
                  <a:pt x="2550050" y="908572"/>
                  <a:pt x="2539831" y="909513"/>
                  <a:pt x="2524225" y="890708"/>
                </a:cubicBezTo>
                <a:close/>
                <a:moveTo>
                  <a:pt x="825768" y="868825"/>
                </a:moveTo>
                <a:cubicBezTo>
                  <a:pt x="804667" y="845509"/>
                  <a:pt x="805354" y="825967"/>
                  <a:pt x="827992" y="805480"/>
                </a:cubicBezTo>
                <a:cubicBezTo>
                  <a:pt x="852113" y="783651"/>
                  <a:pt x="883894" y="793855"/>
                  <a:pt x="891967" y="826021"/>
                </a:cubicBezTo>
                <a:cubicBezTo>
                  <a:pt x="903984" y="873898"/>
                  <a:pt x="857537" y="903930"/>
                  <a:pt x="825768" y="868825"/>
                </a:cubicBezTo>
                <a:close/>
                <a:moveTo>
                  <a:pt x="1386567" y="870857"/>
                </a:moveTo>
                <a:cubicBezTo>
                  <a:pt x="1367118" y="851408"/>
                  <a:pt x="1367632" y="835128"/>
                  <a:pt x="1388268" y="816918"/>
                </a:cubicBezTo>
                <a:cubicBezTo>
                  <a:pt x="1411488" y="796429"/>
                  <a:pt x="1447800" y="810966"/>
                  <a:pt x="1447800" y="840750"/>
                </a:cubicBezTo>
                <a:cubicBezTo>
                  <a:pt x="1447800" y="881977"/>
                  <a:pt x="1414205" y="898495"/>
                  <a:pt x="1386567" y="870857"/>
                </a:cubicBezTo>
                <a:close/>
                <a:moveTo>
                  <a:pt x="1647501" y="871147"/>
                </a:moveTo>
                <a:cubicBezTo>
                  <a:pt x="1631416" y="851765"/>
                  <a:pt x="1646260" y="823912"/>
                  <a:pt x="1672675" y="823912"/>
                </a:cubicBezTo>
                <a:cubicBezTo>
                  <a:pt x="1686320" y="823912"/>
                  <a:pt x="1690687" y="830808"/>
                  <a:pt x="1690687" y="852357"/>
                </a:cubicBezTo>
                <a:cubicBezTo>
                  <a:pt x="1690687" y="885229"/>
                  <a:pt x="1667545" y="895298"/>
                  <a:pt x="1647501" y="871147"/>
                </a:cubicBezTo>
                <a:close/>
                <a:moveTo>
                  <a:pt x="1806575" y="860425"/>
                </a:moveTo>
                <a:cubicBezTo>
                  <a:pt x="1796574" y="850424"/>
                  <a:pt x="1799161" y="820931"/>
                  <a:pt x="1810664" y="813822"/>
                </a:cubicBezTo>
                <a:cubicBezTo>
                  <a:pt x="1829247" y="802337"/>
                  <a:pt x="1853054" y="834739"/>
                  <a:pt x="1838721" y="852009"/>
                </a:cubicBezTo>
                <a:cubicBezTo>
                  <a:pt x="1825442" y="868009"/>
                  <a:pt x="1816500" y="870350"/>
                  <a:pt x="1806575" y="860425"/>
                </a:cubicBezTo>
                <a:close/>
                <a:moveTo>
                  <a:pt x="1124559" y="843696"/>
                </a:moveTo>
                <a:cubicBezTo>
                  <a:pt x="1109773" y="825880"/>
                  <a:pt x="1119155" y="809625"/>
                  <a:pt x="1144224" y="809625"/>
                </a:cubicBezTo>
                <a:cubicBezTo>
                  <a:pt x="1158463" y="809625"/>
                  <a:pt x="1162594" y="814929"/>
                  <a:pt x="1160331" y="830310"/>
                </a:cubicBezTo>
                <a:cubicBezTo>
                  <a:pt x="1156527" y="856158"/>
                  <a:pt x="1140026" y="862333"/>
                  <a:pt x="1124559" y="843696"/>
                </a:cubicBezTo>
                <a:close/>
                <a:moveTo>
                  <a:pt x="594751" y="804559"/>
                </a:moveTo>
                <a:cubicBezTo>
                  <a:pt x="618475" y="786615"/>
                  <a:pt x="629525" y="786736"/>
                  <a:pt x="622569" y="804862"/>
                </a:cubicBezTo>
                <a:cubicBezTo>
                  <a:pt x="619554" y="812720"/>
                  <a:pt x="607901" y="819013"/>
                  <a:pt x="596674" y="818847"/>
                </a:cubicBezTo>
                <a:cubicBezTo>
                  <a:pt x="576677" y="818550"/>
                  <a:pt x="576638" y="818259"/>
                  <a:pt x="594751" y="804559"/>
                </a:cubicBezTo>
                <a:close/>
                <a:moveTo>
                  <a:pt x="2397125" y="803275"/>
                </a:moveTo>
                <a:cubicBezTo>
                  <a:pt x="2385468" y="791618"/>
                  <a:pt x="2390593" y="761471"/>
                  <a:pt x="2405183" y="755872"/>
                </a:cubicBezTo>
                <a:cubicBezTo>
                  <a:pt x="2428262" y="747016"/>
                  <a:pt x="2449370" y="770076"/>
                  <a:pt x="2437864" y="791575"/>
                </a:cubicBezTo>
                <a:cubicBezTo>
                  <a:pt x="2428182" y="809666"/>
                  <a:pt x="2409019" y="815169"/>
                  <a:pt x="2397125" y="803275"/>
                </a:cubicBezTo>
                <a:close/>
                <a:moveTo>
                  <a:pt x="2040255" y="788670"/>
                </a:moveTo>
                <a:cubicBezTo>
                  <a:pt x="2015067" y="763482"/>
                  <a:pt x="2038378" y="717198"/>
                  <a:pt x="2070117" y="729378"/>
                </a:cubicBezTo>
                <a:cubicBezTo>
                  <a:pt x="2090824" y="737323"/>
                  <a:pt x="2099562" y="769441"/>
                  <a:pt x="2085595" y="786269"/>
                </a:cubicBezTo>
                <a:cubicBezTo>
                  <a:pt x="2071637" y="803088"/>
                  <a:pt x="2055526" y="803941"/>
                  <a:pt x="2040255" y="788670"/>
                </a:cubicBezTo>
                <a:close/>
                <a:moveTo>
                  <a:pt x="1288256" y="774700"/>
                </a:moveTo>
                <a:cubicBezTo>
                  <a:pt x="1270737" y="767692"/>
                  <a:pt x="1273761" y="726931"/>
                  <a:pt x="1292328" y="719806"/>
                </a:cubicBezTo>
                <a:cubicBezTo>
                  <a:pt x="1315661" y="710852"/>
                  <a:pt x="1340820" y="738740"/>
                  <a:pt x="1327895" y="759230"/>
                </a:cubicBezTo>
                <a:cubicBezTo>
                  <a:pt x="1316500" y="777295"/>
                  <a:pt x="1305488" y="781592"/>
                  <a:pt x="1288256" y="774700"/>
                </a:cubicBezTo>
                <a:close/>
                <a:moveTo>
                  <a:pt x="1909249" y="770695"/>
                </a:moveTo>
                <a:cubicBezTo>
                  <a:pt x="1905729" y="764999"/>
                  <a:pt x="1907246" y="755943"/>
                  <a:pt x="1912620" y="750570"/>
                </a:cubicBezTo>
                <a:cubicBezTo>
                  <a:pt x="1924637" y="738552"/>
                  <a:pt x="1943100" y="748701"/>
                  <a:pt x="1943100" y="767324"/>
                </a:cubicBezTo>
                <a:cubicBezTo>
                  <a:pt x="1943100" y="783361"/>
                  <a:pt x="1918586" y="785801"/>
                  <a:pt x="1909249" y="770695"/>
                </a:cubicBezTo>
                <a:close/>
                <a:moveTo>
                  <a:pt x="1529302" y="750355"/>
                </a:moveTo>
                <a:cubicBezTo>
                  <a:pt x="1510091" y="722927"/>
                  <a:pt x="1510607" y="711302"/>
                  <a:pt x="1531893" y="692038"/>
                </a:cubicBezTo>
                <a:cubicBezTo>
                  <a:pt x="1564473" y="662554"/>
                  <a:pt x="1587545" y="671645"/>
                  <a:pt x="1593538" y="716327"/>
                </a:cubicBezTo>
                <a:cubicBezTo>
                  <a:pt x="1596493" y="738356"/>
                  <a:pt x="1596804" y="759787"/>
                  <a:pt x="1594230" y="763952"/>
                </a:cubicBezTo>
                <a:cubicBezTo>
                  <a:pt x="1584644" y="779463"/>
                  <a:pt x="1543682" y="770885"/>
                  <a:pt x="1529302" y="750355"/>
                </a:cubicBezTo>
                <a:close/>
                <a:moveTo>
                  <a:pt x="2573655" y="760095"/>
                </a:moveTo>
                <a:cubicBezTo>
                  <a:pt x="2557856" y="744296"/>
                  <a:pt x="2559315" y="700071"/>
                  <a:pt x="2576095" y="686146"/>
                </a:cubicBezTo>
                <a:cubicBezTo>
                  <a:pt x="2597904" y="668046"/>
                  <a:pt x="2609850" y="683291"/>
                  <a:pt x="2609850" y="729224"/>
                </a:cubicBezTo>
                <a:cubicBezTo>
                  <a:pt x="2609850" y="772626"/>
                  <a:pt x="2597078" y="783518"/>
                  <a:pt x="2573655" y="760095"/>
                </a:cubicBezTo>
                <a:close/>
                <a:moveTo>
                  <a:pt x="954405" y="750570"/>
                </a:moveTo>
                <a:cubicBezTo>
                  <a:pt x="937723" y="733888"/>
                  <a:pt x="940402" y="716422"/>
                  <a:pt x="961363" y="705204"/>
                </a:cubicBezTo>
                <a:cubicBezTo>
                  <a:pt x="979123" y="695699"/>
                  <a:pt x="1009650" y="712766"/>
                  <a:pt x="1009650" y="732200"/>
                </a:cubicBezTo>
                <a:cubicBezTo>
                  <a:pt x="1009650" y="742762"/>
                  <a:pt x="988129" y="762000"/>
                  <a:pt x="976312" y="762000"/>
                </a:cubicBezTo>
                <a:cubicBezTo>
                  <a:pt x="970549" y="762000"/>
                  <a:pt x="960691" y="756856"/>
                  <a:pt x="954405" y="750570"/>
                </a:cubicBezTo>
                <a:close/>
                <a:moveTo>
                  <a:pt x="1111138" y="725531"/>
                </a:moveTo>
                <a:cubicBezTo>
                  <a:pt x="1090413" y="702629"/>
                  <a:pt x="1091217" y="682989"/>
                  <a:pt x="1113716" y="662628"/>
                </a:cubicBezTo>
                <a:cubicBezTo>
                  <a:pt x="1137831" y="640805"/>
                  <a:pt x="1162779" y="646578"/>
                  <a:pt x="1180456" y="678072"/>
                </a:cubicBezTo>
                <a:cubicBezTo>
                  <a:pt x="1206458" y="724397"/>
                  <a:pt x="1146971" y="765125"/>
                  <a:pt x="1111138" y="725531"/>
                </a:cubicBezTo>
                <a:close/>
                <a:moveTo>
                  <a:pt x="2259806" y="736600"/>
                </a:moveTo>
                <a:cubicBezTo>
                  <a:pt x="2244102" y="730318"/>
                  <a:pt x="2244575" y="700416"/>
                  <a:pt x="2260587" y="687127"/>
                </a:cubicBezTo>
                <a:cubicBezTo>
                  <a:pt x="2280587" y="670529"/>
                  <a:pt x="2313148" y="698288"/>
                  <a:pt x="2299607" y="720393"/>
                </a:cubicBezTo>
                <a:cubicBezTo>
                  <a:pt x="2288121" y="739143"/>
                  <a:pt x="2277240" y="743573"/>
                  <a:pt x="2259806" y="736600"/>
                </a:cubicBezTo>
                <a:close/>
                <a:moveTo>
                  <a:pt x="1739641" y="717291"/>
                </a:moveTo>
                <a:cubicBezTo>
                  <a:pt x="1728257" y="705907"/>
                  <a:pt x="1733490" y="685800"/>
                  <a:pt x="1747837" y="685800"/>
                </a:cubicBezTo>
                <a:cubicBezTo>
                  <a:pt x="1755695" y="685800"/>
                  <a:pt x="1762125" y="691976"/>
                  <a:pt x="1762125" y="699525"/>
                </a:cubicBezTo>
                <a:cubicBezTo>
                  <a:pt x="1762125" y="715438"/>
                  <a:pt x="1748530" y="726180"/>
                  <a:pt x="1739641" y="717291"/>
                </a:cubicBezTo>
                <a:close/>
                <a:moveTo>
                  <a:pt x="1843767" y="680357"/>
                </a:moveTo>
                <a:cubicBezTo>
                  <a:pt x="1826215" y="662805"/>
                  <a:pt x="1825264" y="653054"/>
                  <a:pt x="1838660" y="628023"/>
                </a:cubicBezTo>
                <a:cubicBezTo>
                  <a:pt x="1855821" y="595958"/>
                  <a:pt x="1914525" y="614868"/>
                  <a:pt x="1914525" y="652462"/>
                </a:cubicBezTo>
                <a:cubicBezTo>
                  <a:pt x="1914525" y="669139"/>
                  <a:pt x="1888339" y="695325"/>
                  <a:pt x="1871662" y="695325"/>
                </a:cubicBezTo>
                <a:cubicBezTo>
                  <a:pt x="1864552" y="695325"/>
                  <a:pt x="1852000" y="688589"/>
                  <a:pt x="1843767" y="680357"/>
                </a:cubicBezTo>
                <a:close/>
                <a:moveTo>
                  <a:pt x="2095500" y="661193"/>
                </a:moveTo>
                <a:cubicBezTo>
                  <a:pt x="2095500" y="644373"/>
                  <a:pt x="2116005" y="647302"/>
                  <a:pt x="2121892" y="664964"/>
                </a:cubicBezTo>
                <a:cubicBezTo>
                  <a:pt x="2123965" y="671185"/>
                  <a:pt x="2118875" y="676275"/>
                  <a:pt x="2110581" y="676275"/>
                </a:cubicBezTo>
                <a:cubicBezTo>
                  <a:pt x="2102286" y="676275"/>
                  <a:pt x="2095500" y="669488"/>
                  <a:pt x="2095500" y="661193"/>
                </a:cubicBezTo>
                <a:close/>
                <a:moveTo>
                  <a:pt x="1391029" y="643395"/>
                </a:moveTo>
                <a:cubicBezTo>
                  <a:pt x="1365810" y="613007"/>
                  <a:pt x="1403020" y="565243"/>
                  <a:pt x="1432714" y="589887"/>
                </a:cubicBezTo>
                <a:cubicBezTo>
                  <a:pt x="1452172" y="606036"/>
                  <a:pt x="1452184" y="643979"/>
                  <a:pt x="1432733" y="651443"/>
                </a:cubicBezTo>
                <a:cubicBezTo>
                  <a:pt x="1410466" y="659988"/>
                  <a:pt x="1403720" y="658686"/>
                  <a:pt x="1391029" y="643395"/>
                </a:cubicBezTo>
                <a:close/>
                <a:moveTo>
                  <a:pt x="2387488" y="639806"/>
                </a:moveTo>
                <a:cubicBezTo>
                  <a:pt x="2361941" y="611576"/>
                  <a:pt x="2368407" y="600075"/>
                  <a:pt x="2409825" y="600075"/>
                </a:cubicBezTo>
                <a:cubicBezTo>
                  <a:pt x="2452691" y="600075"/>
                  <a:pt x="2464560" y="628601"/>
                  <a:pt x="2429501" y="647364"/>
                </a:cubicBezTo>
                <a:cubicBezTo>
                  <a:pt x="2405630" y="660139"/>
                  <a:pt x="2405940" y="660195"/>
                  <a:pt x="2387488" y="639806"/>
                </a:cubicBezTo>
                <a:close/>
                <a:moveTo>
                  <a:pt x="1697831" y="622300"/>
                </a:moveTo>
                <a:cubicBezTo>
                  <a:pt x="1680312" y="615292"/>
                  <a:pt x="1683336" y="574531"/>
                  <a:pt x="1701903" y="567406"/>
                </a:cubicBezTo>
                <a:cubicBezTo>
                  <a:pt x="1725236" y="558452"/>
                  <a:pt x="1750395" y="586340"/>
                  <a:pt x="1737470" y="606830"/>
                </a:cubicBezTo>
                <a:cubicBezTo>
                  <a:pt x="1726075" y="624895"/>
                  <a:pt x="1715063" y="629192"/>
                  <a:pt x="1697831" y="622300"/>
                </a:cubicBezTo>
                <a:close/>
                <a:moveTo>
                  <a:pt x="1222900" y="605505"/>
                </a:moveTo>
                <a:cubicBezTo>
                  <a:pt x="1213417" y="580791"/>
                  <a:pt x="1226709" y="560364"/>
                  <a:pt x="1250113" y="563688"/>
                </a:cubicBezTo>
                <a:cubicBezTo>
                  <a:pt x="1265855" y="565923"/>
                  <a:pt x="1271587" y="573093"/>
                  <a:pt x="1271587" y="590550"/>
                </a:cubicBezTo>
                <a:cubicBezTo>
                  <a:pt x="1271587" y="618666"/>
                  <a:pt x="1232552" y="630657"/>
                  <a:pt x="1222900" y="605505"/>
                </a:cubicBezTo>
                <a:close/>
                <a:moveTo>
                  <a:pt x="2165461" y="604426"/>
                </a:moveTo>
                <a:cubicBezTo>
                  <a:pt x="2157833" y="584548"/>
                  <a:pt x="2162383" y="581832"/>
                  <a:pt x="2193342" y="587779"/>
                </a:cubicBezTo>
                <a:cubicBezTo>
                  <a:pt x="2214494" y="591842"/>
                  <a:pt x="2217578" y="595464"/>
                  <a:pt x="2208844" y="605988"/>
                </a:cubicBezTo>
                <a:cubicBezTo>
                  <a:pt x="2194347" y="623456"/>
                  <a:pt x="2172461" y="622668"/>
                  <a:pt x="2165461" y="604426"/>
                </a:cubicBezTo>
                <a:close/>
                <a:moveTo>
                  <a:pt x="1070904" y="589485"/>
                </a:moveTo>
                <a:cubicBezTo>
                  <a:pt x="1062693" y="576199"/>
                  <a:pt x="1087486" y="559801"/>
                  <a:pt x="1098751" y="571066"/>
                </a:cubicBezTo>
                <a:cubicBezTo>
                  <a:pt x="1107913" y="580228"/>
                  <a:pt x="1099087" y="600075"/>
                  <a:pt x="1085850" y="600075"/>
                </a:cubicBezTo>
                <a:cubicBezTo>
                  <a:pt x="1081229" y="600075"/>
                  <a:pt x="1074504" y="595309"/>
                  <a:pt x="1070904" y="589485"/>
                </a:cubicBezTo>
                <a:close/>
                <a:moveTo>
                  <a:pt x="1547812" y="561975"/>
                </a:moveTo>
                <a:cubicBezTo>
                  <a:pt x="1540362" y="549920"/>
                  <a:pt x="1552971" y="549920"/>
                  <a:pt x="1571625" y="561975"/>
                </a:cubicBezTo>
                <a:cubicBezTo>
                  <a:pt x="1583937" y="569932"/>
                  <a:pt x="1583686" y="571228"/>
                  <a:pt x="1569805" y="571354"/>
                </a:cubicBezTo>
                <a:cubicBezTo>
                  <a:pt x="1560947" y="571434"/>
                  <a:pt x="1551050" y="567213"/>
                  <a:pt x="1547812" y="561975"/>
                </a:cubicBezTo>
                <a:close/>
              </a:path>
            </a:pathLst>
          </a:custGeom>
          <a:solidFill>
            <a:srgbClr val="7A1732">
              <a:alpha val="45000"/>
            </a:srgbClr>
          </a:solidFill>
          <a:ln>
            <a:noFill/>
          </a:ln>
        </p:spPr>
      </p:sp>
      <p:sp>
        <p:nvSpPr>
          <p:cNvPr id="10" name="TEXT: [just got one?]"/>
          <p:cNvSpPr/>
          <p:nvPr/>
        </p:nvSpPr>
        <p:spPr>
          <a:xfrm rot="120000">
            <a:off x="2243138" y="1524000"/>
            <a:ext cx="7324725" cy="133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6032" rIns="256032" tIns="109728" bIns="109728"/>
          <a:lstStyle/>
          <a:p>
            <a:pPr algn="r">
              <a:lnSpc>
                <a:spcPts val="8784"/>
              </a:lnSpc>
            </a:pPr>
            <a:r>
              <a:rPr b="1" sz="7200">
                <a:solidFill>
                  <a:srgbClr val="181716"/>
                </a:solidFill>
                <a:latin typeface="Montserrat"/>
              </a:rPr>
              <a:t>[just got one?]</a:t>
            </a:r>
          </a:p>
        </p:txBody>
      </p:sp>
      <p:sp>
        <p:nvSpPr>
          <p:cNvPr id="11" name="TEXT: [3 steps, that is all]"/>
          <p:cNvSpPr/>
          <p:nvPr/>
        </p:nvSpPr>
        <p:spPr>
          <a:xfrm rot="120000">
            <a:off x="357188" y="12620625"/>
            <a:ext cx="6143625" cy="8572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5354" rIns="165354" tIns="70866" bIns="70866"/>
          <a:lstStyle/>
          <a:p>
            <a:pPr algn="l">
              <a:lnSpc>
                <a:spcPts val="5673"/>
              </a:lnSpc>
            </a:pPr>
            <a:r>
              <a:rPr b="1" sz="4650">
                <a:solidFill>
                  <a:srgbClr val="181716"/>
                </a:solidFill>
                <a:latin typeface="Montserrat"/>
              </a:rPr>
              <a:t>[3 steps, that is all]</a:t>
            </a:r>
          </a:p>
        </p:txBody>
      </p:sp>
      <p:sp>
        <p:nvSpPr>
          <p:cNvPr id="12" name="arrow"/>
          <p:cNvSpPr/>
          <p:nvPr/>
        </p:nvSpPr>
        <p:spPr>
          <a:xfrm rot="120000">
            <a:off x="6477000" y="12763500"/>
            <a:ext cx="1524000" cy="476250"/>
          </a:xfrm>
          <a:custGeom>
            <a:avLst/>
            <a:gdLst/>
            <a:ahLst/>
            <a:cxnLst/>
            <a:rect l="0" t="0" r="r" b="b"/>
            <a:pathLst>
              <a:path w="1524000" h="476250">
                <a:moveTo>
                  <a:pt x="1185387" y="467492"/>
                </a:moveTo>
                <a:cubicBezTo>
                  <a:pt x="1188364" y="462676"/>
                  <a:pt x="1184331" y="452267"/>
                  <a:pt x="1176425" y="444360"/>
                </a:cubicBezTo>
                <a:cubicBezTo>
                  <a:pt x="1151690" y="419625"/>
                  <a:pt x="1163076" y="403945"/>
                  <a:pt x="1281112" y="300189"/>
                </a:cubicBezTo>
                <a:lnTo>
                  <a:pt x="1309687" y="275071"/>
                </a:lnTo>
                <a:lnTo>
                  <a:pt x="1257300" y="280184"/>
                </a:lnTo>
                <a:cubicBezTo>
                  <a:pt x="1228486" y="282997"/>
                  <a:pt x="1052750" y="287754"/>
                  <a:pt x="866775" y="290756"/>
                </a:cubicBezTo>
                <a:cubicBezTo>
                  <a:pt x="680799" y="293757"/>
                  <a:pt x="500776" y="297883"/>
                  <a:pt x="466725" y="299923"/>
                </a:cubicBezTo>
                <a:cubicBezTo>
                  <a:pt x="239988" y="313507"/>
                  <a:pt x="59446" y="316221"/>
                  <a:pt x="53214" y="306138"/>
                </a:cubicBezTo>
                <a:cubicBezTo>
                  <a:pt x="49522" y="300163"/>
                  <a:pt x="34966" y="294777"/>
                  <a:pt x="20869" y="294170"/>
                </a:cubicBezTo>
                <a:cubicBezTo>
                  <a:pt x="4742" y="293474"/>
                  <a:pt x="1418" y="291449"/>
                  <a:pt x="11906" y="288709"/>
                </a:cubicBezTo>
                <a:cubicBezTo>
                  <a:pt x="33589" y="283042"/>
                  <a:pt x="34000" y="247650"/>
                  <a:pt x="12382" y="247650"/>
                </a:cubicBezTo>
                <a:cubicBezTo>
                  <a:pt x="-9981" y="247650"/>
                  <a:pt x="7307" y="234799"/>
                  <a:pt x="47625" y="221454"/>
                </a:cubicBezTo>
                <a:cubicBezTo>
                  <a:pt x="74781" y="212466"/>
                  <a:pt x="280115" y="193473"/>
                  <a:pt x="357187" y="192821"/>
                </a:cubicBezTo>
                <a:cubicBezTo>
                  <a:pt x="466833" y="191892"/>
                  <a:pt x="976885" y="178974"/>
                  <a:pt x="1009650" y="176296"/>
                </a:cubicBezTo>
                <a:cubicBezTo>
                  <a:pt x="1033224" y="174369"/>
                  <a:pt x="1107633" y="172490"/>
                  <a:pt x="1175004" y="172121"/>
                </a:cubicBezTo>
                <a:lnTo>
                  <a:pt x="1297495" y="171450"/>
                </a:lnTo>
                <a:lnTo>
                  <a:pt x="1241679" y="130240"/>
                </a:lnTo>
                <a:cubicBezTo>
                  <a:pt x="1187482" y="90228"/>
                  <a:pt x="1153224" y="57150"/>
                  <a:pt x="1165981" y="57150"/>
                </a:cubicBezTo>
                <a:cubicBezTo>
                  <a:pt x="1169426" y="57149"/>
                  <a:pt x="1167635" y="48536"/>
                  <a:pt x="1162001" y="38009"/>
                </a:cubicBezTo>
                <a:cubicBezTo>
                  <a:pt x="1148313" y="12432"/>
                  <a:pt x="1189813" y="-6153"/>
                  <a:pt x="1222204" y="11046"/>
                </a:cubicBezTo>
                <a:cubicBezTo>
                  <a:pt x="1267800" y="35258"/>
                  <a:pt x="1491763" y="189217"/>
                  <a:pt x="1508264" y="207692"/>
                </a:cubicBezTo>
                <a:cubicBezTo>
                  <a:pt x="1531350" y="233540"/>
                  <a:pt x="1528326" y="237299"/>
                  <a:pt x="1420660" y="316580"/>
                </a:cubicBezTo>
                <a:cubicBezTo>
                  <a:pt x="1370102" y="353808"/>
                  <a:pt x="1305834" y="402826"/>
                  <a:pt x="1277842" y="425509"/>
                </a:cubicBezTo>
                <a:cubicBezTo>
                  <a:pt x="1249850" y="448192"/>
                  <a:pt x="1223357" y="464531"/>
                  <a:pt x="1218969" y="461819"/>
                </a:cubicBezTo>
                <a:cubicBezTo>
                  <a:pt x="1214581" y="459108"/>
                  <a:pt x="1208299" y="461245"/>
                  <a:pt x="1205008" y="466569"/>
                </a:cubicBezTo>
                <a:cubicBezTo>
                  <a:pt x="1201717" y="471893"/>
                  <a:pt x="1194739" y="476250"/>
                  <a:pt x="1189500" y="476250"/>
                </a:cubicBezTo>
                <a:cubicBezTo>
                  <a:pt x="1184261" y="476250"/>
                  <a:pt x="1182411" y="472309"/>
                  <a:pt x="1185387" y="467492"/>
                </a:cubicBezTo>
                <a:close/>
              </a:path>
            </a:pathLst>
          </a:custGeom>
          <a:solidFill>
            <a:srgbClr val="7A1732"/>
          </a:solidFill>
          <a:ln>
            <a:noFill/>
          </a:ln>
        </p:spPr>
      </p:sp>
      <p:sp>
        <p:nvSpPr>
          <p:cNvPr id="13" name="TEXT: [here is how to use it]"/>
          <p:cNvSpPr/>
          <p:nvPr/>
        </p:nvSpPr>
        <p:spPr>
          <a:xfrm rot="120000">
            <a:off x="2779862" y="6762808"/>
            <a:ext cx="4733925" cy="152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0020" rIns="160020" tIns="68580" bIns="68580"/>
          <a:lstStyle/>
          <a:p>
            <a:pPr algn="ctr">
              <a:lnSpc>
                <a:spcPts val="5490"/>
              </a:lnSpc>
            </a:pPr>
            <a:r>
              <a:rPr b="1" sz="4500">
                <a:solidFill>
                  <a:srgbClr val="181716"/>
                </a:solidFill>
                <a:latin typeface="Montserrat"/>
              </a:rPr>
              <a:t>[here is how to</a:t>
            </a:r>
          </a:p>
          <a:p>
            <a:pPr algn="ctr">
              <a:lnSpc>
                <a:spcPts val="5490"/>
              </a:lnSpc>
            </a:pPr>
            <a:r>
              <a:rPr b="1" sz="4500">
                <a:solidFill>
                  <a:srgbClr val="181716"/>
                </a:solidFill>
                <a:latin typeface="Montserrat"/>
              </a:rPr>
              <a:t>use it]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sp>
        <p:nvSpPr>
          <p:cNvPr id="3" name="PHOTO: Step 1 (fills the page)"/>
          <p:cNvSpPr/>
          <p:nvPr/>
        </p:nvSpPr>
        <p:spPr>
          <a:xfrm rot="0">
            <a:off x="0" y="0"/>
            <a:ext cx="10287000" cy="13716000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ln>
            <a:noFill/>
          </a:ln>
        </p:spPr>
      </p:sp>
      <p:pic>
        <p:nvPicPr>
          <p:cNvPr id="4" name="number cube" descr="0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480000">
            <a:off x="-57150" y="390525"/>
            <a:ext cx="3162300" cy="3028950"/>
          </a:xfrm>
          <a:prstGeom prst="rect">
            <a:avLst/>
          </a:prstGeom>
        </p:spPr>
      </p:pic>
      <p:sp>
        <p:nvSpPr>
          <p:cNvPr id="5" name="number cube pattern"/>
          <p:cNvSpPr/>
          <p:nvPr/>
        </p:nvSpPr>
        <p:spPr>
          <a:xfrm rot="480000">
            <a:off x="-57150" y="390525"/>
            <a:ext cx="3162300" cy="3028950"/>
          </a:xfrm>
          <a:custGeom>
            <a:avLst/>
            <a:gdLst/>
            <a:ahLst/>
            <a:cxnLst/>
            <a:rect l="0" t="0" r="r" b="b"/>
            <a:pathLst>
              <a:path w="3162300" h="3028950">
                <a:moveTo>
                  <a:pt x="1714500" y="2466093"/>
                </a:moveTo>
                <a:cubicBezTo>
                  <a:pt x="1570434" y="2456429"/>
                  <a:pt x="1285398" y="2437530"/>
                  <a:pt x="1081087" y="2424095"/>
                </a:cubicBezTo>
                <a:cubicBezTo>
                  <a:pt x="647946" y="2395614"/>
                  <a:pt x="613147" y="2390913"/>
                  <a:pt x="583270" y="2356841"/>
                </a:cubicBezTo>
                <a:cubicBezTo>
                  <a:pt x="571408" y="2343314"/>
                  <a:pt x="563718" y="2328985"/>
                  <a:pt x="566181" y="2324999"/>
                </a:cubicBezTo>
                <a:cubicBezTo>
                  <a:pt x="571047" y="2317126"/>
                  <a:pt x="685946" y="2320150"/>
                  <a:pt x="722855" y="2329123"/>
                </a:cubicBezTo>
                <a:cubicBezTo>
                  <a:pt x="735377" y="2332167"/>
                  <a:pt x="806100" y="2333968"/>
                  <a:pt x="880017" y="2333124"/>
                </a:cubicBezTo>
                <a:cubicBezTo>
                  <a:pt x="1111362" y="2330482"/>
                  <a:pt x="1315423" y="2335706"/>
                  <a:pt x="1405933" y="2346586"/>
                </a:cubicBezTo>
                <a:cubicBezTo>
                  <a:pt x="1431579" y="2349669"/>
                  <a:pt x="1486769" y="2354801"/>
                  <a:pt x="1528577" y="2357991"/>
                </a:cubicBezTo>
                <a:cubicBezTo>
                  <a:pt x="1570386" y="2361181"/>
                  <a:pt x="1607524" y="2365602"/>
                  <a:pt x="1611108" y="2367817"/>
                </a:cubicBezTo>
                <a:cubicBezTo>
                  <a:pt x="1614691" y="2370031"/>
                  <a:pt x="1619060" y="2367719"/>
                  <a:pt x="1620817" y="2362678"/>
                </a:cubicBezTo>
                <a:cubicBezTo>
                  <a:pt x="1622628" y="2357484"/>
                  <a:pt x="1683844" y="2352787"/>
                  <a:pt x="1762125" y="2351836"/>
                </a:cubicBezTo>
                <a:cubicBezTo>
                  <a:pt x="1838086" y="2350913"/>
                  <a:pt x="1954168" y="2344780"/>
                  <a:pt x="2020084" y="2338208"/>
                </a:cubicBezTo>
                <a:cubicBezTo>
                  <a:pt x="2128321" y="2327416"/>
                  <a:pt x="2320645" y="2326995"/>
                  <a:pt x="2331176" y="2337526"/>
                </a:cubicBezTo>
                <a:cubicBezTo>
                  <a:pt x="2339715" y="2346065"/>
                  <a:pt x="2175288" y="2467713"/>
                  <a:pt x="2143125" y="2476653"/>
                </a:cubicBezTo>
                <a:cubicBezTo>
                  <a:pt x="2099154" y="2488874"/>
                  <a:pt x="2027930" y="2487119"/>
                  <a:pt x="1714500" y="2466093"/>
                </a:cubicBezTo>
                <a:close/>
                <a:moveTo>
                  <a:pt x="675481" y="2225091"/>
                </a:moveTo>
                <a:cubicBezTo>
                  <a:pt x="673298" y="2223024"/>
                  <a:pt x="645795" y="2218914"/>
                  <a:pt x="614362" y="2215959"/>
                </a:cubicBezTo>
                <a:cubicBezTo>
                  <a:pt x="582930" y="2213003"/>
                  <a:pt x="555980" y="2210408"/>
                  <a:pt x="554473" y="2210192"/>
                </a:cubicBezTo>
                <a:cubicBezTo>
                  <a:pt x="552967" y="2209976"/>
                  <a:pt x="552967" y="2170152"/>
                  <a:pt x="554473" y="2121693"/>
                </a:cubicBezTo>
                <a:lnTo>
                  <a:pt x="557212" y="2033587"/>
                </a:lnTo>
                <a:lnTo>
                  <a:pt x="599010" y="2032836"/>
                </a:lnTo>
                <a:cubicBezTo>
                  <a:pt x="621999" y="2032424"/>
                  <a:pt x="662718" y="2035945"/>
                  <a:pt x="689498" y="2040661"/>
                </a:cubicBezTo>
                <a:cubicBezTo>
                  <a:pt x="782811" y="2057096"/>
                  <a:pt x="1247127" y="2062263"/>
                  <a:pt x="1647825" y="2051325"/>
                </a:cubicBezTo>
                <a:cubicBezTo>
                  <a:pt x="1929069" y="2043648"/>
                  <a:pt x="1904023" y="2043644"/>
                  <a:pt x="2124075" y="2051414"/>
                </a:cubicBezTo>
                <a:cubicBezTo>
                  <a:pt x="2397728" y="2061077"/>
                  <a:pt x="2574401" y="2066927"/>
                  <a:pt x="2592516" y="2066926"/>
                </a:cubicBezTo>
                <a:cubicBezTo>
                  <a:pt x="2621551" y="2066923"/>
                  <a:pt x="2595458" y="2125097"/>
                  <a:pt x="2546098" y="2170414"/>
                </a:cubicBezTo>
                <a:cubicBezTo>
                  <a:pt x="2487461" y="2224247"/>
                  <a:pt x="2480350" y="2226353"/>
                  <a:pt x="2387821" y="2217289"/>
                </a:cubicBezTo>
                <a:cubicBezTo>
                  <a:pt x="2321490" y="2210791"/>
                  <a:pt x="2158994" y="2211870"/>
                  <a:pt x="1614487" y="2222425"/>
                </a:cubicBezTo>
                <a:cubicBezTo>
                  <a:pt x="1567338" y="2223339"/>
                  <a:pt x="1430178" y="2218726"/>
                  <a:pt x="1309687" y="2212174"/>
                </a:cubicBezTo>
                <a:cubicBezTo>
                  <a:pt x="1121547" y="2201944"/>
                  <a:pt x="1077834" y="2202256"/>
                  <a:pt x="1000125" y="2214385"/>
                </a:cubicBezTo>
                <a:cubicBezTo>
                  <a:pt x="919347" y="2226992"/>
                  <a:pt x="685627" y="2234700"/>
                  <a:pt x="675481" y="2225091"/>
                </a:cubicBezTo>
                <a:close/>
                <a:moveTo>
                  <a:pt x="1346713" y="1934090"/>
                </a:moveTo>
                <a:cubicBezTo>
                  <a:pt x="1343810" y="1931187"/>
                  <a:pt x="1227134" y="1928257"/>
                  <a:pt x="1087435" y="1927579"/>
                </a:cubicBezTo>
                <a:cubicBezTo>
                  <a:pt x="947736" y="1926901"/>
                  <a:pt x="770062" y="1923091"/>
                  <a:pt x="692603" y="1919111"/>
                </a:cubicBezTo>
                <a:lnTo>
                  <a:pt x="551770" y="1911875"/>
                </a:lnTo>
                <a:lnTo>
                  <a:pt x="554491" y="1825093"/>
                </a:lnTo>
                <a:lnTo>
                  <a:pt x="557212" y="1738312"/>
                </a:lnTo>
                <a:lnTo>
                  <a:pt x="709612" y="1740255"/>
                </a:lnTo>
                <a:cubicBezTo>
                  <a:pt x="851471" y="1742063"/>
                  <a:pt x="1065367" y="1741861"/>
                  <a:pt x="1176337" y="1739814"/>
                </a:cubicBezTo>
                <a:cubicBezTo>
                  <a:pt x="1293252" y="1737658"/>
                  <a:pt x="1531819" y="1747654"/>
                  <a:pt x="1527568" y="1754531"/>
                </a:cubicBezTo>
                <a:cubicBezTo>
                  <a:pt x="1520557" y="1765875"/>
                  <a:pt x="1537670" y="1763694"/>
                  <a:pt x="1549647" y="1751717"/>
                </a:cubicBezTo>
                <a:cubicBezTo>
                  <a:pt x="1557173" y="1744191"/>
                  <a:pt x="1565437" y="1744191"/>
                  <a:pt x="1579501" y="1751717"/>
                </a:cubicBezTo>
                <a:cubicBezTo>
                  <a:pt x="1603335" y="1764473"/>
                  <a:pt x="1612636" y="1765016"/>
                  <a:pt x="1605350" y="1753227"/>
                </a:cubicBezTo>
                <a:cubicBezTo>
                  <a:pt x="1602168" y="1748079"/>
                  <a:pt x="1625009" y="1744291"/>
                  <a:pt x="1659557" y="1744239"/>
                </a:cubicBezTo>
                <a:cubicBezTo>
                  <a:pt x="1692395" y="1744188"/>
                  <a:pt x="1744980" y="1742212"/>
                  <a:pt x="1776412" y="1739847"/>
                </a:cubicBezTo>
                <a:cubicBezTo>
                  <a:pt x="1807845" y="1737482"/>
                  <a:pt x="1857136" y="1739680"/>
                  <a:pt x="1885950" y="1744733"/>
                </a:cubicBezTo>
                <a:cubicBezTo>
                  <a:pt x="1981006" y="1761402"/>
                  <a:pt x="2041249" y="1764997"/>
                  <a:pt x="2034192" y="1753579"/>
                </a:cubicBezTo>
                <a:cubicBezTo>
                  <a:pt x="2025275" y="1739151"/>
                  <a:pt x="2043446" y="1737644"/>
                  <a:pt x="2118632" y="1746575"/>
                </a:cubicBezTo>
                <a:cubicBezTo>
                  <a:pt x="2189108" y="1754946"/>
                  <a:pt x="2357432" y="1755552"/>
                  <a:pt x="2483643" y="1747889"/>
                </a:cubicBezTo>
                <a:lnTo>
                  <a:pt x="2609850" y="1740226"/>
                </a:lnTo>
                <a:lnTo>
                  <a:pt x="2609850" y="1832314"/>
                </a:lnTo>
                <a:lnTo>
                  <a:pt x="2609850" y="1924402"/>
                </a:lnTo>
                <a:lnTo>
                  <a:pt x="2559843" y="1924223"/>
                </a:lnTo>
                <a:cubicBezTo>
                  <a:pt x="2387410" y="1923605"/>
                  <a:pt x="1557040" y="1932047"/>
                  <a:pt x="1464190" y="1935362"/>
                </a:cubicBezTo>
                <a:cubicBezTo>
                  <a:pt x="1402482" y="1937565"/>
                  <a:pt x="1349617" y="1936993"/>
                  <a:pt x="1346713" y="1934090"/>
                </a:cubicBezTo>
                <a:close/>
                <a:moveTo>
                  <a:pt x="1947867" y="1632356"/>
                </a:moveTo>
                <a:cubicBezTo>
                  <a:pt x="1959905" y="1623553"/>
                  <a:pt x="1929693" y="1620872"/>
                  <a:pt x="1807903" y="1619936"/>
                </a:cubicBezTo>
                <a:cubicBezTo>
                  <a:pt x="1722479" y="1619279"/>
                  <a:pt x="1562576" y="1616072"/>
                  <a:pt x="1452562" y="1612808"/>
                </a:cubicBezTo>
                <a:cubicBezTo>
                  <a:pt x="1246987" y="1606710"/>
                  <a:pt x="1068414" y="1606698"/>
                  <a:pt x="741225" y="1612762"/>
                </a:cubicBezTo>
                <a:lnTo>
                  <a:pt x="553764" y="1616237"/>
                </a:lnTo>
                <a:lnTo>
                  <a:pt x="550725" y="1536891"/>
                </a:lnTo>
                <a:cubicBezTo>
                  <a:pt x="546941" y="1438065"/>
                  <a:pt x="553137" y="1427805"/>
                  <a:pt x="609982" y="1438773"/>
                </a:cubicBezTo>
                <a:cubicBezTo>
                  <a:pt x="668800" y="1450122"/>
                  <a:pt x="898399" y="1449801"/>
                  <a:pt x="982767" y="1438252"/>
                </a:cubicBezTo>
                <a:cubicBezTo>
                  <a:pt x="1093017" y="1423159"/>
                  <a:pt x="1515653" y="1426105"/>
                  <a:pt x="1541610" y="1442147"/>
                </a:cubicBezTo>
                <a:cubicBezTo>
                  <a:pt x="1558704" y="1452712"/>
                  <a:pt x="1868178" y="1449365"/>
                  <a:pt x="1928812" y="1437960"/>
                </a:cubicBezTo>
                <a:cubicBezTo>
                  <a:pt x="1961375" y="1431834"/>
                  <a:pt x="2008500" y="1430083"/>
                  <a:pt x="2038350" y="1433888"/>
                </a:cubicBezTo>
                <a:cubicBezTo>
                  <a:pt x="2067163" y="1437561"/>
                  <a:pt x="2105739" y="1442009"/>
                  <a:pt x="2124075" y="1443772"/>
                </a:cubicBezTo>
                <a:cubicBezTo>
                  <a:pt x="2142410" y="1445535"/>
                  <a:pt x="2170612" y="1449363"/>
                  <a:pt x="2186746" y="1452278"/>
                </a:cubicBezTo>
                <a:cubicBezTo>
                  <a:pt x="2202880" y="1455194"/>
                  <a:pt x="2265030" y="1458181"/>
                  <a:pt x="2324858" y="1458917"/>
                </a:cubicBezTo>
                <a:cubicBezTo>
                  <a:pt x="2389775" y="1459715"/>
                  <a:pt x="2424035" y="1463121"/>
                  <a:pt x="2409825" y="1467365"/>
                </a:cubicBezTo>
                <a:cubicBezTo>
                  <a:pt x="2390236" y="1473214"/>
                  <a:pt x="2393292" y="1474644"/>
                  <a:pt x="2427055" y="1475425"/>
                </a:cubicBezTo>
                <a:cubicBezTo>
                  <a:pt x="2454822" y="1476067"/>
                  <a:pt x="2465991" y="1472964"/>
                  <a:pt x="2461583" y="1465831"/>
                </a:cubicBezTo>
                <a:cubicBezTo>
                  <a:pt x="2456999" y="1458414"/>
                  <a:pt x="2464599" y="1457429"/>
                  <a:pt x="2487214" y="1462509"/>
                </a:cubicBezTo>
                <a:cubicBezTo>
                  <a:pt x="2504895" y="1466480"/>
                  <a:pt x="2539722" y="1468870"/>
                  <a:pt x="2564606" y="1467819"/>
                </a:cubicBezTo>
                <a:lnTo>
                  <a:pt x="2609850" y="1465908"/>
                </a:lnTo>
                <a:lnTo>
                  <a:pt x="2609850" y="1546270"/>
                </a:lnTo>
                <a:lnTo>
                  <a:pt x="2609850" y="1626633"/>
                </a:lnTo>
                <a:lnTo>
                  <a:pt x="2478881" y="1633025"/>
                </a:lnTo>
                <a:cubicBezTo>
                  <a:pt x="2403931" y="1636683"/>
                  <a:pt x="2327703" y="1635470"/>
                  <a:pt x="2300665" y="1630189"/>
                </a:cubicBezTo>
                <a:cubicBezTo>
                  <a:pt x="2252348" y="1620751"/>
                  <a:pt x="2149962" y="1622293"/>
                  <a:pt x="2058601" y="1633832"/>
                </a:cubicBezTo>
                <a:cubicBezTo>
                  <a:pt x="2029209" y="1637545"/>
                  <a:pt x="2009653" y="1636677"/>
                  <a:pt x="2012671" y="1631794"/>
                </a:cubicBezTo>
                <a:cubicBezTo>
                  <a:pt x="2015561" y="1627117"/>
                  <a:pt x="2007065" y="1622392"/>
                  <a:pt x="1993790" y="1621293"/>
                </a:cubicBezTo>
                <a:cubicBezTo>
                  <a:pt x="1975927" y="1619815"/>
                  <a:pt x="1971063" y="1622968"/>
                  <a:pt x="1975076" y="1633424"/>
                </a:cubicBezTo>
                <a:cubicBezTo>
                  <a:pt x="1979083" y="1643867"/>
                  <a:pt x="1974238" y="1647035"/>
                  <a:pt x="1956506" y="1645567"/>
                </a:cubicBezTo>
                <a:cubicBezTo>
                  <a:pt x="1935620" y="1643839"/>
                  <a:pt x="1934502" y="1642129"/>
                  <a:pt x="1947867" y="1632356"/>
                </a:cubicBezTo>
                <a:close/>
                <a:moveTo>
                  <a:pt x="1322053" y="1347453"/>
                </a:moveTo>
                <a:cubicBezTo>
                  <a:pt x="1309817" y="1335217"/>
                  <a:pt x="976253" y="1319378"/>
                  <a:pt x="768791" y="1321183"/>
                </a:cubicBezTo>
                <a:lnTo>
                  <a:pt x="542221" y="1323153"/>
                </a:lnTo>
                <a:lnTo>
                  <a:pt x="544954" y="1235458"/>
                </a:lnTo>
                <a:lnTo>
                  <a:pt x="547687" y="1147762"/>
                </a:lnTo>
                <a:lnTo>
                  <a:pt x="585787" y="1142888"/>
                </a:lnTo>
                <a:cubicBezTo>
                  <a:pt x="606742" y="1140208"/>
                  <a:pt x="645318" y="1140903"/>
                  <a:pt x="671512" y="1144434"/>
                </a:cubicBezTo>
                <a:cubicBezTo>
                  <a:pt x="697706" y="1147965"/>
                  <a:pt x="815578" y="1153144"/>
                  <a:pt x="933450" y="1155943"/>
                </a:cubicBezTo>
                <a:cubicBezTo>
                  <a:pt x="1051717" y="1158751"/>
                  <a:pt x="1189562" y="1167585"/>
                  <a:pt x="1241033" y="1175655"/>
                </a:cubicBezTo>
                <a:cubicBezTo>
                  <a:pt x="1378020" y="1197134"/>
                  <a:pt x="1439535" y="1201112"/>
                  <a:pt x="1471612" y="1190568"/>
                </a:cubicBezTo>
                <a:cubicBezTo>
                  <a:pt x="1499892" y="1181273"/>
                  <a:pt x="1499915" y="1181211"/>
                  <a:pt x="1473766" y="1184623"/>
                </a:cubicBezTo>
                <a:cubicBezTo>
                  <a:pt x="1459234" y="1186519"/>
                  <a:pt x="1445051" y="1184358"/>
                  <a:pt x="1442248" y="1179822"/>
                </a:cubicBezTo>
                <a:cubicBezTo>
                  <a:pt x="1439444" y="1175286"/>
                  <a:pt x="1459906" y="1171539"/>
                  <a:pt x="1487719" y="1171496"/>
                </a:cubicBezTo>
                <a:cubicBezTo>
                  <a:pt x="1515531" y="1171453"/>
                  <a:pt x="1574720" y="1167328"/>
                  <a:pt x="1619250" y="1162329"/>
                </a:cubicBezTo>
                <a:cubicBezTo>
                  <a:pt x="1791412" y="1143000"/>
                  <a:pt x="2329645" y="1135178"/>
                  <a:pt x="2405062" y="1150908"/>
                </a:cubicBezTo>
                <a:cubicBezTo>
                  <a:pt x="2431256" y="1156371"/>
                  <a:pt x="2488049" y="1159766"/>
                  <a:pt x="2531268" y="1158452"/>
                </a:cubicBezTo>
                <a:lnTo>
                  <a:pt x="2609850" y="1156062"/>
                </a:lnTo>
                <a:lnTo>
                  <a:pt x="2609850" y="1243465"/>
                </a:lnTo>
                <a:lnTo>
                  <a:pt x="2609850" y="1330869"/>
                </a:lnTo>
                <a:lnTo>
                  <a:pt x="2549736" y="1337028"/>
                </a:lnTo>
                <a:cubicBezTo>
                  <a:pt x="2516673" y="1340415"/>
                  <a:pt x="2444878" y="1338399"/>
                  <a:pt x="2390192" y="1332548"/>
                </a:cubicBezTo>
                <a:cubicBezTo>
                  <a:pt x="2239001" y="1316370"/>
                  <a:pt x="1808319" y="1319058"/>
                  <a:pt x="1676400" y="1337002"/>
                </a:cubicBezTo>
                <a:cubicBezTo>
                  <a:pt x="1572070" y="1351193"/>
                  <a:pt x="1332849" y="1358249"/>
                  <a:pt x="1322053" y="1347453"/>
                </a:cubicBezTo>
                <a:close/>
                <a:moveTo>
                  <a:pt x="1478756" y="1212477"/>
                </a:moveTo>
                <a:cubicBezTo>
                  <a:pt x="1466969" y="1210207"/>
                  <a:pt x="1447680" y="1210207"/>
                  <a:pt x="1435893" y="1212477"/>
                </a:cubicBezTo>
                <a:cubicBezTo>
                  <a:pt x="1424106" y="1214748"/>
                  <a:pt x="1433750" y="1216605"/>
                  <a:pt x="1457325" y="1216605"/>
                </a:cubicBezTo>
                <a:cubicBezTo>
                  <a:pt x="1480899" y="1216605"/>
                  <a:pt x="1490543" y="1214748"/>
                  <a:pt x="1478756" y="1212477"/>
                </a:cubicBezTo>
                <a:close/>
                <a:moveTo>
                  <a:pt x="1400175" y="1181100"/>
                </a:moveTo>
                <a:cubicBezTo>
                  <a:pt x="1388680" y="1173671"/>
                  <a:pt x="1390186" y="1171838"/>
                  <a:pt x="1407880" y="1171720"/>
                </a:cubicBezTo>
                <a:cubicBezTo>
                  <a:pt x="1420144" y="1171639"/>
                  <a:pt x="1427270" y="1175788"/>
                  <a:pt x="1423987" y="1181100"/>
                </a:cubicBezTo>
                <a:cubicBezTo>
                  <a:pt x="1416908" y="1192553"/>
                  <a:pt x="1417898" y="1192553"/>
                  <a:pt x="1400175" y="1181100"/>
                </a:cubicBezTo>
                <a:close/>
                <a:moveTo>
                  <a:pt x="544839" y="942975"/>
                </a:moveTo>
                <a:cubicBezTo>
                  <a:pt x="547048" y="898445"/>
                  <a:pt x="554447" y="851722"/>
                  <a:pt x="561281" y="839145"/>
                </a:cubicBezTo>
                <a:lnTo>
                  <a:pt x="573706" y="816278"/>
                </a:lnTo>
                <a:lnTo>
                  <a:pt x="910470" y="823064"/>
                </a:lnTo>
                <a:cubicBezTo>
                  <a:pt x="1095689" y="826796"/>
                  <a:pt x="1259412" y="833342"/>
                  <a:pt x="1274297" y="837611"/>
                </a:cubicBezTo>
                <a:cubicBezTo>
                  <a:pt x="1291212" y="842462"/>
                  <a:pt x="1311835" y="841091"/>
                  <a:pt x="1329293" y="833955"/>
                </a:cubicBezTo>
                <a:cubicBezTo>
                  <a:pt x="1351315" y="824954"/>
                  <a:pt x="1373361" y="825271"/>
                  <a:pt x="1433469" y="835457"/>
                </a:cubicBezTo>
                <a:cubicBezTo>
                  <a:pt x="1486744" y="844484"/>
                  <a:pt x="1547796" y="846546"/>
                  <a:pt x="1636134" y="842300"/>
                </a:cubicBezTo>
                <a:cubicBezTo>
                  <a:pt x="1713617" y="838577"/>
                  <a:pt x="1767081" y="839822"/>
                  <a:pt x="1774246" y="845516"/>
                </a:cubicBezTo>
                <a:cubicBezTo>
                  <a:pt x="1781482" y="851267"/>
                  <a:pt x="1809529" y="851816"/>
                  <a:pt x="1847850" y="846957"/>
                </a:cubicBezTo>
                <a:cubicBezTo>
                  <a:pt x="1881901" y="842639"/>
                  <a:pt x="1991704" y="839506"/>
                  <a:pt x="2091855" y="839996"/>
                </a:cubicBezTo>
                <a:cubicBezTo>
                  <a:pt x="2192006" y="840485"/>
                  <a:pt x="2279103" y="837699"/>
                  <a:pt x="2285404" y="833805"/>
                </a:cubicBezTo>
                <a:cubicBezTo>
                  <a:pt x="2291705" y="829911"/>
                  <a:pt x="2369848" y="834609"/>
                  <a:pt x="2459056" y="844246"/>
                </a:cubicBezTo>
                <a:lnTo>
                  <a:pt x="2621251" y="861768"/>
                </a:lnTo>
                <a:lnTo>
                  <a:pt x="2614584" y="942853"/>
                </a:lnTo>
                <a:cubicBezTo>
                  <a:pt x="2610917" y="987449"/>
                  <a:pt x="2606812" y="1025119"/>
                  <a:pt x="2605463" y="1026563"/>
                </a:cubicBezTo>
                <a:cubicBezTo>
                  <a:pt x="2604113" y="1028008"/>
                  <a:pt x="2563740" y="1024741"/>
                  <a:pt x="2515745" y="1019304"/>
                </a:cubicBezTo>
                <a:cubicBezTo>
                  <a:pt x="2411661" y="1007513"/>
                  <a:pt x="1745791" y="1007073"/>
                  <a:pt x="1738549" y="1018790"/>
                </a:cubicBezTo>
                <a:cubicBezTo>
                  <a:pt x="1735773" y="1023282"/>
                  <a:pt x="1465149" y="1026277"/>
                  <a:pt x="1137163" y="1025447"/>
                </a:cubicBezTo>
                <a:lnTo>
                  <a:pt x="540823" y="1023937"/>
                </a:lnTo>
                <a:lnTo>
                  <a:pt x="544839" y="942975"/>
                </a:lnTo>
                <a:close/>
                <a:moveTo>
                  <a:pt x="1985962" y="731167"/>
                </a:moveTo>
                <a:cubicBezTo>
                  <a:pt x="1959768" y="726260"/>
                  <a:pt x="1930894" y="718332"/>
                  <a:pt x="1921797" y="713548"/>
                </a:cubicBezTo>
                <a:cubicBezTo>
                  <a:pt x="1901096" y="702661"/>
                  <a:pt x="1876425" y="702272"/>
                  <a:pt x="1876425" y="712833"/>
                </a:cubicBezTo>
                <a:cubicBezTo>
                  <a:pt x="1876425" y="723311"/>
                  <a:pt x="1801936" y="720468"/>
                  <a:pt x="1668102" y="704882"/>
                </a:cubicBezTo>
                <a:cubicBezTo>
                  <a:pt x="1581045" y="694743"/>
                  <a:pt x="1545532" y="694559"/>
                  <a:pt x="1487127" y="703945"/>
                </a:cubicBezTo>
                <a:cubicBezTo>
                  <a:pt x="1447161" y="710367"/>
                  <a:pt x="1386601" y="717380"/>
                  <a:pt x="1352550" y="719529"/>
                </a:cubicBezTo>
                <a:cubicBezTo>
                  <a:pt x="1258161" y="725487"/>
                  <a:pt x="733425" y="734110"/>
                  <a:pt x="733425" y="729703"/>
                </a:cubicBezTo>
                <a:cubicBezTo>
                  <a:pt x="733425" y="727573"/>
                  <a:pt x="813288" y="685748"/>
                  <a:pt x="910900" y="636758"/>
                </a:cubicBezTo>
                <a:lnTo>
                  <a:pt x="1088376" y="547687"/>
                </a:lnTo>
                <a:lnTo>
                  <a:pt x="1189506" y="548950"/>
                </a:lnTo>
                <a:cubicBezTo>
                  <a:pt x="1414198" y="551756"/>
                  <a:pt x="1459746" y="553070"/>
                  <a:pt x="1633537" y="561760"/>
                </a:cubicBezTo>
                <a:cubicBezTo>
                  <a:pt x="1733073" y="566737"/>
                  <a:pt x="1889521" y="573226"/>
                  <a:pt x="1981200" y="576180"/>
                </a:cubicBezTo>
                <a:cubicBezTo>
                  <a:pt x="2162428" y="582019"/>
                  <a:pt x="2431787" y="596997"/>
                  <a:pt x="2513496" y="605778"/>
                </a:cubicBezTo>
                <a:cubicBezTo>
                  <a:pt x="2577794" y="612688"/>
                  <a:pt x="2609850" y="640751"/>
                  <a:pt x="2609850" y="690129"/>
                </a:cubicBezTo>
                <a:lnTo>
                  <a:pt x="2609850" y="723900"/>
                </a:lnTo>
                <a:lnTo>
                  <a:pt x="2555081" y="725191"/>
                </a:lnTo>
                <a:cubicBezTo>
                  <a:pt x="2524958" y="725901"/>
                  <a:pt x="2403198" y="727629"/>
                  <a:pt x="2284502" y="729031"/>
                </a:cubicBezTo>
                <a:cubicBezTo>
                  <a:pt x="2165807" y="730433"/>
                  <a:pt x="2060793" y="733494"/>
                  <a:pt x="2051140" y="735834"/>
                </a:cubicBezTo>
                <a:cubicBezTo>
                  <a:pt x="2041486" y="738174"/>
                  <a:pt x="2012156" y="736073"/>
                  <a:pt x="1985962" y="731167"/>
                </a:cubicBezTo>
                <a:close/>
              </a:path>
            </a:pathLst>
          </a:custGeom>
          <a:solidFill>
            <a:srgbClr val="7A1732">
              <a:alpha val="45000"/>
            </a:srgbClr>
          </a:solidFill>
          <a:ln>
            <a:noFill/>
          </a:ln>
        </p:spPr>
      </p:sp>
      <p:sp>
        <p:nvSpPr>
          <p:cNvPr id="6" name="TEXT: 1. [rinse the pad]"/>
          <p:cNvSpPr/>
          <p:nvPr/>
        </p:nvSpPr>
        <p:spPr>
          <a:xfrm rot="120000">
            <a:off x="1157288" y="11368088"/>
            <a:ext cx="5686425" cy="885825"/>
          </a:xfrm>
          <a:prstGeom prst="rect">
            <a:avLst/>
          </a:prstGeom>
          <a:solidFill>
            <a:srgbClr val="181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70688" rIns="170688" tIns="73152" bIns="73152"/>
          <a:lstStyle/>
          <a:p>
            <a:pPr algn="l">
              <a:lnSpc>
                <a:spcPts val="5856"/>
              </a:lnSpc>
            </a:pPr>
            <a:r>
              <a:rPr b="1" sz="4800">
                <a:solidFill>
                  <a:srgbClr val="FFFFFF"/>
                </a:solidFill>
                <a:latin typeface="Montserrat"/>
              </a:rPr>
              <a:t>1. [rinse the pad]</a:t>
            </a:r>
          </a:p>
        </p:txBody>
      </p:sp>
      <p:sp>
        <p:nvSpPr>
          <p:cNvPr id="7" name="arrow"/>
          <p:cNvSpPr/>
          <p:nvPr/>
        </p:nvSpPr>
        <p:spPr>
          <a:xfrm rot="-1800000">
            <a:off x="5762625" y="9815512"/>
            <a:ext cx="1809750" cy="561975"/>
          </a:xfrm>
          <a:custGeom>
            <a:avLst/>
            <a:gdLst/>
            <a:ahLst/>
            <a:cxnLst/>
            <a:rect l="0" t="0" r="r" b="b"/>
            <a:pathLst>
              <a:path w="1809750" h="561975">
                <a:moveTo>
                  <a:pt x="1405632" y="546063"/>
                </a:moveTo>
                <a:cubicBezTo>
                  <a:pt x="1402596" y="538152"/>
                  <a:pt x="1402523" y="527781"/>
                  <a:pt x="1405468" y="523015"/>
                </a:cubicBezTo>
                <a:cubicBezTo>
                  <a:pt x="1408414" y="518249"/>
                  <a:pt x="1404141" y="514350"/>
                  <a:pt x="1395974" y="514350"/>
                </a:cubicBezTo>
                <a:cubicBezTo>
                  <a:pt x="1357106" y="514350"/>
                  <a:pt x="1410227" y="443882"/>
                  <a:pt x="1509712" y="363471"/>
                </a:cubicBezTo>
                <a:lnTo>
                  <a:pt x="1547812" y="332676"/>
                </a:lnTo>
                <a:lnTo>
                  <a:pt x="1290637" y="338286"/>
                </a:lnTo>
                <a:cubicBezTo>
                  <a:pt x="817825" y="348601"/>
                  <a:pt x="291664" y="363577"/>
                  <a:pt x="178578" y="369940"/>
                </a:cubicBezTo>
                <a:cubicBezTo>
                  <a:pt x="77323" y="375636"/>
                  <a:pt x="45522" y="372072"/>
                  <a:pt x="78581" y="358733"/>
                </a:cubicBezTo>
                <a:cubicBezTo>
                  <a:pt x="90122" y="354076"/>
                  <a:pt x="45472" y="348592"/>
                  <a:pt x="21431" y="351713"/>
                </a:cubicBezTo>
                <a:cubicBezTo>
                  <a:pt x="14882" y="352564"/>
                  <a:pt x="9525" y="348785"/>
                  <a:pt x="9525" y="343317"/>
                </a:cubicBezTo>
                <a:cubicBezTo>
                  <a:pt x="9525" y="337849"/>
                  <a:pt x="15495" y="333375"/>
                  <a:pt x="22793" y="333375"/>
                </a:cubicBezTo>
                <a:cubicBezTo>
                  <a:pt x="30091" y="333375"/>
                  <a:pt x="38529" y="326945"/>
                  <a:pt x="41544" y="319087"/>
                </a:cubicBezTo>
                <a:cubicBezTo>
                  <a:pt x="44559" y="311229"/>
                  <a:pt x="41803" y="304734"/>
                  <a:pt x="35419" y="304654"/>
                </a:cubicBezTo>
                <a:cubicBezTo>
                  <a:pt x="27976" y="304560"/>
                  <a:pt x="28937" y="300990"/>
                  <a:pt x="38100" y="294702"/>
                </a:cubicBezTo>
                <a:cubicBezTo>
                  <a:pt x="49761" y="286699"/>
                  <a:pt x="48716" y="285413"/>
                  <a:pt x="32416" y="287705"/>
                </a:cubicBezTo>
                <a:cubicBezTo>
                  <a:pt x="21432" y="289249"/>
                  <a:pt x="10716" y="286226"/>
                  <a:pt x="8603" y="280987"/>
                </a:cubicBezTo>
                <a:cubicBezTo>
                  <a:pt x="6491" y="275748"/>
                  <a:pt x="17621" y="270011"/>
                  <a:pt x="33337" y="268238"/>
                </a:cubicBezTo>
                <a:cubicBezTo>
                  <a:pt x="49053" y="266465"/>
                  <a:pt x="66324" y="261367"/>
                  <a:pt x="71717" y="256909"/>
                </a:cubicBezTo>
                <a:cubicBezTo>
                  <a:pt x="86390" y="244781"/>
                  <a:pt x="317498" y="230003"/>
                  <a:pt x="585787" y="224038"/>
                </a:cubicBezTo>
                <a:cubicBezTo>
                  <a:pt x="716756" y="221126"/>
                  <a:pt x="877490" y="216741"/>
                  <a:pt x="942975" y="214294"/>
                </a:cubicBezTo>
                <a:cubicBezTo>
                  <a:pt x="1008459" y="211847"/>
                  <a:pt x="1158478" y="209200"/>
                  <a:pt x="1276350" y="208413"/>
                </a:cubicBezTo>
                <a:cubicBezTo>
                  <a:pt x="1394221" y="207626"/>
                  <a:pt x="1501221" y="204189"/>
                  <a:pt x="1514127" y="200775"/>
                </a:cubicBezTo>
                <a:cubicBezTo>
                  <a:pt x="1537055" y="194709"/>
                  <a:pt x="1536728" y="194035"/>
                  <a:pt x="1499840" y="171342"/>
                </a:cubicBezTo>
                <a:cubicBezTo>
                  <a:pt x="1443823" y="136880"/>
                  <a:pt x="1381568" y="76602"/>
                  <a:pt x="1387101" y="62183"/>
                </a:cubicBezTo>
                <a:cubicBezTo>
                  <a:pt x="1389767" y="55236"/>
                  <a:pt x="1387370" y="46722"/>
                  <a:pt x="1381774" y="43263"/>
                </a:cubicBezTo>
                <a:cubicBezTo>
                  <a:pt x="1363652" y="32064"/>
                  <a:pt x="1370982" y="19050"/>
                  <a:pt x="1395412" y="19050"/>
                </a:cubicBezTo>
                <a:cubicBezTo>
                  <a:pt x="1408509" y="19050"/>
                  <a:pt x="1419225" y="14763"/>
                  <a:pt x="1419225" y="9525"/>
                </a:cubicBezTo>
                <a:cubicBezTo>
                  <a:pt x="1419225" y="-9131"/>
                  <a:pt x="1438165" y="1371"/>
                  <a:pt x="1608044" y="114223"/>
                </a:cubicBezTo>
                <a:cubicBezTo>
                  <a:pt x="1788758" y="234273"/>
                  <a:pt x="1815491" y="258195"/>
                  <a:pt x="1798381" y="284550"/>
                </a:cubicBezTo>
                <a:cubicBezTo>
                  <a:pt x="1784017" y="306674"/>
                  <a:pt x="1477572" y="532635"/>
                  <a:pt x="1441381" y="547787"/>
                </a:cubicBezTo>
                <a:cubicBezTo>
                  <a:pt x="1415329" y="558695"/>
                  <a:pt x="1410388" y="558457"/>
                  <a:pt x="1405632" y="546063"/>
                </a:cubicBezTo>
                <a:close/>
              </a:path>
            </a:pathLst>
          </a:custGeom>
          <a:solidFill>
            <a:srgbClr val="7A1732"/>
          </a:solid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round paper" descr="0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857500"/>
            <a:ext cx="7620000" cy="7620000"/>
          </a:xfrm>
          <a:prstGeom prst="rect">
            <a:avLst/>
          </a:prstGeom>
        </p:spPr>
      </p:pic>
      <p:sp>
        <p:nvSpPr>
          <p:cNvPr id="4" name="PHOTO: Step 2, close up"/>
          <p:cNvSpPr/>
          <p:nvPr/>
        </p:nvSpPr>
        <p:spPr>
          <a:xfrm rot="0">
            <a:off x="1905000" y="3429000"/>
            <a:ext cx="6477000" cy="6477000"/>
          </a:xfrm>
          <a:prstGeom prst="ellipse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</p:sp>
      <p:sp>
        <p:nvSpPr>
          <p:cNvPr id="5" name="circle"/>
          <p:cNvSpPr/>
          <p:nvPr/>
        </p:nvSpPr>
        <p:spPr>
          <a:xfrm rot="0">
            <a:off x="4762500" y="6438900"/>
            <a:ext cx="2857500" cy="2743200"/>
          </a:xfrm>
          <a:custGeom>
            <a:avLst/>
            <a:gdLst/>
            <a:ahLst/>
            <a:cxnLst/>
            <a:rect l="0" t="0" r="r" b="b"/>
            <a:pathLst>
              <a:path w="2857500" h="2743200">
                <a:moveTo>
                  <a:pt x="998513" y="2733454"/>
                </a:moveTo>
                <a:cubicBezTo>
                  <a:pt x="884675" y="2714244"/>
                  <a:pt x="699829" y="2635693"/>
                  <a:pt x="636494" y="2579614"/>
                </a:cubicBezTo>
                <a:cubicBezTo>
                  <a:pt x="604902" y="2551641"/>
                  <a:pt x="604965" y="2551652"/>
                  <a:pt x="666982" y="2585097"/>
                </a:cubicBezTo>
                <a:cubicBezTo>
                  <a:pt x="737574" y="2623166"/>
                  <a:pt x="849581" y="2667215"/>
                  <a:pt x="874136" y="2666563"/>
                </a:cubicBezTo>
                <a:cubicBezTo>
                  <a:pt x="883184" y="2666323"/>
                  <a:pt x="853579" y="2651978"/>
                  <a:pt x="808347" y="2634685"/>
                </a:cubicBezTo>
                <a:cubicBezTo>
                  <a:pt x="763115" y="2617393"/>
                  <a:pt x="694946" y="2585278"/>
                  <a:pt x="656860" y="2563320"/>
                </a:cubicBezTo>
                <a:cubicBezTo>
                  <a:pt x="618774" y="2541362"/>
                  <a:pt x="593084" y="2529989"/>
                  <a:pt x="599772" y="2538048"/>
                </a:cubicBezTo>
                <a:cubicBezTo>
                  <a:pt x="606890" y="2546624"/>
                  <a:pt x="607854" y="2552700"/>
                  <a:pt x="602096" y="2552700"/>
                </a:cubicBezTo>
                <a:cubicBezTo>
                  <a:pt x="583408" y="2552700"/>
                  <a:pt x="499727" y="2479316"/>
                  <a:pt x="405678" y="2380453"/>
                </a:cubicBezTo>
                <a:cubicBezTo>
                  <a:pt x="353767" y="2325884"/>
                  <a:pt x="316263" y="2290599"/>
                  <a:pt x="322335" y="2302042"/>
                </a:cubicBezTo>
                <a:cubicBezTo>
                  <a:pt x="335674" y="2327180"/>
                  <a:pt x="336132" y="2333625"/>
                  <a:pt x="324582" y="2333625"/>
                </a:cubicBezTo>
                <a:cubicBezTo>
                  <a:pt x="302794" y="2333625"/>
                  <a:pt x="250928" y="2265032"/>
                  <a:pt x="216645" y="2190878"/>
                </a:cubicBezTo>
                <a:cubicBezTo>
                  <a:pt x="196025" y="2146278"/>
                  <a:pt x="173135" y="2098410"/>
                  <a:pt x="165777" y="2084505"/>
                </a:cubicBezTo>
                <a:cubicBezTo>
                  <a:pt x="158419" y="2070600"/>
                  <a:pt x="152400" y="2049839"/>
                  <a:pt x="152400" y="2038369"/>
                </a:cubicBezTo>
                <a:cubicBezTo>
                  <a:pt x="152400" y="2026275"/>
                  <a:pt x="145176" y="2015627"/>
                  <a:pt x="135201" y="2013019"/>
                </a:cubicBezTo>
                <a:cubicBezTo>
                  <a:pt x="117308" y="2008339"/>
                  <a:pt x="109149" y="1991765"/>
                  <a:pt x="70809" y="1882205"/>
                </a:cubicBezTo>
                <a:cubicBezTo>
                  <a:pt x="16753" y="1727739"/>
                  <a:pt x="-7557" y="1514519"/>
                  <a:pt x="10959" y="1357312"/>
                </a:cubicBezTo>
                <a:cubicBezTo>
                  <a:pt x="25431" y="1234455"/>
                  <a:pt x="86457" y="1036716"/>
                  <a:pt x="133930" y="958861"/>
                </a:cubicBezTo>
                <a:cubicBezTo>
                  <a:pt x="162348" y="912255"/>
                  <a:pt x="156359" y="895147"/>
                  <a:pt x="124054" y="930649"/>
                </a:cubicBezTo>
                <a:cubicBezTo>
                  <a:pt x="98479" y="958756"/>
                  <a:pt x="95795" y="959698"/>
                  <a:pt x="90334" y="942491"/>
                </a:cubicBezTo>
                <a:cubicBezTo>
                  <a:pt x="71744" y="883920"/>
                  <a:pt x="307955" y="581696"/>
                  <a:pt x="506930" y="409471"/>
                </a:cubicBezTo>
                <a:cubicBezTo>
                  <a:pt x="605675" y="324002"/>
                  <a:pt x="740458" y="234596"/>
                  <a:pt x="879494" y="162337"/>
                </a:cubicBezTo>
                <a:cubicBezTo>
                  <a:pt x="994865" y="102377"/>
                  <a:pt x="1008631" y="98199"/>
                  <a:pt x="1035972" y="114842"/>
                </a:cubicBezTo>
                <a:cubicBezTo>
                  <a:pt x="1048616" y="122539"/>
                  <a:pt x="1071585" y="117867"/>
                  <a:pt x="1133475" y="95011"/>
                </a:cubicBezTo>
                <a:cubicBezTo>
                  <a:pt x="1358922" y="11755"/>
                  <a:pt x="1475618" y="-7062"/>
                  <a:pt x="1661140" y="9923"/>
                </a:cubicBezTo>
                <a:cubicBezTo>
                  <a:pt x="1855771" y="27743"/>
                  <a:pt x="2093422" y="110146"/>
                  <a:pt x="2227481" y="206295"/>
                </a:cubicBezTo>
                <a:cubicBezTo>
                  <a:pt x="2347361" y="292276"/>
                  <a:pt x="2457882" y="392524"/>
                  <a:pt x="2498849" y="452442"/>
                </a:cubicBezTo>
                <a:cubicBezTo>
                  <a:pt x="2603746" y="605858"/>
                  <a:pt x="2625134" y="647367"/>
                  <a:pt x="2603077" y="654720"/>
                </a:cubicBezTo>
                <a:cubicBezTo>
                  <a:pt x="2597544" y="656564"/>
                  <a:pt x="2610707" y="700227"/>
                  <a:pt x="2633378" y="755234"/>
                </a:cubicBezTo>
                <a:cubicBezTo>
                  <a:pt x="2655423" y="808723"/>
                  <a:pt x="2676501" y="864780"/>
                  <a:pt x="2680218" y="879805"/>
                </a:cubicBezTo>
                <a:cubicBezTo>
                  <a:pt x="2683935" y="894829"/>
                  <a:pt x="2689417" y="904682"/>
                  <a:pt x="2692399" y="901700"/>
                </a:cubicBezTo>
                <a:cubicBezTo>
                  <a:pt x="2697435" y="896664"/>
                  <a:pt x="2687130" y="859580"/>
                  <a:pt x="2650935" y="752475"/>
                </a:cubicBezTo>
                <a:cubicBezTo>
                  <a:pt x="2613842" y="642715"/>
                  <a:pt x="2630425" y="652933"/>
                  <a:pt x="2674121" y="766762"/>
                </a:cubicBezTo>
                <a:cubicBezTo>
                  <a:pt x="2729503" y="911029"/>
                  <a:pt x="2768581" y="1093430"/>
                  <a:pt x="2775645" y="1240631"/>
                </a:cubicBezTo>
                <a:cubicBezTo>
                  <a:pt x="2779656" y="1324218"/>
                  <a:pt x="2769994" y="1366829"/>
                  <a:pt x="2759447" y="1312068"/>
                </a:cubicBezTo>
                <a:cubicBezTo>
                  <a:pt x="2756462" y="1296570"/>
                  <a:pt x="2754960" y="1299207"/>
                  <a:pt x="2754022" y="1321593"/>
                </a:cubicBezTo>
                <a:cubicBezTo>
                  <a:pt x="2753042" y="1344967"/>
                  <a:pt x="2756807" y="1352734"/>
                  <a:pt x="2769393" y="1353301"/>
                </a:cubicBezTo>
                <a:cubicBezTo>
                  <a:pt x="2779351" y="1353751"/>
                  <a:pt x="2781268" y="1355988"/>
                  <a:pt x="2774156" y="1358858"/>
                </a:cubicBezTo>
                <a:cubicBezTo>
                  <a:pt x="2759079" y="1364941"/>
                  <a:pt x="2758145" y="1438275"/>
                  <a:pt x="2773144" y="1438275"/>
                </a:cubicBezTo>
                <a:cubicBezTo>
                  <a:pt x="2799836" y="1438275"/>
                  <a:pt x="2765955" y="1646109"/>
                  <a:pt x="2714695" y="1796818"/>
                </a:cubicBezTo>
                <a:cubicBezTo>
                  <a:pt x="2678566" y="1903040"/>
                  <a:pt x="2684451" y="1911203"/>
                  <a:pt x="2723729" y="1809351"/>
                </a:cubicBezTo>
                <a:cubicBezTo>
                  <a:pt x="2759634" y="1716248"/>
                  <a:pt x="2790340" y="1577333"/>
                  <a:pt x="2791015" y="1504950"/>
                </a:cubicBezTo>
                <a:cubicBezTo>
                  <a:pt x="2791482" y="1454836"/>
                  <a:pt x="2812186" y="1347063"/>
                  <a:pt x="2823523" y="1335726"/>
                </a:cubicBezTo>
                <a:cubicBezTo>
                  <a:pt x="2837109" y="1322140"/>
                  <a:pt x="2843372" y="1351696"/>
                  <a:pt x="2845325" y="1438608"/>
                </a:cubicBezTo>
                <a:cubicBezTo>
                  <a:pt x="2852437" y="1755118"/>
                  <a:pt x="2660320" y="2138101"/>
                  <a:pt x="2381352" y="2363532"/>
                </a:cubicBezTo>
                <a:cubicBezTo>
                  <a:pt x="2287291" y="2439542"/>
                  <a:pt x="2262639" y="2448483"/>
                  <a:pt x="2326839" y="2383304"/>
                </a:cubicBezTo>
                <a:cubicBezTo>
                  <a:pt x="2385467" y="2323780"/>
                  <a:pt x="2385165" y="2307127"/>
                  <a:pt x="2326481" y="2363564"/>
                </a:cubicBezTo>
                <a:cubicBezTo>
                  <a:pt x="2258855" y="2428601"/>
                  <a:pt x="2170090" y="2487173"/>
                  <a:pt x="2047875" y="2547407"/>
                </a:cubicBezTo>
                <a:cubicBezTo>
                  <a:pt x="1987629" y="2577098"/>
                  <a:pt x="1949053" y="2598437"/>
                  <a:pt x="1962150" y="2594826"/>
                </a:cubicBezTo>
                <a:cubicBezTo>
                  <a:pt x="1975246" y="2591215"/>
                  <a:pt x="2006594" y="2578372"/>
                  <a:pt x="2031810" y="2566286"/>
                </a:cubicBezTo>
                <a:cubicBezTo>
                  <a:pt x="2057582" y="2553933"/>
                  <a:pt x="2076011" y="2549251"/>
                  <a:pt x="2073898" y="2555593"/>
                </a:cubicBezTo>
                <a:cubicBezTo>
                  <a:pt x="2064278" y="2584452"/>
                  <a:pt x="1851731" y="2669951"/>
                  <a:pt x="1678013" y="2714841"/>
                </a:cubicBezTo>
                <a:cubicBezTo>
                  <a:pt x="1579511" y="2740295"/>
                  <a:pt x="1442563" y="2745732"/>
                  <a:pt x="1443966" y="2724134"/>
                </a:cubicBezTo>
                <a:cubicBezTo>
                  <a:pt x="1444997" y="2708244"/>
                  <a:pt x="1279700" y="2713444"/>
                  <a:pt x="1150700" y="2733360"/>
                </a:cubicBezTo>
                <a:cubicBezTo>
                  <a:pt x="1079815" y="2744303"/>
                  <a:pt x="1062867" y="2744314"/>
                  <a:pt x="998513" y="2733454"/>
                </a:cubicBezTo>
                <a:close/>
                <a:moveTo>
                  <a:pt x="1804778" y="2512581"/>
                </a:moveTo>
                <a:cubicBezTo>
                  <a:pt x="1895075" y="2482346"/>
                  <a:pt x="2043813" y="2412113"/>
                  <a:pt x="2035388" y="2403688"/>
                </a:cubicBezTo>
                <a:cubicBezTo>
                  <a:pt x="2032676" y="2400976"/>
                  <a:pt x="2021516" y="2403540"/>
                  <a:pt x="2010590" y="2409388"/>
                </a:cubicBezTo>
                <a:cubicBezTo>
                  <a:pt x="1999664" y="2415235"/>
                  <a:pt x="1990826" y="2416654"/>
                  <a:pt x="1990950" y="2412541"/>
                </a:cubicBezTo>
                <a:cubicBezTo>
                  <a:pt x="1991228" y="2403339"/>
                  <a:pt x="2137835" y="2319713"/>
                  <a:pt x="2149219" y="2322264"/>
                </a:cubicBezTo>
                <a:cubicBezTo>
                  <a:pt x="2163773" y="2325525"/>
                  <a:pt x="2158008" y="2340670"/>
                  <a:pt x="2130431" y="2371620"/>
                </a:cubicBezTo>
                <a:cubicBezTo>
                  <a:pt x="2093122" y="2413493"/>
                  <a:pt x="2101042" y="2413895"/>
                  <a:pt x="2161908" y="2373219"/>
                </a:cubicBezTo>
                <a:cubicBezTo>
                  <a:pt x="2231371" y="2326798"/>
                  <a:pt x="2375541" y="2188059"/>
                  <a:pt x="2432274" y="2113040"/>
                </a:cubicBezTo>
                <a:cubicBezTo>
                  <a:pt x="2477284" y="2053521"/>
                  <a:pt x="2476828" y="2053822"/>
                  <a:pt x="2401095" y="2133600"/>
                </a:cubicBezTo>
                <a:cubicBezTo>
                  <a:pt x="2358823" y="2178129"/>
                  <a:pt x="2324206" y="2208886"/>
                  <a:pt x="2324168" y="2201949"/>
                </a:cubicBezTo>
                <a:cubicBezTo>
                  <a:pt x="2324131" y="2195011"/>
                  <a:pt x="2346750" y="2165008"/>
                  <a:pt x="2374434" y="2135274"/>
                </a:cubicBezTo>
                <a:cubicBezTo>
                  <a:pt x="2464355" y="2038693"/>
                  <a:pt x="2454830" y="2041603"/>
                  <a:pt x="2340219" y="2145725"/>
                </a:cubicBezTo>
                <a:cubicBezTo>
                  <a:pt x="2232786" y="2243325"/>
                  <a:pt x="2209800" y="2259654"/>
                  <a:pt x="2209800" y="2238375"/>
                </a:cubicBezTo>
                <a:cubicBezTo>
                  <a:pt x="2209800" y="2233136"/>
                  <a:pt x="2213845" y="2228850"/>
                  <a:pt x="2218790" y="2228850"/>
                </a:cubicBezTo>
                <a:cubicBezTo>
                  <a:pt x="2237776" y="2228850"/>
                  <a:pt x="2374472" y="2080005"/>
                  <a:pt x="2423268" y="2006199"/>
                </a:cubicBezTo>
                <a:cubicBezTo>
                  <a:pt x="2502063" y="1887018"/>
                  <a:pt x="2622870" y="1619570"/>
                  <a:pt x="2605676" y="1602376"/>
                </a:cubicBezTo>
                <a:cubicBezTo>
                  <a:pt x="2602780" y="1599480"/>
                  <a:pt x="2595687" y="1610659"/>
                  <a:pt x="2589915" y="1627219"/>
                </a:cubicBezTo>
                <a:cubicBezTo>
                  <a:pt x="2571139" y="1681080"/>
                  <a:pt x="2565051" y="1650508"/>
                  <a:pt x="2578452" y="1569650"/>
                </a:cubicBezTo>
                <a:cubicBezTo>
                  <a:pt x="2617863" y="1331848"/>
                  <a:pt x="2606619" y="1158904"/>
                  <a:pt x="2537398" y="938212"/>
                </a:cubicBezTo>
                <a:cubicBezTo>
                  <a:pt x="2503122" y="828932"/>
                  <a:pt x="2494710" y="809625"/>
                  <a:pt x="2481372" y="809625"/>
                </a:cubicBezTo>
                <a:cubicBezTo>
                  <a:pt x="2471185" y="809625"/>
                  <a:pt x="2419350" y="742413"/>
                  <a:pt x="2419350" y="729204"/>
                </a:cubicBezTo>
                <a:cubicBezTo>
                  <a:pt x="2419350" y="726658"/>
                  <a:pt x="2400061" y="692805"/>
                  <a:pt x="2376487" y="653975"/>
                </a:cubicBezTo>
                <a:cubicBezTo>
                  <a:pt x="2352913" y="615145"/>
                  <a:pt x="2333625" y="579273"/>
                  <a:pt x="2333625" y="574259"/>
                </a:cubicBezTo>
                <a:cubicBezTo>
                  <a:pt x="2333625" y="546837"/>
                  <a:pt x="2165873" y="407063"/>
                  <a:pt x="2061744" y="347723"/>
                </a:cubicBezTo>
                <a:cubicBezTo>
                  <a:pt x="1986888" y="305064"/>
                  <a:pt x="1848692" y="256752"/>
                  <a:pt x="1747837" y="237984"/>
                </a:cubicBezTo>
                <a:cubicBezTo>
                  <a:pt x="1633861" y="216773"/>
                  <a:pt x="1603667" y="199389"/>
                  <a:pt x="1650206" y="181774"/>
                </a:cubicBezTo>
                <a:cubicBezTo>
                  <a:pt x="1668176" y="174972"/>
                  <a:pt x="1663945" y="172650"/>
                  <a:pt x="1624012" y="167394"/>
                </a:cubicBezTo>
                <a:cubicBezTo>
                  <a:pt x="1597818" y="163947"/>
                  <a:pt x="1567134" y="159832"/>
                  <a:pt x="1555825" y="158250"/>
                </a:cubicBezTo>
                <a:cubicBezTo>
                  <a:pt x="1541816" y="156290"/>
                  <a:pt x="1536829" y="159453"/>
                  <a:pt x="1540176" y="168174"/>
                </a:cubicBezTo>
                <a:cubicBezTo>
                  <a:pt x="1546936" y="185790"/>
                  <a:pt x="1533845" y="184217"/>
                  <a:pt x="1512433" y="164840"/>
                </a:cubicBezTo>
                <a:cubicBezTo>
                  <a:pt x="1497275" y="151122"/>
                  <a:pt x="1495465" y="150947"/>
                  <a:pt x="1500348" y="163673"/>
                </a:cubicBezTo>
                <a:cubicBezTo>
                  <a:pt x="1504900" y="175535"/>
                  <a:pt x="1496586" y="180006"/>
                  <a:pt x="1460277" y="185225"/>
                </a:cubicBezTo>
                <a:cubicBezTo>
                  <a:pt x="1390974" y="195185"/>
                  <a:pt x="1313803" y="215706"/>
                  <a:pt x="1166812" y="263262"/>
                </a:cubicBezTo>
                <a:cubicBezTo>
                  <a:pt x="1037884" y="304975"/>
                  <a:pt x="992134" y="328753"/>
                  <a:pt x="844594" y="430730"/>
                </a:cubicBezTo>
                <a:cubicBezTo>
                  <a:pt x="808297" y="455818"/>
                  <a:pt x="798514" y="442962"/>
                  <a:pt x="832985" y="415475"/>
                </a:cubicBezTo>
                <a:cubicBezTo>
                  <a:pt x="848044" y="403468"/>
                  <a:pt x="861773" y="384415"/>
                  <a:pt x="863494" y="373134"/>
                </a:cubicBezTo>
                <a:cubicBezTo>
                  <a:pt x="866019" y="356591"/>
                  <a:pt x="848678" y="366246"/>
                  <a:pt x="773831" y="423055"/>
                </a:cubicBezTo>
                <a:cubicBezTo>
                  <a:pt x="677323" y="496305"/>
                  <a:pt x="476249" y="688700"/>
                  <a:pt x="476249" y="707794"/>
                </a:cubicBezTo>
                <a:cubicBezTo>
                  <a:pt x="476250" y="711154"/>
                  <a:pt x="449376" y="753657"/>
                  <a:pt x="416530" y="802245"/>
                </a:cubicBezTo>
                <a:cubicBezTo>
                  <a:pt x="268325" y="1021480"/>
                  <a:pt x="187831" y="1264355"/>
                  <a:pt x="189999" y="1485755"/>
                </a:cubicBezTo>
                <a:cubicBezTo>
                  <a:pt x="190948" y="1582609"/>
                  <a:pt x="188893" y="1602404"/>
                  <a:pt x="178925" y="1592441"/>
                </a:cubicBezTo>
                <a:cubicBezTo>
                  <a:pt x="171422" y="1584941"/>
                  <a:pt x="164541" y="1542614"/>
                  <a:pt x="161141" y="1483047"/>
                </a:cubicBezTo>
                <a:cubicBezTo>
                  <a:pt x="158090" y="1429609"/>
                  <a:pt x="154876" y="1408111"/>
                  <a:pt x="153997" y="1435273"/>
                </a:cubicBezTo>
                <a:cubicBezTo>
                  <a:pt x="153118" y="1462436"/>
                  <a:pt x="148594" y="1494668"/>
                  <a:pt x="143943" y="1506901"/>
                </a:cubicBezTo>
                <a:cubicBezTo>
                  <a:pt x="138999" y="1519904"/>
                  <a:pt x="139059" y="1552803"/>
                  <a:pt x="144086" y="1586103"/>
                </a:cubicBezTo>
                <a:cubicBezTo>
                  <a:pt x="163734" y="1716251"/>
                  <a:pt x="175112" y="1772789"/>
                  <a:pt x="182584" y="1777407"/>
                </a:cubicBezTo>
                <a:cubicBezTo>
                  <a:pt x="186938" y="1780097"/>
                  <a:pt x="190499" y="1792411"/>
                  <a:pt x="190499" y="1804770"/>
                </a:cubicBezTo>
                <a:cubicBezTo>
                  <a:pt x="190499" y="1839735"/>
                  <a:pt x="200423" y="1857375"/>
                  <a:pt x="220094" y="1857375"/>
                </a:cubicBezTo>
                <a:cubicBezTo>
                  <a:pt x="230011" y="1857375"/>
                  <a:pt x="238125" y="1863566"/>
                  <a:pt x="238125" y="1871134"/>
                </a:cubicBezTo>
                <a:cubicBezTo>
                  <a:pt x="238125" y="1886902"/>
                  <a:pt x="301330" y="2028825"/>
                  <a:pt x="308353" y="2028825"/>
                </a:cubicBezTo>
                <a:cubicBezTo>
                  <a:pt x="310903" y="2028825"/>
                  <a:pt x="302020" y="2002035"/>
                  <a:pt x="288611" y="1969293"/>
                </a:cubicBezTo>
                <a:cubicBezTo>
                  <a:pt x="275203" y="1936551"/>
                  <a:pt x="262604" y="1894760"/>
                  <a:pt x="260612" y="1876425"/>
                </a:cubicBezTo>
                <a:cubicBezTo>
                  <a:pt x="258621" y="1858089"/>
                  <a:pt x="255011" y="1830228"/>
                  <a:pt x="252590" y="1814512"/>
                </a:cubicBezTo>
                <a:cubicBezTo>
                  <a:pt x="250168" y="1798796"/>
                  <a:pt x="245359" y="1767720"/>
                  <a:pt x="241902" y="1745456"/>
                </a:cubicBezTo>
                <a:cubicBezTo>
                  <a:pt x="238152" y="1721305"/>
                  <a:pt x="239348" y="1704975"/>
                  <a:pt x="244866" y="1704975"/>
                </a:cubicBezTo>
                <a:cubicBezTo>
                  <a:pt x="254399" y="1704975"/>
                  <a:pt x="276225" y="1745724"/>
                  <a:pt x="276225" y="1763523"/>
                </a:cubicBezTo>
                <a:cubicBezTo>
                  <a:pt x="276224" y="1789800"/>
                  <a:pt x="369958" y="2005008"/>
                  <a:pt x="414594" y="2081212"/>
                </a:cubicBezTo>
                <a:cubicBezTo>
                  <a:pt x="539808" y="2294984"/>
                  <a:pt x="696921" y="2421837"/>
                  <a:pt x="945776" y="2510090"/>
                </a:cubicBezTo>
                <a:cubicBezTo>
                  <a:pt x="1011292" y="2533325"/>
                  <a:pt x="1022812" y="2534922"/>
                  <a:pt x="1043817" y="2523680"/>
                </a:cubicBezTo>
                <a:cubicBezTo>
                  <a:pt x="1063230" y="2513291"/>
                  <a:pt x="1084667" y="2513010"/>
                  <a:pt x="1160078" y="2522156"/>
                </a:cubicBezTo>
                <a:cubicBezTo>
                  <a:pt x="1348828" y="2545048"/>
                  <a:pt x="1392602" y="2545817"/>
                  <a:pt x="1505385" y="2528226"/>
                </a:cubicBezTo>
                <a:cubicBezTo>
                  <a:pt x="1565391" y="2518866"/>
                  <a:pt x="1627346" y="2510700"/>
                  <a:pt x="1643062" y="2510078"/>
                </a:cubicBezTo>
                <a:cubicBezTo>
                  <a:pt x="1678706" y="2508669"/>
                  <a:pt x="1808807" y="2478458"/>
                  <a:pt x="1831009" y="2466435"/>
                </a:cubicBezTo>
                <a:cubicBezTo>
                  <a:pt x="1864801" y="2448137"/>
                  <a:pt x="1948509" y="2419372"/>
                  <a:pt x="1966912" y="2419734"/>
                </a:cubicBezTo>
                <a:cubicBezTo>
                  <a:pt x="2008444" y="2420551"/>
                  <a:pt x="1921636" y="2455126"/>
                  <a:pt x="1671637" y="2537341"/>
                </a:cubicBezTo>
                <a:lnTo>
                  <a:pt x="1624012" y="2553003"/>
                </a:lnTo>
                <a:lnTo>
                  <a:pt x="1671428" y="2547179"/>
                </a:lnTo>
                <a:cubicBezTo>
                  <a:pt x="1697507" y="2543976"/>
                  <a:pt x="1757515" y="2528407"/>
                  <a:pt x="1804778" y="2512581"/>
                </a:cubicBezTo>
                <a:close/>
                <a:moveTo>
                  <a:pt x="2296559" y="2319337"/>
                </a:moveTo>
                <a:cubicBezTo>
                  <a:pt x="2324177" y="2295763"/>
                  <a:pt x="2350244" y="2276475"/>
                  <a:pt x="2354486" y="2276475"/>
                </a:cubicBezTo>
                <a:cubicBezTo>
                  <a:pt x="2358729" y="2276475"/>
                  <a:pt x="2362200" y="2271982"/>
                  <a:pt x="2362200" y="2266492"/>
                </a:cubicBezTo>
                <a:cubicBezTo>
                  <a:pt x="2362200" y="2261001"/>
                  <a:pt x="2341840" y="2270376"/>
                  <a:pt x="2316956" y="2287325"/>
                </a:cubicBezTo>
                <a:cubicBezTo>
                  <a:pt x="2265519" y="2322359"/>
                  <a:pt x="2225826" y="2362200"/>
                  <a:pt x="2242359" y="2362200"/>
                </a:cubicBezTo>
                <a:cubicBezTo>
                  <a:pt x="2244551" y="2362200"/>
                  <a:pt x="2268941" y="2342911"/>
                  <a:pt x="2296559" y="2319337"/>
                </a:cubicBezTo>
                <a:close/>
                <a:moveTo>
                  <a:pt x="2121844" y="2295245"/>
                </a:moveTo>
                <a:cubicBezTo>
                  <a:pt x="2138952" y="2279683"/>
                  <a:pt x="2158240" y="2267124"/>
                  <a:pt x="2164706" y="2267337"/>
                </a:cubicBezTo>
                <a:cubicBezTo>
                  <a:pt x="2171172" y="2267550"/>
                  <a:pt x="2161622" y="2280408"/>
                  <a:pt x="2143484" y="2295912"/>
                </a:cubicBezTo>
                <a:cubicBezTo>
                  <a:pt x="2100468" y="2332680"/>
                  <a:pt x="2081338" y="2332091"/>
                  <a:pt x="2121844" y="2295245"/>
                </a:cubicBezTo>
                <a:close/>
                <a:moveTo>
                  <a:pt x="224732" y="1144285"/>
                </a:moveTo>
                <a:cubicBezTo>
                  <a:pt x="249930" y="1071281"/>
                  <a:pt x="352207" y="856411"/>
                  <a:pt x="386121" y="805230"/>
                </a:cubicBezTo>
                <a:cubicBezTo>
                  <a:pt x="396544" y="789501"/>
                  <a:pt x="399136" y="780523"/>
                  <a:pt x="391980" y="784934"/>
                </a:cubicBezTo>
                <a:cubicBezTo>
                  <a:pt x="373272" y="796465"/>
                  <a:pt x="303271" y="907481"/>
                  <a:pt x="259280" y="995386"/>
                </a:cubicBezTo>
                <a:cubicBezTo>
                  <a:pt x="214497" y="1084873"/>
                  <a:pt x="166860" y="1213635"/>
                  <a:pt x="181998" y="1204280"/>
                </a:cubicBezTo>
                <a:cubicBezTo>
                  <a:pt x="188875" y="1200029"/>
                  <a:pt x="190586" y="1203974"/>
                  <a:pt x="186918" y="1215625"/>
                </a:cubicBezTo>
                <a:cubicBezTo>
                  <a:pt x="176261" y="1249484"/>
                  <a:pt x="161927" y="1336159"/>
                  <a:pt x="162877" y="1360993"/>
                </a:cubicBezTo>
                <a:cubicBezTo>
                  <a:pt x="163401" y="1374685"/>
                  <a:pt x="171965" y="1347658"/>
                  <a:pt x="181908" y="1300933"/>
                </a:cubicBezTo>
                <a:cubicBezTo>
                  <a:pt x="191851" y="1254209"/>
                  <a:pt x="211122" y="1183717"/>
                  <a:pt x="224732" y="1144285"/>
                </a:cubicBezTo>
                <a:close/>
                <a:moveTo>
                  <a:pt x="323725" y="787958"/>
                </a:moveTo>
                <a:cubicBezTo>
                  <a:pt x="351475" y="747228"/>
                  <a:pt x="372229" y="711954"/>
                  <a:pt x="369845" y="709570"/>
                </a:cubicBezTo>
                <a:cubicBezTo>
                  <a:pt x="366107" y="705832"/>
                  <a:pt x="283791" y="825807"/>
                  <a:pt x="261985" y="866775"/>
                </a:cubicBezTo>
                <a:cubicBezTo>
                  <a:pt x="246268" y="896301"/>
                  <a:pt x="274223" y="860614"/>
                  <a:pt x="323725" y="787958"/>
                </a:cubicBezTo>
                <a:close/>
                <a:moveTo>
                  <a:pt x="437278" y="709074"/>
                </a:moveTo>
                <a:cubicBezTo>
                  <a:pt x="443084" y="712662"/>
                  <a:pt x="471567" y="689028"/>
                  <a:pt x="501967" y="655398"/>
                </a:cubicBezTo>
                <a:cubicBezTo>
                  <a:pt x="531841" y="622351"/>
                  <a:pt x="580066" y="571849"/>
                  <a:pt x="609135" y="543171"/>
                </a:cubicBezTo>
                <a:cubicBezTo>
                  <a:pt x="638204" y="514493"/>
                  <a:pt x="652317" y="499108"/>
                  <a:pt x="640497" y="508981"/>
                </a:cubicBezTo>
                <a:cubicBezTo>
                  <a:pt x="612256" y="532572"/>
                  <a:pt x="600916" y="520310"/>
                  <a:pt x="625607" y="492881"/>
                </a:cubicBezTo>
                <a:cubicBezTo>
                  <a:pt x="678065" y="434606"/>
                  <a:pt x="651201" y="452056"/>
                  <a:pt x="568804" y="529780"/>
                </a:cubicBezTo>
                <a:cubicBezTo>
                  <a:pt x="518153" y="577557"/>
                  <a:pt x="448082" y="652566"/>
                  <a:pt x="413089" y="696467"/>
                </a:cubicBezTo>
                <a:cubicBezTo>
                  <a:pt x="364916" y="756905"/>
                  <a:pt x="358868" y="767348"/>
                  <a:pt x="388186" y="739475"/>
                </a:cubicBezTo>
                <a:cubicBezTo>
                  <a:pt x="409481" y="719228"/>
                  <a:pt x="431573" y="705547"/>
                  <a:pt x="437278" y="709074"/>
                </a:cubicBezTo>
                <a:close/>
              </a:path>
            </a:pathLst>
          </a:custGeom>
          <a:solidFill>
            <a:srgbClr val="7A1732"/>
          </a:solidFill>
          <a:ln>
            <a:noFill/>
          </a:ln>
        </p:spPr>
      </p:sp>
      <p:pic>
        <p:nvPicPr>
          <p:cNvPr id="6" name="number cube" descr="01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240000">
            <a:off x="133350" y="9558338"/>
            <a:ext cx="3352800" cy="3171825"/>
          </a:xfrm>
          <a:prstGeom prst="rect">
            <a:avLst/>
          </a:prstGeom>
        </p:spPr>
      </p:pic>
      <p:sp>
        <p:nvSpPr>
          <p:cNvPr id="7" name="number cube pattern"/>
          <p:cNvSpPr/>
          <p:nvPr/>
        </p:nvSpPr>
        <p:spPr>
          <a:xfrm rot="-360000">
            <a:off x="133350" y="9558337"/>
            <a:ext cx="3352800" cy="3171825"/>
          </a:xfrm>
          <a:custGeom>
            <a:avLst/>
            <a:gdLst/>
            <a:ahLst/>
            <a:cxnLst/>
            <a:rect l="0" t="0" r="r" b="b"/>
            <a:pathLst>
              <a:path w="3352800" h="3171825">
                <a:moveTo>
                  <a:pt x="2333625" y="2612090"/>
                </a:moveTo>
                <a:cubicBezTo>
                  <a:pt x="2333625" y="2601962"/>
                  <a:pt x="2354087" y="2581275"/>
                  <a:pt x="2364105" y="2581275"/>
                </a:cubicBezTo>
                <a:cubicBezTo>
                  <a:pt x="2378889" y="2581275"/>
                  <a:pt x="2371486" y="2599782"/>
                  <a:pt x="2352675" y="2609850"/>
                </a:cubicBezTo>
                <a:cubicBezTo>
                  <a:pt x="2342197" y="2615457"/>
                  <a:pt x="2333625" y="2616465"/>
                  <a:pt x="2333625" y="2612090"/>
                </a:cubicBezTo>
                <a:close/>
                <a:moveTo>
                  <a:pt x="1716181" y="2574831"/>
                </a:moveTo>
                <a:cubicBezTo>
                  <a:pt x="1720458" y="2537500"/>
                  <a:pt x="1766887" y="2534678"/>
                  <a:pt x="1766887" y="2571750"/>
                </a:cubicBezTo>
                <a:cubicBezTo>
                  <a:pt x="1766887" y="2590800"/>
                  <a:pt x="1761508" y="2596178"/>
                  <a:pt x="1739993" y="2598643"/>
                </a:cubicBezTo>
                <a:cubicBezTo>
                  <a:pt x="1715529" y="2601447"/>
                  <a:pt x="1713377" y="2599295"/>
                  <a:pt x="1716181" y="2574831"/>
                </a:cubicBezTo>
                <a:close/>
                <a:moveTo>
                  <a:pt x="2127543" y="2576576"/>
                </a:moveTo>
                <a:cubicBezTo>
                  <a:pt x="2124244" y="2567978"/>
                  <a:pt x="2126112" y="2556377"/>
                  <a:pt x="2131695" y="2550795"/>
                </a:cubicBezTo>
                <a:cubicBezTo>
                  <a:pt x="2146207" y="2536282"/>
                  <a:pt x="2173704" y="2549546"/>
                  <a:pt x="2169913" y="2569230"/>
                </a:cubicBezTo>
                <a:cubicBezTo>
                  <a:pt x="2165690" y="2591155"/>
                  <a:pt x="2135169" y="2596447"/>
                  <a:pt x="2127543" y="2576576"/>
                </a:cubicBezTo>
                <a:close/>
                <a:moveTo>
                  <a:pt x="1359006" y="2567968"/>
                </a:moveTo>
                <a:cubicBezTo>
                  <a:pt x="1355980" y="2560082"/>
                  <a:pt x="1361371" y="2543916"/>
                  <a:pt x="1370985" y="2532043"/>
                </a:cubicBezTo>
                <a:cubicBezTo>
                  <a:pt x="1391929" y="2506178"/>
                  <a:pt x="1422214" y="2522254"/>
                  <a:pt x="1417303" y="2556629"/>
                </a:cubicBezTo>
                <a:cubicBezTo>
                  <a:pt x="1413810" y="2581076"/>
                  <a:pt x="1367493" y="2590085"/>
                  <a:pt x="1359006" y="2567968"/>
                </a:cubicBezTo>
                <a:close/>
                <a:moveTo>
                  <a:pt x="1942865" y="2566705"/>
                </a:moveTo>
                <a:cubicBezTo>
                  <a:pt x="1924346" y="2544390"/>
                  <a:pt x="1945516" y="2505075"/>
                  <a:pt x="1976051" y="2505075"/>
                </a:cubicBezTo>
                <a:cubicBezTo>
                  <a:pt x="1993565" y="2505075"/>
                  <a:pt x="2001480" y="2511423"/>
                  <a:pt x="2005894" y="2529011"/>
                </a:cubicBezTo>
                <a:cubicBezTo>
                  <a:pt x="2016698" y="2572057"/>
                  <a:pt x="1970324" y="2599791"/>
                  <a:pt x="1942865" y="2566705"/>
                </a:cubicBezTo>
                <a:close/>
                <a:moveTo>
                  <a:pt x="945033" y="2554173"/>
                </a:moveTo>
                <a:cubicBezTo>
                  <a:pt x="926620" y="2542490"/>
                  <a:pt x="941952" y="2514600"/>
                  <a:pt x="966787" y="2514600"/>
                </a:cubicBezTo>
                <a:cubicBezTo>
                  <a:pt x="986526" y="2514600"/>
                  <a:pt x="1000125" y="2530458"/>
                  <a:pt x="1000125" y="2553479"/>
                </a:cubicBezTo>
                <a:cubicBezTo>
                  <a:pt x="1000125" y="2564267"/>
                  <a:pt x="961704" y="2564751"/>
                  <a:pt x="945033" y="2554173"/>
                </a:cubicBezTo>
                <a:close/>
                <a:moveTo>
                  <a:pt x="777155" y="2535054"/>
                </a:moveTo>
                <a:cubicBezTo>
                  <a:pt x="766504" y="2517820"/>
                  <a:pt x="782972" y="2494471"/>
                  <a:pt x="803693" y="2497427"/>
                </a:cubicBezTo>
                <a:cubicBezTo>
                  <a:pt x="831409" y="2501382"/>
                  <a:pt x="831151" y="2537380"/>
                  <a:pt x="803380" y="2541338"/>
                </a:cubicBezTo>
                <a:cubicBezTo>
                  <a:pt x="792087" y="2542947"/>
                  <a:pt x="780286" y="2540119"/>
                  <a:pt x="777155" y="2535054"/>
                </a:cubicBezTo>
                <a:close/>
                <a:moveTo>
                  <a:pt x="1581730" y="2514958"/>
                </a:moveTo>
                <a:cubicBezTo>
                  <a:pt x="1563536" y="2503714"/>
                  <a:pt x="1573774" y="2471737"/>
                  <a:pt x="1595567" y="2471737"/>
                </a:cubicBezTo>
                <a:cubicBezTo>
                  <a:pt x="1607596" y="2471737"/>
                  <a:pt x="1615538" y="2479102"/>
                  <a:pt x="1617372" y="2491956"/>
                </a:cubicBezTo>
                <a:cubicBezTo>
                  <a:pt x="1620518" y="2514008"/>
                  <a:pt x="1600792" y="2526739"/>
                  <a:pt x="1581730" y="2514958"/>
                </a:cubicBezTo>
                <a:close/>
                <a:moveTo>
                  <a:pt x="2222833" y="2498705"/>
                </a:moveTo>
                <a:cubicBezTo>
                  <a:pt x="2217903" y="2479065"/>
                  <a:pt x="2221312" y="2469351"/>
                  <a:pt x="2237823" y="2455981"/>
                </a:cubicBezTo>
                <a:cubicBezTo>
                  <a:pt x="2264341" y="2434507"/>
                  <a:pt x="2295525" y="2447322"/>
                  <a:pt x="2295525" y="2479692"/>
                </a:cubicBezTo>
                <a:cubicBezTo>
                  <a:pt x="2295525" y="2527612"/>
                  <a:pt x="2234119" y="2543673"/>
                  <a:pt x="2222833" y="2498705"/>
                </a:cubicBezTo>
                <a:close/>
                <a:moveTo>
                  <a:pt x="1231886" y="2480523"/>
                </a:moveTo>
                <a:cubicBezTo>
                  <a:pt x="1222710" y="2456613"/>
                  <a:pt x="1250821" y="2433404"/>
                  <a:pt x="1266327" y="2452088"/>
                </a:cubicBezTo>
                <a:cubicBezTo>
                  <a:pt x="1273012" y="2460142"/>
                  <a:pt x="1275993" y="2473216"/>
                  <a:pt x="1272952" y="2481141"/>
                </a:cubicBezTo>
                <a:cubicBezTo>
                  <a:pt x="1265697" y="2500045"/>
                  <a:pt x="1239224" y="2499647"/>
                  <a:pt x="1231886" y="2480523"/>
                </a:cubicBezTo>
                <a:close/>
                <a:moveTo>
                  <a:pt x="618843" y="2433298"/>
                </a:moveTo>
                <a:cubicBezTo>
                  <a:pt x="601537" y="2412445"/>
                  <a:pt x="618248" y="2386012"/>
                  <a:pt x="648738" y="2386012"/>
                </a:cubicBezTo>
                <a:cubicBezTo>
                  <a:pt x="667692" y="2386012"/>
                  <a:pt x="671512" y="2390804"/>
                  <a:pt x="671512" y="2414587"/>
                </a:cubicBezTo>
                <a:cubicBezTo>
                  <a:pt x="671512" y="2448040"/>
                  <a:pt x="640285" y="2459134"/>
                  <a:pt x="618843" y="2433298"/>
                </a:cubicBezTo>
                <a:close/>
                <a:moveTo>
                  <a:pt x="1047852" y="2433761"/>
                </a:moveTo>
                <a:cubicBezTo>
                  <a:pt x="1019430" y="2399514"/>
                  <a:pt x="1065841" y="2341296"/>
                  <a:pt x="1104900" y="2362200"/>
                </a:cubicBezTo>
                <a:cubicBezTo>
                  <a:pt x="1126380" y="2373695"/>
                  <a:pt x="1130932" y="2418082"/>
                  <a:pt x="1112520" y="2436495"/>
                </a:cubicBezTo>
                <a:cubicBezTo>
                  <a:pt x="1096729" y="2452285"/>
                  <a:pt x="1062007" y="2450817"/>
                  <a:pt x="1047852" y="2433761"/>
                </a:cubicBezTo>
                <a:close/>
                <a:moveTo>
                  <a:pt x="2390875" y="2433758"/>
                </a:moveTo>
                <a:cubicBezTo>
                  <a:pt x="2366240" y="2404075"/>
                  <a:pt x="2408034" y="2365852"/>
                  <a:pt x="2435305" y="2393123"/>
                </a:cubicBezTo>
                <a:cubicBezTo>
                  <a:pt x="2446747" y="2404565"/>
                  <a:pt x="2447521" y="2411831"/>
                  <a:pt x="2438994" y="2427763"/>
                </a:cubicBezTo>
                <a:cubicBezTo>
                  <a:pt x="2426368" y="2451356"/>
                  <a:pt x="2407437" y="2453714"/>
                  <a:pt x="2390875" y="2433758"/>
                </a:cubicBezTo>
                <a:close/>
                <a:moveTo>
                  <a:pt x="1409037" y="2413789"/>
                </a:moveTo>
                <a:cubicBezTo>
                  <a:pt x="1393304" y="2394832"/>
                  <a:pt x="1407727" y="2368260"/>
                  <a:pt x="1436048" y="2364025"/>
                </a:cubicBezTo>
                <a:cubicBezTo>
                  <a:pt x="1460013" y="2360442"/>
                  <a:pt x="1473974" y="2394526"/>
                  <a:pt x="1456945" y="2415044"/>
                </a:cubicBezTo>
                <a:cubicBezTo>
                  <a:pt x="1442007" y="2433044"/>
                  <a:pt x="1424639" y="2432589"/>
                  <a:pt x="1409037" y="2413789"/>
                </a:cubicBezTo>
                <a:close/>
                <a:moveTo>
                  <a:pt x="1857810" y="2415111"/>
                </a:moveTo>
                <a:cubicBezTo>
                  <a:pt x="1830718" y="2382468"/>
                  <a:pt x="1868083" y="2327284"/>
                  <a:pt x="1902618" y="2348933"/>
                </a:cubicBezTo>
                <a:cubicBezTo>
                  <a:pt x="1936607" y="2370240"/>
                  <a:pt x="1924381" y="2428875"/>
                  <a:pt x="1885950" y="2428875"/>
                </a:cubicBezTo>
                <a:cubicBezTo>
                  <a:pt x="1876755" y="2428875"/>
                  <a:pt x="1864092" y="2422681"/>
                  <a:pt x="1857810" y="2415111"/>
                </a:cubicBezTo>
                <a:close/>
                <a:moveTo>
                  <a:pt x="2087999" y="2408039"/>
                </a:moveTo>
                <a:cubicBezTo>
                  <a:pt x="2071286" y="2391326"/>
                  <a:pt x="2073799" y="2373813"/>
                  <a:pt x="2094499" y="2362735"/>
                </a:cubicBezTo>
                <a:cubicBezTo>
                  <a:pt x="2118483" y="2349899"/>
                  <a:pt x="2142102" y="2375166"/>
                  <a:pt x="2127604" y="2398150"/>
                </a:cubicBezTo>
                <a:cubicBezTo>
                  <a:pt x="2114605" y="2418758"/>
                  <a:pt x="2101892" y="2421932"/>
                  <a:pt x="2087999" y="2408039"/>
                </a:cubicBezTo>
                <a:close/>
                <a:moveTo>
                  <a:pt x="861173" y="2396785"/>
                </a:moveTo>
                <a:cubicBezTo>
                  <a:pt x="854024" y="2378155"/>
                  <a:pt x="863764" y="2362200"/>
                  <a:pt x="882287" y="2362200"/>
                </a:cubicBezTo>
                <a:cubicBezTo>
                  <a:pt x="891638" y="2362200"/>
                  <a:pt x="895609" y="2369440"/>
                  <a:pt x="893631" y="2382885"/>
                </a:cubicBezTo>
                <a:cubicBezTo>
                  <a:pt x="889935" y="2408002"/>
                  <a:pt x="868929" y="2416998"/>
                  <a:pt x="861173" y="2396785"/>
                </a:cubicBezTo>
                <a:close/>
                <a:moveTo>
                  <a:pt x="1692554" y="2368391"/>
                </a:moveTo>
                <a:cubicBezTo>
                  <a:pt x="1689627" y="2360766"/>
                  <a:pt x="1692409" y="2347447"/>
                  <a:pt x="1698736" y="2338794"/>
                </a:cubicBezTo>
                <a:cubicBezTo>
                  <a:pt x="1714553" y="2317163"/>
                  <a:pt x="1744989" y="2329688"/>
                  <a:pt x="1741197" y="2356268"/>
                </a:cubicBezTo>
                <a:cubicBezTo>
                  <a:pt x="1737812" y="2379993"/>
                  <a:pt x="1700568" y="2389276"/>
                  <a:pt x="1692554" y="2368391"/>
                </a:cubicBezTo>
                <a:close/>
                <a:moveTo>
                  <a:pt x="2578099" y="2365375"/>
                </a:moveTo>
                <a:cubicBezTo>
                  <a:pt x="2566264" y="2353539"/>
                  <a:pt x="2571669" y="2307449"/>
                  <a:pt x="2586319" y="2295290"/>
                </a:cubicBezTo>
                <a:cubicBezTo>
                  <a:pt x="2622095" y="2265599"/>
                  <a:pt x="2669644" y="2327170"/>
                  <a:pt x="2636520" y="2360295"/>
                </a:cubicBezTo>
                <a:cubicBezTo>
                  <a:pt x="2624199" y="2372615"/>
                  <a:pt x="2588449" y="2375724"/>
                  <a:pt x="2578099" y="2365375"/>
                </a:cubicBezTo>
                <a:close/>
                <a:moveTo>
                  <a:pt x="1261214" y="2320561"/>
                </a:moveTo>
                <a:cubicBezTo>
                  <a:pt x="1250625" y="2292967"/>
                  <a:pt x="1261412" y="2271712"/>
                  <a:pt x="1286005" y="2271712"/>
                </a:cubicBezTo>
                <a:cubicBezTo>
                  <a:pt x="1305968" y="2271712"/>
                  <a:pt x="1309687" y="2276199"/>
                  <a:pt x="1309687" y="2300287"/>
                </a:cubicBezTo>
                <a:cubicBezTo>
                  <a:pt x="1309687" y="2332242"/>
                  <a:pt x="1271780" y="2348097"/>
                  <a:pt x="1261214" y="2320561"/>
                </a:cubicBezTo>
                <a:close/>
                <a:moveTo>
                  <a:pt x="1524000" y="2305050"/>
                </a:moveTo>
                <a:cubicBezTo>
                  <a:pt x="1513522" y="2294572"/>
                  <a:pt x="1504950" y="2279570"/>
                  <a:pt x="1504950" y="2271712"/>
                </a:cubicBezTo>
                <a:cubicBezTo>
                  <a:pt x="1504950" y="2256844"/>
                  <a:pt x="1537540" y="2219325"/>
                  <a:pt x="1550455" y="2219325"/>
                </a:cubicBezTo>
                <a:cubicBezTo>
                  <a:pt x="1567993" y="2219325"/>
                  <a:pt x="1600200" y="2250509"/>
                  <a:pt x="1600200" y="2267490"/>
                </a:cubicBezTo>
                <a:cubicBezTo>
                  <a:pt x="1600200" y="2286904"/>
                  <a:pt x="1568907" y="2324100"/>
                  <a:pt x="1552575" y="2324100"/>
                </a:cubicBezTo>
                <a:cubicBezTo>
                  <a:pt x="1547336" y="2324100"/>
                  <a:pt x="1534477" y="2315527"/>
                  <a:pt x="1524000" y="2305050"/>
                </a:cubicBezTo>
                <a:close/>
                <a:moveTo>
                  <a:pt x="558143" y="2307568"/>
                </a:moveTo>
                <a:cubicBezTo>
                  <a:pt x="555012" y="2304437"/>
                  <a:pt x="552450" y="2293702"/>
                  <a:pt x="552450" y="2283714"/>
                </a:cubicBezTo>
                <a:cubicBezTo>
                  <a:pt x="552450" y="2261330"/>
                  <a:pt x="584132" y="2264472"/>
                  <a:pt x="588526" y="2287292"/>
                </a:cubicBezTo>
                <a:cubicBezTo>
                  <a:pt x="591517" y="2302820"/>
                  <a:pt x="568653" y="2318078"/>
                  <a:pt x="558143" y="2307568"/>
                </a:cubicBezTo>
                <a:close/>
                <a:moveTo>
                  <a:pt x="752475" y="2290762"/>
                </a:moveTo>
                <a:cubicBezTo>
                  <a:pt x="752475" y="2270142"/>
                  <a:pt x="756326" y="2266172"/>
                  <a:pt x="773906" y="2268668"/>
                </a:cubicBezTo>
                <a:cubicBezTo>
                  <a:pt x="787972" y="2270666"/>
                  <a:pt x="795337" y="2278258"/>
                  <a:pt x="795337" y="2290762"/>
                </a:cubicBezTo>
                <a:cubicBezTo>
                  <a:pt x="795337" y="2303266"/>
                  <a:pt x="787972" y="2310858"/>
                  <a:pt x="773906" y="2312856"/>
                </a:cubicBezTo>
                <a:cubicBezTo>
                  <a:pt x="756326" y="2315352"/>
                  <a:pt x="752475" y="2311382"/>
                  <a:pt x="752475" y="2290762"/>
                </a:cubicBezTo>
                <a:close/>
                <a:moveTo>
                  <a:pt x="2254250" y="2308225"/>
                </a:moveTo>
                <a:cubicBezTo>
                  <a:pt x="2230380" y="2284355"/>
                  <a:pt x="2274349" y="2226373"/>
                  <a:pt x="2300108" y="2247751"/>
                </a:cubicBezTo>
                <a:cubicBezTo>
                  <a:pt x="2317472" y="2262162"/>
                  <a:pt x="2318857" y="2287432"/>
                  <a:pt x="2303145" y="2303145"/>
                </a:cubicBezTo>
                <a:cubicBezTo>
                  <a:pt x="2290691" y="2315598"/>
                  <a:pt x="2264359" y="2318334"/>
                  <a:pt x="2254250" y="2308225"/>
                </a:cubicBezTo>
                <a:close/>
                <a:moveTo>
                  <a:pt x="2727769" y="2300743"/>
                </a:moveTo>
                <a:cubicBezTo>
                  <a:pt x="2721134" y="2283452"/>
                  <a:pt x="2730771" y="2266950"/>
                  <a:pt x="2747505" y="2266950"/>
                </a:cubicBezTo>
                <a:cubicBezTo>
                  <a:pt x="2764884" y="2266950"/>
                  <a:pt x="2772692" y="2290797"/>
                  <a:pt x="2759600" y="2303889"/>
                </a:cubicBezTo>
                <a:cubicBezTo>
                  <a:pt x="2745091" y="2318398"/>
                  <a:pt x="2734128" y="2317315"/>
                  <a:pt x="2727769" y="2300743"/>
                </a:cubicBezTo>
                <a:close/>
                <a:moveTo>
                  <a:pt x="1974873" y="2290122"/>
                </a:moveTo>
                <a:cubicBezTo>
                  <a:pt x="1966935" y="2269434"/>
                  <a:pt x="1987089" y="2249979"/>
                  <a:pt x="2001514" y="2264404"/>
                </a:cubicBezTo>
                <a:cubicBezTo>
                  <a:pt x="2013707" y="2276597"/>
                  <a:pt x="2006153" y="2305050"/>
                  <a:pt x="1990725" y="2305050"/>
                </a:cubicBezTo>
                <a:cubicBezTo>
                  <a:pt x="1985157" y="2305050"/>
                  <a:pt x="1978024" y="2298332"/>
                  <a:pt x="1974873" y="2290122"/>
                </a:cubicBezTo>
                <a:close/>
                <a:moveTo>
                  <a:pt x="974994" y="2281237"/>
                </a:moveTo>
                <a:cubicBezTo>
                  <a:pt x="966583" y="2259319"/>
                  <a:pt x="979092" y="2236596"/>
                  <a:pt x="997605" y="2240161"/>
                </a:cubicBezTo>
                <a:cubicBezTo>
                  <a:pt x="1018272" y="2244141"/>
                  <a:pt x="1025498" y="2276135"/>
                  <a:pt x="1008205" y="2287094"/>
                </a:cubicBezTo>
                <a:cubicBezTo>
                  <a:pt x="989606" y="2298881"/>
                  <a:pt x="981195" y="2297398"/>
                  <a:pt x="974994" y="2281237"/>
                </a:cubicBezTo>
                <a:close/>
                <a:moveTo>
                  <a:pt x="2409825" y="2266950"/>
                </a:moveTo>
                <a:cubicBezTo>
                  <a:pt x="2409825" y="2252603"/>
                  <a:pt x="2414798" y="2247460"/>
                  <a:pt x="2426493" y="2249713"/>
                </a:cubicBezTo>
                <a:cubicBezTo>
                  <a:pt x="2435661" y="2251478"/>
                  <a:pt x="2443162" y="2259235"/>
                  <a:pt x="2443162" y="2266950"/>
                </a:cubicBezTo>
                <a:cubicBezTo>
                  <a:pt x="2443162" y="2274664"/>
                  <a:pt x="2435661" y="2282421"/>
                  <a:pt x="2426493" y="2284186"/>
                </a:cubicBezTo>
                <a:cubicBezTo>
                  <a:pt x="2414798" y="2286439"/>
                  <a:pt x="2409825" y="2281296"/>
                  <a:pt x="2409825" y="2266950"/>
                </a:cubicBezTo>
                <a:close/>
                <a:moveTo>
                  <a:pt x="1791404" y="2220640"/>
                </a:moveTo>
                <a:cubicBezTo>
                  <a:pt x="1778911" y="2197297"/>
                  <a:pt x="1800321" y="2166043"/>
                  <a:pt x="1822876" y="2174698"/>
                </a:cubicBezTo>
                <a:cubicBezTo>
                  <a:pt x="1844834" y="2183125"/>
                  <a:pt x="1852309" y="2207237"/>
                  <a:pt x="1838224" y="2224208"/>
                </a:cubicBezTo>
                <a:cubicBezTo>
                  <a:pt x="1822222" y="2243489"/>
                  <a:pt x="1802841" y="2242012"/>
                  <a:pt x="1791404" y="2220640"/>
                </a:cubicBezTo>
                <a:close/>
                <a:moveTo>
                  <a:pt x="1123608" y="2199636"/>
                </a:moveTo>
                <a:cubicBezTo>
                  <a:pt x="1115411" y="2184320"/>
                  <a:pt x="1116443" y="2174800"/>
                  <a:pt x="1128255" y="2156773"/>
                </a:cubicBezTo>
                <a:cubicBezTo>
                  <a:pt x="1146657" y="2128687"/>
                  <a:pt x="1163048" y="2127440"/>
                  <a:pt x="1185641" y="2152405"/>
                </a:cubicBezTo>
                <a:cubicBezTo>
                  <a:pt x="1201578" y="2170016"/>
                  <a:pt x="1201658" y="2172741"/>
                  <a:pt x="1186898" y="2195268"/>
                </a:cubicBezTo>
                <a:cubicBezTo>
                  <a:pt x="1167809" y="2224401"/>
                  <a:pt x="1137964" y="2226461"/>
                  <a:pt x="1123608" y="2199636"/>
                </a:cubicBezTo>
                <a:close/>
                <a:moveTo>
                  <a:pt x="2107406" y="2213016"/>
                </a:moveTo>
                <a:cubicBezTo>
                  <a:pt x="2091038" y="2206412"/>
                  <a:pt x="2092389" y="2157563"/>
                  <a:pt x="2109329" y="2143504"/>
                </a:cubicBezTo>
                <a:cubicBezTo>
                  <a:pt x="2142758" y="2115761"/>
                  <a:pt x="2183089" y="2153413"/>
                  <a:pt x="2164245" y="2194772"/>
                </a:cubicBezTo>
                <a:cubicBezTo>
                  <a:pt x="2153693" y="2217930"/>
                  <a:pt x="2134696" y="2224028"/>
                  <a:pt x="2107406" y="2213016"/>
                </a:cubicBezTo>
                <a:close/>
                <a:moveTo>
                  <a:pt x="633943" y="2201134"/>
                </a:moveTo>
                <a:cubicBezTo>
                  <a:pt x="624755" y="2186267"/>
                  <a:pt x="639811" y="2161094"/>
                  <a:pt x="656042" y="2164185"/>
                </a:cubicBezTo>
                <a:cubicBezTo>
                  <a:pt x="680044" y="2168756"/>
                  <a:pt x="682210" y="2209800"/>
                  <a:pt x="658449" y="2209800"/>
                </a:cubicBezTo>
                <a:cubicBezTo>
                  <a:pt x="647916" y="2209800"/>
                  <a:pt x="636889" y="2205900"/>
                  <a:pt x="633943" y="2201134"/>
                </a:cubicBezTo>
                <a:close/>
                <a:moveTo>
                  <a:pt x="1392257" y="2189216"/>
                </a:moveTo>
                <a:cubicBezTo>
                  <a:pt x="1393992" y="2176962"/>
                  <a:pt x="1401841" y="2166937"/>
                  <a:pt x="1409700" y="2166937"/>
                </a:cubicBezTo>
                <a:cubicBezTo>
                  <a:pt x="1430357" y="2166937"/>
                  <a:pt x="1427511" y="2204097"/>
                  <a:pt x="1406545" y="2208135"/>
                </a:cubicBezTo>
                <a:cubicBezTo>
                  <a:pt x="1393019" y="2210740"/>
                  <a:pt x="1389811" y="2206492"/>
                  <a:pt x="1392257" y="2189216"/>
                </a:cubicBezTo>
                <a:close/>
                <a:moveTo>
                  <a:pt x="2559379" y="2203779"/>
                </a:moveTo>
                <a:cubicBezTo>
                  <a:pt x="2548448" y="2192848"/>
                  <a:pt x="2551775" y="2165274"/>
                  <a:pt x="2565387" y="2153977"/>
                </a:cubicBezTo>
                <a:cubicBezTo>
                  <a:pt x="2585778" y="2137054"/>
                  <a:pt x="2617924" y="2165173"/>
                  <a:pt x="2604066" y="2187810"/>
                </a:cubicBezTo>
                <a:cubicBezTo>
                  <a:pt x="2592655" y="2206450"/>
                  <a:pt x="2570107" y="2214507"/>
                  <a:pt x="2559379" y="2203779"/>
                </a:cubicBezTo>
                <a:close/>
                <a:moveTo>
                  <a:pt x="824592" y="2185307"/>
                </a:moveTo>
                <a:cubicBezTo>
                  <a:pt x="793643" y="2154358"/>
                  <a:pt x="817181" y="2105025"/>
                  <a:pt x="862897" y="2105025"/>
                </a:cubicBezTo>
                <a:cubicBezTo>
                  <a:pt x="897161" y="2105025"/>
                  <a:pt x="912881" y="2143774"/>
                  <a:pt x="891719" y="2176072"/>
                </a:cubicBezTo>
                <a:cubicBezTo>
                  <a:pt x="873698" y="2203575"/>
                  <a:pt x="846590" y="2207304"/>
                  <a:pt x="824592" y="2185307"/>
                </a:cubicBezTo>
                <a:close/>
                <a:moveTo>
                  <a:pt x="1643742" y="2137682"/>
                </a:moveTo>
                <a:cubicBezTo>
                  <a:pt x="1635510" y="2129449"/>
                  <a:pt x="1628775" y="2119040"/>
                  <a:pt x="1628775" y="2114550"/>
                </a:cubicBezTo>
                <a:cubicBezTo>
                  <a:pt x="1628775" y="2099779"/>
                  <a:pt x="1658353" y="2076450"/>
                  <a:pt x="1677080" y="2076450"/>
                </a:cubicBezTo>
                <a:cubicBezTo>
                  <a:pt x="1698437" y="2076450"/>
                  <a:pt x="1703309" y="2121930"/>
                  <a:pt x="1684020" y="2141220"/>
                </a:cubicBezTo>
                <a:cubicBezTo>
                  <a:pt x="1668956" y="2156283"/>
                  <a:pt x="1661707" y="2155646"/>
                  <a:pt x="1643742" y="2137682"/>
                </a:cubicBezTo>
                <a:close/>
                <a:moveTo>
                  <a:pt x="1929674" y="2127650"/>
                </a:moveTo>
                <a:cubicBezTo>
                  <a:pt x="1921595" y="2106596"/>
                  <a:pt x="1946057" y="2081416"/>
                  <a:pt x="1966841" y="2089392"/>
                </a:cubicBezTo>
                <a:cubicBezTo>
                  <a:pt x="1976510" y="2093102"/>
                  <a:pt x="1981365" y="2103659"/>
                  <a:pt x="1979486" y="2116888"/>
                </a:cubicBezTo>
                <a:cubicBezTo>
                  <a:pt x="1975688" y="2143635"/>
                  <a:pt x="1938862" y="2151591"/>
                  <a:pt x="1929674" y="2127650"/>
                </a:cubicBezTo>
                <a:close/>
                <a:moveTo>
                  <a:pt x="2695575" y="2124075"/>
                </a:moveTo>
                <a:cubicBezTo>
                  <a:pt x="2695575" y="2109728"/>
                  <a:pt x="2700548" y="2104585"/>
                  <a:pt x="2712243" y="2106838"/>
                </a:cubicBezTo>
                <a:cubicBezTo>
                  <a:pt x="2721411" y="2108603"/>
                  <a:pt x="2728912" y="2116360"/>
                  <a:pt x="2728912" y="2124075"/>
                </a:cubicBezTo>
                <a:cubicBezTo>
                  <a:pt x="2728912" y="2131789"/>
                  <a:pt x="2721411" y="2139546"/>
                  <a:pt x="2712243" y="2141311"/>
                </a:cubicBezTo>
                <a:cubicBezTo>
                  <a:pt x="2700548" y="2143564"/>
                  <a:pt x="2695575" y="2138421"/>
                  <a:pt x="2695575" y="2124075"/>
                </a:cubicBezTo>
                <a:close/>
                <a:moveTo>
                  <a:pt x="2353365" y="2120144"/>
                </a:moveTo>
                <a:cubicBezTo>
                  <a:pt x="2342319" y="2106835"/>
                  <a:pt x="2361796" y="2038350"/>
                  <a:pt x="2376627" y="2038350"/>
                </a:cubicBezTo>
                <a:cubicBezTo>
                  <a:pt x="2398042" y="2038350"/>
                  <a:pt x="2419350" y="2061319"/>
                  <a:pt x="2419350" y="2084405"/>
                </a:cubicBezTo>
                <a:cubicBezTo>
                  <a:pt x="2419350" y="2128541"/>
                  <a:pt x="2378635" y="2150593"/>
                  <a:pt x="2353365" y="2120144"/>
                </a:cubicBezTo>
                <a:close/>
                <a:moveTo>
                  <a:pt x="1004629" y="2114132"/>
                </a:moveTo>
                <a:cubicBezTo>
                  <a:pt x="997028" y="2101834"/>
                  <a:pt x="1018179" y="2074710"/>
                  <a:pt x="1029779" y="2081879"/>
                </a:cubicBezTo>
                <a:cubicBezTo>
                  <a:pt x="1034424" y="2084750"/>
                  <a:pt x="1038225" y="2095418"/>
                  <a:pt x="1038225" y="2105587"/>
                </a:cubicBezTo>
                <a:cubicBezTo>
                  <a:pt x="1038225" y="2125108"/>
                  <a:pt x="1015055" y="2131002"/>
                  <a:pt x="1004629" y="2114132"/>
                </a:cubicBezTo>
                <a:close/>
                <a:moveTo>
                  <a:pt x="552450" y="2062162"/>
                </a:moveTo>
                <a:cubicBezTo>
                  <a:pt x="552450" y="2027237"/>
                  <a:pt x="555625" y="2019300"/>
                  <a:pt x="569595" y="2019300"/>
                </a:cubicBezTo>
                <a:cubicBezTo>
                  <a:pt x="607080" y="2019300"/>
                  <a:pt x="622320" y="2062368"/>
                  <a:pt x="594632" y="2090057"/>
                </a:cubicBezTo>
                <a:cubicBezTo>
                  <a:pt x="566754" y="2117934"/>
                  <a:pt x="552450" y="2108475"/>
                  <a:pt x="552450" y="2062162"/>
                </a:cubicBezTo>
                <a:close/>
                <a:moveTo>
                  <a:pt x="1287556" y="2070006"/>
                </a:moveTo>
                <a:cubicBezTo>
                  <a:pt x="1291833" y="2032675"/>
                  <a:pt x="1338262" y="2029853"/>
                  <a:pt x="1338262" y="2066925"/>
                </a:cubicBezTo>
                <a:cubicBezTo>
                  <a:pt x="1338262" y="2085975"/>
                  <a:pt x="1332883" y="2091353"/>
                  <a:pt x="1311368" y="2093818"/>
                </a:cubicBezTo>
                <a:cubicBezTo>
                  <a:pt x="1286904" y="2096622"/>
                  <a:pt x="1284752" y="2094470"/>
                  <a:pt x="1287556" y="2070006"/>
                </a:cubicBezTo>
                <a:close/>
                <a:moveTo>
                  <a:pt x="1461008" y="2081601"/>
                </a:moveTo>
                <a:cubicBezTo>
                  <a:pt x="1436410" y="2063614"/>
                  <a:pt x="1456632" y="2019300"/>
                  <a:pt x="1489439" y="2019300"/>
                </a:cubicBezTo>
                <a:cubicBezTo>
                  <a:pt x="1516066" y="2019300"/>
                  <a:pt x="1528017" y="2041621"/>
                  <a:pt x="1514705" y="2066494"/>
                </a:cubicBezTo>
                <a:cubicBezTo>
                  <a:pt x="1501797" y="2090612"/>
                  <a:pt x="1481241" y="2096396"/>
                  <a:pt x="1461008" y="2081601"/>
                </a:cubicBezTo>
                <a:close/>
                <a:moveTo>
                  <a:pt x="2216150" y="2041524"/>
                </a:moveTo>
                <a:cubicBezTo>
                  <a:pt x="2203691" y="2029066"/>
                  <a:pt x="2210077" y="1992656"/>
                  <a:pt x="2225778" y="1986631"/>
                </a:cubicBezTo>
                <a:cubicBezTo>
                  <a:pt x="2250834" y="1977016"/>
                  <a:pt x="2271237" y="2003015"/>
                  <a:pt x="2258019" y="2027713"/>
                </a:cubicBezTo>
                <a:cubicBezTo>
                  <a:pt x="2247359" y="2047632"/>
                  <a:pt x="2228483" y="2053858"/>
                  <a:pt x="2216150" y="2041524"/>
                </a:cubicBezTo>
                <a:close/>
                <a:moveTo>
                  <a:pt x="727061" y="2023323"/>
                </a:moveTo>
                <a:cubicBezTo>
                  <a:pt x="723889" y="2015059"/>
                  <a:pt x="728310" y="2001282"/>
                  <a:pt x="736885" y="1992707"/>
                </a:cubicBezTo>
                <a:cubicBezTo>
                  <a:pt x="751321" y="1978271"/>
                  <a:pt x="753628" y="1978271"/>
                  <a:pt x="768064" y="1992707"/>
                </a:cubicBezTo>
                <a:cubicBezTo>
                  <a:pt x="787538" y="2012181"/>
                  <a:pt x="778600" y="2038350"/>
                  <a:pt x="752475" y="2038350"/>
                </a:cubicBezTo>
                <a:cubicBezTo>
                  <a:pt x="741668" y="2038350"/>
                  <a:pt x="730232" y="2031588"/>
                  <a:pt x="727061" y="2023323"/>
                </a:cubicBezTo>
                <a:close/>
                <a:moveTo>
                  <a:pt x="2495550" y="2010337"/>
                </a:moveTo>
                <a:cubicBezTo>
                  <a:pt x="2495550" y="1986322"/>
                  <a:pt x="2511881" y="1976611"/>
                  <a:pt x="2528738" y="1990601"/>
                </a:cubicBezTo>
                <a:cubicBezTo>
                  <a:pt x="2546081" y="2004994"/>
                  <a:pt x="2536631" y="2028825"/>
                  <a:pt x="2513580" y="2028825"/>
                </a:cubicBezTo>
                <a:cubicBezTo>
                  <a:pt x="2502082" y="2028825"/>
                  <a:pt x="2495550" y="2022126"/>
                  <a:pt x="2495550" y="2010337"/>
                </a:cubicBezTo>
                <a:close/>
                <a:moveTo>
                  <a:pt x="1114898" y="2001134"/>
                </a:moveTo>
                <a:cubicBezTo>
                  <a:pt x="1100317" y="1973889"/>
                  <a:pt x="1134141" y="1933415"/>
                  <a:pt x="1156195" y="1951718"/>
                </a:cubicBezTo>
                <a:cubicBezTo>
                  <a:pt x="1174376" y="1966807"/>
                  <a:pt x="1176139" y="1991875"/>
                  <a:pt x="1160145" y="2007870"/>
                </a:cubicBezTo>
                <a:cubicBezTo>
                  <a:pt x="1143517" y="2024497"/>
                  <a:pt x="1126007" y="2021891"/>
                  <a:pt x="1114898" y="2001134"/>
                </a:cubicBezTo>
                <a:close/>
                <a:moveTo>
                  <a:pt x="1790465" y="2004730"/>
                </a:moveTo>
                <a:cubicBezTo>
                  <a:pt x="1781099" y="1993445"/>
                  <a:pt x="1780855" y="1984715"/>
                  <a:pt x="1789380" y="1966005"/>
                </a:cubicBezTo>
                <a:cubicBezTo>
                  <a:pt x="1804086" y="1933727"/>
                  <a:pt x="1850990" y="1936423"/>
                  <a:pt x="1855724" y="1969818"/>
                </a:cubicBezTo>
                <a:cubicBezTo>
                  <a:pt x="1861712" y="2012055"/>
                  <a:pt x="1816582" y="2036199"/>
                  <a:pt x="1790465" y="2004730"/>
                </a:cubicBezTo>
                <a:close/>
                <a:moveTo>
                  <a:pt x="909792" y="1984756"/>
                </a:moveTo>
                <a:cubicBezTo>
                  <a:pt x="890259" y="1965224"/>
                  <a:pt x="894699" y="1930039"/>
                  <a:pt x="917238" y="1925742"/>
                </a:cubicBezTo>
                <a:cubicBezTo>
                  <a:pt x="956693" y="1918220"/>
                  <a:pt x="978535" y="1971693"/>
                  <a:pt x="943636" y="1990370"/>
                </a:cubicBezTo>
                <a:cubicBezTo>
                  <a:pt x="929678" y="1997841"/>
                  <a:pt x="921523" y="1996488"/>
                  <a:pt x="909792" y="1984756"/>
                </a:cubicBezTo>
                <a:close/>
                <a:moveTo>
                  <a:pt x="2041781" y="1985927"/>
                </a:moveTo>
                <a:cubicBezTo>
                  <a:pt x="2033680" y="1964818"/>
                  <a:pt x="2062742" y="1935107"/>
                  <a:pt x="2077275" y="1949640"/>
                </a:cubicBezTo>
                <a:cubicBezTo>
                  <a:pt x="2092097" y="1964462"/>
                  <a:pt x="2084137" y="1994663"/>
                  <a:pt x="2064405" y="1998463"/>
                </a:cubicBezTo>
                <a:cubicBezTo>
                  <a:pt x="2055282" y="2000220"/>
                  <a:pt x="2045101" y="1994579"/>
                  <a:pt x="2041781" y="1985927"/>
                </a:cubicBezTo>
                <a:close/>
                <a:moveTo>
                  <a:pt x="2682340" y="1985272"/>
                </a:moveTo>
                <a:cubicBezTo>
                  <a:pt x="2673496" y="1962223"/>
                  <a:pt x="2693646" y="1933575"/>
                  <a:pt x="2718703" y="1933575"/>
                </a:cubicBezTo>
                <a:cubicBezTo>
                  <a:pt x="2745296" y="1933575"/>
                  <a:pt x="2756587" y="1956185"/>
                  <a:pt x="2742830" y="1981890"/>
                </a:cubicBezTo>
                <a:cubicBezTo>
                  <a:pt x="2730998" y="2003998"/>
                  <a:pt x="2690397" y="2006268"/>
                  <a:pt x="2682340" y="1985272"/>
                </a:cubicBezTo>
                <a:close/>
                <a:moveTo>
                  <a:pt x="1624543" y="1963009"/>
                </a:moveTo>
                <a:cubicBezTo>
                  <a:pt x="1618275" y="1952866"/>
                  <a:pt x="1627794" y="1924050"/>
                  <a:pt x="1637414" y="1924050"/>
                </a:cubicBezTo>
                <a:cubicBezTo>
                  <a:pt x="1650771" y="1924050"/>
                  <a:pt x="1665237" y="1945809"/>
                  <a:pt x="1660349" y="1958548"/>
                </a:cubicBezTo>
                <a:cubicBezTo>
                  <a:pt x="1654656" y="1973383"/>
                  <a:pt x="1632649" y="1976125"/>
                  <a:pt x="1624543" y="1963009"/>
                </a:cubicBezTo>
                <a:close/>
                <a:moveTo>
                  <a:pt x="1301638" y="1935206"/>
                </a:moveTo>
                <a:cubicBezTo>
                  <a:pt x="1279657" y="1910917"/>
                  <a:pt x="1281976" y="1888943"/>
                  <a:pt x="1308345" y="1871666"/>
                </a:cubicBezTo>
                <a:cubicBezTo>
                  <a:pt x="1354703" y="1841291"/>
                  <a:pt x="1396082" y="1900239"/>
                  <a:pt x="1352930" y="1935182"/>
                </a:cubicBezTo>
                <a:cubicBezTo>
                  <a:pt x="1326135" y="1956879"/>
                  <a:pt x="1321254" y="1956881"/>
                  <a:pt x="1301638" y="1935206"/>
                </a:cubicBezTo>
                <a:close/>
                <a:moveTo>
                  <a:pt x="2349901" y="1918101"/>
                </a:moveTo>
                <a:cubicBezTo>
                  <a:pt x="2338422" y="1906622"/>
                  <a:pt x="2342436" y="1879349"/>
                  <a:pt x="2357437" y="1866900"/>
                </a:cubicBezTo>
                <a:cubicBezTo>
                  <a:pt x="2376539" y="1851046"/>
                  <a:pt x="2402358" y="1871544"/>
                  <a:pt x="2398378" y="1899404"/>
                </a:cubicBezTo>
                <a:cubicBezTo>
                  <a:pt x="2395561" y="1919118"/>
                  <a:pt x="2363344" y="1931544"/>
                  <a:pt x="2349901" y="1918101"/>
                </a:cubicBezTo>
                <a:close/>
                <a:moveTo>
                  <a:pt x="1510007" y="1899171"/>
                </a:moveTo>
                <a:cubicBezTo>
                  <a:pt x="1499080" y="1888244"/>
                  <a:pt x="1497910" y="1880053"/>
                  <a:pt x="1505304" y="1866238"/>
                </a:cubicBezTo>
                <a:cubicBezTo>
                  <a:pt x="1524254" y="1830829"/>
                  <a:pt x="1570702" y="1852448"/>
                  <a:pt x="1556302" y="1889976"/>
                </a:cubicBezTo>
                <a:cubicBezTo>
                  <a:pt x="1548283" y="1910872"/>
                  <a:pt x="1526112" y="1915276"/>
                  <a:pt x="1510007" y="1899171"/>
                </a:cubicBezTo>
                <a:close/>
                <a:moveTo>
                  <a:pt x="601076" y="1891919"/>
                </a:moveTo>
                <a:cubicBezTo>
                  <a:pt x="586727" y="1874629"/>
                  <a:pt x="597694" y="1847850"/>
                  <a:pt x="619125" y="1847850"/>
                </a:cubicBezTo>
                <a:cubicBezTo>
                  <a:pt x="628481" y="1847850"/>
                  <a:pt x="638812" y="1854822"/>
                  <a:pt x="642082" y="1863344"/>
                </a:cubicBezTo>
                <a:cubicBezTo>
                  <a:pt x="647911" y="1878533"/>
                  <a:pt x="633324" y="1905000"/>
                  <a:pt x="619125" y="1905000"/>
                </a:cubicBezTo>
                <a:cubicBezTo>
                  <a:pt x="615169" y="1905000"/>
                  <a:pt x="607047" y="1899113"/>
                  <a:pt x="601076" y="1891919"/>
                </a:cubicBezTo>
                <a:close/>
                <a:moveTo>
                  <a:pt x="784707" y="1891268"/>
                </a:moveTo>
                <a:cubicBezTo>
                  <a:pt x="781809" y="1883716"/>
                  <a:pt x="780931" y="1869786"/>
                  <a:pt x="782756" y="1860312"/>
                </a:cubicBezTo>
                <a:cubicBezTo>
                  <a:pt x="787266" y="1836890"/>
                  <a:pt x="831967" y="1836808"/>
                  <a:pt x="836474" y="1860213"/>
                </a:cubicBezTo>
                <a:cubicBezTo>
                  <a:pt x="843026" y="1894233"/>
                  <a:pt x="796545" y="1922117"/>
                  <a:pt x="784707" y="1891268"/>
                </a:cubicBezTo>
                <a:close/>
                <a:moveTo>
                  <a:pt x="1927254" y="1880560"/>
                </a:moveTo>
                <a:cubicBezTo>
                  <a:pt x="1918998" y="1859046"/>
                  <a:pt x="1935900" y="1833562"/>
                  <a:pt x="1958425" y="1833562"/>
                </a:cubicBezTo>
                <a:cubicBezTo>
                  <a:pt x="1986969" y="1833562"/>
                  <a:pt x="1983742" y="1889675"/>
                  <a:pt x="1954963" y="1893761"/>
                </a:cubicBezTo>
                <a:cubicBezTo>
                  <a:pt x="1941492" y="1895674"/>
                  <a:pt x="1931166" y="1890755"/>
                  <a:pt x="1927254" y="1880560"/>
                </a:cubicBezTo>
                <a:close/>
                <a:moveTo>
                  <a:pt x="2545556" y="1889166"/>
                </a:moveTo>
                <a:cubicBezTo>
                  <a:pt x="2528281" y="1882196"/>
                  <a:pt x="2530965" y="1843751"/>
                  <a:pt x="2550402" y="1819747"/>
                </a:cubicBezTo>
                <a:cubicBezTo>
                  <a:pt x="2570915" y="1794414"/>
                  <a:pt x="2597965" y="1801794"/>
                  <a:pt x="2606298" y="1834996"/>
                </a:cubicBezTo>
                <a:cubicBezTo>
                  <a:pt x="2615626" y="1872160"/>
                  <a:pt x="2580669" y="1903335"/>
                  <a:pt x="2545556" y="1889166"/>
                </a:cubicBezTo>
                <a:close/>
                <a:moveTo>
                  <a:pt x="1022619" y="1871662"/>
                </a:moveTo>
                <a:cubicBezTo>
                  <a:pt x="1014260" y="1849878"/>
                  <a:pt x="1025970" y="1828800"/>
                  <a:pt x="1046431" y="1828800"/>
                </a:cubicBezTo>
                <a:cubicBezTo>
                  <a:pt x="1068960" y="1828800"/>
                  <a:pt x="1080527" y="1855121"/>
                  <a:pt x="1065798" y="1872869"/>
                </a:cubicBezTo>
                <a:cubicBezTo>
                  <a:pt x="1051467" y="1890136"/>
                  <a:pt x="1029472" y="1889522"/>
                  <a:pt x="1022619" y="1871662"/>
                </a:cubicBezTo>
                <a:close/>
                <a:moveTo>
                  <a:pt x="1720850" y="1841499"/>
                </a:moveTo>
                <a:cubicBezTo>
                  <a:pt x="1708180" y="1828830"/>
                  <a:pt x="1714906" y="1791152"/>
                  <a:pt x="1731414" y="1782317"/>
                </a:cubicBezTo>
                <a:cubicBezTo>
                  <a:pt x="1766642" y="1763464"/>
                  <a:pt x="1798182" y="1807982"/>
                  <a:pt x="1769745" y="1836420"/>
                </a:cubicBezTo>
                <a:cubicBezTo>
                  <a:pt x="1757291" y="1848873"/>
                  <a:pt x="1730959" y="1851609"/>
                  <a:pt x="1720850" y="1841499"/>
                </a:cubicBezTo>
                <a:close/>
                <a:moveTo>
                  <a:pt x="2173172" y="1832569"/>
                </a:moveTo>
                <a:cubicBezTo>
                  <a:pt x="2147165" y="1814353"/>
                  <a:pt x="2146729" y="1776877"/>
                  <a:pt x="2172316" y="1758955"/>
                </a:cubicBezTo>
                <a:cubicBezTo>
                  <a:pt x="2197202" y="1741524"/>
                  <a:pt x="2228175" y="1749249"/>
                  <a:pt x="2238044" y="1775350"/>
                </a:cubicBezTo>
                <a:cubicBezTo>
                  <a:pt x="2253862" y="1817186"/>
                  <a:pt x="2208426" y="1857262"/>
                  <a:pt x="2173172" y="1832569"/>
                </a:cubicBezTo>
                <a:close/>
                <a:moveTo>
                  <a:pt x="1222668" y="1805051"/>
                </a:moveTo>
                <a:cubicBezTo>
                  <a:pt x="1219369" y="1796453"/>
                  <a:pt x="1221237" y="1784852"/>
                  <a:pt x="1226819" y="1779270"/>
                </a:cubicBezTo>
                <a:cubicBezTo>
                  <a:pt x="1241332" y="1764757"/>
                  <a:pt x="1268829" y="1778021"/>
                  <a:pt x="1265038" y="1797705"/>
                </a:cubicBezTo>
                <a:cubicBezTo>
                  <a:pt x="1260815" y="1819630"/>
                  <a:pt x="1230294" y="1824922"/>
                  <a:pt x="1222668" y="1805051"/>
                </a:cubicBezTo>
                <a:close/>
                <a:moveTo>
                  <a:pt x="917561" y="1766148"/>
                </a:moveTo>
                <a:cubicBezTo>
                  <a:pt x="914389" y="1757884"/>
                  <a:pt x="919072" y="1743954"/>
                  <a:pt x="927967" y="1735192"/>
                </a:cubicBezTo>
                <a:cubicBezTo>
                  <a:pt x="943090" y="1720295"/>
                  <a:pt x="945017" y="1720447"/>
                  <a:pt x="957683" y="1737531"/>
                </a:cubicBezTo>
                <a:cubicBezTo>
                  <a:pt x="967720" y="1751069"/>
                  <a:pt x="968500" y="1759084"/>
                  <a:pt x="960697" y="1768487"/>
                </a:cubicBezTo>
                <a:cubicBezTo>
                  <a:pt x="946430" y="1785677"/>
                  <a:pt x="924600" y="1784493"/>
                  <a:pt x="917561" y="1766148"/>
                </a:cubicBezTo>
                <a:close/>
                <a:moveTo>
                  <a:pt x="2739117" y="1756682"/>
                </a:moveTo>
                <a:cubicBezTo>
                  <a:pt x="2710374" y="1727938"/>
                  <a:pt x="2732487" y="1681780"/>
                  <a:pt x="2772308" y="1687401"/>
                </a:cubicBezTo>
                <a:cubicBezTo>
                  <a:pt x="2791008" y="1690041"/>
                  <a:pt x="2796194" y="1697048"/>
                  <a:pt x="2798675" y="1723026"/>
                </a:cubicBezTo>
                <a:cubicBezTo>
                  <a:pt x="2803038" y="1768722"/>
                  <a:pt x="2769890" y="1787454"/>
                  <a:pt x="2739117" y="1756682"/>
                </a:cubicBezTo>
                <a:close/>
                <a:moveTo>
                  <a:pt x="607259" y="1750218"/>
                </a:moveTo>
                <a:cubicBezTo>
                  <a:pt x="600167" y="1730931"/>
                  <a:pt x="609903" y="1714500"/>
                  <a:pt x="628424" y="1714500"/>
                </a:cubicBezTo>
                <a:cubicBezTo>
                  <a:pt x="649542" y="1714500"/>
                  <a:pt x="659614" y="1736875"/>
                  <a:pt x="645050" y="1751439"/>
                </a:cubicBezTo>
                <a:cubicBezTo>
                  <a:pt x="630892" y="1765597"/>
                  <a:pt x="612699" y="1765009"/>
                  <a:pt x="607259" y="1750218"/>
                </a:cubicBezTo>
                <a:close/>
                <a:moveTo>
                  <a:pt x="1375068" y="1747901"/>
                </a:moveTo>
                <a:cubicBezTo>
                  <a:pt x="1371769" y="1739303"/>
                  <a:pt x="1373637" y="1727702"/>
                  <a:pt x="1379220" y="1722120"/>
                </a:cubicBezTo>
                <a:cubicBezTo>
                  <a:pt x="1393732" y="1707607"/>
                  <a:pt x="1421229" y="1720871"/>
                  <a:pt x="1417438" y="1740555"/>
                </a:cubicBezTo>
                <a:cubicBezTo>
                  <a:pt x="1413215" y="1762480"/>
                  <a:pt x="1382694" y="1767772"/>
                  <a:pt x="1375068" y="1747901"/>
                </a:cubicBezTo>
                <a:close/>
                <a:moveTo>
                  <a:pt x="1535430" y="1731645"/>
                </a:moveTo>
                <a:cubicBezTo>
                  <a:pt x="1511976" y="1708191"/>
                  <a:pt x="1535067" y="1670279"/>
                  <a:pt x="1565655" y="1682017"/>
                </a:cubicBezTo>
                <a:cubicBezTo>
                  <a:pt x="1590060" y="1691382"/>
                  <a:pt x="1578986" y="1743075"/>
                  <a:pt x="1552575" y="1743075"/>
                </a:cubicBezTo>
                <a:cubicBezTo>
                  <a:pt x="1549431" y="1743075"/>
                  <a:pt x="1541716" y="1737931"/>
                  <a:pt x="1535430" y="1731645"/>
                </a:cubicBezTo>
                <a:close/>
                <a:moveTo>
                  <a:pt x="2006600" y="1727199"/>
                </a:moveTo>
                <a:cubicBezTo>
                  <a:pt x="1993661" y="1714261"/>
                  <a:pt x="2000820" y="1676764"/>
                  <a:pt x="2017984" y="1667579"/>
                </a:cubicBezTo>
                <a:cubicBezTo>
                  <a:pt x="2045419" y="1652896"/>
                  <a:pt x="2071430" y="1676200"/>
                  <a:pt x="2063385" y="1708255"/>
                </a:cubicBezTo>
                <a:cubicBezTo>
                  <a:pt x="2057241" y="1732737"/>
                  <a:pt x="2023420" y="1744020"/>
                  <a:pt x="2006600" y="1727199"/>
                </a:cubicBezTo>
                <a:close/>
                <a:moveTo>
                  <a:pt x="2367819" y="1725411"/>
                </a:moveTo>
                <a:cubicBezTo>
                  <a:pt x="2358361" y="1710108"/>
                  <a:pt x="2373084" y="1684789"/>
                  <a:pt x="2389592" y="1687969"/>
                </a:cubicBezTo>
                <a:cubicBezTo>
                  <a:pt x="2409886" y="1691877"/>
                  <a:pt x="2409632" y="1727646"/>
                  <a:pt x="2389281" y="1731565"/>
                </a:cubicBezTo>
                <a:cubicBezTo>
                  <a:pt x="2380602" y="1733237"/>
                  <a:pt x="2370944" y="1730467"/>
                  <a:pt x="2367819" y="1725411"/>
                </a:cubicBezTo>
                <a:close/>
                <a:moveTo>
                  <a:pt x="727610" y="1710430"/>
                </a:moveTo>
                <a:cubicBezTo>
                  <a:pt x="718932" y="1687815"/>
                  <a:pt x="727653" y="1655165"/>
                  <a:pt x="745331" y="1644083"/>
                </a:cubicBezTo>
                <a:cubicBezTo>
                  <a:pt x="779866" y="1622434"/>
                  <a:pt x="817231" y="1677618"/>
                  <a:pt x="790139" y="1710261"/>
                </a:cubicBezTo>
                <a:cubicBezTo>
                  <a:pt x="775440" y="1727972"/>
                  <a:pt x="734384" y="1728083"/>
                  <a:pt x="727610" y="1710430"/>
                </a:cubicBezTo>
                <a:close/>
                <a:moveTo>
                  <a:pt x="2477288" y="1696922"/>
                </a:moveTo>
                <a:cubicBezTo>
                  <a:pt x="2466405" y="1676587"/>
                  <a:pt x="2487797" y="1638300"/>
                  <a:pt x="2510042" y="1638300"/>
                </a:cubicBezTo>
                <a:cubicBezTo>
                  <a:pt x="2531342" y="1638300"/>
                  <a:pt x="2545671" y="1672987"/>
                  <a:pt x="2533650" y="1695450"/>
                </a:cubicBezTo>
                <a:cubicBezTo>
                  <a:pt x="2520865" y="1719337"/>
                  <a:pt x="2489719" y="1720151"/>
                  <a:pt x="2477288" y="1696922"/>
                </a:cubicBezTo>
                <a:close/>
                <a:moveTo>
                  <a:pt x="1085952" y="1690811"/>
                </a:moveTo>
                <a:cubicBezTo>
                  <a:pt x="1068361" y="1669614"/>
                  <a:pt x="1081997" y="1630104"/>
                  <a:pt x="1109266" y="1623260"/>
                </a:cubicBezTo>
                <a:cubicBezTo>
                  <a:pt x="1137059" y="1616285"/>
                  <a:pt x="1148605" y="1622282"/>
                  <a:pt x="1155084" y="1647060"/>
                </a:cubicBezTo>
                <a:cubicBezTo>
                  <a:pt x="1165977" y="1688713"/>
                  <a:pt x="1112368" y="1722640"/>
                  <a:pt x="1085952" y="1690811"/>
                </a:cubicBezTo>
                <a:close/>
                <a:moveTo>
                  <a:pt x="1825954" y="1698954"/>
                </a:moveTo>
                <a:cubicBezTo>
                  <a:pt x="1814403" y="1687403"/>
                  <a:pt x="1818675" y="1660180"/>
                  <a:pt x="1834040" y="1647428"/>
                </a:cubicBezTo>
                <a:cubicBezTo>
                  <a:pt x="1855543" y="1629582"/>
                  <a:pt x="1885675" y="1659593"/>
                  <a:pt x="1870480" y="1683722"/>
                </a:cubicBezTo>
                <a:cubicBezTo>
                  <a:pt x="1859124" y="1701754"/>
                  <a:pt x="1836495" y="1709495"/>
                  <a:pt x="1825954" y="1698954"/>
                </a:cubicBezTo>
                <a:close/>
                <a:moveTo>
                  <a:pt x="1290548" y="1663225"/>
                </a:moveTo>
                <a:cubicBezTo>
                  <a:pt x="1277991" y="1654043"/>
                  <a:pt x="1275241" y="1644013"/>
                  <a:pt x="1280040" y="1624893"/>
                </a:cubicBezTo>
                <a:cubicBezTo>
                  <a:pt x="1289290" y="1588039"/>
                  <a:pt x="1336811" y="1592406"/>
                  <a:pt x="1341214" y="1630515"/>
                </a:cubicBezTo>
                <a:cubicBezTo>
                  <a:pt x="1344992" y="1663215"/>
                  <a:pt x="1316070" y="1681887"/>
                  <a:pt x="1290548" y="1663225"/>
                </a:cubicBezTo>
                <a:close/>
                <a:moveTo>
                  <a:pt x="1654063" y="1620881"/>
                </a:moveTo>
                <a:cubicBezTo>
                  <a:pt x="1624254" y="1587942"/>
                  <a:pt x="1639035" y="1552208"/>
                  <a:pt x="1684665" y="1546895"/>
                </a:cubicBezTo>
                <a:cubicBezTo>
                  <a:pt x="1721961" y="1542553"/>
                  <a:pt x="1735158" y="1577027"/>
                  <a:pt x="1710567" y="1614556"/>
                </a:cubicBezTo>
                <a:cubicBezTo>
                  <a:pt x="1692091" y="1642755"/>
                  <a:pt x="1675536" y="1644608"/>
                  <a:pt x="1654063" y="1620881"/>
                </a:cubicBezTo>
                <a:close/>
                <a:moveTo>
                  <a:pt x="2156539" y="1625172"/>
                </a:moveTo>
                <a:cubicBezTo>
                  <a:pt x="2148830" y="1605082"/>
                  <a:pt x="2159651" y="1590675"/>
                  <a:pt x="2182449" y="1590675"/>
                </a:cubicBezTo>
                <a:cubicBezTo>
                  <a:pt x="2196839" y="1590675"/>
                  <a:pt x="2200843" y="1595978"/>
                  <a:pt x="2198556" y="1612008"/>
                </a:cubicBezTo>
                <a:cubicBezTo>
                  <a:pt x="2195004" y="1636907"/>
                  <a:pt x="2164687" y="1646405"/>
                  <a:pt x="2156539" y="1625172"/>
                </a:cubicBezTo>
                <a:close/>
                <a:moveTo>
                  <a:pt x="2641586" y="1623273"/>
                </a:moveTo>
                <a:cubicBezTo>
                  <a:pt x="2638414" y="1615009"/>
                  <a:pt x="2642835" y="1601232"/>
                  <a:pt x="2651410" y="1592657"/>
                </a:cubicBezTo>
                <a:cubicBezTo>
                  <a:pt x="2670903" y="1573164"/>
                  <a:pt x="2700352" y="1595718"/>
                  <a:pt x="2690143" y="1622321"/>
                </a:cubicBezTo>
                <a:cubicBezTo>
                  <a:pt x="2682388" y="1642530"/>
                  <a:pt x="2649225" y="1643181"/>
                  <a:pt x="2641586" y="1623273"/>
                </a:cubicBezTo>
                <a:close/>
                <a:moveTo>
                  <a:pt x="924027" y="1614611"/>
                </a:moveTo>
                <a:cubicBezTo>
                  <a:pt x="896203" y="1581085"/>
                  <a:pt x="943726" y="1525530"/>
                  <a:pt x="976769" y="1552954"/>
                </a:cubicBezTo>
                <a:cubicBezTo>
                  <a:pt x="995654" y="1568627"/>
                  <a:pt x="994135" y="1594047"/>
                  <a:pt x="973181" y="1613011"/>
                </a:cubicBezTo>
                <a:cubicBezTo>
                  <a:pt x="951647" y="1632498"/>
                  <a:pt x="939208" y="1632903"/>
                  <a:pt x="924027" y="1614611"/>
                </a:cubicBezTo>
                <a:close/>
                <a:moveTo>
                  <a:pt x="549275" y="1612899"/>
                </a:moveTo>
                <a:cubicBezTo>
                  <a:pt x="539313" y="1602938"/>
                  <a:pt x="541850" y="1544838"/>
                  <a:pt x="552535" y="1538234"/>
                </a:cubicBezTo>
                <a:cubicBezTo>
                  <a:pt x="566916" y="1529346"/>
                  <a:pt x="597508" y="1541673"/>
                  <a:pt x="604173" y="1559042"/>
                </a:cubicBezTo>
                <a:cubicBezTo>
                  <a:pt x="615653" y="1588958"/>
                  <a:pt x="570061" y="1633686"/>
                  <a:pt x="549275" y="1612899"/>
                </a:cubicBezTo>
                <a:close/>
                <a:moveTo>
                  <a:pt x="2281917" y="1585232"/>
                </a:moveTo>
                <a:cubicBezTo>
                  <a:pt x="2262293" y="1565608"/>
                  <a:pt x="2263008" y="1549569"/>
                  <a:pt x="2284368" y="1530238"/>
                </a:cubicBezTo>
                <a:cubicBezTo>
                  <a:pt x="2323843" y="1494514"/>
                  <a:pt x="2368037" y="1532472"/>
                  <a:pt x="2338844" y="1577026"/>
                </a:cubicBezTo>
                <a:cubicBezTo>
                  <a:pt x="2321287" y="1603822"/>
                  <a:pt x="2303126" y="1606440"/>
                  <a:pt x="2281917" y="1585232"/>
                </a:cubicBezTo>
                <a:close/>
                <a:moveTo>
                  <a:pt x="2776537" y="1571625"/>
                </a:moveTo>
                <a:cubicBezTo>
                  <a:pt x="2769591" y="1560386"/>
                  <a:pt x="2778601" y="1543050"/>
                  <a:pt x="2791387" y="1543050"/>
                </a:cubicBezTo>
                <a:cubicBezTo>
                  <a:pt x="2796316" y="1543050"/>
                  <a:pt x="2800350" y="1551622"/>
                  <a:pt x="2800350" y="1562100"/>
                </a:cubicBezTo>
                <a:cubicBezTo>
                  <a:pt x="2800350" y="1582189"/>
                  <a:pt x="2786492" y="1587732"/>
                  <a:pt x="2776537" y="1571625"/>
                </a:cubicBezTo>
                <a:close/>
                <a:moveTo>
                  <a:pt x="1898673" y="1556697"/>
                </a:moveTo>
                <a:cubicBezTo>
                  <a:pt x="1891799" y="1538783"/>
                  <a:pt x="1908655" y="1519248"/>
                  <a:pt x="1923220" y="1528249"/>
                </a:cubicBezTo>
                <a:cubicBezTo>
                  <a:pt x="1938920" y="1537952"/>
                  <a:pt x="1935635" y="1571625"/>
                  <a:pt x="1918988" y="1571625"/>
                </a:cubicBezTo>
                <a:cubicBezTo>
                  <a:pt x="1910966" y="1571625"/>
                  <a:pt x="1901824" y="1564907"/>
                  <a:pt x="1898673" y="1556697"/>
                </a:cubicBezTo>
                <a:close/>
                <a:moveTo>
                  <a:pt x="1438379" y="1547938"/>
                </a:moveTo>
                <a:cubicBezTo>
                  <a:pt x="1428678" y="1536249"/>
                  <a:pt x="1428371" y="1527645"/>
                  <a:pt x="1436979" y="1508752"/>
                </a:cubicBezTo>
                <a:cubicBezTo>
                  <a:pt x="1449281" y="1481753"/>
                  <a:pt x="1473080" y="1481110"/>
                  <a:pt x="1489592" y="1507331"/>
                </a:cubicBezTo>
                <a:cubicBezTo>
                  <a:pt x="1510738" y="1540909"/>
                  <a:pt x="1463579" y="1578302"/>
                  <a:pt x="1438379" y="1547938"/>
                </a:cubicBezTo>
                <a:close/>
                <a:moveTo>
                  <a:pt x="2480214" y="1538991"/>
                </a:moveTo>
                <a:cubicBezTo>
                  <a:pt x="2471548" y="1516408"/>
                  <a:pt x="2483810" y="1493601"/>
                  <a:pt x="2502664" y="1497232"/>
                </a:cubicBezTo>
                <a:cubicBezTo>
                  <a:pt x="2513209" y="1499263"/>
                  <a:pt x="2519362" y="1509127"/>
                  <a:pt x="2519362" y="1524000"/>
                </a:cubicBezTo>
                <a:cubicBezTo>
                  <a:pt x="2519362" y="1551152"/>
                  <a:pt x="2489298" y="1562664"/>
                  <a:pt x="2480214" y="1538991"/>
                </a:cubicBezTo>
                <a:close/>
                <a:moveTo>
                  <a:pt x="717819" y="1519237"/>
                </a:moveTo>
                <a:cubicBezTo>
                  <a:pt x="709427" y="1497367"/>
                  <a:pt x="721200" y="1476375"/>
                  <a:pt x="741857" y="1476375"/>
                </a:cubicBezTo>
                <a:cubicBezTo>
                  <a:pt x="764101" y="1476375"/>
                  <a:pt x="772150" y="1493967"/>
                  <a:pt x="760377" y="1516856"/>
                </a:cubicBezTo>
                <a:cubicBezTo>
                  <a:pt x="749873" y="1537280"/>
                  <a:pt x="725271" y="1538656"/>
                  <a:pt x="717819" y="1519237"/>
                </a:cubicBezTo>
                <a:close/>
                <a:moveTo>
                  <a:pt x="1156193" y="1510295"/>
                </a:moveTo>
                <a:cubicBezTo>
                  <a:pt x="1148660" y="1490664"/>
                  <a:pt x="1168929" y="1466432"/>
                  <a:pt x="1187062" y="1473390"/>
                </a:cubicBezTo>
                <a:cubicBezTo>
                  <a:pt x="1206068" y="1480684"/>
                  <a:pt x="1199630" y="1518234"/>
                  <a:pt x="1178689" y="1522225"/>
                </a:cubicBezTo>
                <a:cubicBezTo>
                  <a:pt x="1169506" y="1523975"/>
                  <a:pt x="1159382" y="1518607"/>
                  <a:pt x="1156193" y="1510295"/>
                </a:cubicBezTo>
                <a:close/>
                <a:moveTo>
                  <a:pt x="2040255" y="1503045"/>
                </a:moveTo>
                <a:cubicBezTo>
                  <a:pt x="2012201" y="1474991"/>
                  <a:pt x="2033114" y="1419225"/>
                  <a:pt x="2071687" y="1419225"/>
                </a:cubicBezTo>
                <a:cubicBezTo>
                  <a:pt x="2098643" y="1419225"/>
                  <a:pt x="2114550" y="1436898"/>
                  <a:pt x="2114550" y="1466850"/>
                </a:cubicBezTo>
                <a:cubicBezTo>
                  <a:pt x="2114550" y="1496801"/>
                  <a:pt x="2098643" y="1514475"/>
                  <a:pt x="2071687" y="1514475"/>
                </a:cubicBezTo>
                <a:cubicBezTo>
                  <a:pt x="2060686" y="1514475"/>
                  <a:pt x="2046541" y="1509331"/>
                  <a:pt x="2040255" y="1503045"/>
                </a:cubicBezTo>
                <a:close/>
                <a:moveTo>
                  <a:pt x="882848" y="1489273"/>
                </a:moveTo>
                <a:cubicBezTo>
                  <a:pt x="868836" y="1475261"/>
                  <a:pt x="876205" y="1446384"/>
                  <a:pt x="892968" y="1449613"/>
                </a:cubicBezTo>
                <a:cubicBezTo>
                  <a:pt x="902136" y="1451378"/>
                  <a:pt x="909637" y="1460980"/>
                  <a:pt x="909637" y="1470949"/>
                </a:cubicBezTo>
                <a:cubicBezTo>
                  <a:pt x="909637" y="1489899"/>
                  <a:pt x="894101" y="1500526"/>
                  <a:pt x="882848" y="1489273"/>
                </a:cubicBezTo>
                <a:close/>
                <a:moveTo>
                  <a:pt x="2638045" y="1452104"/>
                </a:moveTo>
                <a:cubicBezTo>
                  <a:pt x="2624546" y="1435839"/>
                  <a:pt x="2647527" y="1371600"/>
                  <a:pt x="2666845" y="1371600"/>
                </a:cubicBezTo>
                <a:cubicBezTo>
                  <a:pt x="2685826" y="1371600"/>
                  <a:pt x="2714276" y="1409026"/>
                  <a:pt x="2708315" y="1426152"/>
                </a:cubicBezTo>
                <a:cubicBezTo>
                  <a:pt x="2695253" y="1463677"/>
                  <a:pt x="2658817" y="1477133"/>
                  <a:pt x="2638045" y="1452104"/>
                </a:cubicBezTo>
                <a:close/>
                <a:moveTo>
                  <a:pt x="1795483" y="1444230"/>
                </a:moveTo>
                <a:cubicBezTo>
                  <a:pt x="1773114" y="1427874"/>
                  <a:pt x="1780066" y="1386726"/>
                  <a:pt x="1805820" y="1383046"/>
                </a:cubicBezTo>
                <a:cubicBezTo>
                  <a:pt x="1831061" y="1379440"/>
                  <a:pt x="1851210" y="1403157"/>
                  <a:pt x="1843511" y="1427412"/>
                </a:cubicBezTo>
                <a:cubicBezTo>
                  <a:pt x="1835758" y="1451842"/>
                  <a:pt x="1815564" y="1458914"/>
                  <a:pt x="1795483" y="1444230"/>
                </a:cubicBezTo>
                <a:close/>
                <a:moveTo>
                  <a:pt x="1030150" y="1431459"/>
                </a:moveTo>
                <a:cubicBezTo>
                  <a:pt x="1017897" y="1408565"/>
                  <a:pt x="1033105" y="1381125"/>
                  <a:pt x="1058047" y="1381125"/>
                </a:cubicBezTo>
                <a:cubicBezTo>
                  <a:pt x="1080922" y="1381125"/>
                  <a:pt x="1092486" y="1406564"/>
                  <a:pt x="1079201" y="1427663"/>
                </a:cubicBezTo>
                <a:cubicBezTo>
                  <a:pt x="1065225" y="1449859"/>
                  <a:pt x="1041000" y="1451734"/>
                  <a:pt x="1030150" y="1431459"/>
                </a:cubicBezTo>
                <a:close/>
                <a:moveTo>
                  <a:pt x="1287593" y="1432159"/>
                </a:moveTo>
                <a:cubicBezTo>
                  <a:pt x="1266530" y="1394522"/>
                  <a:pt x="1310806" y="1354349"/>
                  <a:pt x="1340559" y="1384102"/>
                </a:cubicBezTo>
                <a:cubicBezTo>
                  <a:pt x="1362668" y="1406211"/>
                  <a:pt x="1348921" y="1447800"/>
                  <a:pt x="1319504" y="1447800"/>
                </a:cubicBezTo>
                <a:cubicBezTo>
                  <a:pt x="1306767" y="1447800"/>
                  <a:pt x="1292407" y="1440761"/>
                  <a:pt x="1287593" y="1432159"/>
                </a:cubicBezTo>
                <a:close/>
                <a:moveTo>
                  <a:pt x="1611332" y="1417691"/>
                </a:moveTo>
                <a:cubicBezTo>
                  <a:pt x="1613067" y="1405437"/>
                  <a:pt x="1620916" y="1395412"/>
                  <a:pt x="1628775" y="1395412"/>
                </a:cubicBezTo>
                <a:cubicBezTo>
                  <a:pt x="1649432" y="1395412"/>
                  <a:pt x="1646586" y="1432572"/>
                  <a:pt x="1625620" y="1436610"/>
                </a:cubicBezTo>
                <a:cubicBezTo>
                  <a:pt x="1612094" y="1439215"/>
                  <a:pt x="1608886" y="1434967"/>
                  <a:pt x="1611332" y="1417691"/>
                </a:cubicBezTo>
                <a:close/>
                <a:moveTo>
                  <a:pt x="613055" y="1404965"/>
                </a:moveTo>
                <a:cubicBezTo>
                  <a:pt x="609763" y="1396387"/>
                  <a:pt x="611470" y="1384969"/>
                  <a:pt x="616848" y="1379591"/>
                </a:cubicBezTo>
                <a:cubicBezTo>
                  <a:pt x="632375" y="1364064"/>
                  <a:pt x="661987" y="1374529"/>
                  <a:pt x="661987" y="1395542"/>
                </a:cubicBezTo>
                <a:cubicBezTo>
                  <a:pt x="661987" y="1419771"/>
                  <a:pt x="621712" y="1427526"/>
                  <a:pt x="613055" y="1404965"/>
                </a:cubicBezTo>
                <a:close/>
                <a:moveTo>
                  <a:pt x="2240756" y="1412265"/>
                </a:moveTo>
                <a:cubicBezTo>
                  <a:pt x="2225952" y="1407101"/>
                  <a:pt x="2225231" y="1379028"/>
                  <a:pt x="2239535" y="1364724"/>
                </a:cubicBezTo>
                <a:cubicBezTo>
                  <a:pt x="2255371" y="1348888"/>
                  <a:pt x="2276475" y="1360978"/>
                  <a:pt x="2276475" y="1385887"/>
                </a:cubicBezTo>
                <a:cubicBezTo>
                  <a:pt x="2276475" y="1408412"/>
                  <a:pt x="2261472" y="1419491"/>
                  <a:pt x="2240756" y="1412265"/>
                </a:cubicBezTo>
                <a:close/>
                <a:moveTo>
                  <a:pt x="2425918" y="1408234"/>
                </a:moveTo>
                <a:cubicBezTo>
                  <a:pt x="2405911" y="1397038"/>
                  <a:pt x="2405310" y="1377475"/>
                  <a:pt x="2424388" y="1358397"/>
                </a:cubicBezTo>
                <a:cubicBezTo>
                  <a:pt x="2448807" y="1333978"/>
                  <a:pt x="2483550" y="1361193"/>
                  <a:pt x="2470702" y="1394676"/>
                </a:cubicBezTo>
                <a:cubicBezTo>
                  <a:pt x="2463524" y="1413379"/>
                  <a:pt x="2445087" y="1418962"/>
                  <a:pt x="2425918" y="1408234"/>
                </a:cubicBezTo>
                <a:close/>
                <a:moveTo>
                  <a:pt x="773644" y="1347247"/>
                </a:moveTo>
                <a:cubicBezTo>
                  <a:pt x="737961" y="1322254"/>
                  <a:pt x="754570" y="1257300"/>
                  <a:pt x="796644" y="1257300"/>
                </a:cubicBezTo>
                <a:cubicBezTo>
                  <a:pt x="845343" y="1257300"/>
                  <a:pt x="864127" y="1307572"/>
                  <a:pt x="828675" y="1343025"/>
                </a:cubicBezTo>
                <a:cubicBezTo>
                  <a:pt x="805743" y="1365956"/>
                  <a:pt x="800887" y="1366329"/>
                  <a:pt x="773644" y="1347247"/>
                </a:cubicBezTo>
                <a:close/>
                <a:moveTo>
                  <a:pt x="1482943" y="1351084"/>
                </a:moveTo>
                <a:cubicBezTo>
                  <a:pt x="1462936" y="1339888"/>
                  <a:pt x="1462335" y="1320325"/>
                  <a:pt x="1481413" y="1301247"/>
                </a:cubicBezTo>
                <a:cubicBezTo>
                  <a:pt x="1505832" y="1276828"/>
                  <a:pt x="1540575" y="1304043"/>
                  <a:pt x="1527727" y="1337526"/>
                </a:cubicBezTo>
                <a:cubicBezTo>
                  <a:pt x="1520549" y="1356229"/>
                  <a:pt x="1502112" y="1361812"/>
                  <a:pt x="1482943" y="1351084"/>
                </a:cubicBezTo>
                <a:close/>
                <a:moveTo>
                  <a:pt x="1930906" y="1340283"/>
                </a:moveTo>
                <a:cubicBezTo>
                  <a:pt x="1923353" y="1320602"/>
                  <a:pt x="1938101" y="1302565"/>
                  <a:pt x="1958528" y="1306499"/>
                </a:cubicBezTo>
                <a:cubicBezTo>
                  <a:pt x="1983835" y="1311373"/>
                  <a:pt x="1981972" y="1346997"/>
                  <a:pt x="1956218" y="1350672"/>
                </a:cubicBezTo>
                <a:cubicBezTo>
                  <a:pt x="1945098" y="1352259"/>
                  <a:pt x="1933707" y="1347584"/>
                  <a:pt x="1930906" y="1340283"/>
                </a:cubicBezTo>
                <a:close/>
                <a:moveTo>
                  <a:pt x="542925" y="1295735"/>
                </a:moveTo>
                <a:cubicBezTo>
                  <a:pt x="542925" y="1256036"/>
                  <a:pt x="549869" y="1249004"/>
                  <a:pt x="569595" y="1268730"/>
                </a:cubicBezTo>
                <a:cubicBezTo>
                  <a:pt x="586941" y="1286076"/>
                  <a:pt x="583286" y="1312569"/>
                  <a:pt x="561975" y="1323975"/>
                </a:cubicBezTo>
                <a:cubicBezTo>
                  <a:pt x="544387" y="1333387"/>
                  <a:pt x="542925" y="1331218"/>
                  <a:pt x="542925" y="1295735"/>
                </a:cubicBezTo>
                <a:close/>
                <a:moveTo>
                  <a:pt x="944582" y="1312916"/>
                </a:moveTo>
                <a:cubicBezTo>
                  <a:pt x="946317" y="1300662"/>
                  <a:pt x="954166" y="1290637"/>
                  <a:pt x="962025" y="1290637"/>
                </a:cubicBezTo>
                <a:cubicBezTo>
                  <a:pt x="982682" y="1290637"/>
                  <a:pt x="979836" y="1327797"/>
                  <a:pt x="958870" y="1331835"/>
                </a:cubicBezTo>
                <a:cubicBezTo>
                  <a:pt x="945344" y="1334440"/>
                  <a:pt x="942136" y="1330192"/>
                  <a:pt x="944582" y="1312916"/>
                </a:cubicBezTo>
                <a:close/>
                <a:moveTo>
                  <a:pt x="1686360" y="1319736"/>
                </a:moveTo>
                <a:cubicBezTo>
                  <a:pt x="1659490" y="1287360"/>
                  <a:pt x="1696823" y="1230772"/>
                  <a:pt x="1727989" y="1256637"/>
                </a:cubicBezTo>
                <a:cubicBezTo>
                  <a:pt x="1748809" y="1273916"/>
                  <a:pt x="1746925" y="1311718"/>
                  <a:pt x="1724651" y="1323639"/>
                </a:cubicBezTo>
                <a:cubicBezTo>
                  <a:pt x="1701065" y="1336262"/>
                  <a:pt x="1699983" y="1336152"/>
                  <a:pt x="1686360" y="1319736"/>
                </a:cubicBezTo>
                <a:close/>
                <a:moveTo>
                  <a:pt x="1154430" y="1303020"/>
                </a:moveTo>
                <a:cubicBezTo>
                  <a:pt x="1136306" y="1284896"/>
                  <a:pt x="1141070" y="1259003"/>
                  <a:pt x="1165470" y="1243016"/>
                </a:cubicBezTo>
                <a:cubicBezTo>
                  <a:pt x="1191429" y="1226006"/>
                  <a:pt x="1215998" y="1232207"/>
                  <a:pt x="1224127" y="1257820"/>
                </a:cubicBezTo>
                <a:cubicBezTo>
                  <a:pt x="1237323" y="1299395"/>
                  <a:pt x="1184840" y="1333430"/>
                  <a:pt x="1154430" y="1303020"/>
                </a:cubicBezTo>
                <a:close/>
                <a:moveTo>
                  <a:pt x="2051319" y="1271587"/>
                </a:moveTo>
                <a:cubicBezTo>
                  <a:pt x="2043773" y="1251923"/>
                  <a:pt x="2054004" y="1228725"/>
                  <a:pt x="2070222" y="1228725"/>
                </a:cubicBezTo>
                <a:cubicBezTo>
                  <a:pt x="2089719" y="1228725"/>
                  <a:pt x="2106307" y="1252400"/>
                  <a:pt x="2099407" y="1270380"/>
                </a:cubicBezTo>
                <a:cubicBezTo>
                  <a:pt x="2091940" y="1289839"/>
                  <a:pt x="2058644" y="1290675"/>
                  <a:pt x="2051319" y="1271587"/>
                </a:cubicBezTo>
                <a:close/>
                <a:moveTo>
                  <a:pt x="2544782" y="1255766"/>
                </a:moveTo>
                <a:cubicBezTo>
                  <a:pt x="2546517" y="1243512"/>
                  <a:pt x="2554366" y="1233487"/>
                  <a:pt x="2562225" y="1233487"/>
                </a:cubicBezTo>
                <a:cubicBezTo>
                  <a:pt x="2582882" y="1233487"/>
                  <a:pt x="2580036" y="1270647"/>
                  <a:pt x="2559070" y="1274685"/>
                </a:cubicBezTo>
                <a:cubicBezTo>
                  <a:pt x="2545544" y="1277290"/>
                  <a:pt x="2542336" y="1273042"/>
                  <a:pt x="2544782" y="1255766"/>
                </a:cubicBezTo>
                <a:close/>
                <a:moveTo>
                  <a:pt x="1291625" y="1251677"/>
                </a:moveTo>
                <a:cubicBezTo>
                  <a:pt x="1284474" y="1233041"/>
                  <a:pt x="1292171" y="1219200"/>
                  <a:pt x="1309687" y="1219200"/>
                </a:cubicBezTo>
                <a:cubicBezTo>
                  <a:pt x="1316927" y="1219200"/>
                  <a:pt x="1325260" y="1223099"/>
                  <a:pt x="1328206" y="1227865"/>
                </a:cubicBezTo>
                <a:cubicBezTo>
                  <a:pt x="1336161" y="1240737"/>
                  <a:pt x="1323761" y="1266825"/>
                  <a:pt x="1309687" y="1266825"/>
                </a:cubicBezTo>
                <a:cubicBezTo>
                  <a:pt x="1302950" y="1266825"/>
                  <a:pt x="1294822" y="1260008"/>
                  <a:pt x="1291625" y="1251677"/>
                </a:cubicBezTo>
                <a:close/>
                <a:moveTo>
                  <a:pt x="2713980" y="1237045"/>
                </a:moveTo>
                <a:cubicBezTo>
                  <a:pt x="2697084" y="1205474"/>
                  <a:pt x="2717136" y="1169467"/>
                  <a:pt x="2749463" y="1173331"/>
                </a:cubicBezTo>
                <a:cubicBezTo>
                  <a:pt x="2783989" y="1177457"/>
                  <a:pt x="2797652" y="1201401"/>
                  <a:pt x="2783370" y="1232747"/>
                </a:cubicBezTo>
                <a:cubicBezTo>
                  <a:pt x="2769197" y="1263853"/>
                  <a:pt x="2729638" y="1266303"/>
                  <a:pt x="2713980" y="1237045"/>
                </a:cubicBezTo>
                <a:close/>
                <a:moveTo>
                  <a:pt x="2386126" y="1229084"/>
                </a:moveTo>
                <a:cubicBezTo>
                  <a:pt x="2377358" y="1201458"/>
                  <a:pt x="2397176" y="1171575"/>
                  <a:pt x="2424266" y="1171575"/>
                </a:cubicBezTo>
                <a:cubicBezTo>
                  <a:pt x="2451906" y="1171575"/>
                  <a:pt x="2466786" y="1210761"/>
                  <a:pt x="2447822" y="1233611"/>
                </a:cubicBezTo>
                <a:cubicBezTo>
                  <a:pt x="2430712" y="1254227"/>
                  <a:pt x="2393234" y="1251478"/>
                  <a:pt x="2386126" y="1229084"/>
                </a:cubicBezTo>
                <a:close/>
                <a:moveTo>
                  <a:pt x="2203989" y="1215141"/>
                </a:moveTo>
                <a:cubicBezTo>
                  <a:pt x="2195323" y="1192558"/>
                  <a:pt x="2207585" y="1169751"/>
                  <a:pt x="2226439" y="1173382"/>
                </a:cubicBezTo>
                <a:cubicBezTo>
                  <a:pt x="2249090" y="1177744"/>
                  <a:pt x="2249090" y="1222555"/>
                  <a:pt x="2226439" y="1226917"/>
                </a:cubicBezTo>
                <a:cubicBezTo>
                  <a:pt x="2217256" y="1228685"/>
                  <a:pt x="2207153" y="1223386"/>
                  <a:pt x="2203989" y="1215141"/>
                </a:cubicBezTo>
                <a:close/>
                <a:moveTo>
                  <a:pt x="1003782" y="1205468"/>
                </a:moveTo>
                <a:cubicBezTo>
                  <a:pt x="1000884" y="1197916"/>
                  <a:pt x="1000006" y="1183986"/>
                  <a:pt x="1001831" y="1174512"/>
                </a:cubicBezTo>
                <a:cubicBezTo>
                  <a:pt x="1006341" y="1151090"/>
                  <a:pt x="1051042" y="1151008"/>
                  <a:pt x="1055549" y="1174413"/>
                </a:cubicBezTo>
                <a:cubicBezTo>
                  <a:pt x="1062101" y="1208433"/>
                  <a:pt x="1015620" y="1236317"/>
                  <a:pt x="1003782" y="1205468"/>
                </a:cubicBezTo>
                <a:close/>
                <a:moveTo>
                  <a:pt x="606425" y="1203325"/>
                </a:moveTo>
                <a:cubicBezTo>
                  <a:pt x="594691" y="1191591"/>
                  <a:pt x="599936" y="1154972"/>
                  <a:pt x="615160" y="1142337"/>
                </a:cubicBezTo>
                <a:cubicBezTo>
                  <a:pt x="644854" y="1117693"/>
                  <a:pt x="682064" y="1165457"/>
                  <a:pt x="656845" y="1195845"/>
                </a:cubicBezTo>
                <a:cubicBezTo>
                  <a:pt x="644900" y="1210237"/>
                  <a:pt x="617415" y="1214315"/>
                  <a:pt x="606425" y="1203325"/>
                </a:cubicBezTo>
                <a:close/>
                <a:moveTo>
                  <a:pt x="1556285" y="1186555"/>
                </a:moveTo>
                <a:cubicBezTo>
                  <a:pt x="1547607" y="1163940"/>
                  <a:pt x="1556328" y="1131290"/>
                  <a:pt x="1574006" y="1120208"/>
                </a:cubicBezTo>
                <a:cubicBezTo>
                  <a:pt x="1608541" y="1098559"/>
                  <a:pt x="1645906" y="1153743"/>
                  <a:pt x="1618814" y="1186386"/>
                </a:cubicBezTo>
                <a:cubicBezTo>
                  <a:pt x="1604115" y="1204097"/>
                  <a:pt x="1563059" y="1204208"/>
                  <a:pt x="1556285" y="1186555"/>
                </a:cubicBezTo>
                <a:close/>
                <a:moveTo>
                  <a:pt x="1406926" y="1184676"/>
                </a:moveTo>
                <a:cubicBezTo>
                  <a:pt x="1385159" y="1162909"/>
                  <a:pt x="1413642" y="1118750"/>
                  <a:pt x="1442345" y="1129764"/>
                </a:cubicBezTo>
                <a:cubicBezTo>
                  <a:pt x="1465676" y="1138717"/>
                  <a:pt x="1458421" y="1185023"/>
                  <a:pt x="1433120" y="1188645"/>
                </a:cubicBezTo>
                <a:cubicBezTo>
                  <a:pt x="1422427" y="1190176"/>
                  <a:pt x="1410640" y="1188390"/>
                  <a:pt x="1406926" y="1184676"/>
                </a:cubicBezTo>
                <a:close/>
                <a:moveTo>
                  <a:pt x="1801367" y="1173710"/>
                </a:moveTo>
                <a:cubicBezTo>
                  <a:pt x="1790585" y="1153562"/>
                  <a:pt x="1804158" y="1123950"/>
                  <a:pt x="1824175" y="1123950"/>
                </a:cubicBezTo>
                <a:cubicBezTo>
                  <a:pt x="1843997" y="1123950"/>
                  <a:pt x="1857604" y="1154483"/>
                  <a:pt x="1846569" y="1174202"/>
                </a:cubicBezTo>
                <a:cubicBezTo>
                  <a:pt x="1834680" y="1195445"/>
                  <a:pt x="1812872" y="1195207"/>
                  <a:pt x="1801367" y="1173710"/>
                </a:cubicBezTo>
                <a:close/>
                <a:moveTo>
                  <a:pt x="843848" y="1156162"/>
                </a:moveTo>
                <a:cubicBezTo>
                  <a:pt x="840398" y="1147171"/>
                  <a:pt x="841714" y="1135675"/>
                  <a:pt x="846772" y="1130617"/>
                </a:cubicBezTo>
                <a:cubicBezTo>
                  <a:pt x="860536" y="1116853"/>
                  <a:pt x="887701" y="1130986"/>
                  <a:pt x="884038" y="1150005"/>
                </a:cubicBezTo>
                <a:cubicBezTo>
                  <a:pt x="879745" y="1172294"/>
                  <a:pt x="851688" y="1176592"/>
                  <a:pt x="843848" y="1156162"/>
                </a:cubicBezTo>
                <a:close/>
                <a:moveTo>
                  <a:pt x="1997868" y="1151762"/>
                </a:moveTo>
                <a:cubicBezTo>
                  <a:pt x="1959787" y="1129582"/>
                  <a:pt x="1990288" y="1060265"/>
                  <a:pt x="2031478" y="1075379"/>
                </a:cubicBezTo>
                <a:cubicBezTo>
                  <a:pt x="2059183" y="1085544"/>
                  <a:pt x="2065873" y="1132297"/>
                  <a:pt x="2042109" y="1149674"/>
                </a:cubicBezTo>
                <a:cubicBezTo>
                  <a:pt x="2022098" y="1164305"/>
                  <a:pt x="2019606" y="1164423"/>
                  <a:pt x="1997868" y="1151762"/>
                </a:cubicBezTo>
                <a:close/>
                <a:moveTo>
                  <a:pt x="2304750" y="1118826"/>
                </a:moveTo>
                <a:cubicBezTo>
                  <a:pt x="2294529" y="1106511"/>
                  <a:pt x="2294975" y="1101367"/>
                  <a:pt x="2307335" y="1089007"/>
                </a:cubicBezTo>
                <a:cubicBezTo>
                  <a:pt x="2323309" y="1073033"/>
                  <a:pt x="2343150" y="1078865"/>
                  <a:pt x="2343150" y="1099533"/>
                </a:cubicBezTo>
                <a:cubicBezTo>
                  <a:pt x="2343150" y="1122917"/>
                  <a:pt x="2318446" y="1135329"/>
                  <a:pt x="2304750" y="1118826"/>
                </a:cubicBezTo>
                <a:close/>
                <a:moveTo>
                  <a:pt x="1229602" y="1091670"/>
                </a:moveTo>
                <a:cubicBezTo>
                  <a:pt x="1191158" y="1045347"/>
                  <a:pt x="1255432" y="984498"/>
                  <a:pt x="1297923" y="1026990"/>
                </a:cubicBezTo>
                <a:cubicBezTo>
                  <a:pt x="1317709" y="1046775"/>
                  <a:pt x="1318140" y="1049842"/>
                  <a:pt x="1304561" y="1074144"/>
                </a:cubicBezTo>
                <a:cubicBezTo>
                  <a:pt x="1287898" y="1103964"/>
                  <a:pt x="1247621" y="1113380"/>
                  <a:pt x="1229602" y="1091670"/>
                </a:cubicBezTo>
                <a:close/>
                <a:moveTo>
                  <a:pt x="2624986" y="1089389"/>
                </a:moveTo>
                <a:cubicBezTo>
                  <a:pt x="2616654" y="1067676"/>
                  <a:pt x="2643452" y="1039442"/>
                  <a:pt x="2658300" y="1054290"/>
                </a:cubicBezTo>
                <a:cubicBezTo>
                  <a:pt x="2672707" y="1068697"/>
                  <a:pt x="2665381" y="1099271"/>
                  <a:pt x="2646657" y="1102876"/>
                </a:cubicBezTo>
                <a:cubicBezTo>
                  <a:pt x="2638209" y="1104503"/>
                  <a:pt x="2628457" y="1098434"/>
                  <a:pt x="2624986" y="1089389"/>
                </a:cubicBezTo>
                <a:close/>
                <a:moveTo>
                  <a:pt x="542925" y="1062037"/>
                </a:moveTo>
                <a:cubicBezTo>
                  <a:pt x="542925" y="1048940"/>
                  <a:pt x="546854" y="1038225"/>
                  <a:pt x="551656" y="1038225"/>
                </a:cubicBezTo>
                <a:cubicBezTo>
                  <a:pt x="562812" y="1038225"/>
                  <a:pt x="569996" y="1058494"/>
                  <a:pt x="564315" y="1073943"/>
                </a:cubicBezTo>
                <a:cubicBezTo>
                  <a:pt x="556733" y="1094560"/>
                  <a:pt x="542925" y="1086874"/>
                  <a:pt x="542925" y="1062037"/>
                </a:cubicBezTo>
                <a:close/>
                <a:moveTo>
                  <a:pt x="735330" y="1074420"/>
                </a:moveTo>
                <a:cubicBezTo>
                  <a:pt x="711876" y="1050966"/>
                  <a:pt x="734967" y="1013054"/>
                  <a:pt x="765555" y="1024792"/>
                </a:cubicBezTo>
                <a:cubicBezTo>
                  <a:pt x="789960" y="1034157"/>
                  <a:pt x="778886" y="1085850"/>
                  <a:pt x="752475" y="1085850"/>
                </a:cubicBezTo>
                <a:cubicBezTo>
                  <a:pt x="749331" y="1085850"/>
                  <a:pt x="741616" y="1080706"/>
                  <a:pt x="735330" y="1074420"/>
                </a:cubicBezTo>
                <a:close/>
                <a:moveTo>
                  <a:pt x="1727739" y="1072266"/>
                </a:moveTo>
                <a:cubicBezTo>
                  <a:pt x="1719073" y="1049683"/>
                  <a:pt x="1731335" y="1026876"/>
                  <a:pt x="1750189" y="1030507"/>
                </a:cubicBezTo>
                <a:cubicBezTo>
                  <a:pt x="1760734" y="1032538"/>
                  <a:pt x="1766887" y="1042402"/>
                  <a:pt x="1766887" y="1057275"/>
                </a:cubicBezTo>
                <a:cubicBezTo>
                  <a:pt x="1766887" y="1084427"/>
                  <a:pt x="1736823" y="1095939"/>
                  <a:pt x="1727739" y="1072266"/>
                </a:cubicBezTo>
                <a:close/>
                <a:moveTo>
                  <a:pt x="2149876" y="1060851"/>
                </a:moveTo>
                <a:cubicBezTo>
                  <a:pt x="2127254" y="1038229"/>
                  <a:pt x="2162590" y="992246"/>
                  <a:pt x="2189715" y="1009010"/>
                </a:cubicBezTo>
                <a:cubicBezTo>
                  <a:pt x="2208665" y="1020722"/>
                  <a:pt x="2198675" y="1061584"/>
                  <a:pt x="2176070" y="1064820"/>
                </a:cubicBezTo>
                <a:cubicBezTo>
                  <a:pt x="2165377" y="1066351"/>
                  <a:pt x="2153590" y="1064565"/>
                  <a:pt x="2149876" y="1060851"/>
                </a:cubicBezTo>
                <a:close/>
                <a:moveTo>
                  <a:pt x="906780" y="1036320"/>
                </a:moveTo>
                <a:cubicBezTo>
                  <a:pt x="879476" y="1009016"/>
                  <a:pt x="913841" y="954517"/>
                  <a:pt x="950937" y="966291"/>
                </a:cubicBezTo>
                <a:cubicBezTo>
                  <a:pt x="977520" y="974728"/>
                  <a:pt x="984029" y="998959"/>
                  <a:pt x="966783" y="1025279"/>
                </a:cubicBezTo>
                <a:cubicBezTo>
                  <a:pt x="950796" y="1049679"/>
                  <a:pt x="924903" y="1054443"/>
                  <a:pt x="906780" y="1036320"/>
                </a:cubicBezTo>
                <a:close/>
                <a:moveTo>
                  <a:pt x="2448025" y="1033583"/>
                </a:moveTo>
                <a:cubicBezTo>
                  <a:pt x="2423390" y="1003900"/>
                  <a:pt x="2465184" y="965677"/>
                  <a:pt x="2492455" y="992948"/>
                </a:cubicBezTo>
                <a:cubicBezTo>
                  <a:pt x="2503897" y="1004390"/>
                  <a:pt x="2504671" y="1011656"/>
                  <a:pt x="2496144" y="1027588"/>
                </a:cubicBezTo>
                <a:cubicBezTo>
                  <a:pt x="2483518" y="1051181"/>
                  <a:pt x="2464587" y="1053539"/>
                  <a:pt x="2448025" y="1033583"/>
                </a:cubicBezTo>
                <a:close/>
                <a:moveTo>
                  <a:pt x="1524100" y="1024058"/>
                </a:moveTo>
                <a:cubicBezTo>
                  <a:pt x="1508633" y="1005422"/>
                  <a:pt x="1518620" y="981075"/>
                  <a:pt x="1541731" y="981075"/>
                </a:cubicBezTo>
                <a:cubicBezTo>
                  <a:pt x="1566115" y="981075"/>
                  <a:pt x="1574435" y="1005478"/>
                  <a:pt x="1556252" y="1023661"/>
                </a:cubicBezTo>
                <a:cubicBezTo>
                  <a:pt x="1538413" y="1041501"/>
                  <a:pt x="1538574" y="1041499"/>
                  <a:pt x="1524100" y="1024058"/>
                </a:cubicBezTo>
                <a:close/>
                <a:moveTo>
                  <a:pt x="1080039" y="996066"/>
                </a:moveTo>
                <a:cubicBezTo>
                  <a:pt x="1071373" y="973483"/>
                  <a:pt x="1083635" y="950676"/>
                  <a:pt x="1102489" y="954307"/>
                </a:cubicBezTo>
                <a:cubicBezTo>
                  <a:pt x="1113034" y="956338"/>
                  <a:pt x="1119187" y="966202"/>
                  <a:pt x="1119187" y="981075"/>
                </a:cubicBezTo>
                <a:cubicBezTo>
                  <a:pt x="1119187" y="1008227"/>
                  <a:pt x="1089123" y="1019739"/>
                  <a:pt x="1080039" y="996066"/>
                </a:cubicBezTo>
                <a:close/>
                <a:moveTo>
                  <a:pt x="1867688" y="992072"/>
                </a:moveTo>
                <a:cubicBezTo>
                  <a:pt x="1860917" y="979420"/>
                  <a:pt x="1862309" y="968744"/>
                  <a:pt x="1872655" y="953972"/>
                </a:cubicBezTo>
                <a:cubicBezTo>
                  <a:pt x="1890491" y="928507"/>
                  <a:pt x="1910763" y="927674"/>
                  <a:pt x="1923714" y="951873"/>
                </a:cubicBezTo>
                <a:cubicBezTo>
                  <a:pt x="1936466" y="975701"/>
                  <a:pt x="1936314" y="976974"/>
                  <a:pt x="1918607" y="994682"/>
                </a:cubicBezTo>
                <a:cubicBezTo>
                  <a:pt x="1898693" y="1014595"/>
                  <a:pt x="1879207" y="1013597"/>
                  <a:pt x="1867688" y="992072"/>
                </a:cubicBezTo>
                <a:close/>
                <a:moveTo>
                  <a:pt x="587812" y="975162"/>
                </a:moveTo>
                <a:cubicBezTo>
                  <a:pt x="562581" y="949931"/>
                  <a:pt x="594524" y="898806"/>
                  <a:pt x="628735" y="909664"/>
                </a:cubicBezTo>
                <a:cubicBezTo>
                  <a:pt x="659892" y="919553"/>
                  <a:pt x="651898" y="975267"/>
                  <a:pt x="618768" y="979131"/>
                </a:cubicBezTo>
                <a:cubicBezTo>
                  <a:pt x="605475" y="980681"/>
                  <a:pt x="591545" y="978895"/>
                  <a:pt x="587812" y="975162"/>
                </a:cubicBezTo>
                <a:close/>
                <a:moveTo>
                  <a:pt x="1641678" y="947566"/>
                </a:moveTo>
                <a:cubicBezTo>
                  <a:pt x="1633138" y="925310"/>
                  <a:pt x="1657557" y="874341"/>
                  <a:pt x="1673777" y="880565"/>
                </a:cubicBezTo>
                <a:cubicBezTo>
                  <a:pt x="1681315" y="883458"/>
                  <a:pt x="1691129" y="885825"/>
                  <a:pt x="1695587" y="885825"/>
                </a:cubicBezTo>
                <a:cubicBezTo>
                  <a:pt x="1709761" y="885825"/>
                  <a:pt x="1715944" y="922477"/>
                  <a:pt x="1705167" y="942615"/>
                </a:cubicBezTo>
                <a:cubicBezTo>
                  <a:pt x="1692890" y="965555"/>
                  <a:pt x="1649869" y="968910"/>
                  <a:pt x="1641678" y="947566"/>
                </a:cubicBezTo>
                <a:close/>
                <a:moveTo>
                  <a:pt x="2654299" y="955675"/>
                </a:moveTo>
                <a:cubicBezTo>
                  <a:pt x="2645377" y="946752"/>
                  <a:pt x="2646653" y="902617"/>
                  <a:pt x="2656273" y="887443"/>
                </a:cubicBezTo>
                <a:cubicBezTo>
                  <a:pt x="2667005" y="870513"/>
                  <a:pt x="2714883" y="876937"/>
                  <a:pt x="2727436" y="896991"/>
                </a:cubicBezTo>
                <a:cubicBezTo>
                  <a:pt x="2751000" y="934638"/>
                  <a:pt x="2685677" y="987052"/>
                  <a:pt x="2654299" y="955675"/>
                </a:cubicBezTo>
                <a:close/>
                <a:moveTo>
                  <a:pt x="2276577" y="928811"/>
                </a:moveTo>
                <a:cubicBezTo>
                  <a:pt x="2262527" y="911882"/>
                  <a:pt x="2270810" y="870986"/>
                  <a:pt x="2289761" y="863714"/>
                </a:cubicBezTo>
                <a:cubicBezTo>
                  <a:pt x="2311396" y="855412"/>
                  <a:pt x="2342058" y="867379"/>
                  <a:pt x="2348124" y="886493"/>
                </a:cubicBezTo>
                <a:cubicBezTo>
                  <a:pt x="2361827" y="929668"/>
                  <a:pt x="2305123" y="963206"/>
                  <a:pt x="2276577" y="928811"/>
                </a:cubicBezTo>
                <a:close/>
                <a:moveTo>
                  <a:pt x="1336944" y="919162"/>
                </a:moveTo>
                <a:cubicBezTo>
                  <a:pt x="1328533" y="897244"/>
                  <a:pt x="1341042" y="874521"/>
                  <a:pt x="1359555" y="878086"/>
                </a:cubicBezTo>
                <a:cubicBezTo>
                  <a:pt x="1380222" y="882066"/>
                  <a:pt x="1387448" y="914060"/>
                  <a:pt x="1370155" y="925019"/>
                </a:cubicBezTo>
                <a:cubicBezTo>
                  <a:pt x="1351556" y="936806"/>
                  <a:pt x="1343145" y="935323"/>
                  <a:pt x="1336944" y="919162"/>
                </a:cubicBezTo>
                <a:close/>
                <a:moveTo>
                  <a:pt x="762000" y="905437"/>
                </a:moveTo>
                <a:cubicBezTo>
                  <a:pt x="762000" y="881422"/>
                  <a:pt x="778331" y="871711"/>
                  <a:pt x="795188" y="885701"/>
                </a:cubicBezTo>
                <a:cubicBezTo>
                  <a:pt x="812531" y="900094"/>
                  <a:pt x="803081" y="923925"/>
                  <a:pt x="780030" y="923925"/>
                </a:cubicBezTo>
                <a:cubicBezTo>
                  <a:pt x="768532" y="923925"/>
                  <a:pt x="762000" y="917226"/>
                  <a:pt x="762000" y="905437"/>
                </a:cubicBezTo>
                <a:close/>
                <a:moveTo>
                  <a:pt x="2089392" y="909566"/>
                </a:moveTo>
                <a:cubicBezTo>
                  <a:pt x="2086080" y="900935"/>
                  <a:pt x="2089624" y="887618"/>
                  <a:pt x="2097268" y="879973"/>
                </a:cubicBezTo>
                <a:cubicBezTo>
                  <a:pt x="2116327" y="860915"/>
                  <a:pt x="2144913" y="873245"/>
                  <a:pt x="2141247" y="898943"/>
                </a:cubicBezTo>
                <a:cubicBezTo>
                  <a:pt x="2137634" y="924262"/>
                  <a:pt x="2098136" y="932354"/>
                  <a:pt x="2089392" y="909566"/>
                </a:cubicBezTo>
                <a:close/>
                <a:moveTo>
                  <a:pt x="1175289" y="891291"/>
                </a:moveTo>
                <a:cubicBezTo>
                  <a:pt x="1166623" y="868708"/>
                  <a:pt x="1178885" y="845901"/>
                  <a:pt x="1197739" y="849532"/>
                </a:cubicBezTo>
                <a:cubicBezTo>
                  <a:pt x="1208284" y="851563"/>
                  <a:pt x="1214437" y="861427"/>
                  <a:pt x="1214437" y="876300"/>
                </a:cubicBezTo>
                <a:cubicBezTo>
                  <a:pt x="1214437" y="903452"/>
                  <a:pt x="1184373" y="914964"/>
                  <a:pt x="1175289" y="891291"/>
                </a:cubicBezTo>
                <a:close/>
                <a:moveTo>
                  <a:pt x="957262" y="876300"/>
                </a:moveTo>
                <a:cubicBezTo>
                  <a:pt x="949289" y="863399"/>
                  <a:pt x="960047" y="847725"/>
                  <a:pt x="976874" y="847725"/>
                </a:cubicBezTo>
                <a:cubicBezTo>
                  <a:pt x="984423" y="847725"/>
                  <a:pt x="990600" y="856297"/>
                  <a:pt x="990600" y="866775"/>
                </a:cubicBezTo>
                <a:cubicBezTo>
                  <a:pt x="990600" y="886494"/>
                  <a:pt x="967620" y="893060"/>
                  <a:pt x="957262" y="876300"/>
                </a:cubicBezTo>
                <a:close/>
                <a:moveTo>
                  <a:pt x="1453759" y="852324"/>
                </a:moveTo>
                <a:cubicBezTo>
                  <a:pt x="1434321" y="832885"/>
                  <a:pt x="1434259" y="819596"/>
                  <a:pt x="1453483" y="792150"/>
                </a:cubicBezTo>
                <a:cubicBezTo>
                  <a:pt x="1485200" y="746867"/>
                  <a:pt x="1546723" y="782400"/>
                  <a:pt x="1528221" y="835316"/>
                </a:cubicBezTo>
                <a:cubicBezTo>
                  <a:pt x="1517112" y="867088"/>
                  <a:pt x="1477558" y="876123"/>
                  <a:pt x="1453759" y="852324"/>
                </a:cubicBezTo>
                <a:close/>
                <a:moveTo>
                  <a:pt x="2508506" y="852452"/>
                </a:moveTo>
                <a:cubicBezTo>
                  <a:pt x="2500405" y="831343"/>
                  <a:pt x="2529467" y="801632"/>
                  <a:pt x="2544000" y="816165"/>
                </a:cubicBezTo>
                <a:cubicBezTo>
                  <a:pt x="2558822" y="830987"/>
                  <a:pt x="2550862" y="861188"/>
                  <a:pt x="2531130" y="864988"/>
                </a:cubicBezTo>
                <a:cubicBezTo>
                  <a:pt x="2522007" y="866745"/>
                  <a:pt x="2511826" y="861104"/>
                  <a:pt x="2508506" y="852452"/>
                </a:cubicBezTo>
                <a:close/>
                <a:moveTo>
                  <a:pt x="1813418" y="814970"/>
                </a:moveTo>
                <a:cubicBezTo>
                  <a:pt x="1805885" y="795339"/>
                  <a:pt x="1826154" y="771107"/>
                  <a:pt x="1844287" y="778065"/>
                </a:cubicBezTo>
                <a:cubicBezTo>
                  <a:pt x="1863293" y="785359"/>
                  <a:pt x="1856855" y="822909"/>
                  <a:pt x="1835914" y="826900"/>
                </a:cubicBezTo>
                <a:cubicBezTo>
                  <a:pt x="1826731" y="828650"/>
                  <a:pt x="1816607" y="823282"/>
                  <a:pt x="1813418" y="814970"/>
                </a:cubicBezTo>
                <a:close/>
                <a:moveTo>
                  <a:pt x="1964055" y="817245"/>
                </a:moveTo>
                <a:cubicBezTo>
                  <a:pt x="1945943" y="799133"/>
                  <a:pt x="1950167" y="754460"/>
                  <a:pt x="1971048" y="743285"/>
                </a:cubicBezTo>
                <a:cubicBezTo>
                  <a:pt x="2000133" y="727719"/>
                  <a:pt x="2017647" y="731572"/>
                  <a:pt x="2034463" y="757237"/>
                </a:cubicBezTo>
                <a:cubicBezTo>
                  <a:pt x="2063435" y="801455"/>
                  <a:pt x="2001258" y="854448"/>
                  <a:pt x="1964055" y="817245"/>
                </a:cubicBezTo>
                <a:close/>
                <a:moveTo>
                  <a:pt x="672936" y="805138"/>
                </a:moveTo>
                <a:cubicBezTo>
                  <a:pt x="669979" y="797431"/>
                  <a:pt x="674419" y="784266"/>
                  <a:pt x="682802" y="775882"/>
                </a:cubicBezTo>
                <a:cubicBezTo>
                  <a:pt x="701769" y="756916"/>
                  <a:pt x="728399" y="777291"/>
                  <a:pt x="718468" y="803171"/>
                </a:cubicBezTo>
                <a:cubicBezTo>
                  <a:pt x="710905" y="822879"/>
                  <a:pt x="680252" y="824203"/>
                  <a:pt x="672936" y="805138"/>
                </a:cubicBezTo>
                <a:close/>
                <a:moveTo>
                  <a:pt x="818915" y="795055"/>
                </a:moveTo>
                <a:cubicBezTo>
                  <a:pt x="802904" y="775763"/>
                  <a:pt x="821246" y="733425"/>
                  <a:pt x="845615" y="733425"/>
                </a:cubicBezTo>
                <a:cubicBezTo>
                  <a:pt x="882367" y="733425"/>
                  <a:pt x="896880" y="768633"/>
                  <a:pt x="870857" y="794657"/>
                </a:cubicBezTo>
                <a:cubicBezTo>
                  <a:pt x="851955" y="813559"/>
                  <a:pt x="834384" y="813693"/>
                  <a:pt x="818915" y="795055"/>
                </a:cubicBezTo>
                <a:close/>
                <a:moveTo>
                  <a:pt x="1061927" y="796434"/>
                </a:moveTo>
                <a:cubicBezTo>
                  <a:pt x="1042536" y="782256"/>
                  <a:pt x="1046062" y="753815"/>
                  <a:pt x="1069002" y="739369"/>
                </a:cubicBezTo>
                <a:cubicBezTo>
                  <a:pt x="1091323" y="725313"/>
                  <a:pt x="1118920" y="751881"/>
                  <a:pt x="1110278" y="779107"/>
                </a:cubicBezTo>
                <a:cubicBezTo>
                  <a:pt x="1102331" y="804148"/>
                  <a:pt x="1082295" y="811328"/>
                  <a:pt x="1061927" y="796434"/>
                </a:cubicBezTo>
                <a:close/>
                <a:moveTo>
                  <a:pt x="2212181" y="783876"/>
                </a:moveTo>
                <a:cubicBezTo>
                  <a:pt x="2196448" y="778043"/>
                  <a:pt x="2197024" y="757505"/>
                  <a:pt x="2213298" y="743998"/>
                </a:cubicBezTo>
                <a:cubicBezTo>
                  <a:pt x="2233240" y="727448"/>
                  <a:pt x="2256516" y="757792"/>
                  <a:pt x="2237556" y="775623"/>
                </a:cubicBezTo>
                <a:cubicBezTo>
                  <a:pt x="2230148" y="782590"/>
                  <a:pt x="2218729" y="786304"/>
                  <a:pt x="2212181" y="783876"/>
                </a:cubicBezTo>
                <a:close/>
                <a:moveTo>
                  <a:pt x="1666875" y="754062"/>
                </a:moveTo>
                <a:cubicBezTo>
                  <a:pt x="1666875" y="731591"/>
                  <a:pt x="1674881" y="723915"/>
                  <a:pt x="1691618" y="730337"/>
                </a:cubicBezTo>
                <a:cubicBezTo>
                  <a:pt x="1712689" y="738423"/>
                  <a:pt x="1708113" y="771525"/>
                  <a:pt x="1685925" y="771525"/>
                </a:cubicBezTo>
                <a:cubicBezTo>
                  <a:pt x="1673802" y="771525"/>
                  <a:pt x="1666875" y="765175"/>
                  <a:pt x="1666875" y="754062"/>
                </a:cubicBezTo>
                <a:close/>
                <a:moveTo>
                  <a:pt x="2387600" y="755650"/>
                </a:moveTo>
                <a:cubicBezTo>
                  <a:pt x="2365378" y="733428"/>
                  <a:pt x="2396602" y="680319"/>
                  <a:pt x="2426339" y="689757"/>
                </a:cubicBezTo>
                <a:cubicBezTo>
                  <a:pt x="2451445" y="697726"/>
                  <a:pt x="2460212" y="719990"/>
                  <a:pt x="2447555" y="743640"/>
                </a:cubicBezTo>
                <a:cubicBezTo>
                  <a:pt x="2438101" y="761304"/>
                  <a:pt x="2400739" y="768789"/>
                  <a:pt x="2387600" y="755650"/>
                </a:cubicBezTo>
                <a:close/>
                <a:moveTo>
                  <a:pt x="1258124" y="725439"/>
                </a:moveTo>
                <a:cubicBezTo>
                  <a:pt x="1236104" y="684296"/>
                  <a:pt x="1284519" y="637957"/>
                  <a:pt x="1319336" y="666852"/>
                </a:cubicBezTo>
                <a:cubicBezTo>
                  <a:pt x="1336392" y="681007"/>
                  <a:pt x="1337860" y="715729"/>
                  <a:pt x="1322070" y="731520"/>
                </a:cubicBezTo>
                <a:cubicBezTo>
                  <a:pt x="1304888" y="748701"/>
                  <a:pt x="1268733" y="745264"/>
                  <a:pt x="1258124" y="725439"/>
                </a:cubicBezTo>
                <a:close/>
                <a:moveTo>
                  <a:pt x="2640330" y="731520"/>
                </a:moveTo>
                <a:cubicBezTo>
                  <a:pt x="2614814" y="706004"/>
                  <a:pt x="2634630" y="666750"/>
                  <a:pt x="2673025" y="666750"/>
                </a:cubicBezTo>
                <a:cubicBezTo>
                  <a:pt x="2702009" y="666750"/>
                  <a:pt x="2712019" y="700466"/>
                  <a:pt x="2690194" y="724582"/>
                </a:cubicBezTo>
                <a:cubicBezTo>
                  <a:pt x="2671058" y="745727"/>
                  <a:pt x="2656555" y="747745"/>
                  <a:pt x="2640330" y="731520"/>
                </a:cubicBezTo>
                <a:close/>
                <a:moveTo>
                  <a:pt x="1515934" y="692974"/>
                </a:moveTo>
                <a:cubicBezTo>
                  <a:pt x="1500967" y="678007"/>
                  <a:pt x="1502144" y="661886"/>
                  <a:pt x="1519237" y="647700"/>
                </a:cubicBezTo>
                <a:cubicBezTo>
                  <a:pt x="1535571" y="634143"/>
                  <a:pt x="1562100" y="649395"/>
                  <a:pt x="1562100" y="672343"/>
                </a:cubicBezTo>
                <a:cubicBezTo>
                  <a:pt x="1562100" y="691661"/>
                  <a:pt x="1529285" y="706325"/>
                  <a:pt x="1515934" y="692974"/>
                </a:cubicBezTo>
                <a:close/>
                <a:moveTo>
                  <a:pt x="930111" y="671788"/>
                </a:moveTo>
                <a:cubicBezTo>
                  <a:pt x="927154" y="664081"/>
                  <a:pt x="931594" y="650916"/>
                  <a:pt x="939977" y="642532"/>
                </a:cubicBezTo>
                <a:cubicBezTo>
                  <a:pt x="958696" y="623814"/>
                  <a:pt x="987660" y="645375"/>
                  <a:pt x="977913" y="670773"/>
                </a:cubicBezTo>
                <a:cubicBezTo>
                  <a:pt x="970642" y="689723"/>
                  <a:pt x="937265" y="690432"/>
                  <a:pt x="930111" y="671788"/>
                </a:cubicBezTo>
                <a:close/>
                <a:moveTo>
                  <a:pt x="1772029" y="671969"/>
                </a:moveTo>
                <a:cubicBezTo>
                  <a:pt x="1758062" y="655141"/>
                  <a:pt x="1766800" y="623023"/>
                  <a:pt x="1787507" y="615078"/>
                </a:cubicBezTo>
                <a:cubicBezTo>
                  <a:pt x="1819246" y="602898"/>
                  <a:pt x="1842557" y="649182"/>
                  <a:pt x="1817370" y="674370"/>
                </a:cubicBezTo>
                <a:cubicBezTo>
                  <a:pt x="1802098" y="689641"/>
                  <a:pt x="1785987" y="688788"/>
                  <a:pt x="1772029" y="671969"/>
                </a:cubicBezTo>
                <a:close/>
                <a:moveTo>
                  <a:pt x="2104953" y="652376"/>
                </a:moveTo>
                <a:cubicBezTo>
                  <a:pt x="2095960" y="641540"/>
                  <a:pt x="2095385" y="634479"/>
                  <a:pt x="2102883" y="626981"/>
                </a:cubicBezTo>
                <a:cubicBezTo>
                  <a:pt x="2117333" y="612531"/>
                  <a:pt x="2145193" y="625188"/>
                  <a:pt x="2141447" y="644500"/>
                </a:cubicBezTo>
                <a:cubicBezTo>
                  <a:pt x="2137170" y="666555"/>
                  <a:pt x="2119827" y="670298"/>
                  <a:pt x="2104953" y="652376"/>
                </a:cubicBezTo>
                <a:close/>
                <a:moveTo>
                  <a:pt x="1075999" y="618516"/>
                </a:moveTo>
                <a:cubicBezTo>
                  <a:pt x="1062993" y="594214"/>
                  <a:pt x="1075012" y="577141"/>
                  <a:pt x="1114918" y="563230"/>
                </a:cubicBezTo>
                <a:cubicBezTo>
                  <a:pt x="1152875" y="549998"/>
                  <a:pt x="1171668" y="579214"/>
                  <a:pt x="1148219" y="615001"/>
                </a:cubicBezTo>
                <a:cubicBezTo>
                  <a:pt x="1129235" y="643975"/>
                  <a:pt x="1090630" y="645854"/>
                  <a:pt x="1075999" y="618516"/>
                </a:cubicBezTo>
                <a:close/>
                <a:moveTo>
                  <a:pt x="2249805" y="626745"/>
                </a:moveTo>
                <a:cubicBezTo>
                  <a:pt x="2224136" y="601076"/>
                  <a:pt x="2236024" y="571500"/>
                  <a:pt x="2272011" y="571500"/>
                </a:cubicBezTo>
                <a:cubicBezTo>
                  <a:pt x="2312293" y="571500"/>
                  <a:pt x="2324471" y="592401"/>
                  <a:pt x="2299966" y="619479"/>
                </a:cubicBezTo>
                <a:cubicBezTo>
                  <a:pt x="2280546" y="640938"/>
                  <a:pt x="2266092" y="643032"/>
                  <a:pt x="2249805" y="626745"/>
                </a:cubicBezTo>
                <a:close/>
                <a:moveTo>
                  <a:pt x="1912143" y="618362"/>
                </a:moveTo>
                <a:cubicBezTo>
                  <a:pt x="1902975" y="613022"/>
                  <a:pt x="1895475" y="598150"/>
                  <a:pt x="1895475" y="585314"/>
                </a:cubicBezTo>
                <a:cubicBezTo>
                  <a:pt x="1895475" y="564002"/>
                  <a:pt x="1899199" y="561975"/>
                  <a:pt x="1938337" y="561975"/>
                </a:cubicBezTo>
                <a:cubicBezTo>
                  <a:pt x="1974320" y="561975"/>
                  <a:pt x="1981200" y="564923"/>
                  <a:pt x="1981200" y="580344"/>
                </a:cubicBezTo>
                <a:cubicBezTo>
                  <a:pt x="1981200" y="617578"/>
                  <a:pt x="1945007" y="637503"/>
                  <a:pt x="1912143" y="618362"/>
                </a:cubicBezTo>
                <a:close/>
                <a:moveTo>
                  <a:pt x="1389987" y="594514"/>
                </a:moveTo>
                <a:cubicBezTo>
                  <a:pt x="1373066" y="574125"/>
                  <a:pt x="1390086" y="547687"/>
                  <a:pt x="1420132" y="547687"/>
                </a:cubicBezTo>
                <a:cubicBezTo>
                  <a:pt x="1446050" y="547687"/>
                  <a:pt x="1455830" y="574159"/>
                  <a:pt x="1437895" y="595770"/>
                </a:cubicBezTo>
                <a:cubicBezTo>
                  <a:pt x="1422957" y="613769"/>
                  <a:pt x="1405589" y="613313"/>
                  <a:pt x="1389987" y="594514"/>
                </a:cubicBezTo>
                <a:close/>
                <a:moveTo>
                  <a:pt x="1604089" y="586947"/>
                </a:moveTo>
                <a:cubicBezTo>
                  <a:pt x="1596380" y="566857"/>
                  <a:pt x="1607201" y="552450"/>
                  <a:pt x="1629999" y="552450"/>
                </a:cubicBezTo>
                <a:cubicBezTo>
                  <a:pt x="1644389" y="552450"/>
                  <a:pt x="1648393" y="557753"/>
                  <a:pt x="1646106" y="573783"/>
                </a:cubicBezTo>
                <a:cubicBezTo>
                  <a:pt x="1642554" y="598682"/>
                  <a:pt x="1612237" y="608180"/>
                  <a:pt x="1604089" y="586947"/>
                </a:cubicBezTo>
                <a:close/>
              </a:path>
            </a:pathLst>
          </a:custGeom>
          <a:solidFill>
            <a:srgbClr val="181716">
              <a:alpha val="45000"/>
            </a:srgbClr>
          </a:solidFill>
          <a:ln>
            <a:noFill/>
          </a:ln>
        </p:spPr>
      </p:sp>
      <p:sp>
        <p:nvSpPr>
          <p:cNvPr id="8" name="TEXT: 2. [unwind + plug in]"/>
          <p:cNvSpPr/>
          <p:nvPr/>
        </p:nvSpPr>
        <p:spPr>
          <a:xfrm rot="21480000">
            <a:off x="2595562" y="11191875"/>
            <a:ext cx="6619875" cy="857250"/>
          </a:xfrm>
          <a:prstGeom prst="rect">
            <a:avLst/>
          </a:prstGeom>
          <a:solidFill>
            <a:srgbClr val="7A17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5354" rIns="165354" tIns="70866" bIns="70866"/>
          <a:lstStyle/>
          <a:p>
            <a:pPr algn="ctr">
              <a:lnSpc>
                <a:spcPts val="5673"/>
              </a:lnSpc>
            </a:pPr>
            <a:r>
              <a:rPr b="1" sz="4650">
                <a:solidFill>
                  <a:srgbClr val="FFFFFF"/>
                </a:solidFill>
                <a:latin typeface="Montserrat"/>
              </a:rPr>
              <a:t>2. [unwind + plug in]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photo border" descr="0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420000">
            <a:off x="1428750" y="2000250"/>
            <a:ext cx="7810500" cy="9334500"/>
          </a:xfrm>
          <a:prstGeom prst="rect">
            <a:avLst/>
          </a:prstGeom>
        </p:spPr>
      </p:pic>
      <p:sp>
        <p:nvSpPr>
          <p:cNvPr id="4" name="PHOTO: Step 3"/>
          <p:cNvSpPr/>
          <p:nvPr/>
        </p:nvSpPr>
        <p:spPr>
          <a:xfrm rot="-180000">
            <a:off x="2000250" y="2571750"/>
            <a:ext cx="6667500" cy="8191500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</p:sp>
      <p:sp>
        <p:nvSpPr>
          <p:cNvPr id="5" name="marker path"/>
          <p:cNvSpPr/>
          <p:nvPr/>
        </p:nvSpPr>
        <p:spPr>
          <a:xfrm rot="0">
            <a:off x="2857500" y="7681912"/>
            <a:ext cx="4953000" cy="1019175"/>
          </a:xfrm>
          <a:custGeom>
            <a:avLst/>
            <a:gdLst/>
            <a:ahLst/>
            <a:cxnLst/>
            <a:rect l="0" t="0" r="r" b="b"/>
            <a:pathLst>
              <a:path w="4953000" h="1019175">
                <a:moveTo>
                  <a:pt x="4263279" y="1011012"/>
                </a:moveTo>
                <a:cubicBezTo>
                  <a:pt x="4260163" y="1005969"/>
                  <a:pt x="4260498" y="994324"/>
                  <a:pt x="4264025" y="985134"/>
                </a:cubicBezTo>
                <a:cubicBezTo>
                  <a:pt x="4268509" y="973449"/>
                  <a:pt x="4266961" y="970573"/>
                  <a:pt x="4258876" y="975569"/>
                </a:cubicBezTo>
                <a:cubicBezTo>
                  <a:pt x="4252517" y="979499"/>
                  <a:pt x="4241483" y="977875"/>
                  <a:pt x="4234356" y="971959"/>
                </a:cubicBezTo>
                <a:cubicBezTo>
                  <a:pt x="4227112" y="965948"/>
                  <a:pt x="4210493" y="963941"/>
                  <a:pt x="4196673" y="967409"/>
                </a:cubicBezTo>
                <a:cubicBezTo>
                  <a:pt x="4163445" y="975749"/>
                  <a:pt x="4163828" y="954088"/>
                  <a:pt x="4197618" y="913931"/>
                </a:cubicBezTo>
                <a:cubicBezTo>
                  <a:pt x="4211735" y="897154"/>
                  <a:pt x="4223853" y="875732"/>
                  <a:pt x="4224545" y="866328"/>
                </a:cubicBezTo>
                <a:cubicBezTo>
                  <a:pt x="4226724" y="836756"/>
                  <a:pt x="4281632" y="778130"/>
                  <a:pt x="4403551" y="675202"/>
                </a:cubicBezTo>
                <a:lnTo>
                  <a:pt x="4458940" y="628440"/>
                </a:lnTo>
                <a:lnTo>
                  <a:pt x="4413076" y="633832"/>
                </a:lnTo>
                <a:cubicBezTo>
                  <a:pt x="4272664" y="650339"/>
                  <a:pt x="4147317" y="701306"/>
                  <a:pt x="3879476" y="850800"/>
                </a:cubicBezTo>
                <a:cubicBezTo>
                  <a:pt x="3643940" y="982263"/>
                  <a:pt x="3459071" y="1011417"/>
                  <a:pt x="3260813" y="948364"/>
                </a:cubicBezTo>
                <a:cubicBezTo>
                  <a:pt x="3109980" y="900394"/>
                  <a:pt x="2996171" y="803032"/>
                  <a:pt x="2846658" y="594062"/>
                </a:cubicBezTo>
                <a:cubicBezTo>
                  <a:pt x="2684159" y="366942"/>
                  <a:pt x="2594903" y="299189"/>
                  <a:pt x="2467672" y="306378"/>
                </a:cubicBezTo>
                <a:cubicBezTo>
                  <a:pt x="2343347" y="313403"/>
                  <a:pt x="2255119" y="374903"/>
                  <a:pt x="2083598" y="574098"/>
                </a:cubicBezTo>
                <a:cubicBezTo>
                  <a:pt x="1797805" y="906005"/>
                  <a:pt x="1700149" y="981177"/>
                  <a:pt x="1534803" y="996545"/>
                </a:cubicBezTo>
                <a:cubicBezTo>
                  <a:pt x="1357323" y="1013040"/>
                  <a:pt x="1205582" y="922230"/>
                  <a:pt x="1072209" y="719706"/>
                </a:cubicBezTo>
                <a:cubicBezTo>
                  <a:pt x="938075" y="516025"/>
                  <a:pt x="821802" y="447326"/>
                  <a:pt x="668680" y="481283"/>
                </a:cubicBezTo>
                <a:cubicBezTo>
                  <a:pt x="552711" y="507002"/>
                  <a:pt x="450836" y="567046"/>
                  <a:pt x="319480" y="687097"/>
                </a:cubicBezTo>
                <a:cubicBezTo>
                  <a:pt x="291601" y="712577"/>
                  <a:pt x="262145" y="733425"/>
                  <a:pt x="254022" y="733425"/>
                </a:cubicBezTo>
                <a:cubicBezTo>
                  <a:pt x="245899" y="733425"/>
                  <a:pt x="214727" y="763237"/>
                  <a:pt x="184750" y="799676"/>
                </a:cubicBezTo>
                <a:cubicBezTo>
                  <a:pt x="154774" y="836114"/>
                  <a:pt x="124653" y="868073"/>
                  <a:pt x="117816" y="870697"/>
                </a:cubicBezTo>
                <a:cubicBezTo>
                  <a:pt x="100754" y="877244"/>
                  <a:pt x="91306" y="859190"/>
                  <a:pt x="103872" y="844050"/>
                </a:cubicBezTo>
                <a:cubicBezTo>
                  <a:pt x="109516" y="837249"/>
                  <a:pt x="111417" y="828967"/>
                  <a:pt x="108097" y="825647"/>
                </a:cubicBezTo>
                <a:cubicBezTo>
                  <a:pt x="104777" y="822327"/>
                  <a:pt x="107136" y="813494"/>
                  <a:pt x="113340" y="806018"/>
                </a:cubicBezTo>
                <a:cubicBezTo>
                  <a:pt x="122099" y="795465"/>
                  <a:pt x="121870" y="791434"/>
                  <a:pt x="112316" y="787983"/>
                </a:cubicBezTo>
                <a:cubicBezTo>
                  <a:pt x="102271" y="784354"/>
                  <a:pt x="102265" y="779728"/>
                  <a:pt x="112287" y="762783"/>
                </a:cubicBezTo>
                <a:cubicBezTo>
                  <a:pt x="124415" y="742275"/>
                  <a:pt x="124270" y="742219"/>
                  <a:pt x="100083" y="758066"/>
                </a:cubicBezTo>
                <a:cubicBezTo>
                  <a:pt x="71434" y="776838"/>
                  <a:pt x="58366" y="769817"/>
                  <a:pt x="76809" y="745561"/>
                </a:cubicBezTo>
                <a:cubicBezTo>
                  <a:pt x="83876" y="736267"/>
                  <a:pt x="73835" y="743371"/>
                  <a:pt x="54496" y="761348"/>
                </a:cubicBezTo>
                <a:cubicBezTo>
                  <a:pt x="11740" y="801095"/>
                  <a:pt x="1887" y="794968"/>
                  <a:pt x="23141" y="741848"/>
                </a:cubicBezTo>
                <a:cubicBezTo>
                  <a:pt x="35778" y="710265"/>
                  <a:pt x="36612" y="700292"/>
                  <a:pt x="27107" y="694417"/>
                </a:cubicBezTo>
                <a:cubicBezTo>
                  <a:pt x="-1437" y="676776"/>
                  <a:pt x="163818" y="487534"/>
                  <a:pt x="290512" y="392780"/>
                </a:cubicBezTo>
                <a:cubicBezTo>
                  <a:pt x="563511" y="188605"/>
                  <a:pt x="876312" y="161561"/>
                  <a:pt x="1037798" y="328172"/>
                </a:cubicBezTo>
                <a:cubicBezTo>
                  <a:pt x="1055804" y="346750"/>
                  <a:pt x="1075053" y="362077"/>
                  <a:pt x="1080574" y="362234"/>
                </a:cubicBezTo>
                <a:cubicBezTo>
                  <a:pt x="1109466" y="363052"/>
                  <a:pt x="1194024" y="460297"/>
                  <a:pt x="1289722" y="602763"/>
                </a:cubicBezTo>
                <a:cubicBezTo>
                  <a:pt x="1335263" y="670561"/>
                  <a:pt x="1370518" y="701029"/>
                  <a:pt x="1438154" y="731041"/>
                </a:cubicBezTo>
                <a:cubicBezTo>
                  <a:pt x="1557187" y="783860"/>
                  <a:pt x="1668932" y="711133"/>
                  <a:pt x="1880865" y="442912"/>
                </a:cubicBezTo>
                <a:cubicBezTo>
                  <a:pt x="1922258" y="390525"/>
                  <a:pt x="1981294" y="318959"/>
                  <a:pt x="2012055" y="283877"/>
                </a:cubicBezTo>
                <a:cubicBezTo>
                  <a:pt x="2260506" y="529"/>
                  <a:pt x="2599141" y="-28701"/>
                  <a:pt x="2845357" y="211947"/>
                </a:cubicBezTo>
                <a:cubicBezTo>
                  <a:pt x="2923248" y="288076"/>
                  <a:pt x="2931278" y="297490"/>
                  <a:pt x="3018008" y="414337"/>
                </a:cubicBezTo>
                <a:cubicBezTo>
                  <a:pt x="3156952" y="601531"/>
                  <a:pt x="3170045" y="617275"/>
                  <a:pt x="3218860" y="655861"/>
                </a:cubicBezTo>
                <a:cubicBezTo>
                  <a:pt x="3383715" y="786172"/>
                  <a:pt x="3545450" y="768226"/>
                  <a:pt x="3867998" y="583834"/>
                </a:cubicBezTo>
                <a:cubicBezTo>
                  <a:pt x="4088320" y="457882"/>
                  <a:pt x="4191434" y="420877"/>
                  <a:pt x="4394196" y="394996"/>
                </a:cubicBezTo>
                <a:lnTo>
                  <a:pt x="4440229" y="389120"/>
                </a:lnTo>
                <a:lnTo>
                  <a:pt x="4348363" y="332536"/>
                </a:lnTo>
                <a:cubicBezTo>
                  <a:pt x="4186532" y="232858"/>
                  <a:pt x="4125136" y="179083"/>
                  <a:pt x="4153296" y="161680"/>
                </a:cubicBezTo>
                <a:cubicBezTo>
                  <a:pt x="4160129" y="157456"/>
                  <a:pt x="4153513" y="143818"/>
                  <a:pt x="4134568" y="123077"/>
                </a:cubicBezTo>
                <a:cubicBezTo>
                  <a:pt x="4102683" y="88167"/>
                  <a:pt x="4098891" y="74243"/>
                  <a:pt x="4117181" y="59242"/>
                </a:cubicBezTo>
                <a:cubicBezTo>
                  <a:pt x="4130392" y="48406"/>
                  <a:pt x="4185728" y="48703"/>
                  <a:pt x="4196693" y="59668"/>
                </a:cubicBezTo>
                <a:cubicBezTo>
                  <a:pt x="4213204" y="76179"/>
                  <a:pt x="4220919" y="64897"/>
                  <a:pt x="4205083" y="47399"/>
                </a:cubicBezTo>
                <a:cubicBezTo>
                  <a:pt x="4191662" y="32569"/>
                  <a:pt x="4190236" y="25528"/>
                  <a:pt x="4198900" y="16864"/>
                </a:cubicBezTo>
                <a:cubicBezTo>
                  <a:pt x="4231712" y="-15947"/>
                  <a:pt x="4432821" y="94258"/>
                  <a:pt x="4766884" y="328113"/>
                </a:cubicBezTo>
                <a:cubicBezTo>
                  <a:pt x="4903111" y="423476"/>
                  <a:pt x="4965479" y="494907"/>
                  <a:pt x="4943188" y="530034"/>
                </a:cubicBezTo>
                <a:cubicBezTo>
                  <a:pt x="4937026" y="539743"/>
                  <a:pt x="4848103" y="609838"/>
                  <a:pt x="4745580" y="685800"/>
                </a:cubicBezTo>
                <a:cubicBezTo>
                  <a:pt x="4643057" y="761761"/>
                  <a:pt x="4518127" y="856937"/>
                  <a:pt x="4467956" y="897302"/>
                </a:cubicBezTo>
                <a:cubicBezTo>
                  <a:pt x="4417786" y="937666"/>
                  <a:pt x="4368165" y="974637"/>
                  <a:pt x="4357687" y="979459"/>
                </a:cubicBezTo>
                <a:cubicBezTo>
                  <a:pt x="4347210" y="984282"/>
                  <a:pt x="4325778" y="993982"/>
                  <a:pt x="4310062" y="1001014"/>
                </a:cubicBezTo>
                <a:cubicBezTo>
                  <a:pt x="4294346" y="1008047"/>
                  <a:pt x="4278665" y="1015236"/>
                  <a:pt x="4275216" y="1016990"/>
                </a:cubicBezTo>
                <a:cubicBezTo>
                  <a:pt x="4271767" y="1018745"/>
                  <a:pt x="4266395" y="1016054"/>
                  <a:pt x="4263279" y="1011012"/>
                </a:cubicBezTo>
                <a:close/>
              </a:path>
            </a:pathLst>
          </a:custGeom>
          <a:solidFill>
            <a:srgbClr val="7A1732"/>
          </a:solidFill>
          <a:ln>
            <a:noFill/>
          </a:ln>
        </p:spPr>
      </p:sp>
      <p:pic>
        <p:nvPicPr>
          <p:cNvPr id="6" name="number cube" descr="01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360000">
            <a:off x="-9525" y="1114425"/>
            <a:ext cx="3257550" cy="3105150"/>
          </a:xfrm>
          <a:prstGeom prst="rect">
            <a:avLst/>
          </a:prstGeom>
        </p:spPr>
      </p:pic>
      <p:sp>
        <p:nvSpPr>
          <p:cNvPr id="7" name="number cube pattern"/>
          <p:cNvSpPr/>
          <p:nvPr/>
        </p:nvSpPr>
        <p:spPr>
          <a:xfrm rot="360000">
            <a:off x="-9525" y="1114425"/>
            <a:ext cx="3257550" cy="3105150"/>
          </a:xfrm>
          <a:custGeom>
            <a:avLst/>
            <a:gdLst/>
            <a:ahLst/>
            <a:cxnLst/>
            <a:rect l="0" t="0" r="r" b="b"/>
            <a:pathLst>
              <a:path w="3257550" h="3105150">
                <a:moveTo>
                  <a:pt x="1626037" y="2518212"/>
                </a:moveTo>
                <a:cubicBezTo>
                  <a:pt x="1612728" y="2504903"/>
                  <a:pt x="1619548" y="2467485"/>
                  <a:pt x="1636984" y="2458154"/>
                </a:cubicBezTo>
                <a:cubicBezTo>
                  <a:pt x="1662042" y="2444743"/>
                  <a:pt x="1688689" y="2466037"/>
                  <a:pt x="1684448" y="2496083"/>
                </a:cubicBezTo>
                <a:cubicBezTo>
                  <a:pt x="1681173" y="2519282"/>
                  <a:pt x="1641962" y="2534137"/>
                  <a:pt x="1626037" y="2518212"/>
                </a:cubicBezTo>
                <a:close/>
                <a:moveTo>
                  <a:pt x="2158888" y="2497181"/>
                </a:moveTo>
                <a:cubicBezTo>
                  <a:pt x="2138182" y="2474300"/>
                  <a:pt x="2138964" y="2454642"/>
                  <a:pt x="2161389" y="2434348"/>
                </a:cubicBezTo>
                <a:cubicBezTo>
                  <a:pt x="2204603" y="2395240"/>
                  <a:pt x="2263391" y="2452119"/>
                  <a:pt x="2224348" y="2495261"/>
                </a:cubicBezTo>
                <a:cubicBezTo>
                  <a:pt x="2202635" y="2519253"/>
                  <a:pt x="2179478" y="2519932"/>
                  <a:pt x="2158888" y="2497181"/>
                </a:cubicBezTo>
                <a:close/>
                <a:moveTo>
                  <a:pt x="1317171" y="2479221"/>
                </a:moveTo>
                <a:cubicBezTo>
                  <a:pt x="1332592" y="2463799"/>
                  <a:pt x="1334407" y="2463799"/>
                  <a:pt x="1349828" y="2479221"/>
                </a:cubicBezTo>
                <a:cubicBezTo>
                  <a:pt x="1365249" y="2494642"/>
                  <a:pt x="1364342" y="2495550"/>
                  <a:pt x="1333500" y="2495550"/>
                </a:cubicBezTo>
                <a:cubicBezTo>
                  <a:pt x="1302657" y="2495550"/>
                  <a:pt x="1301750" y="2494642"/>
                  <a:pt x="1317171" y="2479221"/>
                </a:cubicBezTo>
                <a:close/>
                <a:moveTo>
                  <a:pt x="1901825" y="2489200"/>
                </a:moveTo>
                <a:cubicBezTo>
                  <a:pt x="1890591" y="2477966"/>
                  <a:pt x="1895048" y="2457015"/>
                  <a:pt x="1909883" y="2451322"/>
                </a:cubicBezTo>
                <a:cubicBezTo>
                  <a:pt x="1928688" y="2444107"/>
                  <a:pt x="1952961" y="2464540"/>
                  <a:pt x="1946277" y="2481958"/>
                </a:cubicBezTo>
                <a:cubicBezTo>
                  <a:pt x="1940910" y="2495945"/>
                  <a:pt x="1913100" y="2500475"/>
                  <a:pt x="1901825" y="2489200"/>
                </a:cubicBezTo>
                <a:close/>
                <a:moveTo>
                  <a:pt x="1123950" y="2476229"/>
                </a:moveTo>
                <a:lnTo>
                  <a:pt x="1090612" y="2470322"/>
                </a:lnTo>
                <a:lnTo>
                  <a:pt x="1117503" y="2462678"/>
                </a:lnTo>
                <a:cubicBezTo>
                  <a:pt x="1134469" y="2457856"/>
                  <a:pt x="1148297" y="2458937"/>
                  <a:pt x="1154968" y="2465608"/>
                </a:cubicBezTo>
                <a:cubicBezTo>
                  <a:pt x="1169836" y="2480476"/>
                  <a:pt x="1162362" y="2483035"/>
                  <a:pt x="1123950" y="2476229"/>
                </a:cubicBezTo>
                <a:close/>
                <a:moveTo>
                  <a:pt x="2016125" y="2432050"/>
                </a:moveTo>
                <a:cubicBezTo>
                  <a:pt x="2005482" y="2421407"/>
                  <a:pt x="2009028" y="2393727"/>
                  <a:pt x="2022462" y="2382577"/>
                </a:cubicBezTo>
                <a:cubicBezTo>
                  <a:pt x="2042240" y="2366163"/>
                  <a:pt x="2071058" y="2391321"/>
                  <a:pt x="2062687" y="2417694"/>
                </a:cubicBezTo>
                <a:cubicBezTo>
                  <a:pt x="2056434" y="2437396"/>
                  <a:pt x="2029710" y="2445635"/>
                  <a:pt x="2016125" y="2432050"/>
                </a:cubicBezTo>
                <a:close/>
                <a:moveTo>
                  <a:pt x="965469" y="2414587"/>
                </a:moveTo>
                <a:cubicBezTo>
                  <a:pt x="957110" y="2392803"/>
                  <a:pt x="968820" y="2371725"/>
                  <a:pt x="989281" y="2371725"/>
                </a:cubicBezTo>
                <a:cubicBezTo>
                  <a:pt x="1011810" y="2371725"/>
                  <a:pt x="1023377" y="2398046"/>
                  <a:pt x="1008648" y="2415794"/>
                </a:cubicBezTo>
                <a:cubicBezTo>
                  <a:pt x="994317" y="2433061"/>
                  <a:pt x="972322" y="2432447"/>
                  <a:pt x="965469" y="2414587"/>
                </a:cubicBezTo>
                <a:close/>
                <a:moveTo>
                  <a:pt x="2349500" y="2422525"/>
                </a:moveTo>
                <a:cubicBezTo>
                  <a:pt x="2338594" y="2411619"/>
                  <a:pt x="2342561" y="2373517"/>
                  <a:pt x="2355056" y="2369159"/>
                </a:cubicBezTo>
                <a:cubicBezTo>
                  <a:pt x="2387837" y="2357724"/>
                  <a:pt x="2408108" y="2410660"/>
                  <a:pt x="2375708" y="2423093"/>
                </a:cubicBezTo>
                <a:cubicBezTo>
                  <a:pt x="2357052" y="2430252"/>
                  <a:pt x="2357231" y="2430256"/>
                  <a:pt x="2349500" y="2422525"/>
                </a:cubicBezTo>
                <a:close/>
                <a:moveTo>
                  <a:pt x="702004" y="2413329"/>
                </a:moveTo>
                <a:cubicBezTo>
                  <a:pt x="690504" y="2401829"/>
                  <a:pt x="694719" y="2364470"/>
                  <a:pt x="708095" y="2359337"/>
                </a:cubicBezTo>
                <a:cubicBezTo>
                  <a:pt x="728617" y="2351462"/>
                  <a:pt x="744876" y="2367287"/>
                  <a:pt x="741402" y="2391754"/>
                </a:cubicBezTo>
                <a:cubicBezTo>
                  <a:pt x="738252" y="2413934"/>
                  <a:pt x="715221" y="2426546"/>
                  <a:pt x="702004" y="2413329"/>
                </a:cubicBezTo>
                <a:close/>
                <a:moveTo>
                  <a:pt x="580655" y="2385567"/>
                </a:moveTo>
                <a:cubicBezTo>
                  <a:pt x="565614" y="2367444"/>
                  <a:pt x="576711" y="2340930"/>
                  <a:pt x="597664" y="2344924"/>
                </a:cubicBezTo>
                <a:cubicBezTo>
                  <a:pt x="618605" y="2348915"/>
                  <a:pt x="625043" y="2386465"/>
                  <a:pt x="606037" y="2393759"/>
                </a:cubicBezTo>
                <a:cubicBezTo>
                  <a:pt x="598285" y="2396733"/>
                  <a:pt x="586863" y="2393047"/>
                  <a:pt x="580655" y="2385567"/>
                </a:cubicBezTo>
                <a:close/>
                <a:moveTo>
                  <a:pt x="1221105" y="2388870"/>
                </a:moveTo>
                <a:cubicBezTo>
                  <a:pt x="1192889" y="2360654"/>
                  <a:pt x="1222343" y="2318926"/>
                  <a:pt x="1255646" y="2339933"/>
                </a:cubicBezTo>
                <a:cubicBezTo>
                  <a:pt x="1277301" y="2353593"/>
                  <a:pt x="1279207" y="2367506"/>
                  <a:pt x="1261807" y="2384906"/>
                </a:cubicBezTo>
                <a:cubicBezTo>
                  <a:pt x="1243412" y="2403302"/>
                  <a:pt x="1236235" y="2404000"/>
                  <a:pt x="1221105" y="2388870"/>
                </a:cubicBezTo>
                <a:close/>
                <a:moveTo>
                  <a:pt x="1440180" y="2388870"/>
                </a:moveTo>
                <a:cubicBezTo>
                  <a:pt x="1424151" y="2372841"/>
                  <a:pt x="1425953" y="2337782"/>
                  <a:pt x="1443717" y="2320017"/>
                </a:cubicBezTo>
                <a:cubicBezTo>
                  <a:pt x="1482200" y="2281534"/>
                  <a:pt x="1540529" y="2330791"/>
                  <a:pt x="1510588" y="2376487"/>
                </a:cubicBezTo>
                <a:cubicBezTo>
                  <a:pt x="1493869" y="2402003"/>
                  <a:pt x="1459379" y="2408069"/>
                  <a:pt x="1440180" y="2388870"/>
                </a:cubicBezTo>
                <a:close/>
                <a:moveTo>
                  <a:pt x="1773555" y="2369820"/>
                </a:moveTo>
                <a:cubicBezTo>
                  <a:pt x="1737420" y="2333685"/>
                  <a:pt x="1778840" y="2273198"/>
                  <a:pt x="1825242" y="2294340"/>
                </a:cubicBezTo>
                <a:cubicBezTo>
                  <a:pt x="1866683" y="2313222"/>
                  <a:pt x="1850829" y="2381250"/>
                  <a:pt x="1804987" y="2381250"/>
                </a:cubicBezTo>
                <a:cubicBezTo>
                  <a:pt x="1793986" y="2381250"/>
                  <a:pt x="1779841" y="2376106"/>
                  <a:pt x="1773555" y="2369820"/>
                </a:cubicBezTo>
                <a:close/>
                <a:moveTo>
                  <a:pt x="1616404" y="2365704"/>
                </a:moveTo>
                <a:cubicBezTo>
                  <a:pt x="1605145" y="2354445"/>
                  <a:pt x="1608984" y="2326422"/>
                  <a:pt x="1622495" y="2321237"/>
                </a:cubicBezTo>
                <a:cubicBezTo>
                  <a:pt x="1641693" y="2313870"/>
                  <a:pt x="1659670" y="2328827"/>
                  <a:pt x="1655796" y="2348944"/>
                </a:cubicBezTo>
                <a:cubicBezTo>
                  <a:pt x="1652263" y="2367290"/>
                  <a:pt x="1628220" y="2377520"/>
                  <a:pt x="1616404" y="2365704"/>
                </a:cubicBezTo>
                <a:close/>
                <a:moveTo>
                  <a:pt x="828787" y="2314786"/>
                </a:moveTo>
                <a:cubicBezTo>
                  <a:pt x="804578" y="2269550"/>
                  <a:pt x="848741" y="2225480"/>
                  <a:pt x="887129" y="2256566"/>
                </a:cubicBezTo>
                <a:cubicBezTo>
                  <a:pt x="906123" y="2271946"/>
                  <a:pt x="907908" y="2278328"/>
                  <a:pt x="899745" y="2301671"/>
                </a:cubicBezTo>
                <a:cubicBezTo>
                  <a:pt x="887448" y="2336837"/>
                  <a:pt x="844807" y="2344717"/>
                  <a:pt x="828787" y="2314786"/>
                </a:cubicBezTo>
                <a:close/>
                <a:moveTo>
                  <a:pt x="2120198" y="2308687"/>
                </a:moveTo>
                <a:cubicBezTo>
                  <a:pt x="2116748" y="2299696"/>
                  <a:pt x="2118064" y="2288200"/>
                  <a:pt x="2123122" y="2283142"/>
                </a:cubicBezTo>
                <a:cubicBezTo>
                  <a:pt x="2136886" y="2269378"/>
                  <a:pt x="2164051" y="2283511"/>
                  <a:pt x="2160388" y="2302530"/>
                </a:cubicBezTo>
                <a:cubicBezTo>
                  <a:pt x="2156095" y="2324819"/>
                  <a:pt x="2128038" y="2329117"/>
                  <a:pt x="2120198" y="2308687"/>
                </a:cubicBezTo>
                <a:close/>
                <a:moveTo>
                  <a:pt x="1053192" y="2299607"/>
                </a:moveTo>
                <a:cubicBezTo>
                  <a:pt x="1033373" y="2279787"/>
                  <a:pt x="1034309" y="2263921"/>
                  <a:pt x="1056482" y="2243854"/>
                </a:cubicBezTo>
                <a:cubicBezTo>
                  <a:pt x="1092483" y="2211274"/>
                  <a:pt x="1137492" y="2268647"/>
                  <a:pt x="1102995" y="2303145"/>
                </a:cubicBezTo>
                <a:cubicBezTo>
                  <a:pt x="1087471" y="2318668"/>
                  <a:pt x="1071090" y="2317504"/>
                  <a:pt x="1053192" y="2299607"/>
                </a:cubicBezTo>
                <a:close/>
                <a:moveTo>
                  <a:pt x="1959193" y="2284534"/>
                </a:moveTo>
                <a:cubicBezTo>
                  <a:pt x="1937421" y="2272350"/>
                  <a:pt x="1938716" y="2231866"/>
                  <a:pt x="1961265" y="2219798"/>
                </a:cubicBezTo>
                <a:cubicBezTo>
                  <a:pt x="1989244" y="2204824"/>
                  <a:pt x="2025738" y="2237121"/>
                  <a:pt x="2011307" y="2264086"/>
                </a:cubicBezTo>
                <a:cubicBezTo>
                  <a:pt x="1998010" y="2288931"/>
                  <a:pt x="1979810" y="2296072"/>
                  <a:pt x="1959193" y="2284534"/>
                </a:cubicBezTo>
                <a:close/>
                <a:moveTo>
                  <a:pt x="2257860" y="2281761"/>
                </a:moveTo>
                <a:cubicBezTo>
                  <a:pt x="2230768" y="2249118"/>
                  <a:pt x="2268133" y="2193934"/>
                  <a:pt x="2302668" y="2215583"/>
                </a:cubicBezTo>
                <a:cubicBezTo>
                  <a:pt x="2325163" y="2229685"/>
                  <a:pt x="2328563" y="2261126"/>
                  <a:pt x="2309639" y="2280050"/>
                </a:cubicBezTo>
                <a:cubicBezTo>
                  <a:pt x="2290502" y="2299187"/>
                  <a:pt x="2272807" y="2299772"/>
                  <a:pt x="2257860" y="2281761"/>
                </a:cubicBezTo>
                <a:close/>
                <a:moveTo>
                  <a:pt x="2428478" y="2280759"/>
                </a:moveTo>
                <a:cubicBezTo>
                  <a:pt x="2408355" y="2256512"/>
                  <a:pt x="2441444" y="2227812"/>
                  <a:pt x="2463775" y="2250143"/>
                </a:cubicBezTo>
                <a:cubicBezTo>
                  <a:pt x="2479343" y="2265711"/>
                  <a:pt x="2468930" y="2295525"/>
                  <a:pt x="2447925" y="2295525"/>
                </a:cubicBezTo>
                <a:cubicBezTo>
                  <a:pt x="2443969" y="2295525"/>
                  <a:pt x="2435218" y="2288880"/>
                  <a:pt x="2428478" y="2280759"/>
                </a:cubicBezTo>
                <a:close/>
                <a:moveTo>
                  <a:pt x="568322" y="2253358"/>
                </a:moveTo>
                <a:cubicBezTo>
                  <a:pt x="560226" y="2232260"/>
                  <a:pt x="585412" y="2215945"/>
                  <a:pt x="599631" y="2233077"/>
                </a:cubicBezTo>
                <a:cubicBezTo>
                  <a:pt x="606016" y="2240771"/>
                  <a:pt x="608474" y="2251539"/>
                  <a:pt x="605095" y="2257007"/>
                </a:cubicBezTo>
                <a:cubicBezTo>
                  <a:pt x="596212" y="2271379"/>
                  <a:pt x="574407" y="2269216"/>
                  <a:pt x="568322" y="2253358"/>
                </a:cubicBezTo>
                <a:close/>
                <a:moveTo>
                  <a:pt x="1348806" y="2232833"/>
                </a:moveTo>
                <a:cubicBezTo>
                  <a:pt x="1341080" y="2212699"/>
                  <a:pt x="1340950" y="2213235"/>
                  <a:pt x="1357588" y="2196597"/>
                </a:cubicBezTo>
                <a:cubicBezTo>
                  <a:pt x="1382335" y="2171850"/>
                  <a:pt x="1416712" y="2199493"/>
                  <a:pt x="1403619" y="2233612"/>
                </a:cubicBezTo>
                <a:cubicBezTo>
                  <a:pt x="1396357" y="2252537"/>
                  <a:pt x="1356148" y="2251965"/>
                  <a:pt x="1348806" y="2232833"/>
                </a:cubicBezTo>
                <a:close/>
                <a:moveTo>
                  <a:pt x="691478" y="2225935"/>
                </a:moveTo>
                <a:cubicBezTo>
                  <a:pt x="655745" y="2199806"/>
                  <a:pt x="693757" y="2135001"/>
                  <a:pt x="731043" y="2158482"/>
                </a:cubicBezTo>
                <a:cubicBezTo>
                  <a:pt x="754407" y="2173195"/>
                  <a:pt x="757076" y="2198453"/>
                  <a:pt x="737546" y="2220033"/>
                </a:cubicBezTo>
                <a:cubicBezTo>
                  <a:pt x="717896" y="2241746"/>
                  <a:pt x="713816" y="2242269"/>
                  <a:pt x="691478" y="2225935"/>
                </a:cubicBezTo>
                <a:close/>
                <a:moveTo>
                  <a:pt x="1663700" y="2232025"/>
                </a:moveTo>
                <a:cubicBezTo>
                  <a:pt x="1660207" y="2228532"/>
                  <a:pt x="1657350" y="2217816"/>
                  <a:pt x="1657350" y="2208212"/>
                </a:cubicBezTo>
                <a:cubicBezTo>
                  <a:pt x="1657350" y="2188272"/>
                  <a:pt x="1691376" y="2183623"/>
                  <a:pt x="1698015" y="2202656"/>
                </a:cubicBezTo>
                <a:cubicBezTo>
                  <a:pt x="1707149" y="2228840"/>
                  <a:pt x="1682020" y="2250345"/>
                  <a:pt x="1663700" y="2232025"/>
                </a:cubicBezTo>
                <a:close/>
                <a:moveTo>
                  <a:pt x="1201725" y="2194591"/>
                </a:moveTo>
                <a:cubicBezTo>
                  <a:pt x="1156970" y="2163244"/>
                  <a:pt x="1208570" y="2081786"/>
                  <a:pt x="1254836" y="2110748"/>
                </a:cubicBezTo>
                <a:cubicBezTo>
                  <a:pt x="1281210" y="2127257"/>
                  <a:pt x="1281725" y="2176379"/>
                  <a:pt x="1255715" y="2194597"/>
                </a:cubicBezTo>
                <a:cubicBezTo>
                  <a:pt x="1229001" y="2213308"/>
                  <a:pt x="1228448" y="2213308"/>
                  <a:pt x="1201725" y="2194591"/>
                </a:cubicBezTo>
                <a:close/>
                <a:moveTo>
                  <a:pt x="1506855" y="2179320"/>
                </a:moveTo>
                <a:cubicBezTo>
                  <a:pt x="1473022" y="2145487"/>
                  <a:pt x="1512286" y="2093118"/>
                  <a:pt x="1551102" y="2120305"/>
                </a:cubicBezTo>
                <a:cubicBezTo>
                  <a:pt x="1575413" y="2137333"/>
                  <a:pt x="1577205" y="2155233"/>
                  <a:pt x="1556657" y="2175782"/>
                </a:cubicBezTo>
                <a:cubicBezTo>
                  <a:pt x="1538759" y="2193679"/>
                  <a:pt x="1522378" y="2194843"/>
                  <a:pt x="1506855" y="2179320"/>
                </a:cubicBezTo>
                <a:close/>
                <a:moveTo>
                  <a:pt x="1819654" y="2176919"/>
                </a:moveTo>
                <a:cubicBezTo>
                  <a:pt x="1793197" y="2145041"/>
                  <a:pt x="1835705" y="2106215"/>
                  <a:pt x="1864995" y="2135505"/>
                </a:cubicBezTo>
                <a:cubicBezTo>
                  <a:pt x="1880058" y="2150568"/>
                  <a:pt x="1879421" y="2157817"/>
                  <a:pt x="1861457" y="2175782"/>
                </a:cubicBezTo>
                <a:cubicBezTo>
                  <a:pt x="1842896" y="2194342"/>
                  <a:pt x="1834308" y="2194576"/>
                  <a:pt x="1819654" y="2176919"/>
                </a:cubicBezTo>
                <a:close/>
                <a:moveTo>
                  <a:pt x="2146286" y="2166198"/>
                </a:moveTo>
                <a:cubicBezTo>
                  <a:pt x="2143114" y="2157934"/>
                  <a:pt x="2147535" y="2144157"/>
                  <a:pt x="2156110" y="2135582"/>
                </a:cubicBezTo>
                <a:cubicBezTo>
                  <a:pt x="2178205" y="2113487"/>
                  <a:pt x="2211071" y="2142451"/>
                  <a:pt x="2191146" y="2166459"/>
                </a:cubicBezTo>
                <a:cubicBezTo>
                  <a:pt x="2175351" y="2185491"/>
                  <a:pt x="2153640" y="2185365"/>
                  <a:pt x="2146286" y="2166198"/>
                </a:cubicBezTo>
                <a:close/>
                <a:moveTo>
                  <a:pt x="963026" y="2158619"/>
                </a:moveTo>
                <a:cubicBezTo>
                  <a:pt x="948677" y="2141329"/>
                  <a:pt x="959644" y="2114550"/>
                  <a:pt x="981075" y="2114550"/>
                </a:cubicBezTo>
                <a:cubicBezTo>
                  <a:pt x="1004337" y="2114550"/>
                  <a:pt x="1012035" y="2139379"/>
                  <a:pt x="994277" y="2157136"/>
                </a:cubicBezTo>
                <a:cubicBezTo>
                  <a:pt x="976553" y="2174860"/>
                  <a:pt x="976507" y="2174862"/>
                  <a:pt x="963026" y="2158619"/>
                </a:cubicBezTo>
                <a:close/>
                <a:moveTo>
                  <a:pt x="2500992" y="2156732"/>
                </a:moveTo>
                <a:cubicBezTo>
                  <a:pt x="2461924" y="2117664"/>
                  <a:pt x="2504603" y="2060234"/>
                  <a:pt x="2553326" y="2086310"/>
                </a:cubicBezTo>
                <a:cubicBezTo>
                  <a:pt x="2576589" y="2098760"/>
                  <a:pt x="2577117" y="2135315"/>
                  <a:pt x="2554331" y="2155936"/>
                </a:cubicBezTo>
                <a:cubicBezTo>
                  <a:pt x="2532584" y="2175616"/>
                  <a:pt x="2520064" y="2175803"/>
                  <a:pt x="2500992" y="2156732"/>
                </a:cubicBezTo>
                <a:close/>
                <a:moveTo>
                  <a:pt x="552450" y="2095500"/>
                </a:moveTo>
                <a:cubicBezTo>
                  <a:pt x="552450" y="2063965"/>
                  <a:pt x="555604" y="2056624"/>
                  <a:pt x="568097" y="2059082"/>
                </a:cubicBezTo>
                <a:cubicBezTo>
                  <a:pt x="607829" y="2066902"/>
                  <a:pt x="607829" y="2124097"/>
                  <a:pt x="568097" y="2131917"/>
                </a:cubicBezTo>
                <a:cubicBezTo>
                  <a:pt x="555604" y="2134375"/>
                  <a:pt x="552450" y="2127034"/>
                  <a:pt x="552450" y="2095500"/>
                </a:cubicBezTo>
                <a:close/>
                <a:moveTo>
                  <a:pt x="2308669" y="2119768"/>
                </a:moveTo>
                <a:cubicBezTo>
                  <a:pt x="2302034" y="2102477"/>
                  <a:pt x="2311671" y="2085975"/>
                  <a:pt x="2328405" y="2085975"/>
                </a:cubicBezTo>
                <a:cubicBezTo>
                  <a:pt x="2345784" y="2085975"/>
                  <a:pt x="2353592" y="2109822"/>
                  <a:pt x="2340500" y="2122914"/>
                </a:cubicBezTo>
                <a:cubicBezTo>
                  <a:pt x="2325991" y="2137423"/>
                  <a:pt x="2315028" y="2136340"/>
                  <a:pt x="2308669" y="2119768"/>
                </a:cubicBezTo>
                <a:close/>
                <a:moveTo>
                  <a:pt x="2009877" y="2109911"/>
                </a:moveTo>
                <a:cubicBezTo>
                  <a:pt x="2003006" y="2101631"/>
                  <a:pt x="2000681" y="2085553"/>
                  <a:pt x="2004281" y="2071210"/>
                </a:cubicBezTo>
                <a:cubicBezTo>
                  <a:pt x="2012594" y="2038086"/>
                  <a:pt x="2060476" y="2040741"/>
                  <a:pt x="2065274" y="2074593"/>
                </a:cubicBezTo>
                <a:cubicBezTo>
                  <a:pt x="2071029" y="2115187"/>
                  <a:pt x="2033901" y="2138857"/>
                  <a:pt x="2009877" y="2109911"/>
                </a:cubicBezTo>
                <a:close/>
                <a:moveTo>
                  <a:pt x="800479" y="2091195"/>
                </a:moveTo>
                <a:cubicBezTo>
                  <a:pt x="775177" y="2060707"/>
                  <a:pt x="812340" y="2013873"/>
                  <a:pt x="845343" y="2034657"/>
                </a:cubicBezTo>
                <a:cubicBezTo>
                  <a:pt x="868061" y="2048963"/>
                  <a:pt x="870848" y="2071016"/>
                  <a:pt x="852282" y="2089581"/>
                </a:cubicBezTo>
                <a:cubicBezTo>
                  <a:pt x="833154" y="2108709"/>
                  <a:pt x="815472" y="2109260"/>
                  <a:pt x="800479" y="2091195"/>
                </a:cubicBezTo>
                <a:close/>
                <a:moveTo>
                  <a:pt x="1076764" y="2072217"/>
                </a:moveTo>
                <a:cubicBezTo>
                  <a:pt x="1051040" y="2041221"/>
                  <a:pt x="1093611" y="2003929"/>
                  <a:pt x="1122145" y="2032463"/>
                </a:cubicBezTo>
                <a:cubicBezTo>
                  <a:pt x="1134276" y="2044594"/>
                  <a:pt x="1135518" y="2052037"/>
                  <a:pt x="1127530" y="2064722"/>
                </a:cubicBezTo>
                <a:cubicBezTo>
                  <a:pt x="1113622" y="2086807"/>
                  <a:pt x="1091575" y="2090062"/>
                  <a:pt x="1076764" y="2072217"/>
                </a:cubicBezTo>
                <a:close/>
                <a:moveTo>
                  <a:pt x="1676207" y="2066565"/>
                </a:moveTo>
                <a:cubicBezTo>
                  <a:pt x="1655676" y="2028201"/>
                  <a:pt x="1689386" y="1985941"/>
                  <a:pt x="1731694" y="1997004"/>
                </a:cubicBezTo>
                <a:cubicBezTo>
                  <a:pt x="1759320" y="2004229"/>
                  <a:pt x="1766976" y="2034290"/>
                  <a:pt x="1748407" y="2062628"/>
                </a:cubicBezTo>
                <a:cubicBezTo>
                  <a:pt x="1729402" y="2091634"/>
                  <a:pt x="1690751" y="2093741"/>
                  <a:pt x="1676207" y="2066565"/>
                </a:cubicBezTo>
                <a:close/>
                <a:moveTo>
                  <a:pt x="1395108" y="2056441"/>
                </a:moveTo>
                <a:cubicBezTo>
                  <a:pt x="1387472" y="2032384"/>
                  <a:pt x="1401148" y="2016256"/>
                  <a:pt x="1425247" y="2020897"/>
                </a:cubicBezTo>
                <a:cubicBezTo>
                  <a:pt x="1446699" y="2025028"/>
                  <a:pt x="1454513" y="2056813"/>
                  <a:pt x="1436830" y="2068019"/>
                </a:cubicBezTo>
                <a:cubicBezTo>
                  <a:pt x="1415651" y="2081441"/>
                  <a:pt x="1401825" y="2077604"/>
                  <a:pt x="1395108" y="2056441"/>
                </a:cubicBezTo>
                <a:close/>
                <a:moveTo>
                  <a:pt x="680796" y="2034588"/>
                </a:moveTo>
                <a:cubicBezTo>
                  <a:pt x="657537" y="2017582"/>
                  <a:pt x="670427" y="1981200"/>
                  <a:pt x="699710" y="1981200"/>
                </a:cubicBezTo>
                <a:cubicBezTo>
                  <a:pt x="723220" y="1981200"/>
                  <a:pt x="736248" y="2000859"/>
                  <a:pt x="727627" y="2023326"/>
                </a:cubicBezTo>
                <a:cubicBezTo>
                  <a:pt x="719969" y="2043281"/>
                  <a:pt x="699437" y="2048219"/>
                  <a:pt x="680796" y="2034588"/>
                </a:cubicBezTo>
                <a:close/>
                <a:moveTo>
                  <a:pt x="2393156" y="2032041"/>
                </a:moveTo>
                <a:cubicBezTo>
                  <a:pt x="2377204" y="2025605"/>
                  <a:pt x="2377983" y="1986243"/>
                  <a:pt x="2394330" y="1972676"/>
                </a:cubicBezTo>
                <a:cubicBezTo>
                  <a:pt x="2422468" y="1949324"/>
                  <a:pt x="2456266" y="1985916"/>
                  <a:pt x="2438030" y="2019990"/>
                </a:cubicBezTo>
                <a:cubicBezTo>
                  <a:pt x="2428313" y="2038146"/>
                  <a:pt x="2416288" y="2041375"/>
                  <a:pt x="2393156" y="2032041"/>
                </a:cubicBezTo>
                <a:close/>
                <a:moveTo>
                  <a:pt x="1900830" y="2013769"/>
                </a:moveTo>
                <a:cubicBezTo>
                  <a:pt x="1877391" y="1990331"/>
                  <a:pt x="1905819" y="1947295"/>
                  <a:pt x="1934575" y="1962685"/>
                </a:cubicBezTo>
                <a:cubicBezTo>
                  <a:pt x="1955012" y="1973623"/>
                  <a:pt x="1958245" y="2000344"/>
                  <a:pt x="1941195" y="2017395"/>
                </a:cubicBezTo>
                <a:cubicBezTo>
                  <a:pt x="1926117" y="2032472"/>
                  <a:pt x="1918883" y="2031822"/>
                  <a:pt x="1900830" y="2013769"/>
                </a:cubicBezTo>
                <a:close/>
                <a:moveTo>
                  <a:pt x="2176466" y="2006354"/>
                </a:moveTo>
                <a:cubicBezTo>
                  <a:pt x="2159738" y="1980825"/>
                  <a:pt x="2165591" y="1956564"/>
                  <a:pt x="2191870" y="1942500"/>
                </a:cubicBezTo>
                <a:cubicBezTo>
                  <a:pt x="2218774" y="1928101"/>
                  <a:pt x="2247900" y="1947403"/>
                  <a:pt x="2247900" y="1979630"/>
                </a:cubicBezTo>
                <a:cubicBezTo>
                  <a:pt x="2247900" y="2029597"/>
                  <a:pt x="2202760" y="2046485"/>
                  <a:pt x="2176466" y="2006354"/>
                </a:cubicBezTo>
                <a:close/>
                <a:moveTo>
                  <a:pt x="2606954" y="2006441"/>
                </a:moveTo>
                <a:cubicBezTo>
                  <a:pt x="2604027" y="1998816"/>
                  <a:pt x="2606809" y="1985497"/>
                  <a:pt x="2613136" y="1976844"/>
                </a:cubicBezTo>
                <a:cubicBezTo>
                  <a:pt x="2628953" y="1955213"/>
                  <a:pt x="2659389" y="1967738"/>
                  <a:pt x="2655597" y="1994318"/>
                </a:cubicBezTo>
                <a:cubicBezTo>
                  <a:pt x="2652212" y="2018043"/>
                  <a:pt x="2614968" y="2027326"/>
                  <a:pt x="2606954" y="2006441"/>
                </a:cubicBezTo>
                <a:close/>
                <a:moveTo>
                  <a:pt x="1557998" y="1994788"/>
                </a:moveTo>
                <a:cubicBezTo>
                  <a:pt x="1549777" y="1986566"/>
                  <a:pt x="1543115" y="1976930"/>
                  <a:pt x="1543195" y="1973375"/>
                </a:cubicBezTo>
                <a:cubicBezTo>
                  <a:pt x="1543999" y="1937758"/>
                  <a:pt x="1602911" y="1933456"/>
                  <a:pt x="1607921" y="1968649"/>
                </a:cubicBezTo>
                <a:cubicBezTo>
                  <a:pt x="1612067" y="1997773"/>
                  <a:pt x="1578539" y="2015328"/>
                  <a:pt x="1557998" y="1994788"/>
                </a:cubicBezTo>
                <a:close/>
                <a:moveTo>
                  <a:pt x="1263647" y="1986658"/>
                </a:moveTo>
                <a:cubicBezTo>
                  <a:pt x="1257425" y="1970442"/>
                  <a:pt x="1280832" y="1948384"/>
                  <a:pt x="1294982" y="1957129"/>
                </a:cubicBezTo>
                <a:cubicBezTo>
                  <a:pt x="1300450" y="1960509"/>
                  <a:pt x="1304925" y="1971593"/>
                  <a:pt x="1304925" y="1981762"/>
                </a:cubicBezTo>
                <a:cubicBezTo>
                  <a:pt x="1304925" y="2003590"/>
                  <a:pt x="1271659" y="2007536"/>
                  <a:pt x="1263647" y="1986658"/>
                </a:cubicBezTo>
                <a:close/>
                <a:moveTo>
                  <a:pt x="914878" y="1967488"/>
                </a:moveTo>
                <a:cubicBezTo>
                  <a:pt x="891852" y="1939744"/>
                  <a:pt x="906680" y="1903050"/>
                  <a:pt x="946456" y="1889346"/>
                </a:cubicBezTo>
                <a:cubicBezTo>
                  <a:pt x="990461" y="1874184"/>
                  <a:pt x="1000125" y="1878520"/>
                  <a:pt x="1000125" y="1913426"/>
                </a:cubicBezTo>
                <a:cubicBezTo>
                  <a:pt x="1000125" y="1961111"/>
                  <a:pt x="940806" y="1998729"/>
                  <a:pt x="914878" y="1967488"/>
                </a:cubicBezTo>
                <a:close/>
                <a:moveTo>
                  <a:pt x="2051073" y="1956747"/>
                </a:moveTo>
                <a:cubicBezTo>
                  <a:pt x="2043135" y="1936059"/>
                  <a:pt x="2063289" y="1916604"/>
                  <a:pt x="2077714" y="1931029"/>
                </a:cubicBezTo>
                <a:cubicBezTo>
                  <a:pt x="2089907" y="1943222"/>
                  <a:pt x="2082353" y="1971675"/>
                  <a:pt x="2066925" y="1971675"/>
                </a:cubicBezTo>
                <a:cubicBezTo>
                  <a:pt x="2061357" y="1971675"/>
                  <a:pt x="2054224" y="1964957"/>
                  <a:pt x="2051073" y="1956747"/>
                </a:cubicBezTo>
                <a:close/>
                <a:moveTo>
                  <a:pt x="558864" y="1936814"/>
                </a:moveTo>
                <a:cubicBezTo>
                  <a:pt x="545603" y="1923553"/>
                  <a:pt x="551827" y="1838325"/>
                  <a:pt x="566057" y="1838325"/>
                </a:cubicBezTo>
                <a:cubicBezTo>
                  <a:pt x="588521" y="1838325"/>
                  <a:pt x="610827" y="1867699"/>
                  <a:pt x="607735" y="1893210"/>
                </a:cubicBezTo>
                <a:cubicBezTo>
                  <a:pt x="604769" y="1917691"/>
                  <a:pt x="570403" y="1948353"/>
                  <a:pt x="558864" y="1936814"/>
                </a:cubicBezTo>
                <a:close/>
                <a:moveTo>
                  <a:pt x="1374856" y="1899275"/>
                </a:moveTo>
                <a:cubicBezTo>
                  <a:pt x="1353294" y="1866368"/>
                  <a:pt x="1367432" y="1844017"/>
                  <a:pt x="1412236" y="1840179"/>
                </a:cubicBezTo>
                <a:cubicBezTo>
                  <a:pt x="1453923" y="1836608"/>
                  <a:pt x="1467916" y="1863604"/>
                  <a:pt x="1443607" y="1900703"/>
                </a:cubicBezTo>
                <a:cubicBezTo>
                  <a:pt x="1423750" y="1931010"/>
                  <a:pt x="1395261" y="1930418"/>
                  <a:pt x="1374856" y="1899275"/>
                </a:cubicBezTo>
                <a:close/>
                <a:moveTo>
                  <a:pt x="2290197" y="1913610"/>
                </a:moveTo>
                <a:cubicBezTo>
                  <a:pt x="2278563" y="1894785"/>
                  <a:pt x="2309222" y="1872786"/>
                  <a:pt x="2323356" y="1889817"/>
                </a:cubicBezTo>
                <a:cubicBezTo>
                  <a:pt x="2329906" y="1897708"/>
                  <a:pt x="2332499" y="1908639"/>
                  <a:pt x="2329120" y="1914107"/>
                </a:cubicBezTo>
                <a:cubicBezTo>
                  <a:pt x="2321069" y="1927133"/>
                  <a:pt x="2298376" y="1926844"/>
                  <a:pt x="2290197" y="1913610"/>
                </a:cubicBezTo>
                <a:close/>
                <a:moveTo>
                  <a:pt x="1784643" y="1900301"/>
                </a:moveTo>
                <a:cubicBezTo>
                  <a:pt x="1781344" y="1891703"/>
                  <a:pt x="1783212" y="1880102"/>
                  <a:pt x="1788795" y="1874520"/>
                </a:cubicBezTo>
                <a:cubicBezTo>
                  <a:pt x="1803307" y="1860007"/>
                  <a:pt x="1830804" y="1873271"/>
                  <a:pt x="1827013" y="1892955"/>
                </a:cubicBezTo>
                <a:cubicBezTo>
                  <a:pt x="1822790" y="1914880"/>
                  <a:pt x="1792269" y="1920172"/>
                  <a:pt x="1784643" y="1900301"/>
                </a:cubicBezTo>
                <a:close/>
                <a:moveTo>
                  <a:pt x="751812" y="1880389"/>
                </a:moveTo>
                <a:cubicBezTo>
                  <a:pt x="737290" y="1862891"/>
                  <a:pt x="749675" y="1835454"/>
                  <a:pt x="774284" y="1830606"/>
                </a:cubicBezTo>
                <a:cubicBezTo>
                  <a:pt x="798042" y="1825926"/>
                  <a:pt x="812870" y="1862293"/>
                  <a:pt x="794638" y="1880526"/>
                </a:cubicBezTo>
                <a:cubicBezTo>
                  <a:pt x="775821" y="1899342"/>
                  <a:pt x="767520" y="1899316"/>
                  <a:pt x="751812" y="1880389"/>
                </a:cubicBezTo>
                <a:close/>
                <a:moveTo>
                  <a:pt x="1146927" y="1888185"/>
                </a:moveTo>
                <a:cubicBezTo>
                  <a:pt x="1127808" y="1875271"/>
                  <a:pt x="1125251" y="1840099"/>
                  <a:pt x="1142310" y="1824661"/>
                </a:cubicBezTo>
                <a:cubicBezTo>
                  <a:pt x="1161063" y="1807690"/>
                  <a:pt x="1209464" y="1823107"/>
                  <a:pt x="1209600" y="1846094"/>
                </a:cubicBezTo>
                <a:cubicBezTo>
                  <a:pt x="1209822" y="1883465"/>
                  <a:pt x="1174780" y="1906998"/>
                  <a:pt x="1146927" y="1888185"/>
                </a:cubicBezTo>
                <a:close/>
                <a:moveTo>
                  <a:pt x="2548617" y="1880507"/>
                </a:moveTo>
                <a:cubicBezTo>
                  <a:pt x="2540385" y="1872274"/>
                  <a:pt x="2533650" y="1859722"/>
                  <a:pt x="2533650" y="1852612"/>
                </a:cubicBezTo>
                <a:cubicBezTo>
                  <a:pt x="2533650" y="1840300"/>
                  <a:pt x="2558342" y="1809750"/>
                  <a:pt x="2568294" y="1809750"/>
                </a:cubicBezTo>
                <a:cubicBezTo>
                  <a:pt x="2586365" y="1809750"/>
                  <a:pt x="2609850" y="1833085"/>
                  <a:pt x="2609850" y="1851042"/>
                </a:cubicBezTo>
                <a:cubicBezTo>
                  <a:pt x="2609850" y="1891676"/>
                  <a:pt x="2576051" y="1907940"/>
                  <a:pt x="2548617" y="1880507"/>
                </a:cubicBezTo>
                <a:close/>
                <a:moveTo>
                  <a:pt x="1596117" y="1842407"/>
                </a:moveTo>
                <a:cubicBezTo>
                  <a:pt x="1584850" y="1831139"/>
                  <a:pt x="1583602" y="1822965"/>
                  <a:pt x="1591029" y="1809088"/>
                </a:cubicBezTo>
                <a:cubicBezTo>
                  <a:pt x="1608377" y="1776672"/>
                  <a:pt x="1647825" y="1790671"/>
                  <a:pt x="1647825" y="1829243"/>
                </a:cubicBezTo>
                <a:cubicBezTo>
                  <a:pt x="1647825" y="1848372"/>
                  <a:pt x="1611365" y="1857654"/>
                  <a:pt x="1596117" y="1842407"/>
                </a:cubicBezTo>
                <a:close/>
                <a:moveTo>
                  <a:pt x="1964055" y="1836420"/>
                </a:moveTo>
                <a:cubicBezTo>
                  <a:pt x="1935823" y="1808188"/>
                  <a:pt x="1956953" y="1752600"/>
                  <a:pt x="1995916" y="1752600"/>
                </a:cubicBezTo>
                <a:cubicBezTo>
                  <a:pt x="2019293" y="1752600"/>
                  <a:pt x="2047875" y="1780145"/>
                  <a:pt x="2047875" y="1802675"/>
                </a:cubicBezTo>
                <a:cubicBezTo>
                  <a:pt x="2047875" y="1839079"/>
                  <a:pt x="1990009" y="1862374"/>
                  <a:pt x="1964055" y="1836420"/>
                </a:cubicBezTo>
                <a:close/>
                <a:moveTo>
                  <a:pt x="2156539" y="1834722"/>
                </a:moveTo>
                <a:cubicBezTo>
                  <a:pt x="2148830" y="1814632"/>
                  <a:pt x="2159651" y="1800225"/>
                  <a:pt x="2182449" y="1800225"/>
                </a:cubicBezTo>
                <a:cubicBezTo>
                  <a:pt x="2196839" y="1800225"/>
                  <a:pt x="2200843" y="1805528"/>
                  <a:pt x="2198556" y="1821558"/>
                </a:cubicBezTo>
                <a:cubicBezTo>
                  <a:pt x="2195004" y="1846457"/>
                  <a:pt x="2164687" y="1855955"/>
                  <a:pt x="2156539" y="1834722"/>
                </a:cubicBezTo>
                <a:close/>
                <a:moveTo>
                  <a:pt x="2369236" y="1802606"/>
                </a:moveTo>
                <a:cubicBezTo>
                  <a:pt x="2334701" y="1764142"/>
                  <a:pt x="2384997" y="1701087"/>
                  <a:pt x="2424236" y="1733652"/>
                </a:cubicBezTo>
                <a:cubicBezTo>
                  <a:pt x="2444851" y="1750762"/>
                  <a:pt x="2442223" y="1797508"/>
                  <a:pt x="2419976" y="1809414"/>
                </a:cubicBezTo>
                <a:cubicBezTo>
                  <a:pt x="2394632" y="1822978"/>
                  <a:pt x="2386554" y="1821894"/>
                  <a:pt x="2369236" y="1802606"/>
                </a:cubicBezTo>
                <a:close/>
                <a:moveTo>
                  <a:pt x="873323" y="1794073"/>
                </a:moveTo>
                <a:cubicBezTo>
                  <a:pt x="858650" y="1779400"/>
                  <a:pt x="867156" y="1752600"/>
                  <a:pt x="886487" y="1752600"/>
                </a:cubicBezTo>
                <a:cubicBezTo>
                  <a:pt x="901303" y="1752600"/>
                  <a:pt x="905443" y="1757737"/>
                  <a:pt x="903156" y="1773285"/>
                </a:cubicBezTo>
                <a:cubicBezTo>
                  <a:pt x="899995" y="1794766"/>
                  <a:pt x="884685" y="1805435"/>
                  <a:pt x="873323" y="1794073"/>
                </a:cubicBezTo>
                <a:close/>
                <a:moveTo>
                  <a:pt x="1743177" y="1767011"/>
                </a:moveTo>
                <a:cubicBezTo>
                  <a:pt x="1728697" y="1749564"/>
                  <a:pt x="1737629" y="1709102"/>
                  <a:pt x="1757656" y="1701417"/>
                </a:cubicBezTo>
                <a:cubicBezTo>
                  <a:pt x="1778692" y="1693345"/>
                  <a:pt x="1809750" y="1715571"/>
                  <a:pt x="1809750" y="1738698"/>
                </a:cubicBezTo>
                <a:cubicBezTo>
                  <a:pt x="1809750" y="1777289"/>
                  <a:pt x="1766850" y="1795534"/>
                  <a:pt x="1743177" y="1767011"/>
                </a:cubicBezTo>
                <a:close/>
                <a:moveTo>
                  <a:pt x="589887" y="1756564"/>
                </a:moveTo>
                <a:cubicBezTo>
                  <a:pt x="574112" y="1737556"/>
                  <a:pt x="589270" y="1709737"/>
                  <a:pt x="615400" y="1709737"/>
                </a:cubicBezTo>
                <a:cubicBezTo>
                  <a:pt x="648470" y="1709737"/>
                  <a:pt x="641546" y="1770694"/>
                  <a:pt x="608385" y="1771504"/>
                </a:cubicBezTo>
                <a:cubicBezTo>
                  <a:pt x="605097" y="1771584"/>
                  <a:pt x="596773" y="1764861"/>
                  <a:pt x="589887" y="1756564"/>
                </a:cubicBezTo>
                <a:close/>
                <a:moveTo>
                  <a:pt x="1006398" y="1757866"/>
                </a:moveTo>
                <a:cubicBezTo>
                  <a:pt x="997248" y="1734021"/>
                  <a:pt x="1010226" y="1713229"/>
                  <a:pt x="1032293" y="1716377"/>
                </a:cubicBezTo>
                <a:cubicBezTo>
                  <a:pt x="1046741" y="1718439"/>
                  <a:pt x="1052512" y="1726059"/>
                  <a:pt x="1052512" y="1743075"/>
                </a:cubicBezTo>
                <a:cubicBezTo>
                  <a:pt x="1052512" y="1770827"/>
                  <a:pt x="1015881" y="1782577"/>
                  <a:pt x="1006398" y="1757866"/>
                </a:cubicBezTo>
                <a:close/>
                <a:moveTo>
                  <a:pt x="1276729" y="1757820"/>
                </a:moveTo>
                <a:cubicBezTo>
                  <a:pt x="1259499" y="1737058"/>
                  <a:pt x="1268773" y="1710164"/>
                  <a:pt x="1294420" y="1706522"/>
                </a:cubicBezTo>
                <a:cubicBezTo>
                  <a:pt x="1329665" y="1701517"/>
                  <a:pt x="1343960" y="1731254"/>
                  <a:pt x="1318532" y="1756682"/>
                </a:cubicBezTo>
                <a:cubicBezTo>
                  <a:pt x="1299971" y="1775242"/>
                  <a:pt x="1291383" y="1775476"/>
                  <a:pt x="1276729" y="1757820"/>
                </a:cubicBezTo>
                <a:close/>
                <a:moveTo>
                  <a:pt x="1448163" y="1729226"/>
                </a:moveTo>
                <a:cubicBezTo>
                  <a:pt x="1432520" y="1710376"/>
                  <a:pt x="1443020" y="1683607"/>
                  <a:pt x="1464439" y="1687732"/>
                </a:cubicBezTo>
                <a:cubicBezTo>
                  <a:pt x="1474828" y="1689733"/>
                  <a:pt x="1481137" y="1699596"/>
                  <a:pt x="1481137" y="1713836"/>
                </a:cubicBezTo>
                <a:cubicBezTo>
                  <a:pt x="1481137" y="1741437"/>
                  <a:pt x="1464675" y="1749120"/>
                  <a:pt x="1448163" y="1729226"/>
                </a:cubicBezTo>
                <a:close/>
                <a:moveTo>
                  <a:pt x="2230190" y="1720878"/>
                </a:moveTo>
                <a:cubicBezTo>
                  <a:pt x="2214006" y="1701376"/>
                  <a:pt x="2227284" y="1674823"/>
                  <a:pt x="2251493" y="1678277"/>
                </a:cubicBezTo>
                <a:cubicBezTo>
                  <a:pt x="2265907" y="1680334"/>
                  <a:pt x="2271712" y="1687962"/>
                  <a:pt x="2271712" y="1704844"/>
                </a:cubicBezTo>
                <a:cubicBezTo>
                  <a:pt x="2271712" y="1732017"/>
                  <a:pt x="2247268" y="1741456"/>
                  <a:pt x="2230190" y="1720878"/>
                </a:cubicBezTo>
                <a:close/>
                <a:moveTo>
                  <a:pt x="714708" y="1705598"/>
                </a:moveTo>
                <a:cubicBezTo>
                  <a:pt x="699350" y="1676902"/>
                  <a:pt x="717954" y="1638300"/>
                  <a:pt x="747141" y="1638300"/>
                </a:cubicBezTo>
                <a:cubicBezTo>
                  <a:pt x="781295" y="1638300"/>
                  <a:pt x="796575" y="1670585"/>
                  <a:pt x="776744" y="1700851"/>
                </a:cubicBezTo>
                <a:cubicBezTo>
                  <a:pt x="758507" y="1728685"/>
                  <a:pt x="728301" y="1730996"/>
                  <a:pt x="714708" y="1705598"/>
                </a:cubicBezTo>
                <a:close/>
                <a:moveTo>
                  <a:pt x="2514700" y="1709858"/>
                </a:moveTo>
                <a:cubicBezTo>
                  <a:pt x="2499233" y="1691222"/>
                  <a:pt x="2509220" y="1666875"/>
                  <a:pt x="2532331" y="1666875"/>
                </a:cubicBezTo>
                <a:cubicBezTo>
                  <a:pt x="2556715" y="1666875"/>
                  <a:pt x="2565035" y="1691278"/>
                  <a:pt x="2546852" y="1709461"/>
                </a:cubicBezTo>
                <a:cubicBezTo>
                  <a:pt x="2529013" y="1727301"/>
                  <a:pt x="2529174" y="1727299"/>
                  <a:pt x="2514700" y="1709858"/>
                </a:cubicBezTo>
                <a:close/>
                <a:moveTo>
                  <a:pt x="2672188" y="1706316"/>
                </a:moveTo>
                <a:cubicBezTo>
                  <a:pt x="2665751" y="1686034"/>
                  <a:pt x="2674468" y="1657350"/>
                  <a:pt x="2687069" y="1657350"/>
                </a:cubicBezTo>
                <a:cubicBezTo>
                  <a:pt x="2691747" y="1657350"/>
                  <a:pt x="2695575" y="1672351"/>
                  <a:pt x="2695575" y="1690687"/>
                </a:cubicBezTo>
                <a:cubicBezTo>
                  <a:pt x="2695575" y="1726261"/>
                  <a:pt x="2681503" y="1735665"/>
                  <a:pt x="2672188" y="1706316"/>
                </a:cubicBezTo>
                <a:close/>
                <a:moveTo>
                  <a:pt x="2073275" y="1679574"/>
                </a:moveTo>
                <a:cubicBezTo>
                  <a:pt x="2062215" y="1668515"/>
                  <a:pt x="2066410" y="1631534"/>
                  <a:pt x="2080005" y="1620251"/>
                </a:cubicBezTo>
                <a:cubicBezTo>
                  <a:pt x="2108143" y="1596899"/>
                  <a:pt x="2141941" y="1633491"/>
                  <a:pt x="2123705" y="1667565"/>
                </a:cubicBezTo>
                <a:cubicBezTo>
                  <a:pt x="2114100" y="1685511"/>
                  <a:pt x="2085922" y="1692222"/>
                  <a:pt x="2073275" y="1679574"/>
                </a:cubicBezTo>
                <a:close/>
                <a:moveTo>
                  <a:pt x="1879869" y="1662112"/>
                </a:moveTo>
                <a:cubicBezTo>
                  <a:pt x="1872323" y="1642448"/>
                  <a:pt x="1882554" y="1619250"/>
                  <a:pt x="1898772" y="1619250"/>
                </a:cubicBezTo>
                <a:cubicBezTo>
                  <a:pt x="1918269" y="1619250"/>
                  <a:pt x="1934857" y="1642925"/>
                  <a:pt x="1927957" y="1660905"/>
                </a:cubicBezTo>
                <a:cubicBezTo>
                  <a:pt x="1920490" y="1680364"/>
                  <a:pt x="1887194" y="1681200"/>
                  <a:pt x="1879869" y="1662112"/>
                </a:cubicBezTo>
                <a:close/>
                <a:moveTo>
                  <a:pt x="1105532" y="1649007"/>
                </a:moveTo>
                <a:cubicBezTo>
                  <a:pt x="1090841" y="1621557"/>
                  <a:pt x="1092948" y="1605348"/>
                  <a:pt x="1113639" y="1586623"/>
                </a:cubicBezTo>
                <a:cubicBezTo>
                  <a:pt x="1152976" y="1551023"/>
                  <a:pt x="1210901" y="1591529"/>
                  <a:pt x="1187666" y="1638389"/>
                </a:cubicBezTo>
                <a:cubicBezTo>
                  <a:pt x="1171980" y="1670022"/>
                  <a:pt x="1120352" y="1676697"/>
                  <a:pt x="1105532" y="1649007"/>
                </a:cubicBezTo>
                <a:close/>
                <a:moveTo>
                  <a:pt x="1573530" y="1655445"/>
                </a:moveTo>
                <a:cubicBezTo>
                  <a:pt x="1556555" y="1638470"/>
                  <a:pt x="1559649" y="1612175"/>
                  <a:pt x="1581150" y="1590675"/>
                </a:cubicBezTo>
                <a:cubicBezTo>
                  <a:pt x="1606939" y="1564885"/>
                  <a:pt x="1634640" y="1566709"/>
                  <a:pt x="1653463" y="1595437"/>
                </a:cubicBezTo>
                <a:cubicBezTo>
                  <a:pt x="1683707" y="1641595"/>
                  <a:pt x="1612864" y="1694779"/>
                  <a:pt x="1573530" y="1655445"/>
                </a:cubicBezTo>
                <a:close/>
                <a:moveTo>
                  <a:pt x="863599" y="1631949"/>
                </a:moveTo>
                <a:cubicBezTo>
                  <a:pt x="849856" y="1618206"/>
                  <a:pt x="857647" y="1590675"/>
                  <a:pt x="875280" y="1590675"/>
                </a:cubicBezTo>
                <a:cubicBezTo>
                  <a:pt x="897059" y="1590675"/>
                  <a:pt x="907499" y="1612815"/>
                  <a:pt x="892700" y="1627614"/>
                </a:cubicBezTo>
                <a:cubicBezTo>
                  <a:pt x="880470" y="1639844"/>
                  <a:pt x="872658" y="1641008"/>
                  <a:pt x="863599" y="1631949"/>
                </a:cubicBezTo>
                <a:close/>
                <a:moveTo>
                  <a:pt x="552450" y="1582311"/>
                </a:moveTo>
                <a:cubicBezTo>
                  <a:pt x="552450" y="1529647"/>
                  <a:pt x="559281" y="1523286"/>
                  <a:pt x="585146" y="1551866"/>
                </a:cubicBezTo>
                <a:cubicBezTo>
                  <a:pt x="605851" y="1574745"/>
                  <a:pt x="601750" y="1598419"/>
                  <a:pt x="573881" y="1616892"/>
                </a:cubicBezTo>
                <a:cubicBezTo>
                  <a:pt x="552596" y="1631001"/>
                  <a:pt x="552450" y="1630764"/>
                  <a:pt x="552450" y="1582311"/>
                </a:cubicBezTo>
                <a:close/>
                <a:moveTo>
                  <a:pt x="2280189" y="1596141"/>
                </a:moveTo>
                <a:cubicBezTo>
                  <a:pt x="2271523" y="1573558"/>
                  <a:pt x="2283785" y="1550751"/>
                  <a:pt x="2302639" y="1554382"/>
                </a:cubicBezTo>
                <a:cubicBezTo>
                  <a:pt x="2325290" y="1558744"/>
                  <a:pt x="2325290" y="1603555"/>
                  <a:pt x="2302639" y="1607917"/>
                </a:cubicBezTo>
                <a:cubicBezTo>
                  <a:pt x="2293456" y="1609685"/>
                  <a:pt x="2283353" y="1604386"/>
                  <a:pt x="2280189" y="1596141"/>
                </a:cubicBezTo>
                <a:close/>
                <a:moveTo>
                  <a:pt x="2448629" y="1591990"/>
                </a:moveTo>
                <a:cubicBezTo>
                  <a:pt x="2436136" y="1568647"/>
                  <a:pt x="2457546" y="1537393"/>
                  <a:pt x="2480101" y="1546048"/>
                </a:cubicBezTo>
                <a:cubicBezTo>
                  <a:pt x="2502059" y="1554475"/>
                  <a:pt x="2509534" y="1578587"/>
                  <a:pt x="2495449" y="1595558"/>
                </a:cubicBezTo>
                <a:cubicBezTo>
                  <a:pt x="2479447" y="1614839"/>
                  <a:pt x="2460066" y="1613362"/>
                  <a:pt x="2448629" y="1591990"/>
                </a:cubicBezTo>
                <a:close/>
                <a:moveTo>
                  <a:pt x="1319892" y="1585232"/>
                </a:moveTo>
                <a:cubicBezTo>
                  <a:pt x="1299610" y="1564950"/>
                  <a:pt x="1301068" y="1539967"/>
                  <a:pt x="1323730" y="1519458"/>
                </a:cubicBezTo>
                <a:cubicBezTo>
                  <a:pt x="1341341" y="1503521"/>
                  <a:pt x="1344066" y="1503441"/>
                  <a:pt x="1366593" y="1518201"/>
                </a:cubicBezTo>
                <a:cubicBezTo>
                  <a:pt x="1394947" y="1536779"/>
                  <a:pt x="1397520" y="1562454"/>
                  <a:pt x="1373231" y="1584436"/>
                </a:cubicBezTo>
                <a:cubicBezTo>
                  <a:pt x="1351484" y="1604116"/>
                  <a:pt x="1338964" y="1604303"/>
                  <a:pt x="1319892" y="1585232"/>
                </a:cubicBezTo>
                <a:close/>
                <a:moveTo>
                  <a:pt x="1482466" y="1593591"/>
                </a:moveTo>
                <a:cubicBezTo>
                  <a:pt x="1471082" y="1582207"/>
                  <a:pt x="1476315" y="1562100"/>
                  <a:pt x="1490662" y="1562100"/>
                </a:cubicBezTo>
                <a:cubicBezTo>
                  <a:pt x="1498520" y="1562100"/>
                  <a:pt x="1504950" y="1568276"/>
                  <a:pt x="1504950" y="1575825"/>
                </a:cubicBezTo>
                <a:cubicBezTo>
                  <a:pt x="1504950" y="1591738"/>
                  <a:pt x="1491355" y="1602480"/>
                  <a:pt x="1482466" y="1593591"/>
                </a:cubicBezTo>
                <a:close/>
                <a:moveTo>
                  <a:pt x="1752542" y="1566792"/>
                </a:moveTo>
                <a:cubicBezTo>
                  <a:pt x="1742002" y="1554093"/>
                  <a:pt x="1742413" y="1549154"/>
                  <a:pt x="1755060" y="1536506"/>
                </a:cubicBezTo>
                <a:cubicBezTo>
                  <a:pt x="1775487" y="1516080"/>
                  <a:pt x="1802418" y="1527429"/>
                  <a:pt x="1798511" y="1554816"/>
                </a:cubicBezTo>
                <a:cubicBezTo>
                  <a:pt x="1794790" y="1580904"/>
                  <a:pt x="1769683" y="1587446"/>
                  <a:pt x="1752542" y="1566792"/>
                </a:cubicBezTo>
                <a:close/>
                <a:moveTo>
                  <a:pt x="962464" y="1557867"/>
                </a:moveTo>
                <a:cubicBezTo>
                  <a:pt x="936740" y="1526871"/>
                  <a:pt x="979311" y="1489579"/>
                  <a:pt x="1007845" y="1518113"/>
                </a:cubicBezTo>
                <a:cubicBezTo>
                  <a:pt x="1019976" y="1530244"/>
                  <a:pt x="1021218" y="1537687"/>
                  <a:pt x="1013230" y="1550372"/>
                </a:cubicBezTo>
                <a:cubicBezTo>
                  <a:pt x="999322" y="1572457"/>
                  <a:pt x="977275" y="1575712"/>
                  <a:pt x="962464" y="1557867"/>
                </a:cubicBezTo>
                <a:close/>
                <a:moveTo>
                  <a:pt x="763444" y="1544144"/>
                </a:moveTo>
                <a:cubicBezTo>
                  <a:pt x="744652" y="1532235"/>
                  <a:pt x="754165" y="1500655"/>
                  <a:pt x="777553" y="1497302"/>
                </a:cubicBezTo>
                <a:cubicBezTo>
                  <a:pt x="801437" y="1493878"/>
                  <a:pt x="814966" y="1520373"/>
                  <a:pt x="799098" y="1539494"/>
                </a:cubicBezTo>
                <a:cubicBezTo>
                  <a:pt x="786542" y="1554623"/>
                  <a:pt x="781099" y="1555332"/>
                  <a:pt x="763444" y="1544144"/>
                </a:cubicBezTo>
                <a:close/>
                <a:moveTo>
                  <a:pt x="1948300" y="1530066"/>
                </a:moveTo>
                <a:cubicBezTo>
                  <a:pt x="1919270" y="1501036"/>
                  <a:pt x="1918657" y="1494669"/>
                  <a:pt x="1942103" y="1465715"/>
                </a:cubicBezTo>
                <a:cubicBezTo>
                  <a:pt x="1969695" y="1431641"/>
                  <a:pt x="2014537" y="1449456"/>
                  <a:pt x="2014537" y="1494492"/>
                </a:cubicBezTo>
                <a:cubicBezTo>
                  <a:pt x="2014537" y="1544316"/>
                  <a:pt x="1980715" y="1562481"/>
                  <a:pt x="1948300" y="1530066"/>
                </a:cubicBezTo>
                <a:close/>
                <a:moveTo>
                  <a:pt x="2603982" y="1538843"/>
                </a:moveTo>
                <a:cubicBezTo>
                  <a:pt x="2593802" y="1512314"/>
                  <a:pt x="2604870" y="1490706"/>
                  <a:pt x="2630145" y="1487765"/>
                </a:cubicBezTo>
                <a:cubicBezTo>
                  <a:pt x="2657639" y="1484567"/>
                  <a:pt x="2671318" y="1504913"/>
                  <a:pt x="2661811" y="1534866"/>
                </a:cubicBezTo>
                <a:cubicBezTo>
                  <a:pt x="2655064" y="1556126"/>
                  <a:pt x="2611757" y="1559104"/>
                  <a:pt x="2603982" y="1538843"/>
                </a:cubicBezTo>
                <a:close/>
                <a:moveTo>
                  <a:pt x="2159793" y="1513712"/>
                </a:moveTo>
                <a:cubicBezTo>
                  <a:pt x="2122795" y="1492162"/>
                  <a:pt x="2152415" y="1436809"/>
                  <a:pt x="2190141" y="1456999"/>
                </a:cubicBezTo>
                <a:cubicBezTo>
                  <a:pt x="2211986" y="1468690"/>
                  <a:pt x="2215889" y="1495050"/>
                  <a:pt x="2198370" y="1512570"/>
                </a:cubicBezTo>
                <a:cubicBezTo>
                  <a:pt x="2184721" y="1526218"/>
                  <a:pt x="2181432" y="1526315"/>
                  <a:pt x="2159793" y="1513712"/>
                </a:cubicBezTo>
                <a:close/>
                <a:moveTo>
                  <a:pt x="1087190" y="1473228"/>
                </a:moveTo>
                <a:cubicBezTo>
                  <a:pt x="1071006" y="1453726"/>
                  <a:pt x="1084284" y="1427173"/>
                  <a:pt x="1108493" y="1430627"/>
                </a:cubicBezTo>
                <a:cubicBezTo>
                  <a:pt x="1122907" y="1432684"/>
                  <a:pt x="1128712" y="1440312"/>
                  <a:pt x="1128712" y="1457194"/>
                </a:cubicBezTo>
                <a:cubicBezTo>
                  <a:pt x="1128712" y="1484367"/>
                  <a:pt x="1104268" y="1493806"/>
                  <a:pt x="1087190" y="1473228"/>
                </a:cubicBezTo>
                <a:close/>
                <a:moveTo>
                  <a:pt x="639722" y="1468008"/>
                </a:moveTo>
                <a:cubicBezTo>
                  <a:pt x="621175" y="1456251"/>
                  <a:pt x="629890" y="1415329"/>
                  <a:pt x="651832" y="1411142"/>
                </a:cubicBezTo>
                <a:cubicBezTo>
                  <a:pt x="677106" y="1406320"/>
                  <a:pt x="697506" y="1435450"/>
                  <a:pt x="685095" y="1458640"/>
                </a:cubicBezTo>
                <a:cubicBezTo>
                  <a:pt x="674864" y="1477758"/>
                  <a:pt x="659960" y="1480835"/>
                  <a:pt x="639722" y="1468008"/>
                </a:cubicBezTo>
                <a:close/>
                <a:moveTo>
                  <a:pt x="1527444" y="1462087"/>
                </a:moveTo>
                <a:cubicBezTo>
                  <a:pt x="1519085" y="1440303"/>
                  <a:pt x="1530795" y="1419225"/>
                  <a:pt x="1551256" y="1419225"/>
                </a:cubicBezTo>
                <a:cubicBezTo>
                  <a:pt x="1573785" y="1419225"/>
                  <a:pt x="1585352" y="1445546"/>
                  <a:pt x="1570623" y="1463294"/>
                </a:cubicBezTo>
                <a:cubicBezTo>
                  <a:pt x="1556292" y="1480561"/>
                  <a:pt x="1534297" y="1479947"/>
                  <a:pt x="1527444" y="1462087"/>
                </a:cubicBezTo>
                <a:close/>
                <a:moveTo>
                  <a:pt x="2324100" y="1457325"/>
                </a:moveTo>
                <a:cubicBezTo>
                  <a:pt x="2299203" y="1432428"/>
                  <a:pt x="2300067" y="1417701"/>
                  <a:pt x="2327963" y="1391494"/>
                </a:cubicBezTo>
                <a:cubicBezTo>
                  <a:pt x="2370368" y="1351657"/>
                  <a:pt x="2424953" y="1414295"/>
                  <a:pt x="2385665" y="1457708"/>
                </a:cubicBezTo>
                <a:cubicBezTo>
                  <a:pt x="2364222" y="1481402"/>
                  <a:pt x="2348076" y="1481301"/>
                  <a:pt x="2324100" y="1457325"/>
                </a:cubicBezTo>
                <a:close/>
                <a:moveTo>
                  <a:pt x="2498748" y="1442397"/>
                </a:moveTo>
                <a:cubicBezTo>
                  <a:pt x="2495598" y="1434186"/>
                  <a:pt x="2497694" y="1422795"/>
                  <a:pt x="2503406" y="1417083"/>
                </a:cubicBezTo>
                <a:cubicBezTo>
                  <a:pt x="2517159" y="1403330"/>
                  <a:pt x="2544090" y="1424806"/>
                  <a:pt x="2536827" y="1443733"/>
                </a:cubicBezTo>
                <a:cubicBezTo>
                  <a:pt x="2529859" y="1461891"/>
                  <a:pt x="2505906" y="1461050"/>
                  <a:pt x="2498748" y="1442397"/>
                </a:cubicBezTo>
                <a:close/>
                <a:moveTo>
                  <a:pt x="838200" y="1428750"/>
                </a:moveTo>
                <a:cubicBezTo>
                  <a:pt x="827722" y="1418272"/>
                  <a:pt x="819150" y="1403270"/>
                  <a:pt x="819150" y="1395412"/>
                </a:cubicBezTo>
                <a:cubicBezTo>
                  <a:pt x="819150" y="1374992"/>
                  <a:pt x="853889" y="1343025"/>
                  <a:pt x="876080" y="1343025"/>
                </a:cubicBezTo>
                <a:cubicBezTo>
                  <a:pt x="921329" y="1343025"/>
                  <a:pt x="933379" y="1425298"/>
                  <a:pt x="890538" y="1441738"/>
                </a:cubicBezTo>
                <a:cubicBezTo>
                  <a:pt x="866120" y="1451108"/>
                  <a:pt x="858722" y="1449272"/>
                  <a:pt x="838200" y="1428750"/>
                </a:cubicBezTo>
                <a:close/>
                <a:moveTo>
                  <a:pt x="1216025" y="1431924"/>
                </a:moveTo>
                <a:cubicBezTo>
                  <a:pt x="1205918" y="1421818"/>
                  <a:pt x="1208672" y="1373343"/>
                  <a:pt x="1219741" y="1366502"/>
                </a:cubicBezTo>
                <a:cubicBezTo>
                  <a:pt x="1240259" y="1353821"/>
                  <a:pt x="1276350" y="1371154"/>
                  <a:pt x="1276350" y="1393688"/>
                </a:cubicBezTo>
                <a:cubicBezTo>
                  <a:pt x="1276350" y="1428269"/>
                  <a:pt x="1237190" y="1453090"/>
                  <a:pt x="1216025" y="1431924"/>
                </a:cubicBezTo>
                <a:close/>
                <a:moveTo>
                  <a:pt x="1373981" y="1431966"/>
                </a:moveTo>
                <a:cubicBezTo>
                  <a:pt x="1355429" y="1424481"/>
                  <a:pt x="1359915" y="1382951"/>
                  <a:pt x="1380463" y="1371954"/>
                </a:cubicBezTo>
                <a:cubicBezTo>
                  <a:pt x="1394343" y="1364525"/>
                  <a:pt x="1402516" y="1365777"/>
                  <a:pt x="1413801" y="1377061"/>
                </a:cubicBezTo>
                <a:cubicBezTo>
                  <a:pt x="1446351" y="1409612"/>
                  <a:pt x="1417425" y="1449496"/>
                  <a:pt x="1373981" y="1431966"/>
                </a:cubicBezTo>
                <a:close/>
                <a:moveTo>
                  <a:pt x="2673091" y="1431666"/>
                </a:moveTo>
                <a:cubicBezTo>
                  <a:pt x="2661707" y="1420282"/>
                  <a:pt x="2666940" y="1400175"/>
                  <a:pt x="2681287" y="1400175"/>
                </a:cubicBezTo>
                <a:cubicBezTo>
                  <a:pt x="2689145" y="1400175"/>
                  <a:pt x="2695575" y="1406351"/>
                  <a:pt x="2695575" y="1413900"/>
                </a:cubicBezTo>
                <a:cubicBezTo>
                  <a:pt x="2695575" y="1429813"/>
                  <a:pt x="2681980" y="1440555"/>
                  <a:pt x="2673091" y="1431666"/>
                </a:cubicBezTo>
                <a:close/>
                <a:moveTo>
                  <a:pt x="1687830" y="1417320"/>
                </a:moveTo>
                <a:cubicBezTo>
                  <a:pt x="1661131" y="1390621"/>
                  <a:pt x="1687103" y="1345594"/>
                  <a:pt x="1722687" y="1356888"/>
                </a:cubicBezTo>
                <a:cubicBezTo>
                  <a:pt x="1746693" y="1364507"/>
                  <a:pt x="1755156" y="1387125"/>
                  <a:pt x="1742705" y="1410390"/>
                </a:cubicBezTo>
                <a:cubicBezTo>
                  <a:pt x="1731622" y="1431098"/>
                  <a:pt x="1704973" y="1434463"/>
                  <a:pt x="1687830" y="1417320"/>
                </a:cubicBezTo>
                <a:close/>
                <a:moveTo>
                  <a:pt x="1858819" y="1382020"/>
                </a:moveTo>
                <a:cubicBezTo>
                  <a:pt x="1841502" y="1371314"/>
                  <a:pt x="1848772" y="1339262"/>
                  <a:pt x="1869419" y="1335286"/>
                </a:cubicBezTo>
                <a:cubicBezTo>
                  <a:pt x="1878542" y="1333529"/>
                  <a:pt x="1888723" y="1339170"/>
                  <a:pt x="1892043" y="1347822"/>
                </a:cubicBezTo>
                <a:cubicBezTo>
                  <a:pt x="1899837" y="1368132"/>
                  <a:pt x="1876016" y="1392652"/>
                  <a:pt x="1858819" y="1382020"/>
                </a:cubicBezTo>
                <a:close/>
                <a:moveTo>
                  <a:pt x="2057779" y="1376820"/>
                </a:moveTo>
                <a:cubicBezTo>
                  <a:pt x="2039518" y="1354817"/>
                  <a:pt x="2049645" y="1328737"/>
                  <a:pt x="2076450" y="1328737"/>
                </a:cubicBezTo>
                <a:cubicBezTo>
                  <a:pt x="2091546" y="1328737"/>
                  <a:pt x="2101185" y="1334885"/>
                  <a:pt x="2103299" y="1345863"/>
                </a:cubicBezTo>
                <a:cubicBezTo>
                  <a:pt x="2106597" y="1362989"/>
                  <a:pt x="2090014" y="1390650"/>
                  <a:pt x="2076450" y="1390650"/>
                </a:cubicBezTo>
                <a:cubicBezTo>
                  <a:pt x="2072494" y="1390650"/>
                  <a:pt x="2064092" y="1384426"/>
                  <a:pt x="2057779" y="1376820"/>
                </a:cubicBezTo>
                <a:close/>
                <a:moveTo>
                  <a:pt x="549028" y="1350549"/>
                </a:moveTo>
                <a:cubicBezTo>
                  <a:pt x="534313" y="1295619"/>
                  <a:pt x="549884" y="1268069"/>
                  <a:pt x="579120" y="1297305"/>
                </a:cubicBezTo>
                <a:cubicBezTo>
                  <a:pt x="595730" y="1313915"/>
                  <a:pt x="593140" y="1337728"/>
                  <a:pt x="572710" y="1356217"/>
                </a:cubicBezTo>
                <a:cubicBezTo>
                  <a:pt x="555801" y="1371519"/>
                  <a:pt x="554566" y="1371223"/>
                  <a:pt x="549028" y="1350549"/>
                </a:cubicBezTo>
                <a:close/>
                <a:moveTo>
                  <a:pt x="984743" y="1357895"/>
                </a:moveTo>
                <a:cubicBezTo>
                  <a:pt x="977210" y="1338264"/>
                  <a:pt x="997479" y="1314032"/>
                  <a:pt x="1015612" y="1320990"/>
                </a:cubicBezTo>
                <a:cubicBezTo>
                  <a:pt x="1034618" y="1328284"/>
                  <a:pt x="1028180" y="1365834"/>
                  <a:pt x="1007239" y="1369825"/>
                </a:cubicBezTo>
                <a:cubicBezTo>
                  <a:pt x="998056" y="1371575"/>
                  <a:pt x="987932" y="1366207"/>
                  <a:pt x="984743" y="1357895"/>
                </a:cubicBezTo>
                <a:close/>
                <a:moveTo>
                  <a:pt x="2422794" y="1319212"/>
                </a:moveTo>
                <a:cubicBezTo>
                  <a:pt x="2415248" y="1299548"/>
                  <a:pt x="2425479" y="1276350"/>
                  <a:pt x="2441697" y="1276350"/>
                </a:cubicBezTo>
                <a:cubicBezTo>
                  <a:pt x="2461194" y="1276350"/>
                  <a:pt x="2477782" y="1300025"/>
                  <a:pt x="2470882" y="1318005"/>
                </a:cubicBezTo>
                <a:cubicBezTo>
                  <a:pt x="2463415" y="1337464"/>
                  <a:pt x="2430119" y="1338300"/>
                  <a:pt x="2422794" y="1319212"/>
                </a:cubicBezTo>
                <a:close/>
                <a:moveTo>
                  <a:pt x="2213500" y="1310355"/>
                </a:moveTo>
                <a:cubicBezTo>
                  <a:pt x="2204017" y="1285641"/>
                  <a:pt x="2217309" y="1265214"/>
                  <a:pt x="2240713" y="1268538"/>
                </a:cubicBezTo>
                <a:cubicBezTo>
                  <a:pt x="2256455" y="1270773"/>
                  <a:pt x="2262187" y="1277943"/>
                  <a:pt x="2262187" y="1295400"/>
                </a:cubicBezTo>
                <a:cubicBezTo>
                  <a:pt x="2262187" y="1323516"/>
                  <a:pt x="2223152" y="1335507"/>
                  <a:pt x="2213500" y="1310355"/>
                </a:cubicBezTo>
                <a:close/>
                <a:moveTo>
                  <a:pt x="1127394" y="1300162"/>
                </a:moveTo>
                <a:cubicBezTo>
                  <a:pt x="1119848" y="1280498"/>
                  <a:pt x="1130079" y="1257300"/>
                  <a:pt x="1146297" y="1257300"/>
                </a:cubicBezTo>
                <a:cubicBezTo>
                  <a:pt x="1165794" y="1257300"/>
                  <a:pt x="1182382" y="1280975"/>
                  <a:pt x="1175482" y="1298955"/>
                </a:cubicBezTo>
                <a:cubicBezTo>
                  <a:pt x="1168015" y="1318414"/>
                  <a:pt x="1134719" y="1319250"/>
                  <a:pt x="1127394" y="1300162"/>
                </a:cubicBezTo>
                <a:close/>
                <a:moveTo>
                  <a:pt x="695425" y="1290758"/>
                </a:moveTo>
                <a:cubicBezTo>
                  <a:pt x="679896" y="1272047"/>
                  <a:pt x="689979" y="1247775"/>
                  <a:pt x="713282" y="1247775"/>
                </a:cubicBezTo>
                <a:cubicBezTo>
                  <a:pt x="735526" y="1247775"/>
                  <a:pt x="743575" y="1265367"/>
                  <a:pt x="731802" y="1288256"/>
                </a:cubicBezTo>
                <a:cubicBezTo>
                  <a:pt x="721314" y="1308649"/>
                  <a:pt x="710869" y="1309367"/>
                  <a:pt x="695425" y="1290758"/>
                </a:cubicBezTo>
                <a:close/>
                <a:moveTo>
                  <a:pt x="2581580" y="1286445"/>
                </a:moveTo>
                <a:cubicBezTo>
                  <a:pt x="2560035" y="1246189"/>
                  <a:pt x="2609239" y="1207846"/>
                  <a:pt x="2637989" y="1242488"/>
                </a:cubicBezTo>
                <a:cubicBezTo>
                  <a:pt x="2644272" y="1250057"/>
                  <a:pt x="2648011" y="1266131"/>
                  <a:pt x="2646299" y="1278206"/>
                </a:cubicBezTo>
                <a:cubicBezTo>
                  <a:pt x="2642011" y="1308459"/>
                  <a:pt x="2596465" y="1314257"/>
                  <a:pt x="2581580" y="1286445"/>
                </a:cubicBezTo>
                <a:close/>
                <a:moveTo>
                  <a:pt x="1537411" y="1271587"/>
                </a:moveTo>
                <a:cubicBezTo>
                  <a:pt x="1522958" y="1249528"/>
                  <a:pt x="1522958" y="1246021"/>
                  <a:pt x="1537411" y="1223962"/>
                </a:cubicBezTo>
                <a:cubicBezTo>
                  <a:pt x="1563408" y="1184286"/>
                  <a:pt x="1619250" y="1199463"/>
                  <a:pt x="1619250" y="1246205"/>
                </a:cubicBezTo>
                <a:cubicBezTo>
                  <a:pt x="1619250" y="1297849"/>
                  <a:pt x="1565534" y="1314508"/>
                  <a:pt x="1537411" y="1271587"/>
                </a:cubicBezTo>
                <a:close/>
                <a:moveTo>
                  <a:pt x="825779" y="1263491"/>
                </a:moveTo>
                <a:cubicBezTo>
                  <a:pt x="817831" y="1242780"/>
                  <a:pt x="841895" y="1214925"/>
                  <a:pt x="861303" y="1222372"/>
                </a:cubicBezTo>
                <a:cubicBezTo>
                  <a:pt x="884660" y="1231335"/>
                  <a:pt x="877098" y="1270794"/>
                  <a:pt x="851318" y="1274472"/>
                </a:cubicBezTo>
                <a:cubicBezTo>
                  <a:pt x="840198" y="1276059"/>
                  <a:pt x="828705" y="1271117"/>
                  <a:pt x="825779" y="1263491"/>
                </a:cubicBezTo>
                <a:close/>
                <a:moveTo>
                  <a:pt x="1250973" y="1261422"/>
                </a:moveTo>
                <a:cubicBezTo>
                  <a:pt x="1247823" y="1253211"/>
                  <a:pt x="1249919" y="1241820"/>
                  <a:pt x="1255631" y="1236108"/>
                </a:cubicBezTo>
                <a:cubicBezTo>
                  <a:pt x="1269384" y="1222355"/>
                  <a:pt x="1296315" y="1243831"/>
                  <a:pt x="1289052" y="1262758"/>
                </a:cubicBezTo>
                <a:cubicBezTo>
                  <a:pt x="1282084" y="1280916"/>
                  <a:pt x="1258131" y="1280075"/>
                  <a:pt x="1250973" y="1261422"/>
                </a:cubicBezTo>
                <a:close/>
                <a:moveTo>
                  <a:pt x="1391990" y="1263678"/>
                </a:moveTo>
                <a:cubicBezTo>
                  <a:pt x="1375806" y="1244176"/>
                  <a:pt x="1389084" y="1217623"/>
                  <a:pt x="1413293" y="1221077"/>
                </a:cubicBezTo>
                <a:cubicBezTo>
                  <a:pt x="1427707" y="1223134"/>
                  <a:pt x="1433512" y="1230762"/>
                  <a:pt x="1433512" y="1247644"/>
                </a:cubicBezTo>
                <a:cubicBezTo>
                  <a:pt x="1433512" y="1274817"/>
                  <a:pt x="1409068" y="1284256"/>
                  <a:pt x="1391990" y="1263678"/>
                </a:cubicBezTo>
                <a:close/>
                <a:moveTo>
                  <a:pt x="1933677" y="1262186"/>
                </a:moveTo>
                <a:cubicBezTo>
                  <a:pt x="1919096" y="1244616"/>
                  <a:pt x="1928181" y="1204257"/>
                  <a:pt x="1948470" y="1196472"/>
                </a:cubicBezTo>
                <a:cubicBezTo>
                  <a:pt x="1971237" y="1187735"/>
                  <a:pt x="2000250" y="1207596"/>
                  <a:pt x="2000250" y="1231917"/>
                </a:cubicBezTo>
                <a:cubicBezTo>
                  <a:pt x="2000250" y="1272272"/>
                  <a:pt x="1957993" y="1291485"/>
                  <a:pt x="1933677" y="1262186"/>
                </a:cubicBezTo>
                <a:close/>
                <a:moveTo>
                  <a:pt x="1753940" y="1235103"/>
                </a:moveTo>
                <a:cubicBezTo>
                  <a:pt x="1737756" y="1215601"/>
                  <a:pt x="1751034" y="1189048"/>
                  <a:pt x="1775243" y="1192502"/>
                </a:cubicBezTo>
                <a:cubicBezTo>
                  <a:pt x="1789657" y="1194559"/>
                  <a:pt x="1795462" y="1202187"/>
                  <a:pt x="1795462" y="1219069"/>
                </a:cubicBezTo>
                <a:cubicBezTo>
                  <a:pt x="1795462" y="1246242"/>
                  <a:pt x="1771018" y="1255681"/>
                  <a:pt x="1753940" y="1235103"/>
                </a:cubicBezTo>
                <a:close/>
                <a:moveTo>
                  <a:pt x="1013955" y="1205551"/>
                </a:moveTo>
                <a:cubicBezTo>
                  <a:pt x="996675" y="1179179"/>
                  <a:pt x="1008514" y="1143000"/>
                  <a:pt x="1034423" y="1143000"/>
                </a:cubicBezTo>
                <a:cubicBezTo>
                  <a:pt x="1079511" y="1143000"/>
                  <a:pt x="1100637" y="1184001"/>
                  <a:pt x="1070882" y="1213757"/>
                </a:cubicBezTo>
                <a:cubicBezTo>
                  <a:pt x="1049673" y="1234965"/>
                  <a:pt x="1031512" y="1232347"/>
                  <a:pt x="1013955" y="1205551"/>
                </a:cubicBezTo>
                <a:close/>
                <a:moveTo>
                  <a:pt x="609813" y="1195644"/>
                </a:moveTo>
                <a:cubicBezTo>
                  <a:pt x="591651" y="1173761"/>
                  <a:pt x="601950" y="1147762"/>
                  <a:pt x="628780" y="1147762"/>
                </a:cubicBezTo>
                <a:cubicBezTo>
                  <a:pt x="645868" y="1147762"/>
                  <a:pt x="653286" y="1153550"/>
                  <a:pt x="655421" y="1168549"/>
                </a:cubicBezTo>
                <a:cubicBezTo>
                  <a:pt x="659313" y="1195886"/>
                  <a:pt x="626294" y="1215502"/>
                  <a:pt x="609813" y="1195644"/>
                </a:cubicBezTo>
                <a:close/>
                <a:moveTo>
                  <a:pt x="2113905" y="1179895"/>
                </a:moveTo>
                <a:cubicBezTo>
                  <a:pt x="2097009" y="1148324"/>
                  <a:pt x="2117061" y="1112317"/>
                  <a:pt x="2149388" y="1116181"/>
                </a:cubicBezTo>
                <a:cubicBezTo>
                  <a:pt x="2183914" y="1120307"/>
                  <a:pt x="2197577" y="1144251"/>
                  <a:pt x="2183295" y="1175597"/>
                </a:cubicBezTo>
                <a:cubicBezTo>
                  <a:pt x="2169122" y="1206703"/>
                  <a:pt x="2129563" y="1209153"/>
                  <a:pt x="2113905" y="1179895"/>
                </a:cubicBezTo>
                <a:close/>
                <a:moveTo>
                  <a:pt x="2327757" y="1186418"/>
                </a:moveTo>
                <a:cubicBezTo>
                  <a:pt x="2324859" y="1178866"/>
                  <a:pt x="2323981" y="1164936"/>
                  <a:pt x="2325806" y="1155462"/>
                </a:cubicBezTo>
                <a:cubicBezTo>
                  <a:pt x="2330316" y="1132040"/>
                  <a:pt x="2375017" y="1131958"/>
                  <a:pt x="2379524" y="1155363"/>
                </a:cubicBezTo>
                <a:cubicBezTo>
                  <a:pt x="2386076" y="1189383"/>
                  <a:pt x="2339595" y="1217267"/>
                  <a:pt x="2327757" y="1186418"/>
                </a:cubicBezTo>
                <a:close/>
                <a:moveTo>
                  <a:pt x="2497931" y="1174401"/>
                </a:moveTo>
                <a:cubicBezTo>
                  <a:pt x="2483249" y="1168958"/>
                  <a:pt x="2482234" y="1136942"/>
                  <a:pt x="2496464" y="1128147"/>
                </a:cubicBezTo>
                <a:cubicBezTo>
                  <a:pt x="2515564" y="1116342"/>
                  <a:pt x="2540209" y="1150190"/>
                  <a:pt x="2523784" y="1165670"/>
                </a:cubicBezTo>
                <a:cubicBezTo>
                  <a:pt x="2516113" y="1172900"/>
                  <a:pt x="2504479" y="1176829"/>
                  <a:pt x="2497931" y="1174401"/>
                </a:cubicBezTo>
                <a:close/>
                <a:moveTo>
                  <a:pt x="896809" y="1150174"/>
                </a:moveTo>
                <a:cubicBezTo>
                  <a:pt x="881241" y="1134606"/>
                  <a:pt x="883192" y="1105312"/>
                  <a:pt x="900233" y="1098772"/>
                </a:cubicBezTo>
                <a:cubicBezTo>
                  <a:pt x="917026" y="1092328"/>
                  <a:pt x="942975" y="1111009"/>
                  <a:pt x="942975" y="1129543"/>
                </a:cubicBezTo>
                <a:cubicBezTo>
                  <a:pt x="942975" y="1148861"/>
                  <a:pt x="910160" y="1163525"/>
                  <a:pt x="896809" y="1150174"/>
                </a:cubicBezTo>
                <a:close/>
                <a:moveTo>
                  <a:pt x="1276852" y="1138842"/>
                </a:moveTo>
                <a:cubicBezTo>
                  <a:pt x="1270007" y="1130595"/>
                  <a:pt x="1267207" y="1114199"/>
                  <a:pt x="1270441" y="1101311"/>
                </a:cubicBezTo>
                <a:cubicBezTo>
                  <a:pt x="1283175" y="1050576"/>
                  <a:pt x="1346283" y="1064959"/>
                  <a:pt x="1341200" y="1117439"/>
                </a:cubicBezTo>
                <a:cubicBezTo>
                  <a:pt x="1337829" y="1152229"/>
                  <a:pt x="1298750" y="1165228"/>
                  <a:pt x="1276852" y="1138842"/>
                </a:cubicBezTo>
                <a:close/>
                <a:moveTo>
                  <a:pt x="1466950" y="1138358"/>
                </a:moveTo>
                <a:cubicBezTo>
                  <a:pt x="1451421" y="1119647"/>
                  <a:pt x="1461504" y="1095375"/>
                  <a:pt x="1484807" y="1095375"/>
                </a:cubicBezTo>
                <a:cubicBezTo>
                  <a:pt x="1507051" y="1095375"/>
                  <a:pt x="1515100" y="1112967"/>
                  <a:pt x="1503327" y="1135856"/>
                </a:cubicBezTo>
                <a:cubicBezTo>
                  <a:pt x="1492839" y="1156249"/>
                  <a:pt x="1482394" y="1156967"/>
                  <a:pt x="1466950" y="1138358"/>
                </a:cubicBezTo>
                <a:close/>
                <a:moveTo>
                  <a:pt x="1640324" y="1131689"/>
                </a:moveTo>
                <a:cubicBezTo>
                  <a:pt x="1624695" y="1116060"/>
                  <a:pt x="1625801" y="1100175"/>
                  <a:pt x="1643540" y="1085453"/>
                </a:cubicBezTo>
                <a:cubicBezTo>
                  <a:pt x="1664661" y="1067924"/>
                  <a:pt x="1695201" y="1097589"/>
                  <a:pt x="1680320" y="1121180"/>
                </a:cubicBezTo>
                <a:cubicBezTo>
                  <a:pt x="1666942" y="1142389"/>
                  <a:pt x="1654336" y="1145701"/>
                  <a:pt x="1640324" y="1131689"/>
                </a:cubicBezTo>
                <a:close/>
                <a:moveTo>
                  <a:pt x="1182571" y="1119781"/>
                </a:moveTo>
                <a:cubicBezTo>
                  <a:pt x="1184381" y="1111043"/>
                  <a:pt x="1190148" y="1104120"/>
                  <a:pt x="1195387" y="1104396"/>
                </a:cubicBezTo>
                <a:cubicBezTo>
                  <a:pt x="1209525" y="1105143"/>
                  <a:pt x="1206928" y="1126453"/>
                  <a:pt x="1192096" y="1131396"/>
                </a:cubicBezTo>
                <a:cubicBezTo>
                  <a:pt x="1184084" y="1134067"/>
                  <a:pt x="1180514" y="1129713"/>
                  <a:pt x="1182571" y="1119781"/>
                </a:cubicBezTo>
                <a:close/>
                <a:moveTo>
                  <a:pt x="731043" y="1113856"/>
                </a:moveTo>
                <a:cubicBezTo>
                  <a:pt x="710321" y="1101544"/>
                  <a:pt x="709401" y="1063608"/>
                  <a:pt x="729342" y="1043667"/>
                </a:cubicBezTo>
                <a:cubicBezTo>
                  <a:pt x="748567" y="1024443"/>
                  <a:pt x="755103" y="1024824"/>
                  <a:pt x="782184" y="1046753"/>
                </a:cubicBezTo>
                <a:cubicBezTo>
                  <a:pt x="825349" y="1081706"/>
                  <a:pt x="779091" y="1142403"/>
                  <a:pt x="731043" y="1113856"/>
                </a:cubicBezTo>
                <a:close/>
                <a:moveTo>
                  <a:pt x="1914625" y="1109783"/>
                </a:moveTo>
                <a:cubicBezTo>
                  <a:pt x="1899096" y="1091072"/>
                  <a:pt x="1909179" y="1066800"/>
                  <a:pt x="1932482" y="1066800"/>
                </a:cubicBezTo>
                <a:cubicBezTo>
                  <a:pt x="1954726" y="1066800"/>
                  <a:pt x="1962775" y="1084392"/>
                  <a:pt x="1951002" y="1107281"/>
                </a:cubicBezTo>
                <a:cubicBezTo>
                  <a:pt x="1940514" y="1127674"/>
                  <a:pt x="1930069" y="1128392"/>
                  <a:pt x="1914625" y="1109783"/>
                </a:cubicBezTo>
                <a:close/>
                <a:moveTo>
                  <a:pt x="2569832" y="1052108"/>
                </a:moveTo>
                <a:cubicBezTo>
                  <a:pt x="2553560" y="1016395"/>
                  <a:pt x="2588020" y="981935"/>
                  <a:pt x="2623733" y="998207"/>
                </a:cubicBezTo>
                <a:cubicBezTo>
                  <a:pt x="2650221" y="1010276"/>
                  <a:pt x="2654397" y="1033696"/>
                  <a:pt x="2634690" y="1059656"/>
                </a:cubicBezTo>
                <a:cubicBezTo>
                  <a:pt x="2615882" y="1084432"/>
                  <a:pt x="2582806" y="1080583"/>
                  <a:pt x="2569832" y="1052108"/>
                </a:cubicBezTo>
                <a:close/>
                <a:moveTo>
                  <a:pt x="1769268" y="1056512"/>
                </a:moveTo>
                <a:cubicBezTo>
                  <a:pt x="1748434" y="1044376"/>
                  <a:pt x="1747310" y="997322"/>
                  <a:pt x="1767456" y="980602"/>
                </a:cubicBezTo>
                <a:cubicBezTo>
                  <a:pt x="1790553" y="961433"/>
                  <a:pt x="1832848" y="980070"/>
                  <a:pt x="1836460" y="1011009"/>
                </a:cubicBezTo>
                <a:cubicBezTo>
                  <a:pt x="1841365" y="1053011"/>
                  <a:pt x="1805249" y="1077468"/>
                  <a:pt x="1769268" y="1056512"/>
                </a:cubicBezTo>
                <a:close/>
                <a:moveTo>
                  <a:pt x="2245054" y="1060779"/>
                </a:moveTo>
                <a:cubicBezTo>
                  <a:pt x="2233795" y="1049520"/>
                  <a:pt x="2237634" y="1021497"/>
                  <a:pt x="2251145" y="1016312"/>
                </a:cubicBezTo>
                <a:cubicBezTo>
                  <a:pt x="2270343" y="1008945"/>
                  <a:pt x="2288320" y="1023902"/>
                  <a:pt x="2284446" y="1044019"/>
                </a:cubicBezTo>
                <a:cubicBezTo>
                  <a:pt x="2280913" y="1062365"/>
                  <a:pt x="2256870" y="1072595"/>
                  <a:pt x="2245054" y="1060779"/>
                </a:cubicBezTo>
                <a:close/>
                <a:moveTo>
                  <a:pt x="1100817" y="1032782"/>
                </a:moveTo>
                <a:cubicBezTo>
                  <a:pt x="1074442" y="1006407"/>
                  <a:pt x="1085409" y="962025"/>
                  <a:pt x="1118301" y="962025"/>
                </a:cubicBezTo>
                <a:cubicBezTo>
                  <a:pt x="1143381" y="962025"/>
                  <a:pt x="1162050" y="978805"/>
                  <a:pt x="1162050" y="1001349"/>
                </a:cubicBezTo>
                <a:cubicBezTo>
                  <a:pt x="1162050" y="1018533"/>
                  <a:pt x="1138060" y="1047750"/>
                  <a:pt x="1123950" y="1047750"/>
                </a:cubicBezTo>
                <a:cubicBezTo>
                  <a:pt x="1119459" y="1047750"/>
                  <a:pt x="1109050" y="1041014"/>
                  <a:pt x="1100817" y="1032782"/>
                </a:cubicBezTo>
                <a:close/>
                <a:moveTo>
                  <a:pt x="2067304" y="1024395"/>
                </a:moveTo>
                <a:cubicBezTo>
                  <a:pt x="2049043" y="1002392"/>
                  <a:pt x="2059170" y="976312"/>
                  <a:pt x="2085975" y="976312"/>
                </a:cubicBezTo>
                <a:cubicBezTo>
                  <a:pt x="2101071" y="976312"/>
                  <a:pt x="2110710" y="982460"/>
                  <a:pt x="2112824" y="993438"/>
                </a:cubicBezTo>
                <a:cubicBezTo>
                  <a:pt x="2116122" y="1010564"/>
                  <a:pt x="2099539" y="1038225"/>
                  <a:pt x="2085975" y="1038225"/>
                </a:cubicBezTo>
                <a:cubicBezTo>
                  <a:pt x="2082019" y="1038225"/>
                  <a:pt x="2073617" y="1032001"/>
                  <a:pt x="2067304" y="1024395"/>
                </a:cubicBezTo>
                <a:close/>
                <a:moveTo>
                  <a:pt x="1367699" y="1003700"/>
                </a:moveTo>
                <a:cubicBezTo>
                  <a:pt x="1359620" y="982646"/>
                  <a:pt x="1384082" y="957466"/>
                  <a:pt x="1404866" y="965442"/>
                </a:cubicBezTo>
                <a:cubicBezTo>
                  <a:pt x="1414535" y="969152"/>
                  <a:pt x="1419390" y="979709"/>
                  <a:pt x="1417511" y="992938"/>
                </a:cubicBezTo>
                <a:cubicBezTo>
                  <a:pt x="1413713" y="1019685"/>
                  <a:pt x="1376887" y="1027641"/>
                  <a:pt x="1367699" y="1003700"/>
                </a:cubicBezTo>
                <a:close/>
                <a:moveTo>
                  <a:pt x="902101" y="1003701"/>
                </a:moveTo>
                <a:cubicBezTo>
                  <a:pt x="889186" y="990786"/>
                  <a:pt x="895463" y="962634"/>
                  <a:pt x="913399" y="953035"/>
                </a:cubicBezTo>
                <a:cubicBezTo>
                  <a:pt x="935008" y="941470"/>
                  <a:pt x="955930" y="960892"/>
                  <a:pt x="950807" y="987761"/>
                </a:cubicBezTo>
                <a:cubicBezTo>
                  <a:pt x="947488" y="1005174"/>
                  <a:pt x="914402" y="1016002"/>
                  <a:pt x="902101" y="1003701"/>
                </a:cubicBezTo>
                <a:close/>
                <a:moveTo>
                  <a:pt x="1548492" y="994682"/>
                </a:moveTo>
                <a:cubicBezTo>
                  <a:pt x="1530041" y="976230"/>
                  <a:pt x="1529593" y="961517"/>
                  <a:pt x="1546769" y="938028"/>
                </a:cubicBezTo>
                <a:cubicBezTo>
                  <a:pt x="1565031" y="913053"/>
                  <a:pt x="1609725" y="931972"/>
                  <a:pt x="1609725" y="964678"/>
                </a:cubicBezTo>
                <a:cubicBezTo>
                  <a:pt x="1609725" y="1005810"/>
                  <a:pt x="1576098" y="1022287"/>
                  <a:pt x="1548492" y="994682"/>
                </a:cubicBezTo>
                <a:close/>
                <a:moveTo>
                  <a:pt x="2383695" y="997743"/>
                </a:moveTo>
                <a:cubicBezTo>
                  <a:pt x="2357076" y="964072"/>
                  <a:pt x="2367844" y="923925"/>
                  <a:pt x="2403492" y="923925"/>
                </a:cubicBezTo>
                <a:cubicBezTo>
                  <a:pt x="2430476" y="923925"/>
                  <a:pt x="2447925" y="940756"/>
                  <a:pt x="2447925" y="966787"/>
                </a:cubicBezTo>
                <a:cubicBezTo>
                  <a:pt x="2447925" y="1003901"/>
                  <a:pt x="2404940" y="1024618"/>
                  <a:pt x="2383695" y="997743"/>
                </a:cubicBezTo>
                <a:close/>
                <a:moveTo>
                  <a:pt x="542925" y="952500"/>
                </a:moveTo>
                <a:cubicBezTo>
                  <a:pt x="542925" y="899892"/>
                  <a:pt x="553464" y="892556"/>
                  <a:pt x="577138" y="928687"/>
                </a:cubicBezTo>
                <a:cubicBezTo>
                  <a:pt x="591591" y="950746"/>
                  <a:pt x="591591" y="954253"/>
                  <a:pt x="577138" y="976312"/>
                </a:cubicBezTo>
                <a:cubicBezTo>
                  <a:pt x="553464" y="1012443"/>
                  <a:pt x="542925" y="1005107"/>
                  <a:pt x="542925" y="952500"/>
                </a:cubicBezTo>
                <a:close/>
                <a:moveTo>
                  <a:pt x="1244600" y="946150"/>
                </a:moveTo>
                <a:cubicBezTo>
                  <a:pt x="1233694" y="935244"/>
                  <a:pt x="1237661" y="897142"/>
                  <a:pt x="1250156" y="892784"/>
                </a:cubicBezTo>
                <a:cubicBezTo>
                  <a:pt x="1282937" y="881349"/>
                  <a:pt x="1303208" y="934285"/>
                  <a:pt x="1270808" y="946718"/>
                </a:cubicBezTo>
                <a:cubicBezTo>
                  <a:pt x="1252152" y="953877"/>
                  <a:pt x="1252331" y="953881"/>
                  <a:pt x="1244600" y="946150"/>
                </a:cubicBezTo>
                <a:close/>
                <a:moveTo>
                  <a:pt x="692073" y="929191"/>
                </a:moveTo>
                <a:cubicBezTo>
                  <a:pt x="682923" y="905346"/>
                  <a:pt x="695901" y="884554"/>
                  <a:pt x="717968" y="887702"/>
                </a:cubicBezTo>
                <a:cubicBezTo>
                  <a:pt x="732416" y="889764"/>
                  <a:pt x="738187" y="897384"/>
                  <a:pt x="738187" y="914400"/>
                </a:cubicBezTo>
                <a:cubicBezTo>
                  <a:pt x="738187" y="942152"/>
                  <a:pt x="701556" y="953902"/>
                  <a:pt x="692073" y="929191"/>
                </a:cubicBezTo>
                <a:close/>
                <a:moveTo>
                  <a:pt x="1956282" y="929243"/>
                </a:moveTo>
                <a:cubicBezTo>
                  <a:pt x="1946137" y="902804"/>
                  <a:pt x="1956971" y="881062"/>
                  <a:pt x="1980292" y="881062"/>
                </a:cubicBezTo>
                <a:cubicBezTo>
                  <a:pt x="2010338" y="881062"/>
                  <a:pt x="2027358" y="907500"/>
                  <a:pt x="2010437" y="927889"/>
                </a:cubicBezTo>
                <a:cubicBezTo>
                  <a:pt x="1994800" y="946730"/>
                  <a:pt x="1963295" y="947518"/>
                  <a:pt x="1956282" y="929243"/>
                </a:cubicBezTo>
                <a:close/>
                <a:moveTo>
                  <a:pt x="2177142" y="899432"/>
                </a:moveTo>
                <a:cubicBezTo>
                  <a:pt x="2139986" y="862275"/>
                  <a:pt x="2183237" y="794739"/>
                  <a:pt x="2228631" y="819033"/>
                </a:cubicBezTo>
                <a:cubicBezTo>
                  <a:pt x="2260865" y="836284"/>
                  <a:pt x="2270502" y="864696"/>
                  <a:pt x="2253119" y="891226"/>
                </a:cubicBezTo>
                <a:cubicBezTo>
                  <a:pt x="2235590" y="917979"/>
                  <a:pt x="2199579" y="921869"/>
                  <a:pt x="2177142" y="899432"/>
                </a:cubicBezTo>
                <a:close/>
                <a:moveTo>
                  <a:pt x="2676625" y="900233"/>
                </a:moveTo>
                <a:cubicBezTo>
                  <a:pt x="2662270" y="882937"/>
                  <a:pt x="2670570" y="857250"/>
                  <a:pt x="2690513" y="857250"/>
                </a:cubicBezTo>
                <a:cubicBezTo>
                  <a:pt x="2700370" y="857250"/>
                  <a:pt x="2705100" y="866514"/>
                  <a:pt x="2705100" y="885825"/>
                </a:cubicBezTo>
                <a:cubicBezTo>
                  <a:pt x="2705100" y="917076"/>
                  <a:pt x="2694891" y="922242"/>
                  <a:pt x="2676625" y="900233"/>
                </a:cubicBezTo>
                <a:close/>
                <a:moveTo>
                  <a:pt x="993798" y="889947"/>
                </a:moveTo>
                <a:cubicBezTo>
                  <a:pt x="985860" y="869259"/>
                  <a:pt x="1006014" y="849804"/>
                  <a:pt x="1020439" y="864229"/>
                </a:cubicBezTo>
                <a:cubicBezTo>
                  <a:pt x="1032632" y="876422"/>
                  <a:pt x="1025078" y="904875"/>
                  <a:pt x="1009650" y="904875"/>
                </a:cubicBezTo>
                <a:cubicBezTo>
                  <a:pt x="1004082" y="904875"/>
                  <a:pt x="996949" y="898157"/>
                  <a:pt x="993798" y="889947"/>
                </a:cubicBezTo>
                <a:close/>
                <a:moveTo>
                  <a:pt x="2524225" y="890708"/>
                </a:moveTo>
                <a:cubicBezTo>
                  <a:pt x="2500642" y="862292"/>
                  <a:pt x="2533744" y="832579"/>
                  <a:pt x="2559874" y="858709"/>
                </a:cubicBezTo>
                <a:cubicBezTo>
                  <a:pt x="2567431" y="866266"/>
                  <a:pt x="2567921" y="875181"/>
                  <a:pt x="2561444" y="887284"/>
                </a:cubicBezTo>
                <a:cubicBezTo>
                  <a:pt x="2550050" y="908572"/>
                  <a:pt x="2539831" y="909513"/>
                  <a:pt x="2524225" y="890708"/>
                </a:cubicBezTo>
                <a:close/>
                <a:moveTo>
                  <a:pt x="825768" y="868825"/>
                </a:moveTo>
                <a:cubicBezTo>
                  <a:pt x="804667" y="845509"/>
                  <a:pt x="805354" y="825967"/>
                  <a:pt x="827992" y="805480"/>
                </a:cubicBezTo>
                <a:cubicBezTo>
                  <a:pt x="852113" y="783651"/>
                  <a:pt x="883894" y="793855"/>
                  <a:pt x="891967" y="826021"/>
                </a:cubicBezTo>
                <a:cubicBezTo>
                  <a:pt x="903984" y="873898"/>
                  <a:pt x="857537" y="903930"/>
                  <a:pt x="825768" y="868825"/>
                </a:cubicBezTo>
                <a:close/>
                <a:moveTo>
                  <a:pt x="1386567" y="870857"/>
                </a:moveTo>
                <a:cubicBezTo>
                  <a:pt x="1367118" y="851408"/>
                  <a:pt x="1367632" y="835128"/>
                  <a:pt x="1388268" y="816918"/>
                </a:cubicBezTo>
                <a:cubicBezTo>
                  <a:pt x="1411488" y="796429"/>
                  <a:pt x="1447800" y="810966"/>
                  <a:pt x="1447800" y="840750"/>
                </a:cubicBezTo>
                <a:cubicBezTo>
                  <a:pt x="1447800" y="881977"/>
                  <a:pt x="1414205" y="898495"/>
                  <a:pt x="1386567" y="870857"/>
                </a:cubicBezTo>
                <a:close/>
                <a:moveTo>
                  <a:pt x="1647501" y="871147"/>
                </a:moveTo>
                <a:cubicBezTo>
                  <a:pt x="1631416" y="851765"/>
                  <a:pt x="1646260" y="823912"/>
                  <a:pt x="1672675" y="823912"/>
                </a:cubicBezTo>
                <a:cubicBezTo>
                  <a:pt x="1686320" y="823912"/>
                  <a:pt x="1690687" y="830808"/>
                  <a:pt x="1690687" y="852357"/>
                </a:cubicBezTo>
                <a:cubicBezTo>
                  <a:pt x="1690687" y="885229"/>
                  <a:pt x="1667545" y="895298"/>
                  <a:pt x="1647501" y="871147"/>
                </a:cubicBezTo>
                <a:close/>
                <a:moveTo>
                  <a:pt x="1806575" y="860425"/>
                </a:moveTo>
                <a:cubicBezTo>
                  <a:pt x="1796574" y="850424"/>
                  <a:pt x="1799161" y="820931"/>
                  <a:pt x="1810664" y="813822"/>
                </a:cubicBezTo>
                <a:cubicBezTo>
                  <a:pt x="1829247" y="802337"/>
                  <a:pt x="1853054" y="834739"/>
                  <a:pt x="1838721" y="852009"/>
                </a:cubicBezTo>
                <a:cubicBezTo>
                  <a:pt x="1825442" y="868009"/>
                  <a:pt x="1816500" y="870350"/>
                  <a:pt x="1806575" y="860425"/>
                </a:cubicBezTo>
                <a:close/>
                <a:moveTo>
                  <a:pt x="1124559" y="843696"/>
                </a:moveTo>
                <a:cubicBezTo>
                  <a:pt x="1109773" y="825880"/>
                  <a:pt x="1119155" y="809625"/>
                  <a:pt x="1144224" y="809625"/>
                </a:cubicBezTo>
                <a:cubicBezTo>
                  <a:pt x="1158463" y="809625"/>
                  <a:pt x="1162594" y="814929"/>
                  <a:pt x="1160331" y="830310"/>
                </a:cubicBezTo>
                <a:cubicBezTo>
                  <a:pt x="1156527" y="856158"/>
                  <a:pt x="1140026" y="862333"/>
                  <a:pt x="1124559" y="843696"/>
                </a:cubicBezTo>
                <a:close/>
                <a:moveTo>
                  <a:pt x="2397125" y="803275"/>
                </a:moveTo>
                <a:cubicBezTo>
                  <a:pt x="2385468" y="791618"/>
                  <a:pt x="2390593" y="761471"/>
                  <a:pt x="2405183" y="755872"/>
                </a:cubicBezTo>
                <a:cubicBezTo>
                  <a:pt x="2428262" y="747016"/>
                  <a:pt x="2449370" y="770076"/>
                  <a:pt x="2437864" y="791575"/>
                </a:cubicBezTo>
                <a:cubicBezTo>
                  <a:pt x="2428182" y="809666"/>
                  <a:pt x="2409019" y="815169"/>
                  <a:pt x="2397125" y="803275"/>
                </a:cubicBezTo>
                <a:close/>
                <a:moveTo>
                  <a:pt x="2040255" y="788670"/>
                </a:moveTo>
                <a:cubicBezTo>
                  <a:pt x="2015067" y="763482"/>
                  <a:pt x="2038378" y="717198"/>
                  <a:pt x="2070117" y="729378"/>
                </a:cubicBezTo>
                <a:cubicBezTo>
                  <a:pt x="2090824" y="737323"/>
                  <a:pt x="2099562" y="769441"/>
                  <a:pt x="2085595" y="786269"/>
                </a:cubicBezTo>
                <a:cubicBezTo>
                  <a:pt x="2071637" y="803088"/>
                  <a:pt x="2055526" y="803941"/>
                  <a:pt x="2040255" y="788670"/>
                </a:cubicBezTo>
                <a:close/>
                <a:moveTo>
                  <a:pt x="1288256" y="774700"/>
                </a:moveTo>
                <a:cubicBezTo>
                  <a:pt x="1270737" y="767692"/>
                  <a:pt x="1273761" y="726931"/>
                  <a:pt x="1292328" y="719806"/>
                </a:cubicBezTo>
                <a:cubicBezTo>
                  <a:pt x="1315661" y="710852"/>
                  <a:pt x="1340820" y="738740"/>
                  <a:pt x="1327895" y="759230"/>
                </a:cubicBezTo>
                <a:cubicBezTo>
                  <a:pt x="1316500" y="777295"/>
                  <a:pt x="1305488" y="781592"/>
                  <a:pt x="1288256" y="774700"/>
                </a:cubicBezTo>
                <a:close/>
                <a:moveTo>
                  <a:pt x="1909249" y="770695"/>
                </a:moveTo>
                <a:cubicBezTo>
                  <a:pt x="1905729" y="764999"/>
                  <a:pt x="1907246" y="755943"/>
                  <a:pt x="1912620" y="750570"/>
                </a:cubicBezTo>
                <a:cubicBezTo>
                  <a:pt x="1924637" y="738552"/>
                  <a:pt x="1943100" y="748701"/>
                  <a:pt x="1943100" y="767324"/>
                </a:cubicBezTo>
                <a:cubicBezTo>
                  <a:pt x="1943100" y="783361"/>
                  <a:pt x="1918586" y="785801"/>
                  <a:pt x="1909249" y="770695"/>
                </a:cubicBezTo>
                <a:close/>
                <a:moveTo>
                  <a:pt x="1529302" y="750355"/>
                </a:moveTo>
                <a:cubicBezTo>
                  <a:pt x="1510091" y="722927"/>
                  <a:pt x="1510607" y="711302"/>
                  <a:pt x="1531893" y="692038"/>
                </a:cubicBezTo>
                <a:cubicBezTo>
                  <a:pt x="1564473" y="662554"/>
                  <a:pt x="1587545" y="671645"/>
                  <a:pt x="1593538" y="716327"/>
                </a:cubicBezTo>
                <a:cubicBezTo>
                  <a:pt x="1596493" y="738356"/>
                  <a:pt x="1596804" y="759787"/>
                  <a:pt x="1594230" y="763952"/>
                </a:cubicBezTo>
                <a:cubicBezTo>
                  <a:pt x="1584644" y="779463"/>
                  <a:pt x="1543682" y="770885"/>
                  <a:pt x="1529302" y="750355"/>
                </a:cubicBezTo>
                <a:close/>
                <a:moveTo>
                  <a:pt x="2573655" y="760095"/>
                </a:moveTo>
                <a:cubicBezTo>
                  <a:pt x="2558440" y="744880"/>
                  <a:pt x="2559080" y="700267"/>
                  <a:pt x="2574699" y="687305"/>
                </a:cubicBezTo>
                <a:cubicBezTo>
                  <a:pt x="2597187" y="668641"/>
                  <a:pt x="2642758" y="688164"/>
                  <a:pt x="2646257" y="717961"/>
                </a:cubicBezTo>
                <a:cubicBezTo>
                  <a:pt x="2651565" y="763173"/>
                  <a:pt x="2604213" y="790653"/>
                  <a:pt x="2573655" y="760095"/>
                </a:cubicBezTo>
                <a:close/>
                <a:moveTo>
                  <a:pt x="954405" y="750570"/>
                </a:moveTo>
                <a:cubicBezTo>
                  <a:pt x="937723" y="733888"/>
                  <a:pt x="940402" y="716422"/>
                  <a:pt x="961363" y="705204"/>
                </a:cubicBezTo>
                <a:cubicBezTo>
                  <a:pt x="979123" y="695699"/>
                  <a:pt x="1009650" y="712766"/>
                  <a:pt x="1009650" y="732200"/>
                </a:cubicBezTo>
                <a:cubicBezTo>
                  <a:pt x="1009650" y="742762"/>
                  <a:pt x="988129" y="762000"/>
                  <a:pt x="976312" y="762000"/>
                </a:cubicBezTo>
                <a:cubicBezTo>
                  <a:pt x="970549" y="762000"/>
                  <a:pt x="960691" y="756856"/>
                  <a:pt x="954405" y="750570"/>
                </a:cubicBezTo>
                <a:close/>
                <a:moveTo>
                  <a:pt x="1111138" y="725531"/>
                </a:moveTo>
                <a:cubicBezTo>
                  <a:pt x="1090413" y="702629"/>
                  <a:pt x="1091217" y="682989"/>
                  <a:pt x="1113716" y="662628"/>
                </a:cubicBezTo>
                <a:cubicBezTo>
                  <a:pt x="1137831" y="640805"/>
                  <a:pt x="1162779" y="646578"/>
                  <a:pt x="1180456" y="678072"/>
                </a:cubicBezTo>
                <a:cubicBezTo>
                  <a:pt x="1206458" y="724397"/>
                  <a:pt x="1146971" y="765125"/>
                  <a:pt x="1111138" y="725531"/>
                </a:cubicBezTo>
                <a:close/>
                <a:moveTo>
                  <a:pt x="2259806" y="736600"/>
                </a:moveTo>
                <a:cubicBezTo>
                  <a:pt x="2244102" y="730318"/>
                  <a:pt x="2244575" y="700416"/>
                  <a:pt x="2260587" y="687127"/>
                </a:cubicBezTo>
                <a:cubicBezTo>
                  <a:pt x="2280587" y="670529"/>
                  <a:pt x="2313148" y="698288"/>
                  <a:pt x="2299607" y="720393"/>
                </a:cubicBezTo>
                <a:cubicBezTo>
                  <a:pt x="2288121" y="739143"/>
                  <a:pt x="2277240" y="743573"/>
                  <a:pt x="2259806" y="736600"/>
                </a:cubicBezTo>
                <a:close/>
                <a:moveTo>
                  <a:pt x="1739641" y="717291"/>
                </a:moveTo>
                <a:cubicBezTo>
                  <a:pt x="1728257" y="705907"/>
                  <a:pt x="1733490" y="685800"/>
                  <a:pt x="1747837" y="685800"/>
                </a:cubicBezTo>
                <a:cubicBezTo>
                  <a:pt x="1755695" y="685800"/>
                  <a:pt x="1762125" y="691976"/>
                  <a:pt x="1762125" y="699525"/>
                </a:cubicBezTo>
                <a:cubicBezTo>
                  <a:pt x="1762125" y="715438"/>
                  <a:pt x="1748530" y="726180"/>
                  <a:pt x="1739641" y="717291"/>
                </a:cubicBezTo>
                <a:close/>
                <a:moveTo>
                  <a:pt x="1843767" y="680357"/>
                </a:moveTo>
                <a:cubicBezTo>
                  <a:pt x="1826215" y="662805"/>
                  <a:pt x="1825264" y="653054"/>
                  <a:pt x="1838660" y="628023"/>
                </a:cubicBezTo>
                <a:cubicBezTo>
                  <a:pt x="1855821" y="595958"/>
                  <a:pt x="1914525" y="614868"/>
                  <a:pt x="1914525" y="652462"/>
                </a:cubicBezTo>
                <a:cubicBezTo>
                  <a:pt x="1914525" y="669139"/>
                  <a:pt x="1888339" y="695325"/>
                  <a:pt x="1871662" y="695325"/>
                </a:cubicBezTo>
                <a:cubicBezTo>
                  <a:pt x="1864552" y="695325"/>
                  <a:pt x="1852000" y="688589"/>
                  <a:pt x="1843767" y="680357"/>
                </a:cubicBezTo>
                <a:close/>
                <a:moveTo>
                  <a:pt x="2095500" y="661193"/>
                </a:moveTo>
                <a:cubicBezTo>
                  <a:pt x="2095500" y="644373"/>
                  <a:pt x="2116005" y="647302"/>
                  <a:pt x="2121892" y="664964"/>
                </a:cubicBezTo>
                <a:cubicBezTo>
                  <a:pt x="2123965" y="671185"/>
                  <a:pt x="2118875" y="676275"/>
                  <a:pt x="2110581" y="676275"/>
                </a:cubicBezTo>
                <a:cubicBezTo>
                  <a:pt x="2102286" y="676275"/>
                  <a:pt x="2095500" y="669488"/>
                  <a:pt x="2095500" y="661193"/>
                </a:cubicBezTo>
                <a:close/>
                <a:moveTo>
                  <a:pt x="1391029" y="643395"/>
                </a:moveTo>
                <a:cubicBezTo>
                  <a:pt x="1365810" y="613007"/>
                  <a:pt x="1403020" y="565243"/>
                  <a:pt x="1432714" y="589887"/>
                </a:cubicBezTo>
                <a:cubicBezTo>
                  <a:pt x="1452172" y="606036"/>
                  <a:pt x="1452184" y="643979"/>
                  <a:pt x="1432733" y="651443"/>
                </a:cubicBezTo>
                <a:cubicBezTo>
                  <a:pt x="1410466" y="659988"/>
                  <a:pt x="1403720" y="658686"/>
                  <a:pt x="1391029" y="643395"/>
                </a:cubicBezTo>
                <a:close/>
                <a:moveTo>
                  <a:pt x="2386333" y="638529"/>
                </a:moveTo>
                <a:cubicBezTo>
                  <a:pt x="2361110" y="610658"/>
                  <a:pt x="2372774" y="593385"/>
                  <a:pt x="2413598" y="598151"/>
                </a:cubicBezTo>
                <a:cubicBezTo>
                  <a:pt x="2452596" y="602704"/>
                  <a:pt x="2461495" y="630242"/>
                  <a:pt x="2429501" y="647364"/>
                </a:cubicBezTo>
                <a:cubicBezTo>
                  <a:pt x="2405518" y="660200"/>
                  <a:pt x="2406042" y="660307"/>
                  <a:pt x="2386333" y="638529"/>
                </a:cubicBezTo>
                <a:close/>
                <a:moveTo>
                  <a:pt x="1697831" y="622300"/>
                </a:moveTo>
                <a:cubicBezTo>
                  <a:pt x="1680749" y="615467"/>
                  <a:pt x="1683123" y="571977"/>
                  <a:pt x="1700951" y="565136"/>
                </a:cubicBezTo>
                <a:cubicBezTo>
                  <a:pt x="1723514" y="556477"/>
                  <a:pt x="1750091" y="586821"/>
                  <a:pt x="1737470" y="606830"/>
                </a:cubicBezTo>
                <a:cubicBezTo>
                  <a:pt x="1726075" y="624895"/>
                  <a:pt x="1715063" y="629192"/>
                  <a:pt x="1697831" y="622300"/>
                </a:cubicBezTo>
                <a:close/>
                <a:moveTo>
                  <a:pt x="1222900" y="605505"/>
                </a:moveTo>
                <a:cubicBezTo>
                  <a:pt x="1213417" y="580791"/>
                  <a:pt x="1226709" y="560364"/>
                  <a:pt x="1250113" y="563688"/>
                </a:cubicBezTo>
                <a:cubicBezTo>
                  <a:pt x="1265855" y="565923"/>
                  <a:pt x="1271587" y="573093"/>
                  <a:pt x="1271587" y="590550"/>
                </a:cubicBezTo>
                <a:cubicBezTo>
                  <a:pt x="1271587" y="618666"/>
                  <a:pt x="1232552" y="630657"/>
                  <a:pt x="1222900" y="605505"/>
                </a:cubicBezTo>
                <a:close/>
                <a:moveTo>
                  <a:pt x="2168525" y="612775"/>
                </a:moveTo>
                <a:cubicBezTo>
                  <a:pt x="2154553" y="598803"/>
                  <a:pt x="2163443" y="581025"/>
                  <a:pt x="2184400" y="581025"/>
                </a:cubicBezTo>
                <a:cubicBezTo>
                  <a:pt x="2213067" y="581025"/>
                  <a:pt x="2221888" y="590271"/>
                  <a:pt x="2208551" y="606342"/>
                </a:cubicBezTo>
                <a:cubicBezTo>
                  <a:pt x="2197140" y="620091"/>
                  <a:pt x="2178790" y="623040"/>
                  <a:pt x="2168525" y="612775"/>
                </a:cubicBezTo>
                <a:close/>
                <a:moveTo>
                  <a:pt x="1076325" y="590550"/>
                </a:moveTo>
                <a:cubicBezTo>
                  <a:pt x="1076325" y="585311"/>
                  <a:pt x="1083007" y="581025"/>
                  <a:pt x="1091174" y="581025"/>
                </a:cubicBezTo>
                <a:cubicBezTo>
                  <a:pt x="1099341" y="581025"/>
                  <a:pt x="1103375" y="585311"/>
                  <a:pt x="1100137" y="590550"/>
                </a:cubicBezTo>
                <a:cubicBezTo>
                  <a:pt x="1096899" y="595788"/>
                  <a:pt x="1090217" y="600075"/>
                  <a:pt x="1085287" y="600075"/>
                </a:cubicBezTo>
                <a:cubicBezTo>
                  <a:pt x="1080358" y="600075"/>
                  <a:pt x="1076325" y="595788"/>
                  <a:pt x="1076325" y="590550"/>
                </a:cubicBezTo>
                <a:close/>
                <a:moveTo>
                  <a:pt x="1547812" y="561975"/>
                </a:moveTo>
                <a:cubicBezTo>
                  <a:pt x="1544460" y="556551"/>
                  <a:pt x="1552663" y="552450"/>
                  <a:pt x="1566862" y="552450"/>
                </a:cubicBezTo>
                <a:cubicBezTo>
                  <a:pt x="1581061" y="552450"/>
                  <a:pt x="1589264" y="556551"/>
                  <a:pt x="1585912" y="561975"/>
                </a:cubicBezTo>
                <a:cubicBezTo>
                  <a:pt x="1582674" y="567213"/>
                  <a:pt x="1574102" y="571500"/>
                  <a:pt x="1566862" y="571500"/>
                </a:cubicBezTo>
                <a:cubicBezTo>
                  <a:pt x="1559622" y="571500"/>
                  <a:pt x="1551050" y="567213"/>
                  <a:pt x="1547812" y="561975"/>
                </a:cubicBezTo>
                <a:close/>
              </a:path>
            </a:pathLst>
          </a:custGeom>
          <a:solidFill>
            <a:srgbClr val="7A1732">
              <a:alpha val="45000"/>
            </a:srgbClr>
          </a:solidFill>
          <a:ln>
            <a:noFill/>
          </a:ln>
        </p:spPr>
      </p:sp>
      <p:sp>
        <p:nvSpPr>
          <p:cNvPr id="8" name="TEXT: 3. [glide]"/>
          <p:cNvSpPr/>
          <p:nvPr/>
        </p:nvSpPr>
        <p:spPr>
          <a:xfrm rot="120000">
            <a:off x="2214562" y="11449050"/>
            <a:ext cx="3190875" cy="914400"/>
          </a:xfrm>
          <a:prstGeom prst="rect">
            <a:avLst/>
          </a:prstGeom>
          <a:solidFill>
            <a:srgbClr val="181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76022" rIns="176022" tIns="75438" bIns="75438"/>
          <a:lstStyle/>
          <a:p>
            <a:pPr algn="l">
              <a:lnSpc>
                <a:spcPts val="6039"/>
              </a:lnSpc>
            </a:pPr>
            <a:r>
              <a:rPr b="1" sz="4950">
                <a:solidFill>
                  <a:srgbClr val="FFFFFF"/>
                </a:solidFill>
                <a:latin typeface="Montserrat"/>
              </a:rPr>
              <a:t>3. [glide]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sp>
        <p:nvSpPr>
          <p:cNvPr id="3" name="PHOTO: The result (fills the page)"/>
          <p:cNvSpPr/>
          <p:nvPr/>
        </p:nvSpPr>
        <p:spPr>
          <a:xfrm rot="0">
            <a:off x="0" y="0"/>
            <a:ext cx="10287000" cy="13716000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4" name="burst"/>
          <p:cNvSpPr/>
          <p:nvPr/>
        </p:nvSpPr>
        <p:spPr>
          <a:xfrm rot="0">
            <a:off x="3048000" y="-300037"/>
            <a:ext cx="6096000" cy="5553075"/>
          </a:xfrm>
          <a:custGeom>
            <a:avLst/>
            <a:gdLst/>
            <a:ahLst/>
            <a:cxnLst/>
            <a:rect l="0" t="0" r="r" b="b"/>
            <a:pathLst>
              <a:path w="6096000" h="5553075">
                <a:moveTo>
                  <a:pt x="3031191" y="5517038"/>
                </a:moveTo>
                <a:cubicBezTo>
                  <a:pt x="3021378" y="5501299"/>
                  <a:pt x="3008150" y="5491857"/>
                  <a:pt x="2998636" y="5493800"/>
                </a:cubicBezTo>
                <a:cubicBezTo>
                  <a:pt x="2989690" y="5495628"/>
                  <a:pt x="2977861" y="5488200"/>
                  <a:pt x="2971860" y="5476987"/>
                </a:cubicBezTo>
                <a:cubicBezTo>
                  <a:pt x="2954682" y="5444889"/>
                  <a:pt x="2946598" y="5093669"/>
                  <a:pt x="2958704" y="4905375"/>
                </a:cubicBezTo>
                <a:cubicBezTo>
                  <a:pt x="2964598" y="4813696"/>
                  <a:pt x="2972167" y="4642246"/>
                  <a:pt x="2975524" y="4524375"/>
                </a:cubicBezTo>
                <a:cubicBezTo>
                  <a:pt x="2978882" y="4406503"/>
                  <a:pt x="2985744" y="4292917"/>
                  <a:pt x="2990774" y="4271962"/>
                </a:cubicBezTo>
                <a:cubicBezTo>
                  <a:pt x="2995804" y="4251007"/>
                  <a:pt x="3000062" y="4201715"/>
                  <a:pt x="3000235" y="4162425"/>
                </a:cubicBezTo>
                <a:cubicBezTo>
                  <a:pt x="3000558" y="4089304"/>
                  <a:pt x="3037547" y="3854542"/>
                  <a:pt x="3056110" y="3807800"/>
                </a:cubicBezTo>
                <a:cubicBezTo>
                  <a:pt x="3071622" y="3768738"/>
                  <a:pt x="3093386" y="3784430"/>
                  <a:pt x="3110129" y="3846750"/>
                </a:cubicBezTo>
                <a:cubicBezTo>
                  <a:pt x="3118069" y="3876306"/>
                  <a:pt x="3128431" y="3913346"/>
                  <a:pt x="3133155" y="3929062"/>
                </a:cubicBezTo>
                <a:cubicBezTo>
                  <a:pt x="3137880" y="3944778"/>
                  <a:pt x="3144612" y="3989784"/>
                  <a:pt x="3148116" y="4029075"/>
                </a:cubicBezTo>
                <a:cubicBezTo>
                  <a:pt x="3151620" y="4068365"/>
                  <a:pt x="3158061" y="4117657"/>
                  <a:pt x="3162428" y="4138612"/>
                </a:cubicBezTo>
                <a:cubicBezTo>
                  <a:pt x="3166795" y="4159567"/>
                  <a:pt x="3172905" y="4217431"/>
                  <a:pt x="3176005" y="4267200"/>
                </a:cubicBezTo>
                <a:cubicBezTo>
                  <a:pt x="3179106" y="4316968"/>
                  <a:pt x="3186306" y="4413408"/>
                  <a:pt x="3192005" y="4481512"/>
                </a:cubicBezTo>
                <a:cubicBezTo>
                  <a:pt x="3208637" y="4680257"/>
                  <a:pt x="3208292" y="5405113"/>
                  <a:pt x="3191540" y="5457825"/>
                </a:cubicBezTo>
                <a:cubicBezTo>
                  <a:pt x="3173441" y="5514775"/>
                  <a:pt x="3164286" y="5525361"/>
                  <a:pt x="3138688" y="5518936"/>
                </a:cubicBezTo>
                <a:cubicBezTo>
                  <a:pt x="3124328" y="5515332"/>
                  <a:pt x="3115358" y="5518505"/>
                  <a:pt x="3111502" y="5528553"/>
                </a:cubicBezTo>
                <a:cubicBezTo>
                  <a:pt x="3101421" y="5554823"/>
                  <a:pt x="3050166" y="5547474"/>
                  <a:pt x="3031191" y="5517038"/>
                </a:cubicBezTo>
                <a:close/>
                <a:moveTo>
                  <a:pt x="778531" y="4785381"/>
                </a:moveTo>
                <a:cubicBezTo>
                  <a:pt x="775399" y="4782249"/>
                  <a:pt x="775328" y="4773195"/>
                  <a:pt x="778373" y="4765260"/>
                </a:cubicBezTo>
                <a:cubicBezTo>
                  <a:pt x="782839" y="4753621"/>
                  <a:pt x="778459" y="4752030"/>
                  <a:pt x="755707" y="4757027"/>
                </a:cubicBezTo>
                <a:cubicBezTo>
                  <a:pt x="734553" y="4761673"/>
                  <a:pt x="723358" y="4758639"/>
                  <a:pt x="710911" y="4744885"/>
                </a:cubicBezTo>
                <a:cubicBezTo>
                  <a:pt x="694964" y="4727263"/>
                  <a:pt x="695728" y="4725154"/>
                  <a:pt x="730540" y="4690728"/>
                </a:cubicBezTo>
                <a:cubicBezTo>
                  <a:pt x="760255" y="4661341"/>
                  <a:pt x="762008" y="4657797"/>
                  <a:pt x="740299" y="4670998"/>
                </a:cubicBezTo>
                <a:cubicBezTo>
                  <a:pt x="691961" y="4700394"/>
                  <a:pt x="679541" y="4668418"/>
                  <a:pt x="720425" y="4619831"/>
                </a:cubicBezTo>
                <a:cubicBezTo>
                  <a:pt x="735265" y="4602194"/>
                  <a:pt x="751146" y="4592157"/>
                  <a:pt x="759274" y="4595276"/>
                </a:cubicBezTo>
                <a:cubicBezTo>
                  <a:pt x="766836" y="4598177"/>
                  <a:pt x="797328" y="4582872"/>
                  <a:pt x="827042" y="4561260"/>
                </a:cubicBezTo>
                <a:cubicBezTo>
                  <a:pt x="869067" y="4530693"/>
                  <a:pt x="875246" y="4523333"/>
                  <a:pt x="854868" y="4528116"/>
                </a:cubicBezTo>
                <a:cubicBezTo>
                  <a:pt x="819545" y="4536405"/>
                  <a:pt x="821303" y="4520576"/>
                  <a:pt x="859631" y="4485220"/>
                </a:cubicBezTo>
                <a:cubicBezTo>
                  <a:pt x="888977" y="4458149"/>
                  <a:pt x="1326542" y="4123328"/>
                  <a:pt x="1412284" y="4062335"/>
                </a:cubicBezTo>
                <a:cubicBezTo>
                  <a:pt x="1434437" y="4046576"/>
                  <a:pt x="1506140" y="3995031"/>
                  <a:pt x="1571625" y="3947789"/>
                </a:cubicBezTo>
                <a:cubicBezTo>
                  <a:pt x="1704285" y="3852087"/>
                  <a:pt x="1707234" y="3850044"/>
                  <a:pt x="1842164" y="3760373"/>
                </a:cubicBezTo>
                <a:cubicBezTo>
                  <a:pt x="2052813" y="3620383"/>
                  <a:pt x="2250937" y="3513952"/>
                  <a:pt x="2268391" y="3531406"/>
                </a:cubicBezTo>
                <a:cubicBezTo>
                  <a:pt x="2276788" y="3539803"/>
                  <a:pt x="2270492" y="3553172"/>
                  <a:pt x="2242244" y="3586926"/>
                </a:cubicBezTo>
                <a:cubicBezTo>
                  <a:pt x="2221780" y="3611379"/>
                  <a:pt x="2191583" y="3649071"/>
                  <a:pt x="2175138" y="3670686"/>
                </a:cubicBezTo>
                <a:cubicBezTo>
                  <a:pt x="2146796" y="3707941"/>
                  <a:pt x="1976765" y="3871321"/>
                  <a:pt x="1905000" y="3930259"/>
                </a:cubicBezTo>
                <a:cubicBezTo>
                  <a:pt x="1886664" y="3945317"/>
                  <a:pt x="1870263" y="3960763"/>
                  <a:pt x="1868553" y="3964584"/>
                </a:cubicBezTo>
                <a:cubicBezTo>
                  <a:pt x="1866843" y="3968405"/>
                  <a:pt x="1819694" y="4009776"/>
                  <a:pt x="1763778" y="4056520"/>
                </a:cubicBezTo>
                <a:cubicBezTo>
                  <a:pt x="1707862" y="4103265"/>
                  <a:pt x="1649253" y="4155286"/>
                  <a:pt x="1633537" y="4172123"/>
                </a:cubicBezTo>
                <a:cubicBezTo>
                  <a:pt x="1608274" y="4199187"/>
                  <a:pt x="1422696" y="4354670"/>
                  <a:pt x="1252895" y="4491037"/>
                </a:cubicBezTo>
                <a:cubicBezTo>
                  <a:pt x="1220279" y="4517231"/>
                  <a:pt x="1166719" y="4561386"/>
                  <a:pt x="1133874" y="4589159"/>
                </a:cubicBezTo>
                <a:cubicBezTo>
                  <a:pt x="1047805" y="4661938"/>
                  <a:pt x="1028833" y="4673352"/>
                  <a:pt x="1019373" y="4658046"/>
                </a:cubicBezTo>
                <a:cubicBezTo>
                  <a:pt x="1013658" y="4648799"/>
                  <a:pt x="991145" y="4661537"/>
                  <a:pt x="932080" y="4707436"/>
                </a:cubicBezTo>
                <a:cubicBezTo>
                  <a:pt x="828829" y="4787670"/>
                  <a:pt x="796985" y="4803835"/>
                  <a:pt x="778531" y="4785381"/>
                </a:cubicBezTo>
                <a:close/>
                <a:moveTo>
                  <a:pt x="5064424" y="4717442"/>
                </a:moveTo>
                <a:cubicBezTo>
                  <a:pt x="5050781" y="4703799"/>
                  <a:pt x="5044708" y="4702979"/>
                  <a:pt x="5029175" y="4712679"/>
                </a:cubicBezTo>
                <a:cubicBezTo>
                  <a:pt x="5003272" y="4728856"/>
                  <a:pt x="4976823" y="4727340"/>
                  <a:pt x="4961433" y="4708797"/>
                </a:cubicBezTo>
                <a:cubicBezTo>
                  <a:pt x="4954311" y="4700215"/>
                  <a:pt x="4896993" y="4647776"/>
                  <a:pt x="4834060" y="4592265"/>
                </a:cubicBezTo>
                <a:cubicBezTo>
                  <a:pt x="4702995" y="4476657"/>
                  <a:pt x="4255268" y="4054006"/>
                  <a:pt x="4190607" y="3984849"/>
                </a:cubicBezTo>
                <a:cubicBezTo>
                  <a:pt x="4087488" y="3874561"/>
                  <a:pt x="3933859" y="3695114"/>
                  <a:pt x="3888140" y="3631552"/>
                </a:cubicBezTo>
                <a:cubicBezTo>
                  <a:pt x="3768695" y="3465489"/>
                  <a:pt x="3867351" y="3510649"/>
                  <a:pt x="4241348" y="3793235"/>
                </a:cubicBezTo>
                <a:cubicBezTo>
                  <a:pt x="4441318" y="3944330"/>
                  <a:pt x="4518077" y="4005148"/>
                  <a:pt x="4629150" y="4100505"/>
                </a:cubicBezTo>
                <a:cubicBezTo>
                  <a:pt x="4684156" y="4147728"/>
                  <a:pt x="4746307" y="4198969"/>
                  <a:pt x="4767262" y="4214373"/>
                </a:cubicBezTo>
                <a:cubicBezTo>
                  <a:pt x="4788217" y="4229777"/>
                  <a:pt x="4807505" y="4244832"/>
                  <a:pt x="4810125" y="4247828"/>
                </a:cubicBezTo>
                <a:cubicBezTo>
                  <a:pt x="4812744" y="4250825"/>
                  <a:pt x="4847034" y="4280856"/>
                  <a:pt x="4886325" y="4314563"/>
                </a:cubicBezTo>
                <a:cubicBezTo>
                  <a:pt x="4994440" y="4407317"/>
                  <a:pt x="5113151" y="4524389"/>
                  <a:pt x="5144264" y="4568944"/>
                </a:cubicBezTo>
                <a:cubicBezTo>
                  <a:pt x="5169207" y="4604663"/>
                  <a:pt x="5170566" y="4610247"/>
                  <a:pt x="5157499" y="4623314"/>
                </a:cubicBezTo>
                <a:cubicBezTo>
                  <a:pt x="5148272" y="4632541"/>
                  <a:pt x="5145065" y="4646357"/>
                  <a:pt x="5148745" y="4661020"/>
                </a:cubicBezTo>
                <a:cubicBezTo>
                  <a:pt x="5153421" y="4679651"/>
                  <a:pt x="5148193" y="4689015"/>
                  <a:pt x="5121934" y="4709044"/>
                </a:cubicBezTo>
                <a:cubicBezTo>
                  <a:pt x="5083247" y="4738552"/>
                  <a:pt x="5085243" y="4738260"/>
                  <a:pt x="5064424" y="4717442"/>
                </a:cubicBezTo>
                <a:close/>
                <a:moveTo>
                  <a:pt x="3831408" y="4689099"/>
                </a:moveTo>
                <a:cubicBezTo>
                  <a:pt x="3800596" y="4683167"/>
                  <a:pt x="3769988" y="4637690"/>
                  <a:pt x="3724562" y="4530349"/>
                </a:cubicBezTo>
                <a:cubicBezTo>
                  <a:pt x="3670473" y="4402536"/>
                  <a:pt x="3585762" y="4143966"/>
                  <a:pt x="3551731" y="4002798"/>
                </a:cubicBezTo>
                <a:cubicBezTo>
                  <a:pt x="3526437" y="3897877"/>
                  <a:pt x="3577148" y="3923177"/>
                  <a:pt x="3659350" y="4056489"/>
                </a:cubicBezTo>
                <a:cubicBezTo>
                  <a:pt x="3676723" y="4084664"/>
                  <a:pt x="3702283" y="4121160"/>
                  <a:pt x="3716151" y="4137593"/>
                </a:cubicBezTo>
                <a:cubicBezTo>
                  <a:pt x="3763069" y="4193188"/>
                  <a:pt x="3925849" y="4537267"/>
                  <a:pt x="3940298" y="4611387"/>
                </a:cubicBezTo>
                <a:cubicBezTo>
                  <a:pt x="3946089" y="4641098"/>
                  <a:pt x="3929382" y="4676775"/>
                  <a:pt x="3909677" y="4676775"/>
                </a:cubicBezTo>
                <a:cubicBezTo>
                  <a:pt x="3902003" y="4676775"/>
                  <a:pt x="3895725" y="4681061"/>
                  <a:pt x="3895725" y="4686300"/>
                </a:cubicBezTo>
                <a:cubicBezTo>
                  <a:pt x="3895725" y="4695826"/>
                  <a:pt x="3871762" y="4696869"/>
                  <a:pt x="3831408" y="4689099"/>
                </a:cubicBezTo>
                <a:close/>
                <a:moveTo>
                  <a:pt x="2087891" y="4659489"/>
                </a:moveTo>
                <a:cubicBezTo>
                  <a:pt x="2072735" y="4647836"/>
                  <a:pt x="2068031" y="4637348"/>
                  <a:pt x="2072610" y="4625416"/>
                </a:cubicBezTo>
                <a:cubicBezTo>
                  <a:pt x="2076666" y="4614848"/>
                  <a:pt x="2074081" y="4604955"/>
                  <a:pt x="2065931" y="4599852"/>
                </a:cubicBezTo>
                <a:cubicBezTo>
                  <a:pt x="2054962" y="4592982"/>
                  <a:pt x="2056926" y="4582740"/>
                  <a:pt x="2077163" y="4541282"/>
                </a:cubicBezTo>
                <a:cubicBezTo>
                  <a:pt x="2090652" y="4513647"/>
                  <a:pt x="2115287" y="4463176"/>
                  <a:pt x="2131908" y="4429125"/>
                </a:cubicBezTo>
                <a:cubicBezTo>
                  <a:pt x="2161087" y="4369343"/>
                  <a:pt x="2252578" y="4219788"/>
                  <a:pt x="2265929" y="4210050"/>
                </a:cubicBezTo>
                <a:cubicBezTo>
                  <a:pt x="2269519" y="4207430"/>
                  <a:pt x="2297315" y="4169522"/>
                  <a:pt x="2327696" y="4125809"/>
                </a:cubicBezTo>
                <a:cubicBezTo>
                  <a:pt x="2383730" y="4045188"/>
                  <a:pt x="2398811" y="4025806"/>
                  <a:pt x="2456177" y="3960694"/>
                </a:cubicBezTo>
                <a:cubicBezTo>
                  <a:pt x="2497944" y="3913286"/>
                  <a:pt x="2519012" y="3912080"/>
                  <a:pt x="2510475" y="3957584"/>
                </a:cubicBezTo>
                <a:cubicBezTo>
                  <a:pt x="2501433" y="4005783"/>
                  <a:pt x="2439547" y="4189510"/>
                  <a:pt x="2418374" y="4231011"/>
                </a:cubicBezTo>
                <a:cubicBezTo>
                  <a:pt x="2408433" y="4250497"/>
                  <a:pt x="2400300" y="4274492"/>
                  <a:pt x="2400300" y="4284333"/>
                </a:cubicBezTo>
                <a:cubicBezTo>
                  <a:pt x="2400300" y="4330200"/>
                  <a:pt x="2220713" y="4653628"/>
                  <a:pt x="2190750" y="4661725"/>
                </a:cubicBezTo>
                <a:cubicBezTo>
                  <a:pt x="2138052" y="4675965"/>
                  <a:pt x="2108485" y="4675323"/>
                  <a:pt x="2087891" y="4659489"/>
                </a:cubicBezTo>
                <a:close/>
                <a:moveTo>
                  <a:pt x="1121568" y="3666085"/>
                </a:moveTo>
                <a:cubicBezTo>
                  <a:pt x="1093544" y="3635795"/>
                  <a:pt x="1089748" y="3624101"/>
                  <a:pt x="1104900" y="3614737"/>
                </a:cubicBezTo>
                <a:cubicBezTo>
                  <a:pt x="1110138" y="3611499"/>
                  <a:pt x="1114425" y="3600823"/>
                  <a:pt x="1114425" y="3591011"/>
                </a:cubicBezTo>
                <a:cubicBezTo>
                  <a:pt x="1114425" y="3572015"/>
                  <a:pt x="1160558" y="3533775"/>
                  <a:pt x="1183475" y="3533775"/>
                </a:cubicBezTo>
                <a:cubicBezTo>
                  <a:pt x="1191022" y="3533775"/>
                  <a:pt x="1204955" y="3525202"/>
                  <a:pt x="1214437" y="3514725"/>
                </a:cubicBezTo>
                <a:cubicBezTo>
                  <a:pt x="1223919" y="3504247"/>
                  <a:pt x="1235723" y="3495675"/>
                  <a:pt x="1240668" y="3495675"/>
                </a:cubicBezTo>
                <a:cubicBezTo>
                  <a:pt x="1245612" y="3495675"/>
                  <a:pt x="1263165" y="3489626"/>
                  <a:pt x="1279672" y="3482234"/>
                </a:cubicBezTo>
                <a:cubicBezTo>
                  <a:pt x="1398466" y="3429037"/>
                  <a:pt x="1551283" y="3379029"/>
                  <a:pt x="1720737" y="3337899"/>
                </a:cubicBezTo>
                <a:cubicBezTo>
                  <a:pt x="1867377" y="3302307"/>
                  <a:pt x="1895537" y="3298949"/>
                  <a:pt x="1895356" y="3317081"/>
                </a:cubicBezTo>
                <a:cubicBezTo>
                  <a:pt x="1895217" y="3330959"/>
                  <a:pt x="1747200" y="3431379"/>
                  <a:pt x="1657350" y="3478553"/>
                </a:cubicBezTo>
                <a:cubicBezTo>
                  <a:pt x="1623298" y="3496431"/>
                  <a:pt x="1578059" y="3522123"/>
                  <a:pt x="1556820" y="3535647"/>
                </a:cubicBezTo>
                <a:cubicBezTo>
                  <a:pt x="1464400" y="3594492"/>
                  <a:pt x="1216039" y="3695842"/>
                  <a:pt x="1166812" y="3694800"/>
                </a:cubicBezTo>
                <a:cubicBezTo>
                  <a:pt x="1156335" y="3694578"/>
                  <a:pt x="1135975" y="3681657"/>
                  <a:pt x="1121568" y="3666085"/>
                </a:cubicBezTo>
                <a:close/>
                <a:moveTo>
                  <a:pt x="4834334" y="3677291"/>
                </a:moveTo>
                <a:cubicBezTo>
                  <a:pt x="4831314" y="3672405"/>
                  <a:pt x="4816576" y="3668757"/>
                  <a:pt x="4801583" y="3669183"/>
                </a:cubicBezTo>
                <a:cubicBezTo>
                  <a:pt x="4718088" y="3671557"/>
                  <a:pt x="4175225" y="3355239"/>
                  <a:pt x="4207465" y="3322999"/>
                </a:cubicBezTo>
                <a:cubicBezTo>
                  <a:pt x="4227481" y="3302983"/>
                  <a:pt x="4612133" y="3415403"/>
                  <a:pt x="4792811" y="3494075"/>
                </a:cubicBezTo>
                <a:cubicBezTo>
                  <a:pt x="4856483" y="3521800"/>
                  <a:pt x="4914900" y="3580969"/>
                  <a:pt x="4914900" y="3617736"/>
                </a:cubicBezTo>
                <a:cubicBezTo>
                  <a:pt x="4914900" y="3657591"/>
                  <a:pt x="4851241" y="3704648"/>
                  <a:pt x="4834334" y="3677291"/>
                </a:cubicBezTo>
                <a:close/>
                <a:moveTo>
                  <a:pt x="5581650" y="3018856"/>
                </a:moveTo>
                <a:cubicBezTo>
                  <a:pt x="5510926" y="3014485"/>
                  <a:pt x="5339476" y="3006543"/>
                  <a:pt x="5200650" y="3001207"/>
                </a:cubicBezTo>
                <a:cubicBezTo>
                  <a:pt x="5061823" y="2995871"/>
                  <a:pt x="4911804" y="2987223"/>
                  <a:pt x="4867275" y="2981990"/>
                </a:cubicBezTo>
                <a:cubicBezTo>
                  <a:pt x="4822745" y="2976757"/>
                  <a:pt x="4739163" y="2967964"/>
                  <a:pt x="4681537" y="2962451"/>
                </a:cubicBezTo>
                <a:cubicBezTo>
                  <a:pt x="4461488" y="2941398"/>
                  <a:pt x="4398972" y="2932113"/>
                  <a:pt x="4188925" y="2889281"/>
                </a:cubicBezTo>
                <a:cubicBezTo>
                  <a:pt x="4174687" y="2886378"/>
                  <a:pt x="4158538" y="2878581"/>
                  <a:pt x="4153039" y="2871955"/>
                </a:cubicBezTo>
                <a:cubicBezTo>
                  <a:pt x="4106168" y="2815479"/>
                  <a:pt x="4486244" y="2782285"/>
                  <a:pt x="5263937" y="2774936"/>
                </a:cubicBezTo>
                <a:cubicBezTo>
                  <a:pt x="5813538" y="2769742"/>
                  <a:pt x="5894050" y="2773187"/>
                  <a:pt x="5829300" y="2799127"/>
                </a:cubicBezTo>
                <a:cubicBezTo>
                  <a:pt x="5816203" y="2804374"/>
                  <a:pt x="5807630" y="2809002"/>
                  <a:pt x="5810250" y="2809413"/>
                </a:cubicBezTo>
                <a:cubicBezTo>
                  <a:pt x="5812869" y="2809823"/>
                  <a:pt x="5859877" y="2812450"/>
                  <a:pt x="5914712" y="2815251"/>
                </a:cubicBezTo>
                <a:cubicBezTo>
                  <a:pt x="6042220" y="2821764"/>
                  <a:pt x="6100778" y="2848062"/>
                  <a:pt x="6046262" y="2874329"/>
                </a:cubicBezTo>
                <a:cubicBezTo>
                  <a:pt x="6024609" y="2884763"/>
                  <a:pt x="6024607" y="2884787"/>
                  <a:pt x="6045214" y="2885430"/>
                </a:cubicBezTo>
                <a:cubicBezTo>
                  <a:pt x="6078842" y="2886480"/>
                  <a:pt x="6096000" y="2896506"/>
                  <a:pt x="6096000" y="2915106"/>
                </a:cubicBezTo>
                <a:cubicBezTo>
                  <a:pt x="6096000" y="2937052"/>
                  <a:pt x="6082222" y="2945640"/>
                  <a:pt x="6034087" y="2953696"/>
                </a:cubicBezTo>
                <a:cubicBezTo>
                  <a:pt x="6001337" y="2959178"/>
                  <a:pt x="5998996" y="2961052"/>
                  <a:pt x="6017418" y="2967047"/>
                </a:cubicBezTo>
                <a:cubicBezTo>
                  <a:pt x="6029205" y="2970883"/>
                  <a:pt x="6038850" y="2979800"/>
                  <a:pt x="6038850" y="2986863"/>
                </a:cubicBezTo>
                <a:cubicBezTo>
                  <a:pt x="6038850" y="3008720"/>
                  <a:pt x="6002439" y="3020654"/>
                  <a:pt x="5935935" y="3020594"/>
                </a:cubicBezTo>
                <a:cubicBezTo>
                  <a:pt x="5900860" y="3020562"/>
                  <a:pt x="5835729" y="3021946"/>
                  <a:pt x="5791200" y="3023670"/>
                </a:cubicBezTo>
                <a:cubicBezTo>
                  <a:pt x="5746670" y="3025393"/>
                  <a:pt x="5652373" y="3023227"/>
                  <a:pt x="5581650" y="3018856"/>
                </a:cubicBezTo>
                <a:close/>
                <a:moveTo>
                  <a:pt x="185737" y="3000639"/>
                </a:moveTo>
                <a:cubicBezTo>
                  <a:pt x="58589" y="2993687"/>
                  <a:pt x="40004" y="2986797"/>
                  <a:pt x="46898" y="2949165"/>
                </a:cubicBezTo>
                <a:cubicBezTo>
                  <a:pt x="47739" y="2944574"/>
                  <a:pt x="39674" y="2934687"/>
                  <a:pt x="28976" y="2927193"/>
                </a:cubicBezTo>
                <a:cubicBezTo>
                  <a:pt x="-903" y="2906265"/>
                  <a:pt x="2148" y="2857500"/>
                  <a:pt x="33337" y="2857500"/>
                </a:cubicBezTo>
                <a:cubicBezTo>
                  <a:pt x="59408" y="2857500"/>
                  <a:pt x="65623" y="2841103"/>
                  <a:pt x="42862" y="2832369"/>
                </a:cubicBezTo>
                <a:cubicBezTo>
                  <a:pt x="5036" y="2817854"/>
                  <a:pt x="65814" y="2778868"/>
                  <a:pt x="116211" y="2785319"/>
                </a:cubicBezTo>
                <a:cubicBezTo>
                  <a:pt x="170642" y="2792286"/>
                  <a:pt x="272555" y="2799456"/>
                  <a:pt x="247650" y="2794566"/>
                </a:cubicBezTo>
                <a:cubicBezTo>
                  <a:pt x="234553" y="2791994"/>
                  <a:pt x="217762" y="2787817"/>
                  <a:pt x="210338" y="2785283"/>
                </a:cubicBezTo>
                <a:cubicBezTo>
                  <a:pt x="70157" y="2737434"/>
                  <a:pt x="1547066" y="2755438"/>
                  <a:pt x="1833562" y="2805070"/>
                </a:cubicBezTo>
                <a:cubicBezTo>
                  <a:pt x="1930805" y="2821917"/>
                  <a:pt x="1949722" y="2826007"/>
                  <a:pt x="1960117" y="2832431"/>
                </a:cubicBezTo>
                <a:cubicBezTo>
                  <a:pt x="1978642" y="2843880"/>
                  <a:pt x="1973569" y="2857251"/>
                  <a:pt x="1946846" y="2867411"/>
                </a:cubicBezTo>
                <a:cubicBezTo>
                  <a:pt x="1903176" y="2884014"/>
                  <a:pt x="1688953" y="2924358"/>
                  <a:pt x="1593007" y="2934048"/>
                </a:cubicBezTo>
                <a:cubicBezTo>
                  <a:pt x="994453" y="2994500"/>
                  <a:pt x="500731" y="3017863"/>
                  <a:pt x="185737" y="3000639"/>
                </a:cubicBezTo>
                <a:close/>
                <a:moveTo>
                  <a:pt x="4244975" y="2403475"/>
                </a:moveTo>
                <a:cubicBezTo>
                  <a:pt x="4231787" y="2390287"/>
                  <a:pt x="4240056" y="2380576"/>
                  <a:pt x="4288631" y="2352204"/>
                </a:cubicBezTo>
                <a:cubicBezTo>
                  <a:pt x="4316134" y="2336139"/>
                  <a:pt x="4366498" y="2305392"/>
                  <a:pt x="4400550" y="2283877"/>
                </a:cubicBezTo>
                <a:cubicBezTo>
                  <a:pt x="4545017" y="2192598"/>
                  <a:pt x="4883951" y="2033380"/>
                  <a:pt x="4913932" y="2042711"/>
                </a:cubicBezTo>
                <a:cubicBezTo>
                  <a:pt x="4922322" y="2045322"/>
                  <a:pt x="4946332" y="2041408"/>
                  <a:pt x="4967287" y="2034013"/>
                </a:cubicBezTo>
                <a:cubicBezTo>
                  <a:pt x="5004409" y="2020912"/>
                  <a:pt x="5006094" y="2021262"/>
                  <a:pt x="5032927" y="2047656"/>
                </a:cubicBezTo>
                <a:cubicBezTo>
                  <a:pt x="5053267" y="2067664"/>
                  <a:pt x="5058474" y="2079326"/>
                  <a:pt x="5052846" y="2092266"/>
                </a:cubicBezTo>
                <a:cubicBezTo>
                  <a:pt x="5048654" y="2101903"/>
                  <a:pt x="5046084" y="2113538"/>
                  <a:pt x="5047135" y="2118123"/>
                </a:cubicBezTo>
                <a:cubicBezTo>
                  <a:pt x="5050537" y="2132975"/>
                  <a:pt x="5017280" y="2162170"/>
                  <a:pt x="4996767" y="2162339"/>
                </a:cubicBezTo>
                <a:cubicBezTo>
                  <a:pt x="4985792" y="2162430"/>
                  <a:pt x="4967543" y="2172288"/>
                  <a:pt x="4956213" y="2184248"/>
                </a:cubicBezTo>
                <a:cubicBezTo>
                  <a:pt x="4909111" y="2233970"/>
                  <a:pt x="4528764" y="2362121"/>
                  <a:pt x="4314825" y="2400352"/>
                </a:cubicBezTo>
                <a:cubicBezTo>
                  <a:pt x="4252275" y="2411530"/>
                  <a:pt x="4252998" y="2411498"/>
                  <a:pt x="4244975" y="2403475"/>
                </a:cubicBezTo>
                <a:close/>
                <a:moveTo>
                  <a:pt x="1814512" y="2386216"/>
                </a:moveTo>
                <a:cubicBezTo>
                  <a:pt x="1809273" y="2384536"/>
                  <a:pt x="1772840" y="2376017"/>
                  <a:pt x="1733550" y="2367287"/>
                </a:cubicBezTo>
                <a:cubicBezTo>
                  <a:pt x="1694259" y="2358556"/>
                  <a:pt x="1642824" y="2345829"/>
                  <a:pt x="1619250" y="2339005"/>
                </a:cubicBezTo>
                <a:cubicBezTo>
                  <a:pt x="1595675" y="2332180"/>
                  <a:pt x="1548526" y="2321382"/>
                  <a:pt x="1514475" y="2315008"/>
                </a:cubicBezTo>
                <a:cubicBezTo>
                  <a:pt x="1434140" y="2299971"/>
                  <a:pt x="1198390" y="2214295"/>
                  <a:pt x="1141946" y="2179625"/>
                </a:cubicBezTo>
                <a:cubicBezTo>
                  <a:pt x="1117792" y="2164788"/>
                  <a:pt x="1093297" y="2152650"/>
                  <a:pt x="1087512" y="2152650"/>
                </a:cubicBezTo>
                <a:cubicBezTo>
                  <a:pt x="1074306" y="2152650"/>
                  <a:pt x="1061675" y="2128374"/>
                  <a:pt x="1054113" y="2088460"/>
                </a:cubicBezTo>
                <a:cubicBezTo>
                  <a:pt x="1047166" y="2051794"/>
                  <a:pt x="1054279" y="2028825"/>
                  <a:pt x="1072581" y="2028825"/>
                </a:cubicBezTo>
                <a:cubicBezTo>
                  <a:pt x="1079879" y="2028825"/>
                  <a:pt x="1085850" y="2024620"/>
                  <a:pt x="1085850" y="2019481"/>
                </a:cubicBezTo>
                <a:cubicBezTo>
                  <a:pt x="1085850" y="2000813"/>
                  <a:pt x="1133552" y="1997367"/>
                  <a:pt x="1152655" y="2014655"/>
                </a:cubicBezTo>
                <a:cubicBezTo>
                  <a:pt x="1162783" y="2023820"/>
                  <a:pt x="1187256" y="2032281"/>
                  <a:pt x="1207040" y="2033456"/>
                </a:cubicBezTo>
                <a:cubicBezTo>
                  <a:pt x="1238839" y="2035344"/>
                  <a:pt x="1302463" y="2056992"/>
                  <a:pt x="1409700" y="2102408"/>
                </a:cubicBezTo>
                <a:cubicBezTo>
                  <a:pt x="1451466" y="2120097"/>
                  <a:pt x="1741178" y="2263514"/>
                  <a:pt x="1766780" y="2279174"/>
                </a:cubicBezTo>
                <a:cubicBezTo>
                  <a:pt x="1926872" y="2377102"/>
                  <a:pt x="1939445" y="2391445"/>
                  <a:pt x="1863956" y="2390023"/>
                </a:cubicBezTo>
                <a:cubicBezTo>
                  <a:pt x="1842001" y="2389609"/>
                  <a:pt x="1819751" y="2387896"/>
                  <a:pt x="1814512" y="2386216"/>
                </a:cubicBezTo>
                <a:close/>
                <a:moveTo>
                  <a:pt x="3848100" y="2134543"/>
                </a:moveTo>
                <a:cubicBezTo>
                  <a:pt x="3848100" y="2124585"/>
                  <a:pt x="3867426" y="2091366"/>
                  <a:pt x="3891048" y="2060725"/>
                </a:cubicBezTo>
                <a:cubicBezTo>
                  <a:pt x="3914670" y="2030083"/>
                  <a:pt x="3955472" y="1977151"/>
                  <a:pt x="3981721" y="1943100"/>
                </a:cubicBezTo>
                <a:cubicBezTo>
                  <a:pt x="4107594" y="1779804"/>
                  <a:pt x="4915729" y="949056"/>
                  <a:pt x="4983267" y="913529"/>
                </a:cubicBezTo>
                <a:cubicBezTo>
                  <a:pt x="4997295" y="906150"/>
                  <a:pt x="5035288" y="881895"/>
                  <a:pt x="5067696" y="859631"/>
                </a:cubicBezTo>
                <a:cubicBezTo>
                  <a:pt x="5128376" y="817943"/>
                  <a:pt x="5168553" y="808416"/>
                  <a:pt x="5178155" y="833437"/>
                </a:cubicBezTo>
                <a:cubicBezTo>
                  <a:pt x="5181170" y="841295"/>
                  <a:pt x="5191601" y="847724"/>
                  <a:pt x="5201333" y="847724"/>
                </a:cubicBezTo>
                <a:cubicBezTo>
                  <a:pt x="5222450" y="847725"/>
                  <a:pt x="5242298" y="880750"/>
                  <a:pt x="5235896" y="905233"/>
                </a:cubicBezTo>
                <a:cubicBezTo>
                  <a:pt x="5233366" y="914907"/>
                  <a:pt x="5237232" y="924959"/>
                  <a:pt x="5244565" y="927773"/>
                </a:cubicBezTo>
                <a:cubicBezTo>
                  <a:pt x="5293247" y="946454"/>
                  <a:pt x="5197196" y="1058784"/>
                  <a:pt x="4929890" y="1295777"/>
                </a:cubicBezTo>
                <a:cubicBezTo>
                  <a:pt x="4862173" y="1355815"/>
                  <a:pt x="4755017" y="1452768"/>
                  <a:pt x="4691765" y="1511228"/>
                </a:cubicBezTo>
                <a:cubicBezTo>
                  <a:pt x="4628513" y="1569687"/>
                  <a:pt x="4555873" y="1633981"/>
                  <a:pt x="4530341" y="1654103"/>
                </a:cubicBezTo>
                <a:cubicBezTo>
                  <a:pt x="4504809" y="1674224"/>
                  <a:pt x="4449088" y="1720966"/>
                  <a:pt x="4406516" y="1757973"/>
                </a:cubicBezTo>
                <a:cubicBezTo>
                  <a:pt x="4234581" y="1907434"/>
                  <a:pt x="3896275" y="2152650"/>
                  <a:pt x="3862008" y="2152650"/>
                </a:cubicBezTo>
                <a:cubicBezTo>
                  <a:pt x="3854358" y="2152650"/>
                  <a:pt x="3848100" y="2144502"/>
                  <a:pt x="3848100" y="2134543"/>
                </a:cubicBezTo>
                <a:close/>
                <a:moveTo>
                  <a:pt x="2208990" y="2115747"/>
                </a:moveTo>
                <a:cubicBezTo>
                  <a:pt x="2114883" y="2068279"/>
                  <a:pt x="1974053" y="1973044"/>
                  <a:pt x="1876216" y="1890712"/>
                </a:cubicBezTo>
                <a:cubicBezTo>
                  <a:pt x="1851315" y="1869757"/>
                  <a:pt x="1799384" y="1828265"/>
                  <a:pt x="1760814" y="1798507"/>
                </a:cubicBezTo>
                <a:cubicBezTo>
                  <a:pt x="1722244" y="1768749"/>
                  <a:pt x="1673542" y="1729104"/>
                  <a:pt x="1652587" y="1710408"/>
                </a:cubicBezTo>
                <a:cubicBezTo>
                  <a:pt x="1631632" y="1691711"/>
                  <a:pt x="1610935" y="1676411"/>
                  <a:pt x="1606594" y="1676407"/>
                </a:cubicBezTo>
                <a:cubicBezTo>
                  <a:pt x="1596692" y="1676398"/>
                  <a:pt x="1470030" y="1572834"/>
                  <a:pt x="1438995" y="1539372"/>
                </a:cubicBezTo>
                <a:cubicBezTo>
                  <a:pt x="1426295" y="1525679"/>
                  <a:pt x="1409815" y="1514475"/>
                  <a:pt x="1402372" y="1514475"/>
                </a:cubicBezTo>
                <a:cubicBezTo>
                  <a:pt x="1368821" y="1514475"/>
                  <a:pt x="949596" y="1138579"/>
                  <a:pt x="957028" y="1115161"/>
                </a:cubicBezTo>
                <a:cubicBezTo>
                  <a:pt x="960334" y="1104744"/>
                  <a:pt x="936861" y="1074674"/>
                  <a:pt x="885792" y="1023905"/>
                </a:cubicBezTo>
                <a:cubicBezTo>
                  <a:pt x="835125" y="973535"/>
                  <a:pt x="809625" y="940934"/>
                  <a:pt x="809625" y="926529"/>
                </a:cubicBezTo>
                <a:cubicBezTo>
                  <a:pt x="809625" y="902224"/>
                  <a:pt x="818544" y="899164"/>
                  <a:pt x="838042" y="916781"/>
                </a:cubicBezTo>
                <a:cubicBezTo>
                  <a:pt x="845380" y="923411"/>
                  <a:pt x="843675" y="916558"/>
                  <a:pt x="834192" y="901315"/>
                </a:cubicBezTo>
                <a:cubicBezTo>
                  <a:pt x="802272" y="849998"/>
                  <a:pt x="844896" y="806246"/>
                  <a:pt x="888722" y="845343"/>
                </a:cubicBezTo>
                <a:cubicBezTo>
                  <a:pt x="906721" y="861400"/>
                  <a:pt x="907171" y="861255"/>
                  <a:pt x="900990" y="841382"/>
                </a:cubicBezTo>
                <a:cubicBezTo>
                  <a:pt x="885734" y="792325"/>
                  <a:pt x="942725" y="811013"/>
                  <a:pt x="1002506" y="874669"/>
                </a:cubicBezTo>
                <a:cubicBezTo>
                  <a:pt x="1022151" y="895588"/>
                  <a:pt x="1038225" y="916848"/>
                  <a:pt x="1038225" y="921914"/>
                </a:cubicBezTo>
                <a:cubicBezTo>
                  <a:pt x="1038225" y="926979"/>
                  <a:pt x="1066735" y="956154"/>
                  <a:pt x="1101582" y="986748"/>
                </a:cubicBezTo>
                <a:cubicBezTo>
                  <a:pt x="1136429" y="1017342"/>
                  <a:pt x="1160228" y="1033569"/>
                  <a:pt x="1154469" y="1022809"/>
                </a:cubicBezTo>
                <a:cubicBezTo>
                  <a:pt x="1148711" y="1012048"/>
                  <a:pt x="1126629" y="987551"/>
                  <a:pt x="1105399" y="968372"/>
                </a:cubicBezTo>
                <a:cubicBezTo>
                  <a:pt x="1069586" y="936016"/>
                  <a:pt x="1056891" y="914271"/>
                  <a:pt x="1073943" y="914492"/>
                </a:cubicBezTo>
                <a:cubicBezTo>
                  <a:pt x="1090913" y="914712"/>
                  <a:pt x="1214841" y="1024173"/>
                  <a:pt x="1495425" y="1286772"/>
                </a:cubicBezTo>
                <a:cubicBezTo>
                  <a:pt x="1566148" y="1352962"/>
                  <a:pt x="1657979" y="1438773"/>
                  <a:pt x="1699494" y="1477465"/>
                </a:cubicBezTo>
                <a:cubicBezTo>
                  <a:pt x="1893716" y="1658477"/>
                  <a:pt x="2117402" y="1898274"/>
                  <a:pt x="2221485" y="2037055"/>
                </a:cubicBezTo>
                <a:cubicBezTo>
                  <a:pt x="2298177" y="2139313"/>
                  <a:pt x="2295028" y="2159146"/>
                  <a:pt x="2208990" y="2115747"/>
                </a:cubicBezTo>
                <a:close/>
                <a:moveTo>
                  <a:pt x="3055104" y="1892724"/>
                </a:moveTo>
                <a:cubicBezTo>
                  <a:pt x="3038406" y="1879508"/>
                  <a:pt x="2993563" y="1661430"/>
                  <a:pt x="2986139" y="1557337"/>
                </a:cubicBezTo>
                <a:cubicBezTo>
                  <a:pt x="2983524" y="1520666"/>
                  <a:pt x="2977216" y="1432798"/>
                  <a:pt x="2972123" y="1362075"/>
                </a:cubicBezTo>
                <a:cubicBezTo>
                  <a:pt x="2931962" y="804410"/>
                  <a:pt x="2928161" y="181330"/>
                  <a:pt x="2964248" y="71179"/>
                </a:cubicBezTo>
                <a:cubicBezTo>
                  <a:pt x="2974300" y="40494"/>
                  <a:pt x="2981141" y="33337"/>
                  <a:pt x="3000416" y="33337"/>
                </a:cubicBezTo>
                <a:cubicBezTo>
                  <a:pt x="3013490" y="33337"/>
                  <a:pt x="3029788" y="25836"/>
                  <a:pt x="3036633" y="16668"/>
                </a:cubicBezTo>
                <a:cubicBezTo>
                  <a:pt x="3056061" y="-9349"/>
                  <a:pt x="3093301" y="-4257"/>
                  <a:pt x="3112433" y="27031"/>
                </a:cubicBezTo>
                <a:cubicBezTo>
                  <a:pt x="3121524" y="41899"/>
                  <a:pt x="3134591" y="52167"/>
                  <a:pt x="3141472" y="49849"/>
                </a:cubicBezTo>
                <a:cubicBezTo>
                  <a:pt x="3166282" y="41491"/>
                  <a:pt x="3181480" y="78628"/>
                  <a:pt x="3179911" y="143778"/>
                </a:cubicBezTo>
                <a:cubicBezTo>
                  <a:pt x="3179079" y="178327"/>
                  <a:pt x="3182037" y="212481"/>
                  <a:pt x="3186484" y="219677"/>
                </a:cubicBezTo>
                <a:cubicBezTo>
                  <a:pt x="3200554" y="242442"/>
                  <a:pt x="3203473" y="446423"/>
                  <a:pt x="3192133" y="614362"/>
                </a:cubicBezTo>
                <a:cubicBezTo>
                  <a:pt x="3186119" y="703421"/>
                  <a:pt x="3177194" y="932735"/>
                  <a:pt x="3172298" y="1123950"/>
                </a:cubicBezTo>
                <a:cubicBezTo>
                  <a:pt x="3163829" y="1454755"/>
                  <a:pt x="3151937" y="1652658"/>
                  <a:pt x="3137384" y="1704975"/>
                </a:cubicBezTo>
                <a:cubicBezTo>
                  <a:pt x="3133741" y="1718071"/>
                  <a:pt x="3129356" y="1737360"/>
                  <a:pt x="3127640" y="1747837"/>
                </a:cubicBezTo>
                <a:cubicBezTo>
                  <a:pt x="3104102" y="1891539"/>
                  <a:pt x="3089772" y="1920162"/>
                  <a:pt x="3055104" y="1892724"/>
                </a:cubicBezTo>
                <a:close/>
                <a:moveTo>
                  <a:pt x="3634537" y="1715712"/>
                </a:moveTo>
                <a:cubicBezTo>
                  <a:pt x="3623830" y="1698389"/>
                  <a:pt x="3649798" y="1567087"/>
                  <a:pt x="3687072" y="1450073"/>
                </a:cubicBezTo>
                <a:cubicBezTo>
                  <a:pt x="3707533" y="1385839"/>
                  <a:pt x="3724275" y="1326350"/>
                  <a:pt x="3724275" y="1317875"/>
                </a:cubicBezTo>
                <a:cubicBezTo>
                  <a:pt x="3724275" y="1270020"/>
                  <a:pt x="3896360" y="869754"/>
                  <a:pt x="3924380" y="852437"/>
                </a:cubicBezTo>
                <a:cubicBezTo>
                  <a:pt x="3960397" y="830178"/>
                  <a:pt x="4038600" y="840433"/>
                  <a:pt x="4038600" y="867416"/>
                </a:cubicBezTo>
                <a:cubicBezTo>
                  <a:pt x="4038600" y="877541"/>
                  <a:pt x="4042597" y="885825"/>
                  <a:pt x="4047483" y="885825"/>
                </a:cubicBezTo>
                <a:cubicBezTo>
                  <a:pt x="4066658" y="885825"/>
                  <a:pt x="4068083" y="924988"/>
                  <a:pt x="4050002" y="955025"/>
                </a:cubicBezTo>
                <a:cubicBezTo>
                  <a:pt x="4039800" y="971972"/>
                  <a:pt x="4033560" y="991617"/>
                  <a:pt x="4036134" y="998683"/>
                </a:cubicBezTo>
                <a:cubicBezTo>
                  <a:pt x="4038707" y="1005748"/>
                  <a:pt x="4036263" y="1020749"/>
                  <a:pt x="4030701" y="1032020"/>
                </a:cubicBezTo>
                <a:cubicBezTo>
                  <a:pt x="4025140" y="1043291"/>
                  <a:pt x="4012271" y="1071800"/>
                  <a:pt x="4002104" y="1095375"/>
                </a:cubicBezTo>
                <a:cubicBezTo>
                  <a:pt x="3938612" y="1242596"/>
                  <a:pt x="3941948" y="1235616"/>
                  <a:pt x="3883759" y="1343025"/>
                </a:cubicBezTo>
                <a:cubicBezTo>
                  <a:pt x="3870988" y="1366599"/>
                  <a:pt x="3841999" y="1420177"/>
                  <a:pt x="3819339" y="1462087"/>
                </a:cubicBezTo>
                <a:cubicBezTo>
                  <a:pt x="3775311" y="1543520"/>
                  <a:pt x="3674420" y="1696587"/>
                  <a:pt x="3653124" y="1714261"/>
                </a:cubicBezTo>
                <a:cubicBezTo>
                  <a:pt x="3645058" y="1720956"/>
                  <a:pt x="3638112" y="1721498"/>
                  <a:pt x="3634537" y="1715712"/>
                </a:cubicBezTo>
                <a:close/>
                <a:moveTo>
                  <a:pt x="2522921" y="1659731"/>
                </a:moveTo>
                <a:cubicBezTo>
                  <a:pt x="2506039" y="1634847"/>
                  <a:pt x="2481933" y="1601983"/>
                  <a:pt x="2469350" y="1586700"/>
                </a:cubicBezTo>
                <a:cubicBezTo>
                  <a:pt x="2456768" y="1571417"/>
                  <a:pt x="2424944" y="1514615"/>
                  <a:pt x="2398630" y="1460473"/>
                </a:cubicBezTo>
                <a:cubicBezTo>
                  <a:pt x="2372317" y="1406331"/>
                  <a:pt x="2346819" y="1359580"/>
                  <a:pt x="2341969" y="1356582"/>
                </a:cubicBezTo>
                <a:cubicBezTo>
                  <a:pt x="2315692" y="1340342"/>
                  <a:pt x="2190965" y="1058759"/>
                  <a:pt x="2175808" y="981459"/>
                </a:cubicBezTo>
                <a:lnTo>
                  <a:pt x="2163744" y="919931"/>
                </a:lnTo>
                <a:lnTo>
                  <a:pt x="2197382" y="888206"/>
                </a:lnTo>
                <a:cubicBezTo>
                  <a:pt x="2229267" y="858135"/>
                  <a:pt x="2232188" y="857246"/>
                  <a:pt x="2253412" y="871153"/>
                </a:cubicBezTo>
                <a:cubicBezTo>
                  <a:pt x="2265728" y="879222"/>
                  <a:pt x="2281720" y="885825"/>
                  <a:pt x="2288951" y="885825"/>
                </a:cubicBezTo>
                <a:cubicBezTo>
                  <a:pt x="2307843" y="885825"/>
                  <a:pt x="2331052" y="914578"/>
                  <a:pt x="2338924" y="947737"/>
                </a:cubicBezTo>
                <a:cubicBezTo>
                  <a:pt x="2342655" y="963453"/>
                  <a:pt x="2351433" y="982937"/>
                  <a:pt x="2358431" y="991034"/>
                </a:cubicBezTo>
                <a:cubicBezTo>
                  <a:pt x="2382183" y="1018519"/>
                  <a:pt x="2427442" y="1129762"/>
                  <a:pt x="2484517" y="1300943"/>
                </a:cubicBezTo>
                <a:cubicBezTo>
                  <a:pt x="2559823" y="1526802"/>
                  <a:pt x="2570210" y="1564703"/>
                  <a:pt x="2577628" y="1640681"/>
                </a:cubicBezTo>
                <a:cubicBezTo>
                  <a:pt x="2585498" y="1721288"/>
                  <a:pt x="2568660" y="1727152"/>
                  <a:pt x="2522921" y="1659731"/>
                </a:cubicBezTo>
                <a:close/>
              </a:path>
            </a:pathLst>
          </a:custGeom>
          <a:solidFill>
            <a:srgbClr val="F9C9DF"/>
          </a:solidFill>
          <a:ln>
            <a:noFill/>
          </a:ln>
        </p:spPr>
      </p:sp>
      <p:sp>
        <p:nvSpPr>
          <p:cNvPr id="5" name="LETTERING: the result"/>
          <p:cNvSpPr txBox="1"/>
          <p:nvPr/>
        </p:nvSpPr>
        <p:spPr>
          <a:xfrm rot="120000">
            <a:off x="2533650" y="1562100"/>
            <a:ext cx="7124700" cy="18288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0" i="0">
                <a:solidFill>
                  <a:srgbClr val="F9C9DF"/>
                </a:solidFill>
                <a:latin typeface="DM Serif Display"/>
              </a:rPr>
              <a:t>the </a:t>
            </a:r>
            <a:r>
              <a:rPr sz="12000" i="0">
                <a:solidFill>
                  <a:srgbClr val="F9C9DF"/>
                </a:solidFill>
                <a:latin typeface="DM Serif Display"/>
              </a:rPr>
              <a:t>result</a:t>
            </a:r>
          </a:p>
        </p:txBody>
      </p:sp>
      <p:pic>
        <p:nvPicPr>
          <p:cNvPr id="6" name="sticky note" descr="0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300000">
            <a:off x="495300" y="8429625"/>
            <a:ext cx="4533900" cy="4476750"/>
          </a:xfrm>
          <a:prstGeom prst="rect">
            <a:avLst/>
          </a:prstGeom>
        </p:spPr>
      </p:pic>
      <p:sp>
        <p:nvSpPr>
          <p:cNvPr id="7" name="TEXT: done in [2 minutes]"/>
          <p:cNvSpPr/>
          <p:nvPr/>
        </p:nvSpPr>
        <p:spPr>
          <a:xfrm rot="300000">
            <a:off x="1067587" y="10190953"/>
            <a:ext cx="3352800" cy="1371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18" rIns="144018" tIns="61722" bIns="61722"/>
          <a:lstStyle/>
          <a:p>
            <a:pPr algn="ctr">
              <a:lnSpc>
                <a:spcPts val="4941"/>
              </a:lnSpc>
            </a:pPr>
            <a:r>
              <a:rPr b="1" sz="4050">
                <a:solidFill>
                  <a:srgbClr val="181716"/>
                </a:solidFill>
                <a:latin typeface="Montserrat"/>
              </a:rPr>
              <a:t>done in</a:t>
            </a:r>
          </a:p>
          <a:p>
            <a:pPr algn="ctr">
              <a:lnSpc>
                <a:spcPts val="4941"/>
              </a:lnSpc>
            </a:pPr>
            <a:r>
              <a:rPr b="1" sz="4050">
                <a:solidFill>
                  <a:srgbClr val="181716"/>
                </a:solidFill>
                <a:latin typeface="Montserrat"/>
              </a:rPr>
              <a:t>[2 minutes]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recipe card" descr="0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0000">
            <a:off x="342900" y="1614488"/>
            <a:ext cx="9601200" cy="5724525"/>
          </a:xfrm>
          <a:prstGeom prst="rect">
            <a:avLst/>
          </a:prstGeom>
        </p:spPr>
      </p:pic>
      <p:sp>
        <p:nvSpPr>
          <p:cNvPr id="4" name="TEXT: 1. [rinse the pad]"/>
          <p:cNvSpPr/>
          <p:nvPr/>
        </p:nvSpPr>
        <p:spPr>
          <a:xfrm rot="60000">
            <a:off x="2052638" y="2686050"/>
            <a:ext cx="4629150" cy="714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8684" rIns="138684" tIns="59436" bIns="59436"/>
          <a:lstStyle/>
          <a:p>
            <a:pPr algn="l">
              <a:lnSpc>
                <a:spcPts val="4758"/>
              </a:lnSpc>
            </a:pPr>
            <a:r>
              <a:rPr b="1" sz="3900">
                <a:solidFill>
                  <a:srgbClr val="181716"/>
                </a:solidFill>
                <a:latin typeface="Montserrat"/>
              </a:rPr>
              <a:t>1. [rinse the pad]</a:t>
            </a:r>
          </a:p>
        </p:txBody>
      </p:sp>
      <p:sp>
        <p:nvSpPr>
          <p:cNvPr id="5" name="TEXT: 2. [unwind + plug in]"/>
          <p:cNvSpPr/>
          <p:nvPr/>
        </p:nvSpPr>
        <p:spPr>
          <a:xfrm rot="60000">
            <a:off x="2052638" y="3543300"/>
            <a:ext cx="5572125" cy="714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8684" rIns="138684" tIns="59436" bIns="59436"/>
          <a:lstStyle/>
          <a:p>
            <a:pPr algn="l">
              <a:lnSpc>
                <a:spcPts val="4758"/>
              </a:lnSpc>
            </a:pPr>
            <a:r>
              <a:rPr b="1" sz="3900">
                <a:solidFill>
                  <a:srgbClr val="181716"/>
                </a:solidFill>
                <a:latin typeface="Montserrat"/>
              </a:rPr>
              <a:t>2. [unwind + plug in]</a:t>
            </a:r>
          </a:p>
        </p:txBody>
      </p:sp>
      <p:sp>
        <p:nvSpPr>
          <p:cNvPr id="6" name="TEXT: 3. [glide]"/>
          <p:cNvSpPr/>
          <p:nvPr/>
        </p:nvSpPr>
        <p:spPr>
          <a:xfrm rot="60000">
            <a:off x="2052638" y="4400550"/>
            <a:ext cx="2524125" cy="714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8684" rIns="138684" tIns="59436" bIns="59436"/>
          <a:lstStyle/>
          <a:p>
            <a:pPr algn="l">
              <a:lnSpc>
                <a:spcPts val="4758"/>
              </a:lnSpc>
            </a:pPr>
            <a:r>
              <a:rPr b="1" sz="3900">
                <a:solidFill>
                  <a:srgbClr val="181716"/>
                </a:solidFill>
                <a:latin typeface="Montserrat"/>
              </a:rPr>
              <a:t>3. [glide]</a:t>
            </a:r>
          </a:p>
        </p:txBody>
      </p:sp>
      <p:pic>
        <p:nvPicPr>
          <p:cNvPr id="7" name="number cube" descr="0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360000">
            <a:off x="609600" y="10577512"/>
            <a:ext cx="2971800" cy="2847975"/>
          </a:xfrm>
          <a:prstGeom prst="rect">
            <a:avLst/>
          </a:prstGeom>
        </p:spPr>
      </p:pic>
      <p:sp>
        <p:nvSpPr>
          <p:cNvPr id="8" name="number cube pattern"/>
          <p:cNvSpPr/>
          <p:nvPr/>
        </p:nvSpPr>
        <p:spPr>
          <a:xfrm rot="360000">
            <a:off x="609600" y="10577512"/>
            <a:ext cx="2971800" cy="2847975"/>
          </a:xfrm>
          <a:custGeom>
            <a:avLst/>
            <a:gdLst/>
            <a:ahLst/>
            <a:cxnLst/>
            <a:rect l="0" t="0" r="r" b="b"/>
            <a:pathLst>
              <a:path w="2971800" h="2847975">
                <a:moveTo>
                  <a:pt x="647943" y="2218916"/>
                </a:moveTo>
                <a:cubicBezTo>
                  <a:pt x="586589" y="2210025"/>
                  <a:pt x="565861" y="2189832"/>
                  <a:pt x="556926" y="2130248"/>
                </a:cubicBezTo>
                <a:cubicBezTo>
                  <a:pt x="544807" y="2049434"/>
                  <a:pt x="551610" y="2033688"/>
                  <a:pt x="599010" y="2032836"/>
                </a:cubicBezTo>
                <a:cubicBezTo>
                  <a:pt x="621999" y="2032424"/>
                  <a:pt x="662718" y="2035945"/>
                  <a:pt x="689498" y="2040661"/>
                </a:cubicBezTo>
                <a:cubicBezTo>
                  <a:pt x="782811" y="2057096"/>
                  <a:pt x="1247127" y="2062263"/>
                  <a:pt x="1647825" y="2051325"/>
                </a:cubicBezTo>
                <a:cubicBezTo>
                  <a:pt x="1934510" y="2043500"/>
                  <a:pt x="2298434" y="2047609"/>
                  <a:pt x="2309622" y="2058797"/>
                </a:cubicBezTo>
                <a:cubicBezTo>
                  <a:pt x="2311974" y="2061149"/>
                  <a:pt x="2272260" y="2095519"/>
                  <a:pt x="2221368" y="2135173"/>
                </a:cubicBezTo>
                <a:lnTo>
                  <a:pt x="2128837" y="2207272"/>
                </a:lnTo>
                <a:lnTo>
                  <a:pt x="1914525" y="2214559"/>
                </a:lnTo>
                <a:cubicBezTo>
                  <a:pt x="1596512" y="2225371"/>
                  <a:pt x="1548930" y="2225184"/>
                  <a:pt x="1309687" y="2212174"/>
                </a:cubicBezTo>
                <a:cubicBezTo>
                  <a:pt x="1121547" y="2201944"/>
                  <a:pt x="1077834" y="2202256"/>
                  <a:pt x="1000125" y="2214385"/>
                </a:cubicBezTo>
                <a:cubicBezTo>
                  <a:pt x="904324" y="2229337"/>
                  <a:pt x="734894" y="2231517"/>
                  <a:pt x="647943" y="2218916"/>
                </a:cubicBezTo>
                <a:close/>
                <a:moveTo>
                  <a:pt x="1346927" y="1934303"/>
                </a:moveTo>
                <a:cubicBezTo>
                  <a:pt x="1343906" y="1931283"/>
                  <a:pt x="1227134" y="1928257"/>
                  <a:pt x="1087435" y="1927579"/>
                </a:cubicBezTo>
                <a:cubicBezTo>
                  <a:pt x="947736" y="1926901"/>
                  <a:pt x="770062" y="1923091"/>
                  <a:pt x="692603" y="1919111"/>
                </a:cubicBezTo>
                <a:lnTo>
                  <a:pt x="551770" y="1911875"/>
                </a:lnTo>
                <a:lnTo>
                  <a:pt x="554491" y="1825093"/>
                </a:lnTo>
                <a:lnTo>
                  <a:pt x="557212" y="1738312"/>
                </a:lnTo>
                <a:lnTo>
                  <a:pt x="709612" y="1740255"/>
                </a:lnTo>
                <a:cubicBezTo>
                  <a:pt x="851471" y="1742063"/>
                  <a:pt x="1065367" y="1741861"/>
                  <a:pt x="1176337" y="1739814"/>
                </a:cubicBezTo>
                <a:cubicBezTo>
                  <a:pt x="1293252" y="1737658"/>
                  <a:pt x="1531819" y="1747654"/>
                  <a:pt x="1527568" y="1754531"/>
                </a:cubicBezTo>
                <a:cubicBezTo>
                  <a:pt x="1520557" y="1765875"/>
                  <a:pt x="1537670" y="1763694"/>
                  <a:pt x="1549647" y="1751717"/>
                </a:cubicBezTo>
                <a:cubicBezTo>
                  <a:pt x="1557173" y="1744191"/>
                  <a:pt x="1565437" y="1744191"/>
                  <a:pt x="1579501" y="1751717"/>
                </a:cubicBezTo>
                <a:cubicBezTo>
                  <a:pt x="1603335" y="1764473"/>
                  <a:pt x="1612636" y="1765016"/>
                  <a:pt x="1605350" y="1753227"/>
                </a:cubicBezTo>
                <a:cubicBezTo>
                  <a:pt x="1602168" y="1748079"/>
                  <a:pt x="1625009" y="1744291"/>
                  <a:pt x="1659557" y="1744239"/>
                </a:cubicBezTo>
                <a:cubicBezTo>
                  <a:pt x="1692395" y="1744188"/>
                  <a:pt x="1744980" y="1742212"/>
                  <a:pt x="1776412" y="1739847"/>
                </a:cubicBezTo>
                <a:cubicBezTo>
                  <a:pt x="1807845" y="1737482"/>
                  <a:pt x="1857136" y="1739680"/>
                  <a:pt x="1885950" y="1744733"/>
                </a:cubicBezTo>
                <a:cubicBezTo>
                  <a:pt x="1981006" y="1761402"/>
                  <a:pt x="2041249" y="1764997"/>
                  <a:pt x="2034192" y="1753579"/>
                </a:cubicBezTo>
                <a:cubicBezTo>
                  <a:pt x="2025174" y="1738987"/>
                  <a:pt x="2044873" y="1737468"/>
                  <a:pt x="2119312" y="1747017"/>
                </a:cubicBezTo>
                <a:cubicBezTo>
                  <a:pt x="2140267" y="1749705"/>
                  <a:pt x="2216348" y="1752736"/>
                  <a:pt x="2288381" y="1753752"/>
                </a:cubicBezTo>
                <a:lnTo>
                  <a:pt x="2419350" y="1755600"/>
                </a:lnTo>
                <a:lnTo>
                  <a:pt x="2419350" y="1842704"/>
                </a:lnTo>
                <a:lnTo>
                  <a:pt x="2419350" y="1929808"/>
                </a:lnTo>
                <a:lnTo>
                  <a:pt x="2012156" y="1930146"/>
                </a:lnTo>
                <a:cubicBezTo>
                  <a:pt x="1788199" y="1930332"/>
                  <a:pt x="1548140" y="1932579"/>
                  <a:pt x="1478691" y="1935139"/>
                </a:cubicBezTo>
                <a:cubicBezTo>
                  <a:pt x="1409241" y="1937699"/>
                  <a:pt x="1349948" y="1937323"/>
                  <a:pt x="1346927" y="1934303"/>
                </a:cubicBezTo>
                <a:close/>
                <a:moveTo>
                  <a:pt x="1947867" y="1632356"/>
                </a:moveTo>
                <a:cubicBezTo>
                  <a:pt x="1959905" y="1623553"/>
                  <a:pt x="1929693" y="1620872"/>
                  <a:pt x="1807903" y="1619936"/>
                </a:cubicBezTo>
                <a:cubicBezTo>
                  <a:pt x="1722479" y="1619279"/>
                  <a:pt x="1562576" y="1616072"/>
                  <a:pt x="1452562" y="1612808"/>
                </a:cubicBezTo>
                <a:cubicBezTo>
                  <a:pt x="1247009" y="1606710"/>
                  <a:pt x="1068209" y="1606698"/>
                  <a:pt x="741635" y="1612760"/>
                </a:cubicBezTo>
                <a:lnTo>
                  <a:pt x="554583" y="1616232"/>
                </a:lnTo>
                <a:lnTo>
                  <a:pt x="550195" y="1570567"/>
                </a:lnTo>
                <a:cubicBezTo>
                  <a:pt x="546116" y="1528113"/>
                  <a:pt x="554022" y="1443010"/>
                  <a:pt x="562860" y="1434247"/>
                </a:cubicBezTo>
                <a:cubicBezTo>
                  <a:pt x="564992" y="1432133"/>
                  <a:pt x="586025" y="1434130"/>
                  <a:pt x="609600" y="1438686"/>
                </a:cubicBezTo>
                <a:cubicBezTo>
                  <a:pt x="668701" y="1450108"/>
                  <a:pt x="898109" y="1449841"/>
                  <a:pt x="982767" y="1438252"/>
                </a:cubicBezTo>
                <a:cubicBezTo>
                  <a:pt x="1093017" y="1423159"/>
                  <a:pt x="1515653" y="1426105"/>
                  <a:pt x="1541610" y="1442147"/>
                </a:cubicBezTo>
                <a:cubicBezTo>
                  <a:pt x="1558704" y="1452712"/>
                  <a:pt x="1868178" y="1449365"/>
                  <a:pt x="1928812" y="1437960"/>
                </a:cubicBezTo>
                <a:cubicBezTo>
                  <a:pt x="1961375" y="1431834"/>
                  <a:pt x="2008500" y="1430083"/>
                  <a:pt x="2038350" y="1433888"/>
                </a:cubicBezTo>
                <a:cubicBezTo>
                  <a:pt x="2067163" y="1437561"/>
                  <a:pt x="2105739" y="1442009"/>
                  <a:pt x="2124075" y="1443772"/>
                </a:cubicBezTo>
                <a:cubicBezTo>
                  <a:pt x="2142410" y="1445535"/>
                  <a:pt x="2170373" y="1449318"/>
                  <a:pt x="2186213" y="1452178"/>
                </a:cubicBezTo>
                <a:cubicBezTo>
                  <a:pt x="2202054" y="1455039"/>
                  <a:pt x="2262061" y="1457939"/>
                  <a:pt x="2319563" y="1458622"/>
                </a:cubicBezTo>
                <a:cubicBezTo>
                  <a:pt x="2382283" y="1459368"/>
                  <a:pt x="2416490" y="1462900"/>
                  <a:pt x="2405062" y="1467451"/>
                </a:cubicBezTo>
                <a:cubicBezTo>
                  <a:pt x="2390696" y="1473171"/>
                  <a:pt x="2389811" y="1475200"/>
                  <a:pt x="2401463" y="1475705"/>
                </a:cubicBezTo>
                <a:cubicBezTo>
                  <a:pt x="2414341" y="1476263"/>
                  <a:pt x="2417185" y="1490099"/>
                  <a:pt x="2418538" y="1558769"/>
                </a:cubicBezTo>
                <a:lnTo>
                  <a:pt x="2420161" y="1641163"/>
                </a:lnTo>
                <a:lnTo>
                  <a:pt x="2345936" y="1633399"/>
                </a:lnTo>
                <a:cubicBezTo>
                  <a:pt x="2258298" y="1624232"/>
                  <a:pt x="2130333" y="1624346"/>
                  <a:pt x="2058601" y="1633655"/>
                </a:cubicBezTo>
                <a:cubicBezTo>
                  <a:pt x="2029155" y="1637476"/>
                  <a:pt x="2009648" y="1636686"/>
                  <a:pt x="2012671" y="1631794"/>
                </a:cubicBezTo>
                <a:cubicBezTo>
                  <a:pt x="2015561" y="1627117"/>
                  <a:pt x="2007065" y="1622392"/>
                  <a:pt x="1993790" y="1621293"/>
                </a:cubicBezTo>
                <a:cubicBezTo>
                  <a:pt x="1975927" y="1619815"/>
                  <a:pt x="1971063" y="1622968"/>
                  <a:pt x="1975076" y="1633424"/>
                </a:cubicBezTo>
                <a:cubicBezTo>
                  <a:pt x="1979083" y="1643867"/>
                  <a:pt x="1974238" y="1647035"/>
                  <a:pt x="1956506" y="1645567"/>
                </a:cubicBezTo>
                <a:cubicBezTo>
                  <a:pt x="1935620" y="1643839"/>
                  <a:pt x="1934502" y="1642129"/>
                  <a:pt x="1947867" y="1632356"/>
                </a:cubicBezTo>
                <a:close/>
                <a:moveTo>
                  <a:pt x="1322053" y="1347453"/>
                </a:moveTo>
                <a:cubicBezTo>
                  <a:pt x="1309817" y="1335217"/>
                  <a:pt x="976253" y="1319378"/>
                  <a:pt x="768791" y="1321183"/>
                </a:cubicBezTo>
                <a:lnTo>
                  <a:pt x="542221" y="1323153"/>
                </a:lnTo>
                <a:lnTo>
                  <a:pt x="544954" y="1235458"/>
                </a:lnTo>
                <a:lnTo>
                  <a:pt x="547687" y="1147762"/>
                </a:lnTo>
                <a:lnTo>
                  <a:pt x="585787" y="1142888"/>
                </a:lnTo>
                <a:cubicBezTo>
                  <a:pt x="606742" y="1140208"/>
                  <a:pt x="645318" y="1140903"/>
                  <a:pt x="671512" y="1144434"/>
                </a:cubicBezTo>
                <a:cubicBezTo>
                  <a:pt x="697706" y="1147965"/>
                  <a:pt x="815578" y="1153144"/>
                  <a:pt x="933450" y="1155943"/>
                </a:cubicBezTo>
                <a:cubicBezTo>
                  <a:pt x="1051717" y="1158751"/>
                  <a:pt x="1189562" y="1167585"/>
                  <a:pt x="1241033" y="1175655"/>
                </a:cubicBezTo>
                <a:cubicBezTo>
                  <a:pt x="1378020" y="1197134"/>
                  <a:pt x="1439535" y="1201112"/>
                  <a:pt x="1471612" y="1190568"/>
                </a:cubicBezTo>
                <a:cubicBezTo>
                  <a:pt x="1499892" y="1181273"/>
                  <a:pt x="1499915" y="1181211"/>
                  <a:pt x="1473766" y="1184623"/>
                </a:cubicBezTo>
                <a:cubicBezTo>
                  <a:pt x="1459234" y="1186519"/>
                  <a:pt x="1445051" y="1184358"/>
                  <a:pt x="1442248" y="1179822"/>
                </a:cubicBezTo>
                <a:cubicBezTo>
                  <a:pt x="1439444" y="1175286"/>
                  <a:pt x="1459906" y="1171539"/>
                  <a:pt x="1487719" y="1171496"/>
                </a:cubicBezTo>
                <a:cubicBezTo>
                  <a:pt x="1515531" y="1171453"/>
                  <a:pt x="1574720" y="1167328"/>
                  <a:pt x="1619250" y="1162329"/>
                </a:cubicBezTo>
                <a:cubicBezTo>
                  <a:pt x="1766875" y="1145755"/>
                  <a:pt x="2311639" y="1134658"/>
                  <a:pt x="2378868" y="1146855"/>
                </a:cubicBezTo>
                <a:lnTo>
                  <a:pt x="2419350" y="1154199"/>
                </a:lnTo>
                <a:lnTo>
                  <a:pt x="2419350" y="1244150"/>
                </a:lnTo>
                <a:lnTo>
                  <a:pt x="2419350" y="1334101"/>
                </a:lnTo>
                <a:lnTo>
                  <a:pt x="2316956" y="1326960"/>
                </a:lnTo>
                <a:cubicBezTo>
                  <a:pt x="2150425" y="1315347"/>
                  <a:pt x="1797837" y="1321013"/>
                  <a:pt x="1676400" y="1337253"/>
                </a:cubicBezTo>
                <a:cubicBezTo>
                  <a:pt x="1571655" y="1351261"/>
                  <a:pt x="1332738" y="1358138"/>
                  <a:pt x="1322053" y="1347453"/>
                </a:cubicBezTo>
                <a:close/>
                <a:moveTo>
                  <a:pt x="1478756" y="1212477"/>
                </a:moveTo>
                <a:cubicBezTo>
                  <a:pt x="1466969" y="1210207"/>
                  <a:pt x="1447680" y="1210207"/>
                  <a:pt x="1435893" y="1212477"/>
                </a:cubicBezTo>
                <a:cubicBezTo>
                  <a:pt x="1424106" y="1214748"/>
                  <a:pt x="1433750" y="1216605"/>
                  <a:pt x="1457325" y="1216605"/>
                </a:cubicBezTo>
                <a:cubicBezTo>
                  <a:pt x="1480899" y="1216605"/>
                  <a:pt x="1490543" y="1214748"/>
                  <a:pt x="1478756" y="1212477"/>
                </a:cubicBezTo>
                <a:close/>
                <a:moveTo>
                  <a:pt x="1400175" y="1181100"/>
                </a:moveTo>
                <a:cubicBezTo>
                  <a:pt x="1388680" y="1173671"/>
                  <a:pt x="1390186" y="1171838"/>
                  <a:pt x="1407880" y="1171720"/>
                </a:cubicBezTo>
                <a:cubicBezTo>
                  <a:pt x="1420144" y="1171639"/>
                  <a:pt x="1427270" y="1175788"/>
                  <a:pt x="1423987" y="1181100"/>
                </a:cubicBezTo>
                <a:cubicBezTo>
                  <a:pt x="1416908" y="1192553"/>
                  <a:pt x="1417898" y="1192553"/>
                  <a:pt x="1400175" y="1181100"/>
                </a:cubicBezTo>
                <a:close/>
                <a:moveTo>
                  <a:pt x="542925" y="939967"/>
                </a:moveTo>
                <a:cubicBezTo>
                  <a:pt x="542924" y="803464"/>
                  <a:pt x="506794" y="815117"/>
                  <a:pt x="905561" y="823007"/>
                </a:cubicBezTo>
                <a:cubicBezTo>
                  <a:pt x="1093312" y="826722"/>
                  <a:pt x="1259174" y="833274"/>
                  <a:pt x="1274143" y="837567"/>
                </a:cubicBezTo>
                <a:cubicBezTo>
                  <a:pt x="1291227" y="842466"/>
                  <a:pt x="1311760" y="841122"/>
                  <a:pt x="1329293" y="833955"/>
                </a:cubicBezTo>
                <a:cubicBezTo>
                  <a:pt x="1351315" y="824954"/>
                  <a:pt x="1373361" y="825271"/>
                  <a:pt x="1433469" y="835457"/>
                </a:cubicBezTo>
                <a:cubicBezTo>
                  <a:pt x="1486744" y="844484"/>
                  <a:pt x="1547796" y="846546"/>
                  <a:pt x="1636134" y="842300"/>
                </a:cubicBezTo>
                <a:cubicBezTo>
                  <a:pt x="1713617" y="838577"/>
                  <a:pt x="1767081" y="839822"/>
                  <a:pt x="1774246" y="845516"/>
                </a:cubicBezTo>
                <a:cubicBezTo>
                  <a:pt x="1781482" y="851267"/>
                  <a:pt x="1809529" y="851816"/>
                  <a:pt x="1847850" y="846957"/>
                </a:cubicBezTo>
                <a:cubicBezTo>
                  <a:pt x="1881901" y="842639"/>
                  <a:pt x="1991704" y="839506"/>
                  <a:pt x="2091855" y="839996"/>
                </a:cubicBezTo>
                <a:cubicBezTo>
                  <a:pt x="2192006" y="840485"/>
                  <a:pt x="2279056" y="837729"/>
                  <a:pt x="2285299" y="833870"/>
                </a:cubicBezTo>
                <a:cubicBezTo>
                  <a:pt x="2291542" y="830011"/>
                  <a:pt x="2326401" y="829842"/>
                  <a:pt x="2362763" y="833494"/>
                </a:cubicBezTo>
                <a:lnTo>
                  <a:pt x="2428875" y="840133"/>
                </a:lnTo>
                <a:lnTo>
                  <a:pt x="2428875" y="919567"/>
                </a:lnTo>
                <a:cubicBezTo>
                  <a:pt x="2428875" y="963255"/>
                  <a:pt x="2425080" y="1001345"/>
                  <a:pt x="2420443" y="1004211"/>
                </a:cubicBezTo>
                <a:cubicBezTo>
                  <a:pt x="2415805" y="1007077"/>
                  <a:pt x="2261616" y="1009696"/>
                  <a:pt x="2077800" y="1010029"/>
                </a:cubicBezTo>
                <a:cubicBezTo>
                  <a:pt x="1893984" y="1010363"/>
                  <a:pt x="1741319" y="1014309"/>
                  <a:pt x="1738546" y="1018797"/>
                </a:cubicBezTo>
                <a:cubicBezTo>
                  <a:pt x="1735772" y="1023285"/>
                  <a:pt x="1465623" y="1026277"/>
                  <a:pt x="1138214" y="1025447"/>
                </a:cubicBezTo>
                <a:lnTo>
                  <a:pt x="542926" y="1023937"/>
                </a:lnTo>
                <a:lnTo>
                  <a:pt x="542925" y="939967"/>
                </a:lnTo>
                <a:close/>
                <a:moveTo>
                  <a:pt x="1985962" y="731167"/>
                </a:moveTo>
                <a:cubicBezTo>
                  <a:pt x="1959768" y="726260"/>
                  <a:pt x="1930894" y="718332"/>
                  <a:pt x="1921797" y="713548"/>
                </a:cubicBezTo>
                <a:cubicBezTo>
                  <a:pt x="1901096" y="702661"/>
                  <a:pt x="1876425" y="702272"/>
                  <a:pt x="1876425" y="712833"/>
                </a:cubicBezTo>
                <a:cubicBezTo>
                  <a:pt x="1876425" y="723311"/>
                  <a:pt x="1801936" y="720468"/>
                  <a:pt x="1668102" y="704882"/>
                </a:cubicBezTo>
                <a:cubicBezTo>
                  <a:pt x="1581045" y="694743"/>
                  <a:pt x="1545532" y="694559"/>
                  <a:pt x="1487127" y="703945"/>
                </a:cubicBezTo>
                <a:cubicBezTo>
                  <a:pt x="1388669" y="719766"/>
                  <a:pt x="1334512" y="722611"/>
                  <a:pt x="1019175" y="728530"/>
                </a:cubicBezTo>
                <a:cubicBezTo>
                  <a:pt x="649216" y="735473"/>
                  <a:pt x="656882" y="739379"/>
                  <a:pt x="848279" y="641476"/>
                </a:cubicBezTo>
                <a:cubicBezTo>
                  <a:pt x="954111" y="587341"/>
                  <a:pt x="1020328" y="559283"/>
                  <a:pt x="1052512" y="554937"/>
                </a:cubicBezTo>
                <a:cubicBezTo>
                  <a:pt x="1146059" y="542305"/>
                  <a:pt x="1515719" y="552668"/>
                  <a:pt x="2152650" y="585780"/>
                </a:cubicBezTo>
                <a:cubicBezTo>
                  <a:pt x="2393930" y="598323"/>
                  <a:pt x="2416908" y="606790"/>
                  <a:pt x="2421595" y="684872"/>
                </a:cubicBezTo>
                <a:lnTo>
                  <a:pt x="2424112" y="726806"/>
                </a:lnTo>
                <a:lnTo>
                  <a:pt x="2244452" y="729812"/>
                </a:lnTo>
                <a:cubicBezTo>
                  <a:pt x="2145639" y="731465"/>
                  <a:pt x="2057771" y="734453"/>
                  <a:pt x="2049190" y="736453"/>
                </a:cubicBezTo>
                <a:cubicBezTo>
                  <a:pt x="2040608" y="738452"/>
                  <a:pt x="2012156" y="736073"/>
                  <a:pt x="1985962" y="731167"/>
                </a:cubicBezTo>
                <a:close/>
              </a:path>
            </a:pathLst>
          </a:custGeom>
          <a:solidFill>
            <a:srgbClr val="7A1732">
              <a:alpha val="45000"/>
            </a:srgbClr>
          </a:solidFill>
          <a:ln>
            <a:noFill/>
          </a:ln>
        </p:spPr>
      </p:sp>
      <p:pic>
        <p:nvPicPr>
          <p:cNvPr id="9" name="round paper" descr="01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150" y="7962900"/>
            <a:ext cx="3314700" cy="3314700"/>
          </a:xfrm>
          <a:prstGeom prst="rect">
            <a:avLst/>
          </a:prstGeom>
        </p:spPr>
      </p:pic>
      <p:sp>
        <p:nvSpPr>
          <p:cNvPr id="10" name="PHOTO: Step 1"/>
          <p:cNvSpPr/>
          <p:nvPr/>
        </p:nvSpPr>
        <p:spPr>
          <a:xfrm rot="0">
            <a:off x="952500" y="8477250"/>
            <a:ext cx="2286000" cy="2286000"/>
          </a:xfrm>
          <a:prstGeom prst="ellipse">
            <a:avLst/>
          </a:prstGeom>
          <a:blipFill rotWithShape="1">
            <a:blip r:embed="rId6"/>
            <a:stretch>
              <a:fillRect/>
            </a:stretch>
          </a:blipFill>
          <a:ln>
            <a:noFill/>
          </a:ln>
        </p:spPr>
      </p:sp>
      <p:pic>
        <p:nvPicPr>
          <p:cNvPr id="11" name="number cube" descr="00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360000">
            <a:off x="3657600" y="10591800"/>
            <a:ext cx="2971800" cy="2819400"/>
          </a:xfrm>
          <a:prstGeom prst="rect">
            <a:avLst/>
          </a:prstGeom>
        </p:spPr>
      </p:pic>
      <p:sp>
        <p:nvSpPr>
          <p:cNvPr id="12" name="number cube pattern"/>
          <p:cNvSpPr/>
          <p:nvPr/>
        </p:nvSpPr>
        <p:spPr>
          <a:xfrm rot="-240000">
            <a:off x="3657600" y="10591800"/>
            <a:ext cx="2971800" cy="2819400"/>
          </a:xfrm>
          <a:custGeom>
            <a:avLst/>
            <a:gdLst/>
            <a:ahLst/>
            <a:cxnLst/>
            <a:rect l="0" t="0" r="r" b="b"/>
            <a:pathLst>
              <a:path w="2971800" h="2819400">
                <a:moveTo>
                  <a:pt x="1979295" y="2265045"/>
                </a:moveTo>
                <a:cubicBezTo>
                  <a:pt x="1988185" y="2256155"/>
                  <a:pt x="1993264" y="2256155"/>
                  <a:pt x="2002155" y="2265045"/>
                </a:cubicBezTo>
                <a:cubicBezTo>
                  <a:pt x="2011045" y="2273935"/>
                  <a:pt x="2008505" y="2276475"/>
                  <a:pt x="1990725" y="2276475"/>
                </a:cubicBezTo>
                <a:cubicBezTo>
                  <a:pt x="1972945" y="2276475"/>
                  <a:pt x="1970405" y="2273935"/>
                  <a:pt x="1979295" y="2265045"/>
                </a:cubicBezTo>
                <a:close/>
                <a:moveTo>
                  <a:pt x="1514475" y="2248235"/>
                </a:moveTo>
                <a:cubicBezTo>
                  <a:pt x="1514475" y="2226910"/>
                  <a:pt x="1553234" y="2217566"/>
                  <a:pt x="1577026" y="2233155"/>
                </a:cubicBezTo>
                <a:cubicBezTo>
                  <a:pt x="1609126" y="2254187"/>
                  <a:pt x="1606500" y="2257425"/>
                  <a:pt x="1557337" y="2257425"/>
                </a:cubicBezTo>
                <a:cubicBezTo>
                  <a:pt x="1533763" y="2257425"/>
                  <a:pt x="1514475" y="2253289"/>
                  <a:pt x="1514475" y="2248235"/>
                </a:cubicBezTo>
                <a:close/>
                <a:moveTo>
                  <a:pt x="1791404" y="2220640"/>
                </a:moveTo>
                <a:cubicBezTo>
                  <a:pt x="1778911" y="2197297"/>
                  <a:pt x="1800321" y="2166043"/>
                  <a:pt x="1822876" y="2174698"/>
                </a:cubicBezTo>
                <a:cubicBezTo>
                  <a:pt x="1844834" y="2183125"/>
                  <a:pt x="1852309" y="2207237"/>
                  <a:pt x="1838224" y="2224208"/>
                </a:cubicBezTo>
                <a:cubicBezTo>
                  <a:pt x="1822222" y="2243489"/>
                  <a:pt x="1802841" y="2242012"/>
                  <a:pt x="1791404" y="2220640"/>
                </a:cubicBezTo>
                <a:close/>
                <a:moveTo>
                  <a:pt x="1123608" y="2199636"/>
                </a:moveTo>
                <a:cubicBezTo>
                  <a:pt x="1115411" y="2184320"/>
                  <a:pt x="1116443" y="2174800"/>
                  <a:pt x="1128255" y="2156773"/>
                </a:cubicBezTo>
                <a:cubicBezTo>
                  <a:pt x="1146657" y="2128687"/>
                  <a:pt x="1163048" y="2127440"/>
                  <a:pt x="1185641" y="2152405"/>
                </a:cubicBezTo>
                <a:cubicBezTo>
                  <a:pt x="1201578" y="2170016"/>
                  <a:pt x="1201658" y="2172741"/>
                  <a:pt x="1186898" y="2195268"/>
                </a:cubicBezTo>
                <a:cubicBezTo>
                  <a:pt x="1167809" y="2224401"/>
                  <a:pt x="1137964" y="2226461"/>
                  <a:pt x="1123608" y="2199636"/>
                </a:cubicBezTo>
                <a:close/>
                <a:moveTo>
                  <a:pt x="1392257" y="2189216"/>
                </a:moveTo>
                <a:cubicBezTo>
                  <a:pt x="1393992" y="2176962"/>
                  <a:pt x="1401841" y="2166937"/>
                  <a:pt x="1409700" y="2166937"/>
                </a:cubicBezTo>
                <a:cubicBezTo>
                  <a:pt x="1430357" y="2166937"/>
                  <a:pt x="1427511" y="2204097"/>
                  <a:pt x="1406545" y="2208135"/>
                </a:cubicBezTo>
                <a:cubicBezTo>
                  <a:pt x="1393019" y="2210740"/>
                  <a:pt x="1389811" y="2206492"/>
                  <a:pt x="1392257" y="2189216"/>
                </a:cubicBezTo>
                <a:close/>
                <a:moveTo>
                  <a:pt x="2095500" y="2182391"/>
                </a:moveTo>
                <a:cubicBezTo>
                  <a:pt x="2095500" y="2135597"/>
                  <a:pt x="2141909" y="2116986"/>
                  <a:pt x="2165436" y="2154346"/>
                </a:cubicBezTo>
                <a:cubicBezTo>
                  <a:pt x="2173383" y="2166967"/>
                  <a:pt x="2170592" y="2174416"/>
                  <a:pt x="2152169" y="2189748"/>
                </a:cubicBezTo>
                <a:cubicBezTo>
                  <a:pt x="2117568" y="2218544"/>
                  <a:pt x="2095500" y="2215679"/>
                  <a:pt x="2095500" y="2182391"/>
                </a:cubicBezTo>
                <a:close/>
                <a:moveTo>
                  <a:pt x="628795" y="2193131"/>
                </a:moveTo>
                <a:cubicBezTo>
                  <a:pt x="629156" y="2175479"/>
                  <a:pt x="647141" y="2159922"/>
                  <a:pt x="661026" y="2165250"/>
                </a:cubicBezTo>
                <a:cubicBezTo>
                  <a:pt x="685691" y="2174715"/>
                  <a:pt x="679442" y="2200275"/>
                  <a:pt x="652462" y="2200275"/>
                </a:cubicBezTo>
                <a:cubicBezTo>
                  <a:pt x="639365" y="2200275"/>
                  <a:pt x="628715" y="2197060"/>
                  <a:pt x="628795" y="2193131"/>
                </a:cubicBezTo>
                <a:close/>
                <a:moveTo>
                  <a:pt x="824592" y="2185307"/>
                </a:moveTo>
                <a:cubicBezTo>
                  <a:pt x="793643" y="2154358"/>
                  <a:pt x="817181" y="2105025"/>
                  <a:pt x="862897" y="2105025"/>
                </a:cubicBezTo>
                <a:cubicBezTo>
                  <a:pt x="897161" y="2105025"/>
                  <a:pt x="912881" y="2143774"/>
                  <a:pt x="891719" y="2176072"/>
                </a:cubicBezTo>
                <a:cubicBezTo>
                  <a:pt x="873698" y="2203575"/>
                  <a:pt x="846590" y="2207304"/>
                  <a:pt x="824592" y="2185307"/>
                </a:cubicBezTo>
                <a:close/>
                <a:moveTo>
                  <a:pt x="1643742" y="2137682"/>
                </a:moveTo>
                <a:cubicBezTo>
                  <a:pt x="1635510" y="2129449"/>
                  <a:pt x="1628775" y="2119040"/>
                  <a:pt x="1628775" y="2114550"/>
                </a:cubicBezTo>
                <a:cubicBezTo>
                  <a:pt x="1628775" y="2099779"/>
                  <a:pt x="1658353" y="2076450"/>
                  <a:pt x="1677080" y="2076450"/>
                </a:cubicBezTo>
                <a:cubicBezTo>
                  <a:pt x="1698437" y="2076450"/>
                  <a:pt x="1703309" y="2121930"/>
                  <a:pt x="1684020" y="2141220"/>
                </a:cubicBezTo>
                <a:cubicBezTo>
                  <a:pt x="1668956" y="2156283"/>
                  <a:pt x="1661707" y="2155646"/>
                  <a:pt x="1643742" y="2137682"/>
                </a:cubicBezTo>
                <a:close/>
                <a:moveTo>
                  <a:pt x="1929674" y="2127650"/>
                </a:moveTo>
                <a:cubicBezTo>
                  <a:pt x="1921595" y="2106596"/>
                  <a:pt x="1946057" y="2081416"/>
                  <a:pt x="1966841" y="2089392"/>
                </a:cubicBezTo>
                <a:cubicBezTo>
                  <a:pt x="1976510" y="2093102"/>
                  <a:pt x="1981365" y="2103659"/>
                  <a:pt x="1979486" y="2116888"/>
                </a:cubicBezTo>
                <a:cubicBezTo>
                  <a:pt x="1975688" y="2143635"/>
                  <a:pt x="1938862" y="2151591"/>
                  <a:pt x="1929674" y="2127650"/>
                </a:cubicBezTo>
                <a:close/>
                <a:moveTo>
                  <a:pt x="1004629" y="2114132"/>
                </a:moveTo>
                <a:cubicBezTo>
                  <a:pt x="997028" y="2101834"/>
                  <a:pt x="1018179" y="2074710"/>
                  <a:pt x="1029779" y="2081879"/>
                </a:cubicBezTo>
                <a:cubicBezTo>
                  <a:pt x="1034424" y="2084750"/>
                  <a:pt x="1038225" y="2095418"/>
                  <a:pt x="1038225" y="2105587"/>
                </a:cubicBezTo>
                <a:cubicBezTo>
                  <a:pt x="1038225" y="2125108"/>
                  <a:pt x="1015055" y="2131002"/>
                  <a:pt x="1004629" y="2114132"/>
                </a:cubicBezTo>
                <a:close/>
                <a:moveTo>
                  <a:pt x="552450" y="2062162"/>
                </a:moveTo>
                <a:cubicBezTo>
                  <a:pt x="552450" y="2027237"/>
                  <a:pt x="555625" y="2019300"/>
                  <a:pt x="569595" y="2019300"/>
                </a:cubicBezTo>
                <a:cubicBezTo>
                  <a:pt x="607080" y="2019300"/>
                  <a:pt x="622320" y="2062368"/>
                  <a:pt x="594632" y="2090057"/>
                </a:cubicBezTo>
                <a:cubicBezTo>
                  <a:pt x="566754" y="2117934"/>
                  <a:pt x="552450" y="2108475"/>
                  <a:pt x="552450" y="2062162"/>
                </a:cubicBezTo>
                <a:close/>
                <a:moveTo>
                  <a:pt x="1287556" y="2070006"/>
                </a:moveTo>
                <a:cubicBezTo>
                  <a:pt x="1291833" y="2032675"/>
                  <a:pt x="1338262" y="2029853"/>
                  <a:pt x="1338262" y="2066925"/>
                </a:cubicBezTo>
                <a:cubicBezTo>
                  <a:pt x="1338262" y="2085975"/>
                  <a:pt x="1332883" y="2091353"/>
                  <a:pt x="1311368" y="2093818"/>
                </a:cubicBezTo>
                <a:cubicBezTo>
                  <a:pt x="1286904" y="2096622"/>
                  <a:pt x="1284752" y="2094470"/>
                  <a:pt x="1287556" y="2070006"/>
                </a:cubicBezTo>
                <a:close/>
                <a:moveTo>
                  <a:pt x="1461008" y="2081601"/>
                </a:moveTo>
                <a:cubicBezTo>
                  <a:pt x="1436410" y="2063614"/>
                  <a:pt x="1456632" y="2019300"/>
                  <a:pt x="1489439" y="2019300"/>
                </a:cubicBezTo>
                <a:cubicBezTo>
                  <a:pt x="1516066" y="2019300"/>
                  <a:pt x="1528017" y="2041621"/>
                  <a:pt x="1514705" y="2066494"/>
                </a:cubicBezTo>
                <a:cubicBezTo>
                  <a:pt x="1501797" y="2090612"/>
                  <a:pt x="1481241" y="2096396"/>
                  <a:pt x="1461008" y="2081601"/>
                </a:cubicBezTo>
                <a:close/>
                <a:moveTo>
                  <a:pt x="2216150" y="2041524"/>
                </a:moveTo>
                <a:cubicBezTo>
                  <a:pt x="2203691" y="2029066"/>
                  <a:pt x="2210077" y="1992656"/>
                  <a:pt x="2225778" y="1986631"/>
                </a:cubicBezTo>
                <a:cubicBezTo>
                  <a:pt x="2250834" y="1977016"/>
                  <a:pt x="2271237" y="2003015"/>
                  <a:pt x="2258019" y="2027713"/>
                </a:cubicBezTo>
                <a:cubicBezTo>
                  <a:pt x="2247359" y="2047632"/>
                  <a:pt x="2228483" y="2053858"/>
                  <a:pt x="2216150" y="2041524"/>
                </a:cubicBezTo>
                <a:close/>
                <a:moveTo>
                  <a:pt x="727061" y="2023323"/>
                </a:moveTo>
                <a:cubicBezTo>
                  <a:pt x="723889" y="2015059"/>
                  <a:pt x="728310" y="2001282"/>
                  <a:pt x="736885" y="1992707"/>
                </a:cubicBezTo>
                <a:cubicBezTo>
                  <a:pt x="751321" y="1978271"/>
                  <a:pt x="753628" y="1978271"/>
                  <a:pt x="768064" y="1992707"/>
                </a:cubicBezTo>
                <a:cubicBezTo>
                  <a:pt x="787538" y="2012181"/>
                  <a:pt x="778600" y="2038350"/>
                  <a:pt x="752475" y="2038350"/>
                </a:cubicBezTo>
                <a:cubicBezTo>
                  <a:pt x="741668" y="2038350"/>
                  <a:pt x="730232" y="2031588"/>
                  <a:pt x="727061" y="2023323"/>
                </a:cubicBezTo>
                <a:close/>
                <a:moveTo>
                  <a:pt x="1114898" y="2001134"/>
                </a:moveTo>
                <a:cubicBezTo>
                  <a:pt x="1100317" y="1973889"/>
                  <a:pt x="1134141" y="1933415"/>
                  <a:pt x="1156195" y="1951718"/>
                </a:cubicBezTo>
                <a:cubicBezTo>
                  <a:pt x="1174376" y="1966807"/>
                  <a:pt x="1176139" y="1991875"/>
                  <a:pt x="1160145" y="2007870"/>
                </a:cubicBezTo>
                <a:cubicBezTo>
                  <a:pt x="1143517" y="2024497"/>
                  <a:pt x="1126007" y="2021891"/>
                  <a:pt x="1114898" y="2001134"/>
                </a:cubicBezTo>
                <a:close/>
                <a:moveTo>
                  <a:pt x="1790465" y="2004730"/>
                </a:moveTo>
                <a:cubicBezTo>
                  <a:pt x="1781099" y="1993445"/>
                  <a:pt x="1780855" y="1984715"/>
                  <a:pt x="1789380" y="1966005"/>
                </a:cubicBezTo>
                <a:cubicBezTo>
                  <a:pt x="1804086" y="1933727"/>
                  <a:pt x="1850990" y="1936423"/>
                  <a:pt x="1855724" y="1969818"/>
                </a:cubicBezTo>
                <a:cubicBezTo>
                  <a:pt x="1861712" y="2012055"/>
                  <a:pt x="1816582" y="2036199"/>
                  <a:pt x="1790465" y="2004730"/>
                </a:cubicBezTo>
                <a:close/>
                <a:moveTo>
                  <a:pt x="909792" y="1984756"/>
                </a:moveTo>
                <a:cubicBezTo>
                  <a:pt x="890259" y="1965224"/>
                  <a:pt x="894699" y="1930039"/>
                  <a:pt x="917238" y="1925742"/>
                </a:cubicBezTo>
                <a:cubicBezTo>
                  <a:pt x="956693" y="1918220"/>
                  <a:pt x="978535" y="1971693"/>
                  <a:pt x="943636" y="1990370"/>
                </a:cubicBezTo>
                <a:cubicBezTo>
                  <a:pt x="929678" y="1997841"/>
                  <a:pt x="921523" y="1996488"/>
                  <a:pt x="909792" y="1984756"/>
                </a:cubicBezTo>
                <a:close/>
                <a:moveTo>
                  <a:pt x="2041781" y="1985927"/>
                </a:moveTo>
                <a:cubicBezTo>
                  <a:pt x="2033680" y="1964818"/>
                  <a:pt x="2062742" y="1935107"/>
                  <a:pt x="2077275" y="1949640"/>
                </a:cubicBezTo>
                <a:cubicBezTo>
                  <a:pt x="2092097" y="1964462"/>
                  <a:pt x="2084137" y="1994663"/>
                  <a:pt x="2064405" y="1998463"/>
                </a:cubicBezTo>
                <a:cubicBezTo>
                  <a:pt x="2055282" y="2000220"/>
                  <a:pt x="2045101" y="1994579"/>
                  <a:pt x="2041781" y="1985927"/>
                </a:cubicBezTo>
                <a:close/>
                <a:moveTo>
                  <a:pt x="1624543" y="1963009"/>
                </a:moveTo>
                <a:cubicBezTo>
                  <a:pt x="1618275" y="1952866"/>
                  <a:pt x="1627794" y="1924050"/>
                  <a:pt x="1637414" y="1924050"/>
                </a:cubicBezTo>
                <a:cubicBezTo>
                  <a:pt x="1650771" y="1924050"/>
                  <a:pt x="1665237" y="1945809"/>
                  <a:pt x="1660349" y="1958548"/>
                </a:cubicBezTo>
                <a:cubicBezTo>
                  <a:pt x="1654656" y="1973383"/>
                  <a:pt x="1632649" y="1976125"/>
                  <a:pt x="1624543" y="1963009"/>
                </a:cubicBezTo>
                <a:close/>
                <a:moveTo>
                  <a:pt x="1301638" y="1935206"/>
                </a:moveTo>
                <a:cubicBezTo>
                  <a:pt x="1279657" y="1910917"/>
                  <a:pt x="1281976" y="1888943"/>
                  <a:pt x="1308345" y="1871666"/>
                </a:cubicBezTo>
                <a:cubicBezTo>
                  <a:pt x="1354703" y="1841291"/>
                  <a:pt x="1396082" y="1900239"/>
                  <a:pt x="1352930" y="1935182"/>
                </a:cubicBezTo>
                <a:cubicBezTo>
                  <a:pt x="1326135" y="1956879"/>
                  <a:pt x="1321254" y="1956881"/>
                  <a:pt x="1301638" y="1935206"/>
                </a:cubicBezTo>
                <a:close/>
                <a:moveTo>
                  <a:pt x="2349901" y="1918101"/>
                </a:moveTo>
                <a:cubicBezTo>
                  <a:pt x="2338422" y="1906622"/>
                  <a:pt x="2342436" y="1879349"/>
                  <a:pt x="2357437" y="1866900"/>
                </a:cubicBezTo>
                <a:cubicBezTo>
                  <a:pt x="2376539" y="1851046"/>
                  <a:pt x="2402358" y="1871544"/>
                  <a:pt x="2398378" y="1899404"/>
                </a:cubicBezTo>
                <a:cubicBezTo>
                  <a:pt x="2395561" y="1919118"/>
                  <a:pt x="2363344" y="1931544"/>
                  <a:pt x="2349901" y="1918101"/>
                </a:cubicBezTo>
                <a:close/>
                <a:moveTo>
                  <a:pt x="1510007" y="1899171"/>
                </a:moveTo>
                <a:cubicBezTo>
                  <a:pt x="1499080" y="1888244"/>
                  <a:pt x="1497910" y="1880053"/>
                  <a:pt x="1505304" y="1866238"/>
                </a:cubicBezTo>
                <a:cubicBezTo>
                  <a:pt x="1524254" y="1830829"/>
                  <a:pt x="1570702" y="1852448"/>
                  <a:pt x="1556302" y="1889976"/>
                </a:cubicBezTo>
                <a:cubicBezTo>
                  <a:pt x="1548283" y="1910872"/>
                  <a:pt x="1526112" y="1915276"/>
                  <a:pt x="1510007" y="1899171"/>
                </a:cubicBezTo>
                <a:close/>
                <a:moveTo>
                  <a:pt x="601076" y="1891919"/>
                </a:moveTo>
                <a:cubicBezTo>
                  <a:pt x="586727" y="1874629"/>
                  <a:pt x="597694" y="1847850"/>
                  <a:pt x="619125" y="1847850"/>
                </a:cubicBezTo>
                <a:cubicBezTo>
                  <a:pt x="628481" y="1847850"/>
                  <a:pt x="638812" y="1854822"/>
                  <a:pt x="642082" y="1863344"/>
                </a:cubicBezTo>
                <a:cubicBezTo>
                  <a:pt x="647911" y="1878533"/>
                  <a:pt x="633324" y="1905000"/>
                  <a:pt x="619125" y="1905000"/>
                </a:cubicBezTo>
                <a:cubicBezTo>
                  <a:pt x="615169" y="1905000"/>
                  <a:pt x="607047" y="1899113"/>
                  <a:pt x="601076" y="1891919"/>
                </a:cubicBezTo>
                <a:close/>
                <a:moveTo>
                  <a:pt x="784707" y="1891268"/>
                </a:moveTo>
                <a:cubicBezTo>
                  <a:pt x="781809" y="1883716"/>
                  <a:pt x="780931" y="1869786"/>
                  <a:pt x="782756" y="1860312"/>
                </a:cubicBezTo>
                <a:cubicBezTo>
                  <a:pt x="787266" y="1836890"/>
                  <a:pt x="831967" y="1836808"/>
                  <a:pt x="836474" y="1860213"/>
                </a:cubicBezTo>
                <a:cubicBezTo>
                  <a:pt x="843026" y="1894233"/>
                  <a:pt x="796545" y="1922117"/>
                  <a:pt x="784707" y="1891268"/>
                </a:cubicBezTo>
                <a:close/>
                <a:moveTo>
                  <a:pt x="1927254" y="1880560"/>
                </a:moveTo>
                <a:cubicBezTo>
                  <a:pt x="1918998" y="1859046"/>
                  <a:pt x="1935900" y="1833562"/>
                  <a:pt x="1958425" y="1833562"/>
                </a:cubicBezTo>
                <a:cubicBezTo>
                  <a:pt x="1986969" y="1833562"/>
                  <a:pt x="1983742" y="1889675"/>
                  <a:pt x="1954963" y="1893761"/>
                </a:cubicBezTo>
                <a:cubicBezTo>
                  <a:pt x="1941492" y="1895674"/>
                  <a:pt x="1931166" y="1890755"/>
                  <a:pt x="1927254" y="1880560"/>
                </a:cubicBezTo>
                <a:close/>
                <a:moveTo>
                  <a:pt x="1022619" y="1871662"/>
                </a:moveTo>
                <a:cubicBezTo>
                  <a:pt x="1014260" y="1849878"/>
                  <a:pt x="1025970" y="1828800"/>
                  <a:pt x="1046431" y="1828800"/>
                </a:cubicBezTo>
                <a:cubicBezTo>
                  <a:pt x="1068960" y="1828800"/>
                  <a:pt x="1080527" y="1855121"/>
                  <a:pt x="1065798" y="1872869"/>
                </a:cubicBezTo>
                <a:cubicBezTo>
                  <a:pt x="1051467" y="1890136"/>
                  <a:pt x="1029472" y="1889522"/>
                  <a:pt x="1022619" y="1871662"/>
                </a:cubicBezTo>
                <a:close/>
                <a:moveTo>
                  <a:pt x="1720850" y="1841499"/>
                </a:moveTo>
                <a:cubicBezTo>
                  <a:pt x="1708180" y="1828830"/>
                  <a:pt x="1714906" y="1791152"/>
                  <a:pt x="1731414" y="1782317"/>
                </a:cubicBezTo>
                <a:cubicBezTo>
                  <a:pt x="1766642" y="1763464"/>
                  <a:pt x="1798182" y="1807982"/>
                  <a:pt x="1769745" y="1836420"/>
                </a:cubicBezTo>
                <a:cubicBezTo>
                  <a:pt x="1757291" y="1848873"/>
                  <a:pt x="1730959" y="1851609"/>
                  <a:pt x="1720850" y="1841499"/>
                </a:cubicBezTo>
                <a:close/>
                <a:moveTo>
                  <a:pt x="2173172" y="1832569"/>
                </a:moveTo>
                <a:cubicBezTo>
                  <a:pt x="2147165" y="1814353"/>
                  <a:pt x="2146729" y="1776877"/>
                  <a:pt x="2172316" y="1758955"/>
                </a:cubicBezTo>
                <a:cubicBezTo>
                  <a:pt x="2197202" y="1741524"/>
                  <a:pt x="2228175" y="1749249"/>
                  <a:pt x="2238044" y="1775350"/>
                </a:cubicBezTo>
                <a:cubicBezTo>
                  <a:pt x="2253862" y="1817186"/>
                  <a:pt x="2208426" y="1857262"/>
                  <a:pt x="2173172" y="1832569"/>
                </a:cubicBezTo>
                <a:close/>
                <a:moveTo>
                  <a:pt x="1222668" y="1805051"/>
                </a:moveTo>
                <a:cubicBezTo>
                  <a:pt x="1219369" y="1796453"/>
                  <a:pt x="1221237" y="1784852"/>
                  <a:pt x="1226819" y="1779270"/>
                </a:cubicBezTo>
                <a:cubicBezTo>
                  <a:pt x="1241332" y="1764757"/>
                  <a:pt x="1268829" y="1778021"/>
                  <a:pt x="1265038" y="1797705"/>
                </a:cubicBezTo>
                <a:cubicBezTo>
                  <a:pt x="1260815" y="1819630"/>
                  <a:pt x="1230294" y="1824922"/>
                  <a:pt x="1222668" y="1805051"/>
                </a:cubicBezTo>
                <a:close/>
                <a:moveTo>
                  <a:pt x="917561" y="1766148"/>
                </a:moveTo>
                <a:cubicBezTo>
                  <a:pt x="914389" y="1757884"/>
                  <a:pt x="919072" y="1743954"/>
                  <a:pt x="927967" y="1735192"/>
                </a:cubicBezTo>
                <a:cubicBezTo>
                  <a:pt x="943090" y="1720295"/>
                  <a:pt x="945017" y="1720447"/>
                  <a:pt x="957683" y="1737531"/>
                </a:cubicBezTo>
                <a:cubicBezTo>
                  <a:pt x="967720" y="1751069"/>
                  <a:pt x="968500" y="1759084"/>
                  <a:pt x="960697" y="1768487"/>
                </a:cubicBezTo>
                <a:cubicBezTo>
                  <a:pt x="946430" y="1785677"/>
                  <a:pt x="924600" y="1784493"/>
                  <a:pt x="917561" y="1766148"/>
                </a:cubicBezTo>
                <a:close/>
                <a:moveTo>
                  <a:pt x="607259" y="1750218"/>
                </a:moveTo>
                <a:cubicBezTo>
                  <a:pt x="600167" y="1730931"/>
                  <a:pt x="609903" y="1714500"/>
                  <a:pt x="628424" y="1714500"/>
                </a:cubicBezTo>
                <a:cubicBezTo>
                  <a:pt x="649542" y="1714500"/>
                  <a:pt x="659614" y="1736875"/>
                  <a:pt x="645050" y="1751439"/>
                </a:cubicBezTo>
                <a:cubicBezTo>
                  <a:pt x="630892" y="1765597"/>
                  <a:pt x="612699" y="1765009"/>
                  <a:pt x="607259" y="1750218"/>
                </a:cubicBezTo>
                <a:close/>
                <a:moveTo>
                  <a:pt x="1375068" y="1747901"/>
                </a:moveTo>
                <a:cubicBezTo>
                  <a:pt x="1371769" y="1739303"/>
                  <a:pt x="1373637" y="1727702"/>
                  <a:pt x="1379220" y="1722120"/>
                </a:cubicBezTo>
                <a:cubicBezTo>
                  <a:pt x="1393732" y="1707607"/>
                  <a:pt x="1421229" y="1720871"/>
                  <a:pt x="1417438" y="1740555"/>
                </a:cubicBezTo>
                <a:cubicBezTo>
                  <a:pt x="1413215" y="1762480"/>
                  <a:pt x="1382694" y="1767772"/>
                  <a:pt x="1375068" y="1747901"/>
                </a:cubicBezTo>
                <a:close/>
                <a:moveTo>
                  <a:pt x="1535430" y="1731645"/>
                </a:moveTo>
                <a:cubicBezTo>
                  <a:pt x="1511976" y="1708191"/>
                  <a:pt x="1535067" y="1670279"/>
                  <a:pt x="1565655" y="1682017"/>
                </a:cubicBezTo>
                <a:cubicBezTo>
                  <a:pt x="1590060" y="1691382"/>
                  <a:pt x="1578986" y="1743075"/>
                  <a:pt x="1552575" y="1743075"/>
                </a:cubicBezTo>
                <a:cubicBezTo>
                  <a:pt x="1549431" y="1743075"/>
                  <a:pt x="1541716" y="1737931"/>
                  <a:pt x="1535430" y="1731645"/>
                </a:cubicBezTo>
                <a:close/>
                <a:moveTo>
                  <a:pt x="2006600" y="1727199"/>
                </a:moveTo>
                <a:cubicBezTo>
                  <a:pt x="1993661" y="1714261"/>
                  <a:pt x="2000820" y="1676764"/>
                  <a:pt x="2017984" y="1667579"/>
                </a:cubicBezTo>
                <a:cubicBezTo>
                  <a:pt x="2045419" y="1652896"/>
                  <a:pt x="2071430" y="1676200"/>
                  <a:pt x="2063385" y="1708255"/>
                </a:cubicBezTo>
                <a:cubicBezTo>
                  <a:pt x="2057241" y="1732737"/>
                  <a:pt x="2023420" y="1744020"/>
                  <a:pt x="2006600" y="1727199"/>
                </a:cubicBezTo>
                <a:close/>
                <a:moveTo>
                  <a:pt x="2367819" y="1725411"/>
                </a:moveTo>
                <a:cubicBezTo>
                  <a:pt x="2358361" y="1710108"/>
                  <a:pt x="2373084" y="1684789"/>
                  <a:pt x="2389592" y="1687969"/>
                </a:cubicBezTo>
                <a:cubicBezTo>
                  <a:pt x="2409886" y="1691877"/>
                  <a:pt x="2409632" y="1727646"/>
                  <a:pt x="2389281" y="1731565"/>
                </a:cubicBezTo>
                <a:cubicBezTo>
                  <a:pt x="2380602" y="1733237"/>
                  <a:pt x="2370944" y="1730467"/>
                  <a:pt x="2367819" y="1725411"/>
                </a:cubicBezTo>
                <a:close/>
                <a:moveTo>
                  <a:pt x="727610" y="1710430"/>
                </a:moveTo>
                <a:cubicBezTo>
                  <a:pt x="718932" y="1687815"/>
                  <a:pt x="727653" y="1655165"/>
                  <a:pt x="745331" y="1644083"/>
                </a:cubicBezTo>
                <a:cubicBezTo>
                  <a:pt x="779866" y="1622434"/>
                  <a:pt x="817231" y="1677618"/>
                  <a:pt x="790139" y="1710261"/>
                </a:cubicBezTo>
                <a:cubicBezTo>
                  <a:pt x="775440" y="1727972"/>
                  <a:pt x="734384" y="1728083"/>
                  <a:pt x="727610" y="1710430"/>
                </a:cubicBezTo>
                <a:close/>
                <a:moveTo>
                  <a:pt x="1085952" y="1690811"/>
                </a:moveTo>
                <a:cubicBezTo>
                  <a:pt x="1068361" y="1669614"/>
                  <a:pt x="1081997" y="1630104"/>
                  <a:pt x="1109266" y="1623260"/>
                </a:cubicBezTo>
                <a:cubicBezTo>
                  <a:pt x="1137059" y="1616285"/>
                  <a:pt x="1148605" y="1622282"/>
                  <a:pt x="1155084" y="1647060"/>
                </a:cubicBezTo>
                <a:cubicBezTo>
                  <a:pt x="1165977" y="1688713"/>
                  <a:pt x="1112368" y="1722640"/>
                  <a:pt x="1085952" y="1690811"/>
                </a:cubicBezTo>
                <a:close/>
                <a:moveTo>
                  <a:pt x="1825954" y="1698954"/>
                </a:moveTo>
                <a:cubicBezTo>
                  <a:pt x="1814403" y="1687403"/>
                  <a:pt x="1818675" y="1660180"/>
                  <a:pt x="1834040" y="1647428"/>
                </a:cubicBezTo>
                <a:cubicBezTo>
                  <a:pt x="1855543" y="1629582"/>
                  <a:pt x="1885675" y="1659593"/>
                  <a:pt x="1870480" y="1683722"/>
                </a:cubicBezTo>
                <a:cubicBezTo>
                  <a:pt x="1859124" y="1701754"/>
                  <a:pt x="1836495" y="1709495"/>
                  <a:pt x="1825954" y="1698954"/>
                </a:cubicBezTo>
                <a:close/>
                <a:moveTo>
                  <a:pt x="1290548" y="1663225"/>
                </a:moveTo>
                <a:cubicBezTo>
                  <a:pt x="1277991" y="1654043"/>
                  <a:pt x="1275241" y="1644013"/>
                  <a:pt x="1280040" y="1624893"/>
                </a:cubicBezTo>
                <a:cubicBezTo>
                  <a:pt x="1289290" y="1588039"/>
                  <a:pt x="1336811" y="1592406"/>
                  <a:pt x="1341214" y="1630515"/>
                </a:cubicBezTo>
                <a:cubicBezTo>
                  <a:pt x="1344992" y="1663215"/>
                  <a:pt x="1316070" y="1681887"/>
                  <a:pt x="1290548" y="1663225"/>
                </a:cubicBezTo>
                <a:close/>
                <a:moveTo>
                  <a:pt x="1654063" y="1620881"/>
                </a:moveTo>
                <a:cubicBezTo>
                  <a:pt x="1624254" y="1587942"/>
                  <a:pt x="1639035" y="1552208"/>
                  <a:pt x="1684665" y="1546895"/>
                </a:cubicBezTo>
                <a:cubicBezTo>
                  <a:pt x="1721961" y="1542553"/>
                  <a:pt x="1735158" y="1577027"/>
                  <a:pt x="1710567" y="1614556"/>
                </a:cubicBezTo>
                <a:cubicBezTo>
                  <a:pt x="1692091" y="1642755"/>
                  <a:pt x="1675536" y="1644608"/>
                  <a:pt x="1654063" y="1620881"/>
                </a:cubicBezTo>
                <a:close/>
                <a:moveTo>
                  <a:pt x="2156539" y="1625172"/>
                </a:moveTo>
                <a:cubicBezTo>
                  <a:pt x="2148830" y="1605082"/>
                  <a:pt x="2159651" y="1590675"/>
                  <a:pt x="2182449" y="1590675"/>
                </a:cubicBezTo>
                <a:cubicBezTo>
                  <a:pt x="2196839" y="1590675"/>
                  <a:pt x="2200843" y="1595978"/>
                  <a:pt x="2198556" y="1612008"/>
                </a:cubicBezTo>
                <a:cubicBezTo>
                  <a:pt x="2195004" y="1636907"/>
                  <a:pt x="2164687" y="1646405"/>
                  <a:pt x="2156539" y="1625172"/>
                </a:cubicBezTo>
                <a:close/>
                <a:moveTo>
                  <a:pt x="924027" y="1614611"/>
                </a:moveTo>
                <a:cubicBezTo>
                  <a:pt x="896203" y="1581085"/>
                  <a:pt x="943726" y="1525530"/>
                  <a:pt x="976769" y="1552954"/>
                </a:cubicBezTo>
                <a:cubicBezTo>
                  <a:pt x="995654" y="1568627"/>
                  <a:pt x="994135" y="1594047"/>
                  <a:pt x="973181" y="1613011"/>
                </a:cubicBezTo>
                <a:cubicBezTo>
                  <a:pt x="951647" y="1632498"/>
                  <a:pt x="939208" y="1632903"/>
                  <a:pt x="924027" y="1614611"/>
                </a:cubicBezTo>
                <a:close/>
                <a:moveTo>
                  <a:pt x="549275" y="1612899"/>
                </a:moveTo>
                <a:cubicBezTo>
                  <a:pt x="539313" y="1602938"/>
                  <a:pt x="541850" y="1544838"/>
                  <a:pt x="552535" y="1538234"/>
                </a:cubicBezTo>
                <a:cubicBezTo>
                  <a:pt x="566916" y="1529346"/>
                  <a:pt x="597508" y="1541673"/>
                  <a:pt x="604173" y="1559042"/>
                </a:cubicBezTo>
                <a:cubicBezTo>
                  <a:pt x="615653" y="1588958"/>
                  <a:pt x="570061" y="1633686"/>
                  <a:pt x="549275" y="1612899"/>
                </a:cubicBezTo>
                <a:close/>
                <a:moveTo>
                  <a:pt x="2281917" y="1585232"/>
                </a:moveTo>
                <a:cubicBezTo>
                  <a:pt x="2262293" y="1565608"/>
                  <a:pt x="2263008" y="1549569"/>
                  <a:pt x="2284368" y="1530238"/>
                </a:cubicBezTo>
                <a:cubicBezTo>
                  <a:pt x="2323843" y="1494514"/>
                  <a:pt x="2368037" y="1532472"/>
                  <a:pt x="2338844" y="1577026"/>
                </a:cubicBezTo>
                <a:cubicBezTo>
                  <a:pt x="2321287" y="1603822"/>
                  <a:pt x="2303126" y="1606440"/>
                  <a:pt x="2281917" y="1585232"/>
                </a:cubicBezTo>
                <a:close/>
                <a:moveTo>
                  <a:pt x="1898673" y="1556697"/>
                </a:moveTo>
                <a:cubicBezTo>
                  <a:pt x="1891799" y="1538783"/>
                  <a:pt x="1908655" y="1519248"/>
                  <a:pt x="1923220" y="1528249"/>
                </a:cubicBezTo>
                <a:cubicBezTo>
                  <a:pt x="1938920" y="1537952"/>
                  <a:pt x="1935635" y="1571625"/>
                  <a:pt x="1918988" y="1571625"/>
                </a:cubicBezTo>
                <a:cubicBezTo>
                  <a:pt x="1910966" y="1571625"/>
                  <a:pt x="1901824" y="1564907"/>
                  <a:pt x="1898673" y="1556697"/>
                </a:cubicBezTo>
                <a:close/>
                <a:moveTo>
                  <a:pt x="1438379" y="1547938"/>
                </a:moveTo>
                <a:cubicBezTo>
                  <a:pt x="1428678" y="1536249"/>
                  <a:pt x="1428371" y="1527645"/>
                  <a:pt x="1436979" y="1508752"/>
                </a:cubicBezTo>
                <a:cubicBezTo>
                  <a:pt x="1449281" y="1481753"/>
                  <a:pt x="1473080" y="1481110"/>
                  <a:pt x="1489592" y="1507331"/>
                </a:cubicBezTo>
                <a:cubicBezTo>
                  <a:pt x="1510738" y="1540909"/>
                  <a:pt x="1463579" y="1578302"/>
                  <a:pt x="1438379" y="1547938"/>
                </a:cubicBezTo>
                <a:close/>
                <a:moveTo>
                  <a:pt x="717819" y="1519237"/>
                </a:moveTo>
                <a:cubicBezTo>
                  <a:pt x="709427" y="1497367"/>
                  <a:pt x="721200" y="1476375"/>
                  <a:pt x="741857" y="1476375"/>
                </a:cubicBezTo>
                <a:cubicBezTo>
                  <a:pt x="764101" y="1476375"/>
                  <a:pt x="772150" y="1493967"/>
                  <a:pt x="760377" y="1516856"/>
                </a:cubicBezTo>
                <a:cubicBezTo>
                  <a:pt x="749873" y="1537280"/>
                  <a:pt x="725271" y="1538656"/>
                  <a:pt x="717819" y="1519237"/>
                </a:cubicBezTo>
                <a:close/>
                <a:moveTo>
                  <a:pt x="1156193" y="1510295"/>
                </a:moveTo>
                <a:cubicBezTo>
                  <a:pt x="1148660" y="1490664"/>
                  <a:pt x="1168929" y="1466432"/>
                  <a:pt x="1187062" y="1473390"/>
                </a:cubicBezTo>
                <a:cubicBezTo>
                  <a:pt x="1206068" y="1480684"/>
                  <a:pt x="1199630" y="1518234"/>
                  <a:pt x="1178689" y="1522225"/>
                </a:cubicBezTo>
                <a:cubicBezTo>
                  <a:pt x="1169506" y="1523975"/>
                  <a:pt x="1159382" y="1518607"/>
                  <a:pt x="1156193" y="1510295"/>
                </a:cubicBezTo>
                <a:close/>
                <a:moveTo>
                  <a:pt x="2040255" y="1503045"/>
                </a:moveTo>
                <a:cubicBezTo>
                  <a:pt x="2012201" y="1474991"/>
                  <a:pt x="2033114" y="1419225"/>
                  <a:pt x="2071687" y="1419225"/>
                </a:cubicBezTo>
                <a:cubicBezTo>
                  <a:pt x="2098643" y="1419225"/>
                  <a:pt x="2114550" y="1436898"/>
                  <a:pt x="2114550" y="1466850"/>
                </a:cubicBezTo>
                <a:cubicBezTo>
                  <a:pt x="2114550" y="1496801"/>
                  <a:pt x="2098643" y="1514475"/>
                  <a:pt x="2071687" y="1514475"/>
                </a:cubicBezTo>
                <a:cubicBezTo>
                  <a:pt x="2060686" y="1514475"/>
                  <a:pt x="2046541" y="1509331"/>
                  <a:pt x="2040255" y="1503045"/>
                </a:cubicBezTo>
                <a:close/>
                <a:moveTo>
                  <a:pt x="882848" y="1489273"/>
                </a:moveTo>
                <a:cubicBezTo>
                  <a:pt x="868836" y="1475261"/>
                  <a:pt x="876205" y="1446384"/>
                  <a:pt x="892968" y="1449613"/>
                </a:cubicBezTo>
                <a:cubicBezTo>
                  <a:pt x="902136" y="1451378"/>
                  <a:pt x="909637" y="1460980"/>
                  <a:pt x="909637" y="1470949"/>
                </a:cubicBezTo>
                <a:cubicBezTo>
                  <a:pt x="909637" y="1489899"/>
                  <a:pt x="894101" y="1500526"/>
                  <a:pt x="882848" y="1489273"/>
                </a:cubicBezTo>
                <a:close/>
                <a:moveTo>
                  <a:pt x="1795483" y="1444230"/>
                </a:moveTo>
                <a:cubicBezTo>
                  <a:pt x="1773114" y="1427874"/>
                  <a:pt x="1780066" y="1386726"/>
                  <a:pt x="1805820" y="1383046"/>
                </a:cubicBezTo>
                <a:cubicBezTo>
                  <a:pt x="1831061" y="1379440"/>
                  <a:pt x="1851210" y="1403157"/>
                  <a:pt x="1843511" y="1427412"/>
                </a:cubicBezTo>
                <a:cubicBezTo>
                  <a:pt x="1835758" y="1451842"/>
                  <a:pt x="1815564" y="1458914"/>
                  <a:pt x="1795483" y="1444230"/>
                </a:cubicBezTo>
                <a:close/>
                <a:moveTo>
                  <a:pt x="1030150" y="1431459"/>
                </a:moveTo>
                <a:cubicBezTo>
                  <a:pt x="1017897" y="1408565"/>
                  <a:pt x="1033105" y="1381125"/>
                  <a:pt x="1058047" y="1381125"/>
                </a:cubicBezTo>
                <a:cubicBezTo>
                  <a:pt x="1080922" y="1381125"/>
                  <a:pt x="1092486" y="1406564"/>
                  <a:pt x="1079201" y="1427663"/>
                </a:cubicBezTo>
                <a:cubicBezTo>
                  <a:pt x="1065225" y="1449859"/>
                  <a:pt x="1041000" y="1451734"/>
                  <a:pt x="1030150" y="1431459"/>
                </a:cubicBezTo>
                <a:close/>
                <a:moveTo>
                  <a:pt x="1287593" y="1432159"/>
                </a:moveTo>
                <a:cubicBezTo>
                  <a:pt x="1266530" y="1394522"/>
                  <a:pt x="1310806" y="1354349"/>
                  <a:pt x="1340559" y="1384102"/>
                </a:cubicBezTo>
                <a:cubicBezTo>
                  <a:pt x="1362668" y="1406211"/>
                  <a:pt x="1348921" y="1447800"/>
                  <a:pt x="1319504" y="1447800"/>
                </a:cubicBezTo>
                <a:cubicBezTo>
                  <a:pt x="1306767" y="1447800"/>
                  <a:pt x="1292407" y="1440761"/>
                  <a:pt x="1287593" y="1432159"/>
                </a:cubicBezTo>
                <a:close/>
                <a:moveTo>
                  <a:pt x="1611332" y="1417691"/>
                </a:moveTo>
                <a:cubicBezTo>
                  <a:pt x="1613067" y="1405437"/>
                  <a:pt x="1620916" y="1395412"/>
                  <a:pt x="1628775" y="1395412"/>
                </a:cubicBezTo>
                <a:cubicBezTo>
                  <a:pt x="1649432" y="1395412"/>
                  <a:pt x="1646586" y="1432572"/>
                  <a:pt x="1625620" y="1436610"/>
                </a:cubicBezTo>
                <a:cubicBezTo>
                  <a:pt x="1612094" y="1439215"/>
                  <a:pt x="1608886" y="1434967"/>
                  <a:pt x="1611332" y="1417691"/>
                </a:cubicBezTo>
                <a:close/>
                <a:moveTo>
                  <a:pt x="613055" y="1404965"/>
                </a:moveTo>
                <a:cubicBezTo>
                  <a:pt x="609763" y="1396387"/>
                  <a:pt x="611470" y="1384969"/>
                  <a:pt x="616848" y="1379591"/>
                </a:cubicBezTo>
                <a:cubicBezTo>
                  <a:pt x="632375" y="1364064"/>
                  <a:pt x="661987" y="1374529"/>
                  <a:pt x="661987" y="1395542"/>
                </a:cubicBezTo>
                <a:cubicBezTo>
                  <a:pt x="661987" y="1419771"/>
                  <a:pt x="621712" y="1427526"/>
                  <a:pt x="613055" y="1404965"/>
                </a:cubicBezTo>
                <a:close/>
                <a:moveTo>
                  <a:pt x="2240756" y="1412265"/>
                </a:moveTo>
                <a:cubicBezTo>
                  <a:pt x="2225952" y="1407101"/>
                  <a:pt x="2225231" y="1379028"/>
                  <a:pt x="2239535" y="1364724"/>
                </a:cubicBezTo>
                <a:cubicBezTo>
                  <a:pt x="2255371" y="1348888"/>
                  <a:pt x="2276475" y="1360978"/>
                  <a:pt x="2276475" y="1385887"/>
                </a:cubicBezTo>
                <a:cubicBezTo>
                  <a:pt x="2276475" y="1408412"/>
                  <a:pt x="2261472" y="1419491"/>
                  <a:pt x="2240756" y="1412265"/>
                </a:cubicBezTo>
                <a:close/>
                <a:moveTo>
                  <a:pt x="2409825" y="1386449"/>
                </a:moveTo>
                <a:cubicBezTo>
                  <a:pt x="2409825" y="1378900"/>
                  <a:pt x="2414111" y="1370075"/>
                  <a:pt x="2419350" y="1366837"/>
                </a:cubicBezTo>
                <a:cubicBezTo>
                  <a:pt x="2424588" y="1363599"/>
                  <a:pt x="2428875" y="1369776"/>
                  <a:pt x="2428875" y="1380562"/>
                </a:cubicBezTo>
                <a:cubicBezTo>
                  <a:pt x="2428875" y="1391349"/>
                  <a:pt x="2424588" y="1400175"/>
                  <a:pt x="2419350" y="1400175"/>
                </a:cubicBezTo>
                <a:cubicBezTo>
                  <a:pt x="2414111" y="1400175"/>
                  <a:pt x="2409825" y="1393998"/>
                  <a:pt x="2409825" y="1386449"/>
                </a:cubicBezTo>
                <a:close/>
                <a:moveTo>
                  <a:pt x="773644" y="1347247"/>
                </a:moveTo>
                <a:cubicBezTo>
                  <a:pt x="737961" y="1322254"/>
                  <a:pt x="754570" y="1257300"/>
                  <a:pt x="796644" y="1257300"/>
                </a:cubicBezTo>
                <a:cubicBezTo>
                  <a:pt x="845343" y="1257300"/>
                  <a:pt x="864127" y="1307572"/>
                  <a:pt x="828675" y="1343025"/>
                </a:cubicBezTo>
                <a:cubicBezTo>
                  <a:pt x="805743" y="1365956"/>
                  <a:pt x="800887" y="1366329"/>
                  <a:pt x="773644" y="1347247"/>
                </a:cubicBezTo>
                <a:close/>
                <a:moveTo>
                  <a:pt x="1482943" y="1351084"/>
                </a:moveTo>
                <a:cubicBezTo>
                  <a:pt x="1462936" y="1339888"/>
                  <a:pt x="1462335" y="1320325"/>
                  <a:pt x="1481413" y="1301247"/>
                </a:cubicBezTo>
                <a:cubicBezTo>
                  <a:pt x="1505832" y="1276828"/>
                  <a:pt x="1540575" y="1304043"/>
                  <a:pt x="1527727" y="1337526"/>
                </a:cubicBezTo>
                <a:cubicBezTo>
                  <a:pt x="1520549" y="1356229"/>
                  <a:pt x="1502112" y="1361812"/>
                  <a:pt x="1482943" y="1351084"/>
                </a:cubicBezTo>
                <a:close/>
                <a:moveTo>
                  <a:pt x="1930906" y="1340283"/>
                </a:moveTo>
                <a:cubicBezTo>
                  <a:pt x="1923353" y="1320602"/>
                  <a:pt x="1938101" y="1302565"/>
                  <a:pt x="1958528" y="1306499"/>
                </a:cubicBezTo>
                <a:cubicBezTo>
                  <a:pt x="1983835" y="1311373"/>
                  <a:pt x="1981972" y="1346997"/>
                  <a:pt x="1956218" y="1350672"/>
                </a:cubicBezTo>
                <a:cubicBezTo>
                  <a:pt x="1945098" y="1352259"/>
                  <a:pt x="1933707" y="1347584"/>
                  <a:pt x="1930906" y="1340283"/>
                </a:cubicBezTo>
                <a:close/>
                <a:moveTo>
                  <a:pt x="542925" y="1295735"/>
                </a:moveTo>
                <a:cubicBezTo>
                  <a:pt x="542925" y="1256036"/>
                  <a:pt x="549869" y="1249004"/>
                  <a:pt x="569595" y="1268730"/>
                </a:cubicBezTo>
                <a:cubicBezTo>
                  <a:pt x="586941" y="1286076"/>
                  <a:pt x="583286" y="1312569"/>
                  <a:pt x="561975" y="1323975"/>
                </a:cubicBezTo>
                <a:cubicBezTo>
                  <a:pt x="544387" y="1333387"/>
                  <a:pt x="542925" y="1331218"/>
                  <a:pt x="542925" y="1295735"/>
                </a:cubicBezTo>
                <a:close/>
                <a:moveTo>
                  <a:pt x="944582" y="1312916"/>
                </a:moveTo>
                <a:cubicBezTo>
                  <a:pt x="946317" y="1300662"/>
                  <a:pt x="954166" y="1290637"/>
                  <a:pt x="962025" y="1290637"/>
                </a:cubicBezTo>
                <a:cubicBezTo>
                  <a:pt x="982682" y="1290637"/>
                  <a:pt x="979836" y="1327797"/>
                  <a:pt x="958870" y="1331835"/>
                </a:cubicBezTo>
                <a:cubicBezTo>
                  <a:pt x="945344" y="1334440"/>
                  <a:pt x="942136" y="1330192"/>
                  <a:pt x="944582" y="1312916"/>
                </a:cubicBezTo>
                <a:close/>
                <a:moveTo>
                  <a:pt x="1686360" y="1319736"/>
                </a:moveTo>
                <a:cubicBezTo>
                  <a:pt x="1659490" y="1287360"/>
                  <a:pt x="1696823" y="1230772"/>
                  <a:pt x="1727989" y="1256637"/>
                </a:cubicBezTo>
                <a:cubicBezTo>
                  <a:pt x="1748809" y="1273916"/>
                  <a:pt x="1746925" y="1311718"/>
                  <a:pt x="1724651" y="1323639"/>
                </a:cubicBezTo>
                <a:cubicBezTo>
                  <a:pt x="1701065" y="1336262"/>
                  <a:pt x="1699983" y="1336152"/>
                  <a:pt x="1686360" y="1319736"/>
                </a:cubicBezTo>
                <a:close/>
                <a:moveTo>
                  <a:pt x="1154430" y="1303020"/>
                </a:moveTo>
                <a:cubicBezTo>
                  <a:pt x="1136306" y="1284896"/>
                  <a:pt x="1141070" y="1259003"/>
                  <a:pt x="1165470" y="1243016"/>
                </a:cubicBezTo>
                <a:cubicBezTo>
                  <a:pt x="1191429" y="1226006"/>
                  <a:pt x="1215998" y="1232207"/>
                  <a:pt x="1224127" y="1257820"/>
                </a:cubicBezTo>
                <a:cubicBezTo>
                  <a:pt x="1237323" y="1299395"/>
                  <a:pt x="1184840" y="1333430"/>
                  <a:pt x="1154430" y="1303020"/>
                </a:cubicBezTo>
                <a:close/>
                <a:moveTo>
                  <a:pt x="2051319" y="1271587"/>
                </a:moveTo>
                <a:cubicBezTo>
                  <a:pt x="2043773" y="1251923"/>
                  <a:pt x="2054004" y="1228725"/>
                  <a:pt x="2070222" y="1228725"/>
                </a:cubicBezTo>
                <a:cubicBezTo>
                  <a:pt x="2089719" y="1228725"/>
                  <a:pt x="2106307" y="1252400"/>
                  <a:pt x="2099407" y="1270380"/>
                </a:cubicBezTo>
                <a:cubicBezTo>
                  <a:pt x="2091940" y="1289839"/>
                  <a:pt x="2058644" y="1290675"/>
                  <a:pt x="2051319" y="1271587"/>
                </a:cubicBezTo>
                <a:close/>
                <a:moveTo>
                  <a:pt x="1291625" y="1251677"/>
                </a:moveTo>
                <a:cubicBezTo>
                  <a:pt x="1284474" y="1233041"/>
                  <a:pt x="1292171" y="1219200"/>
                  <a:pt x="1309687" y="1219200"/>
                </a:cubicBezTo>
                <a:cubicBezTo>
                  <a:pt x="1316927" y="1219200"/>
                  <a:pt x="1325260" y="1223099"/>
                  <a:pt x="1328206" y="1227865"/>
                </a:cubicBezTo>
                <a:cubicBezTo>
                  <a:pt x="1336161" y="1240737"/>
                  <a:pt x="1323761" y="1266825"/>
                  <a:pt x="1309687" y="1266825"/>
                </a:cubicBezTo>
                <a:cubicBezTo>
                  <a:pt x="1302950" y="1266825"/>
                  <a:pt x="1294822" y="1260008"/>
                  <a:pt x="1291625" y="1251677"/>
                </a:cubicBezTo>
                <a:close/>
                <a:moveTo>
                  <a:pt x="2386126" y="1229084"/>
                </a:moveTo>
                <a:cubicBezTo>
                  <a:pt x="2378810" y="1206031"/>
                  <a:pt x="2396063" y="1171575"/>
                  <a:pt x="2414922" y="1171575"/>
                </a:cubicBezTo>
                <a:cubicBezTo>
                  <a:pt x="2424850" y="1171575"/>
                  <a:pt x="2428875" y="1182565"/>
                  <a:pt x="2428875" y="1209675"/>
                </a:cubicBezTo>
                <a:cubicBezTo>
                  <a:pt x="2428875" y="1251879"/>
                  <a:pt x="2397834" y="1265973"/>
                  <a:pt x="2386126" y="1229084"/>
                </a:cubicBezTo>
                <a:close/>
                <a:moveTo>
                  <a:pt x="2203989" y="1215141"/>
                </a:moveTo>
                <a:cubicBezTo>
                  <a:pt x="2195323" y="1192558"/>
                  <a:pt x="2207585" y="1169751"/>
                  <a:pt x="2226439" y="1173382"/>
                </a:cubicBezTo>
                <a:cubicBezTo>
                  <a:pt x="2249090" y="1177744"/>
                  <a:pt x="2249090" y="1222555"/>
                  <a:pt x="2226439" y="1226917"/>
                </a:cubicBezTo>
                <a:cubicBezTo>
                  <a:pt x="2217256" y="1228685"/>
                  <a:pt x="2207153" y="1223386"/>
                  <a:pt x="2203989" y="1215141"/>
                </a:cubicBezTo>
                <a:close/>
                <a:moveTo>
                  <a:pt x="1003782" y="1205468"/>
                </a:moveTo>
                <a:cubicBezTo>
                  <a:pt x="1000884" y="1197916"/>
                  <a:pt x="1000006" y="1183986"/>
                  <a:pt x="1001831" y="1174512"/>
                </a:cubicBezTo>
                <a:cubicBezTo>
                  <a:pt x="1006341" y="1151090"/>
                  <a:pt x="1051042" y="1151008"/>
                  <a:pt x="1055549" y="1174413"/>
                </a:cubicBezTo>
                <a:cubicBezTo>
                  <a:pt x="1062101" y="1208433"/>
                  <a:pt x="1015620" y="1236317"/>
                  <a:pt x="1003782" y="1205468"/>
                </a:cubicBezTo>
                <a:close/>
                <a:moveTo>
                  <a:pt x="606425" y="1203325"/>
                </a:moveTo>
                <a:cubicBezTo>
                  <a:pt x="594691" y="1191591"/>
                  <a:pt x="599936" y="1154972"/>
                  <a:pt x="615160" y="1142337"/>
                </a:cubicBezTo>
                <a:cubicBezTo>
                  <a:pt x="644854" y="1117693"/>
                  <a:pt x="682064" y="1165457"/>
                  <a:pt x="656845" y="1195845"/>
                </a:cubicBezTo>
                <a:cubicBezTo>
                  <a:pt x="644900" y="1210237"/>
                  <a:pt x="617415" y="1214315"/>
                  <a:pt x="606425" y="1203325"/>
                </a:cubicBezTo>
                <a:close/>
                <a:moveTo>
                  <a:pt x="1556285" y="1186555"/>
                </a:moveTo>
                <a:cubicBezTo>
                  <a:pt x="1547607" y="1163940"/>
                  <a:pt x="1556328" y="1131290"/>
                  <a:pt x="1574006" y="1120208"/>
                </a:cubicBezTo>
                <a:cubicBezTo>
                  <a:pt x="1608541" y="1098559"/>
                  <a:pt x="1645906" y="1153743"/>
                  <a:pt x="1618814" y="1186386"/>
                </a:cubicBezTo>
                <a:cubicBezTo>
                  <a:pt x="1604115" y="1204097"/>
                  <a:pt x="1563059" y="1204208"/>
                  <a:pt x="1556285" y="1186555"/>
                </a:cubicBezTo>
                <a:close/>
                <a:moveTo>
                  <a:pt x="1406926" y="1184676"/>
                </a:moveTo>
                <a:cubicBezTo>
                  <a:pt x="1385159" y="1162909"/>
                  <a:pt x="1413642" y="1118750"/>
                  <a:pt x="1442345" y="1129764"/>
                </a:cubicBezTo>
                <a:cubicBezTo>
                  <a:pt x="1465676" y="1138717"/>
                  <a:pt x="1458421" y="1185023"/>
                  <a:pt x="1433120" y="1188645"/>
                </a:cubicBezTo>
                <a:cubicBezTo>
                  <a:pt x="1422427" y="1190176"/>
                  <a:pt x="1410640" y="1188390"/>
                  <a:pt x="1406926" y="1184676"/>
                </a:cubicBezTo>
                <a:close/>
                <a:moveTo>
                  <a:pt x="1801367" y="1173710"/>
                </a:moveTo>
                <a:cubicBezTo>
                  <a:pt x="1790585" y="1153562"/>
                  <a:pt x="1804158" y="1123950"/>
                  <a:pt x="1824175" y="1123950"/>
                </a:cubicBezTo>
                <a:cubicBezTo>
                  <a:pt x="1843997" y="1123950"/>
                  <a:pt x="1857604" y="1154483"/>
                  <a:pt x="1846569" y="1174202"/>
                </a:cubicBezTo>
                <a:cubicBezTo>
                  <a:pt x="1834680" y="1195445"/>
                  <a:pt x="1812872" y="1195207"/>
                  <a:pt x="1801367" y="1173710"/>
                </a:cubicBezTo>
                <a:close/>
                <a:moveTo>
                  <a:pt x="843848" y="1156162"/>
                </a:moveTo>
                <a:cubicBezTo>
                  <a:pt x="840398" y="1147171"/>
                  <a:pt x="841714" y="1135675"/>
                  <a:pt x="846772" y="1130617"/>
                </a:cubicBezTo>
                <a:cubicBezTo>
                  <a:pt x="860536" y="1116853"/>
                  <a:pt x="887701" y="1130986"/>
                  <a:pt x="884038" y="1150005"/>
                </a:cubicBezTo>
                <a:cubicBezTo>
                  <a:pt x="879745" y="1172294"/>
                  <a:pt x="851688" y="1176592"/>
                  <a:pt x="843848" y="1156162"/>
                </a:cubicBezTo>
                <a:close/>
                <a:moveTo>
                  <a:pt x="1997868" y="1151762"/>
                </a:moveTo>
                <a:cubicBezTo>
                  <a:pt x="1959787" y="1129582"/>
                  <a:pt x="1990288" y="1060265"/>
                  <a:pt x="2031478" y="1075379"/>
                </a:cubicBezTo>
                <a:cubicBezTo>
                  <a:pt x="2059183" y="1085544"/>
                  <a:pt x="2065873" y="1132297"/>
                  <a:pt x="2042109" y="1149674"/>
                </a:cubicBezTo>
                <a:cubicBezTo>
                  <a:pt x="2022098" y="1164305"/>
                  <a:pt x="2019606" y="1164423"/>
                  <a:pt x="1997868" y="1151762"/>
                </a:cubicBezTo>
                <a:close/>
                <a:moveTo>
                  <a:pt x="2304750" y="1118826"/>
                </a:moveTo>
                <a:cubicBezTo>
                  <a:pt x="2294529" y="1106511"/>
                  <a:pt x="2294975" y="1101367"/>
                  <a:pt x="2307335" y="1089007"/>
                </a:cubicBezTo>
                <a:cubicBezTo>
                  <a:pt x="2323309" y="1073033"/>
                  <a:pt x="2343150" y="1078865"/>
                  <a:pt x="2343150" y="1099533"/>
                </a:cubicBezTo>
                <a:cubicBezTo>
                  <a:pt x="2343150" y="1122917"/>
                  <a:pt x="2318446" y="1135329"/>
                  <a:pt x="2304750" y="1118826"/>
                </a:cubicBezTo>
                <a:close/>
                <a:moveTo>
                  <a:pt x="1229602" y="1091670"/>
                </a:moveTo>
                <a:cubicBezTo>
                  <a:pt x="1191158" y="1045347"/>
                  <a:pt x="1255432" y="984498"/>
                  <a:pt x="1297923" y="1026990"/>
                </a:cubicBezTo>
                <a:cubicBezTo>
                  <a:pt x="1317709" y="1046775"/>
                  <a:pt x="1318140" y="1049842"/>
                  <a:pt x="1304561" y="1074144"/>
                </a:cubicBezTo>
                <a:cubicBezTo>
                  <a:pt x="1287898" y="1103964"/>
                  <a:pt x="1247621" y="1113380"/>
                  <a:pt x="1229602" y="1091670"/>
                </a:cubicBezTo>
                <a:close/>
                <a:moveTo>
                  <a:pt x="542925" y="1062037"/>
                </a:moveTo>
                <a:cubicBezTo>
                  <a:pt x="542925" y="1048940"/>
                  <a:pt x="546854" y="1038225"/>
                  <a:pt x="551656" y="1038225"/>
                </a:cubicBezTo>
                <a:cubicBezTo>
                  <a:pt x="562812" y="1038225"/>
                  <a:pt x="569996" y="1058494"/>
                  <a:pt x="564315" y="1073943"/>
                </a:cubicBezTo>
                <a:cubicBezTo>
                  <a:pt x="556733" y="1094560"/>
                  <a:pt x="542925" y="1086874"/>
                  <a:pt x="542925" y="1062037"/>
                </a:cubicBezTo>
                <a:close/>
                <a:moveTo>
                  <a:pt x="735330" y="1074420"/>
                </a:moveTo>
                <a:cubicBezTo>
                  <a:pt x="711876" y="1050966"/>
                  <a:pt x="734967" y="1013054"/>
                  <a:pt x="765555" y="1024792"/>
                </a:cubicBezTo>
                <a:cubicBezTo>
                  <a:pt x="789960" y="1034157"/>
                  <a:pt x="778886" y="1085850"/>
                  <a:pt x="752475" y="1085850"/>
                </a:cubicBezTo>
                <a:cubicBezTo>
                  <a:pt x="749331" y="1085850"/>
                  <a:pt x="741616" y="1080706"/>
                  <a:pt x="735330" y="1074420"/>
                </a:cubicBezTo>
                <a:close/>
                <a:moveTo>
                  <a:pt x="1727739" y="1072266"/>
                </a:moveTo>
                <a:cubicBezTo>
                  <a:pt x="1719073" y="1049683"/>
                  <a:pt x="1731335" y="1026876"/>
                  <a:pt x="1750189" y="1030507"/>
                </a:cubicBezTo>
                <a:cubicBezTo>
                  <a:pt x="1760734" y="1032538"/>
                  <a:pt x="1766887" y="1042402"/>
                  <a:pt x="1766887" y="1057275"/>
                </a:cubicBezTo>
                <a:cubicBezTo>
                  <a:pt x="1766887" y="1084427"/>
                  <a:pt x="1736823" y="1095939"/>
                  <a:pt x="1727739" y="1072266"/>
                </a:cubicBezTo>
                <a:close/>
                <a:moveTo>
                  <a:pt x="2149876" y="1060851"/>
                </a:moveTo>
                <a:cubicBezTo>
                  <a:pt x="2127254" y="1038229"/>
                  <a:pt x="2162590" y="992246"/>
                  <a:pt x="2189715" y="1009010"/>
                </a:cubicBezTo>
                <a:cubicBezTo>
                  <a:pt x="2208665" y="1020722"/>
                  <a:pt x="2198675" y="1061584"/>
                  <a:pt x="2176070" y="1064820"/>
                </a:cubicBezTo>
                <a:cubicBezTo>
                  <a:pt x="2165377" y="1066351"/>
                  <a:pt x="2153590" y="1064565"/>
                  <a:pt x="2149876" y="1060851"/>
                </a:cubicBezTo>
                <a:close/>
                <a:moveTo>
                  <a:pt x="906780" y="1036320"/>
                </a:moveTo>
                <a:cubicBezTo>
                  <a:pt x="879476" y="1009016"/>
                  <a:pt x="913841" y="954517"/>
                  <a:pt x="950937" y="966291"/>
                </a:cubicBezTo>
                <a:cubicBezTo>
                  <a:pt x="977520" y="974728"/>
                  <a:pt x="984029" y="998959"/>
                  <a:pt x="966783" y="1025279"/>
                </a:cubicBezTo>
                <a:cubicBezTo>
                  <a:pt x="950796" y="1049679"/>
                  <a:pt x="924903" y="1054443"/>
                  <a:pt x="906780" y="1036320"/>
                </a:cubicBezTo>
                <a:close/>
                <a:moveTo>
                  <a:pt x="1524100" y="1024058"/>
                </a:moveTo>
                <a:cubicBezTo>
                  <a:pt x="1508633" y="1005422"/>
                  <a:pt x="1518620" y="981075"/>
                  <a:pt x="1541731" y="981075"/>
                </a:cubicBezTo>
                <a:cubicBezTo>
                  <a:pt x="1566115" y="981075"/>
                  <a:pt x="1574435" y="1005478"/>
                  <a:pt x="1556252" y="1023661"/>
                </a:cubicBezTo>
                <a:cubicBezTo>
                  <a:pt x="1538413" y="1041501"/>
                  <a:pt x="1538574" y="1041499"/>
                  <a:pt x="1524100" y="1024058"/>
                </a:cubicBezTo>
                <a:close/>
                <a:moveTo>
                  <a:pt x="1080039" y="996066"/>
                </a:moveTo>
                <a:cubicBezTo>
                  <a:pt x="1071373" y="973483"/>
                  <a:pt x="1083635" y="950676"/>
                  <a:pt x="1102489" y="954307"/>
                </a:cubicBezTo>
                <a:cubicBezTo>
                  <a:pt x="1113034" y="956338"/>
                  <a:pt x="1119187" y="966202"/>
                  <a:pt x="1119187" y="981075"/>
                </a:cubicBezTo>
                <a:cubicBezTo>
                  <a:pt x="1119187" y="1008227"/>
                  <a:pt x="1089123" y="1019739"/>
                  <a:pt x="1080039" y="996066"/>
                </a:cubicBezTo>
                <a:close/>
                <a:moveTo>
                  <a:pt x="1867688" y="992072"/>
                </a:moveTo>
                <a:cubicBezTo>
                  <a:pt x="1860917" y="979420"/>
                  <a:pt x="1862309" y="968744"/>
                  <a:pt x="1872655" y="953972"/>
                </a:cubicBezTo>
                <a:cubicBezTo>
                  <a:pt x="1890491" y="928507"/>
                  <a:pt x="1910763" y="927674"/>
                  <a:pt x="1923714" y="951873"/>
                </a:cubicBezTo>
                <a:cubicBezTo>
                  <a:pt x="1936466" y="975701"/>
                  <a:pt x="1936314" y="976974"/>
                  <a:pt x="1918607" y="994682"/>
                </a:cubicBezTo>
                <a:cubicBezTo>
                  <a:pt x="1898693" y="1014595"/>
                  <a:pt x="1879207" y="1013597"/>
                  <a:pt x="1867688" y="992072"/>
                </a:cubicBezTo>
                <a:close/>
                <a:moveTo>
                  <a:pt x="587812" y="975162"/>
                </a:moveTo>
                <a:cubicBezTo>
                  <a:pt x="562581" y="949931"/>
                  <a:pt x="594524" y="898806"/>
                  <a:pt x="628735" y="909664"/>
                </a:cubicBezTo>
                <a:cubicBezTo>
                  <a:pt x="659892" y="919553"/>
                  <a:pt x="651898" y="975267"/>
                  <a:pt x="618768" y="979131"/>
                </a:cubicBezTo>
                <a:cubicBezTo>
                  <a:pt x="605475" y="980681"/>
                  <a:pt x="591545" y="978895"/>
                  <a:pt x="587812" y="975162"/>
                </a:cubicBezTo>
                <a:close/>
                <a:moveTo>
                  <a:pt x="1641678" y="947566"/>
                </a:moveTo>
                <a:cubicBezTo>
                  <a:pt x="1633138" y="925310"/>
                  <a:pt x="1657557" y="874341"/>
                  <a:pt x="1673777" y="880565"/>
                </a:cubicBezTo>
                <a:cubicBezTo>
                  <a:pt x="1681315" y="883458"/>
                  <a:pt x="1691129" y="885825"/>
                  <a:pt x="1695587" y="885825"/>
                </a:cubicBezTo>
                <a:cubicBezTo>
                  <a:pt x="1709761" y="885825"/>
                  <a:pt x="1715944" y="922477"/>
                  <a:pt x="1705167" y="942615"/>
                </a:cubicBezTo>
                <a:cubicBezTo>
                  <a:pt x="1692890" y="965555"/>
                  <a:pt x="1649869" y="968910"/>
                  <a:pt x="1641678" y="947566"/>
                </a:cubicBezTo>
                <a:close/>
                <a:moveTo>
                  <a:pt x="2276577" y="928811"/>
                </a:moveTo>
                <a:cubicBezTo>
                  <a:pt x="2262527" y="911882"/>
                  <a:pt x="2270810" y="870986"/>
                  <a:pt x="2289761" y="863714"/>
                </a:cubicBezTo>
                <a:cubicBezTo>
                  <a:pt x="2311396" y="855412"/>
                  <a:pt x="2342058" y="867379"/>
                  <a:pt x="2348124" y="886493"/>
                </a:cubicBezTo>
                <a:cubicBezTo>
                  <a:pt x="2361827" y="929668"/>
                  <a:pt x="2305123" y="963206"/>
                  <a:pt x="2276577" y="928811"/>
                </a:cubicBezTo>
                <a:close/>
                <a:moveTo>
                  <a:pt x="1336944" y="919162"/>
                </a:moveTo>
                <a:cubicBezTo>
                  <a:pt x="1328533" y="897244"/>
                  <a:pt x="1341042" y="874521"/>
                  <a:pt x="1359555" y="878086"/>
                </a:cubicBezTo>
                <a:cubicBezTo>
                  <a:pt x="1380222" y="882066"/>
                  <a:pt x="1387448" y="914060"/>
                  <a:pt x="1370155" y="925019"/>
                </a:cubicBezTo>
                <a:cubicBezTo>
                  <a:pt x="1351556" y="936806"/>
                  <a:pt x="1343145" y="935323"/>
                  <a:pt x="1336944" y="919162"/>
                </a:cubicBezTo>
                <a:close/>
                <a:moveTo>
                  <a:pt x="762000" y="905437"/>
                </a:moveTo>
                <a:cubicBezTo>
                  <a:pt x="762000" y="881422"/>
                  <a:pt x="778331" y="871711"/>
                  <a:pt x="795188" y="885701"/>
                </a:cubicBezTo>
                <a:cubicBezTo>
                  <a:pt x="812531" y="900094"/>
                  <a:pt x="803081" y="923925"/>
                  <a:pt x="780030" y="923925"/>
                </a:cubicBezTo>
                <a:cubicBezTo>
                  <a:pt x="768532" y="923925"/>
                  <a:pt x="762000" y="917226"/>
                  <a:pt x="762000" y="905437"/>
                </a:cubicBezTo>
                <a:close/>
                <a:moveTo>
                  <a:pt x="2089392" y="909566"/>
                </a:moveTo>
                <a:cubicBezTo>
                  <a:pt x="2086080" y="900935"/>
                  <a:pt x="2089624" y="887618"/>
                  <a:pt x="2097268" y="879973"/>
                </a:cubicBezTo>
                <a:cubicBezTo>
                  <a:pt x="2116327" y="860915"/>
                  <a:pt x="2144913" y="873245"/>
                  <a:pt x="2141247" y="898943"/>
                </a:cubicBezTo>
                <a:cubicBezTo>
                  <a:pt x="2137634" y="924262"/>
                  <a:pt x="2098136" y="932354"/>
                  <a:pt x="2089392" y="909566"/>
                </a:cubicBezTo>
                <a:close/>
                <a:moveTo>
                  <a:pt x="1175289" y="891291"/>
                </a:moveTo>
                <a:cubicBezTo>
                  <a:pt x="1166623" y="868708"/>
                  <a:pt x="1178885" y="845901"/>
                  <a:pt x="1197739" y="849532"/>
                </a:cubicBezTo>
                <a:cubicBezTo>
                  <a:pt x="1208284" y="851563"/>
                  <a:pt x="1214437" y="861427"/>
                  <a:pt x="1214437" y="876300"/>
                </a:cubicBezTo>
                <a:cubicBezTo>
                  <a:pt x="1214437" y="903452"/>
                  <a:pt x="1184373" y="914964"/>
                  <a:pt x="1175289" y="891291"/>
                </a:cubicBezTo>
                <a:close/>
                <a:moveTo>
                  <a:pt x="957262" y="876300"/>
                </a:moveTo>
                <a:cubicBezTo>
                  <a:pt x="949289" y="863399"/>
                  <a:pt x="960047" y="847725"/>
                  <a:pt x="976874" y="847725"/>
                </a:cubicBezTo>
                <a:cubicBezTo>
                  <a:pt x="984423" y="847725"/>
                  <a:pt x="990600" y="856297"/>
                  <a:pt x="990600" y="866775"/>
                </a:cubicBezTo>
                <a:cubicBezTo>
                  <a:pt x="990600" y="886494"/>
                  <a:pt x="967620" y="893060"/>
                  <a:pt x="957262" y="876300"/>
                </a:cubicBezTo>
                <a:close/>
                <a:moveTo>
                  <a:pt x="1453759" y="852324"/>
                </a:moveTo>
                <a:cubicBezTo>
                  <a:pt x="1434321" y="832885"/>
                  <a:pt x="1434259" y="819596"/>
                  <a:pt x="1453483" y="792150"/>
                </a:cubicBezTo>
                <a:cubicBezTo>
                  <a:pt x="1485200" y="746867"/>
                  <a:pt x="1546723" y="782400"/>
                  <a:pt x="1528221" y="835316"/>
                </a:cubicBezTo>
                <a:cubicBezTo>
                  <a:pt x="1517112" y="867088"/>
                  <a:pt x="1477558" y="876123"/>
                  <a:pt x="1453759" y="852324"/>
                </a:cubicBezTo>
                <a:close/>
                <a:moveTo>
                  <a:pt x="1813418" y="814970"/>
                </a:moveTo>
                <a:cubicBezTo>
                  <a:pt x="1805885" y="795339"/>
                  <a:pt x="1826154" y="771107"/>
                  <a:pt x="1844287" y="778065"/>
                </a:cubicBezTo>
                <a:cubicBezTo>
                  <a:pt x="1863293" y="785359"/>
                  <a:pt x="1856855" y="822909"/>
                  <a:pt x="1835914" y="826900"/>
                </a:cubicBezTo>
                <a:cubicBezTo>
                  <a:pt x="1826731" y="828650"/>
                  <a:pt x="1816607" y="823282"/>
                  <a:pt x="1813418" y="814970"/>
                </a:cubicBezTo>
                <a:close/>
                <a:moveTo>
                  <a:pt x="1964055" y="817245"/>
                </a:moveTo>
                <a:cubicBezTo>
                  <a:pt x="1945943" y="799133"/>
                  <a:pt x="1950167" y="754460"/>
                  <a:pt x="1971048" y="743285"/>
                </a:cubicBezTo>
                <a:cubicBezTo>
                  <a:pt x="2000133" y="727719"/>
                  <a:pt x="2017647" y="731572"/>
                  <a:pt x="2034463" y="757237"/>
                </a:cubicBezTo>
                <a:cubicBezTo>
                  <a:pt x="2063435" y="801455"/>
                  <a:pt x="2001258" y="854448"/>
                  <a:pt x="1964055" y="817245"/>
                </a:cubicBezTo>
                <a:close/>
                <a:moveTo>
                  <a:pt x="672936" y="805138"/>
                </a:moveTo>
                <a:cubicBezTo>
                  <a:pt x="669979" y="797431"/>
                  <a:pt x="674419" y="784266"/>
                  <a:pt x="682802" y="775882"/>
                </a:cubicBezTo>
                <a:cubicBezTo>
                  <a:pt x="701769" y="756916"/>
                  <a:pt x="728399" y="777291"/>
                  <a:pt x="718468" y="803171"/>
                </a:cubicBezTo>
                <a:cubicBezTo>
                  <a:pt x="710905" y="822879"/>
                  <a:pt x="680252" y="824203"/>
                  <a:pt x="672936" y="805138"/>
                </a:cubicBezTo>
                <a:close/>
                <a:moveTo>
                  <a:pt x="818915" y="795055"/>
                </a:moveTo>
                <a:cubicBezTo>
                  <a:pt x="802904" y="775763"/>
                  <a:pt x="821246" y="733425"/>
                  <a:pt x="845615" y="733425"/>
                </a:cubicBezTo>
                <a:cubicBezTo>
                  <a:pt x="882367" y="733425"/>
                  <a:pt x="896880" y="768633"/>
                  <a:pt x="870857" y="794657"/>
                </a:cubicBezTo>
                <a:cubicBezTo>
                  <a:pt x="851955" y="813559"/>
                  <a:pt x="834384" y="813693"/>
                  <a:pt x="818915" y="795055"/>
                </a:cubicBezTo>
                <a:close/>
                <a:moveTo>
                  <a:pt x="1061927" y="796434"/>
                </a:moveTo>
                <a:cubicBezTo>
                  <a:pt x="1042536" y="782256"/>
                  <a:pt x="1046062" y="753815"/>
                  <a:pt x="1069002" y="739369"/>
                </a:cubicBezTo>
                <a:cubicBezTo>
                  <a:pt x="1091323" y="725313"/>
                  <a:pt x="1118920" y="751881"/>
                  <a:pt x="1110278" y="779107"/>
                </a:cubicBezTo>
                <a:cubicBezTo>
                  <a:pt x="1102331" y="804148"/>
                  <a:pt x="1082295" y="811328"/>
                  <a:pt x="1061927" y="796434"/>
                </a:cubicBezTo>
                <a:close/>
                <a:moveTo>
                  <a:pt x="558632" y="776022"/>
                </a:moveTo>
                <a:cubicBezTo>
                  <a:pt x="566589" y="755286"/>
                  <a:pt x="600075" y="738297"/>
                  <a:pt x="600075" y="754997"/>
                </a:cubicBezTo>
                <a:cubicBezTo>
                  <a:pt x="600075" y="771090"/>
                  <a:pt x="580938" y="790575"/>
                  <a:pt x="565131" y="790575"/>
                </a:cubicBezTo>
                <a:cubicBezTo>
                  <a:pt x="558206" y="790575"/>
                  <a:pt x="555431" y="784362"/>
                  <a:pt x="558632" y="776022"/>
                </a:cubicBezTo>
                <a:close/>
                <a:moveTo>
                  <a:pt x="2212181" y="783876"/>
                </a:moveTo>
                <a:cubicBezTo>
                  <a:pt x="2196448" y="778043"/>
                  <a:pt x="2197024" y="757505"/>
                  <a:pt x="2213298" y="743998"/>
                </a:cubicBezTo>
                <a:cubicBezTo>
                  <a:pt x="2233240" y="727448"/>
                  <a:pt x="2256516" y="757792"/>
                  <a:pt x="2237556" y="775623"/>
                </a:cubicBezTo>
                <a:cubicBezTo>
                  <a:pt x="2230148" y="782590"/>
                  <a:pt x="2218729" y="786304"/>
                  <a:pt x="2212181" y="783876"/>
                </a:cubicBezTo>
                <a:close/>
                <a:moveTo>
                  <a:pt x="1666875" y="754062"/>
                </a:moveTo>
                <a:cubicBezTo>
                  <a:pt x="1666875" y="731591"/>
                  <a:pt x="1674881" y="723915"/>
                  <a:pt x="1691618" y="730337"/>
                </a:cubicBezTo>
                <a:cubicBezTo>
                  <a:pt x="1712689" y="738423"/>
                  <a:pt x="1708113" y="771525"/>
                  <a:pt x="1685925" y="771525"/>
                </a:cubicBezTo>
                <a:cubicBezTo>
                  <a:pt x="1673802" y="771525"/>
                  <a:pt x="1666875" y="765175"/>
                  <a:pt x="1666875" y="754062"/>
                </a:cubicBezTo>
                <a:close/>
                <a:moveTo>
                  <a:pt x="2387600" y="755650"/>
                </a:moveTo>
                <a:cubicBezTo>
                  <a:pt x="2376914" y="744964"/>
                  <a:pt x="2380503" y="718995"/>
                  <a:pt x="2395356" y="699526"/>
                </a:cubicBezTo>
                <a:cubicBezTo>
                  <a:pt x="2412728" y="676758"/>
                  <a:pt x="2428495" y="693899"/>
                  <a:pt x="2428729" y="735806"/>
                </a:cubicBezTo>
                <a:cubicBezTo>
                  <a:pt x="2428870" y="761138"/>
                  <a:pt x="2404733" y="772783"/>
                  <a:pt x="2387600" y="755650"/>
                </a:cubicBezTo>
                <a:close/>
                <a:moveTo>
                  <a:pt x="1258124" y="725439"/>
                </a:moveTo>
                <a:cubicBezTo>
                  <a:pt x="1236104" y="684296"/>
                  <a:pt x="1284519" y="637957"/>
                  <a:pt x="1319336" y="666852"/>
                </a:cubicBezTo>
                <a:cubicBezTo>
                  <a:pt x="1336392" y="681007"/>
                  <a:pt x="1337860" y="715729"/>
                  <a:pt x="1322070" y="731520"/>
                </a:cubicBezTo>
                <a:cubicBezTo>
                  <a:pt x="1304888" y="748701"/>
                  <a:pt x="1268733" y="745264"/>
                  <a:pt x="1258124" y="725439"/>
                </a:cubicBezTo>
                <a:close/>
                <a:moveTo>
                  <a:pt x="1515934" y="692974"/>
                </a:moveTo>
                <a:cubicBezTo>
                  <a:pt x="1500967" y="678007"/>
                  <a:pt x="1502144" y="661886"/>
                  <a:pt x="1519237" y="647700"/>
                </a:cubicBezTo>
                <a:cubicBezTo>
                  <a:pt x="1535571" y="634143"/>
                  <a:pt x="1562100" y="649395"/>
                  <a:pt x="1562100" y="672343"/>
                </a:cubicBezTo>
                <a:cubicBezTo>
                  <a:pt x="1562100" y="691661"/>
                  <a:pt x="1529285" y="706325"/>
                  <a:pt x="1515934" y="692974"/>
                </a:cubicBezTo>
                <a:close/>
                <a:moveTo>
                  <a:pt x="930111" y="671788"/>
                </a:moveTo>
                <a:cubicBezTo>
                  <a:pt x="927154" y="664081"/>
                  <a:pt x="931594" y="650916"/>
                  <a:pt x="939977" y="642532"/>
                </a:cubicBezTo>
                <a:cubicBezTo>
                  <a:pt x="958696" y="623814"/>
                  <a:pt x="987660" y="645375"/>
                  <a:pt x="977913" y="670773"/>
                </a:cubicBezTo>
                <a:cubicBezTo>
                  <a:pt x="970642" y="689723"/>
                  <a:pt x="937265" y="690432"/>
                  <a:pt x="930111" y="671788"/>
                </a:cubicBezTo>
                <a:close/>
                <a:moveTo>
                  <a:pt x="1772029" y="671969"/>
                </a:moveTo>
                <a:cubicBezTo>
                  <a:pt x="1758062" y="655141"/>
                  <a:pt x="1766800" y="623023"/>
                  <a:pt x="1787507" y="615078"/>
                </a:cubicBezTo>
                <a:cubicBezTo>
                  <a:pt x="1819246" y="602898"/>
                  <a:pt x="1842557" y="649182"/>
                  <a:pt x="1817370" y="674370"/>
                </a:cubicBezTo>
                <a:cubicBezTo>
                  <a:pt x="1802098" y="689641"/>
                  <a:pt x="1785987" y="688788"/>
                  <a:pt x="1772029" y="671969"/>
                </a:cubicBezTo>
                <a:close/>
                <a:moveTo>
                  <a:pt x="2104953" y="652376"/>
                </a:moveTo>
                <a:cubicBezTo>
                  <a:pt x="2095960" y="641540"/>
                  <a:pt x="2095385" y="634479"/>
                  <a:pt x="2102883" y="626981"/>
                </a:cubicBezTo>
                <a:cubicBezTo>
                  <a:pt x="2117333" y="612531"/>
                  <a:pt x="2145193" y="625188"/>
                  <a:pt x="2141447" y="644500"/>
                </a:cubicBezTo>
                <a:cubicBezTo>
                  <a:pt x="2137170" y="666555"/>
                  <a:pt x="2119827" y="670298"/>
                  <a:pt x="2104953" y="652376"/>
                </a:cubicBezTo>
                <a:close/>
                <a:moveTo>
                  <a:pt x="1076660" y="619751"/>
                </a:moveTo>
                <a:cubicBezTo>
                  <a:pt x="1062734" y="593730"/>
                  <a:pt x="1064243" y="583581"/>
                  <a:pt x="1085143" y="562681"/>
                </a:cubicBezTo>
                <a:cubicBezTo>
                  <a:pt x="1122940" y="524884"/>
                  <a:pt x="1177574" y="570200"/>
                  <a:pt x="1148219" y="615001"/>
                </a:cubicBezTo>
                <a:cubicBezTo>
                  <a:pt x="1129679" y="643297"/>
                  <a:pt x="1090648" y="645888"/>
                  <a:pt x="1076660" y="619751"/>
                </a:cubicBezTo>
                <a:close/>
                <a:moveTo>
                  <a:pt x="2249805" y="626745"/>
                </a:moveTo>
                <a:cubicBezTo>
                  <a:pt x="2224466" y="601406"/>
                  <a:pt x="2236355" y="581025"/>
                  <a:pt x="2276475" y="581025"/>
                </a:cubicBezTo>
                <a:cubicBezTo>
                  <a:pt x="2318767" y="581025"/>
                  <a:pt x="2326278" y="596056"/>
                  <a:pt x="2297156" y="622411"/>
                </a:cubicBezTo>
                <a:cubicBezTo>
                  <a:pt x="2276464" y="641136"/>
                  <a:pt x="2265225" y="642165"/>
                  <a:pt x="2249805" y="626745"/>
                </a:cubicBezTo>
                <a:close/>
                <a:moveTo>
                  <a:pt x="1912143" y="618362"/>
                </a:moveTo>
                <a:cubicBezTo>
                  <a:pt x="1886641" y="603508"/>
                  <a:pt x="1890160" y="561942"/>
                  <a:pt x="1916906" y="562105"/>
                </a:cubicBezTo>
                <a:cubicBezTo>
                  <a:pt x="1976216" y="562465"/>
                  <a:pt x="1996373" y="583541"/>
                  <a:pt x="1966232" y="613682"/>
                </a:cubicBezTo>
                <a:cubicBezTo>
                  <a:pt x="1949012" y="630901"/>
                  <a:pt x="1935657" y="632057"/>
                  <a:pt x="1912143" y="618362"/>
                </a:cubicBezTo>
                <a:close/>
                <a:moveTo>
                  <a:pt x="1392555" y="598170"/>
                </a:moveTo>
                <a:cubicBezTo>
                  <a:pt x="1367595" y="573210"/>
                  <a:pt x="1393508" y="536502"/>
                  <a:pt x="1428292" y="547542"/>
                </a:cubicBezTo>
                <a:cubicBezTo>
                  <a:pt x="1459166" y="557341"/>
                  <a:pt x="1447519" y="609600"/>
                  <a:pt x="1414462" y="609600"/>
                </a:cubicBezTo>
                <a:cubicBezTo>
                  <a:pt x="1408699" y="609600"/>
                  <a:pt x="1398841" y="604456"/>
                  <a:pt x="1392555" y="598170"/>
                </a:cubicBezTo>
                <a:close/>
                <a:moveTo>
                  <a:pt x="1604089" y="586947"/>
                </a:moveTo>
                <a:cubicBezTo>
                  <a:pt x="1596380" y="566857"/>
                  <a:pt x="1607201" y="552450"/>
                  <a:pt x="1629999" y="552450"/>
                </a:cubicBezTo>
                <a:cubicBezTo>
                  <a:pt x="1644389" y="552450"/>
                  <a:pt x="1648393" y="557753"/>
                  <a:pt x="1646106" y="573783"/>
                </a:cubicBezTo>
                <a:cubicBezTo>
                  <a:pt x="1642554" y="598682"/>
                  <a:pt x="1612237" y="608180"/>
                  <a:pt x="1604089" y="586947"/>
                </a:cubicBezTo>
                <a:close/>
              </a:path>
            </a:pathLst>
          </a:custGeom>
          <a:solidFill>
            <a:srgbClr val="181716">
              <a:alpha val="45000"/>
            </a:srgbClr>
          </a:solidFill>
          <a:ln>
            <a:noFill/>
          </a:ln>
        </p:spPr>
      </p:sp>
      <p:pic>
        <p:nvPicPr>
          <p:cNvPr id="13" name="round paper" descr="01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6150" y="7962900"/>
            <a:ext cx="3314700" cy="3314700"/>
          </a:xfrm>
          <a:prstGeom prst="rect">
            <a:avLst/>
          </a:prstGeom>
        </p:spPr>
      </p:pic>
      <p:sp>
        <p:nvSpPr>
          <p:cNvPr id="14" name="PHOTO: Step 2"/>
          <p:cNvSpPr/>
          <p:nvPr/>
        </p:nvSpPr>
        <p:spPr>
          <a:xfrm rot="0">
            <a:off x="4000500" y="8477250"/>
            <a:ext cx="2286000" cy="2286000"/>
          </a:xfrm>
          <a:prstGeom prst="ellipse">
            <a:avLst/>
          </a:prstGeom>
          <a:blipFill rotWithShape="1">
            <a:blip r:embed="rId6"/>
            <a:stretch>
              <a:fillRect/>
            </a:stretch>
          </a:blipFill>
          <a:ln>
            <a:noFill/>
          </a:ln>
        </p:spPr>
      </p:sp>
      <p:pic>
        <p:nvPicPr>
          <p:cNvPr id="15" name="number cube" descr="00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80000">
            <a:off x="6705600" y="10582275"/>
            <a:ext cx="2971800" cy="2838450"/>
          </a:xfrm>
          <a:prstGeom prst="rect">
            <a:avLst/>
          </a:prstGeom>
        </p:spPr>
      </p:pic>
      <p:sp>
        <p:nvSpPr>
          <p:cNvPr id="16" name="number cube pattern"/>
          <p:cNvSpPr/>
          <p:nvPr/>
        </p:nvSpPr>
        <p:spPr>
          <a:xfrm rot="180000">
            <a:off x="6705600" y="10582275"/>
            <a:ext cx="2971800" cy="2838450"/>
          </a:xfrm>
          <a:custGeom>
            <a:avLst/>
            <a:gdLst/>
            <a:ahLst/>
            <a:cxnLst/>
            <a:rect l="0" t="0" r="r" b="b"/>
            <a:pathLst>
              <a:path w="2971800" h="2838450">
                <a:moveTo>
                  <a:pt x="1949450" y="2279650"/>
                </a:moveTo>
                <a:cubicBezTo>
                  <a:pt x="1936372" y="2266572"/>
                  <a:pt x="1943756" y="2229168"/>
                  <a:pt x="1961265" y="2219798"/>
                </a:cubicBezTo>
                <a:cubicBezTo>
                  <a:pt x="1990052" y="2204392"/>
                  <a:pt x="2025722" y="2237152"/>
                  <a:pt x="2010707" y="2265206"/>
                </a:cubicBezTo>
                <a:cubicBezTo>
                  <a:pt x="2000072" y="2285078"/>
                  <a:pt x="1963501" y="2293701"/>
                  <a:pt x="1949450" y="2279650"/>
                </a:cubicBezTo>
                <a:close/>
                <a:moveTo>
                  <a:pt x="1348806" y="2232833"/>
                </a:moveTo>
                <a:cubicBezTo>
                  <a:pt x="1341080" y="2212699"/>
                  <a:pt x="1340950" y="2213235"/>
                  <a:pt x="1357588" y="2196597"/>
                </a:cubicBezTo>
                <a:cubicBezTo>
                  <a:pt x="1382335" y="2171850"/>
                  <a:pt x="1416712" y="2199493"/>
                  <a:pt x="1403619" y="2233612"/>
                </a:cubicBezTo>
                <a:cubicBezTo>
                  <a:pt x="1396357" y="2252537"/>
                  <a:pt x="1356148" y="2251965"/>
                  <a:pt x="1348806" y="2232833"/>
                </a:cubicBezTo>
                <a:close/>
                <a:moveTo>
                  <a:pt x="1663700" y="2232025"/>
                </a:moveTo>
                <a:cubicBezTo>
                  <a:pt x="1660207" y="2228532"/>
                  <a:pt x="1657350" y="2217816"/>
                  <a:pt x="1657350" y="2208212"/>
                </a:cubicBezTo>
                <a:cubicBezTo>
                  <a:pt x="1657350" y="2188272"/>
                  <a:pt x="1691376" y="2183623"/>
                  <a:pt x="1698015" y="2202656"/>
                </a:cubicBezTo>
                <a:cubicBezTo>
                  <a:pt x="1707149" y="2228840"/>
                  <a:pt x="1682020" y="2250345"/>
                  <a:pt x="1663700" y="2232025"/>
                </a:cubicBezTo>
                <a:close/>
                <a:moveTo>
                  <a:pt x="1201725" y="2194591"/>
                </a:moveTo>
                <a:cubicBezTo>
                  <a:pt x="1156970" y="2163244"/>
                  <a:pt x="1208570" y="2081786"/>
                  <a:pt x="1254836" y="2110748"/>
                </a:cubicBezTo>
                <a:cubicBezTo>
                  <a:pt x="1281210" y="2127257"/>
                  <a:pt x="1281725" y="2176379"/>
                  <a:pt x="1255715" y="2194597"/>
                </a:cubicBezTo>
                <a:cubicBezTo>
                  <a:pt x="1229001" y="2213308"/>
                  <a:pt x="1228448" y="2213308"/>
                  <a:pt x="1201725" y="2194591"/>
                </a:cubicBezTo>
                <a:close/>
                <a:moveTo>
                  <a:pt x="697157" y="2193480"/>
                </a:moveTo>
                <a:cubicBezTo>
                  <a:pt x="672927" y="2188851"/>
                  <a:pt x="673401" y="2173830"/>
                  <a:pt x="698273" y="2158141"/>
                </a:cubicBezTo>
                <a:cubicBezTo>
                  <a:pt x="717489" y="2146020"/>
                  <a:pt x="746026" y="2160411"/>
                  <a:pt x="750792" y="2184627"/>
                </a:cubicBezTo>
                <a:cubicBezTo>
                  <a:pt x="753918" y="2200509"/>
                  <a:pt x="743202" y="2202278"/>
                  <a:pt x="697157" y="2193480"/>
                </a:cubicBezTo>
                <a:close/>
                <a:moveTo>
                  <a:pt x="1506855" y="2179320"/>
                </a:moveTo>
                <a:cubicBezTo>
                  <a:pt x="1473022" y="2145487"/>
                  <a:pt x="1512286" y="2093118"/>
                  <a:pt x="1551102" y="2120305"/>
                </a:cubicBezTo>
                <a:cubicBezTo>
                  <a:pt x="1575413" y="2137333"/>
                  <a:pt x="1577205" y="2155233"/>
                  <a:pt x="1556657" y="2175782"/>
                </a:cubicBezTo>
                <a:cubicBezTo>
                  <a:pt x="1538759" y="2193679"/>
                  <a:pt x="1522378" y="2194843"/>
                  <a:pt x="1506855" y="2179320"/>
                </a:cubicBezTo>
                <a:close/>
                <a:moveTo>
                  <a:pt x="1819654" y="2176919"/>
                </a:moveTo>
                <a:cubicBezTo>
                  <a:pt x="1793197" y="2145041"/>
                  <a:pt x="1835705" y="2106215"/>
                  <a:pt x="1864995" y="2135505"/>
                </a:cubicBezTo>
                <a:cubicBezTo>
                  <a:pt x="1880058" y="2150568"/>
                  <a:pt x="1879421" y="2157817"/>
                  <a:pt x="1861457" y="2175782"/>
                </a:cubicBezTo>
                <a:cubicBezTo>
                  <a:pt x="1842896" y="2194342"/>
                  <a:pt x="1834308" y="2194576"/>
                  <a:pt x="1819654" y="2176919"/>
                </a:cubicBezTo>
                <a:close/>
                <a:moveTo>
                  <a:pt x="963026" y="2158619"/>
                </a:moveTo>
                <a:cubicBezTo>
                  <a:pt x="948677" y="2141329"/>
                  <a:pt x="959644" y="2114550"/>
                  <a:pt x="981075" y="2114550"/>
                </a:cubicBezTo>
                <a:cubicBezTo>
                  <a:pt x="1004337" y="2114550"/>
                  <a:pt x="1012035" y="2139379"/>
                  <a:pt x="994277" y="2157136"/>
                </a:cubicBezTo>
                <a:cubicBezTo>
                  <a:pt x="976553" y="2174860"/>
                  <a:pt x="976507" y="2174862"/>
                  <a:pt x="963026" y="2158619"/>
                </a:cubicBezTo>
                <a:close/>
                <a:moveTo>
                  <a:pt x="2143125" y="2153816"/>
                </a:moveTo>
                <a:cubicBezTo>
                  <a:pt x="2143125" y="2141636"/>
                  <a:pt x="2171132" y="2120332"/>
                  <a:pt x="2178050" y="2127250"/>
                </a:cubicBezTo>
                <a:cubicBezTo>
                  <a:pt x="2184967" y="2134167"/>
                  <a:pt x="2163663" y="2162175"/>
                  <a:pt x="2151483" y="2162175"/>
                </a:cubicBezTo>
                <a:cubicBezTo>
                  <a:pt x="2146886" y="2162175"/>
                  <a:pt x="2143125" y="2158413"/>
                  <a:pt x="2143125" y="2153816"/>
                </a:cubicBezTo>
                <a:close/>
                <a:moveTo>
                  <a:pt x="561975" y="2095500"/>
                </a:moveTo>
                <a:cubicBezTo>
                  <a:pt x="561975" y="2054285"/>
                  <a:pt x="574760" y="2047972"/>
                  <a:pt x="594583" y="2079398"/>
                </a:cubicBezTo>
                <a:cubicBezTo>
                  <a:pt x="601775" y="2090800"/>
                  <a:pt x="601775" y="2100199"/>
                  <a:pt x="594583" y="2111601"/>
                </a:cubicBezTo>
                <a:cubicBezTo>
                  <a:pt x="574760" y="2143027"/>
                  <a:pt x="561975" y="2136714"/>
                  <a:pt x="561975" y="2095500"/>
                </a:cubicBezTo>
                <a:close/>
                <a:moveTo>
                  <a:pt x="2009877" y="2109911"/>
                </a:moveTo>
                <a:cubicBezTo>
                  <a:pt x="2003006" y="2101631"/>
                  <a:pt x="2000681" y="2085553"/>
                  <a:pt x="2004281" y="2071210"/>
                </a:cubicBezTo>
                <a:cubicBezTo>
                  <a:pt x="2012594" y="2038086"/>
                  <a:pt x="2060476" y="2040741"/>
                  <a:pt x="2065274" y="2074593"/>
                </a:cubicBezTo>
                <a:cubicBezTo>
                  <a:pt x="2071029" y="2115187"/>
                  <a:pt x="2033901" y="2138857"/>
                  <a:pt x="2009877" y="2109911"/>
                </a:cubicBezTo>
                <a:close/>
                <a:moveTo>
                  <a:pt x="800479" y="2091195"/>
                </a:moveTo>
                <a:cubicBezTo>
                  <a:pt x="775177" y="2060707"/>
                  <a:pt x="812340" y="2013873"/>
                  <a:pt x="845343" y="2034657"/>
                </a:cubicBezTo>
                <a:cubicBezTo>
                  <a:pt x="868061" y="2048963"/>
                  <a:pt x="870848" y="2071016"/>
                  <a:pt x="852282" y="2089581"/>
                </a:cubicBezTo>
                <a:cubicBezTo>
                  <a:pt x="833154" y="2108709"/>
                  <a:pt x="815472" y="2109260"/>
                  <a:pt x="800479" y="2091195"/>
                </a:cubicBezTo>
                <a:close/>
                <a:moveTo>
                  <a:pt x="1076764" y="2072217"/>
                </a:moveTo>
                <a:cubicBezTo>
                  <a:pt x="1051040" y="2041221"/>
                  <a:pt x="1093611" y="2003929"/>
                  <a:pt x="1122145" y="2032463"/>
                </a:cubicBezTo>
                <a:cubicBezTo>
                  <a:pt x="1134276" y="2044594"/>
                  <a:pt x="1135518" y="2052037"/>
                  <a:pt x="1127530" y="2064722"/>
                </a:cubicBezTo>
                <a:cubicBezTo>
                  <a:pt x="1113622" y="2086807"/>
                  <a:pt x="1091575" y="2090062"/>
                  <a:pt x="1076764" y="2072217"/>
                </a:cubicBezTo>
                <a:close/>
                <a:moveTo>
                  <a:pt x="1676207" y="2066565"/>
                </a:moveTo>
                <a:cubicBezTo>
                  <a:pt x="1655676" y="2028201"/>
                  <a:pt x="1689386" y="1985941"/>
                  <a:pt x="1731694" y="1997004"/>
                </a:cubicBezTo>
                <a:cubicBezTo>
                  <a:pt x="1759320" y="2004229"/>
                  <a:pt x="1766976" y="2034290"/>
                  <a:pt x="1748407" y="2062628"/>
                </a:cubicBezTo>
                <a:cubicBezTo>
                  <a:pt x="1729402" y="2091634"/>
                  <a:pt x="1690751" y="2093741"/>
                  <a:pt x="1676207" y="2066565"/>
                </a:cubicBezTo>
                <a:close/>
                <a:moveTo>
                  <a:pt x="1395108" y="2056441"/>
                </a:moveTo>
                <a:cubicBezTo>
                  <a:pt x="1387472" y="2032384"/>
                  <a:pt x="1401148" y="2016256"/>
                  <a:pt x="1425247" y="2020897"/>
                </a:cubicBezTo>
                <a:cubicBezTo>
                  <a:pt x="1446699" y="2025028"/>
                  <a:pt x="1454513" y="2056813"/>
                  <a:pt x="1436830" y="2068019"/>
                </a:cubicBezTo>
                <a:cubicBezTo>
                  <a:pt x="1415651" y="2081441"/>
                  <a:pt x="1401825" y="2077604"/>
                  <a:pt x="1395108" y="2056441"/>
                </a:cubicBezTo>
                <a:close/>
                <a:moveTo>
                  <a:pt x="680796" y="2034588"/>
                </a:moveTo>
                <a:cubicBezTo>
                  <a:pt x="657537" y="2017582"/>
                  <a:pt x="670427" y="1981200"/>
                  <a:pt x="699710" y="1981200"/>
                </a:cubicBezTo>
                <a:cubicBezTo>
                  <a:pt x="723220" y="1981200"/>
                  <a:pt x="736248" y="2000859"/>
                  <a:pt x="727627" y="2023326"/>
                </a:cubicBezTo>
                <a:cubicBezTo>
                  <a:pt x="719969" y="2043281"/>
                  <a:pt x="699437" y="2048219"/>
                  <a:pt x="680796" y="2034588"/>
                </a:cubicBezTo>
                <a:close/>
                <a:moveTo>
                  <a:pt x="1900830" y="2013769"/>
                </a:moveTo>
                <a:cubicBezTo>
                  <a:pt x="1877391" y="1990331"/>
                  <a:pt x="1905819" y="1947295"/>
                  <a:pt x="1934575" y="1962685"/>
                </a:cubicBezTo>
                <a:cubicBezTo>
                  <a:pt x="1955012" y="1973623"/>
                  <a:pt x="1958245" y="2000344"/>
                  <a:pt x="1941195" y="2017395"/>
                </a:cubicBezTo>
                <a:cubicBezTo>
                  <a:pt x="1926117" y="2032472"/>
                  <a:pt x="1918883" y="2031822"/>
                  <a:pt x="1900830" y="2013769"/>
                </a:cubicBezTo>
                <a:close/>
                <a:moveTo>
                  <a:pt x="2176466" y="2006354"/>
                </a:moveTo>
                <a:cubicBezTo>
                  <a:pt x="2159738" y="1980825"/>
                  <a:pt x="2165591" y="1956564"/>
                  <a:pt x="2191870" y="1942500"/>
                </a:cubicBezTo>
                <a:cubicBezTo>
                  <a:pt x="2218774" y="1928101"/>
                  <a:pt x="2247900" y="1947403"/>
                  <a:pt x="2247900" y="1979630"/>
                </a:cubicBezTo>
                <a:cubicBezTo>
                  <a:pt x="2247900" y="2029597"/>
                  <a:pt x="2202760" y="2046485"/>
                  <a:pt x="2176466" y="2006354"/>
                </a:cubicBezTo>
                <a:close/>
                <a:moveTo>
                  <a:pt x="1557998" y="1994788"/>
                </a:moveTo>
                <a:cubicBezTo>
                  <a:pt x="1549777" y="1986566"/>
                  <a:pt x="1543115" y="1976930"/>
                  <a:pt x="1543195" y="1973375"/>
                </a:cubicBezTo>
                <a:cubicBezTo>
                  <a:pt x="1543999" y="1937758"/>
                  <a:pt x="1602911" y="1933456"/>
                  <a:pt x="1607921" y="1968649"/>
                </a:cubicBezTo>
                <a:cubicBezTo>
                  <a:pt x="1612067" y="1997773"/>
                  <a:pt x="1578539" y="2015328"/>
                  <a:pt x="1557998" y="1994788"/>
                </a:cubicBezTo>
                <a:close/>
                <a:moveTo>
                  <a:pt x="1263647" y="1986658"/>
                </a:moveTo>
                <a:cubicBezTo>
                  <a:pt x="1257425" y="1970442"/>
                  <a:pt x="1280832" y="1948384"/>
                  <a:pt x="1294982" y="1957129"/>
                </a:cubicBezTo>
                <a:cubicBezTo>
                  <a:pt x="1300450" y="1960509"/>
                  <a:pt x="1304925" y="1971593"/>
                  <a:pt x="1304925" y="1981762"/>
                </a:cubicBezTo>
                <a:cubicBezTo>
                  <a:pt x="1304925" y="2003590"/>
                  <a:pt x="1271659" y="2007536"/>
                  <a:pt x="1263647" y="1986658"/>
                </a:cubicBezTo>
                <a:close/>
                <a:moveTo>
                  <a:pt x="914878" y="1967488"/>
                </a:moveTo>
                <a:cubicBezTo>
                  <a:pt x="891852" y="1939744"/>
                  <a:pt x="906680" y="1903050"/>
                  <a:pt x="946456" y="1889346"/>
                </a:cubicBezTo>
                <a:cubicBezTo>
                  <a:pt x="990461" y="1874184"/>
                  <a:pt x="1000125" y="1878520"/>
                  <a:pt x="1000125" y="1913426"/>
                </a:cubicBezTo>
                <a:cubicBezTo>
                  <a:pt x="1000125" y="1961111"/>
                  <a:pt x="940806" y="1998729"/>
                  <a:pt x="914878" y="1967488"/>
                </a:cubicBezTo>
                <a:close/>
                <a:moveTo>
                  <a:pt x="2051073" y="1956747"/>
                </a:moveTo>
                <a:cubicBezTo>
                  <a:pt x="2043135" y="1936059"/>
                  <a:pt x="2063289" y="1916604"/>
                  <a:pt x="2077714" y="1931029"/>
                </a:cubicBezTo>
                <a:cubicBezTo>
                  <a:pt x="2089907" y="1943222"/>
                  <a:pt x="2082353" y="1971675"/>
                  <a:pt x="2066925" y="1971675"/>
                </a:cubicBezTo>
                <a:cubicBezTo>
                  <a:pt x="2061357" y="1971675"/>
                  <a:pt x="2054224" y="1964957"/>
                  <a:pt x="2051073" y="1956747"/>
                </a:cubicBezTo>
                <a:close/>
                <a:moveTo>
                  <a:pt x="558864" y="1936814"/>
                </a:moveTo>
                <a:cubicBezTo>
                  <a:pt x="545603" y="1923553"/>
                  <a:pt x="551827" y="1838325"/>
                  <a:pt x="566057" y="1838325"/>
                </a:cubicBezTo>
                <a:cubicBezTo>
                  <a:pt x="588521" y="1838325"/>
                  <a:pt x="610827" y="1867699"/>
                  <a:pt x="607735" y="1893210"/>
                </a:cubicBezTo>
                <a:cubicBezTo>
                  <a:pt x="604769" y="1917691"/>
                  <a:pt x="570403" y="1948353"/>
                  <a:pt x="558864" y="1936814"/>
                </a:cubicBezTo>
                <a:close/>
                <a:moveTo>
                  <a:pt x="1374856" y="1899275"/>
                </a:moveTo>
                <a:cubicBezTo>
                  <a:pt x="1353294" y="1866368"/>
                  <a:pt x="1367432" y="1844017"/>
                  <a:pt x="1412236" y="1840179"/>
                </a:cubicBezTo>
                <a:cubicBezTo>
                  <a:pt x="1453923" y="1836608"/>
                  <a:pt x="1467916" y="1863604"/>
                  <a:pt x="1443607" y="1900703"/>
                </a:cubicBezTo>
                <a:cubicBezTo>
                  <a:pt x="1423750" y="1931010"/>
                  <a:pt x="1395261" y="1930418"/>
                  <a:pt x="1374856" y="1899275"/>
                </a:cubicBezTo>
                <a:close/>
                <a:moveTo>
                  <a:pt x="2290197" y="1913610"/>
                </a:moveTo>
                <a:cubicBezTo>
                  <a:pt x="2278563" y="1894785"/>
                  <a:pt x="2309222" y="1872786"/>
                  <a:pt x="2323356" y="1889817"/>
                </a:cubicBezTo>
                <a:cubicBezTo>
                  <a:pt x="2329906" y="1897708"/>
                  <a:pt x="2332499" y="1908639"/>
                  <a:pt x="2329120" y="1914107"/>
                </a:cubicBezTo>
                <a:cubicBezTo>
                  <a:pt x="2321069" y="1927133"/>
                  <a:pt x="2298376" y="1926844"/>
                  <a:pt x="2290197" y="1913610"/>
                </a:cubicBezTo>
                <a:close/>
                <a:moveTo>
                  <a:pt x="1784643" y="1900301"/>
                </a:moveTo>
                <a:cubicBezTo>
                  <a:pt x="1781344" y="1891703"/>
                  <a:pt x="1783212" y="1880102"/>
                  <a:pt x="1788795" y="1874520"/>
                </a:cubicBezTo>
                <a:cubicBezTo>
                  <a:pt x="1803307" y="1860007"/>
                  <a:pt x="1830804" y="1873271"/>
                  <a:pt x="1827013" y="1892955"/>
                </a:cubicBezTo>
                <a:cubicBezTo>
                  <a:pt x="1822790" y="1914880"/>
                  <a:pt x="1792269" y="1920172"/>
                  <a:pt x="1784643" y="1900301"/>
                </a:cubicBezTo>
                <a:close/>
                <a:moveTo>
                  <a:pt x="751812" y="1880389"/>
                </a:moveTo>
                <a:cubicBezTo>
                  <a:pt x="737290" y="1862891"/>
                  <a:pt x="749675" y="1835454"/>
                  <a:pt x="774284" y="1830606"/>
                </a:cubicBezTo>
                <a:cubicBezTo>
                  <a:pt x="798042" y="1825926"/>
                  <a:pt x="812870" y="1862293"/>
                  <a:pt x="794638" y="1880526"/>
                </a:cubicBezTo>
                <a:cubicBezTo>
                  <a:pt x="775821" y="1899342"/>
                  <a:pt x="767520" y="1899316"/>
                  <a:pt x="751812" y="1880389"/>
                </a:cubicBezTo>
                <a:close/>
                <a:moveTo>
                  <a:pt x="1146927" y="1888185"/>
                </a:moveTo>
                <a:cubicBezTo>
                  <a:pt x="1127808" y="1875271"/>
                  <a:pt x="1125251" y="1840099"/>
                  <a:pt x="1142310" y="1824661"/>
                </a:cubicBezTo>
                <a:cubicBezTo>
                  <a:pt x="1161063" y="1807690"/>
                  <a:pt x="1209464" y="1823107"/>
                  <a:pt x="1209600" y="1846094"/>
                </a:cubicBezTo>
                <a:cubicBezTo>
                  <a:pt x="1209822" y="1883465"/>
                  <a:pt x="1174780" y="1906998"/>
                  <a:pt x="1146927" y="1888185"/>
                </a:cubicBezTo>
                <a:close/>
                <a:moveTo>
                  <a:pt x="1596117" y="1842407"/>
                </a:moveTo>
                <a:cubicBezTo>
                  <a:pt x="1584850" y="1831139"/>
                  <a:pt x="1583602" y="1822965"/>
                  <a:pt x="1591029" y="1809088"/>
                </a:cubicBezTo>
                <a:cubicBezTo>
                  <a:pt x="1608377" y="1776672"/>
                  <a:pt x="1647825" y="1790671"/>
                  <a:pt x="1647825" y="1829243"/>
                </a:cubicBezTo>
                <a:cubicBezTo>
                  <a:pt x="1647825" y="1848372"/>
                  <a:pt x="1611365" y="1857654"/>
                  <a:pt x="1596117" y="1842407"/>
                </a:cubicBezTo>
                <a:close/>
                <a:moveTo>
                  <a:pt x="1964055" y="1836420"/>
                </a:moveTo>
                <a:cubicBezTo>
                  <a:pt x="1935823" y="1808188"/>
                  <a:pt x="1956953" y="1752600"/>
                  <a:pt x="1995916" y="1752600"/>
                </a:cubicBezTo>
                <a:cubicBezTo>
                  <a:pt x="2019293" y="1752600"/>
                  <a:pt x="2047875" y="1780145"/>
                  <a:pt x="2047875" y="1802675"/>
                </a:cubicBezTo>
                <a:cubicBezTo>
                  <a:pt x="2047875" y="1839079"/>
                  <a:pt x="1990009" y="1862374"/>
                  <a:pt x="1964055" y="1836420"/>
                </a:cubicBezTo>
                <a:close/>
                <a:moveTo>
                  <a:pt x="2156539" y="1834722"/>
                </a:moveTo>
                <a:cubicBezTo>
                  <a:pt x="2148830" y="1814632"/>
                  <a:pt x="2159651" y="1800225"/>
                  <a:pt x="2182449" y="1800225"/>
                </a:cubicBezTo>
                <a:cubicBezTo>
                  <a:pt x="2196839" y="1800225"/>
                  <a:pt x="2200843" y="1805528"/>
                  <a:pt x="2198556" y="1821558"/>
                </a:cubicBezTo>
                <a:cubicBezTo>
                  <a:pt x="2195004" y="1846457"/>
                  <a:pt x="2164687" y="1855955"/>
                  <a:pt x="2156539" y="1834722"/>
                </a:cubicBezTo>
                <a:close/>
                <a:moveTo>
                  <a:pt x="2369009" y="1802486"/>
                </a:moveTo>
                <a:cubicBezTo>
                  <a:pt x="2344234" y="1775111"/>
                  <a:pt x="2363222" y="1724584"/>
                  <a:pt x="2398440" y="1724170"/>
                </a:cubicBezTo>
                <a:cubicBezTo>
                  <a:pt x="2407317" y="1724066"/>
                  <a:pt x="2410039" y="1736741"/>
                  <a:pt x="2407965" y="1768524"/>
                </a:cubicBezTo>
                <a:cubicBezTo>
                  <a:pt x="2404745" y="1817877"/>
                  <a:pt x="2392555" y="1828505"/>
                  <a:pt x="2369009" y="1802486"/>
                </a:cubicBezTo>
                <a:close/>
                <a:moveTo>
                  <a:pt x="873323" y="1794073"/>
                </a:moveTo>
                <a:cubicBezTo>
                  <a:pt x="858650" y="1779400"/>
                  <a:pt x="867156" y="1752600"/>
                  <a:pt x="886487" y="1752600"/>
                </a:cubicBezTo>
                <a:cubicBezTo>
                  <a:pt x="901303" y="1752600"/>
                  <a:pt x="905443" y="1757737"/>
                  <a:pt x="903156" y="1773285"/>
                </a:cubicBezTo>
                <a:cubicBezTo>
                  <a:pt x="899995" y="1794766"/>
                  <a:pt x="884685" y="1805435"/>
                  <a:pt x="873323" y="1794073"/>
                </a:cubicBezTo>
                <a:close/>
                <a:moveTo>
                  <a:pt x="1743177" y="1767011"/>
                </a:moveTo>
                <a:cubicBezTo>
                  <a:pt x="1728697" y="1749564"/>
                  <a:pt x="1737629" y="1709102"/>
                  <a:pt x="1757656" y="1701417"/>
                </a:cubicBezTo>
                <a:cubicBezTo>
                  <a:pt x="1778692" y="1693345"/>
                  <a:pt x="1809750" y="1715571"/>
                  <a:pt x="1809750" y="1738698"/>
                </a:cubicBezTo>
                <a:cubicBezTo>
                  <a:pt x="1809750" y="1777289"/>
                  <a:pt x="1766850" y="1795534"/>
                  <a:pt x="1743177" y="1767011"/>
                </a:cubicBezTo>
                <a:close/>
                <a:moveTo>
                  <a:pt x="589887" y="1756564"/>
                </a:moveTo>
                <a:cubicBezTo>
                  <a:pt x="574112" y="1737556"/>
                  <a:pt x="589270" y="1709737"/>
                  <a:pt x="615400" y="1709737"/>
                </a:cubicBezTo>
                <a:cubicBezTo>
                  <a:pt x="648470" y="1709737"/>
                  <a:pt x="641546" y="1770694"/>
                  <a:pt x="608385" y="1771504"/>
                </a:cubicBezTo>
                <a:cubicBezTo>
                  <a:pt x="605097" y="1771584"/>
                  <a:pt x="596773" y="1764861"/>
                  <a:pt x="589887" y="1756564"/>
                </a:cubicBezTo>
                <a:close/>
                <a:moveTo>
                  <a:pt x="1006398" y="1757866"/>
                </a:moveTo>
                <a:cubicBezTo>
                  <a:pt x="997248" y="1734021"/>
                  <a:pt x="1010226" y="1713229"/>
                  <a:pt x="1032293" y="1716377"/>
                </a:cubicBezTo>
                <a:cubicBezTo>
                  <a:pt x="1046741" y="1718439"/>
                  <a:pt x="1052512" y="1726059"/>
                  <a:pt x="1052512" y="1743075"/>
                </a:cubicBezTo>
                <a:cubicBezTo>
                  <a:pt x="1052512" y="1770827"/>
                  <a:pt x="1015881" y="1782577"/>
                  <a:pt x="1006398" y="1757866"/>
                </a:cubicBezTo>
                <a:close/>
                <a:moveTo>
                  <a:pt x="1276729" y="1757820"/>
                </a:moveTo>
                <a:cubicBezTo>
                  <a:pt x="1259499" y="1737058"/>
                  <a:pt x="1268773" y="1710164"/>
                  <a:pt x="1294420" y="1706522"/>
                </a:cubicBezTo>
                <a:cubicBezTo>
                  <a:pt x="1329665" y="1701517"/>
                  <a:pt x="1343960" y="1731254"/>
                  <a:pt x="1318532" y="1756682"/>
                </a:cubicBezTo>
                <a:cubicBezTo>
                  <a:pt x="1299971" y="1775242"/>
                  <a:pt x="1291383" y="1775476"/>
                  <a:pt x="1276729" y="1757820"/>
                </a:cubicBezTo>
                <a:close/>
                <a:moveTo>
                  <a:pt x="1448163" y="1729226"/>
                </a:moveTo>
                <a:cubicBezTo>
                  <a:pt x="1432520" y="1710376"/>
                  <a:pt x="1443020" y="1683607"/>
                  <a:pt x="1464439" y="1687732"/>
                </a:cubicBezTo>
                <a:cubicBezTo>
                  <a:pt x="1474828" y="1689733"/>
                  <a:pt x="1481137" y="1699596"/>
                  <a:pt x="1481137" y="1713836"/>
                </a:cubicBezTo>
                <a:cubicBezTo>
                  <a:pt x="1481137" y="1741437"/>
                  <a:pt x="1464675" y="1749120"/>
                  <a:pt x="1448163" y="1729226"/>
                </a:cubicBezTo>
                <a:close/>
                <a:moveTo>
                  <a:pt x="2230190" y="1720878"/>
                </a:moveTo>
                <a:cubicBezTo>
                  <a:pt x="2214006" y="1701376"/>
                  <a:pt x="2227284" y="1674823"/>
                  <a:pt x="2251493" y="1678277"/>
                </a:cubicBezTo>
                <a:cubicBezTo>
                  <a:pt x="2265907" y="1680334"/>
                  <a:pt x="2271712" y="1687962"/>
                  <a:pt x="2271712" y="1704844"/>
                </a:cubicBezTo>
                <a:cubicBezTo>
                  <a:pt x="2271712" y="1732017"/>
                  <a:pt x="2247268" y="1741456"/>
                  <a:pt x="2230190" y="1720878"/>
                </a:cubicBezTo>
                <a:close/>
                <a:moveTo>
                  <a:pt x="714708" y="1705598"/>
                </a:moveTo>
                <a:cubicBezTo>
                  <a:pt x="699350" y="1676902"/>
                  <a:pt x="717954" y="1638300"/>
                  <a:pt x="747141" y="1638300"/>
                </a:cubicBezTo>
                <a:cubicBezTo>
                  <a:pt x="781295" y="1638300"/>
                  <a:pt x="796575" y="1670585"/>
                  <a:pt x="776744" y="1700851"/>
                </a:cubicBezTo>
                <a:cubicBezTo>
                  <a:pt x="758507" y="1728685"/>
                  <a:pt x="728301" y="1730996"/>
                  <a:pt x="714708" y="1705598"/>
                </a:cubicBezTo>
                <a:close/>
                <a:moveTo>
                  <a:pt x="2073275" y="1679574"/>
                </a:moveTo>
                <a:cubicBezTo>
                  <a:pt x="2062215" y="1668515"/>
                  <a:pt x="2066410" y="1631534"/>
                  <a:pt x="2080005" y="1620251"/>
                </a:cubicBezTo>
                <a:cubicBezTo>
                  <a:pt x="2108143" y="1596899"/>
                  <a:pt x="2141941" y="1633491"/>
                  <a:pt x="2123705" y="1667565"/>
                </a:cubicBezTo>
                <a:cubicBezTo>
                  <a:pt x="2114100" y="1685511"/>
                  <a:pt x="2085922" y="1692222"/>
                  <a:pt x="2073275" y="1679574"/>
                </a:cubicBezTo>
                <a:close/>
                <a:moveTo>
                  <a:pt x="1879869" y="1662112"/>
                </a:moveTo>
                <a:cubicBezTo>
                  <a:pt x="1872323" y="1642448"/>
                  <a:pt x="1882554" y="1619250"/>
                  <a:pt x="1898772" y="1619250"/>
                </a:cubicBezTo>
                <a:cubicBezTo>
                  <a:pt x="1918269" y="1619250"/>
                  <a:pt x="1934857" y="1642925"/>
                  <a:pt x="1927957" y="1660905"/>
                </a:cubicBezTo>
                <a:cubicBezTo>
                  <a:pt x="1920490" y="1680364"/>
                  <a:pt x="1887194" y="1681200"/>
                  <a:pt x="1879869" y="1662112"/>
                </a:cubicBezTo>
                <a:close/>
                <a:moveTo>
                  <a:pt x="1105532" y="1649007"/>
                </a:moveTo>
                <a:cubicBezTo>
                  <a:pt x="1090841" y="1621557"/>
                  <a:pt x="1092948" y="1605348"/>
                  <a:pt x="1113639" y="1586623"/>
                </a:cubicBezTo>
                <a:cubicBezTo>
                  <a:pt x="1152976" y="1551023"/>
                  <a:pt x="1210901" y="1591529"/>
                  <a:pt x="1187666" y="1638389"/>
                </a:cubicBezTo>
                <a:cubicBezTo>
                  <a:pt x="1171980" y="1670022"/>
                  <a:pt x="1120352" y="1676697"/>
                  <a:pt x="1105532" y="1649007"/>
                </a:cubicBezTo>
                <a:close/>
                <a:moveTo>
                  <a:pt x="1573530" y="1655445"/>
                </a:moveTo>
                <a:cubicBezTo>
                  <a:pt x="1556555" y="1638470"/>
                  <a:pt x="1559649" y="1612175"/>
                  <a:pt x="1581150" y="1590675"/>
                </a:cubicBezTo>
                <a:cubicBezTo>
                  <a:pt x="1606939" y="1564885"/>
                  <a:pt x="1634640" y="1566709"/>
                  <a:pt x="1653463" y="1595437"/>
                </a:cubicBezTo>
                <a:cubicBezTo>
                  <a:pt x="1683707" y="1641595"/>
                  <a:pt x="1612864" y="1694779"/>
                  <a:pt x="1573530" y="1655445"/>
                </a:cubicBezTo>
                <a:close/>
                <a:moveTo>
                  <a:pt x="863599" y="1631949"/>
                </a:moveTo>
                <a:cubicBezTo>
                  <a:pt x="849856" y="1618206"/>
                  <a:pt x="857647" y="1590675"/>
                  <a:pt x="875280" y="1590675"/>
                </a:cubicBezTo>
                <a:cubicBezTo>
                  <a:pt x="897059" y="1590675"/>
                  <a:pt x="907499" y="1612815"/>
                  <a:pt x="892700" y="1627614"/>
                </a:cubicBezTo>
                <a:cubicBezTo>
                  <a:pt x="880470" y="1639844"/>
                  <a:pt x="872658" y="1641008"/>
                  <a:pt x="863599" y="1631949"/>
                </a:cubicBezTo>
                <a:close/>
                <a:moveTo>
                  <a:pt x="552450" y="1582311"/>
                </a:moveTo>
                <a:cubicBezTo>
                  <a:pt x="552450" y="1529647"/>
                  <a:pt x="559281" y="1523286"/>
                  <a:pt x="585146" y="1551866"/>
                </a:cubicBezTo>
                <a:cubicBezTo>
                  <a:pt x="605851" y="1574745"/>
                  <a:pt x="601750" y="1598419"/>
                  <a:pt x="573881" y="1616892"/>
                </a:cubicBezTo>
                <a:cubicBezTo>
                  <a:pt x="552596" y="1631001"/>
                  <a:pt x="552450" y="1630764"/>
                  <a:pt x="552450" y="1582311"/>
                </a:cubicBezTo>
                <a:close/>
                <a:moveTo>
                  <a:pt x="2280189" y="1596141"/>
                </a:moveTo>
                <a:cubicBezTo>
                  <a:pt x="2271523" y="1573558"/>
                  <a:pt x="2283785" y="1550751"/>
                  <a:pt x="2302639" y="1554382"/>
                </a:cubicBezTo>
                <a:cubicBezTo>
                  <a:pt x="2325290" y="1558744"/>
                  <a:pt x="2325290" y="1603555"/>
                  <a:pt x="2302639" y="1607917"/>
                </a:cubicBezTo>
                <a:cubicBezTo>
                  <a:pt x="2293456" y="1609685"/>
                  <a:pt x="2283353" y="1604386"/>
                  <a:pt x="2280189" y="1596141"/>
                </a:cubicBezTo>
                <a:close/>
                <a:moveTo>
                  <a:pt x="1319892" y="1585232"/>
                </a:moveTo>
                <a:cubicBezTo>
                  <a:pt x="1299610" y="1564950"/>
                  <a:pt x="1301068" y="1539967"/>
                  <a:pt x="1323730" y="1519458"/>
                </a:cubicBezTo>
                <a:cubicBezTo>
                  <a:pt x="1341341" y="1503521"/>
                  <a:pt x="1344066" y="1503441"/>
                  <a:pt x="1366593" y="1518201"/>
                </a:cubicBezTo>
                <a:cubicBezTo>
                  <a:pt x="1394947" y="1536779"/>
                  <a:pt x="1397520" y="1562454"/>
                  <a:pt x="1373231" y="1584436"/>
                </a:cubicBezTo>
                <a:cubicBezTo>
                  <a:pt x="1351484" y="1604116"/>
                  <a:pt x="1338964" y="1604303"/>
                  <a:pt x="1319892" y="1585232"/>
                </a:cubicBezTo>
                <a:close/>
                <a:moveTo>
                  <a:pt x="1482466" y="1593591"/>
                </a:moveTo>
                <a:cubicBezTo>
                  <a:pt x="1471082" y="1582207"/>
                  <a:pt x="1476315" y="1562100"/>
                  <a:pt x="1490662" y="1562100"/>
                </a:cubicBezTo>
                <a:cubicBezTo>
                  <a:pt x="1498520" y="1562100"/>
                  <a:pt x="1504950" y="1568276"/>
                  <a:pt x="1504950" y="1575825"/>
                </a:cubicBezTo>
                <a:cubicBezTo>
                  <a:pt x="1504950" y="1591738"/>
                  <a:pt x="1491355" y="1602480"/>
                  <a:pt x="1482466" y="1593591"/>
                </a:cubicBezTo>
                <a:close/>
                <a:moveTo>
                  <a:pt x="1752542" y="1566792"/>
                </a:moveTo>
                <a:cubicBezTo>
                  <a:pt x="1742002" y="1554093"/>
                  <a:pt x="1742413" y="1549154"/>
                  <a:pt x="1755060" y="1536506"/>
                </a:cubicBezTo>
                <a:cubicBezTo>
                  <a:pt x="1775487" y="1516080"/>
                  <a:pt x="1802418" y="1527429"/>
                  <a:pt x="1798511" y="1554816"/>
                </a:cubicBezTo>
                <a:cubicBezTo>
                  <a:pt x="1794790" y="1580904"/>
                  <a:pt x="1769683" y="1587446"/>
                  <a:pt x="1752542" y="1566792"/>
                </a:cubicBezTo>
                <a:close/>
                <a:moveTo>
                  <a:pt x="962464" y="1557867"/>
                </a:moveTo>
                <a:cubicBezTo>
                  <a:pt x="936740" y="1526871"/>
                  <a:pt x="979311" y="1489579"/>
                  <a:pt x="1007845" y="1518113"/>
                </a:cubicBezTo>
                <a:cubicBezTo>
                  <a:pt x="1019976" y="1530244"/>
                  <a:pt x="1021218" y="1537687"/>
                  <a:pt x="1013230" y="1550372"/>
                </a:cubicBezTo>
                <a:cubicBezTo>
                  <a:pt x="999322" y="1572457"/>
                  <a:pt x="977275" y="1575712"/>
                  <a:pt x="962464" y="1557867"/>
                </a:cubicBezTo>
                <a:close/>
                <a:moveTo>
                  <a:pt x="763444" y="1544144"/>
                </a:moveTo>
                <a:cubicBezTo>
                  <a:pt x="744652" y="1532235"/>
                  <a:pt x="754165" y="1500655"/>
                  <a:pt x="777553" y="1497302"/>
                </a:cubicBezTo>
                <a:cubicBezTo>
                  <a:pt x="801437" y="1493878"/>
                  <a:pt x="814966" y="1520373"/>
                  <a:pt x="799098" y="1539494"/>
                </a:cubicBezTo>
                <a:cubicBezTo>
                  <a:pt x="786542" y="1554623"/>
                  <a:pt x="781099" y="1555332"/>
                  <a:pt x="763444" y="1544144"/>
                </a:cubicBezTo>
                <a:close/>
                <a:moveTo>
                  <a:pt x="1948300" y="1530066"/>
                </a:moveTo>
                <a:cubicBezTo>
                  <a:pt x="1919270" y="1501036"/>
                  <a:pt x="1918657" y="1494669"/>
                  <a:pt x="1942103" y="1465715"/>
                </a:cubicBezTo>
                <a:cubicBezTo>
                  <a:pt x="1969695" y="1431641"/>
                  <a:pt x="2014537" y="1449456"/>
                  <a:pt x="2014537" y="1494492"/>
                </a:cubicBezTo>
                <a:cubicBezTo>
                  <a:pt x="2014537" y="1544316"/>
                  <a:pt x="1980715" y="1562481"/>
                  <a:pt x="1948300" y="1530066"/>
                </a:cubicBezTo>
                <a:close/>
                <a:moveTo>
                  <a:pt x="2159793" y="1513712"/>
                </a:moveTo>
                <a:cubicBezTo>
                  <a:pt x="2122795" y="1492162"/>
                  <a:pt x="2152415" y="1436809"/>
                  <a:pt x="2190141" y="1456999"/>
                </a:cubicBezTo>
                <a:cubicBezTo>
                  <a:pt x="2211986" y="1468690"/>
                  <a:pt x="2215889" y="1495050"/>
                  <a:pt x="2198370" y="1512570"/>
                </a:cubicBezTo>
                <a:cubicBezTo>
                  <a:pt x="2184721" y="1526218"/>
                  <a:pt x="2181432" y="1526315"/>
                  <a:pt x="2159793" y="1513712"/>
                </a:cubicBezTo>
                <a:close/>
                <a:moveTo>
                  <a:pt x="1087190" y="1473228"/>
                </a:moveTo>
                <a:cubicBezTo>
                  <a:pt x="1071006" y="1453726"/>
                  <a:pt x="1084284" y="1427173"/>
                  <a:pt x="1108493" y="1430627"/>
                </a:cubicBezTo>
                <a:cubicBezTo>
                  <a:pt x="1122907" y="1432684"/>
                  <a:pt x="1128712" y="1440312"/>
                  <a:pt x="1128712" y="1457194"/>
                </a:cubicBezTo>
                <a:cubicBezTo>
                  <a:pt x="1128712" y="1484367"/>
                  <a:pt x="1104268" y="1493806"/>
                  <a:pt x="1087190" y="1473228"/>
                </a:cubicBezTo>
                <a:close/>
                <a:moveTo>
                  <a:pt x="639722" y="1468008"/>
                </a:moveTo>
                <a:cubicBezTo>
                  <a:pt x="621175" y="1456251"/>
                  <a:pt x="629890" y="1415329"/>
                  <a:pt x="651832" y="1411142"/>
                </a:cubicBezTo>
                <a:cubicBezTo>
                  <a:pt x="677106" y="1406320"/>
                  <a:pt x="697506" y="1435450"/>
                  <a:pt x="685095" y="1458640"/>
                </a:cubicBezTo>
                <a:cubicBezTo>
                  <a:pt x="674864" y="1477758"/>
                  <a:pt x="659960" y="1480835"/>
                  <a:pt x="639722" y="1468008"/>
                </a:cubicBezTo>
                <a:close/>
                <a:moveTo>
                  <a:pt x="1527444" y="1462087"/>
                </a:moveTo>
                <a:cubicBezTo>
                  <a:pt x="1519085" y="1440303"/>
                  <a:pt x="1530795" y="1419225"/>
                  <a:pt x="1551256" y="1419225"/>
                </a:cubicBezTo>
                <a:cubicBezTo>
                  <a:pt x="1573785" y="1419225"/>
                  <a:pt x="1585352" y="1445546"/>
                  <a:pt x="1570623" y="1463294"/>
                </a:cubicBezTo>
                <a:cubicBezTo>
                  <a:pt x="1556292" y="1480561"/>
                  <a:pt x="1534297" y="1479947"/>
                  <a:pt x="1527444" y="1462087"/>
                </a:cubicBezTo>
                <a:close/>
                <a:moveTo>
                  <a:pt x="2324100" y="1457325"/>
                </a:moveTo>
                <a:cubicBezTo>
                  <a:pt x="2299203" y="1432428"/>
                  <a:pt x="2300067" y="1417701"/>
                  <a:pt x="2327963" y="1391494"/>
                </a:cubicBezTo>
                <a:cubicBezTo>
                  <a:pt x="2370368" y="1351657"/>
                  <a:pt x="2424953" y="1414295"/>
                  <a:pt x="2385665" y="1457708"/>
                </a:cubicBezTo>
                <a:cubicBezTo>
                  <a:pt x="2364222" y="1481402"/>
                  <a:pt x="2348076" y="1481301"/>
                  <a:pt x="2324100" y="1457325"/>
                </a:cubicBezTo>
                <a:close/>
                <a:moveTo>
                  <a:pt x="838200" y="1428750"/>
                </a:moveTo>
                <a:cubicBezTo>
                  <a:pt x="827722" y="1418272"/>
                  <a:pt x="819150" y="1403270"/>
                  <a:pt x="819150" y="1395412"/>
                </a:cubicBezTo>
                <a:cubicBezTo>
                  <a:pt x="819150" y="1374992"/>
                  <a:pt x="853889" y="1343025"/>
                  <a:pt x="876080" y="1343025"/>
                </a:cubicBezTo>
                <a:cubicBezTo>
                  <a:pt x="921329" y="1343025"/>
                  <a:pt x="933379" y="1425298"/>
                  <a:pt x="890538" y="1441738"/>
                </a:cubicBezTo>
                <a:cubicBezTo>
                  <a:pt x="866120" y="1451108"/>
                  <a:pt x="858722" y="1449272"/>
                  <a:pt x="838200" y="1428750"/>
                </a:cubicBezTo>
                <a:close/>
                <a:moveTo>
                  <a:pt x="1216025" y="1431924"/>
                </a:moveTo>
                <a:cubicBezTo>
                  <a:pt x="1205918" y="1421818"/>
                  <a:pt x="1208672" y="1373343"/>
                  <a:pt x="1219741" y="1366502"/>
                </a:cubicBezTo>
                <a:cubicBezTo>
                  <a:pt x="1240259" y="1353821"/>
                  <a:pt x="1276350" y="1371154"/>
                  <a:pt x="1276350" y="1393688"/>
                </a:cubicBezTo>
                <a:cubicBezTo>
                  <a:pt x="1276350" y="1428269"/>
                  <a:pt x="1237190" y="1453090"/>
                  <a:pt x="1216025" y="1431924"/>
                </a:cubicBezTo>
                <a:close/>
                <a:moveTo>
                  <a:pt x="1373981" y="1431966"/>
                </a:moveTo>
                <a:cubicBezTo>
                  <a:pt x="1355429" y="1424481"/>
                  <a:pt x="1359915" y="1382951"/>
                  <a:pt x="1380463" y="1371954"/>
                </a:cubicBezTo>
                <a:cubicBezTo>
                  <a:pt x="1394343" y="1364525"/>
                  <a:pt x="1402516" y="1365777"/>
                  <a:pt x="1413801" y="1377061"/>
                </a:cubicBezTo>
                <a:cubicBezTo>
                  <a:pt x="1446351" y="1409612"/>
                  <a:pt x="1417425" y="1449496"/>
                  <a:pt x="1373981" y="1431966"/>
                </a:cubicBezTo>
                <a:close/>
                <a:moveTo>
                  <a:pt x="1687830" y="1417320"/>
                </a:moveTo>
                <a:cubicBezTo>
                  <a:pt x="1661131" y="1390621"/>
                  <a:pt x="1687103" y="1345594"/>
                  <a:pt x="1722687" y="1356888"/>
                </a:cubicBezTo>
                <a:cubicBezTo>
                  <a:pt x="1746693" y="1364507"/>
                  <a:pt x="1755156" y="1387125"/>
                  <a:pt x="1742705" y="1410390"/>
                </a:cubicBezTo>
                <a:cubicBezTo>
                  <a:pt x="1731622" y="1431098"/>
                  <a:pt x="1704973" y="1434463"/>
                  <a:pt x="1687830" y="1417320"/>
                </a:cubicBezTo>
                <a:close/>
                <a:moveTo>
                  <a:pt x="1858819" y="1382020"/>
                </a:moveTo>
                <a:cubicBezTo>
                  <a:pt x="1841502" y="1371314"/>
                  <a:pt x="1848772" y="1339262"/>
                  <a:pt x="1869419" y="1335286"/>
                </a:cubicBezTo>
                <a:cubicBezTo>
                  <a:pt x="1878542" y="1333529"/>
                  <a:pt x="1888723" y="1339170"/>
                  <a:pt x="1892043" y="1347822"/>
                </a:cubicBezTo>
                <a:cubicBezTo>
                  <a:pt x="1899837" y="1368132"/>
                  <a:pt x="1876016" y="1392652"/>
                  <a:pt x="1858819" y="1382020"/>
                </a:cubicBezTo>
                <a:close/>
                <a:moveTo>
                  <a:pt x="2057779" y="1376820"/>
                </a:moveTo>
                <a:cubicBezTo>
                  <a:pt x="2039518" y="1354817"/>
                  <a:pt x="2049645" y="1328737"/>
                  <a:pt x="2076450" y="1328737"/>
                </a:cubicBezTo>
                <a:cubicBezTo>
                  <a:pt x="2091546" y="1328737"/>
                  <a:pt x="2101185" y="1334885"/>
                  <a:pt x="2103299" y="1345863"/>
                </a:cubicBezTo>
                <a:cubicBezTo>
                  <a:pt x="2106597" y="1362989"/>
                  <a:pt x="2090014" y="1390650"/>
                  <a:pt x="2076450" y="1390650"/>
                </a:cubicBezTo>
                <a:cubicBezTo>
                  <a:pt x="2072494" y="1390650"/>
                  <a:pt x="2064092" y="1384426"/>
                  <a:pt x="2057779" y="1376820"/>
                </a:cubicBezTo>
                <a:close/>
                <a:moveTo>
                  <a:pt x="547684" y="1333481"/>
                </a:moveTo>
                <a:cubicBezTo>
                  <a:pt x="540127" y="1288750"/>
                  <a:pt x="546173" y="1277279"/>
                  <a:pt x="569575" y="1291947"/>
                </a:cubicBezTo>
                <a:cubicBezTo>
                  <a:pt x="592846" y="1306532"/>
                  <a:pt x="594386" y="1336600"/>
                  <a:pt x="572861" y="1356080"/>
                </a:cubicBezTo>
                <a:cubicBezTo>
                  <a:pt x="554844" y="1372385"/>
                  <a:pt x="554152" y="1371764"/>
                  <a:pt x="547684" y="1333481"/>
                </a:cubicBezTo>
                <a:close/>
                <a:moveTo>
                  <a:pt x="984743" y="1357895"/>
                </a:moveTo>
                <a:cubicBezTo>
                  <a:pt x="977210" y="1338264"/>
                  <a:pt x="997479" y="1314032"/>
                  <a:pt x="1015612" y="1320990"/>
                </a:cubicBezTo>
                <a:cubicBezTo>
                  <a:pt x="1034618" y="1328284"/>
                  <a:pt x="1028180" y="1365834"/>
                  <a:pt x="1007239" y="1369825"/>
                </a:cubicBezTo>
                <a:cubicBezTo>
                  <a:pt x="998056" y="1371575"/>
                  <a:pt x="987932" y="1366207"/>
                  <a:pt x="984743" y="1357895"/>
                </a:cubicBezTo>
                <a:close/>
                <a:moveTo>
                  <a:pt x="2213500" y="1310355"/>
                </a:moveTo>
                <a:cubicBezTo>
                  <a:pt x="2204017" y="1285641"/>
                  <a:pt x="2217309" y="1265214"/>
                  <a:pt x="2240713" y="1268538"/>
                </a:cubicBezTo>
                <a:cubicBezTo>
                  <a:pt x="2256455" y="1270773"/>
                  <a:pt x="2262187" y="1277943"/>
                  <a:pt x="2262187" y="1295400"/>
                </a:cubicBezTo>
                <a:cubicBezTo>
                  <a:pt x="2262187" y="1323516"/>
                  <a:pt x="2223152" y="1335507"/>
                  <a:pt x="2213500" y="1310355"/>
                </a:cubicBezTo>
                <a:close/>
                <a:moveTo>
                  <a:pt x="1127394" y="1300162"/>
                </a:moveTo>
                <a:cubicBezTo>
                  <a:pt x="1119848" y="1280498"/>
                  <a:pt x="1130079" y="1257300"/>
                  <a:pt x="1146297" y="1257300"/>
                </a:cubicBezTo>
                <a:cubicBezTo>
                  <a:pt x="1165794" y="1257300"/>
                  <a:pt x="1182382" y="1280975"/>
                  <a:pt x="1175482" y="1298955"/>
                </a:cubicBezTo>
                <a:cubicBezTo>
                  <a:pt x="1168015" y="1318414"/>
                  <a:pt x="1134719" y="1319250"/>
                  <a:pt x="1127394" y="1300162"/>
                </a:cubicBezTo>
                <a:close/>
                <a:moveTo>
                  <a:pt x="695425" y="1290758"/>
                </a:moveTo>
                <a:cubicBezTo>
                  <a:pt x="679896" y="1272047"/>
                  <a:pt x="689979" y="1247775"/>
                  <a:pt x="713282" y="1247775"/>
                </a:cubicBezTo>
                <a:cubicBezTo>
                  <a:pt x="735526" y="1247775"/>
                  <a:pt x="743575" y="1265367"/>
                  <a:pt x="731802" y="1288256"/>
                </a:cubicBezTo>
                <a:cubicBezTo>
                  <a:pt x="721314" y="1308649"/>
                  <a:pt x="710869" y="1309367"/>
                  <a:pt x="695425" y="1290758"/>
                </a:cubicBezTo>
                <a:close/>
                <a:moveTo>
                  <a:pt x="1537411" y="1271587"/>
                </a:moveTo>
                <a:cubicBezTo>
                  <a:pt x="1522958" y="1249528"/>
                  <a:pt x="1522958" y="1246021"/>
                  <a:pt x="1537411" y="1223962"/>
                </a:cubicBezTo>
                <a:cubicBezTo>
                  <a:pt x="1563408" y="1184286"/>
                  <a:pt x="1619250" y="1199463"/>
                  <a:pt x="1619250" y="1246205"/>
                </a:cubicBezTo>
                <a:cubicBezTo>
                  <a:pt x="1619250" y="1297849"/>
                  <a:pt x="1565534" y="1314508"/>
                  <a:pt x="1537411" y="1271587"/>
                </a:cubicBezTo>
                <a:close/>
                <a:moveTo>
                  <a:pt x="825779" y="1263491"/>
                </a:moveTo>
                <a:cubicBezTo>
                  <a:pt x="817831" y="1242780"/>
                  <a:pt x="841895" y="1214925"/>
                  <a:pt x="861303" y="1222372"/>
                </a:cubicBezTo>
                <a:cubicBezTo>
                  <a:pt x="884660" y="1231335"/>
                  <a:pt x="877098" y="1270794"/>
                  <a:pt x="851318" y="1274472"/>
                </a:cubicBezTo>
                <a:cubicBezTo>
                  <a:pt x="840198" y="1276059"/>
                  <a:pt x="828705" y="1271117"/>
                  <a:pt x="825779" y="1263491"/>
                </a:cubicBezTo>
                <a:close/>
                <a:moveTo>
                  <a:pt x="1250973" y="1261422"/>
                </a:moveTo>
                <a:cubicBezTo>
                  <a:pt x="1247823" y="1253211"/>
                  <a:pt x="1249919" y="1241820"/>
                  <a:pt x="1255631" y="1236108"/>
                </a:cubicBezTo>
                <a:cubicBezTo>
                  <a:pt x="1269384" y="1222355"/>
                  <a:pt x="1296315" y="1243831"/>
                  <a:pt x="1289052" y="1262758"/>
                </a:cubicBezTo>
                <a:cubicBezTo>
                  <a:pt x="1282084" y="1280916"/>
                  <a:pt x="1258131" y="1280075"/>
                  <a:pt x="1250973" y="1261422"/>
                </a:cubicBezTo>
                <a:close/>
                <a:moveTo>
                  <a:pt x="1391990" y="1263678"/>
                </a:moveTo>
                <a:cubicBezTo>
                  <a:pt x="1375806" y="1244176"/>
                  <a:pt x="1389084" y="1217623"/>
                  <a:pt x="1413293" y="1221077"/>
                </a:cubicBezTo>
                <a:cubicBezTo>
                  <a:pt x="1427707" y="1223134"/>
                  <a:pt x="1433512" y="1230762"/>
                  <a:pt x="1433512" y="1247644"/>
                </a:cubicBezTo>
                <a:cubicBezTo>
                  <a:pt x="1433512" y="1274817"/>
                  <a:pt x="1409068" y="1284256"/>
                  <a:pt x="1391990" y="1263678"/>
                </a:cubicBezTo>
                <a:close/>
                <a:moveTo>
                  <a:pt x="1933677" y="1262186"/>
                </a:moveTo>
                <a:cubicBezTo>
                  <a:pt x="1919096" y="1244616"/>
                  <a:pt x="1928181" y="1204257"/>
                  <a:pt x="1948470" y="1196472"/>
                </a:cubicBezTo>
                <a:cubicBezTo>
                  <a:pt x="1971237" y="1187735"/>
                  <a:pt x="2000250" y="1207596"/>
                  <a:pt x="2000250" y="1231917"/>
                </a:cubicBezTo>
                <a:cubicBezTo>
                  <a:pt x="2000250" y="1272272"/>
                  <a:pt x="1957993" y="1291485"/>
                  <a:pt x="1933677" y="1262186"/>
                </a:cubicBezTo>
                <a:close/>
                <a:moveTo>
                  <a:pt x="1753940" y="1235103"/>
                </a:moveTo>
                <a:cubicBezTo>
                  <a:pt x="1737756" y="1215601"/>
                  <a:pt x="1751034" y="1189048"/>
                  <a:pt x="1775243" y="1192502"/>
                </a:cubicBezTo>
                <a:cubicBezTo>
                  <a:pt x="1789657" y="1194559"/>
                  <a:pt x="1795462" y="1202187"/>
                  <a:pt x="1795462" y="1219069"/>
                </a:cubicBezTo>
                <a:cubicBezTo>
                  <a:pt x="1795462" y="1246242"/>
                  <a:pt x="1771018" y="1255681"/>
                  <a:pt x="1753940" y="1235103"/>
                </a:cubicBezTo>
                <a:close/>
                <a:moveTo>
                  <a:pt x="1013955" y="1205551"/>
                </a:moveTo>
                <a:cubicBezTo>
                  <a:pt x="996675" y="1179179"/>
                  <a:pt x="1008514" y="1143000"/>
                  <a:pt x="1034423" y="1143000"/>
                </a:cubicBezTo>
                <a:cubicBezTo>
                  <a:pt x="1079511" y="1143000"/>
                  <a:pt x="1100637" y="1184001"/>
                  <a:pt x="1070882" y="1213757"/>
                </a:cubicBezTo>
                <a:cubicBezTo>
                  <a:pt x="1049673" y="1234965"/>
                  <a:pt x="1031512" y="1232347"/>
                  <a:pt x="1013955" y="1205551"/>
                </a:cubicBezTo>
                <a:close/>
                <a:moveTo>
                  <a:pt x="609813" y="1195644"/>
                </a:moveTo>
                <a:cubicBezTo>
                  <a:pt x="591651" y="1173761"/>
                  <a:pt x="601950" y="1147762"/>
                  <a:pt x="628780" y="1147762"/>
                </a:cubicBezTo>
                <a:cubicBezTo>
                  <a:pt x="645868" y="1147762"/>
                  <a:pt x="653286" y="1153550"/>
                  <a:pt x="655421" y="1168549"/>
                </a:cubicBezTo>
                <a:cubicBezTo>
                  <a:pt x="659313" y="1195886"/>
                  <a:pt x="626294" y="1215502"/>
                  <a:pt x="609813" y="1195644"/>
                </a:cubicBezTo>
                <a:close/>
                <a:moveTo>
                  <a:pt x="2113905" y="1179895"/>
                </a:moveTo>
                <a:cubicBezTo>
                  <a:pt x="2097009" y="1148324"/>
                  <a:pt x="2117061" y="1112317"/>
                  <a:pt x="2149388" y="1116181"/>
                </a:cubicBezTo>
                <a:cubicBezTo>
                  <a:pt x="2183914" y="1120307"/>
                  <a:pt x="2197577" y="1144251"/>
                  <a:pt x="2183295" y="1175597"/>
                </a:cubicBezTo>
                <a:cubicBezTo>
                  <a:pt x="2169122" y="1206703"/>
                  <a:pt x="2129563" y="1209153"/>
                  <a:pt x="2113905" y="1179895"/>
                </a:cubicBezTo>
                <a:close/>
                <a:moveTo>
                  <a:pt x="2327757" y="1186418"/>
                </a:moveTo>
                <a:cubicBezTo>
                  <a:pt x="2324859" y="1178866"/>
                  <a:pt x="2323981" y="1164936"/>
                  <a:pt x="2325806" y="1155462"/>
                </a:cubicBezTo>
                <a:cubicBezTo>
                  <a:pt x="2330316" y="1132040"/>
                  <a:pt x="2375017" y="1131958"/>
                  <a:pt x="2379524" y="1155363"/>
                </a:cubicBezTo>
                <a:cubicBezTo>
                  <a:pt x="2386076" y="1189383"/>
                  <a:pt x="2339595" y="1217267"/>
                  <a:pt x="2327757" y="1186418"/>
                </a:cubicBezTo>
                <a:close/>
                <a:moveTo>
                  <a:pt x="896809" y="1150174"/>
                </a:moveTo>
                <a:cubicBezTo>
                  <a:pt x="881241" y="1134606"/>
                  <a:pt x="883192" y="1105312"/>
                  <a:pt x="900233" y="1098772"/>
                </a:cubicBezTo>
                <a:cubicBezTo>
                  <a:pt x="917026" y="1092328"/>
                  <a:pt x="942975" y="1111009"/>
                  <a:pt x="942975" y="1129543"/>
                </a:cubicBezTo>
                <a:cubicBezTo>
                  <a:pt x="942975" y="1148861"/>
                  <a:pt x="910160" y="1163525"/>
                  <a:pt x="896809" y="1150174"/>
                </a:cubicBezTo>
                <a:close/>
                <a:moveTo>
                  <a:pt x="1276852" y="1138842"/>
                </a:moveTo>
                <a:cubicBezTo>
                  <a:pt x="1270007" y="1130595"/>
                  <a:pt x="1267207" y="1114199"/>
                  <a:pt x="1270441" y="1101311"/>
                </a:cubicBezTo>
                <a:cubicBezTo>
                  <a:pt x="1283175" y="1050576"/>
                  <a:pt x="1346283" y="1064959"/>
                  <a:pt x="1341200" y="1117439"/>
                </a:cubicBezTo>
                <a:cubicBezTo>
                  <a:pt x="1337829" y="1152229"/>
                  <a:pt x="1298750" y="1165228"/>
                  <a:pt x="1276852" y="1138842"/>
                </a:cubicBezTo>
                <a:close/>
                <a:moveTo>
                  <a:pt x="1466950" y="1138358"/>
                </a:moveTo>
                <a:cubicBezTo>
                  <a:pt x="1451421" y="1119647"/>
                  <a:pt x="1461504" y="1095375"/>
                  <a:pt x="1484807" y="1095375"/>
                </a:cubicBezTo>
                <a:cubicBezTo>
                  <a:pt x="1507051" y="1095375"/>
                  <a:pt x="1515100" y="1112967"/>
                  <a:pt x="1503327" y="1135856"/>
                </a:cubicBezTo>
                <a:cubicBezTo>
                  <a:pt x="1492839" y="1156249"/>
                  <a:pt x="1482394" y="1156967"/>
                  <a:pt x="1466950" y="1138358"/>
                </a:cubicBezTo>
                <a:close/>
                <a:moveTo>
                  <a:pt x="1640324" y="1131689"/>
                </a:moveTo>
                <a:cubicBezTo>
                  <a:pt x="1624695" y="1116060"/>
                  <a:pt x="1625801" y="1100175"/>
                  <a:pt x="1643540" y="1085453"/>
                </a:cubicBezTo>
                <a:cubicBezTo>
                  <a:pt x="1664661" y="1067924"/>
                  <a:pt x="1695201" y="1097589"/>
                  <a:pt x="1680320" y="1121180"/>
                </a:cubicBezTo>
                <a:cubicBezTo>
                  <a:pt x="1666942" y="1142389"/>
                  <a:pt x="1654336" y="1145701"/>
                  <a:pt x="1640324" y="1131689"/>
                </a:cubicBezTo>
                <a:close/>
                <a:moveTo>
                  <a:pt x="1182571" y="1119781"/>
                </a:moveTo>
                <a:cubicBezTo>
                  <a:pt x="1184381" y="1111043"/>
                  <a:pt x="1190148" y="1104120"/>
                  <a:pt x="1195387" y="1104396"/>
                </a:cubicBezTo>
                <a:cubicBezTo>
                  <a:pt x="1209525" y="1105143"/>
                  <a:pt x="1206928" y="1126453"/>
                  <a:pt x="1192096" y="1131396"/>
                </a:cubicBezTo>
                <a:cubicBezTo>
                  <a:pt x="1184084" y="1134067"/>
                  <a:pt x="1180514" y="1129713"/>
                  <a:pt x="1182571" y="1119781"/>
                </a:cubicBezTo>
                <a:close/>
                <a:moveTo>
                  <a:pt x="731043" y="1113856"/>
                </a:moveTo>
                <a:cubicBezTo>
                  <a:pt x="710321" y="1101544"/>
                  <a:pt x="709401" y="1063608"/>
                  <a:pt x="729342" y="1043667"/>
                </a:cubicBezTo>
                <a:cubicBezTo>
                  <a:pt x="748567" y="1024443"/>
                  <a:pt x="755103" y="1024824"/>
                  <a:pt x="782184" y="1046753"/>
                </a:cubicBezTo>
                <a:cubicBezTo>
                  <a:pt x="825349" y="1081706"/>
                  <a:pt x="779091" y="1142403"/>
                  <a:pt x="731043" y="1113856"/>
                </a:cubicBezTo>
                <a:close/>
                <a:moveTo>
                  <a:pt x="1914625" y="1109783"/>
                </a:moveTo>
                <a:cubicBezTo>
                  <a:pt x="1899096" y="1091072"/>
                  <a:pt x="1909179" y="1066800"/>
                  <a:pt x="1932482" y="1066800"/>
                </a:cubicBezTo>
                <a:cubicBezTo>
                  <a:pt x="1954726" y="1066800"/>
                  <a:pt x="1962775" y="1084392"/>
                  <a:pt x="1951002" y="1107281"/>
                </a:cubicBezTo>
                <a:cubicBezTo>
                  <a:pt x="1940514" y="1127674"/>
                  <a:pt x="1930069" y="1128392"/>
                  <a:pt x="1914625" y="1109783"/>
                </a:cubicBezTo>
                <a:close/>
                <a:moveTo>
                  <a:pt x="1769268" y="1056512"/>
                </a:moveTo>
                <a:cubicBezTo>
                  <a:pt x="1748434" y="1044376"/>
                  <a:pt x="1747310" y="997322"/>
                  <a:pt x="1767456" y="980602"/>
                </a:cubicBezTo>
                <a:cubicBezTo>
                  <a:pt x="1790553" y="961433"/>
                  <a:pt x="1832848" y="980070"/>
                  <a:pt x="1836460" y="1011009"/>
                </a:cubicBezTo>
                <a:cubicBezTo>
                  <a:pt x="1841365" y="1053011"/>
                  <a:pt x="1805249" y="1077468"/>
                  <a:pt x="1769268" y="1056512"/>
                </a:cubicBezTo>
                <a:close/>
                <a:moveTo>
                  <a:pt x="2245054" y="1060779"/>
                </a:moveTo>
                <a:cubicBezTo>
                  <a:pt x="2233795" y="1049520"/>
                  <a:pt x="2237634" y="1021497"/>
                  <a:pt x="2251145" y="1016312"/>
                </a:cubicBezTo>
                <a:cubicBezTo>
                  <a:pt x="2270343" y="1008945"/>
                  <a:pt x="2288320" y="1023902"/>
                  <a:pt x="2284446" y="1044019"/>
                </a:cubicBezTo>
                <a:cubicBezTo>
                  <a:pt x="2280913" y="1062365"/>
                  <a:pt x="2256870" y="1072595"/>
                  <a:pt x="2245054" y="1060779"/>
                </a:cubicBezTo>
                <a:close/>
                <a:moveTo>
                  <a:pt x="1100817" y="1032782"/>
                </a:moveTo>
                <a:cubicBezTo>
                  <a:pt x="1074442" y="1006407"/>
                  <a:pt x="1085409" y="962025"/>
                  <a:pt x="1118301" y="962025"/>
                </a:cubicBezTo>
                <a:cubicBezTo>
                  <a:pt x="1143381" y="962025"/>
                  <a:pt x="1162050" y="978805"/>
                  <a:pt x="1162050" y="1001349"/>
                </a:cubicBezTo>
                <a:cubicBezTo>
                  <a:pt x="1162050" y="1018533"/>
                  <a:pt x="1138060" y="1047750"/>
                  <a:pt x="1123950" y="1047750"/>
                </a:cubicBezTo>
                <a:cubicBezTo>
                  <a:pt x="1119459" y="1047750"/>
                  <a:pt x="1109050" y="1041014"/>
                  <a:pt x="1100817" y="1032782"/>
                </a:cubicBezTo>
                <a:close/>
                <a:moveTo>
                  <a:pt x="2067304" y="1024395"/>
                </a:moveTo>
                <a:cubicBezTo>
                  <a:pt x="2049043" y="1002392"/>
                  <a:pt x="2059170" y="976312"/>
                  <a:pt x="2085975" y="976312"/>
                </a:cubicBezTo>
                <a:cubicBezTo>
                  <a:pt x="2101071" y="976312"/>
                  <a:pt x="2110710" y="982460"/>
                  <a:pt x="2112824" y="993438"/>
                </a:cubicBezTo>
                <a:cubicBezTo>
                  <a:pt x="2116122" y="1010564"/>
                  <a:pt x="2099539" y="1038225"/>
                  <a:pt x="2085975" y="1038225"/>
                </a:cubicBezTo>
                <a:cubicBezTo>
                  <a:pt x="2082019" y="1038225"/>
                  <a:pt x="2073617" y="1032001"/>
                  <a:pt x="2067304" y="1024395"/>
                </a:cubicBezTo>
                <a:close/>
                <a:moveTo>
                  <a:pt x="1367699" y="1003700"/>
                </a:moveTo>
                <a:cubicBezTo>
                  <a:pt x="1359620" y="982646"/>
                  <a:pt x="1384082" y="957466"/>
                  <a:pt x="1404866" y="965442"/>
                </a:cubicBezTo>
                <a:cubicBezTo>
                  <a:pt x="1414535" y="969152"/>
                  <a:pt x="1419390" y="979709"/>
                  <a:pt x="1417511" y="992938"/>
                </a:cubicBezTo>
                <a:cubicBezTo>
                  <a:pt x="1413713" y="1019685"/>
                  <a:pt x="1376887" y="1027641"/>
                  <a:pt x="1367699" y="1003700"/>
                </a:cubicBezTo>
                <a:close/>
                <a:moveTo>
                  <a:pt x="902101" y="1003701"/>
                </a:moveTo>
                <a:cubicBezTo>
                  <a:pt x="889186" y="990786"/>
                  <a:pt x="895463" y="962634"/>
                  <a:pt x="913399" y="953035"/>
                </a:cubicBezTo>
                <a:cubicBezTo>
                  <a:pt x="935008" y="941470"/>
                  <a:pt x="955930" y="960892"/>
                  <a:pt x="950807" y="987761"/>
                </a:cubicBezTo>
                <a:cubicBezTo>
                  <a:pt x="947488" y="1005174"/>
                  <a:pt x="914402" y="1016002"/>
                  <a:pt x="902101" y="1003701"/>
                </a:cubicBezTo>
                <a:close/>
                <a:moveTo>
                  <a:pt x="1548492" y="994682"/>
                </a:moveTo>
                <a:cubicBezTo>
                  <a:pt x="1530041" y="976230"/>
                  <a:pt x="1529593" y="961517"/>
                  <a:pt x="1546769" y="938028"/>
                </a:cubicBezTo>
                <a:cubicBezTo>
                  <a:pt x="1565031" y="913053"/>
                  <a:pt x="1609725" y="931972"/>
                  <a:pt x="1609725" y="964678"/>
                </a:cubicBezTo>
                <a:cubicBezTo>
                  <a:pt x="1609725" y="1005810"/>
                  <a:pt x="1576098" y="1022287"/>
                  <a:pt x="1548492" y="994682"/>
                </a:cubicBezTo>
                <a:close/>
                <a:moveTo>
                  <a:pt x="2383695" y="997743"/>
                </a:moveTo>
                <a:cubicBezTo>
                  <a:pt x="2358070" y="965329"/>
                  <a:pt x="2367571" y="923925"/>
                  <a:pt x="2400635" y="923925"/>
                </a:cubicBezTo>
                <a:cubicBezTo>
                  <a:pt x="2416465" y="923925"/>
                  <a:pt x="2419350" y="930530"/>
                  <a:pt x="2419350" y="966787"/>
                </a:cubicBezTo>
                <a:cubicBezTo>
                  <a:pt x="2419350" y="1010491"/>
                  <a:pt x="2404182" y="1023659"/>
                  <a:pt x="2383695" y="997743"/>
                </a:cubicBezTo>
                <a:close/>
                <a:moveTo>
                  <a:pt x="542925" y="952500"/>
                </a:moveTo>
                <a:cubicBezTo>
                  <a:pt x="542925" y="899892"/>
                  <a:pt x="553464" y="892556"/>
                  <a:pt x="577138" y="928687"/>
                </a:cubicBezTo>
                <a:cubicBezTo>
                  <a:pt x="591591" y="950746"/>
                  <a:pt x="591591" y="954253"/>
                  <a:pt x="577138" y="976312"/>
                </a:cubicBezTo>
                <a:cubicBezTo>
                  <a:pt x="553464" y="1012443"/>
                  <a:pt x="542925" y="1005107"/>
                  <a:pt x="542925" y="952500"/>
                </a:cubicBezTo>
                <a:close/>
                <a:moveTo>
                  <a:pt x="1244600" y="946150"/>
                </a:moveTo>
                <a:cubicBezTo>
                  <a:pt x="1233694" y="935244"/>
                  <a:pt x="1237661" y="897142"/>
                  <a:pt x="1250156" y="892784"/>
                </a:cubicBezTo>
                <a:cubicBezTo>
                  <a:pt x="1282937" y="881349"/>
                  <a:pt x="1303208" y="934285"/>
                  <a:pt x="1270808" y="946718"/>
                </a:cubicBezTo>
                <a:cubicBezTo>
                  <a:pt x="1252152" y="953877"/>
                  <a:pt x="1252331" y="953881"/>
                  <a:pt x="1244600" y="946150"/>
                </a:cubicBezTo>
                <a:close/>
                <a:moveTo>
                  <a:pt x="692073" y="929191"/>
                </a:moveTo>
                <a:cubicBezTo>
                  <a:pt x="682923" y="905346"/>
                  <a:pt x="695901" y="884554"/>
                  <a:pt x="717968" y="887702"/>
                </a:cubicBezTo>
                <a:cubicBezTo>
                  <a:pt x="732416" y="889764"/>
                  <a:pt x="738187" y="897384"/>
                  <a:pt x="738187" y="914400"/>
                </a:cubicBezTo>
                <a:cubicBezTo>
                  <a:pt x="738187" y="942152"/>
                  <a:pt x="701556" y="953902"/>
                  <a:pt x="692073" y="929191"/>
                </a:cubicBezTo>
                <a:close/>
                <a:moveTo>
                  <a:pt x="1956282" y="929243"/>
                </a:moveTo>
                <a:cubicBezTo>
                  <a:pt x="1946137" y="902804"/>
                  <a:pt x="1956971" y="881062"/>
                  <a:pt x="1980292" y="881062"/>
                </a:cubicBezTo>
                <a:cubicBezTo>
                  <a:pt x="2010338" y="881062"/>
                  <a:pt x="2027358" y="907500"/>
                  <a:pt x="2010437" y="927889"/>
                </a:cubicBezTo>
                <a:cubicBezTo>
                  <a:pt x="1994800" y="946730"/>
                  <a:pt x="1963295" y="947518"/>
                  <a:pt x="1956282" y="929243"/>
                </a:cubicBezTo>
                <a:close/>
                <a:moveTo>
                  <a:pt x="2177142" y="899432"/>
                </a:moveTo>
                <a:cubicBezTo>
                  <a:pt x="2139986" y="862275"/>
                  <a:pt x="2183237" y="794739"/>
                  <a:pt x="2228631" y="819033"/>
                </a:cubicBezTo>
                <a:cubicBezTo>
                  <a:pt x="2260865" y="836284"/>
                  <a:pt x="2270502" y="864696"/>
                  <a:pt x="2253119" y="891226"/>
                </a:cubicBezTo>
                <a:cubicBezTo>
                  <a:pt x="2235590" y="917979"/>
                  <a:pt x="2199579" y="921869"/>
                  <a:pt x="2177142" y="899432"/>
                </a:cubicBezTo>
                <a:close/>
                <a:moveTo>
                  <a:pt x="993798" y="889947"/>
                </a:moveTo>
                <a:cubicBezTo>
                  <a:pt x="985860" y="869259"/>
                  <a:pt x="1006014" y="849804"/>
                  <a:pt x="1020439" y="864229"/>
                </a:cubicBezTo>
                <a:cubicBezTo>
                  <a:pt x="1032632" y="876422"/>
                  <a:pt x="1025078" y="904875"/>
                  <a:pt x="1009650" y="904875"/>
                </a:cubicBezTo>
                <a:cubicBezTo>
                  <a:pt x="1004082" y="904875"/>
                  <a:pt x="996949" y="898157"/>
                  <a:pt x="993798" y="889947"/>
                </a:cubicBezTo>
                <a:close/>
                <a:moveTo>
                  <a:pt x="825768" y="868825"/>
                </a:moveTo>
                <a:cubicBezTo>
                  <a:pt x="804667" y="845509"/>
                  <a:pt x="805354" y="825967"/>
                  <a:pt x="827992" y="805480"/>
                </a:cubicBezTo>
                <a:cubicBezTo>
                  <a:pt x="852113" y="783651"/>
                  <a:pt x="883894" y="793855"/>
                  <a:pt x="891967" y="826021"/>
                </a:cubicBezTo>
                <a:cubicBezTo>
                  <a:pt x="903984" y="873898"/>
                  <a:pt x="857537" y="903930"/>
                  <a:pt x="825768" y="868825"/>
                </a:cubicBezTo>
                <a:close/>
                <a:moveTo>
                  <a:pt x="1386567" y="870857"/>
                </a:moveTo>
                <a:cubicBezTo>
                  <a:pt x="1367118" y="851408"/>
                  <a:pt x="1367632" y="835128"/>
                  <a:pt x="1388268" y="816918"/>
                </a:cubicBezTo>
                <a:cubicBezTo>
                  <a:pt x="1411488" y="796429"/>
                  <a:pt x="1447800" y="810966"/>
                  <a:pt x="1447800" y="840750"/>
                </a:cubicBezTo>
                <a:cubicBezTo>
                  <a:pt x="1447800" y="881977"/>
                  <a:pt x="1414205" y="898495"/>
                  <a:pt x="1386567" y="870857"/>
                </a:cubicBezTo>
                <a:close/>
                <a:moveTo>
                  <a:pt x="1647501" y="871147"/>
                </a:moveTo>
                <a:cubicBezTo>
                  <a:pt x="1631416" y="851765"/>
                  <a:pt x="1646260" y="823912"/>
                  <a:pt x="1672675" y="823912"/>
                </a:cubicBezTo>
                <a:cubicBezTo>
                  <a:pt x="1686320" y="823912"/>
                  <a:pt x="1690687" y="830808"/>
                  <a:pt x="1690687" y="852357"/>
                </a:cubicBezTo>
                <a:cubicBezTo>
                  <a:pt x="1690687" y="885229"/>
                  <a:pt x="1667545" y="895298"/>
                  <a:pt x="1647501" y="871147"/>
                </a:cubicBezTo>
                <a:close/>
                <a:moveTo>
                  <a:pt x="1806575" y="860425"/>
                </a:moveTo>
                <a:cubicBezTo>
                  <a:pt x="1796574" y="850424"/>
                  <a:pt x="1799161" y="820931"/>
                  <a:pt x="1810664" y="813822"/>
                </a:cubicBezTo>
                <a:cubicBezTo>
                  <a:pt x="1829247" y="802337"/>
                  <a:pt x="1853054" y="834739"/>
                  <a:pt x="1838721" y="852009"/>
                </a:cubicBezTo>
                <a:cubicBezTo>
                  <a:pt x="1825442" y="868009"/>
                  <a:pt x="1816500" y="870350"/>
                  <a:pt x="1806575" y="860425"/>
                </a:cubicBezTo>
                <a:close/>
                <a:moveTo>
                  <a:pt x="1124559" y="843696"/>
                </a:moveTo>
                <a:cubicBezTo>
                  <a:pt x="1109773" y="825880"/>
                  <a:pt x="1119155" y="809625"/>
                  <a:pt x="1144224" y="809625"/>
                </a:cubicBezTo>
                <a:cubicBezTo>
                  <a:pt x="1158463" y="809625"/>
                  <a:pt x="1162594" y="814929"/>
                  <a:pt x="1160331" y="830310"/>
                </a:cubicBezTo>
                <a:cubicBezTo>
                  <a:pt x="1156527" y="856158"/>
                  <a:pt x="1140026" y="862333"/>
                  <a:pt x="1124559" y="843696"/>
                </a:cubicBezTo>
                <a:close/>
                <a:moveTo>
                  <a:pt x="577850" y="812800"/>
                </a:moveTo>
                <a:cubicBezTo>
                  <a:pt x="566679" y="801629"/>
                  <a:pt x="570971" y="791528"/>
                  <a:pt x="591572" y="780502"/>
                </a:cubicBezTo>
                <a:cubicBezTo>
                  <a:pt x="615304" y="767801"/>
                  <a:pt x="632138" y="779926"/>
                  <a:pt x="623180" y="803269"/>
                </a:cubicBezTo>
                <a:cubicBezTo>
                  <a:pt x="617100" y="819113"/>
                  <a:pt x="589885" y="824835"/>
                  <a:pt x="577850" y="812800"/>
                </a:cubicBezTo>
                <a:close/>
                <a:moveTo>
                  <a:pt x="2394219" y="795337"/>
                </a:moveTo>
                <a:cubicBezTo>
                  <a:pt x="2387406" y="777583"/>
                  <a:pt x="2396373" y="752475"/>
                  <a:pt x="2409526" y="752475"/>
                </a:cubicBezTo>
                <a:cubicBezTo>
                  <a:pt x="2414929" y="752475"/>
                  <a:pt x="2419350" y="765333"/>
                  <a:pt x="2419350" y="781050"/>
                </a:cubicBezTo>
                <a:cubicBezTo>
                  <a:pt x="2419350" y="810960"/>
                  <a:pt x="2403641" y="819890"/>
                  <a:pt x="2394219" y="795337"/>
                </a:cubicBezTo>
                <a:close/>
                <a:moveTo>
                  <a:pt x="2040255" y="788670"/>
                </a:moveTo>
                <a:cubicBezTo>
                  <a:pt x="2015067" y="763482"/>
                  <a:pt x="2038378" y="717198"/>
                  <a:pt x="2070117" y="729378"/>
                </a:cubicBezTo>
                <a:cubicBezTo>
                  <a:pt x="2090824" y="737323"/>
                  <a:pt x="2099562" y="769441"/>
                  <a:pt x="2085595" y="786269"/>
                </a:cubicBezTo>
                <a:cubicBezTo>
                  <a:pt x="2071637" y="803088"/>
                  <a:pt x="2055526" y="803941"/>
                  <a:pt x="2040255" y="788670"/>
                </a:cubicBezTo>
                <a:close/>
                <a:moveTo>
                  <a:pt x="1288256" y="774700"/>
                </a:moveTo>
                <a:cubicBezTo>
                  <a:pt x="1270737" y="767692"/>
                  <a:pt x="1273761" y="726931"/>
                  <a:pt x="1292328" y="719806"/>
                </a:cubicBezTo>
                <a:cubicBezTo>
                  <a:pt x="1315661" y="710852"/>
                  <a:pt x="1340820" y="738740"/>
                  <a:pt x="1327895" y="759230"/>
                </a:cubicBezTo>
                <a:cubicBezTo>
                  <a:pt x="1316500" y="777295"/>
                  <a:pt x="1305488" y="781592"/>
                  <a:pt x="1288256" y="774700"/>
                </a:cubicBezTo>
                <a:close/>
                <a:moveTo>
                  <a:pt x="1909249" y="770695"/>
                </a:moveTo>
                <a:cubicBezTo>
                  <a:pt x="1905729" y="764999"/>
                  <a:pt x="1907246" y="755943"/>
                  <a:pt x="1912620" y="750570"/>
                </a:cubicBezTo>
                <a:cubicBezTo>
                  <a:pt x="1924637" y="738552"/>
                  <a:pt x="1943100" y="748701"/>
                  <a:pt x="1943100" y="767324"/>
                </a:cubicBezTo>
                <a:cubicBezTo>
                  <a:pt x="1943100" y="783361"/>
                  <a:pt x="1918586" y="785801"/>
                  <a:pt x="1909249" y="770695"/>
                </a:cubicBezTo>
                <a:close/>
                <a:moveTo>
                  <a:pt x="1529302" y="750355"/>
                </a:moveTo>
                <a:cubicBezTo>
                  <a:pt x="1510091" y="722927"/>
                  <a:pt x="1510607" y="711302"/>
                  <a:pt x="1531893" y="692038"/>
                </a:cubicBezTo>
                <a:cubicBezTo>
                  <a:pt x="1564473" y="662554"/>
                  <a:pt x="1587545" y="671645"/>
                  <a:pt x="1593538" y="716327"/>
                </a:cubicBezTo>
                <a:cubicBezTo>
                  <a:pt x="1596493" y="738356"/>
                  <a:pt x="1596804" y="759787"/>
                  <a:pt x="1594230" y="763952"/>
                </a:cubicBezTo>
                <a:cubicBezTo>
                  <a:pt x="1584644" y="779463"/>
                  <a:pt x="1543682" y="770885"/>
                  <a:pt x="1529302" y="750355"/>
                </a:cubicBezTo>
                <a:close/>
                <a:moveTo>
                  <a:pt x="954405" y="750570"/>
                </a:moveTo>
                <a:cubicBezTo>
                  <a:pt x="937723" y="733888"/>
                  <a:pt x="940402" y="716422"/>
                  <a:pt x="961363" y="705204"/>
                </a:cubicBezTo>
                <a:cubicBezTo>
                  <a:pt x="979123" y="695699"/>
                  <a:pt x="1009650" y="712766"/>
                  <a:pt x="1009650" y="732200"/>
                </a:cubicBezTo>
                <a:cubicBezTo>
                  <a:pt x="1009650" y="742762"/>
                  <a:pt x="988129" y="762000"/>
                  <a:pt x="976312" y="762000"/>
                </a:cubicBezTo>
                <a:cubicBezTo>
                  <a:pt x="970549" y="762000"/>
                  <a:pt x="960691" y="756856"/>
                  <a:pt x="954405" y="750570"/>
                </a:cubicBezTo>
                <a:close/>
                <a:moveTo>
                  <a:pt x="1111138" y="725531"/>
                </a:moveTo>
                <a:cubicBezTo>
                  <a:pt x="1090413" y="702629"/>
                  <a:pt x="1091217" y="682989"/>
                  <a:pt x="1113716" y="662628"/>
                </a:cubicBezTo>
                <a:cubicBezTo>
                  <a:pt x="1137831" y="640805"/>
                  <a:pt x="1162779" y="646578"/>
                  <a:pt x="1180456" y="678072"/>
                </a:cubicBezTo>
                <a:cubicBezTo>
                  <a:pt x="1206458" y="724397"/>
                  <a:pt x="1146971" y="765125"/>
                  <a:pt x="1111138" y="725531"/>
                </a:cubicBezTo>
                <a:close/>
                <a:moveTo>
                  <a:pt x="2259806" y="736600"/>
                </a:moveTo>
                <a:cubicBezTo>
                  <a:pt x="2244102" y="730318"/>
                  <a:pt x="2244575" y="700416"/>
                  <a:pt x="2260587" y="687127"/>
                </a:cubicBezTo>
                <a:cubicBezTo>
                  <a:pt x="2280587" y="670529"/>
                  <a:pt x="2313148" y="698288"/>
                  <a:pt x="2299607" y="720393"/>
                </a:cubicBezTo>
                <a:cubicBezTo>
                  <a:pt x="2288121" y="739143"/>
                  <a:pt x="2277240" y="743573"/>
                  <a:pt x="2259806" y="736600"/>
                </a:cubicBezTo>
                <a:close/>
                <a:moveTo>
                  <a:pt x="714360" y="719579"/>
                </a:moveTo>
                <a:cubicBezTo>
                  <a:pt x="739831" y="705482"/>
                  <a:pt x="748732" y="706837"/>
                  <a:pt x="738579" y="723266"/>
                </a:cubicBezTo>
                <a:cubicBezTo>
                  <a:pt x="735126" y="728853"/>
                  <a:pt x="722909" y="733273"/>
                  <a:pt x="711431" y="733087"/>
                </a:cubicBezTo>
                <a:cubicBezTo>
                  <a:pt x="691306" y="732761"/>
                  <a:pt x="691410" y="732280"/>
                  <a:pt x="714360" y="719579"/>
                </a:cubicBezTo>
                <a:close/>
                <a:moveTo>
                  <a:pt x="1739641" y="717291"/>
                </a:moveTo>
                <a:cubicBezTo>
                  <a:pt x="1728257" y="705907"/>
                  <a:pt x="1733490" y="685800"/>
                  <a:pt x="1747837" y="685800"/>
                </a:cubicBezTo>
                <a:cubicBezTo>
                  <a:pt x="1755695" y="685800"/>
                  <a:pt x="1762125" y="691976"/>
                  <a:pt x="1762125" y="699525"/>
                </a:cubicBezTo>
                <a:cubicBezTo>
                  <a:pt x="1762125" y="715438"/>
                  <a:pt x="1748530" y="726180"/>
                  <a:pt x="1739641" y="717291"/>
                </a:cubicBezTo>
                <a:close/>
                <a:moveTo>
                  <a:pt x="1843767" y="680357"/>
                </a:moveTo>
                <a:cubicBezTo>
                  <a:pt x="1826215" y="662805"/>
                  <a:pt x="1825264" y="653054"/>
                  <a:pt x="1838660" y="628023"/>
                </a:cubicBezTo>
                <a:cubicBezTo>
                  <a:pt x="1855821" y="595958"/>
                  <a:pt x="1914525" y="614868"/>
                  <a:pt x="1914525" y="652462"/>
                </a:cubicBezTo>
                <a:cubicBezTo>
                  <a:pt x="1914525" y="669139"/>
                  <a:pt x="1888339" y="695325"/>
                  <a:pt x="1871662" y="695325"/>
                </a:cubicBezTo>
                <a:cubicBezTo>
                  <a:pt x="1864552" y="695325"/>
                  <a:pt x="1852000" y="688589"/>
                  <a:pt x="1843767" y="680357"/>
                </a:cubicBezTo>
                <a:close/>
                <a:moveTo>
                  <a:pt x="2095500" y="661193"/>
                </a:moveTo>
                <a:cubicBezTo>
                  <a:pt x="2095500" y="644373"/>
                  <a:pt x="2116005" y="647302"/>
                  <a:pt x="2121892" y="664964"/>
                </a:cubicBezTo>
                <a:cubicBezTo>
                  <a:pt x="2123965" y="671185"/>
                  <a:pt x="2118875" y="676275"/>
                  <a:pt x="2110581" y="676275"/>
                </a:cubicBezTo>
                <a:cubicBezTo>
                  <a:pt x="2102286" y="676275"/>
                  <a:pt x="2095500" y="669488"/>
                  <a:pt x="2095500" y="661193"/>
                </a:cubicBezTo>
                <a:close/>
                <a:moveTo>
                  <a:pt x="1391029" y="643395"/>
                </a:moveTo>
                <a:cubicBezTo>
                  <a:pt x="1365810" y="613007"/>
                  <a:pt x="1403020" y="565243"/>
                  <a:pt x="1432714" y="589887"/>
                </a:cubicBezTo>
                <a:cubicBezTo>
                  <a:pt x="1452172" y="606036"/>
                  <a:pt x="1452184" y="643979"/>
                  <a:pt x="1432733" y="651443"/>
                </a:cubicBezTo>
                <a:cubicBezTo>
                  <a:pt x="1410466" y="659988"/>
                  <a:pt x="1403720" y="658686"/>
                  <a:pt x="1391029" y="643395"/>
                </a:cubicBezTo>
                <a:close/>
                <a:moveTo>
                  <a:pt x="2386621" y="638847"/>
                </a:moveTo>
                <a:cubicBezTo>
                  <a:pt x="2376746" y="627935"/>
                  <a:pt x="2371600" y="616074"/>
                  <a:pt x="2375185" y="612489"/>
                </a:cubicBezTo>
                <a:cubicBezTo>
                  <a:pt x="2384223" y="603451"/>
                  <a:pt x="2412888" y="633747"/>
                  <a:pt x="2408305" y="647495"/>
                </a:cubicBezTo>
                <a:cubicBezTo>
                  <a:pt x="2405945" y="654576"/>
                  <a:pt x="2397982" y="651401"/>
                  <a:pt x="2386621" y="638847"/>
                </a:cubicBezTo>
                <a:close/>
                <a:moveTo>
                  <a:pt x="1697831" y="622341"/>
                </a:moveTo>
                <a:cubicBezTo>
                  <a:pt x="1673910" y="612689"/>
                  <a:pt x="1683798" y="571500"/>
                  <a:pt x="1710036" y="571500"/>
                </a:cubicBezTo>
                <a:cubicBezTo>
                  <a:pt x="1738096" y="571500"/>
                  <a:pt x="1750390" y="594071"/>
                  <a:pt x="1733449" y="614483"/>
                </a:cubicBezTo>
                <a:cubicBezTo>
                  <a:pt x="1721124" y="629334"/>
                  <a:pt x="1717268" y="630184"/>
                  <a:pt x="1697831" y="622341"/>
                </a:cubicBezTo>
                <a:close/>
                <a:moveTo>
                  <a:pt x="1222900" y="605505"/>
                </a:moveTo>
                <a:cubicBezTo>
                  <a:pt x="1213417" y="580791"/>
                  <a:pt x="1226709" y="560364"/>
                  <a:pt x="1250113" y="563688"/>
                </a:cubicBezTo>
                <a:cubicBezTo>
                  <a:pt x="1265855" y="565923"/>
                  <a:pt x="1271587" y="573093"/>
                  <a:pt x="1271587" y="590550"/>
                </a:cubicBezTo>
                <a:cubicBezTo>
                  <a:pt x="1271587" y="618666"/>
                  <a:pt x="1232552" y="630657"/>
                  <a:pt x="1222900" y="605505"/>
                </a:cubicBezTo>
                <a:close/>
                <a:moveTo>
                  <a:pt x="2168525" y="612775"/>
                </a:moveTo>
                <a:cubicBezTo>
                  <a:pt x="2154718" y="598968"/>
                  <a:pt x="2163577" y="590550"/>
                  <a:pt x="2191916" y="590550"/>
                </a:cubicBezTo>
                <a:cubicBezTo>
                  <a:pt x="2217273" y="590550"/>
                  <a:pt x="2219909" y="592656"/>
                  <a:pt x="2209800" y="604837"/>
                </a:cubicBezTo>
                <a:cubicBezTo>
                  <a:pt x="2197289" y="619911"/>
                  <a:pt x="2179150" y="623400"/>
                  <a:pt x="2168525" y="612775"/>
                </a:cubicBezTo>
                <a:close/>
                <a:moveTo>
                  <a:pt x="1073348" y="593923"/>
                </a:moveTo>
                <a:cubicBezTo>
                  <a:pt x="1060262" y="580837"/>
                  <a:pt x="1067050" y="560626"/>
                  <a:pt x="1083468" y="563788"/>
                </a:cubicBezTo>
                <a:cubicBezTo>
                  <a:pt x="1092636" y="565553"/>
                  <a:pt x="1100137" y="573011"/>
                  <a:pt x="1100137" y="580361"/>
                </a:cubicBezTo>
                <a:cubicBezTo>
                  <a:pt x="1100137" y="595400"/>
                  <a:pt x="1083332" y="603907"/>
                  <a:pt x="1073348" y="593923"/>
                </a:cubicBezTo>
                <a:close/>
              </a:path>
            </a:pathLst>
          </a:custGeom>
          <a:solidFill>
            <a:srgbClr val="7A1732">
              <a:alpha val="45000"/>
            </a:srgbClr>
          </a:solidFill>
          <a:ln>
            <a:noFill/>
          </a:ln>
        </p:spPr>
      </p:sp>
      <p:pic>
        <p:nvPicPr>
          <p:cNvPr id="17" name="round paper" descr="01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4150" y="7962900"/>
            <a:ext cx="3314700" cy="3314700"/>
          </a:xfrm>
          <a:prstGeom prst="rect">
            <a:avLst/>
          </a:prstGeom>
        </p:spPr>
      </p:pic>
      <p:sp>
        <p:nvSpPr>
          <p:cNvPr id="18" name="PHOTO: Step 3"/>
          <p:cNvSpPr/>
          <p:nvPr/>
        </p:nvSpPr>
        <p:spPr>
          <a:xfrm rot="0">
            <a:off x="7048500" y="8477250"/>
            <a:ext cx="2286000" cy="2286000"/>
          </a:xfrm>
          <a:prstGeom prst="ellipse">
            <a:avLst/>
          </a:prstGeom>
          <a:blipFill rotWithShape="1">
            <a:blip r:embed="rId6"/>
            <a:stretch>
              <a:fillRect/>
            </a:stretch>
          </a:blipFill>
          <a:ln>
            <a:noFill/>
          </a:ln>
        </p:spPr>
      </p:sp>
      <p:sp>
        <p:nvSpPr>
          <p:cNvPr id="19" name="TEXT: that's it."/>
          <p:cNvSpPr/>
          <p:nvPr/>
        </p:nvSpPr>
        <p:spPr>
          <a:xfrm rot="120000">
            <a:off x="3328988" y="7258050"/>
            <a:ext cx="3629025" cy="1104900"/>
          </a:xfrm>
          <a:prstGeom prst="rect">
            <a:avLst/>
          </a:prstGeom>
          <a:solidFill>
            <a:srgbClr val="F9C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13360" rIns="213360" tIns="91440" bIns="91440"/>
          <a:lstStyle/>
          <a:p>
            <a:pPr algn="ctr">
              <a:lnSpc>
                <a:spcPts val="7319"/>
              </a:lnSpc>
            </a:pPr>
            <a:r>
              <a:rPr b="1" sz="6000">
                <a:solidFill>
                  <a:srgbClr val="181716"/>
                </a:solidFill>
                <a:latin typeface="Montserrat"/>
              </a:rPr>
              <a:t>that's 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photo border" descr="0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80000">
            <a:off x="1714500" y="4572000"/>
            <a:ext cx="6858000" cy="8001000"/>
          </a:xfrm>
          <a:prstGeom prst="rect">
            <a:avLst/>
          </a:prstGeom>
        </p:spPr>
      </p:pic>
      <p:sp>
        <p:nvSpPr>
          <p:cNvPr id="4" name="PHOTO: Your product"/>
          <p:cNvSpPr/>
          <p:nvPr/>
        </p:nvSpPr>
        <p:spPr>
          <a:xfrm rot="180000">
            <a:off x="2286000" y="5143500"/>
            <a:ext cx="5715000" cy="6858000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</p:sp>
      <p:sp>
        <p:nvSpPr>
          <p:cNvPr id="5" name="LETTERING: Comment"/>
          <p:cNvSpPr txBox="1"/>
          <p:nvPr/>
        </p:nvSpPr>
        <p:spPr>
          <a:xfrm>
            <a:off x="633412" y="952500"/>
            <a:ext cx="9020175" cy="22860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0" i="0">
                <a:solidFill>
                  <a:srgbClr val="F9C9DF"/>
                </a:solidFill>
                <a:latin typeface="DM Serif Display"/>
              </a:rPr>
              <a:t>Comment</a:t>
            </a:r>
          </a:p>
        </p:txBody>
      </p:sp>
      <p:sp>
        <p:nvSpPr>
          <p:cNvPr id="6" name="TEXT: &quot;[KEYWORD]&quot;"/>
          <p:cNvSpPr/>
          <p:nvPr/>
        </p:nvSpPr>
        <p:spPr>
          <a:xfrm rot="21480000">
            <a:off x="2152650" y="3114675"/>
            <a:ext cx="5981700" cy="1200150"/>
          </a:xfrm>
          <a:prstGeom prst="roundRect">
            <a:avLst>
              <a:gd name="adj" fmla="val 50000"/>
            </a:avLst>
          </a:prstGeom>
          <a:solidFill>
            <a:srgbClr val="7A17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98145" rIns="398145" tIns="159258" bIns="159258"/>
          <a:lstStyle/>
          <a:p>
            <a:pPr algn="ctr">
              <a:lnSpc>
                <a:spcPts val="6953"/>
              </a:lnSpc>
            </a:pPr>
            <a:r>
              <a:rPr b="1" sz="5700">
                <a:solidFill>
                  <a:srgbClr val="FFFFFF"/>
                </a:solidFill>
                <a:latin typeface="Montserrat"/>
              </a:rPr>
              <a:t>"[KEYWORD]"</a:t>
            </a:r>
          </a:p>
        </p:txBody>
      </p:sp>
      <p:sp>
        <p:nvSpPr>
          <p:cNvPr id="7" name="TEXT: [Product name]"/>
          <p:cNvSpPr/>
          <p:nvPr/>
        </p:nvSpPr>
        <p:spPr>
          <a:xfrm rot="180000">
            <a:off x="5124450" y="11996738"/>
            <a:ext cx="4610100" cy="771525"/>
          </a:xfrm>
          <a:prstGeom prst="rect">
            <a:avLst/>
          </a:prstGeom>
          <a:solidFill>
            <a:srgbClr val="181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9352" rIns="149352" tIns="64008" bIns="64008"/>
          <a:lstStyle/>
          <a:p>
            <a:pPr algn="ctr">
              <a:lnSpc>
                <a:spcPts val="5123"/>
              </a:lnSpc>
            </a:pPr>
            <a:r>
              <a:rPr b="1" sz="4200">
                <a:solidFill>
                  <a:srgbClr val="FFFFFF"/>
                </a:solidFill>
                <a:latin typeface="Montserrat"/>
              </a:rPr>
              <a:t>[Product name]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