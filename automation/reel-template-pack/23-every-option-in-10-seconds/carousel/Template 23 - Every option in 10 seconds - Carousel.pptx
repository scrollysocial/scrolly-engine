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No photo needed. Edit the [bracket]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Two option photos show in the lenses.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Option 1: its photo, its colour chip,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Options 2 and 3, one in each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Option 4 as a print on the pegboard.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Options 5 and 6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The chips stay as they are (or recolour them to your options).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All six option photos on the shelf. Type your keyword and shop.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image" Target="../media/image11.jp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jp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aint chip fan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150" y="6638925"/>
            <a:ext cx="10401300" cy="6724650"/>
          </a:xfrm>
          <a:prstGeom prst="rect">
            <a:avLst/>
          </a:prstGeom>
        </p:spPr>
      </p:pic>
      <p:sp>
        <p:nvSpPr>
          <p:cNvPr id="4" name="LETTERING: every option"/>
          <p:cNvSpPr txBox="1"/>
          <p:nvPr/>
        </p:nvSpPr>
        <p:spPr>
          <a:xfrm rot="120000">
            <a:off x="942975" y="2286000"/>
            <a:ext cx="8401050" cy="1714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0" i="0">
                <a:solidFill>
                  <a:srgbClr val="7A1732"/>
                </a:solidFill>
                <a:latin typeface="DM Serif Display"/>
              </a:rPr>
              <a:t>every </a:t>
            </a:r>
            <a:r>
              <a:rPr sz="11250" i="1">
                <a:solidFill>
                  <a:srgbClr val="7A1732"/>
                </a:solidFill>
                <a:latin typeface="DM Serif Display"/>
              </a:rPr>
              <a:t>option</a:t>
            </a:r>
          </a:p>
        </p:txBody>
      </p:sp>
      <p:sp>
        <p:nvSpPr>
          <p:cNvPr id="5" name="TEXT: [in one swipe]"/>
          <p:cNvSpPr/>
          <p:nvPr/>
        </p:nvSpPr>
        <p:spPr>
          <a:xfrm rot="21480000">
            <a:off x="2138362" y="4400550"/>
            <a:ext cx="6010275" cy="11049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ct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[in one swipe]</a:t>
            </a:r>
          </a:p>
        </p:txBody>
      </p:sp>
      <p:sp>
        <p:nvSpPr>
          <p:cNvPr id="6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glasses" descr="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" y="5253038"/>
            <a:ext cx="10248900" cy="3971925"/>
          </a:xfrm>
          <a:prstGeom prst="rect">
            <a:avLst/>
          </a:prstGeom>
        </p:spPr>
      </p:pic>
      <p:sp>
        <p:nvSpPr>
          <p:cNvPr id="4" name="PHOTO: Option 5"/>
          <p:cNvSpPr/>
          <p:nvPr/>
        </p:nvSpPr>
        <p:spPr>
          <a:xfrm rot="0">
            <a:off x="1135197" y="5973434"/>
            <a:ext cx="3152775" cy="25908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PHOTO: Option 6"/>
          <p:cNvSpPr/>
          <p:nvPr/>
        </p:nvSpPr>
        <p:spPr>
          <a:xfrm rot="0">
            <a:off x="5999027" y="5973434"/>
            <a:ext cx="3152775" cy="25908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6" name="TEXT: [can't decide?]"/>
          <p:cNvSpPr/>
          <p:nvPr/>
        </p:nvSpPr>
        <p:spPr>
          <a:xfrm rot="120000">
            <a:off x="2195512" y="1714500"/>
            <a:ext cx="7419975" cy="133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6032" rIns="256032" tIns="109728" bIns="109728"/>
          <a:lstStyle/>
          <a:p>
            <a:pPr algn="r">
              <a:lnSpc>
                <a:spcPts val="8784"/>
              </a:lnSpc>
            </a:pPr>
            <a:r>
              <a:rPr b="1" sz="7200">
                <a:solidFill>
                  <a:srgbClr val="181716"/>
                </a:solidFill>
                <a:latin typeface="Montserrat"/>
              </a:rPr>
              <a:t>[can't decide?]</a:t>
            </a:r>
          </a:p>
        </p:txBody>
      </p:sp>
      <p:sp>
        <p:nvSpPr>
          <p:cNvPr id="7" name="TEXT: [see them all]"/>
          <p:cNvSpPr/>
          <p:nvPr/>
        </p:nvSpPr>
        <p:spPr>
          <a:xfrm rot="120000">
            <a:off x="595312" y="12144375"/>
            <a:ext cx="45243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[see them all]</a:t>
            </a:r>
          </a:p>
        </p:txBody>
      </p:sp>
      <p:sp>
        <p:nvSpPr>
          <p:cNvPr id="8" name="arrow"/>
          <p:cNvSpPr/>
          <p:nvPr/>
        </p:nvSpPr>
        <p:spPr>
          <a:xfrm rot="-120000">
            <a:off x="5095875" y="1227296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Option 1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paint chip" descr="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-133350" y="7910512"/>
            <a:ext cx="3886200" cy="5514975"/>
          </a:xfrm>
          <a:prstGeom prst="rect">
            <a:avLst/>
          </a:prstGeom>
        </p:spPr>
      </p:pic>
      <p:sp>
        <p:nvSpPr>
          <p:cNvPr id="5" name="TEXT: [OPTION 1]"/>
          <p:cNvSpPr/>
          <p:nvPr/>
        </p:nvSpPr>
        <p:spPr>
          <a:xfrm rot="120000">
            <a:off x="2819400" y="10658475"/>
            <a:ext cx="5029200" cy="1162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ct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[OPTION 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Option 2 (top half)"/>
          <p:cNvSpPr/>
          <p:nvPr/>
        </p:nvSpPr>
        <p:spPr>
          <a:xfrm rot="0">
            <a:off x="0" y="0"/>
            <a:ext cx="10287000" cy="6858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PHOTO: Option 3 (bottom half)"/>
          <p:cNvSpPr/>
          <p:nvPr/>
        </p:nvSpPr>
        <p:spPr>
          <a:xfrm rot="0">
            <a:off x="0" y="6858000"/>
            <a:ext cx="10287000" cy="6858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5" name="paint chip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28575" y="3424238"/>
            <a:ext cx="2800350" cy="3819525"/>
          </a:xfrm>
          <a:prstGeom prst="rect">
            <a:avLst/>
          </a:prstGeom>
        </p:spPr>
      </p:pic>
      <p:sp>
        <p:nvSpPr>
          <p:cNvPr id="6" name="TEXT: [OPTION 2]"/>
          <p:cNvSpPr/>
          <p:nvPr/>
        </p:nvSpPr>
        <p:spPr>
          <a:xfrm rot="120000">
            <a:off x="1943100" y="5214938"/>
            <a:ext cx="43053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[OPTION 2]</a:t>
            </a:r>
          </a:p>
        </p:txBody>
      </p:sp>
      <p:pic>
        <p:nvPicPr>
          <p:cNvPr id="7" name="paint chip" descr="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7458075" y="10086975"/>
            <a:ext cx="2800350" cy="3829050"/>
          </a:xfrm>
          <a:prstGeom prst="rect">
            <a:avLst/>
          </a:prstGeom>
        </p:spPr>
      </p:pic>
      <p:sp>
        <p:nvSpPr>
          <p:cNvPr id="8" name="TEXT: [OPTION 3]"/>
          <p:cNvSpPr/>
          <p:nvPr/>
        </p:nvSpPr>
        <p:spPr>
          <a:xfrm rot="21480000">
            <a:off x="4038600" y="11882438"/>
            <a:ext cx="43053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[OPTION 3]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143000" y="2381250"/>
            <a:ext cx="8001000" cy="9715500"/>
          </a:xfrm>
          <a:prstGeom prst="rect">
            <a:avLst/>
          </a:prstGeom>
        </p:spPr>
      </p:pic>
      <p:sp>
        <p:nvSpPr>
          <p:cNvPr id="4" name="PHOTO: Option 4"/>
          <p:cNvSpPr/>
          <p:nvPr/>
        </p:nvSpPr>
        <p:spPr>
          <a:xfrm rot="-180000">
            <a:off x="1714500" y="2952750"/>
            <a:ext cx="6858000" cy="8572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paint chip" descr="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120000">
            <a:off x="6438900" y="8963025"/>
            <a:ext cx="3886200" cy="5505450"/>
          </a:xfrm>
          <a:prstGeom prst="rect">
            <a:avLst/>
          </a:prstGeom>
        </p:spPr>
      </p:pic>
      <p:sp>
        <p:nvSpPr>
          <p:cNvPr id="6" name="TEXT: [OPTION 4]"/>
          <p:cNvSpPr/>
          <p:nvPr/>
        </p:nvSpPr>
        <p:spPr>
          <a:xfrm rot="120000">
            <a:off x="1238250" y="11925300"/>
            <a:ext cx="4762500" cy="1104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ct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[OPTION 4]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95250" y="2762250"/>
            <a:ext cx="5334000" cy="8953500"/>
          </a:xfrm>
          <a:prstGeom prst="rect">
            <a:avLst/>
          </a:prstGeom>
        </p:spPr>
      </p:pic>
      <p:sp>
        <p:nvSpPr>
          <p:cNvPr id="4" name="PHOTO: Option 5"/>
          <p:cNvSpPr/>
          <p:nvPr/>
        </p:nvSpPr>
        <p:spPr>
          <a:xfrm rot="-180000">
            <a:off x="666750" y="3333750"/>
            <a:ext cx="4191000" cy="7810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photo border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4857750" y="3143250"/>
            <a:ext cx="5334000" cy="8953500"/>
          </a:xfrm>
          <a:prstGeom prst="rect">
            <a:avLst/>
          </a:prstGeom>
        </p:spPr>
      </p:pic>
      <p:sp>
        <p:nvSpPr>
          <p:cNvPr id="6" name="PHOTO: Option 6"/>
          <p:cNvSpPr/>
          <p:nvPr/>
        </p:nvSpPr>
        <p:spPr>
          <a:xfrm rot="180000">
            <a:off x="5429250" y="3714750"/>
            <a:ext cx="4191000" cy="7810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7" name="TEXT: [OPTION 5]"/>
          <p:cNvSpPr/>
          <p:nvPr/>
        </p:nvSpPr>
        <p:spPr>
          <a:xfrm rot="180000">
            <a:off x="790575" y="11639550"/>
            <a:ext cx="394335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[OPTION 5]</a:t>
            </a:r>
          </a:p>
        </p:txBody>
      </p:sp>
      <p:sp>
        <p:nvSpPr>
          <p:cNvPr id="8" name="TEXT: [OPTION 6]"/>
          <p:cNvSpPr/>
          <p:nvPr/>
        </p:nvSpPr>
        <p:spPr>
          <a:xfrm rot="21420000">
            <a:off x="5553075" y="12020550"/>
            <a:ext cx="394335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[OPTION 6]</a:t>
            </a:r>
          </a:p>
        </p:txBody>
      </p:sp>
      <p:sp>
        <p:nvSpPr>
          <p:cNvPr id="9" name="TEXT: which one?"/>
          <p:cNvSpPr/>
          <p:nvPr/>
        </p:nvSpPr>
        <p:spPr>
          <a:xfrm rot="120000">
            <a:off x="3000375" y="1704975"/>
            <a:ext cx="428625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which one?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aint chip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-38100" y="4481512"/>
            <a:ext cx="3886200" cy="5514975"/>
          </a:xfrm>
          <a:prstGeom prst="rect">
            <a:avLst/>
          </a:prstGeom>
        </p:spPr>
      </p:pic>
      <p:pic>
        <p:nvPicPr>
          <p:cNvPr id="4" name="paint chip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3200400" y="4486275"/>
            <a:ext cx="3886200" cy="5505450"/>
          </a:xfrm>
          <a:prstGeom prst="rect">
            <a:avLst/>
          </a:prstGeom>
        </p:spPr>
      </p:pic>
      <p:pic>
        <p:nvPicPr>
          <p:cNvPr id="5" name="paint chip" descr="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6438900" y="4481512"/>
            <a:ext cx="3886200" cy="5514975"/>
          </a:xfrm>
          <a:prstGeom prst="rect">
            <a:avLst/>
          </a:prstGeom>
        </p:spPr>
      </p:pic>
      <p:pic>
        <p:nvPicPr>
          <p:cNvPr id="6" name="paint chip" descr="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00000">
            <a:off x="-38100" y="8867775"/>
            <a:ext cx="3886200" cy="5505450"/>
          </a:xfrm>
          <a:prstGeom prst="rect">
            <a:avLst/>
          </a:prstGeom>
        </p:spPr>
      </p:pic>
      <p:pic>
        <p:nvPicPr>
          <p:cNvPr id="7" name="paint chip" descr="0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3200400" y="8863012"/>
            <a:ext cx="3886200" cy="5514975"/>
          </a:xfrm>
          <a:prstGeom prst="rect">
            <a:avLst/>
          </a:prstGeom>
        </p:spPr>
      </p:pic>
      <p:pic>
        <p:nvPicPr>
          <p:cNvPr id="8" name="paint chip" descr="0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240000">
            <a:off x="6438900" y="8867775"/>
            <a:ext cx="3886200" cy="5505450"/>
          </a:xfrm>
          <a:prstGeom prst="rect">
            <a:avLst/>
          </a:prstGeom>
        </p:spPr>
      </p:pic>
      <p:sp>
        <p:nvSpPr>
          <p:cNvPr id="9" name="TEXT: pause on"/>
          <p:cNvSpPr/>
          <p:nvPr/>
        </p:nvSpPr>
        <p:spPr>
          <a:xfrm rot="120000">
            <a:off x="3348038" y="1690688"/>
            <a:ext cx="359092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pause on</a:t>
            </a:r>
          </a:p>
        </p:txBody>
      </p:sp>
      <p:sp>
        <p:nvSpPr>
          <p:cNvPr id="10" name="LETTERING: your favourite"/>
          <p:cNvSpPr txBox="1"/>
          <p:nvPr/>
        </p:nvSpPr>
        <p:spPr>
          <a:xfrm>
            <a:off x="1000125" y="3067050"/>
            <a:ext cx="8286750" cy="14859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750" i="0">
                <a:solidFill>
                  <a:srgbClr val="7A1732"/>
                </a:solidFill>
                <a:latin typeface="DM Serif Display"/>
              </a:rPr>
              <a:t>your </a:t>
            </a:r>
            <a:r>
              <a:rPr sz="9750" i="1">
                <a:solidFill>
                  <a:srgbClr val="7A1732"/>
                </a:solidFill>
                <a:latin typeface="DM Serif Display"/>
              </a:rPr>
              <a:t>favourite</a:t>
            </a:r>
          </a:p>
        </p:txBody>
      </p:sp>
      <p:sp>
        <p:nvSpPr>
          <p:cNvPr id="11" name="heart"/>
          <p:cNvSpPr/>
          <p:nvPr/>
        </p:nvSpPr>
        <p:spPr>
          <a:xfrm rot="480000">
            <a:off x="4333875" y="11553825"/>
            <a:ext cx="1619250" cy="1847850"/>
          </a:xfrm>
          <a:custGeom>
            <a:avLst/>
            <a:gdLst/>
            <a:ahLst/>
            <a:cxnLst/>
            <a:rect l="0" t="0" r="r" b="b"/>
            <a:pathLst>
              <a:path w="1619250" h="1847850">
                <a:moveTo>
                  <a:pt x="752475" y="1821529"/>
                </a:moveTo>
                <a:cubicBezTo>
                  <a:pt x="734139" y="1807192"/>
                  <a:pt x="678418" y="1752626"/>
                  <a:pt x="628650" y="1700270"/>
                </a:cubicBezTo>
                <a:cubicBezTo>
                  <a:pt x="578881" y="1647914"/>
                  <a:pt x="528366" y="1597120"/>
                  <a:pt x="516393" y="1587394"/>
                </a:cubicBezTo>
                <a:cubicBezTo>
                  <a:pt x="502332" y="1575972"/>
                  <a:pt x="496567" y="1563587"/>
                  <a:pt x="500111" y="1552419"/>
                </a:cubicBezTo>
                <a:cubicBezTo>
                  <a:pt x="503130" y="1542909"/>
                  <a:pt x="501139" y="1532371"/>
                  <a:pt x="495687" y="1529001"/>
                </a:cubicBezTo>
                <a:cubicBezTo>
                  <a:pt x="490235" y="1525632"/>
                  <a:pt x="485775" y="1528162"/>
                  <a:pt x="485775" y="1534623"/>
                </a:cubicBezTo>
                <a:cubicBezTo>
                  <a:pt x="485775" y="1541087"/>
                  <a:pt x="475008" y="1536255"/>
                  <a:pt x="461836" y="1523881"/>
                </a:cubicBezTo>
                <a:cubicBezTo>
                  <a:pt x="446212" y="1509203"/>
                  <a:pt x="441137" y="1498152"/>
                  <a:pt x="447226" y="1492063"/>
                </a:cubicBezTo>
                <a:cubicBezTo>
                  <a:pt x="453315" y="1485974"/>
                  <a:pt x="445916" y="1470533"/>
                  <a:pt x="425921" y="1447607"/>
                </a:cubicBezTo>
                <a:cubicBezTo>
                  <a:pt x="409072" y="1428288"/>
                  <a:pt x="378142" y="1387743"/>
                  <a:pt x="357187" y="1357509"/>
                </a:cubicBezTo>
                <a:cubicBezTo>
                  <a:pt x="336232" y="1327275"/>
                  <a:pt x="311364" y="1293430"/>
                  <a:pt x="301924" y="1282300"/>
                </a:cubicBezTo>
                <a:cubicBezTo>
                  <a:pt x="278405" y="1254567"/>
                  <a:pt x="329951" y="1339750"/>
                  <a:pt x="361726" y="1381125"/>
                </a:cubicBezTo>
                <a:cubicBezTo>
                  <a:pt x="396217" y="1426036"/>
                  <a:pt x="402793" y="1438275"/>
                  <a:pt x="392435" y="1438275"/>
                </a:cubicBezTo>
                <a:cubicBezTo>
                  <a:pt x="387629" y="1438275"/>
                  <a:pt x="368051" y="1415772"/>
                  <a:pt x="348928" y="1388268"/>
                </a:cubicBezTo>
                <a:cubicBezTo>
                  <a:pt x="329805" y="1360765"/>
                  <a:pt x="298510" y="1317507"/>
                  <a:pt x="279382" y="1292140"/>
                </a:cubicBezTo>
                <a:cubicBezTo>
                  <a:pt x="257579" y="1263225"/>
                  <a:pt x="248423" y="1243658"/>
                  <a:pt x="254840" y="1239692"/>
                </a:cubicBezTo>
                <a:cubicBezTo>
                  <a:pt x="261915" y="1235320"/>
                  <a:pt x="261212" y="1228082"/>
                  <a:pt x="252562" y="1216253"/>
                </a:cubicBezTo>
                <a:cubicBezTo>
                  <a:pt x="243582" y="1203972"/>
                  <a:pt x="238902" y="1202578"/>
                  <a:pt x="235990" y="1211316"/>
                </a:cubicBezTo>
                <a:cubicBezTo>
                  <a:pt x="224239" y="1246570"/>
                  <a:pt x="63749" y="934018"/>
                  <a:pt x="61519" y="871537"/>
                </a:cubicBezTo>
                <a:cubicBezTo>
                  <a:pt x="59492" y="814744"/>
                  <a:pt x="58133" y="809408"/>
                  <a:pt x="46348" y="812006"/>
                </a:cubicBezTo>
                <a:cubicBezTo>
                  <a:pt x="40398" y="813317"/>
                  <a:pt x="30260" y="791682"/>
                  <a:pt x="23777" y="763838"/>
                </a:cubicBezTo>
                <a:cubicBezTo>
                  <a:pt x="13911" y="721465"/>
                  <a:pt x="14118" y="714099"/>
                  <a:pt x="25054" y="718295"/>
                </a:cubicBezTo>
                <a:cubicBezTo>
                  <a:pt x="39901" y="723993"/>
                  <a:pt x="43997" y="681044"/>
                  <a:pt x="29463" y="672061"/>
                </a:cubicBezTo>
                <a:cubicBezTo>
                  <a:pt x="24713" y="669125"/>
                  <a:pt x="23069" y="675302"/>
                  <a:pt x="25811" y="685786"/>
                </a:cubicBezTo>
                <a:cubicBezTo>
                  <a:pt x="28553" y="696271"/>
                  <a:pt x="26562" y="704849"/>
                  <a:pt x="21388" y="704849"/>
                </a:cubicBezTo>
                <a:cubicBezTo>
                  <a:pt x="-1538" y="704850"/>
                  <a:pt x="-2076" y="567062"/>
                  <a:pt x="20532" y="485775"/>
                </a:cubicBezTo>
                <a:cubicBezTo>
                  <a:pt x="76364" y="285034"/>
                  <a:pt x="192519" y="191389"/>
                  <a:pt x="351420" y="219010"/>
                </a:cubicBezTo>
                <a:cubicBezTo>
                  <a:pt x="479464" y="241268"/>
                  <a:pt x="625358" y="336169"/>
                  <a:pt x="712472" y="453867"/>
                </a:cubicBezTo>
                <a:lnTo>
                  <a:pt x="757079" y="514135"/>
                </a:lnTo>
                <a:lnTo>
                  <a:pt x="777708" y="467392"/>
                </a:lnTo>
                <a:cubicBezTo>
                  <a:pt x="829685" y="349620"/>
                  <a:pt x="980247" y="176660"/>
                  <a:pt x="1101234" y="95739"/>
                </a:cubicBezTo>
                <a:cubicBezTo>
                  <a:pt x="1235280" y="6083"/>
                  <a:pt x="1403931" y="-22703"/>
                  <a:pt x="1494725" y="28575"/>
                </a:cubicBezTo>
                <a:cubicBezTo>
                  <a:pt x="1535960" y="51863"/>
                  <a:pt x="1555743" y="76200"/>
                  <a:pt x="1533439" y="76200"/>
                </a:cubicBezTo>
                <a:cubicBezTo>
                  <a:pt x="1527281" y="76199"/>
                  <a:pt x="1511267" y="67567"/>
                  <a:pt x="1497854" y="57016"/>
                </a:cubicBezTo>
                <a:cubicBezTo>
                  <a:pt x="1458914" y="26386"/>
                  <a:pt x="1461256" y="43295"/>
                  <a:pt x="1500757" y="77978"/>
                </a:cubicBezTo>
                <a:cubicBezTo>
                  <a:pt x="1538456" y="111078"/>
                  <a:pt x="1573822" y="179576"/>
                  <a:pt x="1585174" y="241479"/>
                </a:cubicBezTo>
                <a:cubicBezTo>
                  <a:pt x="1588875" y="261660"/>
                  <a:pt x="1594144" y="275930"/>
                  <a:pt x="1596883" y="273191"/>
                </a:cubicBezTo>
                <a:cubicBezTo>
                  <a:pt x="1605213" y="264861"/>
                  <a:pt x="1581468" y="166577"/>
                  <a:pt x="1561810" y="128018"/>
                </a:cubicBezTo>
                <a:cubicBezTo>
                  <a:pt x="1540536" y="86292"/>
                  <a:pt x="1546153" y="71019"/>
                  <a:pt x="1571344" y="102089"/>
                </a:cubicBezTo>
                <a:cubicBezTo>
                  <a:pt x="1605875" y="144680"/>
                  <a:pt x="1622045" y="245680"/>
                  <a:pt x="1610137" y="344401"/>
                </a:cubicBezTo>
                <a:cubicBezTo>
                  <a:pt x="1591892" y="495658"/>
                  <a:pt x="1478679" y="844177"/>
                  <a:pt x="1458431" y="811416"/>
                </a:cubicBezTo>
                <a:cubicBezTo>
                  <a:pt x="1453376" y="803236"/>
                  <a:pt x="1447589" y="807767"/>
                  <a:pt x="1439772" y="826023"/>
                </a:cubicBezTo>
                <a:cubicBezTo>
                  <a:pt x="1429282" y="850521"/>
                  <a:pt x="1429513" y="851113"/>
                  <a:pt x="1442882" y="833998"/>
                </a:cubicBezTo>
                <a:cubicBezTo>
                  <a:pt x="1455757" y="817515"/>
                  <a:pt x="1457325" y="817291"/>
                  <a:pt x="1457325" y="831933"/>
                </a:cubicBezTo>
                <a:cubicBezTo>
                  <a:pt x="1457324" y="854822"/>
                  <a:pt x="1407604" y="950285"/>
                  <a:pt x="1402874" y="936476"/>
                </a:cubicBezTo>
                <a:cubicBezTo>
                  <a:pt x="1400753" y="930283"/>
                  <a:pt x="1406023" y="911668"/>
                  <a:pt x="1414586" y="895110"/>
                </a:cubicBezTo>
                <a:cubicBezTo>
                  <a:pt x="1423148" y="878552"/>
                  <a:pt x="1428682" y="863532"/>
                  <a:pt x="1426883" y="861733"/>
                </a:cubicBezTo>
                <a:cubicBezTo>
                  <a:pt x="1425084" y="859934"/>
                  <a:pt x="1394280" y="916499"/>
                  <a:pt x="1358429" y="987433"/>
                </a:cubicBezTo>
                <a:cubicBezTo>
                  <a:pt x="1295547" y="1111853"/>
                  <a:pt x="1249521" y="1196741"/>
                  <a:pt x="1206945" y="1266825"/>
                </a:cubicBezTo>
                <a:cubicBezTo>
                  <a:pt x="1191204" y="1292737"/>
                  <a:pt x="1190313" y="1297251"/>
                  <a:pt x="1202946" y="1287089"/>
                </a:cubicBezTo>
                <a:cubicBezTo>
                  <a:pt x="1235587" y="1260837"/>
                  <a:pt x="1218866" y="1297993"/>
                  <a:pt x="1137667" y="1432152"/>
                </a:cubicBezTo>
                <a:cubicBezTo>
                  <a:pt x="1014805" y="1635150"/>
                  <a:pt x="954562" y="1728100"/>
                  <a:pt x="943458" y="1731801"/>
                </a:cubicBezTo>
                <a:cubicBezTo>
                  <a:pt x="925135" y="1737908"/>
                  <a:pt x="933337" y="1719932"/>
                  <a:pt x="986118" y="1638300"/>
                </a:cubicBezTo>
                <a:cubicBezTo>
                  <a:pt x="1014910" y="1593770"/>
                  <a:pt x="1045081" y="1542970"/>
                  <a:pt x="1053166" y="1525410"/>
                </a:cubicBezTo>
                <a:cubicBezTo>
                  <a:pt x="1061251" y="1507850"/>
                  <a:pt x="1075127" y="1485656"/>
                  <a:pt x="1084002" y="1476090"/>
                </a:cubicBezTo>
                <a:cubicBezTo>
                  <a:pt x="1104689" y="1453791"/>
                  <a:pt x="1140362" y="1391519"/>
                  <a:pt x="1123398" y="1407318"/>
                </a:cubicBezTo>
                <a:cubicBezTo>
                  <a:pt x="1095979" y="1432855"/>
                  <a:pt x="1096341" y="1416767"/>
                  <a:pt x="1124436" y="1361111"/>
                </a:cubicBezTo>
                <a:cubicBezTo>
                  <a:pt x="1172392" y="1266110"/>
                  <a:pt x="1149694" y="1286580"/>
                  <a:pt x="1079125" y="1401974"/>
                </a:cubicBezTo>
                <a:cubicBezTo>
                  <a:pt x="916213" y="1668368"/>
                  <a:pt x="900875" y="1697177"/>
                  <a:pt x="900486" y="1737501"/>
                </a:cubicBezTo>
                <a:cubicBezTo>
                  <a:pt x="900174" y="1769937"/>
                  <a:pt x="896942" y="1776412"/>
                  <a:pt x="881062" y="1776412"/>
                </a:cubicBezTo>
                <a:cubicBezTo>
                  <a:pt x="852059" y="1776412"/>
                  <a:pt x="838200" y="1789290"/>
                  <a:pt x="838200" y="1816240"/>
                </a:cubicBezTo>
                <a:cubicBezTo>
                  <a:pt x="838200" y="1837258"/>
                  <a:pt x="836135" y="1838944"/>
                  <a:pt x="823375" y="1828353"/>
                </a:cubicBezTo>
                <a:cubicBezTo>
                  <a:pt x="811179" y="1818232"/>
                  <a:pt x="809067" y="1818347"/>
                  <a:pt x="811468" y="1829003"/>
                </a:cubicBezTo>
                <a:cubicBezTo>
                  <a:pt x="816664" y="1852063"/>
                  <a:pt x="786664" y="1848262"/>
                  <a:pt x="752475" y="1821529"/>
                </a:cubicBezTo>
                <a:close/>
                <a:moveTo>
                  <a:pt x="852487" y="1460229"/>
                </a:moveTo>
                <a:cubicBezTo>
                  <a:pt x="889158" y="1394080"/>
                  <a:pt x="946153" y="1292428"/>
                  <a:pt x="979141" y="1234335"/>
                </a:cubicBezTo>
                <a:cubicBezTo>
                  <a:pt x="1205102" y="836418"/>
                  <a:pt x="1371599" y="435742"/>
                  <a:pt x="1371600" y="289884"/>
                </a:cubicBezTo>
                <a:cubicBezTo>
                  <a:pt x="1371600" y="212500"/>
                  <a:pt x="1347809" y="206242"/>
                  <a:pt x="1247503" y="257239"/>
                </a:cubicBezTo>
                <a:cubicBezTo>
                  <a:pt x="1099756" y="332356"/>
                  <a:pt x="938400" y="535001"/>
                  <a:pt x="885405" y="711993"/>
                </a:cubicBezTo>
                <a:cubicBezTo>
                  <a:pt x="872441" y="755290"/>
                  <a:pt x="851976" y="768442"/>
                  <a:pt x="859597" y="728579"/>
                </a:cubicBezTo>
                <a:cubicBezTo>
                  <a:pt x="863448" y="708431"/>
                  <a:pt x="861971" y="706504"/>
                  <a:pt x="850178" y="716291"/>
                </a:cubicBezTo>
                <a:cubicBezTo>
                  <a:pt x="839315" y="725307"/>
                  <a:pt x="837615" y="740479"/>
                  <a:pt x="842565" y="784234"/>
                </a:cubicBezTo>
                <a:lnTo>
                  <a:pt x="848939" y="840569"/>
                </a:lnTo>
                <a:lnTo>
                  <a:pt x="824519" y="834440"/>
                </a:lnTo>
                <a:cubicBezTo>
                  <a:pt x="803266" y="829106"/>
                  <a:pt x="800100" y="831350"/>
                  <a:pt x="800100" y="851743"/>
                </a:cubicBezTo>
                <a:cubicBezTo>
                  <a:pt x="800100" y="879599"/>
                  <a:pt x="782349" y="893679"/>
                  <a:pt x="770605" y="875139"/>
                </a:cubicBezTo>
                <a:cubicBezTo>
                  <a:pt x="764585" y="865633"/>
                  <a:pt x="762251" y="865296"/>
                  <a:pt x="762145" y="873918"/>
                </a:cubicBezTo>
                <a:cubicBezTo>
                  <a:pt x="761912" y="892949"/>
                  <a:pt x="732120" y="887656"/>
                  <a:pt x="726890" y="867655"/>
                </a:cubicBezTo>
                <a:cubicBezTo>
                  <a:pt x="724276" y="857662"/>
                  <a:pt x="714567" y="847506"/>
                  <a:pt x="705314" y="845086"/>
                </a:cubicBezTo>
                <a:cubicBezTo>
                  <a:pt x="696060" y="842666"/>
                  <a:pt x="685630" y="829297"/>
                  <a:pt x="682137" y="815377"/>
                </a:cubicBezTo>
                <a:cubicBezTo>
                  <a:pt x="639319" y="644777"/>
                  <a:pt x="434917" y="409574"/>
                  <a:pt x="329476" y="409575"/>
                </a:cubicBezTo>
                <a:cubicBezTo>
                  <a:pt x="301171" y="409575"/>
                  <a:pt x="262459" y="456399"/>
                  <a:pt x="252698" y="502443"/>
                </a:cubicBezTo>
                <a:cubicBezTo>
                  <a:pt x="246334" y="532465"/>
                  <a:pt x="229284" y="545578"/>
                  <a:pt x="227930" y="521493"/>
                </a:cubicBezTo>
                <a:cubicBezTo>
                  <a:pt x="226223" y="491132"/>
                  <a:pt x="210812" y="552803"/>
                  <a:pt x="210219" y="592369"/>
                </a:cubicBezTo>
                <a:cubicBezTo>
                  <a:pt x="209448" y="643809"/>
                  <a:pt x="225774" y="663502"/>
                  <a:pt x="230575" y="616924"/>
                </a:cubicBezTo>
                <a:cubicBezTo>
                  <a:pt x="233001" y="593394"/>
                  <a:pt x="236805" y="603239"/>
                  <a:pt x="246147" y="657225"/>
                </a:cubicBezTo>
                <a:cubicBezTo>
                  <a:pt x="280782" y="857365"/>
                  <a:pt x="411601" y="1108385"/>
                  <a:pt x="637666" y="1408480"/>
                </a:cubicBezTo>
                <a:cubicBezTo>
                  <a:pt x="666759" y="1447099"/>
                  <a:pt x="696991" y="1487819"/>
                  <a:pt x="704850" y="1498967"/>
                </a:cubicBezTo>
                <a:cubicBezTo>
                  <a:pt x="726613" y="1529844"/>
                  <a:pt x="773878" y="1581191"/>
                  <a:pt x="780199" y="1580824"/>
                </a:cubicBezTo>
                <a:cubicBezTo>
                  <a:pt x="783286" y="1580645"/>
                  <a:pt x="815816" y="1526377"/>
                  <a:pt x="852487" y="1460229"/>
                </a:cubicBezTo>
                <a:close/>
                <a:moveTo>
                  <a:pt x="507695" y="1473993"/>
                </a:moveTo>
                <a:cubicBezTo>
                  <a:pt x="502752" y="1467445"/>
                  <a:pt x="483059" y="1442504"/>
                  <a:pt x="463933" y="1418569"/>
                </a:cubicBezTo>
                <a:cubicBezTo>
                  <a:pt x="396647" y="1334366"/>
                  <a:pt x="278912" y="1161803"/>
                  <a:pt x="237316" y="1086421"/>
                </a:cubicBezTo>
                <a:cubicBezTo>
                  <a:pt x="214186" y="1044504"/>
                  <a:pt x="192237" y="1010082"/>
                  <a:pt x="188541" y="1009929"/>
                </a:cubicBezTo>
                <a:cubicBezTo>
                  <a:pt x="176412" y="1009425"/>
                  <a:pt x="209604" y="1089247"/>
                  <a:pt x="229061" y="1107374"/>
                </a:cubicBezTo>
                <a:cubicBezTo>
                  <a:pt x="239517" y="1117115"/>
                  <a:pt x="245636" y="1129027"/>
                  <a:pt x="242658" y="1133845"/>
                </a:cubicBezTo>
                <a:cubicBezTo>
                  <a:pt x="236254" y="1144207"/>
                  <a:pt x="252608" y="1176994"/>
                  <a:pt x="277513" y="1203727"/>
                </a:cubicBezTo>
                <a:cubicBezTo>
                  <a:pt x="287282" y="1214212"/>
                  <a:pt x="295275" y="1226009"/>
                  <a:pt x="295275" y="1229941"/>
                </a:cubicBezTo>
                <a:cubicBezTo>
                  <a:pt x="295275" y="1233874"/>
                  <a:pt x="312684" y="1257711"/>
                  <a:pt x="333962" y="1282914"/>
                </a:cubicBezTo>
                <a:cubicBezTo>
                  <a:pt x="438764" y="1407044"/>
                  <a:pt x="507967" y="1485900"/>
                  <a:pt x="512102" y="1485900"/>
                </a:cubicBezTo>
                <a:cubicBezTo>
                  <a:pt x="514621" y="1485900"/>
                  <a:pt x="512638" y="1480542"/>
                  <a:pt x="507695" y="1473993"/>
                </a:cubicBezTo>
                <a:close/>
                <a:moveTo>
                  <a:pt x="1245396" y="1219337"/>
                </a:moveTo>
                <a:cubicBezTo>
                  <a:pt x="1279530" y="1157448"/>
                  <a:pt x="1293412" y="1157333"/>
                  <a:pt x="1262062" y="1219200"/>
                </a:cubicBezTo>
                <a:cubicBezTo>
                  <a:pt x="1248789" y="1245393"/>
                  <a:pt x="1233716" y="1266825"/>
                  <a:pt x="1228567" y="1266825"/>
                </a:cubicBezTo>
                <a:cubicBezTo>
                  <a:pt x="1223418" y="1266825"/>
                  <a:pt x="1230991" y="1245455"/>
                  <a:pt x="1245396" y="1219337"/>
                </a:cubicBezTo>
                <a:close/>
                <a:moveTo>
                  <a:pt x="1561201" y="254793"/>
                </a:moveTo>
                <a:cubicBezTo>
                  <a:pt x="1558397" y="180549"/>
                  <a:pt x="1540331" y="131525"/>
                  <a:pt x="1504162" y="100012"/>
                </a:cubicBezTo>
                <a:lnTo>
                  <a:pt x="1482298" y="80962"/>
                </a:lnTo>
                <a:lnTo>
                  <a:pt x="1503349" y="111289"/>
                </a:lnTo>
                <a:cubicBezTo>
                  <a:pt x="1534654" y="156387"/>
                  <a:pt x="1552575" y="215134"/>
                  <a:pt x="1552575" y="272660"/>
                </a:cubicBezTo>
                <a:cubicBezTo>
                  <a:pt x="1552575" y="300814"/>
                  <a:pt x="1555102" y="323850"/>
                  <a:pt x="1558192" y="323850"/>
                </a:cubicBezTo>
                <a:cubicBezTo>
                  <a:pt x="1561282" y="323850"/>
                  <a:pt x="1562636" y="292774"/>
                  <a:pt x="1561201" y="254793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helf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4629150"/>
            <a:ext cx="9601200" cy="9791700"/>
          </a:xfrm>
          <a:prstGeom prst="rect">
            <a:avLst/>
          </a:prstGeom>
        </p:spPr>
      </p:pic>
      <p:pic>
        <p:nvPicPr>
          <p:cNvPr id="4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571625" y="5572125"/>
            <a:ext cx="3143250" cy="2571750"/>
          </a:xfrm>
          <a:prstGeom prst="rect">
            <a:avLst/>
          </a:prstGeom>
        </p:spPr>
      </p:pic>
      <p:sp>
        <p:nvSpPr>
          <p:cNvPr id="5" name="PHOTO: Option 1"/>
          <p:cNvSpPr/>
          <p:nvPr/>
        </p:nvSpPr>
        <p:spPr>
          <a:xfrm rot="-180000">
            <a:off x="2047875" y="604837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5572125" y="5572125"/>
            <a:ext cx="3143250" cy="2571750"/>
          </a:xfrm>
          <a:prstGeom prst="rect">
            <a:avLst/>
          </a:prstGeom>
        </p:spPr>
      </p:pic>
      <p:sp>
        <p:nvSpPr>
          <p:cNvPr id="7" name="PHOTO: Option 2"/>
          <p:cNvSpPr/>
          <p:nvPr/>
        </p:nvSpPr>
        <p:spPr>
          <a:xfrm rot="180000">
            <a:off x="6048375" y="604837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8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571625" y="8334375"/>
            <a:ext cx="3143250" cy="2571750"/>
          </a:xfrm>
          <a:prstGeom prst="rect">
            <a:avLst/>
          </a:prstGeom>
        </p:spPr>
      </p:pic>
      <p:sp>
        <p:nvSpPr>
          <p:cNvPr id="9" name="PHOTO: Option 3"/>
          <p:cNvSpPr/>
          <p:nvPr/>
        </p:nvSpPr>
        <p:spPr>
          <a:xfrm rot="-180000">
            <a:off x="2047875" y="8810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10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5572125" y="8334375"/>
            <a:ext cx="3143250" cy="2571750"/>
          </a:xfrm>
          <a:prstGeom prst="rect">
            <a:avLst/>
          </a:prstGeom>
        </p:spPr>
      </p:pic>
      <p:sp>
        <p:nvSpPr>
          <p:cNvPr id="11" name="PHOTO: Option 4"/>
          <p:cNvSpPr/>
          <p:nvPr/>
        </p:nvSpPr>
        <p:spPr>
          <a:xfrm rot="180000">
            <a:off x="6048375" y="8810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12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571625" y="11001375"/>
            <a:ext cx="3143250" cy="2571750"/>
          </a:xfrm>
          <a:prstGeom prst="rect">
            <a:avLst/>
          </a:prstGeom>
        </p:spPr>
      </p:pic>
      <p:sp>
        <p:nvSpPr>
          <p:cNvPr id="13" name="PHOTO: Option 5"/>
          <p:cNvSpPr/>
          <p:nvPr/>
        </p:nvSpPr>
        <p:spPr>
          <a:xfrm rot="-180000">
            <a:off x="2047875" y="11477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14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5572125" y="11001375"/>
            <a:ext cx="3143250" cy="2571750"/>
          </a:xfrm>
          <a:prstGeom prst="rect">
            <a:avLst/>
          </a:prstGeom>
        </p:spPr>
      </p:pic>
      <p:sp>
        <p:nvSpPr>
          <p:cNvPr id="15" name="PHOTO: Option 6"/>
          <p:cNvSpPr/>
          <p:nvPr/>
        </p:nvSpPr>
        <p:spPr>
          <a:xfrm rot="180000">
            <a:off x="6048375" y="11477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sp>
        <p:nvSpPr>
          <p:cNvPr id="16" name="LETTERING: Comment"/>
          <p:cNvSpPr txBox="1"/>
          <p:nvPr/>
        </p:nvSpPr>
        <p:spPr>
          <a:xfrm>
            <a:off x="857250" y="819150"/>
            <a:ext cx="8572500" cy="2171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50" i="0">
                <a:solidFill>
                  <a:srgbClr val="7A1732"/>
                </a:solidFill>
                <a:latin typeface="DM Serif Display"/>
              </a:rPr>
              <a:t>Comment</a:t>
            </a:r>
          </a:p>
        </p:txBody>
      </p:sp>
      <p:sp>
        <p:nvSpPr>
          <p:cNvPr id="17" name="TEXT: &quot;[KEYWORD]&quot;"/>
          <p:cNvSpPr/>
          <p:nvPr/>
        </p:nvSpPr>
        <p:spPr>
          <a:xfrm rot="21480000">
            <a:off x="2224088" y="2847975"/>
            <a:ext cx="5838825" cy="11620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7668" rIns="387668" tIns="155067" bIns="155067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sp>
        <p:nvSpPr>
          <p:cNvPr id="18" name="TEXT: all [6] at [shop]"/>
          <p:cNvSpPr/>
          <p:nvPr/>
        </p:nvSpPr>
        <p:spPr>
          <a:xfrm rot="120000">
            <a:off x="2571750" y="4129088"/>
            <a:ext cx="5143500" cy="885825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0688" rIns="170688" tIns="73152" bIns="73152"/>
          <a:lstStyle/>
          <a:p>
            <a:pPr algn="ctr">
              <a:lnSpc>
                <a:spcPts val="5856"/>
              </a:lnSpc>
            </a:pPr>
            <a:r>
              <a:rPr b="1" sz="4800">
                <a:solidFill>
                  <a:srgbClr val="181716"/>
                </a:solidFill>
                <a:latin typeface="Montserrat"/>
              </a:rPr>
              <a:t>all [6] at [shop]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