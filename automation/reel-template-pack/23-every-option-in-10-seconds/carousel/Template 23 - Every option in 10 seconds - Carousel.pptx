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No photo needed. Edit the [bracket]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Two option photos show in the lenses.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Option 1: its photo, its colour chip, its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Options 2 and 3, one in each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Option 4 as a print on the pegboard.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Options 5 and 6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The chips stay as they are (or recolour them to your options).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8. All six option photos on the shelf. Type your keyword and shop.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aint chip fan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0" y="6638925"/>
            <a:ext cx="10401300" cy="6724650"/>
          </a:xfrm>
          <a:prstGeom prst="rect">
            <a:avLst/>
          </a:prstGeom>
        </p:spPr>
      </p:pic>
      <p:pic>
        <p:nvPicPr>
          <p:cNvPr id="4" name="every option" descr="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790575" y="2090738"/>
            <a:ext cx="8705850" cy="2105025"/>
          </a:xfrm>
          <a:prstGeom prst="rect">
            <a:avLst/>
          </a:prstGeom>
        </p:spPr>
      </p:pic>
      <p:sp>
        <p:nvSpPr>
          <p:cNvPr id="5" name="TEXT: [in one swipe]"/>
          <p:cNvSpPr/>
          <p:nvPr/>
        </p:nvSpPr>
        <p:spPr>
          <a:xfrm rot="21480000">
            <a:off x="2138362" y="4400550"/>
            <a:ext cx="6010275" cy="1104900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13360" rIns="213360" tIns="91440" bIns="91440"/>
          <a:lstStyle/>
          <a:p>
            <a:pPr algn="ctr">
              <a:lnSpc>
                <a:spcPts val="7319"/>
              </a:lnSpc>
            </a:pPr>
            <a:r>
              <a:rPr b="1" sz="6000">
                <a:solidFill>
                  <a:srgbClr val="181716"/>
                </a:solidFill>
                <a:latin typeface="Montserrat"/>
              </a:rPr>
              <a:t>[in one swipe]</a:t>
            </a:r>
          </a:p>
        </p:txBody>
      </p:sp>
      <p:sp>
        <p:nvSpPr>
          <p:cNvPr id="6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glasses" descr="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5253038"/>
            <a:ext cx="10248900" cy="3971925"/>
          </a:xfrm>
          <a:prstGeom prst="rect">
            <a:avLst/>
          </a:prstGeom>
        </p:spPr>
      </p:pic>
      <p:pic>
        <p:nvPicPr>
          <p:cNvPr id="4" name="PHOTO: Option 5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198" y="5973434"/>
            <a:ext cx="3152775" cy="2590800"/>
          </a:xfrm>
          <a:prstGeom prst="ellipse">
            <a:avLst/>
          </a:prstGeom>
        </p:spPr>
      </p:pic>
      <p:pic>
        <p:nvPicPr>
          <p:cNvPr id="5" name="PHOTO: Option 6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027" y="5973434"/>
            <a:ext cx="3152775" cy="2590800"/>
          </a:xfrm>
          <a:prstGeom prst="ellipse">
            <a:avLst/>
          </a:prstGeom>
        </p:spPr>
      </p:pic>
      <p:sp>
        <p:nvSpPr>
          <p:cNvPr id="6" name="TEXT: [can't decide?]"/>
          <p:cNvSpPr/>
          <p:nvPr/>
        </p:nvSpPr>
        <p:spPr>
          <a:xfrm rot="120000">
            <a:off x="2195512" y="1714500"/>
            <a:ext cx="7419975" cy="133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rIns="256032" tIns="109728" bIns="109728"/>
          <a:lstStyle/>
          <a:p>
            <a:pPr algn="r">
              <a:lnSpc>
                <a:spcPts val="8784"/>
              </a:lnSpc>
            </a:pPr>
            <a:r>
              <a:rPr b="1" sz="7200">
                <a:solidFill>
                  <a:srgbClr val="181716"/>
                </a:solidFill>
                <a:latin typeface="Montserrat"/>
              </a:rPr>
              <a:t>[can't decide?]</a:t>
            </a:r>
          </a:p>
        </p:txBody>
      </p:sp>
      <p:sp>
        <p:nvSpPr>
          <p:cNvPr id="7" name="TEXT: [see them all]"/>
          <p:cNvSpPr/>
          <p:nvPr/>
        </p:nvSpPr>
        <p:spPr>
          <a:xfrm rot="120000">
            <a:off x="595312" y="12144375"/>
            <a:ext cx="4524375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[see them all]</a:t>
            </a:r>
          </a:p>
        </p:txBody>
      </p:sp>
      <p:pic>
        <p:nvPicPr>
          <p:cNvPr id="8" name="arrow" descr="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5095875" y="12272962"/>
            <a:ext cx="1619250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: Option 1 (fills the page)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4" name="paint chip" descr="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0000">
            <a:off x="-133350" y="7910512"/>
            <a:ext cx="3886200" cy="5514975"/>
          </a:xfrm>
          <a:prstGeom prst="rect">
            <a:avLst/>
          </a:prstGeom>
        </p:spPr>
      </p:pic>
      <p:sp>
        <p:nvSpPr>
          <p:cNvPr id="5" name="TEXT: [OPTION 1]"/>
          <p:cNvSpPr/>
          <p:nvPr/>
        </p:nvSpPr>
        <p:spPr>
          <a:xfrm rot="120000">
            <a:off x="2819400" y="10658475"/>
            <a:ext cx="5029200" cy="1162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4028" rIns="224028" tIns="96012" bIns="96012"/>
          <a:lstStyle/>
          <a:p>
            <a:pPr algn="ct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[OPTION 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: Option 2 (top half)" descr="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pic>
        <p:nvPicPr>
          <p:cNvPr id="4" name="PHOTO: Option 3 (bottom half)" descr="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000"/>
            <a:ext cx="10287000" cy="6858000"/>
          </a:xfrm>
          <a:prstGeom prst="rect">
            <a:avLst/>
          </a:prstGeom>
        </p:spPr>
      </p:pic>
      <p:pic>
        <p:nvPicPr>
          <p:cNvPr id="5" name="paint chip" descr="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0000">
            <a:off x="28575" y="3424238"/>
            <a:ext cx="2800350" cy="3819525"/>
          </a:xfrm>
          <a:prstGeom prst="rect">
            <a:avLst/>
          </a:prstGeom>
        </p:spPr>
      </p:pic>
      <p:sp>
        <p:nvSpPr>
          <p:cNvPr id="6" name="TEXT: [OPTION 2]"/>
          <p:cNvSpPr/>
          <p:nvPr/>
        </p:nvSpPr>
        <p:spPr>
          <a:xfrm rot="120000">
            <a:off x="1943100" y="5214938"/>
            <a:ext cx="4305300" cy="1000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ctr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[OPTION 2]</a:t>
            </a:r>
          </a:p>
        </p:txBody>
      </p:sp>
      <p:pic>
        <p:nvPicPr>
          <p:cNvPr id="7" name="paint chip" descr="0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40000">
            <a:off x="7458075" y="10086975"/>
            <a:ext cx="2800350" cy="3829050"/>
          </a:xfrm>
          <a:prstGeom prst="rect">
            <a:avLst/>
          </a:prstGeom>
        </p:spPr>
      </p:pic>
      <p:sp>
        <p:nvSpPr>
          <p:cNvPr id="8" name="TEXT: [OPTION 3]"/>
          <p:cNvSpPr/>
          <p:nvPr/>
        </p:nvSpPr>
        <p:spPr>
          <a:xfrm rot="21480000">
            <a:off x="4038600" y="11882438"/>
            <a:ext cx="4305300" cy="1000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ctr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[OPTION 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1143000" y="2381250"/>
            <a:ext cx="8001000" cy="9715500"/>
          </a:xfrm>
          <a:prstGeom prst="rect">
            <a:avLst/>
          </a:prstGeom>
        </p:spPr>
      </p:pic>
      <p:pic>
        <p:nvPicPr>
          <p:cNvPr id="4" name="PHOTO: Option 4" descr="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">
            <a:off x="1714500" y="2952750"/>
            <a:ext cx="6858000" cy="8572500"/>
          </a:xfrm>
          <a:prstGeom prst="rect">
            <a:avLst/>
          </a:prstGeom>
        </p:spPr>
      </p:pic>
      <p:pic>
        <p:nvPicPr>
          <p:cNvPr id="5" name="paint chip" descr="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120000">
            <a:off x="6438900" y="8963025"/>
            <a:ext cx="3886200" cy="5505450"/>
          </a:xfrm>
          <a:prstGeom prst="rect">
            <a:avLst/>
          </a:prstGeom>
        </p:spPr>
      </p:pic>
      <p:sp>
        <p:nvSpPr>
          <p:cNvPr id="6" name="TEXT: [OPTION 4]"/>
          <p:cNvSpPr/>
          <p:nvPr/>
        </p:nvSpPr>
        <p:spPr>
          <a:xfrm rot="120000">
            <a:off x="1238250" y="11925300"/>
            <a:ext cx="4762500" cy="1104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13360" rIns="213360" tIns="91440" bIns="91440"/>
          <a:lstStyle/>
          <a:p>
            <a:pPr algn="ctr">
              <a:lnSpc>
                <a:spcPts val="7319"/>
              </a:lnSpc>
            </a:pPr>
            <a:r>
              <a:rPr b="1" sz="6000">
                <a:solidFill>
                  <a:srgbClr val="181716"/>
                </a:solidFill>
                <a:latin typeface="Montserrat"/>
              </a:rPr>
              <a:t>[OPTION 4]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95250" y="2762250"/>
            <a:ext cx="5334000" cy="8953500"/>
          </a:xfrm>
          <a:prstGeom prst="rect">
            <a:avLst/>
          </a:prstGeom>
        </p:spPr>
      </p:pic>
      <p:pic>
        <p:nvPicPr>
          <p:cNvPr id="4" name="PHOTO: Option 5" descr="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">
            <a:off x="666750" y="3333750"/>
            <a:ext cx="4191000" cy="7810500"/>
          </a:xfrm>
          <a:prstGeom prst="rect">
            <a:avLst/>
          </a:prstGeom>
        </p:spPr>
      </p:pic>
      <p:pic>
        <p:nvPicPr>
          <p:cNvPr id="5" name="photo border" descr="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4857750" y="3143250"/>
            <a:ext cx="5334000" cy="8953500"/>
          </a:xfrm>
          <a:prstGeom prst="rect">
            <a:avLst/>
          </a:prstGeom>
        </p:spPr>
      </p:pic>
      <p:pic>
        <p:nvPicPr>
          <p:cNvPr id="6" name="PHOTO: Option 6" descr="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20000">
            <a:off x="5429250" y="3714750"/>
            <a:ext cx="4191000" cy="7810500"/>
          </a:xfrm>
          <a:prstGeom prst="rect">
            <a:avLst/>
          </a:prstGeom>
        </p:spPr>
      </p:pic>
      <p:sp>
        <p:nvSpPr>
          <p:cNvPr id="7" name="TEXT: [OPTION 5]"/>
          <p:cNvSpPr/>
          <p:nvPr/>
        </p:nvSpPr>
        <p:spPr>
          <a:xfrm rot="180000">
            <a:off x="790575" y="11639550"/>
            <a:ext cx="394335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ctr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[OPTION 5]</a:t>
            </a:r>
          </a:p>
        </p:txBody>
      </p:sp>
      <p:sp>
        <p:nvSpPr>
          <p:cNvPr id="8" name="TEXT: [OPTION 6]"/>
          <p:cNvSpPr/>
          <p:nvPr/>
        </p:nvSpPr>
        <p:spPr>
          <a:xfrm rot="21420000">
            <a:off x="5553075" y="12020550"/>
            <a:ext cx="394335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ctr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[OPTION 6]</a:t>
            </a:r>
          </a:p>
        </p:txBody>
      </p:sp>
      <p:sp>
        <p:nvSpPr>
          <p:cNvPr id="9" name="TEXT: which one?"/>
          <p:cNvSpPr/>
          <p:nvPr/>
        </p:nvSpPr>
        <p:spPr>
          <a:xfrm rot="120000">
            <a:off x="3000375" y="1704975"/>
            <a:ext cx="4286250" cy="971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6690" rIns="186690" tIns="80010" bIns="80010"/>
          <a:lstStyle/>
          <a:p>
            <a:pPr algn="ctr">
              <a:lnSpc>
                <a:spcPts val="6405"/>
              </a:lnSpc>
            </a:pPr>
            <a:r>
              <a:rPr b="1" sz="5250">
                <a:solidFill>
                  <a:srgbClr val="181716"/>
                </a:solidFill>
                <a:latin typeface="Montserrat"/>
              </a:rPr>
              <a:t>which one?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aint chip" descr="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-38100" y="4481512"/>
            <a:ext cx="3886200" cy="5514975"/>
          </a:xfrm>
          <a:prstGeom prst="rect">
            <a:avLst/>
          </a:prstGeom>
        </p:spPr>
      </p:pic>
      <p:pic>
        <p:nvPicPr>
          <p:cNvPr id="4" name="paint chip" descr="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60000">
            <a:off x="3200400" y="4486275"/>
            <a:ext cx="3886200" cy="5505450"/>
          </a:xfrm>
          <a:prstGeom prst="rect">
            <a:avLst/>
          </a:prstGeom>
        </p:spPr>
      </p:pic>
      <p:pic>
        <p:nvPicPr>
          <p:cNvPr id="5" name="paint chip" descr="0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6438900" y="4481512"/>
            <a:ext cx="3886200" cy="5514975"/>
          </a:xfrm>
          <a:prstGeom prst="rect">
            <a:avLst/>
          </a:prstGeom>
        </p:spPr>
      </p:pic>
      <p:pic>
        <p:nvPicPr>
          <p:cNvPr id="6" name="paint chip" descr="0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300000">
            <a:off x="-38100" y="8867775"/>
            <a:ext cx="3886200" cy="5505450"/>
          </a:xfrm>
          <a:prstGeom prst="rect">
            <a:avLst/>
          </a:prstGeom>
        </p:spPr>
      </p:pic>
      <p:pic>
        <p:nvPicPr>
          <p:cNvPr id="7" name="paint chip" descr="0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40000">
            <a:off x="3200400" y="8863012"/>
            <a:ext cx="3886200" cy="5514975"/>
          </a:xfrm>
          <a:prstGeom prst="rect">
            <a:avLst/>
          </a:prstGeom>
        </p:spPr>
      </p:pic>
      <p:pic>
        <p:nvPicPr>
          <p:cNvPr id="8" name="paint chip" descr="02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240000">
            <a:off x="6438900" y="8867775"/>
            <a:ext cx="3886200" cy="5505450"/>
          </a:xfrm>
          <a:prstGeom prst="rect">
            <a:avLst/>
          </a:prstGeom>
        </p:spPr>
      </p:pic>
      <p:sp>
        <p:nvSpPr>
          <p:cNvPr id="9" name="TEXT: pause on"/>
          <p:cNvSpPr/>
          <p:nvPr/>
        </p:nvSpPr>
        <p:spPr>
          <a:xfrm rot="120000">
            <a:off x="3348038" y="1690688"/>
            <a:ext cx="3590925" cy="1000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ctr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pause on</a:t>
            </a:r>
          </a:p>
        </p:txBody>
      </p:sp>
      <p:pic>
        <p:nvPicPr>
          <p:cNvPr id="10" name="your favourite" descr="02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2833688"/>
            <a:ext cx="8877300" cy="1952625"/>
          </a:xfrm>
          <a:prstGeom prst="rect">
            <a:avLst/>
          </a:prstGeom>
        </p:spPr>
      </p:pic>
      <p:pic>
        <p:nvPicPr>
          <p:cNvPr id="11" name="heart" descr="02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120000">
            <a:off x="4333875" y="11553825"/>
            <a:ext cx="1619250" cy="1847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shelf" descr="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4629150"/>
            <a:ext cx="9601200" cy="9791700"/>
          </a:xfrm>
          <a:prstGeom prst="rect">
            <a:avLst/>
          </a:prstGeom>
        </p:spPr>
      </p:pic>
      <p:pic>
        <p:nvPicPr>
          <p:cNvPr id="4" name="photo border" descr="0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">
            <a:off x="1571625" y="5572125"/>
            <a:ext cx="3143250" cy="2571750"/>
          </a:xfrm>
          <a:prstGeom prst="rect">
            <a:avLst/>
          </a:prstGeom>
        </p:spPr>
      </p:pic>
      <p:pic>
        <p:nvPicPr>
          <p:cNvPr id="5" name="PHOTO: Option 1" descr="0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2047875" y="6048375"/>
            <a:ext cx="2190750" cy="1619250"/>
          </a:xfrm>
          <a:prstGeom prst="rect">
            <a:avLst/>
          </a:prstGeom>
        </p:spPr>
      </p:pic>
      <p:pic>
        <p:nvPicPr>
          <p:cNvPr id="6" name="photo border" descr="0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20000">
            <a:off x="5572125" y="5572125"/>
            <a:ext cx="3143250" cy="2571750"/>
          </a:xfrm>
          <a:prstGeom prst="rect">
            <a:avLst/>
          </a:prstGeom>
        </p:spPr>
      </p:pic>
      <p:pic>
        <p:nvPicPr>
          <p:cNvPr id="7" name="PHOTO: Option 2" descr="0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20000">
            <a:off x="6048375" y="6048375"/>
            <a:ext cx="2190750" cy="1619250"/>
          </a:xfrm>
          <a:prstGeom prst="rect">
            <a:avLst/>
          </a:prstGeom>
        </p:spPr>
      </p:pic>
      <p:pic>
        <p:nvPicPr>
          <p:cNvPr id="8" name="photo border" descr="0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">
            <a:off x="1571625" y="8334375"/>
            <a:ext cx="3143250" cy="2571750"/>
          </a:xfrm>
          <a:prstGeom prst="rect">
            <a:avLst/>
          </a:prstGeom>
        </p:spPr>
      </p:pic>
      <p:pic>
        <p:nvPicPr>
          <p:cNvPr id="9" name="PHOTO: Option 3" descr="0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2047875" y="8810625"/>
            <a:ext cx="2190750" cy="1619250"/>
          </a:xfrm>
          <a:prstGeom prst="rect">
            <a:avLst/>
          </a:prstGeom>
        </p:spPr>
      </p:pic>
      <p:pic>
        <p:nvPicPr>
          <p:cNvPr id="10" name="photo border" descr="0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20000">
            <a:off x="5572125" y="8334375"/>
            <a:ext cx="3143250" cy="2571750"/>
          </a:xfrm>
          <a:prstGeom prst="rect">
            <a:avLst/>
          </a:prstGeom>
        </p:spPr>
      </p:pic>
      <p:pic>
        <p:nvPicPr>
          <p:cNvPr id="11" name="PHOTO: Option 4" descr="0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20000">
            <a:off x="6048375" y="8810625"/>
            <a:ext cx="2190750" cy="1619250"/>
          </a:xfrm>
          <a:prstGeom prst="rect">
            <a:avLst/>
          </a:prstGeom>
        </p:spPr>
      </p:pic>
      <p:pic>
        <p:nvPicPr>
          <p:cNvPr id="12" name="photo border" descr="0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">
            <a:off x="1571625" y="11001375"/>
            <a:ext cx="3143250" cy="2571750"/>
          </a:xfrm>
          <a:prstGeom prst="rect">
            <a:avLst/>
          </a:prstGeom>
        </p:spPr>
      </p:pic>
      <p:pic>
        <p:nvPicPr>
          <p:cNvPr id="13" name="PHOTO: Option 5" descr="0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2047875" y="11477625"/>
            <a:ext cx="2190750" cy="1619250"/>
          </a:xfrm>
          <a:prstGeom prst="rect">
            <a:avLst/>
          </a:prstGeom>
        </p:spPr>
      </p:pic>
      <p:pic>
        <p:nvPicPr>
          <p:cNvPr id="14" name="photo border" descr="0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20000">
            <a:off x="5572125" y="11001375"/>
            <a:ext cx="3143250" cy="2571750"/>
          </a:xfrm>
          <a:prstGeom prst="rect">
            <a:avLst/>
          </a:prstGeom>
        </p:spPr>
      </p:pic>
      <p:pic>
        <p:nvPicPr>
          <p:cNvPr id="15" name="PHOTO: Option 6" descr="0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20000">
            <a:off x="6048375" y="11477625"/>
            <a:ext cx="2190750" cy="1619250"/>
          </a:xfrm>
          <a:prstGeom prst="rect">
            <a:avLst/>
          </a:prstGeom>
        </p:spPr>
      </p:pic>
      <p:pic>
        <p:nvPicPr>
          <p:cNvPr id="16" name="Comment" descr="0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895350"/>
            <a:ext cx="8610600" cy="2019300"/>
          </a:xfrm>
          <a:prstGeom prst="rect">
            <a:avLst/>
          </a:prstGeom>
        </p:spPr>
      </p:pic>
      <p:sp>
        <p:nvSpPr>
          <p:cNvPr id="17" name="TEXT: &quot;[KEYWORD]&quot;"/>
          <p:cNvSpPr/>
          <p:nvPr/>
        </p:nvSpPr>
        <p:spPr>
          <a:xfrm rot="21480000">
            <a:off x="2224088" y="2847975"/>
            <a:ext cx="5838825" cy="1162050"/>
          </a:xfrm>
          <a:prstGeom prst="roundRect">
            <a:avLst>
              <a:gd name="adj" fmla="val 50000"/>
            </a:avLst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7668" rIns="387668" tIns="155067" bIns="155067"/>
          <a:lstStyle/>
          <a:p>
            <a:pPr algn="ctr">
              <a:lnSpc>
                <a:spcPts val="6771"/>
              </a:lnSpc>
            </a:pPr>
            <a:r>
              <a:rPr b="1" sz="5550">
                <a:solidFill>
                  <a:srgbClr val="FFFFFF"/>
                </a:solidFill>
                <a:latin typeface="Montserrat"/>
              </a:rPr>
              <a:t>"[KEYWORD]"</a:t>
            </a:r>
          </a:p>
        </p:txBody>
      </p:sp>
      <p:sp>
        <p:nvSpPr>
          <p:cNvPr id="18" name="TEXT: all [6] at [shop]"/>
          <p:cNvSpPr/>
          <p:nvPr/>
        </p:nvSpPr>
        <p:spPr>
          <a:xfrm rot="120000">
            <a:off x="2571750" y="4129088"/>
            <a:ext cx="5143500" cy="885825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0688" rIns="170688" tIns="73152" bIns="73152"/>
          <a:lstStyle/>
          <a:p>
            <a:pPr algn="ctr">
              <a:lnSpc>
                <a:spcPts val="5856"/>
              </a:lnSpc>
            </a:pPr>
            <a:r>
              <a:rPr b="1" sz="4800">
                <a:solidFill>
                  <a:srgbClr val="181716"/>
                </a:solidFill>
                <a:latin typeface="Montserrat"/>
              </a:rPr>
              <a:t>all [6] at [shop]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