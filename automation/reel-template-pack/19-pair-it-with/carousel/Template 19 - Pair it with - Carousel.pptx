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0287000" cy="1371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1. Hook. Your product goes in the left of the locket, the first pairing in the right. Edit [my steam mop].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2. Second hook: Instagram often shows a carousel starting on slide 2, so this one works as a cover on its own. Your product in the left of the locket. Edit both [bracket] 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3. Pairing 1: a full-page photo. Name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4. Pairing 2 in the right of the locket. Name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5. Pairing 3: swap in its photo. Name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6. Your product and its best pairing side by side. Edit the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7. Four photos: your product and its pairings. Type the bundle name and your keyword. Caption to start from (CTA in the first two sentences, 3 hashtags): Comment [KEYWORD] and I will send you [the link]. [One line of real context: who it helps or how you use it.] #[tag] #[tag] #[tag]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jp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jp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png"/><Relationship Id="rId4" Type="http://schemas.openxmlformats.org/officeDocument/2006/relationships/image" Target="../media/image9.jpg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0.png"/><Relationship Id="rId4" Type="http://schemas.openxmlformats.org/officeDocument/2006/relationships/image" Target="../media/image11.jpg"/><Relationship Id="rId5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gold locket" descr="0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" y="4043362"/>
            <a:ext cx="10172700" cy="8296275"/>
          </a:xfrm>
          <a:prstGeom prst="rect">
            <a:avLst/>
          </a:prstGeom>
        </p:spPr>
      </p:pic>
      <p:sp>
        <p:nvSpPr>
          <p:cNvPr id="4" name="PHOTO: Your product (left)"/>
          <p:cNvSpPr/>
          <p:nvPr/>
        </p:nvSpPr>
        <p:spPr>
          <a:xfrm rot="0">
            <a:off x="1325880" y="6717239"/>
            <a:ext cx="2971800" cy="4314825"/>
          </a:xfrm>
          <a:prstGeom prst="ellipse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  <p:sp>
        <p:nvSpPr>
          <p:cNvPr id="5" name="PHOTO: Pairing 1 (right)"/>
          <p:cNvSpPr/>
          <p:nvPr/>
        </p:nvSpPr>
        <p:spPr>
          <a:xfrm rot="0">
            <a:off x="5879592" y="6600186"/>
            <a:ext cx="2971800" cy="4505325"/>
          </a:xfrm>
          <a:prstGeom prst="ellipse">
            <a:avLst/>
          </a:prstGeom>
          <a:blipFill rotWithShape="1">
            <a:blip r:embed="rId5"/>
            <a:stretch>
              <a:fillRect/>
            </a:stretch>
          </a:blipFill>
          <a:ln>
            <a:noFill/>
          </a:ln>
        </p:spPr>
      </p:sp>
      <p:sp>
        <p:nvSpPr>
          <p:cNvPr id="6" name="LETTERING: pair it with"/>
          <p:cNvSpPr txBox="1"/>
          <p:nvPr/>
        </p:nvSpPr>
        <p:spPr>
          <a:xfrm rot="120000">
            <a:off x="895350" y="1219200"/>
            <a:ext cx="8496300" cy="19431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750" i="0">
                <a:solidFill>
                  <a:srgbClr val="FFFFFF"/>
                </a:solidFill>
                <a:latin typeface="DM Serif Display"/>
              </a:rPr>
              <a:t>pair </a:t>
            </a:r>
            <a:r>
              <a:rPr sz="12750" i="0">
                <a:solidFill>
                  <a:srgbClr val="FFFFFF"/>
                </a:solidFill>
                <a:latin typeface="DM Serif Display"/>
              </a:rPr>
              <a:t>it </a:t>
            </a:r>
            <a:r>
              <a:rPr sz="12750" i="1">
                <a:solidFill>
                  <a:srgbClr val="FFFFFF"/>
                </a:solidFill>
                <a:latin typeface="DM Serif Display"/>
              </a:rPr>
              <a:t>with</a:t>
            </a:r>
          </a:p>
        </p:txBody>
      </p:sp>
      <p:sp>
        <p:nvSpPr>
          <p:cNvPr id="7" name="TEXT: [my steam mop]"/>
          <p:cNvSpPr/>
          <p:nvPr/>
        </p:nvSpPr>
        <p:spPr>
          <a:xfrm rot="21480000">
            <a:off x="2371725" y="3367088"/>
            <a:ext cx="5543550" cy="8858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70688" rIns="170688" tIns="73152" bIns="73152"/>
          <a:lstStyle/>
          <a:p>
            <a:pPr algn="ctr">
              <a:lnSpc>
                <a:spcPts val="5856"/>
              </a:lnSpc>
            </a:pPr>
            <a:r>
              <a:rPr b="1" sz="4800">
                <a:solidFill>
                  <a:srgbClr val="181716"/>
                </a:solidFill>
                <a:latin typeface="Montserrat"/>
              </a:rPr>
              <a:t>[my steam mop]</a:t>
            </a:r>
          </a:p>
        </p:txBody>
      </p:sp>
      <p:sp>
        <p:nvSpPr>
          <p:cNvPr id="8" name="GUIDE (delete)"/>
          <p:cNvSpPr/>
          <p:nvPr/>
        </p:nvSpPr>
        <p:spPr>
          <a:xfrm>
            <a:off x="1352550" y="13063538"/>
            <a:ext cx="7581900" cy="3524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9342" rIns="69342" tIns="29718" bIns="29718"/>
          <a:lstStyle/>
          <a:p>
            <a:pPr algn="ctr">
              <a:lnSpc>
                <a:spcPts val="2379"/>
              </a:lnSpc>
            </a:pPr>
            <a:r>
              <a:rPr b="1" sz="1950">
                <a:solidFill>
                  <a:srgbClr val="FFFFFF"/>
                </a:solidFill>
                <a:latin typeface="Montserrat"/>
              </a:rPr>
              <a:t>Everything blue is a guide. Delete it before you download.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gold locket" descr="0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" y="3662362"/>
            <a:ext cx="10172700" cy="8296275"/>
          </a:xfrm>
          <a:prstGeom prst="rect">
            <a:avLst/>
          </a:prstGeom>
        </p:spPr>
      </p:pic>
      <p:sp>
        <p:nvSpPr>
          <p:cNvPr id="4" name="PHOTO: Your product (left)"/>
          <p:cNvSpPr/>
          <p:nvPr/>
        </p:nvSpPr>
        <p:spPr>
          <a:xfrm rot="0">
            <a:off x="1325880" y="6336239"/>
            <a:ext cx="2971800" cy="4314825"/>
          </a:xfrm>
          <a:prstGeom prst="ellipse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  <p:sp>
        <p:nvSpPr>
          <p:cNvPr id="5" name="TEXT: ?"/>
          <p:cNvSpPr/>
          <p:nvPr/>
        </p:nvSpPr>
        <p:spPr>
          <a:xfrm>
            <a:off x="6203442" y="6943087"/>
            <a:ext cx="2324100" cy="3057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86740" rIns="586740" tIns="251460" bIns="251460"/>
          <a:lstStyle/>
          <a:p>
            <a:pPr algn="ctr">
              <a:lnSpc>
                <a:spcPts val="20130"/>
              </a:lnSpc>
            </a:pPr>
            <a:r>
              <a:rPr b="0" sz="16500">
                <a:solidFill>
                  <a:srgbClr val="7A1732"/>
                </a:solidFill>
                <a:latin typeface="Bodoni FLF"/>
              </a:rPr>
              <a:t>?</a:t>
            </a:r>
          </a:p>
        </p:txBody>
      </p:sp>
      <p:sp>
        <p:nvSpPr>
          <p:cNvPr id="6" name="TEXT: [it's even better with a partner]"/>
          <p:cNvSpPr/>
          <p:nvPr/>
        </p:nvSpPr>
        <p:spPr>
          <a:xfrm rot="120000">
            <a:off x="2424112" y="833438"/>
            <a:ext cx="6962775" cy="21431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4028" rIns="224028" tIns="96012" bIns="96012"/>
          <a:lstStyle/>
          <a:p>
            <a:pPr algn="r">
              <a:lnSpc>
                <a:spcPts val="7686"/>
              </a:lnSpc>
            </a:pPr>
            <a:r>
              <a:rPr b="1" sz="6300">
                <a:solidFill>
                  <a:srgbClr val="181716"/>
                </a:solidFill>
                <a:latin typeface="Montserrat"/>
              </a:rPr>
              <a:t>[it's even better</a:t>
            </a:r>
          </a:p>
          <a:p>
            <a:pPr algn="r">
              <a:lnSpc>
                <a:spcPts val="7686"/>
              </a:lnSpc>
            </a:pPr>
            <a:r>
              <a:rPr b="1" sz="6300">
                <a:solidFill>
                  <a:srgbClr val="181716"/>
                </a:solidFill>
                <a:latin typeface="Montserrat"/>
              </a:rPr>
              <a:t>with a partner]</a:t>
            </a:r>
          </a:p>
        </p:txBody>
      </p:sp>
      <p:sp>
        <p:nvSpPr>
          <p:cNvPr id="7" name="TEXT: [see the pairs]"/>
          <p:cNvSpPr/>
          <p:nvPr/>
        </p:nvSpPr>
        <p:spPr>
          <a:xfrm rot="120000">
            <a:off x="514350" y="12430125"/>
            <a:ext cx="4686300" cy="8572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5354" rIns="165354" tIns="70866" bIns="70866"/>
          <a:lstStyle/>
          <a:p>
            <a:pPr algn="l">
              <a:lnSpc>
                <a:spcPts val="5673"/>
              </a:lnSpc>
            </a:pPr>
            <a:r>
              <a:rPr b="1" sz="4650">
                <a:solidFill>
                  <a:srgbClr val="181716"/>
                </a:solidFill>
                <a:latin typeface="Montserrat"/>
              </a:rPr>
              <a:t>[see the pairs]</a:t>
            </a:r>
          </a:p>
        </p:txBody>
      </p:sp>
      <p:sp>
        <p:nvSpPr>
          <p:cNvPr id="8" name="arrow"/>
          <p:cNvSpPr/>
          <p:nvPr/>
        </p:nvSpPr>
        <p:spPr>
          <a:xfrm rot="120000">
            <a:off x="5381625" y="12558712"/>
            <a:ext cx="1619250" cy="504825"/>
          </a:xfrm>
          <a:custGeom>
            <a:avLst/>
            <a:gdLst/>
            <a:ahLst/>
            <a:cxnLst/>
            <a:rect l="0" t="0" r="r" b="b"/>
            <a:pathLst>
              <a:path w="1619250" h="504825">
                <a:moveTo>
                  <a:pt x="1257300" y="480450"/>
                </a:moveTo>
                <a:cubicBezTo>
                  <a:pt x="1257300" y="466626"/>
                  <a:pt x="1253177" y="458623"/>
                  <a:pt x="1247775" y="461962"/>
                </a:cubicBezTo>
                <a:cubicBezTo>
                  <a:pt x="1242536" y="465200"/>
                  <a:pt x="1238235" y="460095"/>
                  <a:pt x="1238218" y="450618"/>
                </a:cubicBezTo>
                <a:cubicBezTo>
                  <a:pt x="1238201" y="441141"/>
                  <a:pt x="1271222" y="402197"/>
                  <a:pt x="1311598" y="364076"/>
                </a:cubicBezTo>
                <a:lnTo>
                  <a:pt x="1385010" y="294765"/>
                </a:lnTo>
                <a:lnTo>
                  <a:pt x="1266386" y="300090"/>
                </a:lnTo>
                <a:cubicBezTo>
                  <a:pt x="1201143" y="303019"/>
                  <a:pt x="950595" y="310034"/>
                  <a:pt x="709612" y="315678"/>
                </a:cubicBezTo>
                <a:cubicBezTo>
                  <a:pt x="468630" y="321323"/>
                  <a:pt x="223235" y="328686"/>
                  <a:pt x="164292" y="332039"/>
                </a:cubicBezTo>
                <a:cubicBezTo>
                  <a:pt x="81649" y="336741"/>
                  <a:pt x="57124" y="335412"/>
                  <a:pt x="57135" y="326231"/>
                </a:cubicBezTo>
                <a:cubicBezTo>
                  <a:pt x="57144" y="319190"/>
                  <a:pt x="44728" y="314325"/>
                  <a:pt x="26754" y="314324"/>
                </a:cubicBezTo>
                <a:cubicBezTo>
                  <a:pt x="-1225" y="314324"/>
                  <a:pt x="-2231" y="313294"/>
                  <a:pt x="14096" y="301355"/>
                </a:cubicBezTo>
                <a:cubicBezTo>
                  <a:pt x="39698" y="282634"/>
                  <a:pt x="40970" y="257174"/>
                  <a:pt x="16302" y="257175"/>
                </a:cubicBezTo>
                <a:cubicBezTo>
                  <a:pt x="4858" y="257175"/>
                  <a:pt x="89" y="253819"/>
                  <a:pt x="5238" y="249388"/>
                </a:cubicBezTo>
                <a:cubicBezTo>
                  <a:pt x="38131" y="221084"/>
                  <a:pt x="254251" y="205225"/>
                  <a:pt x="757237" y="194206"/>
                </a:cubicBezTo>
                <a:cubicBezTo>
                  <a:pt x="909161" y="190878"/>
                  <a:pt x="1109402" y="185468"/>
                  <a:pt x="1202217" y="182184"/>
                </a:cubicBezTo>
                <a:lnTo>
                  <a:pt x="1370973" y="176212"/>
                </a:lnTo>
                <a:lnTo>
                  <a:pt x="1306992" y="128587"/>
                </a:lnTo>
                <a:cubicBezTo>
                  <a:pt x="1271803" y="102393"/>
                  <a:pt x="1242899" y="74533"/>
                  <a:pt x="1242760" y="66675"/>
                </a:cubicBezTo>
                <a:cubicBezTo>
                  <a:pt x="1242622" y="58816"/>
                  <a:pt x="1239154" y="47029"/>
                  <a:pt x="1235054" y="40481"/>
                </a:cubicBezTo>
                <a:cubicBezTo>
                  <a:pt x="1224885" y="24237"/>
                  <a:pt x="1235722" y="9152"/>
                  <a:pt x="1252842" y="15722"/>
                </a:cubicBezTo>
                <a:cubicBezTo>
                  <a:pt x="1260532" y="18673"/>
                  <a:pt x="1266825" y="16343"/>
                  <a:pt x="1266825" y="10544"/>
                </a:cubicBezTo>
                <a:cubicBezTo>
                  <a:pt x="1266825" y="-9201"/>
                  <a:pt x="1283898" y="-5"/>
                  <a:pt x="1441695" y="104733"/>
                </a:cubicBezTo>
                <a:cubicBezTo>
                  <a:pt x="1620939" y="223706"/>
                  <a:pt x="1633427" y="237454"/>
                  <a:pt x="1593675" y="272033"/>
                </a:cubicBezTo>
                <a:cubicBezTo>
                  <a:pt x="1563065" y="298659"/>
                  <a:pt x="1336730" y="468567"/>
                  <a:pt x="1320437" y="477150"/>
                </a:cubicBezTo>
                <a:cubicBezTo>
                  <a:pt x="1255250" y="511492"/>
                  <a:pt x="1257300" y="511385"/>
                  <a:pt x="1257300" y="480450"/>
                </a:cubicBezTo>
                <a:close/>
              </a:path>
            </a:pathLst>
          </a:custGeom>
          <a:solidFill>
            <a:srgbClr val="7A1732"/>
          </a:solid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sp>
        <p:nvSpPr>
          <p:cNvPr id="3" name="PHOTO: Pairing 1 (fills the page)"/>
          <p:cNvSpPr/>
          <p:nvPr/>
        </p:nvSpPr>
        <p:spPr>
          <a:xfrm rot="0">
            <a:off x="0" y="0"/>
            <a:ext cx="10287000" cy="13716000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4" name="TEXT: + [the stick vacuum]"/>
          <p:cNvSpPr/>
          <p:nvPr/>
        </p:nvSpPr>
        <p:spPr>
          <a:xfrm rot="120000">
            <a:off x="1776412" y="11463338"/>
            <a:ext cx="6734175" cy="8858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70688" rIns="170688" tIns="73152" bIns="73152"/>
          <a:lstStyle/>
          <a:p>
            <a:pPr algn="ctr">
              <a:lnSpc>
                <a:spcPts val="5856"/>
              </a:lnSpc>
            </a:pPr>
            <a:r>
              <a:rPr b="1" sz="4800">
                <a:solidFill>
                  <a:srgbClr val="181716"/>
                </a:solidFill>
                <a:latin typeface="Montserrat"/>
              </a:rPr>
              <a:t>+ [the stick vacuum]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gold locket" descr="0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420000">
            <a:off x="57150" y="3090862"/>
            <a:ext cx="10172700" cy="8296275"/>
          </a:xfrm>
          <a:prstGeom prst="rect">
            <a:avLst/>
          </a:prstGeom>
        </p:spPr>
      </p:pic>
      <p:sp>
        <p:nvSpPr>
          <p:cNvPr id="4" name="PHOTO: Your product (left)"/>
          <p:cNvSpPr/>
          <p:nvPr/>
        </p:nvSpPr>
        <p:spPr>
          <a:xfrm rot="-180000">
            <a:off x="1364828" y="5885836"/>
            <a:ext cx="2971800" cy="4314825"/>
          </a:xfrm>
          <a:prstGeom prst="ellipse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  <p:sp>
        <p:nvSpPr>
          <p:cNvPr id="5" name="PHOTO: Pairing 2 (right)"/>
          <p:cNvSpPr/>
          <p:nvPr/>
        </p:nvSpPr>
        <p:spPr>
          <a:xfrm rot="-180000">
            <a:off x="5911159" y="5530490"/>
            <a:ext cx="2971800" cy="4505325"/>
          </a:xfrm>
          <a:prstGeom prst="ellipse">
            <a:avLst/>
          </a:prstGeom>
          <a:blipFill rotWithShape="1">
            <a:blip r:embed="rId5"/>
            <a:stretch>
              <a:fillRect/>
            </a:stretch>
          </a:blipFill>
          <a:ln>
            <a:noFill/>
          </a:ln>
        </p:spPr>
      </p:sp>
      <p:sp>
        <p:nvSpPr>
          <p:cNvPr id="6" name="TEXT: + [the odor spray]"/>
          <p:cNvSpPr/>
          <p:nvPr/>
        </p:nvSpPr>
        <p:spPr>
          <a:xfrm rot="21480000">
            <a:off x="2190750" y="11939588"/>
            <a:ext cx="5905500" cy="8858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70688" rIns="170688" tIns="73152" bIns="73152"/>
          <a:lstStyle/>
          <a:p>
            <a:pPr algn="ctr">
              <a:lnSpc>
                <a:spcPts val="5856"/>
              </a:lnSpc>
            </a:pPr>
            <a:r>
              <a:rPr b="1" sz="4800">
                <a:solidFill>
                  <a:srgbClr val="181716"/>
                </a:solidFill>
                <a:latin typeface="Montserrat"/>
              </a:rPr>
              <a:t>+ [the odor spray]</a:t>
            </a:r>
          </a:p>
        </p:txBody>
      </p:sp>
      <p:sp>
        <p:nvSpPr>
          <p:cNvPr id="7" name="heart"/>
          <p:cNvSpPr/>
          <p:nvPr/>
        </p:nvSpPr>
        <p:spPr>
          <a:xfrm rot="600000">
            <a:off x="1047750" y="2305050"/>
            <a:ext cx="1143000" cy="1104900"/>
          </a:xfrm>
          <a:custGeom>
            <a:avLst/>
            <a:gdLst/>
            <a:ahLst/>
            <a:cxnLst/>
            <a:rect l="0" t="0" r="r" b="b"/>
            <a:pathLst>
              <a:path w="1143000" h="1104900">
                <a:moveTo>
                  <a:pt x="597408" y="1086159"/>
                </a:moveTo>
                <a:cubicBezTo>
                  <a:pt x="542271" y="1058621"/>
                  <a:pt x="402749" y="963736"/>
                  <a:pt x="397516" y="950217"/>
                </a:cubicBezTo>
                <a:cubicBezTo>
                  <a:pt x="394960" y="943614"/>
                  <a:pt x="372302" y="923476"/>
                  <a:pt x="347165" y="905466"/>
                </a:cubicBezTo>
                <a:cubicBezTo>
                  <a:pt x="322029" y="887455"/>
                  <a:pt x="304610" y="877811"/>
                  <a:pt x="308456" y="884034"/>
                </a:cubicBezTo>
                <a:cubicBezTo>
                  <a:pt x="320533" y="903576"/>
                  <a:pt x="304902" y="896469"/>
                  <a:pt x="265255" y="864393"/>
                </a:cubicBezTo>
                <a:cubicBezTo>
                  <a:pt x="178822" y="794465"/>
                  <a:pt x="123825" y="739593"/>
                  <a:pt x="123825" y="723284"/>
                </a:cubicBezTo>
                <a:cubicBezTo>
                  <a:pt x="123825" y="706360"/>
                  <a:pt x="108553" y="690999"/>
                  <a:pt x="91438" y="690708"/>
                </a:cubicBezTo>
                <a:cubicBezTo>
                  <a:pt x="55341" y="690094"/>
                  <a:pt x="-9271" y="486388"/>
                  <a:pt x="4617" y="416986"/>
                </a:cubicBezTo>
                <a:cubicBezTo>
                  <a:pt x="23388" y="323193"/>
                  <a:pt x="98467" y="189115"/>
                  <a:pt x="123541" y="204612"/>
                </a:cubicBezTo>
                <a:cubicBezTo>
                  <a:pt x="133132" y="210539"/>
                  <a:pt x="200024" y="173353"/>
                  <a:pt x="200024" y="162094"/>
                </a:cubicBezTo>
                <a:cubicBezTo>
                  <a:pt x="200024" y="150018"/>
                  <a:pt x="246569" y="144642"/>
                  <a:pt x="251355" y="156165"/>
                </a:cubicBezTo>
                <a:cubicBezTo>
                  <a:pt x="254358" y="163398"/>
                  <a:pt x="258409" y="162885"/>
                  <a:pt x="264313" y="154525"/>
                </a:cubicBezTo>
                <a:cubicBezTo>
                  <a:pt x="281114" y="130736"/>
                  <a:pt x="439882" y="183629"/>
                  <a:pt x="424821" y="207997"/>
                </a:cubicBezTo>
                <a:cubicBezTo>
                  <a:pt x="422211" y="212221"/>
                  <a:pt x="428161" y="222600"/>
                  <a:pt x="438044" y="231062"/>
                </a:cubicBezTo>
                <a:cubicBezTo>
                  <a:pt x="450937" y="242101"/>
                  <a:pt x="457362" y="243254"/>
                  <a:pt x="460787" y="235142"/>
                </a:cubicBezTo>
                <a:cubicBezTo>
                  <a:pt x="463611" y="228456"/>
                  <a:pt x="483440" y="242841"/>
                  <a:pt x="509322" y="270352"/>
                </a:cubicBezTo>
                <a:cubicBezTo>
                  <a:pt x="533390" y="295935"/>
                  <a:pt x="554456" y="315223"/>
                  <a:pt x="556135" y="313214"/>
                </a:cubicBezTo>
                <a:cubicBezTo>
                  <a:pt x="557814" y="311206"/>
                  <a:pt x="575159" y="284297"/>
                  <a:pt x="594680" y="253418"/>
                </a:cubicBezTo>
                <a:cubicBezTo>
                  <a:pt x="732706" y="35080"/>
                  <a:pt x="949344" y="-59312"/>
                  <a:pt x="1064791" y="48582"/>
                </a:cubicBezTo>
                <a:cubicBezTo>
                  <a:pt x="1147915" y="126268"/>
                  <a:pt x="1165917" y="296366"/>
                  <a:pt x="1109812" y="473970"/>
                </a:cubicBezTo>
                <a:cubicBezTo>
                  <a:pt x="1087803" y="543642"/>
                  <a:pt x="1054993" y="600692"/>
                  <a:pt x="1070840" y="541736"/>
                </a:cubicBezTo>
                <a:cubicBezTo>
                  <a:pt x="1074184" y="529293"/>
                  <a:pt x="1060526" y="551259"/>
                  <a:pt x="1040487" y="590550"/>
                </a:cubicBezTo>
                <a:cubicBezTo>
                  <a:pt x="1000047" y="669843"/>
                  <a:pt x="947325" y="754456"/>
                  <a:pt x="898485" y="818443"/>
                </a:cubicBezTo>
                <a:cubicBezTo>
                  <a:pt x="878704" y="844359"/>
                  <a:pt x="870177" y="862990"/>
                  <a:pt x="876349" y="866805"/>
                </a:cubicBezTo>
                <a:cubicBezTo>
                  <a:pt x="889105" y="874689"/>
                  <a:pt x="850636" y="925428"/>
                  <a:pt x="834681" y="921764"/>
                </a:cubicBezTo>
                <a:cubicBezTo>
                  <a:pt x="828458" y="920335"/>
                  <a:pt x="804409" y="937382"/>
                  <a:pt x="781239" y="959645"/>
                </a:cubicBezTo>
                <a:cubicBezTo>
                  <a:pt x="729962" y="1008916"/>
                  <a:pt x="737372" y="1013719"/>
                  <a:pt x="790547" y="965679"/>
                </a:cubicBezTo>
                <a:cubicBezTo>
                  <a:pt x="849358" y="912546"/>
                  <a:pt x="835636" y="941445"/>
                  <a:pt x="772287" y="1004132"/>
                </a:cubicBezTo>
                <a:cubicBezTo>
                  <a:pt x="730251" y="1045730"/>
                  <a:pt x="708645" y="1060199"/>
                  <a:pt x="687395" y="1060984"/>
                </a:cubicBezTo>
                <a:cubicBezTo>
                  <a:pt x="671718" y="1061563"/>
                  <a:pt x="660508" y="1063672"/>
                  <a:pt x="662485" y="1065671"/>
                </a:cubicBezTo>
                <a:cubicBezTo>
                  <a:pt x="667727" y="1070970"/>
                  <a:pt x="648243" y="1104967"/>
                  <a:pt x="640221" y="1104520"/>
                </a:cubicBezTo>
                <a:cubicBezTo>
                  <a:pt x="636476" y="1104311"/>
                  <a:pt x="617210" y="1096049"/>
                  <a:pt x="597408" y="1086159"/>
                </a:cubicBezTo>
                <a:close/>
                <a:moveTo>
                  <a:pt x="804474" y="906196"/>
                </a:moveTo>
                <a:cubicBezTo>
                  <a:pt x="802649" y="904304"/>
                  <a:pt x="814013" y="891937"/>
                  <a:pt x="829727" y="878714"/>
                </a:cubicBezTo>
                <a:cubicBezTo>
                  <a:pt x="846149" y="864896"/>
                  <a:pt x="856097" y="848935"/>
                  <a:pt x="853121" y="841179"/>
                </a:cubicBezTo>
                <a:cubicBezTo>
                  <a:pt x="849877" y="832725"/>
                  <a:pt x="852009" y="830198"/>
                  <a:pt x="858830" y="834414"/>
                </a:cubicBezTo>
                <a:cubicBezTo>
                  <a:pt x="865679" y="838647"/>
                  <a:pt x="867101" y="836909"/>
                  <a:pt x="862664" y="829729"/>
                </a:cubicBezTo>
                <a:cubicBezTo>
                  <a:pt x="853855" y="815476"/>
                  <a:pt x="874916" y="788595"/>
                  <a:pt x="888375" y="796914"/>
                </a:cubicBezTo>
                <a:cubicBezTo>
                  <a:pt x="894156" y="800486"/>
                  <a:pt x="895441" y="798428"/>
                  <a:pt x="891456" y="791981"/>
                </a:cubicBezTo>
                <a:cubicBezTo>
                  <a:pt x="887696" y="785897"/>
                  <a:pt x="892761" y="769162"/>
                  <a:pt x="902710" y="754791"/>
                </a:cubicBezTo>
                <a:cubicBezTo>
                  <a:pt x="925501" y="721873"/>
                  <a:pt x="939228" y="693577"/>
                  <a:pt x="920006" y="719137"/>
                </a:cubicBezTo>
                <a:cubicBezTo>
                  <a:pt x="858914" y="800373"/>
                  <a:pt x="722483" y="974327"/>
                  <a:pt x="710330" y="986480"/>
                </a:cubicBezTo>
                <a:cubicBezTo>
                  <a:pt x="702077" y="994733"/>
                  <a:pt x="695363" y="1006537"/>
                  <a:pt x="695409" y="1012711"/>
                </a:cubicBezTo>
                <a:cubicBezTo>
                  <a:pt x="695456" y="1018885"/>
                  <a:pt x="720761" y="998220"/>
                  <a:pt x="751643" y="966787"/>
                </a:cubicBezTo>
                <a:cubicBezTo>
                  <a:pt x="782525" y="935355"/>
                  <a:pt x="806299" y="908089"/>
                  <a:pt x="804474" y="906196"/>
                </a:cubicBezTo>
                <a:close/>
                <a:moveTo>
                  <a:pt x="633968" y="925189"/>
                </a:moveTo>
                <a:cubicBezTo>
                  <a:pt x="646404" y="915407"/>
                  <a:pt x="653509" y="904004"/>
                  <a:pt x="649758" y="899849"/>
                </a:cubicBezTo>
                <a:cubicBezTo>
                  <a:pt x="646006" y="895695"/>
                  <a:pt x="647809" y="895078"/>
                  <a:pt x="653764" y="898480"/>
                </a:cubicBezTo>
                <a:cubicBezTo>
                  <a:pt x="659719" y="901882"/>
                  <a:pt x="669542" y="898699"/>
                  <a:pt x="675593" y="891408"/>
                </a:cubicBezTo>
                <a:cubicBezTo>
                  <a:pt x="681892" y="883818"/>
                  <a:pt x="682762" y="876738"/>
                  <a:pt x="677628" y="874845"/>
                </a:cubicBezTo>
                <a:cubicBezTo>
                  <a:pt x="672697" y="873025"/>
                  <a:pt x="704723" y="817959"/>
                  <a:pt x="748797" y="752475"/>
                </a:cubicBezTo>
                <a:cubicBezTo>
                  <a:pt x="922623" y="494211"/>
                  <a:pt x="1015145" y="232906"/>
                  <a:pt x="952757" y="176445"/>
                </a:cubicBezTo>
                <a:cubicBezTo>
                  <a:pt x="906084" y="134207"/>
                  <a:pt x="729090" y="282882"/>
                  <a:pt x="670909" y="413198"/>
                </a:cubicBezTo>
                <a:cubicBezTo>
                  <a:pt x="652246" y="455000"/>
                  <a:pt x="638622" y="474296"/>
                  <a:pt x="629971" y="471180"/>
                </a:cubicBezTo>
                <a:cubicBezTo>
                  <a:pt x="620245" y="467676"/>
                  <a:pt x="618562" y="472713"/>
                  <a:pt x="623238" y="491340"/>
                </a:cubicBezTo>
                <a:cubicBezTo>
                  <a:pt x="626799" y="505530"/>
                  <a:pt x="624712" y="521904"/>
                  <a:pt x="618368" y="529548"/>
                </a:cubicBezTo>
                <a:cubicBezTo>
                  <a:pt x="605054" y="545591"/>
                  <a:pt x="586548" y="547579"/>
                  <a:pt x="596222" y="531928"/>
                </a:cubicBezTo>
                <a:cubicBezTo>
                  <a:pt x="600466" y="525060"/>
                  <a:pt x="598831" y="523519"/>
                  <a:pt x="591866" y="527823"/>
                </a:cubicBezTo>
                <a:cubicBezTo>
                  <a:pt x="585732" y="531614"/>
                  <a:pt x="582997" y="538410"/>
                  <a:pt x="585787" y="542925"/>
                </a:cubicBezTo>
                <a:cubicBezTo>
                  <a:pt x="596229" y="559821"/>
                  <a:pt x="570627" y="562430"/>
                  <a:pt x="540649" y="547524"/>
                </a:cubicBezTo>
                <a:cubicBezTo>
                  <a:pt x="522866" y="538683"/>
                  <a:pt x="487191" y="501319"/>
                  <a:pt x="457200" y="460128"/>
                </a:cubicBezTo>
                <a:cubicBezTo>
                  <a:pt x="342159" y="302125"/>
                  <a:pt x="217158" y="278743"/>
                  <a:pt x="181118" y="408486"/>
                </a:cubicBezTo>
                <a:cubicBezTo>
                  <a:pt x="163235" y="472868"/>
                  <a:pt x="181294" y="582197"/>
                  <a:pt x="214342" y="609624"/>
                </a:cubicBezTo>
                <a:cubicBezTo>
                  <a:pt x="222184" y="616132"/>
                  <a:pt x="228600" y="625883"/>
                  <a:pt x="228600" y="631292"/>
                </a:cubicBezTo>
                <a:cubicBezTo>
                  <a:pt x="228600" y="636701"/>
                  <a:pt x="219139" y="632962"/>
                  <a:pt x="207576" y="622982"/>
                </a:cubicBezTo>
                <a:cubicBezTo>
                  <a:pt x="194995" y="612123"/>
                  <a:pt x="199141" y="621092"/>
                  <a:pt x="217902" y="645318"/>
                </a:cubicBezTo>
                <a:cubicBezTo>
                  <a:pt x="251871" y="689183"/>
                  <a:pt x="259939" y="695071"/>
                  <a:pt x="250532" y="669131"/>
                </a:cubicBezTo>
                <a:cubicBezTo>
                  <a:pt x="247207" y="659963"/>
                  <a:pt x="269844" y="676752"/>
                  <a:pt x="300837" y="706439"/>
                </a:cubicBezTo>
                <a:cubicBezTo>
                  <a:pt x="366973" y="769789"/>
                  <a:pt x="384743" y="784449"/>
                  <a:pt x="504825" y="874727"/>
                </a:cubicBezTo>
                <a:cubicBezTo>
                  <a:pt x="606142" y="950899"/>
                  <a:pt x="602896" y="949630"/>
                  <a:pt x="633968" y="925189"/>
                </a:cubicBezTo>
                <a:close/>
                <a:moveTo>
                  <a:pt x="352425" y="863085"/>
                </a:moveTo>
                <a:cubicBezTo>
                  <a:pt x="352425" y="861056"/>
                  <a:pt x="321349" y="834445"/>
                  <a:pt x="283368" y="803951"/>
                </a:cubicBezTo>
                <a:cubicBezTo>
                  <a:pt x="245387" y="773457"/>
                  <a:pt x="220741" y="756560"/>
                  <a:pt x="228600" y="766402"/>
                </a:cubicBezTo>
                <a:cubicBezTo>
                  <a:pt x="249983" y="793186"/>
                  <a:pt x="352425" y="873172"/>
                  <a:pt x="352425" y="863085"/>
                </a:cubicBezTo>
                <a:close/>
                <a:moveTo>
                  <a:pt x="419100" y="233607"/>
                </a:moveTo>
                <a:cubicBezTo>
                  <a:pt x="419100" y="231122"/>
                  <a:pt x="406101" y="222367"/>
                  <a:pt x="390213" y="214151"/>
                </a:cubicBezTo>
                <a:cubicBezTo>
                  <a:pt x="374326" y="205935"/>
                  <a:pt x="363649" y="195455"/>
                  <a:pt x="366488" y="190861"/>
                </a:cubicBezTo>
                <a:cubicBezTo>
                  <a:pt x="374651" y="177654"/>
                  <a:pt x="307717" y="159770"/>
                  <a:pt x="276108" y="166712"/>
                </a:cubicBezTo>
                <a:cubicBezTo>
                  <a:pt x="239321" y="174792"/>
                  <a:pt x="246823" y="186599"/>
                  <a:pt x="292661" y="192764"/>
                </a:cubicBezTo>
                <a:cubicBezTo>
                  <a:pt x="312434" y="195424"/>
                  <a:pt x="345757" y="206251"/>
                  <a:pt x="366712" y="216824"/>
                </a:cubicBezTo>
                <a:cubicBezTo>
                  <a:pt x="406909" y="237107"/>
                  <a:pt x="419100" y="241012"/>
                  <a:pt x="419100" y="233607"/>
                </a:cubicBezTo>
                <a:close/>
                <a:moveTo>
                  <a:pt x="1087944" y="94090"/>
                </a:moveTo>
                <a:cubicBezTo>
                  <a:pt x="1077589" y="77737"/>
                  <a:pt x="1055083" y="55470"/>
                  <a:pt x="1037930" y="44610"/>
                </a:cubicBezTo>
                <a:cubicBezTo>
                  <a:pt x="1011190" y="27679"/>
                  <a:pt x="1013402" y="31780"/>
                  <a:pt x="1053440" y="73367"/>
                </a:cubicBezTo>
                <a:cubicBezTo>
                  <a:pt x="1108845" y="130915"/>
                  <a:pt x="1112741" y="133255"/>
                  <a:pt x="1087944" y="94090"/>
                </a:cubicBezTo>
                <a:close/>
              </a:path>
            </a:pathLst>
          </a:custGeom>
          <a:solidFill>
            <a:srgbClr val="7A1732"/>
          </a:solidFill>
          <a:ln>
            <a:noFill/>
          </a:ln>
        </p:spPr>
      </p:sp>
      <p:sp>
        <p:nvSpPr>
          <p:cNvPr id="8" name="heart"/>
          <p:cNvSpPr/>
          <p:nvPr/>
        </p:nvSpPr>
        <p:spPr>
          <a:xfrm rot="-720000">
            <a:off x="8001000" y="11068050"/>
            <a:ext cx="1143000" cy="1104900"/>
          </a:xfrm>
          <a:custGeom>
            <a:avLst/>
            <a:gdLst/>
            <a:ahLst/>
            <a:cxnLst/>
            <a:rect l="0" t="0" r="r" b="b"/>
            <a:pathLst>
              <a:path w="1143000" h="1104900">
                <a:moveTo>
                  <a:pt x="597408" y="1086159"/>
                </a:moveTo>
                <a:cubicBezTo>
                  <a:pt x="542271" y="1058621"/>
                  <a:pt x="402749" y="963736"/>
                  <a:pt x="397516" y="950217"/>
                </a:cubicBezTo>
                <a:cubicBezTo>
                  <a:pt x="394960" y="943614"/>
                  <a:pt x="372302" y="923476"/>
                  <a:pt x="347165" y="905466"/>
                </a:cubicBezTo>
                <a:cubicBezTo>
                  <a:pt x="322029" y="887455"/>
                  <a:pt x="304610" y="877811"/>
                  <a:pt x="308456" y="884034"/>
                </a:cubicBezTo>
                <a:cubicBezTo>
                  <a:pt x="320533" y="903576"/>
                  <a:pt x="304902" y="896469"/>
                  <a:pt x="265255" y="864393"/>
                </a:cubicBezTo>
                <a:cubicBezTo>
                  <a:pt x="178822" y="794465"/>
                  <a:pt x="123825" y="739593"/>
                  <a:pt x="123825" y="723284"/>
                </a:cubicBezTo>
                <a:cubicBezTo>
                  <a:pt x="123825" y="706360"/>
                  <a:pt x="108553" y="690999"/>
                  <a:pt x="91438" y="690708"/>
                </a:cubicBezTo>
                <a:cubicBezTo>
                  <a:pt x="55341" y="690094"/>
                  <a:pt x="-9271" y="486388"/>
                  <a:pt x="4617" y="416986"/>
                </a:cubicBezTo>
                <a:cubicBezTo>
                  <a:pt x="23388" y="323193"/>
                  <a:pt x="98467" y="189115"/>
                  <a:pt x="123541" y="204612"/>
                </a:cubicBezTo>
                <a:cubicBezTo>
                  <a:pt x="133132" y="210539"/>
                  <a:pt x="200024" y="173353"/>
                  <a:pt x="200024" y="162094"/>
                </a:cubicBezTo>
                <a:cubicBezTo>
                  <a:pt x="200024" y="150018"/>
                  <a:pt x="246569" y="144642"/>
                  <a:pt x="251355" y="156165"/>
                </a:cubicBezTo>
                <a:cubicBezTo>
                  <a:pt x="254358" y="163398"/>
                  <a:pt x="258409" y="162885"/>
                  <a:pt x="264313" y="154525"/>
                </a:cubicBezTo>
                <a:cubicBezTo>
                  <a:pt x="281114" y="130736"/>
                  <a:pt x="439882" y="183629"/>
                  <a:pt x="424821" y="207997"/>
                </a:cubicBezTo>
                <a:cubicBezTo>
                  <a:pt x="422211" y="212221"/>
                  <a:pt x="428161" y="222600"/>
                  <a:pt x="438044" y="231062"/>
                </a:cubicBezTo>
                <a:cubicBezTo>
                  <a:pt x="450937" y="242101"/>
                  <a:pt x="457362" y="243254"/>
                  <a:pt x="460787" y="235142"/>
                </a:cubicBezTo>
                <a:cubicBezTo>
                  <a:pt x="463611" y="228456"/>
                  <a:pt x="483440" y="242841"/>
                  <a:pt x="509322" y="270352"/>
                </a:cubicBezTo>
                <a:cubicBezTo>
                  <a:pt x="533390" y="295935"/>
                  <a:pt x="554456" y="315223"/>
                  <a:pt x="556135" y="313214"/>
                </a:cubicBezTo>
                <a:cubicBezTo>
                  <a:pt x="557814" y="311206"/>
                  <a:pt x="575159" y="284297"/>
                  <a:pt x="594680" y="253418"/>
                </a:cubicBezTo>
                <a:cubicBezTo>
                  <a:pt x="732706" y="35080"/>
                  <a:pt x="949344" y="-59312"/>
                  <a:pt x="1064791" y="48582"/>
                </a:cubicBezTo>
                <a:cubicBezTo>
                  <a:pt x="1147915" y="126268"/>
                  <a:pt x="1165917" y="296366"/>
                  <a:pt x="1109812" y="473970"/>
                </a:cubicBezTo>
                <a:cubicBezTo>
                  <a:pt x="1087803" y="543642"/>
                  <a:pt x="1054993" y="600692"/>
                  <a:pt x="1070840" y="541736"/>
                </a:cubicBezTo>
                <a:cubicBezTo>
                  <a:pt x="1074184" y="529293"/>
                  <a:pt x="1060526" y="551259"/>
                  <a:pt x="1040487" y="590550"/>
                </a:cubicBezTo>
                <a:cubicBezTo>
                  <a:pt x="1000047" y="669843"/>
                  <a:pt x="947325" y="754456"/>
                  <a:pt x="898485" y="818443"/>
                </a:cubicBezTo>
                <a:cubicBezTo>
                  <a:pt x="878704" y="844359"/>
                  <a:pt x="870177" y="862990"/>
                  <a:pt x="876349" y="866805"/>
                </a:cubicBezTo>
                <a:cubicBezTo>
                  <a:pt x="889105" y="874689"/>
                  <a:pt x="850636" y="925428"/>
                  <a:pt x="834681" y="921764"/>
                </a:cubicBezTo>
                <a:cubicBezTo>
                  <a:pt x="828458" y="920335"/>
                  <a:pt x="804409" y="937382"/>
                  <a:pt x="781239" y="959645"/>
                </a:cubicBezTo>
                <a:cubicBezTo>
                  <a:pt x="729962" y="1008916"/>
                  <a:pt x="737372" y="1013719"/>
                  <a:pt x="790547" y="965679"/>
                </a:cubicBezTo>
                <a:cubicBezTo>
                  <a:pt x="849358" y="912546"/>
                  <a:pt x="835636" y="941445"/>
                  <a:pt x="772287" y="1004132"/>
                </a:cubicBezTo>
                <a:cubicBezTo>
                  <a:pt x="730251" y="1045730"/>
                  <a:pt x="708645" y="1060199"/>
                  <a:pt x="687395" y="1060984"/>
                </a:cubicBezTo>
                <a:cubicBezTo>
                  <a:pt x="671718" y="1061563"/>
                  <a:pt x="660508" y="1063672"/>
                  <a:pt x="662485" y="1065671"/>
                </a:cubicBezTo>
                <a:cubicBezTo>
                  <a:pt x="667727" y="1070970"/>
                  <a:pt x="648243" y="1104967"/>
                  <a:pt x="640221" y="1104520"/>
                </a:cubicBezTo>
                <a:cubicBezTo>
                  <a:pt x="636476" y="1104311"/>
                  <a:pt x="617210" y="1096049"/>
                  <a:pt x="597408" y="1086159"/>
                </a:cubicBezTo>
                <a:close/>
                <a:moveTo>
                  <a:pt x="804474" y="906196"/>
                </a:moveTo>
                <a:cubicBezTo>
                  <a:pt x="802649" y="904304"/>
                  <a:pt x="814013" y="891937"/>
                  <a:pt x="829727" y="878714"/>
                </a:cubicBezTo>
                <a:cubicBezTo>
                  <a:pt x="846149" y="864896"/>
                  <a:pt x="856097" y="848935"/>
                  <a:pt x="853121" y="841179"/>
                </a:cubicBezTo>
                <a:cubicBezTo>
                  <a:pt x="849877" y="832725"/>
                  <a:pt x="852009" y="830198"/>
                  <a:pt x="858830" y="834414"/>
                </a:cubicBezTo>
                <a:cubicBezTo>
                  <a:pt x="865679" y="838647"/>
                  <a:pt x="867101" y="836909"/>
                  <a:pt x="862664" y="829729"/>
                </a:cubicBezTo>
                <a:cubicBezTo>
                  <a:pt x="853855" y="815476"/>
                  <a:pt x="874916" y="788595"/>
                  <a:pt x="888375" y="796914"/>
                </a:cubicBezTo>
                <a:cubicBezTo>
                  <a:pt x="894156" y="800486"/>
                  <a:pt x="895441" y="798428"/>
                  <a:pt x="891456" y="791981"/>
                </a:cubicBezTo>
                <a:cubicBezTo>
                  <a:pt x="887696" y="785897"/>
                  <a:pt x="892761" y="769162"/>
                  <a:pt x="902710" y="754791"/>
                </a:cubicBezTo>
                <a:cubicBezTo>
                  <a:pt x="925501" y="721873"/>
                  <a:pt x="939228" y="693577"/>
                  <a:pt x="920006" y="719137"/>
                </a:cubicBezTo>
                <a:cubicBezTo>
                  <a:pt x="858914" y="800373"/>
                  <a:pt x="722483" y="974327"/>
                  <a:pt x="710330" y="986480"/>
                </a:cubicBezTo>
                <a:cubicBezTo>
                  <a:pt x="702077" y="994733"/>
                  <a:pt x="695363" y="1006537"/>
                  <a:pt x="695409" y="1012711"/>
                </a:cubicBezTo>
                <a:cubicBezTo>
                  <a:pt x="695456" y="1018885"/>
                  <a:pt x="720761" y="998220"/>
                  <a:pt x="751643" y="966787"/>
                </a:cubicBezTo>
                <a:cubicBezTo>
                  <a:pt x="782525" y="935355"/>
                  <a:pt x="806299" y="908089"/>
                  <a:pt x="804474" y="906196"/>
                </a:cubicBezTo>
                <a:close/>
                <a:moveTo>
                  <a:pt x="633968" y="925189"/>
                </a:moveTo>
                <a:cubicBezTo>
                  <a:pt x="646404" y="915407"/>
                  <a:pt x="653509" y="904004"/>
                  <a:pt x="649758" y="899849"/>
                </a:cubicBezTo>
                <a:cubicBezTo>
                  <a:pt x="646006" y="895695"/>
                  <a:pt x="647809" y="895078"/>
                  <a:pt x="653764" y="898480"/>
                </a:cubicBezTo>
                <a:cubicBezTo>
                  <a:pt x="659719" y="901882"/>
                  <a:pt x="669542" y="898699"/>
                  <a:pt x="675593" y="891408"/>
                </a:cubicBezTo>
                <a:cubicBezTo>
                  <a:pt x="681892" y="883818"/>
                  <a:pt x="682762" y="876738"/>
                  <a:pt x="677628" y="874845"/>
                </a:cubicBezTo>
                <a:cubicBezTo>
                  <a:pt x="672697" y="873025"/>
                  <a:pt x="704723" y="817959"/>
                  <a:pt x="748797" y="752475"/>
                </a:cubicBezTo>
                <a:cubicBezTo>
                  <a:pt x="922623" y="494211"/>
                  <a:pt x="1015145" y="232906"/>
                  <a:pt x="952757" y="176445"/>
                </a:cubicBezTo>
                <a:cubicBezTo>
                  <a:pt x="906084" y="134207"/>
                  <a:pt x="729090" y="282882"/>
                  <a:pt x="670909" y="413198"/>
                </a:cubicBezTo>
                <a:cubicBezTo>
                  <a:pt x="652246" y="455000"/>
                  <a:pt x="638622" y="474296"/>
                  <a:pt x="629971" y="471180"/>
                </a:cubicBezTo>
                <a:cubicBezTo>
                  <a:pt x="620245" y="467676"/>
                  <a:pt x="618562" y="472713"/>
                  <a:pt x="623238" y="491340"/>
                </a:cubicBezTo>
                <a:cubicBezTo>
                  <a:pt x="626799" y="505530"/>
                  <a:pt x="624712" y="521904"/>
                  <a:pt x="618368" y="529548"/>
                </a:cubicBezTo>
                <a:cubicBezTo>
                  <a:pt x="605054" y="545591"/>
                  <a:pt x="586548" y="547579"/>
                  <a:pt x="596222" y="531928"/>
                </a:cubicBezTo>
                <a:cubicBezTo>
                  <a:pt x="600466" y="525060"/>
                  <a:pt x="598831" y="523519"/>
                  <a:pt x="591866" y="527823"/>
                </a:cubicBezTo>
                <a:cubicBezTo>
                  <a:pt x="585732" y="531614"/>
                  <a:pt x="582997" y="538410"/>
                  <a:pt x="585787" y="542925"/>
                </a:cubicBezTo>
                <a:cubicBezTo>
                  <a:pt x="596229" y="559821"/>
                  <a:pt x="570627" y="562430"/>
                  <a:pt x="540649" y="547524"/>
                </a:cubicBezTo>
                <a:cubicBezTo>
                  <a:pt x="522866" y="538683"/>
                  <a:pt x="487191" y="501319"/>
                  <a:pt x="457200" y="460128"/>
                </a:cubicBezTo>
                <a:cubicBezTo>
                  <a:pt x="342159" y="302125"/>
                  <a:pt x="217158" y="278743"/>
                  <a:pt x="181118" y="408486"/>
                </a:cubicBezTo>
                <a:cubicBezTo>
                  <a:pt x="163235" y="472868"/>
                  <a:pt x="181294" y="582197"/>
                  <a:pt x="214342" y="609624"/>
                </a:cubicBezTo>
                <a:cubicBezTo>
                  <a:pt x="222184" y="616132"/>
                  <a:pt x="228600" y="625883"/>
                  <a:pt x="228600" y="631292"/>
                </a:cubicBezTo>
                <a:cubicBezTo>
                  <a:pt x="228600" y="636701"/>
                  <a:pt x="219139" y="632962"/>
                  <a:pt x="207576" y="622982"/>
                </a:cubicBezTo>
                <a:cubicBezTo>
                  <a:pt x="194995" y="612123"/>
                  <a:pt x="199141" y="621092"/>
                  <a:pt x="217902" y="645318"/>
                </a:cubicBezTo>
                <a:cubicBezTo>
                  <a:pt x="251871" y="689183"/>
                  <a:pt x="259939" y="695071"/>
                  <a:pt x="250532" y="669131"/>
                </a:cubicBezTo>
                <a:cubicBezTo>
                  <a:pt x="247207" y="659963"/>
                  <a:pt x="269844" y="676752"/>
                  <a:pt x="300837" y="706439"/>
                </a:cubicBezTo>
                <a:cubicBezTo>
                  <a:pt x="366973" y="769789"/>
                  <a:pt x="384743" y="784449"/>
                  <a:pt x="504825" y="874727"/>
                </a:cubicBezTo>
                <a:cubicBezTo>
                  <a:pt x="606142" y="950899"/>
                  <a:pt x="602896" y="949630"/>
                  <a:pt x="633968" y="925189"/>
                </a:cubicBezTo>
                <a:close/>
                <a:moveTo>
                  <a:pt x="352425" y="863085"/>
                </a:moveTo>
                <a:cubicBezTo>
                  <a:pt x="352425" y="861056"/>
                  <a:pt x="321349" y="834445"/>
                  <a:pt x="283368" y="803951"/>
                </a:cubicBezTo>
                <a:cubicBezTo>
                  <a:pt x="245387" y="773457"/>
                  <a:pt x="220741" y="756560"/>
                  <a:pt x="228600" y="766402"/>
                </a:cubicBezTo>
                <a:cubicBezTo>
                  <a:pt x="249983" y="793186"/>
                  <a:pt x="352425" y="873172"/>
                  <a:pt x="352425" y="863085"/>
                </a:cubicBezTo>
                <a:close/>
                <a:moveTo>
                  <a:pt x="419100" y="233607"/>
                </a:moveTo>
                <a:cubicBezTo>
                  <a:pt x="419100" y="231122"/>
                  <a:pt x="406101" y="222367"/>
                  <a:pt x="390213" y="214151"/>
                </a:cubicBezTo>
                <a:cubicBezTo>
                  <a:pt x="374326" y="205935"/>
                  <a:pt x="363649" y="195455"/>
                  <a:pt x="366488" y="190861"/>
                </a:cubicBezTo>
                <a:cubicBezTo>
                  <a:pt x="374651" y="177654"/>
                  <a:pt x="307717" y="159770"/>
                  <a:pt x="276108" y="166712"/>
                </a:cubicBezTo>
                <a:cubicBezTo>
                  <a:pt x="239321" y="174792"/>
                  <a:pt x="246823" y="186599"/>
                  <a:pt x="292661" y="192764"/>
                </a:cubicBezTo>
                <a:cubicBezTo>
                  <a:pt x="312434" y="195424"/>
                  <a:pt x="345757" y="206251"/>
                  <a:pt x="366712" y="216824"/>
                </a:cubicBezTo>
                <a:cubicBezTo>
                  <a:pt x="406909" y="237107"/>
                  <a:pt x="419100" y="241012"/>
                  <a:pt x="419100" y="233607"/>
                </a:cubicBezTo>
                <a:close/>
                <a:moveTo>
                  <a:pt x="1087944" y="94090"/>
                </a:moveTo>
                <a:cubicBezTo>
                  <a:pt x="1077589" y="77737"/>
                  <a:pt x="1055083" y="55470"/>
                  <a:pt x="1037930" y="44610"/>
                </a:cubicBezTo>
                <a:cubicBezTo>
                  <a:pt x="1011190" y="27679"/>
                  <a:pt x="1013402" y="31780"/>
                  <a:pt x="1053440" y="73367"/>
                </a:cubicBezTo>
                <a:cubicBezTo>
                  <a:pt x="1108845" y="130915"/>
                  <a:pt x="1112741" y="133255"/>
                  <a:pt x="1087944" y="94090"/>
                </a:cubicBezTo>
                <a:close/>
              </a:path>
            </a:pathLst>
          </a:custGeom>
          <a:solidFill>
            <a:srgbClr val="7A1732"/>
          </a:solid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photo border" descr="0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80000">
            <a:off x="1238250" y="2476500"/>
            <a:ext cx="7810500" cy="9525000"/>
          </a:xfrm>
          <a:prstGeom prst="rect">
            <a:avLst/>
          </a:prstGeom>
        </p:spPr>
      </p:pic>
      <p:sp>
        <p:nvSpPr>
          <p:cNvPr id="4" name="PHOTO: Pairing 3"/>
          <p:cNvSpPr/>
          <p:nvPr/>
        </p:nvSpPr>
        <p:spPr>
          <a:xfrm rot="180000">
            <a:off x="1809750" y="3048000"/>
            <a:ext cx="6667500" cy="8382000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  <p:sp>
        <p:nvSpPr>
          <p:cNvPr id="5" name="TEXT: + [the litter]"/>
          <p:cNvSpPr/>
          <p:nvPr/>
        </p:nvSpPr>
        <p:spPr>
          <a:xfrm rot="120000">
            <a:off x="1504950" y="12306300"/>
            <a:ext cx="42291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76022" rIns="176022" tIns="75438" bIns="75438"/>
          <a:lstStyle/>
          <a:p>
            <a:pPr algn="l">
              <a:lnSpc>
                <a:spcPts val="6039"/>
              </a:lnSpc>
            </a:pPr>
            <a:r>
              <a:rPr b="1" sz="4950">
                <a:solidFill>
                  <a:srgbClr val="181716"/>
                </a:solidFill>
                <a:latin typeface="Montserrat"/>
              </a:rPr>
              <a:t>+ [the litter]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round paper" descr="0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4667250"/>
            <a:ext cx="5143500" cy="5143500"/>
          </a:xfrm>
          <a:prstGeom prst="rect">
            <a:avLst/>
          </a:prstGeom>
        </p:spPr>
      </p:pic>
      <p:sp>
        <p:nvSpPr>
          <p:cNvPr id="4" name="PHOTO: Your product"/>
          <p:cNvSpPr/>
          <p:nvPr/>
        </p:nvSpPr>
        <p:spPr>
          <a:xfrm rot="0">
            <a:off x="952500" y="5238750"/>
            <a:ext cx="4000500" cy="4000500"/>
          </a:xfrm>
          <a:prstGeom prst="ellipse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  <p:pic>
        <p:nvPicPr>
          <p:cNvPr id="5" name="round paper" descr="0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5238750"/>
            <a:ext cx="5143500" cy="5143500"/>
          </a:xfrm>
          <a:prstGeom prst="rect">
            <a:avLst/>
          </a:prstGeom>
        </p:spPr>
      </p:pic>
      <p:sp>
        <p:nvSpPr>
          <p:cNvPr id="6" name="PHOTO: Its pairing"/>
          <p:cNvSpPr/>
          <p:nvPr/>
        </p:nvSpPr>
        <p:spPr>
          <a:xfrm rot="0">
            <a:off x="5334000" y="5810250"/>
            <a:ext cx="4000500" cy="4000500"/>
          </a:xfrm>
          <a:prstGeom prst="ellipse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  <p:sp>
        <p:nvSpPr>
          <p:cNvPr id="7" name="TEXT: +"/>
          <p:cNvSpPr/>
          <p:nvPr/>
        </p:nvSpPr>
        <p:spPr>
          <a:xfrm>
            <a:off x="4429125" y="6553200"/>
            <a:ext cx="1428750" cy="1943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73380" rIns="373380" tIns="160020" bIns="160020"/>
          <a:lstStyle/>
          <a:p>
            <a:pPr algn="ctr">
              <a:lnSpc>
                <a:spcPts val="12810"/>
              </a:lnSpc>
            </a:pPr>
            <a:r>
              <a:rPr b="1" sz="10500">
                <a:solidFill>
                  <a:srgbClr val="7A1732"/>
                </a:solidFill>
                <a:latin typeface="Montserrat"/>
              </a:rPr>
              <a:t>+</a:t>
            </a:r>
          </a:p>
        </p:txBody>
      </p:sp>
      <p:sp>
        <p:nvSpPr>
          <p:cNvPr id="8" name="LETTERING: a perfect pair"/>
          <p:cNvSpPr txBox="1"/>
          <p:nvPr/>
        </p:nvSpPr>
        <p:spPr>
          <a:xfrm rot="120000">
            <a:off x="585788" y="1619250"/>
            <a:ext cx="9115425" cy="17145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250" i="0">
                <a:solidFill>
                  <a:srgbClr val="FFFFFF"/>
                </a:solidFill>
                <a:latin typeface="DM Serif Display"/>
              </a:rPr>
              <a:t>a </a:t>
            </a:r>
            <a:r>
              <a:rPr sz="11250" i="0">
                <a:solidFill>
                  <a:srgbClr val="FFFFFF"/>
                </a:solidFill>
                <a:latin typeface="DM Serif Display"/>
              </a:rPr>
              <a:t>perfect </a:t>
            </a:r>
            <a:r>
              <a:rPr sz="11250" i="1">
                <a:solidFill>
                  <a:srgbClr val="FFFFFF"/>
                </a:solidFill>
                <a:latin typeface="DM Serif Display"/>
              </a:rPr>
              <a:t>pair</a:t>
            </a:r>
          </a:p>
        </p:txBody>
      </p:sp>
      <p:sp>
        <p:nvSpPr>
          <p:cNvPr id="9" name="burst"/>
          <p:cNvSpPr/>
          <p:nvPr/>
        </p:nvSpPr>
        <p:spPr>
          <a:xfrm rot="0">
            <a:off x="2190750" y="9124950"/>
            <a:ext cx="5905500" cy="5372100"/>
          </a:xfrm>
          <a:custGeom>
            <a:avLst/>
            <a:gdLst/>
            <a:ahLst/>
            <a:cxnLst/>
            <a:rect l="0" t="0" r="r" b="b"/>
            <a:pathLst>
              <a:path w="5905500" h="5372100">
                <a:moveTo>
                  <a:pt x="2937586" y="5338762"/>
                </a:moveTo>
                <a:cubicBezTo>
                  <a:pt x="2929005" y="5325665"/>
                  <a:pt x="2914055" y="5314950"/>
                  <a:pt x="2904364" y="5314950"/>
                </a:cubicBezTo>
                <a:cubicBezTo>
                  <a:pt x="2880841" y="5314950"/>
                  <a:pt x="2866397" y="5285565"/>
                  <a:pt x="2865700" y="5236291"/>
                </a:cubicBezTo>
                <a:cubicBezTo>
                  <a:pt x="2865386" y="5214069"/>
                  <a:pt x="2863743" y="5114448"/>
                  <a:pt x="2862049" y="5014912"/>
                </a:cubicBezTo>
                <a:cubicBezTo>
                  <a:pt x="2860355" y="4915376"/>
                  <a:pt x="2862866" y="4776073"/>
                  <a:pt x="2867628" y="4705350"/>
                </a:cubicBezTo>
                <a:cubicBezTo>
                  <a:pt x="2872390" y="4634626"/>
                  <a:pt x="2878724" y="4508182"/>
                  <a:pt x="2881705" y="4424362"/>
                </a:cubicBezTo>
                <a:cubicBezTo>
                  <a:pt x="2884685" y="4340542"/>
                  <a:pt x="2891174" y="4227284"/>
                  <a:pt x="2896124" y="4172676"/>
                </a:cubicBezTo>
                <a:cubicBezTo>
                  <a:pt x="2901074" y="4118069"/>
                  <a:pt x="2905143" y="4047346"/>
                  <a:pt x="2905165" y="4015514"/>
                </a:cubicBezTo>
                <a:cubicBezTo>
                  <a:pt x="2905210" y="3950574"/>
                  <a:pt x="2946466" y="3706188"/>
                  <a:pt x="2962414" y="3676389"/>
                </a:cubicBezTo>
                <a:cubicBezTo>
                  <a:pt x="2994304" y="3616801"/>
                  <a:pt x="3043487" y="3788213"/>
                  <a:pt x="3067707" y="4043362"/>
                </a:cubicBezTo>
                <a:cubicBezTo>
                  <a:pt x="3073674" y="4106227"/>
                  <a:pt x="3082585" y="4198381"/>
                  <a:pt x="3087509" y="4248150"/>
                </a:cubicBezTo>
                <a:cubicBezTo>
                  <a:pt x="3100688" y="4381361"/>
                  <a:pt x="3108222" y="5124246"/>
                  <a:pt x="3097394" y="5222792"/>
                </a:cubicBezTo>
                <a:cubicBezTo>
                  <a:pt x="3087642" y="5311543"/>
                  <a:pt x="3068756" y="5348373"/>
                  <a:pt x="3038004" y="5338613"/>
                </a:cubicBezTo>
                <a:cubicBezTo>
                  <a:pt x="3028401" y="5335565"/>
                  <a:pt x="3019379" y="5339430"/>
                  <a:pt x="3016089" y="5348003"/>
                </a:cubicBezTo>
                <a:cubicBezTo>
                  <a:pt x="3006758" y="5372320"/>
                  <a:pt x="2955631" y="5366301"/>
                  <a:pt x="2937586" y="5338762"/>
                </a:cubicBezTo>
                <a:close/>
                <a:moveTo>
                  <a:pt x="755049" y="4618917"/>
                </a:moveTo>
                <a:cubicBezTo>
                  <a:pt x="751161" y="4604050"/>
                  <a:pt x="744641" y="4600475"/>
                  <a:pt x="728703" y="4604476"/>
                </a:cubicBezTo>
                <a:cubicBezTo>
                  <a:pt x="714467" y="4608048"/>
                  <a:pt x="701649" y="4603300"/>
                  <a:pt x="689607" y="4589994"/>
                </a:cubicBezTo>
                <a:cubicBezTo>
                  <a:pt x="671962" y="4570497"/>
                  <a:pt x="672086" y="4569856"/>
                  <a:pt x="697795" y="4547742"/>
                </a:cubicBezTo>
                <a:cubicBezTo>
                  <a:pt x="728492" y="4521338"/>
                  <a:pt x="731885" y="4509905"/>
                  <a:pt x="704708" y="4524450"/>
                </a:cubicBezTo>
                <a:cubicBezTo>
                  <a:pt x="689453" y="4532615"/>
                  <a:pt x="684302" y="4531554"/>
                  <a:pt x="679591" y="4519279"/>
                </a:cubicBezTo>
                <a:cubicBezTo>
                  <a:pt x="671353" y="4497810"/>
                  <a:pt x="706572" y="4453535"/>
                  <a:pt x="734597" y="4450131"/>
                </a:cubicBezTo>
                <a:cubicBezTo>
                  <a:pt x="747302" y="4448587"/>
                  <a:pt x="776005" y="4432837"/>
                  <a:pt x="798380" y="4415131"/>
                </a:cubicBezTo>
                <a:cubicBezTo>
                  <a:pt x="835938" y="4385411"/>
                  <a:pt x="837384" y="4382676"/>
                  <a:pt x="817200" y="4379527"/>
                </a:cubicBezTo>
                <a:cubicBezTo>
                  <a:pt x="796475" y="4376294"/>
                  <a:pt x="797319" y="4374244"/>
                  <a:pt x="833437" y="4340128"/>
                </a:cubicBezTo>
                <a:cubicBezTo>
                  <a:pt x="907018" y="4270626"/>
                  <a:pt x="1399682" y="3902423"/>
                  <a:pt x="1660926" y="3721686"/>
                </a:cubicBezTo>
                <a:cubicBezTo>
                  <a:pt x="1883828" y="3567476"/>
                  <a:pt x="2151241" y="3409949"/>
                  <a:pt x="2190121" y="3409950"/>
                </a:cubicBezTo>
                <a:cubicBezTo>
                  <a:pt x="2246416" y="3409950"/>
                  <a:pt x="2076515" y="3599279"/>
                  <a:pt x="1804195" y="3840007"/>
                </a:cubicBezTo>
                <a:cubicBezTo>
                  <a:pt x="1747005" y="3890564"/>
                  <a:pt x="1659861" y="3967716"/>
                  <a:pt x="1610544" y="4011457"/>
                </a:cubicBezTo>
                <a:cubicBezTo>
                  <a:pt x="1491622" y="4116934"/>
                  <a:pt x="1108813" y="4435669"/>
                  <a:pt x="1036235" y="4489641"/>
                </a:cubicBezTo>
                <a:cubicBezTo>
                  <a:pt x="1009408" y="4509590"/>
                  <a:pt x="996463" y="4514144"/>
                  <a:pt x="987567" y="4506760"/>
                </a:cubicBezTo>
                <a:cubicBezTo>
                  <a:pt x="978596" y="4499315"/>
                  <a:pt x="963180" y="4506329"/>
                  <a:pt x="928254" y="4533744"/>
                </a:cubicBezTo>
                <a:cubicBezTo>
                  <a:pt x="856350" y="4590184"/>
                  <a:pt x="783865" y="4638675"/>
                  <a:pt x="771400" y="4638675"/>
                </a:cubicBezTo>
                <a:cubicBezTo>
                  <a:pt x="765249" y="4638675"/>
                  <a:pt x="757891" y="4629784"/>
                  <a:pt x="755049" y="4618917"/>
                </a:cubicBezTo>
                <a:close/>
                <a:moveTo>
                  <a:pt x="4691062" y="4451208"/>
                </a:moveTo>
                <a:cubicBezTo>
                  <a:pt x="4243590" y="4050161"/>
                  <a:pt x="3899854" y="3700268"/>
                  <a:pt x="3757890" y="3501324"/>
                </a:cubicBezTo>
                <a:cubicBezTo>
                  <a:pt x="3695091" y="3413319"/>
                  <a:pt x="3712432" y="3393564"/>
                  <a:pt x="3800475" y="3452812"/>
                </a:cubicBezTo>
                <a:cubicBezTo>
                  <a:pt x="3827721" y="3471148"/>
                  <a:pt x="3851383" y="3486150"/>
                  <a:pt x="3853057" y="3486150"/>
                </a:cubicBezTo>
                <a:cubicBezTo>
                  <a:pt x="3876032" y="3486150"/>
                  <a:pt x="4340831" y="3842390"/>
                  <a:pt x="4535594" y="4009274"/>
                </a:cubicBezTo>
                <a:cubicBezTo>
                  <a:pt x="4575817" y="4043739"/>
                  <a:pt x="4623295" y="4082653"/>
                  <a:pt x="4641102" y="4095750"/>
                </a:cubicBezTo>
                <a:cubicBezTo>
                  <a:pt x="4677734" y="4122693"/>
                  <a:pt x="4793816" y="4224826"/>
                  <a:pt x="4884684" y="4310062"/>
                </a:cubicBezTo>
                <a:cubicBezTo>
                  <a:pt x="4973091" y="4392990"/>
                  <a:pt x="5026184" y="4476750"/>
                  <a:pt x="4990343" y="4476750"/>
                </a:cubicBezTo>
                <a:cubicBezTo>
                  <a:pt x="4983965" y="4476750"/>
                  <a:pt x="4982352" y="4487183"/>
                  <a:pt x="4986096" y="4504227"/>
                </a:cubicBezTo>
                <a:cubicBezTo>
                  <a:pt x="4996365" y="4550980"/>
                  <a:pt x="4925087" y="4592941"/>
                  <a:pt x="4895650" y="4557472"/>
                </a:cubicBezTo>
                <a:cubicBezTo>
                  <a:pt x="4884844" y="4544451"/>
                  <a:pt x="4881927" y="4544451"/>
                  <a:pt x="4867540" y="4557472"/>
                </a:cubicBezTo>
                <a:cubicBezTo>
                  <a:pt x="4840616" y="4581837"/>
                  <a:pt x="4829024" y="4574857"/>
                  <a:pt x="4691062" y="4451208"/>
                </a:cubicBezTo>
                <a:close/>
                <a:moveTo>
                  <a:pt x="3708356" y="4535331"/>
                </a:moveTo>
                <a:cubicBezTo>
                  <a:pt x="3664046" y="4522060"/>
                  <a:pt x="3608968" y="4408077"/>
                  <a:pt x="3525020" y="4155923"/>
                </a:cubicBezTo>
                <a:cubicBezTo>
                  <a:pt x="3444943" y="3915394"/>
                  <a:pt x="3423793" y="3826178"/>
                  <a:pt x="3443060" y="3810188"/>
                </a:cubicBezTo>
                <a:cubicBezTo>
                  <a:pt x="3455141" y="3800162"/>
                  <a:pt x="3514560" y="3869041"/>
                  <a:pt x="3562042" y="3948112"/>
                </a:cubicBezTo>
                <a:cubicBezTo>
                  <a:pt x="3574625" y="3969067"/>
                  <a:pt x="3595489" y="3999071"/>
                  <a:pt x="3608407" y="4014787"/>
                </a:cubicBezTo>
                <a:cubicBezTo>
                  <a:pt x="3621325" y="4030503"/>
                  <a:pt x="3643882" y="4069080"/>
                  <a:pt x="3658534" y="4100512"/>
                </a:cubicBezTo>
                <a:cubicBezTo>
                  <a:pt x="3673186" y="4131945"/>
                  <a:pt x="3691675" y="4168378"/>
                  <a:pt x="3699622" y="4181475"/>
                </a:cubicBezTo>
                <a:cubicBezTo>
                  <a:pt x="3720828" y="4216425"/>
                  <a:pt x="3776802" y="4342248"/>
                  <a:pt x="3790724" y="4386262"/>
                </a:cubicBezTo>
                <a:cubicBezTo>
                  <a:pt x="3797353" y="4407217"/>
                  <a:pt x="3806544" y="4428434"/>
                  <a:pt x="3811150" y="4433411"/>
                </a:cubicBezTo>
                <a:cubicBezTo>
                  <a:pt x="3828332" y="4451977"/>
                  <a:pt x="3819672" y="4496573"/>
                  <a:pt x="3794321" y="4520067"/>
                </a:cubicBezTo>
                <a:cubicBezTo>
                  <a:pt x="3769234" y="4543316"/>
                  <a:pt x="3747752" y="4547131"/>
                  <a:pt x="3708356" y="4535331"/>
                </a:cubicBezTo>
                <a:close/>
                <a:moveTo>
                  <a:pt x="2026443" y="4510950"/>
                </a:moveTo>
                <a:cubicBezTo>
                  <a:pt x="2017275" y="4504081"/>
                  <a:pt x="2009775" y="4490148"/>
                  <a:pt x="2009775" y="4479986"/>
                </a:cubicBezTo>
                <a:cubicBezTo>
                  <a:pt x="2009775" y="4469824"/>
                  <a:pt x="2005013" y="4456748"/>
                  <a:pt x="1999193" y="4450928"/>
                </a:cubicBezTo>
                <a:cubicBezTo>
                  <a:pt x="1991435" y="4443170"/>
                  <a:pt x="1994836" y="4428050"/>
                  <a:pt x="2011944" y="4394254"/>
                </a:cubicBezTo>
                <a:cubicBezTo>
                  <a:pt x="2024777" y="4368904"/>
                  <a:pt x="2048825" y="4320301"/>
                  <a:pt x="2065383" y="4286250"/>
                </a:cubicBezTo>
                <a:cubicBezTo>
                  <a:pt x="2110719" y="4193018"/>
                  <a:pt x="2230875" y="4013389"/>
                  <a:pt x="2320239" y="3905250"/>
                </a:cubicBezTo>
                <a:cubicBezTo>
                  <a:pt x="2396375" y="3813116"/>
                  <a:pt x="2424993" y="3786488"/>
                  <a:pt x="2433348" y="3800007"/>
                </a:cubicBezTo>
                <a:cubicBezTo>
                  <a:pt x="2441155" y="3812639"/>
                  <a:pt x="2409869" y="3921302"/>
                  <a:pt x="2370137" y="4019550"/>
                </a:cubicBezTo>
                <a:cubicBezTo>
                  <a:pt x="2354248" y="4058840"/>
                  <a:pt x="2335686" y="4110584"/>
                  <a:pt x="2328889" y="4134536"/>
                </a:cubicBezTo>
                <a:cubicBezTo>
                  <a:pt x="2304487" y="4220523"/>
                  <a:pt x="2183394" y="4449983"/>
                  <a:pt x="2140092" y="4492288"/>
                </a:cubicBezTo>
                <a:cubicBezTo>
                  <a:pt x="2114141" y="4517642"/>
                  <a:pt x="2049536" y="4528251"/>
                  <a:pt x="2026443" y="4510950"/>
                </a:cubicBezTo>
                <a:close/>
                <a:moveTo>
                  <a:pt x="1087641" y="3548561"/>
                </a:moveTo>
                <a:cubicBezTo>
                  <a:pt x="1049051" y="3508900"/>
                  <a:pt x="1087899" y="3419475"/>
                  <a:pt x="1143720" y="3419475"/>
                </a:cubicBezTo>
                <a:cubicBezTo>
                  <a:pt x="1150357" y="3419475"/>
                  <a:pt x="1163513" y="3412482"/>
                  <a:pt x="1172956" y="3403937"/>
                </a:cubicBezTo>
                <a:cubicBezTo>
                  <a:pt x="1200679" y="3378848"/>
                  <a:pt x="1412464" y="3296878"/>
                  <a:pt x="1547812" y="3258852"/>
                </a:cubicBezTo>
                <a:cubicBezTo>
                  <a:pt x="1733547" y="3206669"/>
                  <a:pt x="1838325" y="3188910"/>
                  <a:pt x="1838325" y="3209610"/>
                </a:cubicBezTo>
                <a:cubicBezTo>
                  <a:pt x="1838325" y="3220770"/>
                  <a:pt x="1671860" y="3331412"/>
                  <a:pt x="1603543" y="3365659"/>
                </a:cubicBezTo>
                <a:cubicBezTo>
                  <a:pt x="1576569" y="3379182"/>
                  <a:pt x="1535849" y="3402824"/>
                  <a:pt x="1513056" y="3418198"/>
                </a:cubicBezTo>
                <a:cubicBezTo>
                  <a:pt x="1449962" y="3460754"/>
                  <a:pt x="1203228" y="3563084"/>
                  <a:pt x="1153275" y="3567413"/>
                </a:cubicBezTo>
                <a:cubicBezTo>
                  <a:pt x="1116986" y="3570558"/>
                  <a:pt x="1105964" y="3567392"/>
                  <a:pt x="1087641" y="3548561"/>
                </a:cubicBezTo>
                <a:close/>
                <a:moveTo>
                  <a:pt x="4662903" y="3555338"/>
                </a:moveTo>
                <a:cubicBezTo>
                  <a:pt x="4559958" y="3540138"/>
                  <a:pt x="4076700" y="3267096"/>
                  <a:pt x="4076700" y="3224132"/>
                </a:cubicBezTo>
                <a:cubicBezTo>
                  <a:pt x="4076700" y="3205015"/>
                  <a:pt x="4086736" y="3201864"/>
                  <a:pt x="4117898" y="3211197"/>
                </a:cubicBezTo>
                <a:cubicBezTo>
                  <a:pt x="4134529" y="3216178"/>
                  <a:pt x="4196752" y="3232958"/>
                  <a:pt x="4256171" y="3248487"/>
                </a:cubicBezTo>
                <a:cubicBezTo>
                  <a:pt x="4374372" y="3279377"/>
                  <a:pt x="4427507" y="3296584"/>
                  <a:pt x="4559195" y="3346612"/>
                </a:cubicBezTo>
                <a:cubicBezTo>
                  <a:pt x="4669734" y="3388606"/>
                  <a:pt x="4679848" y="3394185"/>
                  <a:pt x="4725145" y="3438144"/>
                </a:cubicBezTo>
                <a:cubicBezTo>
                  <a:pt x="4768589" y="3480305"/>
                  <a:pt x="4777753" y="3531569"/>
                  <a:pt x="4743450" y="3540540"/>
                </a:cubicBezTo>
                <a:cubicBezTo>
                  <a:pt x="4732972" y="3543280"/>
                  <a:pt x="4724400" y="3549308"/>
                  <a:pt x="4724400" y="3553935"/>
                </a:cubicBezTo>
                <a:cubicBezTo>
                  <a:pt x="4724400" y="3562495"/>
                  <a:pt x="4713121" y="3562752"/>
                  <a:pt x="4662903" y="3555338"/>
                </a:cubicBezTo>
                <a:close/>
                <a:moveTo>
                  <a:pt x="5419725" y="2917813"/>
                </a:moveTo>
                <a:cubicBezTo>
                  <a:pt x="5209748" y="2913032"/>
                  <a:pt x="4811471" y="2894595"/>
                  <a:pt x="4733925" y="2886065"/>
                </a:cubicBezTo>
                <a:cubicBezTo>
                  <a:pt x="4689395" y="2881167"/>
                  <a:pt x="4627245" y="2874835"/>
                  <a:pt x="4595812" y="2871993"/>
                </a:cubicBezTo>
                <a:cubicBezTo>
                  <a:pt x="4461950" y="2859893"/>
                  <a:pt x="4351997" y="2848158"/>
                  <a:pt x="4331771" y="2843815"/>
                </a:cubicBezTo>
                <a:cubicBezTo>
                  <a:pt x="4319831" y="2841251"/>
                  <a:pt x="4288837" y="2836614"/>
                  <a:pt x="4262895" y="2833511"/>
                </a:cubicBezTo>
                <a:cubicBezTo>
                  <a:pt x="4209090" y="2827074"/>
                  <a:pt x="4095286" y="2805063"/>
                  <a:pt x="4052887" y="2792894"/>
                </a:cubicBezTo>
                <a:cubicBezTo>
                  <a:pt x="4009439" y="2780423"/>
                  <a:pt x="4010439" y="2755143"/>
                  <a:pt x="4054674" y="2747703"/>
                </a:cubicBezTo>
                <a:cubicBezTo>
                  <a:pt x="4074646" y="2744344"/>
                  <a:pt x="4103846" y="2737815"/>
                  <a:pt x="4119562" y="2733194"/>
                </a:cubicBezTo>
                <a:cubicBezTo>
                  <a:pt x="4135278" y="2728574"/>
                  <a:pt x="4186713" y="2722274"/>
                  <a:pt x="4233862" y="2719195"/>
                </a:cubicBezTo>
                <a:cubicBezTo>
                  <a:pt x="4281011" y="2716116"/>
                  <a:pt x="4328160" y="2711928"/>
                  <a:pt x="4338637" y="2709889"/>
                </a:cubicBezTo>
                <a:cubicBezTo>
                  <a:pt x="4387809" y="2700317"/>
                  <a:pt x="4556010" y="2694053"/>
                  <a:pt x="5176837" y="2678671"/>
                </a:cubicBezTo>
                <a:cubicBezTo>
                  <a:pt x="5302506" y="2675558"/>
                  <a:pt x="5667375" y="2689152"/>
                  <a:pt x="5667375" y="2696947"/>
                </a:cubicBezTo>
                <a:cubicBezTo>
                  <a:pt x="5667375" y="2701769"/>
                  <a:pt x="5657730" y="2709590"/>
                  <a:pt x="5645943" y="2714328"/>
                </a:cubicBezTo>
                <a:cubicBezTo>
                  <a:pt x="5630948" y="2720355"/>
                  <a:pt x="5653391" y="2723123"/>
                  <a:pt x="5720680" y="2723546"/>
                </a:cubicBezTo>
                <a:cubicBezTo>
                  <a:pt x="5844402" y="2724322"/>
                  <a:pt x="5918228" y="2755787"/>
                  <a:pt x="5855493" y="2781003"/>
                </a:cubicBezTo>
                <a:lnTo>
                  <a:pt x="5834062" y="2789617"/>
                </a:lnTo>
                <a:lnTo>
                  <a:pt x="5854714" y="2790221"/>
                </a:lnTo>
                <a:cubicBezTo>
                  <a:pt x="5937268" y="2792634"/>
                  <a:pt x="5915193" y="2856023"/>
                  <a:pt x="5831061" y="2858144"/>
                </a:cubicBezTo>
                <a:cubicBezTo>
                  <a:pt x="5805792" y="2858781"/>
                  <a:pt x="5805743" y="2858912"/>
                  <a:pt x="5826918" y="2869125"/>
                </a:cubicBezTo>
                <a:cubicBezTo>
                  <a:pt x="5838705" y="2874809"/>
                  <a:pt x="5848350" y="2885341"/>
                  <a:pt x="5848350" y="2892528"/>
                </a:cubicBezTo>
                <a:cubicBezTo>
                  <a:pt x="5848350" y="2921153"/>
                  <a:pt x="5769856" y="2925783"/>
                  <a:pt x="5419725" y="2917813"/>
                </a:cubicBezTo>
                <a:close/>
                <a:moveTo>
                  <a:pt x="185737" y="2905740"/>
                </a:moveTo>
                <a:cubicBezTo>
                  <a:pt x="74403" y="2900025"/>
                  <a:pt x="33858" y="2885869"/>
                  <a:pt x="43331" y="2856021"/>
                </a:cubicBezTo>
                <a:cubicBezTo>
                  <a:pt x="46702" y="2845399"/>
                  <a:pt x="41672" y="2837844"/>
                  <a:pt x="28430" y="2833641"/>
                </a:cubicBezTo>
                <a:cubicBezTo>
                  <a:pt x="-4712" y="2823122"/>
                  <a:pt x="5656" y="2767999"/>
                  <a:pt x="41550" y="2763895"/>
                </a:cubicBezTo>
                <a:cubicBezTo>
                  <a:pt x="68466" y="2760817"/>
                  <a:pt x="68557" y="2760599"/>
                  <a:pt x="48693" y="2746686"/>
                </a:cubicBezTo>
                <a:cubicBezTo>
                  <a:pt x="3041" y="2714710"/>
                  <a:pt x="55743" y="2690145"/>
                  <a:pt x="148653" y="2700094"/>
                </a:cubicBezTo>
                <a:cubicBezTo>
                  <a:pt x="196778" y="2705248"/>
                  <a:pt x="210075" y="2704130"/>
                  <a:pt x="204670" y="2695386"/>
                </a:cubicBezTo>
                <a:cubicBezTo>
                  <a:pt x="189212" y="2670374"/>
                  <a:pt x="240002" y="2667294"/>
                  <a:pt x="666750" y="2667358"/>
                </a:cubicBezTo>
                <a:cubicBezTo>
                  <a:pt x="1131231" y="2667428"/>
                  <a:pt x="1553634" y="2683955"/>
                  <a:pt x="1742469" y="2709445"/>
                </a:cubicBezTo>
                <a:cubicBezTo>
                  <a:pt x="1802381" y="2717532"/>
                  <a:pt x="1856556" y="2724150"/>
                  <a:pt x="1862857" y="2724150"/>
                </a:cubicBezTo>
                <a:cubicBezTo>
                  <a:pt x="1869159" y="2724150"/>
                  <a:pt x="1884433" y="2732389"/>
                  <a:pt x="1896801" y="2742460"/>
                </a:cubicBezTo>
                <a:lnTo>
                  <a:pt x="1919287" y="2760770"/>
                </a:lnTo>
                <a:lnTo>
                  <a:pt x="1893784" y="2770536"/>
                </a:lnTo>
                <a:cubicBezTo>
                  <a:pt x="1851381" y="2786775"/>
                  <a:pt x="1647506" y="2827156"/>
                  <a:pt x="1576387" y="2833403"/>
                </a:cubicBezTo>
                <a:cubicBezTo>
                  <a:pt x="1539716" y="2836624"/>
                  <a:pt x="1501140" y="2841030"/>
                  <a:pt x="1490662" y="2843194"/>
                </a:cubicBezTo>
                <a:cubicBezTo>
                  <a:pt x="1444806" y="2852663"/>
                  <a:pt x="963435" y="2888045"/>
                  <a:pt x="647700" y="2905153"/>
                </a:cubicBezTo>
                <a:cubicBezTo>
                  <a:pt x="466574" y="2914968"/>
                  <a:pt x="367952" y="2915093"/>
                  <a:pt x="185737" y="2905740"/>
                </a:cubicBezTo>
                <a:close/>
                <a:moveTo>
                  <a:pt x="4110047" y="2325697"/>
                </a:moveTo>
                <a:cubicBezTo>
                  <a:pt x="4098889" y="2314539"/>
                  <a:pt x="4107839" y="2304371"/>
                  <a:pt x="4150518" y="2279715"/>
                </a:cubicBezTo>
                <a:cubicBezTo>
                  <a:pt x="4175402" y="2265339"/>
                  <a:pt x="4197905" y="2251011"/>
                  <a:pt x="4200525" y="2247876"/>
                </a:cubicBezTo>
                <a:cubicBezTo>
                  <a:pt x="4239320" y="2201436"/>
                  <a:pt x="4692928" y="1981797"/>
                  <a:pt x="4762500" y="1975765"/>
                </a:cubicBezTo>
                <a:cubicBezTo>
                  <a:pt x="4780835" y="1974175"/>
                  <a:pt x="4809471" y="1970018"/>
                  <a:pt x="4826135" y="1966527"/>
                </a:cubicBezTo>
                <a:cubicBezTo>
                  <a:pt x="4870903" y="1957149"/>
                  <a:pt x="4897916" y="1985047"/>
                  <a:pt x="4891802" y="2034344"/>
                </a:cubicBezTo>
                <a:cubicBezTo>
                  <a:pt x="4886808" y="2074609"/>
                  <a:pt x="4866419" y="2095500"/>
                  <a:pt x="4832116" y="2095500"/>
                </a:cubicBezTo>
                <a:cubicBezTo>
                  <a:pt x="4820019" y="2095500"/>
                  <a:pt x="4810125" y="2101277"/>
                  <a:pt x="4810125" y="2108340"/>
                </a:cubicBezTo>
                <a:cubicBezTo>
                  <a:pt x="4810125" y="2122653"/>
                  <a:pt x="4789204" y="2132526"/>
                  <a:pt x="4624387" y="2195994"/>
                </a:cubicBezTo>
                <a:cubicBezTo>
                  <a:pt x="4432639" y="2269833"/>
                  <a:pt x="4130399" y="2346049"/>
                  <a:pt x="4110047" y="2325697"/>
                </a:cubicBezTo>
                <a:close/>
                <a:moveTo>
                  <a:pt x="1733550" y="2303727"/>
                </a:moveTo>
                <a:cubicBezTo>
                  <a:pt x="1704736" y="2298986"/>
                  <a:pt x="1646872" y="2285129"/>
                  <a:pt x="1604962" y="2272935"/>
                </a:cubicBezTo>
                <a:cubicBezTo>
                  <a:pt x="1563052" y="2260741"/>
                  <a:pt x="1500901" y="2245569"/>
                  <a:pt x="1466850" y="2239221"/>
                </a:cubicBezTo>
                <a:cubicBezTo>
                  <a:pt x="1388551" y="2224623"/>
                  <a:pt x="1161403" y="2144151"/>
                  <a:pt x="1114425" y="2114367"/>
                </a:cubicBezTo>
                <a:cubicBezTo>
                  <a:pt x="1106566" y="2109385"/>
                  <a:pt x="1086552" y="2099178"/>
                  <a:pt x="1069947" y="2091685"/>
                </a:cubicBezTo>
                <a:cubicBezTo>
                  <a:pt x="1034699" y="2075780"/>
                  <a:pt x="1023051" y="2056193"/>
                  <a:pt x="1020554" y="2008630"/>
                </a:cubicBezTo>
                <a:cubicBezTo>
                  <a:pt x="1017550" y="1951402"/>
                  <a:pt x="1070663" y="1927480"/>
                  <a:pt x="1132375" y="1958266"/>
                </a:cubicBezTo>
                <a:cubicBezTo>
                  <a:pt x="1149097" y="1966608"/>
                  <a:pt x="1168938" y="1971069"/>
                  <a:pt x="1176468" y="1968180"/>
                </a:cubicBezTo>
                <a:cubicBezTo>
                  <a:pt x="1226193" y="1949098"/>
                  <a:pt x="1872965" y="2272117"/>
                  <a:pt x="1852225" y="2305675"/>
                </a:cubicBezTo>
                <a:cubicBezTo>
                  <a:pt x="1845702" y="2316230"/>
                  <a:pt x="1805525" y="2315571"/>
                  <a:pt x="1733550" y="2303727"/>
                </a:cubicBezTo>
                <a:close/>
                <a:moveTo>
                  <a:pt x="3727849" y="2072025"/>
                </a:moveTo>
                <a:cubicBezTo>
                  <a:pt x="3721410" y="2055247"/>
                  <a:pt x="3737866" y="2031070"/>
                  <a:pt x="3860983" y="1876425"/>
                </a:cubicBezTo>
                <a:cubicBezTo>
                  <a:pt x="3986085" y="1719286"/>
                  <a:pt x="4010475" y="1693318"/>
                  <a:pt x="4423322" y="1277693"/>
                </a:cubicBezTo>
                <a:cubicBezTo>
                  <a:pt x="4675296" y="1024024"/>
                  <a:pt x="4797299" y="908089"/>
                  <a:pt x="4848225" y="873925"/>
                </a:cubicBezTo>
                <a:cubicBezTo>
                  <a:pt x="4887515" y="847567"/>
                  <a:pt x="4929884" y="818030"/>
                  <a:pt x="4942378" y="808287"/>
                </a:cubicBezTo>
                <a:cubicBezTo>
                  <a:pt x="4969248" y="787335"/>
                  <a:pt x="5008624" y="785040"/>
                  <a:pt x="5015900" y="804002"/>
                </a:cubicBezTo>
                <a:cubicBezTo>
                  <a:pt x="5018734" y="811388"/>
                  <a:pt x="5031393" y="820026"/>
                  <a:pt x="5044031" y="823197"/>
                </a:cubicBezTo>
                <a:cubicBezTo>
                  <a:pt x="5066857" y="828926"/>
                  <a:pt x="5084389" y="865879"/>
                  <a:pt x="5073013" y="884285"/>
                </a:cubicBezTo>
                <a:cubicBezTo>
                  <a:pt x="5069931" y="889273"/>
                  <a:pt x="5073814" y="895811"/>
                  <a:pt x="5081642" y="898815"/>
                </a:cubicBezTo>
                <a:cubicBezTo>
                  <a:pt x="5116671" y="912257"/>
                  <a:pt x="5094276" y="947247"/>
                  <a:pt x="4974431" y="1066326"/>
                </a:cubicBezTo>
                <a:cubicBezTo>
                  <a:pt x="4853268" y="1186714"/>
                  <a:pt x="4454004" y="1548523"/>
                  <a:pt x="4332735" y="1647825"/>
                </a:cubicBezTo>
                <a:cubicBezTo>
                  <a:pt x="4030083" y="1895652"/>
                  <a:pt x="3897647" y="1995293"/>
                  <a:pt x="3778499" y="2064815"/>
                </a:cubicBezTo>
                <a:cubicBezTo>
                  <a:pt x="3735572" y="2089863"/>
                  <a:pt x="3734739" y="2089981"/>
                  <a:pt x="3727849" y="2072025"/>
                </a:cubicBezTo>
                <a:close/>
                <a:moveTo>
                  <a:pt x="2138221" y="2046928"/>
                </a:moveTo>
                <a:cubicBezTo>
                  <a:pt x="2041346" y="1995894"/>
                  <a:pt x="1890255" y="1892215"/>
                  <a:pt x="1799911" y="1814780"/>
                </a:cubicBezTo>
                <a:cubicBezTo>
                  <a:pt x="1781403" y="1798916"/>
                  <a:pt x="1754014" y="1777365"/>
                  <a:pt x="1739047" y="1766887"/>
                </a:cubicBezTo>
                <a:cubicBezTo>
                  <a:pt x="1696417" y="1737046"/>
                  <a:pt x="1606835" y="1662177"/>
                  <a:pt x="1586817" y="1639660"/>
                </a:cubicBezTo>
                <a:cubicBezTo>
                  <a:pt x="1576837" y="1628434"/>
                  <a:pt x="1562401" y="1619250"/>
                  <a:pt x="1554737" y="1619250"/>
                </a:cubicBezTo>
                <a:cubicBezTo>
                  <a:pt x="1540006" y="1619250"/>
                  <a:pt x="1503035" y="1589604"/>
                  <a:pt x="1422634" y="1513320"/>
                </a:cubicBezTo>
                <a:cubicBezTo>
                  <a:pt x="1395696" y="1487761"/>
                  <a:pt x="1368277" y="1466850"/>
                  <a:pt x="1361703" y="1466850"/>
                </a:cubicBezTo>
                <a:cubicBezTo>
                  <a:pt x="1329184" y="1466850"/>
                  <a:pt x="919725" y="1101007"/>
                  <a:pt x="928028" y="1079370"/>
                </a:cubicBezTo>
                <a:cubicBezTo>
                  <a:pt x="930764" y="1072239"/>
                  <a:pt x="900037" y="1034478"/>
                  <a:pt x="856949" y="992022"/>
                </a:cubicBezTo>
                <a:cubicBezTo>
                  <a:pt x="808847" y="944626"/>
                  <a:pt x="781050" y="909740"/>
                  <a:pt x="781050" y="896768"/>
                </a:cubicBezTo>
                <a:cubicBezTo>
                  <a:pt x="781050" y="874030"/>
                  <a:pt x="798984" y="869941"/>
                  <a:pt x="818606" y="888206"/>
                </a:cubicBezTo>
                <a:cubicBezTo>
                  <a:pt x="825641" y="894754"/>
                  <a:pt x="821470" y="886268"/>
                  <a:pt x="809336" y="869347"/>
                </a:cubicBezTo>
                <a:cubicBezTo>
                  <a:pt x="787895" y="839447"/>
                  <a:pt x="787765" y="838042"/>
                  <a:pt x="804689" y="819341"/>
                </a:cubicBezTo>
                <a:cubicBezTo>
                  <a:pt x="826020" y="795770"/>
                  <a:pt x="836086" y="795303"/>
                  <a:pt x="860147" y="816768"/>
                </a:cubicBezTo>
                <a:cubicBezTo>
                  <a:pt x="878178" y="832854"/>
                  <a:pt x="878598" y="832687"/>
                  <a:pt x="872161" y="812006"/>
                </a:cubicBezTo>
                <a:cubicBezTo>
                  <a:pt x="866431" y="793594"/>
                  <a:pt x="868954" y="790575"/>
                  <a:pt x="890070" y="790575"/>
                </a:cubicBezTo>
                <a:cubicBezTo>
                  <a:pt x="913783" y="790575"/>
                  <a:pt x="1009650" y="873918"/>
                  <a:pt x="1009650" y="894533"/>
                </a:cubicBezTo>
                <a:cubicBezTo>
                  <a:pt x="1009649" y="899184"/>
                  <a:pt x="1036071" y="925879"/>
                  <a:pt x="1068365" y="953855"/>
                </a:cubicBezTo>
                <a:cubicBezTo>
                  <a:pt x="1103147" y="983988"/>
                  <a:pt x="1122492" y="996148"/>
                  <a:pt x="1115823" y="983688"/>
                </a:cubicBezTo>
                <a:cubicBezTo>
                  <a:pt x="1109632" y="972120"/>
                  <a:pt x="1087496" y="948937"/>
                  <a:pt x="1066633" y="932170"/>
                </a:cubicBezTo>
                <a:cubicBezTo>
                  <a:pt x="1029981" y="902716"/>
                  <a:pt x="1019322" y="885825"/>
                  <a:pt x="1037388" y="885825"/>
                </a:cubicBezTo>
                <a:cubicBezTo>
                  <a:pt x="1065887" y="885825"/>
                  <a:pt x="1379493" y="1170776"/>
                  <a:pt x="1802635" y="1581150"/>
                </a:cubicBezTo>
                <a:cubicBezTo>
                  <a:pt x="1943636" y="1717896"/>
                  <a:pt x="2158231" y="1964621"/>
                  <a:pt x="2197333" y="2034941"/>
                </a:cubicBezTo>
                <a:cubicBezTo>
                  <a:pt x="2217914" y="2071956"/>
                  <a:pt x="2194676" y="2076668"/>
                  <a:pt x="2138221" y="2046928"/>
                </a:cubicBezTo>
                <a:close/>
                <a:moveTo>
                  <a:pt x="2948204" y="1826418"/>
                </a:moveTo>
                <a:cubicBezTo>
                  <a:pt x="2939795" y="1801056"/>
                  <a:pt x="2904893" y="1612296"/>
                  <a:pt x="2901093" y="1571625"/>
                </a:cubicBezTo>
                <a:cubicBezTo>
                  <a:pt x="2898890" y="1548050"/>
                  <a:pt x="2892451" y="1483756"/>
                  <a:pt x="2886785" y="1428750"/>
                </a:cubicBezTo>
                <a:cubicBezTo>
                  <a:pt x="2857760" y="1147018"/>
                  <a:pt x="2839129" y="353601"/>
                  <a:pt x="2857390" y="176908"/>
                </a:cubicBezTo>
                <a:cubicBezTo>
                  <a:pt x="2870775" y="47387"/>
                  <a:pt x="2877327" y="28575"/>
                  <a:pt x="2909056" y="28575"/>
                </a:cubicBezTo>
                <a:cubicBezTo>
                  <a:pt x="2921327" y="28575"/>
                  <a:pt x="2936883" y="21928"/>
                  <a:pt x="2943624" y="13805"/>
                </a:cubicBezTo>
                <a:cubicBezTo>
                  <a:pt x="2961599" y="-7851"/>
                  <a:pt x="3002518" y="423"/>
                  <a:pt x="3016649" y="28575"/>
                </a:cubicBezTo>
                <a:cubicBezTo>
                  <a:pt x="3023223" y="41671"/>
                  <a:pt x="3034917" y="51172"/>
                  <a:pt x="3042635" y="49687"/>
                </a:cubicBezTo>
                <a:cubicBezTo>
                  <a:pt x="3070449" y="44334"/>
                  <a:pt x="3089102" y="91315"/>
                  <a:pt x="3083536" y="152701"/>
                </a:cubicBezTo>
                <a:cubicBezTo>
                  <a:pt x="3080337" y="187975"/>
                  <a:pt x="3082212" y="211910"/>
                  <a:pt x="3088477" y="215782"/>
                </a:cubicBezTo>
                <a:cubicBezTo>
                  <a:pt x="3109760" y="228935"/>
                  <a:pt x="3067344" y="1570718"/>
                  <a:pt x="3044476" y="1607719"/>
                </a:cubicBezTo>
                <a:cubicBezTo>
                  <a:pt x="3041993" y="1611737"/>
                  <a:pt x="3035143" y="1650214"/>
                  <a:pt x="3029254" y="1693224"/>
                </a:cubicBezTo>
                <a:cubicBezTo>
                  <a:pt x="3015762" y="1791768"/>
                  <a:pt x="2997190" y="1838325"/>
                  <a:pt x="2971373" y="1838325"/>
                </a:cubicBezTo>
                <a:cubicBezTo>
                  <a:pt x="2960801" y="1838325"/>
                  <a:pt x="2950375" y="1832967"/>
                  <a:pt x="2948204" y="1826418"/>
                </a:cubicBezTo>
                <a:close/>
                <a:moveTo>
                  <a:pt x="3519588" y="1655834"/>
                </a:moveTo>
                <a:cubicBezTo>
                  <a:pt x="3516158" y="1647143"/>
                  <a:pt x="3517922" y="1623568"/>
                  <a:pt x="3523510" y="1603447"/>
                </a:cubicBezTo>
                <a:cubicBezTo>
                  <a:pt x="3529097" y="1583325"/>
                  <a:pt x="3533692" y="1554420"/>
                  <a:pt x="3533721" y="1539214"/>
                </a:cubicBezTo>
                <a:cubicBezTo>
                  <a:pt x="3533751" y="1524007"/>
                  <a:pt x="3550537" y="1459713"/>
                  <a:pt x="3571024" y="1396339"/>
                </a:cubicBezTo>
                <a:cubicBezTo>
                  <a:pt x="3591511" y="1332964"/>
                  <a:pt x="3615564" y="1255395"/>
                  <a:pt x="3624474" y="1223962"/>
                </a:cubicBezTo>
                <a:cubicBezTo>
                  <a:pt x="3660568" y="1096635"/>
                  <a:pt x="3777812" y="842622"/>
                  <a:pt x="3808835" y="824540"/>
                </a:cubicBezTo>
                <a:cubicBezTo>
                  <a:pt x="3850799" y="800080"/>
                  <a:pt x="3899932" y="811286"/>
                  <a:pt x="3919089" y="849687"/>
                </a:cubicBezTo>
                <a:cubicBezTo>
                  <a:pt x="3937670" y="886935"/>
                  <a:pt x="3937648" y="904703"/>
                  <a:pt x="3918985" y="931347"/>
                </a:cubicBezTo>
                <a:cubicBezTo>
                  <a:pt x="3910824" y="942999"/>
                  <a:pt x="3906923" y="957027"/>
                  <a:pt x="3910318" y="962520"/>
                </a:cubicBezTo>
                <a:cubicBezTo>
                  <a:pt x="3913713" y="968013"/>
                  <a:pt x="3909385" y="988365"/>
                  <a:pt x="3900701" y="1007747"/>
                </a:cubicBezTo>
                <a:cubicBezTo>
                  <a:pt x="3892017" y="1027129"/>
                  <a:pt x="3881213" y="1051560"/>
                  <a:pt x="3876692" y="1062037"/>
                </a:cubicBezTo>
                <a:cubicBezTo>
                  <a:pt x="3757618" y="1338029"/>
                  <a:pt x="3538174" y="1702923"/>
                  <a:pt x="3519588" y="1655834"/>
                </a:cubicBezTo>
                <a:close/>
                <a:moveTo>
                  <a:pt x="2424710" y="1582850"/>
                </a:moveTo>
                <a:cubicBezTo>
                  <a:pt x="2398845" y="1547863"/>
                  <a:pt x="2354754" y="1474396"/>
                  <a:pt x="2326731" y="1419591"/>
                </a:cubicBezTo>
                <a:cubicBezTo>
                  <a:pt x="2298708" y="1364785"/>
                  <a:pt x="2269796" y="1313332"/>
                  <a:pt x="2262482" y="1305250"/>
                </a:cubicBezTo>
                <a:cubicBezTo>
                  <a:pt x="2255168" y="1297168"/>
                  <a:pt x="2233379" y="1256284"/>
                  <a:pt x="2214062" y="1214397"/>
                </a:cubicBezTo>
                <a:cubicBezTo>
                  <a:pt x="2194745" y="1172509"/>
                  <a:pt x="2166182" y="1111619"/>
                  <a:pt x="2150590" y="1079085"/>
                </a:cubicBezTo>
                <a:cubicBezTo>
                  <a:pt x="2110049" y="994499"/>
                  <a:pt x="2085024" y="877552"/>
                  <a:pt x="2107189" y="876268"/>
                </a:cubicBezTo>
                <a:cubicBezTo>
                  <a:pt x="2110999" y="876047"/>
                  <a:pt x="2124692" y="865292"/>
                  <a:pt x="2137617" y="852366"/>
                </a:cubicBezTo>
                <a:cubicBezTo>
                  <a:pt x="2159615" y="830368"/>
                  <a:pt x="2190750" y="828245"/>
                  <a:pt x="2190750" y="848744"/>
                </a:cubicBezTo>
                <a:cubicBezTo>
                  <a:pt x="2190750" y="853422"/>
                  <a:pt x="2201534" y="857250"/>
                  <a:pt x="2214716" y="857250"/>
                </a:cubicBezTo>
                <a:cubicBezTo>
                  <a:pt x="2233343" y="857250"/>
                  <a:pt x="2242089" y="865208"/>
                  <a:pt x="2253972" y="892968"/>
                </a:cubicBezTo>
                <a:cubicBezTo>
                  <a:pt x="2262381" y="912614"/>
                  <a:pt x="2273037" y="935116"/>
                  <a:pt x="2277652" y="942975"/>
                </a:cubicBezTo>
                <a:cubicBezTo>
                  <a:pt x="2338353" y="1046328"/>
                  <a:pt x="2449691" y="1356994"/>
                  <a:pt x="2486244" y="1525007"/>
                </a:cubicBezTo>
                <a:cubicBezTo>
                  <a:pt x="2517471" y="1668545"/>
                  <a:pt x="2500119" y="1684856"/>
                  <a:pt x="2424710" y="1582850"/>
                </a:cubicBezTo>
                <a:close/>
              </a:path>
            </a:pathLst>
          </a:custGeom>
          <a:solidFill>
            <a:srgbClr val="7A1732"/>
          </a:solidFill>
          <a:ln>
            <a:noFill/>
          </a:ln>
        </p:spPr>
      </p:sp>
      <p:sp>
        <p:nvSpPr>
          <p:cNvPr id="10" name="TEXT: [ask about the bundle]"/>
          <p:cNvSpPr/>
          <p:nvPr/>
        </p:nvSpPr>
        <p:spPr>
          <a:xfrm rot="21480000">
            <a:off x="1724025" y="11410950"/>
            <a:ext cx="6838950" cy="800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54686" rIns="154686" tIns="66294" bIns="66294"/>
          <a:lstStyle/>
          <a:p>
            <a:pPr algn="ctr">
              <a:lnSpc>
                <a:spcPts val="5307"/>
              </a:lnSpc>
            </a:pPr>
            <a:r>
              <a:rPr b="1" sz="4350">
                <a:solidFill>
                  <a:srgbClr val="181716"/>
                </a:solidFill>
                <a:latin typeface="Montserrat"/>
              </a:rPr>
              <a:t>[ask about the bundle]</a:t>
            </a:r>
          </a:p>
        </p:txBody>
      </p:sp>
      <p:sp>
        <p:nvSpPr>
          <p:cNvPr id="11" name="heart"/>
          <p:cNvSpPr/>
          <p:nvPr/>
        </p:nvSpPr>
        <p:spPr>
          <a:xfrm rot="-600000">
            <a:off x="8286750" y="3924300"/>
            <a:ext cx="1143000" cy="1104900"/>
          </a:xfrm>
          <a:custGeom>
            <a:avLst/>
            <a:gdLst/>
            <a:ahLst/>
            <a:cxnLst/>
            <a:rect l="0" t="0" r="r" b="b"/>
            <a:pathLst>
              <a:path w="1143000" h="1104900">
                <a:moveTo>
                  <a:pt x="597408" y="1086159"/>
                </a:moveTo>
                <a:cubicBezTo>
                  <a:pt x="542271" y="1058621"/>
                  <a:pt x="402749" y="963736"/>
                  <a:pt x="397516" y="950217"/>
                </a:cubicBezTo>
                <a:cubicBezTo>
                  <a:pt x="394960" y="943614"/>
                  <a:pt x="372302" y="923476"/>
                  <a:pt x="347165" y="905466"/>
                </a:cubicBezTo>
                <a:cubicBezTo>
                  <a:pt x="322029" y="887455"/>
                  <a:pt x="304610" y="877811"/>
                  <a:pt x="308456" y="884034"/>
                </a:cubicBezTo>
                <a:cubicBezTo>
                  <a:pt x="320533" y="903576"/>
                  <a:pt x="304902" y="896469"/>
                  <a:pt x="265255" y="864393"/>
                </a:cubicBezTo>
                <a:cubicBezTo>
                  <a:pt x="178822" y="794465"/>
                  <a:pt x="123825" y="739593"/>
                  <a:pt x="123825" y="723284"/>
                </a:cubicBezTo>
                <a:cubicBezTo>
                  <a:pt x="123825" y="706360"/>
                  <a:pt x="108553" y="690999"/>
                  <a:pt x="91438" y="690708"/>
                </a:cubicBezTo>
                <a:cubicBezTo>
                  <a:pt x="55341" y="690094"/>
                  <a:pt x="-9271" y="486388"/>
                  <a:pt x="4617" y="416986"/>
                </a:cubicBezTo>
                <a:cubicBezTo>
                  <a:pt x="23388" y="323193"/>
                  <a:pt x="98467" y="189115"/>
                  <a:pt x="123541" y="204612"/>
                </a:cubicBezTo>
                <a:cubicBezTo>
                  <a:pt x="133132" y="210539"/>
                  <a:pt x="200024" y="173353"/>
                  <a:pt x="200024" y="162094"/>
                </a:cubicBezTo>
                <a:cubicBezTo>
                  <a:pt x="200024" y="150018"/>
                  <a:pt x="246569" y="144642"/>
                  <a:pt x="251355" y="156165"/>
                </a:cubicBezTo>
                <a:cubicBezTo>
                  <a:pt x="254358" y="163398"/>
                  <a:pt x="258409" y="162885"/>
                  <a:pt x="264313" y="154525"/>
                </a:cubicBezTo>
                <a:cubicBezTo>
                  <a:pt x="281114" y="130736"/>
                  <a:pt x="439882" y="183629"/>
                  <a:pt x="424821" y="207997"/>
                </a:cubicBezTo>
                <a:cubicBezTo>
                  <a:pt x="422211" y="212221"/>
                  <a:pt x="428161" y="222600"/>
                  <a:pt x="438044" y="231062"/>
                </a:cubicBezTo>
                <a:cubicBezTo>
                  <a:pt x="450937" y="242101"/>
                  <a:pt x="457362" y="243254"/>
                  <a:pt x="460787" y="235142"/>
                </a:cubicBezTo>
                <a:cubicBezTo>
                  <a:pt x="463611" y="228456"/>
                  <a:pt x="483440" y="242841"/>
                  <a:pt x="509322" y="270352"/>
                </a:cubicBezTo>
                <a:cubicBezTo>
                  <a:pt x="533390" y="295935"/>
                  <a:pt x="554456" y="315223"/>
                  <a:pt x="556135" y="313214"/>
                </a:cubicBezTo>
                <a:cubicBezTo>
                  <a:pt x="557814" y="311206"/>
                  <a:pt x="575159" y="284297"/>
                  <a:pt x="594680" y="253418"/>
                </a:cubicBezTo>
                <a:cubicBezTo>
                  <a:pt x="732706" y="35080"/>
                  <a:pt x="949344" y="-59312"/>
                  <a:pt x="1064791" y="48582"/>
                </a:cubicBezTo>
                <a:cubicBezTo>
                  <a:pt x="1147915" y="126268"/>
                  <a:pt x="1165917" y="296366"/>
                  <a:pt x="1109812" y="473970"/>
                </a:cubicBezTo>
                <a:cubicBezTo>
                  <a:pt x="1087803" y="543642"/>
                  <a:pt x="1054993" y="600692"/>
                  <a:pt x="1070840" y="541736"/>
                </a:cubicBezTo>
                <a:cubicBezTo>
                  <a:pt x="1074184" y="529293"/>
                  <a:pt x="1060526" y="551259"/>
                  <a:pt x="1040487" y="590550"/>
                </a:cubicBezTo>
                <a:cubicBezTo>
                  <a:pt x="1000047" y="669843"/>
                  <a:pt x="947325" y="754456"/>
                  <a:pt x="898485" y="818443"/>
                </a:cubicBezTo>
                <a:cubicBezTo>
                  <a:pt x="878704" y="844359"/>
                  <a:pt x="870177" y="862990"/>
                  <a:pt x="876349" y="866805"/>
                </a:cubicBezTo>
                <a:cubicBezTo>
                  <a:pt x="889105" y="874689"/>
                  <a:pt x="850636" y="925428"/>
                  <a:pt x="834681" y="921764"/>
                </a:cubicBezTo>
                <a:cubicBezTo>
                  <a:pt x="828458" y="920335"/>
                  <a:pt x="804409" y="937382"/>
                  <a:pt x="781239" y="959645"/>
                </a:cubicBezTo>
                <a:cubicBezTo>
                  <a:pt x="729962" y="1008916"/>
                  <a:pt x="737372" y="1013719"/>
                  <a:pt x="790547" y="965679"/>
                </a:cubicBezTo>
                <a:cubicBezTo>
                  <a:pt x="849358" y="912546"/>
                  <a:pt x="835636" y="941445"/>
                  <a:pt x="772287" y="1004132"/>
                </a:cubicBezTo>
                <a:cubicBezTo>
                  <a:pt x="730251" y="1045730"/>
                  <a:pt x="708645" y="1060199"/>
                  <a:pt x="687395" y="1060984"/>
                </a:cubicBezTo>
                <a:cubicBezTo>
                  <a:pt x="671718" y="1061563"/>
                  <a:pt x="660508" y="1063672"/>
                  <a:pt x="662485" y="1065671"/>
                </a:cubicBezTo>
                <a:cubicBezTo>
                  <a:pt x="667727" y="1070970"/>
                  <a:pt x="648243" y="1104967"/>
                  <a:pt x="640221" y="1104520"/>
                </a:cubicBezTo>
                <a:cubicBezTo>
                  <a:pt x="636476" y="1104311"/>
                  <a:pt x="617210" y="1096049"/>
                  <a:pt x="597408" y="1086159"/>
                </a:cubicBezTo>
                <a:close/>
                <a:moveTo>
                  <a:pt x="804474" y="906196"/>
                </a:moveTo>
                <a:cubicBezTo>
                  <a:pt x="802649" y="904304"/>
                  <a:pt x="814013" y="891937"/>
                  <a:pt x="829727" y="878714"/>
                </a:cubicBezTo>
                <a:cubicBezTo>
                  <a:pt x="846149" y="864896"/>
                  <a:pt x="856097" y="848935"/>
                  <a:pt x="853121" y="841179"/>
                </a:cubicBezTo>
                <a:cubicBezTo>
                  <a:pt x="849877" y="832725"/>
                  <a:pt x="852009" y="830198"/>
                  <a:pt x="858830" y="834414"/>
                </a:cubicBezTo>
                <a:cubicBezTo>
                  <a:pt x="865679" y="838647"/>
                  <a:pt x="867101" y="836909"/>
                  <a:pt x="862664" y="829729"/>
                </a:cubicBezTo>
                <a:cubicBezTo>
                  <a:pt x="853855" y="815476"/>
                  <a:pt x="874916" y="788595"/>
                  <a:pt x="888375" y="796914"/>
                </a:cubicBezTo>
                <a:cubicBezTo>
                  <a:pt x="894156" y="800486"/>
                  <a:pt x="895441" y="798428"/>
                  <a:pt x="891456" y="791981"/>
                </a:cubicBezTo>
                <a:cubicBezTo>
                  <a:pt x="887696" y="785897"/>
                  <a:pt x="892761" y="769162"/>
                  <a:pt x="902710" y="754791"/>
                </a:cubicBezTo>
                <a:cubicBezTo>
                  <a:pt x="925501" y="721873"/>
                  <a:pt x="939228" y="693577"/>
                  <a:pt x="920006" y="719137"/>
                </a:cubicBezTo>
                <a:cubicBezTo>
                  <a:pt x="858914" y="800373"/>
                  <a:pt x="722483" y="974327"/>
                  <a:pt x="710330" y="986480"/>
                </a:cubicBezTo>
                <a:cubicBezTo>
                  <a:pt x="702077" y="994733"/>
                  <a:pt x="695363" y="1006537"/>
                  <a:pt x="695409" y="1012711"/>
                </a:cubicBezTo>
                <a:cubicBezTo>
                  <a:pt x="695456" y="1018885"/>
                  <a:pt x="720761" y="998220"/>
                  <a:pt x="751643" y="966787"/>
                </a:cubicBezTo>
                <a:cubicBezTo>
                  <a:pt x="782525" y="935355"/>
                  <a:pt x="806299" y="908089"/>
                  <a:pt x="804474" y="906196"/>
                </a:cubicBezTo>
                <a:close/>
                <a:moveTo>
                  <a:pt x="633968" y="925189"/>
                </a:moveTo>
                <a:cubicBezTo>
                  <a:pt x="646404" y="915407"/>
                  <a:pt x="653509" y="904004"/>
                  <a:pt x="649758" y="899849"/>
                </a:cubicBezTo>
                <a:cubicBezTo>
                  <a:pt x="646006" y="895695"/>
                  <a:pt x="647809" y="895078"/>
                  <a:pt x="653764" y="898480"/>
                </a:cubicBezTo>
                <a:cubicBezTo>
                  <a:pt x="659719" y="901882"/>
                  <a:pt x="669542" y="898699"/>
                  <a:pt x="675593" y="891408"/>
                </a:cubicBezTo>
                <a:cubicBezTo>
                  <a:pt x="681892" y="883818"/>
                  <a:pt x="682762" y="876738"/>
                  <a:pt x="677628" y="874845"/>
                </a:cubicBezTo>
                <a:cubicBezTo>
                  <a:pt x="672697" y="873025"/>
                  <a:pt x="704723" y="817959"/>
                  <a:pt x="748797" y="752475"/>
                </a:cubicBezTo>
                <a:cubicBezTo>
                  <a:pt x="922623" y="494211"/>
                  <a:pt x="1015145" y="232906"/>
                  <a:pt x="952757" y="176445"/>
                </a:cubicBezTo>
                <a:cubicBezTo>
                  <a:pt x="906084" y="134207"/>
                  <a:pt x="729090" y="282882"/>
                  <a:pt x="670909" y="413198"/>
                </a:cubicBezTo>
                <a:cubicBezTo>
                  <a:pt x="652246" y="455000"/>
                  <a:pt x="638622" y="474296"/>
                  <a:pt x="629971" y="471180"/>
                </a:cubicBezTo>
                <a:cubicBezTo>
                  <a:pt x="620245" y="467676"/>
                  <a:pt x="618562" y="472713"/>
                  <a:pt x="623238" y="491340"/>
                </a:cubicBezTo>
                <a:cubicBezTo>
                  <a:pt x="626799" y="505530"/>
                  <a:pt x="624712" y="521904"/>
                  <a:pt x="618368" y="529548"/>
                </a:cubicBezTo>
                <a:cubicBezTo>
                  <a:pt x="605054" y="545591"/>
                  <a:pt x="586548" y="547579"/>
                  <a:pt x="596222" y="531928"/>
                </a:cubicBezTo>
                <a:cubicBezTo>
                  <a:pt x="600466" y="525060"/>
                  <a:pt x="598831" y="523519"/>
                  <a:pt x="591866" y="527823"/>
                </a:cubicBezTo>
                <a:cubicBezTo>
                  <a:pt x="585732" y="531614"/>
                  <a:pt x="582997" y="538410"/>
                  <a:pt x="585787" y="542925"/>
                </a:cubicBezTo>
                <a:cubicBezTo>
                  <a:pt x="596229" y="559821"/>
                  <a:pt x="570627" y="562430"/>
                  <a:pt x="540649" y="547524"/>
                </a:cubicBezTo>
                <a:cubicBezTo>
                  <a:pt x="522866" y="538683"/>
                  <a:pt x="487191" y="501319"/>
                  <a:pt x="457200" y="460128"/>
                </a:cubicBezTo>
                <a:cubicBezTo>
                  <a:pt x="342159" y="302125"/>
                  <a:pt x="217158" y="278743"/>
                  <a:pt x="181118" y="408486"/>
                </a:cubicBezTo>
                <a:cubicBezTo>
                  <a:pt x="163235" y="472868"/>
                  <a:pt x="181294" y="582197"/>
                  <a:pt x="214342" y="609624"/>
                </a:cubicBezTo>
                <a:cubicBezTo>
                  <a:pt x="222184" y="616132"/>
                  <a:pt x="228600" y="625883"/>
                  <a:pt x="228600" y="631292"/>
                </a:cubicBezTo>
                <a:cubicBezTo>
                  <a:pt x="228600" y="636701"/>
                  <a:pt x="219139" y="632962"/>
                  <a:pt x="207576" y="622982"/>
                </a:cubicBezTo>
                <a:cubicBezTo>
                  <a:pt x="194995" y="612123"/>
                  <a:pt x="199141" y="621092"/>
                  <a:pt x="217902" y="645318"/>
                </a:cubicBezTo>
                <a:cubicBezTo>
                  <a:pt x="251871" y="689183"/>
                  <a:pt x="259939" y="695071"/>
                  <a:pt x="250532" y="669131"/>
                </a:cubicBezTo>
                <a:cubicBezTo>
                  <a:pt x="247207" y="659963"/>
                  <a:pt x="269844" y="676752"/>
                  <a:pt x="300837" y="706439"/>
                </a:cubicBezTo>
                <a:cubicBezTo>
                  <a:pt x="366973" y="769789"/>
                  <a:pt x="384743" y="784449"/>
                  <a:pt x="504825" y="874727"/>
                </a:cubicBezTo>
                <a:cubicBezTo>
                  <a:pt x="606142" y="950899"/>
                  <a:pt x="602896" y="949630"/>
                  <a:pt x="633968" y="925189"/>
                </a:cubicBezTo>
                <a:close/>
                <a:moveTo>
                  <a:pt x="352425" y="863085"/>
                </a:moveTo>
                <a:cubicBezTo>
                  <a:pt x="352425" y="861056"/>
                  <a:pt x="321349" y="834445"/>
                  <a:pt x="283368" y="803951"/>
                </a:cubicBezTo>
                <a:cubicBezTo>
                  <a:pt x="245387" y="773457"/>
                  <a:pt x="220741" y="756560"/>
                  <a:pt x="228600" y="766402"/>
                </a:cubicBezTo>
                <a:cubicBezTo>
                  <a:pt x="249983" y="793186"/>
                  <a:pt x="352425" y="873172"/>
                  <a:pt x="352425" y="863085"/>
                </a:cubicBezTo>
                <a:close/>
                <a:moveTo>
                  <a:pt x="419100" y="233607"/>
                </a:moveTo>
                <a:cubicBezTo>
                  <a:pt x="419100" y="231122"/>
                  <a:pt x="406101" y="222367"/>
                  <a:pt x="390213" y="214151"/>
                </a:cubicBezTo>
                <a:cubicBezTo>
                  <a:pt x="374326" y="205935"/>
                  <a:pt x="363649" y="195455"/>
                  <a:pt x="366488" y="190861"/>
                </a:cubicBezTo>
                <a:cubicBezTo>
                  <a:pt x="374651" y="177654"/>
                  <a:pt x="307717" y="159770"/>
                  <a:pt x="276108" y="166712"/>
                </a:cubicBezTo>
                <a:cubicBezTo>
                  <a:pt x="239321" y="174792"/>
                  <a:pt x="246823" y="186599"/>
                  <a:pt x="292661" y="192764"/>
                </a:cubicBezTo>
                <a:cubicBezTo>
                  <a:pt x="312434" y="195424"/>
                  <a:pt x="345757" y="206251"/>
                  <a:pt x="366712" y="216824"/>
                </a:cubicBezTo>
                <a:cubicBezTo>
                  <a:pt x="406909" y="237107"/>
                  <a:pt x="419100" y="241012"/>
                  <a:pt x="419100" y="233607"/>
                </a:cubicBezTo>
                <a:close/>
                <a:moveTo>
                  <a:pt x="1087944" y="94090"/>
                </a:moveTo>
                <a:cubicBezTo>
                  <a:pt x="1077589" y="77737"/>
                  <a:pt x="1055083" y="55470"/>
                  <a:pt x="1037930" y="44610"/>
                </a:cubicBezTo>
                <a:cubicBezTo>
                  <a:pt x="1011190" y="27679"/>
                  <a:pt x="1013402" y="31780"/>
                  <a:pt x="1053440" y="73367"/>
                </a:cubicBezTo>
                <a:cubicBezTo>
                  <a:pt x="1108845" y="130915"/>
                  <a:pt x="1112741" y="133255"/>
                  <a:pt x="1087944" y="94090"/>
                </a:cubicBezTo>
                <a:close/>
              </a:path>
            </a:pathLst>
          </a:custGeom>
          <a:solidFill>
            <a:srgbClr val="7A1732"/>
          </a:solidFill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photo border" descr="0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80000">
            <a:off x="438150" y="5010150"/>
            <a:ext cx="4838700" cy="4457700"/>
          </a:xfrm>
          <a:prstGeom prst="rect">
            <a:avLst/>
          </a:prstGeom>
        </p:spPr>
      </p:pic>
      <p:sp>
        <p:nvSpPr>
          <p:cNvPr id="4" name="PHOTO: Photo 1"/>
          <p:cNvSpPr/>
          <p:nvPr/>
        </p:nvSpPr>
        <p:spPr>
          <a:xfrm rot="180000">
            <a:off x="952500" y="5524500"/>
            <a:ext cx="3810000" cy="3429000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  <p:pic>
        <p:nvPicPr>
          <p:cNvPr id="5" name="photo border" descr="0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420000">
            <a:off x="5010150" y="5105400"/>
            <a:ext cx="4838700" cy="4457700"/>
          </a:xfrm>
          <a:prstGeom prst="rect">
            <a:avLst/>
          </a:prstGeom>
        </p:spPr>
      </p:pic>
      <p:sp>
        <p:nvSpPr>
          <p:cNvPr id="6" name="PHOTO: Photo 2"/>
          <p:cNvSpPr/>
          <p:nvPr/>
        </p:nvSpPr>
        <p:spPr>
          <a:xfrm rot="-180000">
            <a:off x="5524500" y="5619750"/>
            <a:ext cx="3810000" cy="3429000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  <p:pic>
        <p:nvPicPr>
          <p:cNvPr id="7" name="photo border" descr="0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480000">
            <a:off x="438150" y="8915400"/>
            <a:ext cx="4838700" cy="4457700"/>
          </a:xfrm>
          <a:prstGeom prst="rect">
            <a:avLst/>
          </a:prstGeom>
        </p:spPr>
      </p:pic>
      <p:sp>
        <p:nvSpPr>
          <p:cNvPr id="8" name="PHOTO: Photo 3"/>
          <p:cNvSpPr/>
          <p:nvPr/>
        </p:nvSpPr>
        <p:spPr>
          <a:xfrm rot="-120000">
            <a:off x="952500" y="9429750"/>
            <a:ext cx="3810000" cy="3429000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  <p:pic>
        <p:nvPicPr>
          <p:cNvPr id="9" name="photo border" descr="0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20000">
            <a:off x="5010150" y="9010650"/>
            <a:ext cx="4838700" cy="4457700"/>
          </a:xfrm>
          <a:prstGeom prst="rect">
            <a:avLst/>
          </a:prstGeom>
        </p:spPr>
      </p:pic>
      <p:sp>
        <p:nvSpPr>
          <p:cNvPr id="10" name="PHOTO: Photo 4"/>
          <p:cNvSpPr/>
          <p:nvPr/>
        </p:nvSpPr>
        <p:spPr>
          <a:xfrm rot="120000">
            <a:off x="5524500" y="9525000"/>
            <a:ext cx="3810000" cy="3429000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  <p:sp>
        <p:nvSpPr>
          <p:cNvPr id="11" name="LETTERING: Comment"/>
          <p:cNvSpPr txBox="1"/>
          <p:nvPr/>
        </p:nvSpPr>
        <p:spPr>
          <a:xfrm>
            <a:off x="633412" y="1047750"/>
            <a:ext cx="9020175" cy="22860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0" i="0">
                <a:solidFill>
                  <a:srgbClr val="FFFFFF"/>
                </a:solidFill>
                <a:latin typeface="DM Serif Display"/>
              </a:rPr>
              <a:t>Comment</a:t>
            </a:r>
          </a:p>
        </p:txBody>
      </p:sp>
      <p:sp>
        <p:nvSpPr>
          <p:cNvPr id="12" name="TEXT: &quot;[KEYWORD]&quot;"/>
          <p:cNvSpPr/>
          <p:nvPr/>
        </p:nvSpPr>
        <p:spPr>
          <a:xfrm rot="21480000">
            <a:off x="2152650" y="3209925"/>
            <a:ext cx="5981700" cy="1200150"/>
          </a:xfrm>
          <a:prstGeom prst="roundRect">
            <a:avLst>
              <a:gd name="adj" fmla="val 50000"/>
            </a:avLst>
          </a:prstGeom>
          <a:solidFill>
            <a:srgbClr val="7A17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98145" rIns="398145" tIns="159258" bIns="159258"/>
          <a:lstStyle/>
          <a:p>
            <a:pPr algn="ctr">
              <a:lnSpc>
                <a:spcPts val="6953"/>
              </a:lnSpc>
            </a:pPr>
            <a:r>
              <a:rPr b="1" sz="5700">
                <a:solidFill>
                  <a:srgbClr val="FFFFFF"/>
                </a:solidFill>
                <a:latin typeface="Montserrat"/>
              </a:rPr>
              <a:t>"[KEYWORD]"</a:t>
            </a:r>
          </a:p>
        </p:txBody>
      </p:sp>
      <p:sp>
        <p:nvSpPr>
          <p:cNvPr id="13" name="TEXT: [bundle name]"/>
          <p:cNvSpPr/>
          <p:nvPr/>
        </p:nvSpPr>
        <p:spPr>
          <a:xfrm rot="120000">
            <a:off x="2957512" y="4567238"/>
            <a:ext cx="4371975" cy="771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9352" rIns="149352" tIns="64008" bIns="64008"/>
          <a:lstStyle/>
          <a:p>
            <a:pPr algn="ctr">
              <a:lnSpc>
                <a:spcPts val="5123"/>
              </a:lnSpc>
            </a:pPr>
            <a:r>
              <a:rPr b="1" sz="4200">
                <a:solidFill>
                  <a:srgbClr val="181716"/>
                </a:solidFill>
                <a:latin typeface="Montserrat"/>
              </a:rPr>
              <a:t>[bundle name]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