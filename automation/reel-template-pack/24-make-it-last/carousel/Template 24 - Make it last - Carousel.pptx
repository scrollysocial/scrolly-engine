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the page labels and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Tip 1: a full-page photo of it. Edit the 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Tip 2: swap in its photo. Edit the 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photo of your reminder (or your product) for the watch screen. Edit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No photo needed. Edit the page label to your real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The result: a full-page photo.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 at its best.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make it"/>
          <p:cNvSpPr txBox="1"/>
          <p:nvPr/>
        </p:nvSpPr>
        <p:spPr>
          <a:xfrm rot="120000">
            <a:off x="1371600" y="1162050"/>
            <a:ext cx="6400800" cy="2057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0" i="0">
                <a:solidFill>
                  <a:srgbClr val="FFFFFF"/>
                </a:solidFill>
                <a:latin typeface="DM Serif Display"/>
              </a:rPr>
              <a:t>make </a:t>
            </a:r>
            <a:r>
              <a:rPr sz="13500" i="0">
                <a:solidFill>
                  <a:srgbClr val="FFFFFF"/>
                </a:solidFill>
                <a:latin typeface="DM Serif Display"/>
              </a:rPr>
              <a:t>it</a:t>
            </a:r>
          </a:p>
        </p:txBody>
      </p:sp>
      <p:sp>
        <p:nvSpPr>
          <p:cNvPr id="5" name="LETTERING: LAST"/>
          <p:cNvSpPr txBox="1"/>
          <p:nvPr/>
        </p:nvSpPr>
        <p:spPr>
          <a:xfrm rot="120000">
            <a:off x="852488" y="2571750"/>
            <a:ext cx="7820025" cy="3429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0" i="0">
                <a:solidFill>
                  <a:srgbClr val="FFFFFF"/>
                </a:solidFill>
                <a:latin typeface="DM Serif Display"/>
              </a:rPr>
              <a:t>LAST</a:t>
            </a:r>
          </a:p>
        </p:txBody>
      </p:sp>
      <p:sp>
        <p:nvSpPr>
          <p:cNvPr id="6" name="sparkle"/>
          <p:cNvSpPr/>
          <p:nvPr/>
        </p:nvSpPr>
        <p:spPr>
          <a:xfrm rot="0">
            <a:off x="8001000" y="2105025"/>
            <a:ext cx="1143000" cy="1504950"/>
          </a:xfrm>
          <a:custGeom>
            <a:avLst/>
            <a:gdLst/>
            <a:ahLst/>
            <a:cxnLst/>
            <a:rect l="0" t="0" r="r" b="b"/>
            <a:pathLst>
              <a:path w="1143000" h="1504950">
                <a:moveTo>
                  <a:pt x="532401" y="1500187"/>
                </a:moveTo>
                <a:cubicBezTo>
                  <a:pt x="529233" y="1494948"/>
                  <a:pt x="525758" y="1465037"/>
                  <a:pt x="524680" y="1433717"/>
                </a:cubicBezTo>
                <a:cubicBezTo>
                  <a:pt x="523602" y="1402398"/>
                  <a:pt x="518113" y="1373925"/>
                  <a:pt x="512483" y="1370446"/>
                </a:cubicBezTo>
                <a:cubicBezTo>
                  <a:pt x="506853" y="1366966"/>
                  <a:pt x="504791" y="1353979"/>
                  <a:pt x="507901" y="1341586"/>
                </a:cubicBezTo>
                <a:cubicBezTo>
                  <a:pt x="511012" y="1329193"/>
                  <a:pt x="509515" y="1312660"/>
                  <a:pt x="504574" y="1304845"/>
                </a:cubicBezTo>
                <a:cubicBezTo>
                  <a:pt x="498207" y="1294774"/>
                  <a:pt x="495354" y="1304505"/>
                  <a:pt x="494776" y="1338262"/>
                </a:cubicBezTo>
                <a:cubicBezTo>
                  <a:pt x="493742" y="1398630"/>
                  <a:pt x="477938" y="1369173"/>
                  <a:pt x="476889" y="1304925"/>
                </a:cubicBezTo>
                <a:cubicBezTo>
                  <a:pt x="475827" y="1239899"/>
                  <a:pt x="449650" y="1098003"/>
                  <a:pt x="426146" y="1029862"/>
                </a:cubicBezTo>
                <a:cubicBezTo>
                  <a:pt x="391831" y="930380"/>
                  <a:pt x="264311" y="828704"/>
                  <a:pt x="173831" y="828682"/>
                </a:cubicBezTo>
                <a:cubicBezTo>
                  <a:pt x="153983" y="828677"/>
                  <a:pt x="142874" y="823995"/>
                  <a:pt x="142874" y="815633"/>
                </a:cubicBezTo>
                <a:cubicBezTo>
                  <a:pt x="142874" y="801714"/>
                  <a:pt x="96255" y="790857"/>
                  <a:pt x="35718" y="790679"/>
                </a:cubicBezTo>
                <a:cubicBezTo>
                  <a:pt x="16073" y="790622"/>
                  <a:pt x="0" y="786288"/>
                  <a:pt x="0" y="781050"/>
                </a:cubicBezTo>
                <a:cubicBezTo>
                  <a:pt x="0" y="775811"/>
                  <a:pt x="21296" y="771525"/>
                  <a:pt x="47326" y="771525"/>
                </a:cubicBezTo>
                <a:cubicBezTo>
                  <a:pt x="86424" y="771524"/>
                  <a:pt x="93654" y="768924"/>
                  <a:pt x="88911" y="756566"/>
                </a:cubicBezTo>
                <a:cubicBezTo>
                  <a:pt x="84148" y="744153"/>
                  <a:pt x="88657" y="742613"/>
                  <a:pt x="115404" y="747516"/>
                </a:cubicBezTo>
                <a:cubicBezTo>
                  <a:pt x="135369" y="751176"/>
                  <a:pt x="162138" y="747752"/>
                  <a:pt x="185737" y="738519"/>
                </a:cubicBezTo>
                <a:cubicBezTo>
                  <a:pt x="215160" y="727007"/>
                  <a:pt x="217329" y="724883"/>
                  <a:pt x="195262" y="729192"/>
                </a:cubicBezTo>
                <a:cubicBezTo>
                  <a:pt x="156393" y="736783"/>
                  <a:pt x="174939" y="721503"/>
                  <a:pt x="228600" y="701726"/>
                </a:cubicBezTo>
                <a:cubicBezTo>
                  <a:pt x="377397" y="646886"/>
                  <a:pt x="484596" y="479650"/>
                  <a:pt x="513705" y="256949"/>
                </a:cubicBezTo>
                <a:cubicBezTo>
                  <a:pt x="522710" y="188047"/>
                  <a:pt x="533983" y="113992"/>
                  <a:pt x="547742" y="33337"/>
                </a:cubicBezTo>
                <a:cubicBezTo>
                  <a:pt x="549530" y="22860"/>
                  <a:pt x="551386" y="10001"/>
                  <a:pt x="551867" y="4762"/>
                </a:cubicBezTo>
                <a:cubicBezTo>
                  <a:pt x="552348" y="-476"/>
                  <a:pt x="556390" y="995"/>
                  <a:pt x="560850" y="8032"/>
                </a:cubicBezTo>
                <a:cubicBezTo>
                  <a:pt x="565310" y="15068"/>
                  <a:pt x="567116" y="40786"/>
                  <a:pt x="564864" y="65182"/>
                </a:cubicBezTo>
                <a:cubicBezTo>
                  <a:pt x="561034" y="106663"/>
                  <a:pt x="561734" y="108339"/>
                  <a:pt x="575659" y="91048"/>
                </a:cubicBezTo>
                <a:cubicBezTo>
                  <a:pt x="589543" y="73809"/>
                  <a:pt x="590577" y="76707"/>
                  <a:pt x="590962" y="133910"/>
                </a:cubicBezTo>
                <a:cubicBezTo>
                  <a:pt x="591189" y="167654"/>
                  <a:pt x="597227" y="242411"/>
                  <a:pt x="604380" y="300037"/>
                </a:cubicBezTo>
                <a:cubicBezTo>
                  <a:pt x="635207" y="548373"/>
                  <a:pt x="707042" y="641153"/>
                  <a:pt x="904643" y="687851"/>
                </a:cubicBezTo>
                <a:lnTo>
                  <a:pt x="976312" y="704789"/>
                </a:lnTo>
                <a:lnTo>
                  <a:pt x="920540" y="700641"/>
                </a:lnTo>
                <a:cubicBezTo>
                  <a:pt x="889866" y="698360"/>
                  <a:pt x="866735" y="698460"/>
                  <a:pt x="869139" y="700864"/>
                </a:cubicBezTo>
                <a:cubicBezTo>
                  <a:pt x="878513" y="710238"/>
                  <a:pt x="1023932" y="733481"/>
                  <a:pt x="1079544" y="734492"/>
                </a:cubicBezTo>
                <a:lnTo>
                  <a:pt x="1138237" y="735560"/>
                </a:lnTo>
                <a:lnTo>
                  <a:pt x="1073931" y="747205"/>
                </a:lnTo>
                <a:cubicBezTo>
                  <a:pt x="1038562" y="753610"/>
                  <a:pt x="1006415" y="762334"/>
                  <a:pt x="1002493" y="766593"/>
                </a:cubicBezTo>
                <a:cubicBezTo>
                  <a:pt x="998571" y="770853"/>
                  <a:pt x="1005002" y="771964"/>
                  <a:pt x="1016784" y="769063"/>
                </a:cubicBezTo>
                <a:cubicBezTo>
                  <a:pt x="1028566" y="766162"/>
                  <a:pt x="1040224" y="767054"/>
                  <a:pt x="1042691" y="771045"/>
                </a:cubicBezTo>
                <a:cubicBezTo>
                  <a:pt x="1045158" y="775037"/>
                  <a:pt x="1015047" y="781019"/>
                  <a:pt x="975778" y="784338"/>
                </a:cubicBezTo>
                <a:cubicBezTo>
                  <a:pt x="918743" y="789159"/>
                  <a:pt x="801723" y="827555"/>
                  <a:pt x="842962" y="827916"/>
                </a:cubicBezTo>
                <a:cubicBezTo>
                  <a:pt x="848201" y="827962"/>
                  <a:pt x="863203" y="821874"/>
                  <a:pt x="876300" y="814387"/>
                </a:cubicBezTo>
                <a:cubicBezTo>
                  <a:pt x="889396" y="806900"/>
                  <a:pt x="906541" y="800720"/>
                  <a:pt x="914400" y="800653"/>
                </a:cubicBezTo>
                <a:cubicBezTo>
                  <a:pt x="922258" y="800587"/>
                  <a:pt x="900945" y="815480"/>
                  <a:pt x="867037" y="833749"/>
                </a:cubicBezTo>
                <a:cubicBezTo>
                  <a:pt x="833130" y="852018"/>
                  <a:pt x="787080" y="884934"/>
                  <a:pt x="764703" y="906895"/>
                </a:cubicBezTo>
                <a:cubicBezTo>
                  <a:pt x="723442" y="947390"/>
                  <a:pt x="655530" y="1072699"/>
                  <a:pt x="643198" y="1131093"/>
                </a:cubicBezTo>
                <a:cubicBezTo>
                  <a:pt x="639603" y="1148119"/>
                  <a:pt x="633135" y="1162050"/>
                  <a:pt x="628825" y="1162050"/>
                </a:cubicBezTo>
                <a:cubicBezTo>
                  <a:pt x="624515" y="1162050"/>
                  <a:pt x="627006" y="1142055"/>
                  <a:pt x="634361" y="1117617"/>
                </a:cubicBezTo>
                <a:cubicBezTo>
                  <a:pt x="652131" y="1058571"/>
                  <a:pt x="644710" y="1053394"/>
                  <a:pt x="625841" y="1111673"/>
                </a:cubicBezTo>
                <a:cubicBezTo>
                  <a:pt x="605537" y="1174386"/>
                  <a:pt x="595408" y="1238075"/>
                  <a:pt x="608741" y="1219200"/>
                </a:cubicBezTo>
                <a:cubicBezTo>
                  <a:pt x="616714" y="1207912"/>
                  <a:pt x="618863" y="1211411"/>
                  <a:pt x="618979" y="1235868"/>
                </a:cubicBezTo>
                <a:cubicBezTo>
                  <a:pt x="619114" y="1264627"/>
                  <a:pt x="601456" y="1281420"/>
                  <a:pt x="598948" y="1254918"/>
                </a:cubicBezTo>
                <a:cubicBezTo>
                  <a:pt x="596895" y="1233232"/>
                  <a:pt x="583287" y="1299541"/>
                  <a:pt x="582821" y="1333500"/>
                </a:cubicBezTo>
                <a:cubicBezTo>
                  <a:pt x="582453" y="1360308"/>
                  <a:pt x="583967" y="1363106"/>
                  <a:pt x="590550" y="1347787"/>
                </a:cubicBezTo>
                <a:cubicBezTo>
                  <a:pt x="601852" y="1321484"/>
                  <a:pt x="602175" y="1360898"/>
                  <a:pt x="591096" y="1414462"/>
                </a:cubicBezTo>
                <a:lnTo>
                  <a:pt x="583215" y="1452562"/>
                </a:lnTo>
                <a:lnTo>
                  <a:pt x="580993" y="1409700"/>
                </a:lnTo>
                <a:cubicBezTo>
                  <a:pt x="574470" y="1283892"/>
                  <a:pt x="554136" y="1294411"/>
                  <a:pt x="544169" y="1428750"/>
                </a:cubicBezTo>
                <a:cubicBezTo>
                  <a:pt x="540865" y="1473279"/>
                  <a:pt x="535570" y="1505426"/>
                  <a:pt x="532401" y="1500187"/>
                </a:cubicBezTo>
                <a:close/>
                <a:moveTo>
                  <a:pt x="586696" y="969129"/>
                </a:moveTo>
                <a:cubicBezTo>
                  <a:pt x="624595" y="893390"/>
                  <a:pt x="682865" y="820591"/>
                  <a:pt x="729014" y="791324"/>
                </a:cubicBezTo>
                <a:lnTo>
                  <a:pt x="770437" y="765054"/>
                </a:lnTo>
                <a:lnTo>
                  <a:pt x="718695" y="743608"/>
                </a:lnTo>
                <a:cubicBezTo>
                  <a:pt x="653486" y="716581"/>
                  <a:pt x="588553" y="646708"/>
                  <a:pt x="566253" y="579568"/>
                </a:cubicBezTo>
                <a:lnTo>
                  <a:pt x="550139" y="531053"/>
                </a:lnTo>
                <a:lnTo>
                  <a:pt x="532865" y="580103"/>
                </a:lnTo>
                <a:cubicBezTo>
                  <a:pt x="500044" y="673304"/>
                  <a:pt x="464738" y="715582"/>
                  <a:pt x="387346" y="754365"/>
                </a:cubicBezTo>
                <a:lnTo>
                  <a:pt x="341304" y="777437"/>
                </a:lnTo>
                <a:lnTo>
                  <a:pt x="380537" y="795128"/>
                </a:lnTo>
                <a:cubicBezTo>
                  <a:pt x="456780" y="829509"/>
                  <a:pt x="502087" y="895940"/>
                  <a:pt x="529557" y="1013627"/>
                </a:cubicBezTo>
                <a:cubicBezTo>
                  <a:pt x="546754" y="1087302"/>
                  <a:pt x="547328" y="1088235"/>
                  <a:pt x="554427" y="1054070"/>
                </a:cubicBezTo>
                <a:cubicBezTo>
                  <a:pt x="558423" y="1034835"/>
                  <a:pt x="572944" y="996611"/>
                  <a:pt x="586696" y="9691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sparkle"/>
          <p:cNvSpPr/>
          <p:nvPr/>
        </p:nvSpPr>
        <p:spPr>
          <a:xfrm rot="0">
            <a:off x="904875" y="4833937"/>
            <a:ext cx="857250" cy="1000125"/>
          </a:xfrm>
          <a:custGeom>
            <a:avLst/>
            <a:gdLst/>
            <a:ahLst/>
            <a:cxnLst/>
            <a:rect l="0" t="0" r="r" b="b"/>
            <a:pathLst>
              <a:path w="857250" h="1000125">
                <a:moveTo>
                  <a:pt x="400999" y="969168"/>
                </a:moveTo>
                <a:cubicBezTo>
                  <a:pt x="400477" y="949523"/>
                  <a:pt x="396256" y="933450"/>
                  <a:pt x="391620" y="933450"/>
                </a:cubicBezTo>
                <a:cubicBezTo>
                  <a:pt x="386984" y="933450"/>
                  <a:pt x="378174" y="899136"/>
                  <a:pt x="372042" y="857198"/>
                </a:cubicBezTo>
                <a:cubicBezTo>
                  <a:pt x="344075" y="665935"/>
                  <a:pt x="286343" y="585527"/>
                  <a:pt x="162799" y="565772"/>
                </a:cubicBezTo>
                <a:cubicBezTo>
                  <a:pt x="141363" y="562344"/>
                  <a:pt x="123825" y="555720"/>
                  <a:pt x="123825" y="551051"/>
                </a:cubicBezTo>
                <a:cubicBezTo>
                  <a:pt x="123825" y="546382"/>
                  <a:pt x="113109" y="545251"/>
                  <a:pt x="100012" y="548538"/>
                </a:cubicBezTo>
                <a:cubicBezTo>
                  <a:pt x="85340" y="552221"/>
                  <a:pt x="76200" y="550462"/>
                  <a:pt x="76200" y="543957"/>
                </a:cubicBezTo>
                <a:cubicBezTo>
                  <a:pt x="76200" y="538110"/>
                  <a:pt x="58137" y="532763"/>
                  <a:pt x="35718" y="531972"/>
                </a:cubicBezTo>
                <a:cubicBezTo>
                  <a:pt x="6996" y="530960"/>
                  <a:pt x="2892" y="529388"/>
                  <a:pt x="21592" y="526562"/>
                </a:cubicBezTo>
                <a:cubicBezTo>
                  <a:pt x="36088" y="524371"/>
                  <a:pt x="45479" y="518583"/>
                  <a:pt x="42461" y="513701"/>
                </a:cubicBezTo>
                <a:cubicBezTo>
                  <a:pt x="39444" y="508819"/>
                  <a:pt x="50340" y="504825"/>
                  <a:pt x="66675" y="504825"/>
                </a:cubicBezTo>
                <a:cubicBezTo>
                  <a:pt x="86698" y="504825"/>
                  <a:pt x="94160" y="501242"/>
                  <a:pt x="89577" y="493828"/>
                </a:cubicBezTo>
                <a:cubicBezTo>
                  <a:pt x="85560" y="487328"/>
                  <a:pt x="86945" y="485405"/>
                  <a:pt x="92964" y="489125"/>
                </a:cubicBezTo>
                <a:cubicBezTo>
                  <a:pt x="98565" y="492586"/>
                  <a:pt x="104585" y="492177"/>
                  <a:pt x="106342" y="488215"/>
                </a:cubicBezTo>
                <a:cubicBezTo>
                  <a:pt x="108099" y="484253"/>
                  <a:pt x="138087" y="466812"/>
                  <a:pt x="172981" y="449457"/>
                </a:cubicBezTo>
                <a:cubicBezTo>
                  <a:pt x="286457" y="393017"/>
                  <a:pt x="354461" y="303106"/>
                  <a:pt x="386850" y="166687"/>
                </a:cubicBezTo>
                <a:cubicBezTo>
                  <a:pt x="403342" y="97224"/>
                  <a:pt x="424341" y="37226"/>
                  <a:pt x="414354" y="88106"/>
                </a:cubicBezTo>
                <a:cubicBezTo>
                  <a:pt x="411525" y="102512"/>
                  <a:pt x="413317" y="114300"/>
                  <a:pt x="418334" y="114300"/>
                </a:cubicBezTo>
                <a:cubicBezTo>
                  <a:pt x="423352" y="114300"/>
                  <a:pt x="430135" y="93940"/>
                  <a:pt x="433409" y="69056"/>
                </a:cubicBezTo>
                <a:cubicBezTo>
                  <a:pt x="442644" y="-1151"/>
                  <a:pt x="445374" y="-8068"/>
                  <a:pt x="446570" y="35718"/>
                </a:cubicBezTo>
                <a:cubicBezTo>
                  <a:pt x="447177" y="57983"/>
                  <a:pt x="452214" y="76200"/>
                  <a:pt x="457762" y="76200"/>
                </a:cubicBezTo>
                <a:cubicBezTo>
                  <a:pt x="463310" y="76200"/>
                  <a:pt x="465736" y="72780"/>
                  <a:pt x="463153" y="68601"/>
                </a:cubicBezTo>
                <a:cubicBezTo>
                  <a:pt x="460570" y="64422"/>
                  <a:pt x="462394" y="54778"/>
                  <a:pt x="467207" y="47170"/>
                </a:cubicBezTo>
                <a:cubicBezTo>
                  <a:pt x="473001" y="38010"/>
                  <a:pt x="476007" y="56509"/>
                  <a:pt x="476104" y="101924"/>
                </a:cubicBezTo>
                <a:cubicBezTo>
                  <a:pt x="476554" y="313812"/>
                  <a:pt x="558719" y="418364"/>
                  <a:pt x="737937" y="435099"/>
                </a:cubicBezTo>
                <a:cubicBezTo>
                  <a:pt x="772126" y="438292"/>
                  <a:pt x="800100" y="444571"/>
                  <a:pt x="800100" y="449052"/>
                </a:cubicBezTo>
                <a:cubicBezTo>
                  <a:pt x="800100" y="453533"/>
                  <a:pt x="794956" y="457200"/>
                  <a:pt x="788670" y="457200"/>
                </a:cubicBezTo>
                <a:cubicBezTo>
                  <a:pt x="769336" y="457200"/>
                  <a:pt x="793307" y="474272"/>
                  <a:pt x="819150" y="478908"/>
                </a:cubicBezTo>
                <a:cubicBezTo>
                  <a:pt x="842480" y="483094"/>
                  <a:pt x="842432" y="483206"/>
                  <a:pt x="816768" y="484477"/>
                </a:cubicBezTo>
                <a:cubicBezTo>
                  <a:pt x="802362" y="485191"/>
                  <a:pt x="790569" y="491132"/>
                  <a:pt x="790561" y="497681"/>
                </a:cubicBezTo>
                <a:cubicBezTo>
                  <a:pt x="790554" y="504229"/>
                  <a:pt x="764067" y="517369"/>
                  <a:pt x="731702" y="526881"/>
                </a:cubicBezTo>
                <a:cubicBezTo>
                  <a:pt x="616828" y="560641"/>
                  <a:pt x="542532" y="629158"/>
                  <a:pt x="495277" y="744916"/>
                </a:cubicBezTo>
                <a:cubicBezTo>
                  <a:pt x="483073" y="774811"/>
                  <a:pt x="469513" y="797060"/>
                  <a:pt x="465144" y="794360"/>
                </a:cubicBezTo>
                <a:cubicBezTo>
                  <a:pt x="458222" y="790082"/>
                  <a:pt x="452321" y="828195"/>
                  <a:pt x="456373" y="851010"/>
                </a:cubicBezTo>
                <a:cubicBezTo>
                  <a:pt x="457159" y="855436"/>
                  <a:pt x="452801" y="885440"/>
                  <a:pt x="446689" y="917685"/>
                </a:cubicBezTo>
                <a:cubicBezTo>
                  <a:pt x="435248" y="978041"/>
                  <a:pt x="419865" y="1009385"/>
                  <a:pt x="418150" y="975836"/>
                </a:cubicBezTo>
                <a:cubicBezTo>
                  <a:pt x="417391" y="960990"/>
                  <a:pt x="415670" y="962042"/>
                  <a:pt x="409575" y="981075"/>
                </a:cubicBezTo>
                <a:cubicBezTo>
                  <a:pt x="402769" y="1002326"/>
                  <a:pt x="401846" y="1001046"/>
                  <a:pt x="400999" y="969168"/>
                </a:cubicBezTo>
                <a:close/>
                <a:moveTo>
                  <a:pt x="497802" y="593700"/>
                </a:moveTo>
                <a:cubicBezTo>
                  <a:pt x="516409" y="568393"/>
                  <a:pt x="551318" y="535278"/>
                  <a:pt x="575378" y="520112"/>
                </a:cubicBezTo>
                <a:cubicBezTo>
                  <a:pt x="628236" y="486793"/>
                  <a:pt x="627972" y="488891"/>
                  <a:pt x="580899" y="476216"/>
                </a:cubicBezTo>
                <a:cubicBezTo>
                  <a:pt x="529940" y="462494"/>
                  <a:pt x="478026" y="415301"/>
                  <a:pt x="451930" y="358974"/>
                </a:cubicBezTo>
                <a:lnTo>
                  <a:pt x="430628" y="312998"/>
                </a:lnTo>
                <a:lnTo>
                  <a:pt x="407141" y="364302"/>
                </a:lnTo>
                <a:cubicBezTo>
                  <a:pt x="381339" y="420659"/>
                  <a:pt x="323345" y="483148"/>
                  <a:pt x="288794" y="491819"/>
                </a:cubicBezTo>
                <a:cubicBezTo>
                  <a:pt x="260166" y="499005"/>
                  <a:pt x="260606" y="510755"/>
                  <a:pt x="289778" y="518077"/>
                </a:cubicBezTo>
                <a:cubicBezTo>
                  <a:pt x="347425" y="532545"/>
                  <a:pt x="398906" y="609200"/>
                  <a:pt x="414340" y="703546"/>
                </a:cubicBezTo>
                <a:lnTo>
                  <a:pt x="421138" y="745105"/>
                </a:lnTo>
                <a:lnTo>
                  <a:pt x="442555" y="692409"/>
                </a:lnTo>
                <a:cubicBezTo>
                  <a:pt x="454335" y="663426"/>
                  <a:pt x="479196" y="619007"/>
                  <a:pt x="497802" y="5937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alendar page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3695700" y="4262438"/>
            <a:ext cx="5753100" cy="5953125"/>
          </a:xfrm>
          <a:prstGeom prst="rect">
            <a:avLst/>
          </a:prstGeom>
        </p:spPr>
      </p:pic>
      <p:sp>
        <p:nvSpPr>
          <p:cNvPr id="4" name="TEXT: month 6"/>
          <p:cNvSpPr/>
          <p:nvPr/>
        </p:nvSpPr>
        <p:spPr>
          <a:xfrm rot="21240000">
            <a:off x="4253018" y="4667690"/>
            <a:ext cx="4229100" cy="124777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1" sz="6750">
                <a:solidFill>
                  <a:srgbClr val="FFFFFF"/>
                </a:solidFill>
                <a:latin typeface="Montserrat"/>
              </a:rPr>
              <a:t>month 6</a:t>
            </a:r>
          </a:p>
        </p:txBody>
      </p:sp>
      <p:pic>
        <p:nvPicPr>
          <p:cNvPr id="5" name="calendar page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1028700" y="6167438"/>
            <a:ext cx="5753100" cy="5953125"/>
          </a:xfrm>
          <a:prstGeom prst="rect">
            <a:avLst/>
          </a:prstGeom>
        </p:spPr>
      </p:pic>
      <p:sp>
        <p:nvSpPr>
          <p:cNvPr id="6" name="TEXT: month 1"/>
          <p:cNvSpPr/>
          <p:nvPr/>
        </p:nvSpPr>
        <p:spPr>
          <a:xfrm rot="360000">
            <a:off x="1995382" y="6572690"/>
            <a:ext cx="4229100" cy="124777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1" sz="6750">
                <a:solidFill>
                  <a:srgbClr val="FFFFFF"/>
                </a:solidFill>
                <a:latin typeface="Montserrat"/>
              </a:rPr>
              <a:t>month 1</a:t>
            </a:r>
          </a:p>
        </p:txBody>
      </p:sp>
      <p:sp>
        <p:nvSpPr>
          <p:cNvPr id="7" name="TEXT: [most wear out in a year]"/>
          <p:cNvSpPr/>
          <p:nvPr/>
        </p:nvSpPr>
        <p:spPr>
          <a:xfrm rot="120000">
            <a:off x="2195512" y="923925"/>
            <a:ext cx="7419975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[most wear out</a:t>
            </a:r>
          </a:p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in a year]</a:t>
            </a:r>
          </a:p>
        </p:txBody>
      </p:sp>
      <p:sp>
        <p:nvSpPr>
          <p:cNvPr id="8" name="TEXT: [make yours last]"/>
          <p:cNvSpPr/>
          <p:nvPr/>
        </p:nvSpPr>
        <p:spPr>
          <a:xfrm rot="120000">
            <a:off x="328612" y="12620625"/>
            <a:ext cx="56292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[make yours last]</a:t>
            </a:r>
          </a:p>
        </p:txBody>
      </p:sp>
      <p:sp>
        <p:nvSpPr>
          <p:cNvPr id="9" name="arrow"/>
          <p:cNvSpPr/>
          <p:nvPr/>
        </p:nvSpPr>
        <p:spPr>
          <a:xfrm rot="120000">
            <a:off x="5762625" y="12749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ip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orn paper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-381000"/>
            <a:ext cx="11049000" cy="3619500"/>
          </a:xfrm>
          <a:prstGeom prst="rect">
            <a:avLst/>
          </a:prstGeom>
        </p:spPr>
      </p:pic>
      <p:sp>
        <p:nvSpPr>
          <p:cNvPr id="5" name="TEXT: [rinse after each use]"/>
          <p:cNvSpPr/>
          <p:nvPr/>
        </p:nvSpPr>
        <p:spPr>
          <a:xfrm rot="120000">
            <a:off x="119062" y="890588"/>
            <a:ext cx="7000875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l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[rinse after each use]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238250" y="2571750"/>
            <a:ext cx="7810500" cy="9715500"/>
          </a:xfrm>
          <a:prstGeom prst="rect">
            <a:avLst/>
          </a:prstGeom>
        </p:spPr>
      </p:pic>
      <p:sp>
        <p:nvSpPr>
          <p:cNvPr id="4" name="PHOTO: Tip 2"/>
          <p:cNvSpPr/>
          <p:nvPr/>
        </p:nvSpPr>
        <p:spPr>
          <a:xfrm rot="-180000">
            <a:off x="1809750" y="3143250"/>
            <a:ext cx="6667500" cy="8572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store it upright]"/>
          <p:cNvSpPr/>
          <p:nvPr/>
        </p:nvSpPr>
        <p:spPr>
          <a:xfrm rot="180000">
            <a:off x="733425" y="1447800"/>
            <a:ext cx="5772150" cy="91440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[store it upright]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martwatch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962150" y="2043112"/>
            <a:ext cx="6362700" cy="10772775"/>
          </a:xfrm>
          <a:prstGeom prst="rect">
            <a:avLst/>
          </a:prstGeom>
        </p:spPr>
      </p:pic>
      <p:sp>
        <p:nvSpPr>
          <p:cNvPr id="4" name="PHOTO: Your reminder (watch screen)"/>
          <p:cNvSpPr/>
          <p:nvPr/>
        </p:nvSpPr>
        <p:spPr>
          <a:xfrm rot="240000">
            <a:off x="3114675" y="4891087"/>
            <a:ext cx="3781425" cy="46196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a 2-minute habit"/>
          <p:cNvSpPr/>
          <p:nvPr/>
        </p:nvSpPr>
        <p:spPr>
          <a:xfrm rot="120000">
            <a:off x="1809750" y="1476375"/>
            <a:ext cx="6667500" cy="1047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a 2-minute habit</a:t>
            </a:r>
          </a:p>
        </p:txBody>
      </p:sp>
      <p:sp>
        <p:nvSpPr>
          <p:cNvPr id="6" name="TEXT: [every Sunday]"/>
          <p:cNvSpPr/>
          <p:nvPr/>
        </p:nvSpPr>
        <p:spPr>
          <a:xfrm rot="21480000">
            <a:off x="2533650" y="11925300"/>
            <a:ext cx="5219700" cy="91440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FFFFFF"/>
                </a:solidFill>
                <a:latin typeface="Montserrat"/>
              </a:rPr>
              <a:t>[every Sunday]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381000" y="3852862"/>
            <a:ext cx="9525000" cy="8677275"/>
          </a:xfrm>
          <a:custGeom>
            <a:avLst/>
            <a:gdLst/>
            <a:ahLst/>
            <a:cxnLst/>
            <a:rect l="0" t="0" r="r" b="b"/>
            <a:pathLst>
              <a:path w="9525000" h="8677275">
                <a:moveTo>
                  <a:pt x="4737844" y="8620558"/>
                </a:moveTo>
                <a:cubicBezTo>
                  <a:pt x="4716222" y="8587886"/>
                  <a:pt x="4709355" y="8583605"/>
                  <a:pt x="4686048" y="8588266"/>
                </a:cubicBezTo>
                <a:cubicBezTo>
                  <a:pt x="4646579" y="8596160"/>
                  <a:pt x="4620341" y="8541418"/>
                  <a:pt x="4628273" y="8467725"/>
                </a:cubicBezTo>
                <a:cubicBezTo>
                  <a:pt x="4631746" y="8435462"/>
                  <a:pt x="4628777" y="8395212"/>
                  <a:pt x="4620544" y="8362950"/>
                </a:cubicBezTo>
                <a:cubicBezTo>
                  <a:pt x="4595999" y="8266760"/>
                  <a:pt x="4634492" y="7132748"/>
                  <a:pt x="4681975" y="6553200"/>
                </a:cubicBezTo>
                <a:cubicBezTo>
                  <a:pt x="4696011" y="6381871"/>
                  <a:pt x="4706118" y="6283674"/>
                  <a:pt x="4715642" y="6226081"/>
                </a:cubicBezTo>
                <a:cubicBezTo>
                  <a:pt x="4721570" y="6190232"/>
                  <a:pt x="4727883" y="6149512"/>
                  <a:pt x="4729672" y="6135594"/>
                </a:cubicBezTo>
                <a:cubicBezTo>
                  <a:pt x="4733592" y="6105090"/>
                  <a:pt x="4757791" y="5997311"/>
                  <a:pt x="4769408" y="5958616"/>
                </a:cubicBezTo>
                <a:cubicBezTo>
                  <a:pt x="4789707" y="5891000"/>
                  <a:pt x="4828468" y="5905246"/>
                  <a:pt x="4853236" y="5989426"/>
                </a:cubicBezTo>
                <a:cubicBezTo>
                  <a:pt x="4862005" y="6019228"/>
                  <a:pt x="4872745" y="6052185"/>
                  <a:pt x="4877103" y="6062662"/>
                </a:cubicBezTo>
                <a:cubicBezTo>
                  <a:pt x="4885809" y="6083594"/>
                  <a:pt x="4892115" y="6116709"/>
                  <a:pt x="4905218" y="6210300"/>
                </a:cubicBezTo>
                <a:cubicBezTo>
                  <a:pt x="4909985" y="6244351"/>
                  <a:pt x="4918186" y="6293643"/>
                  <a:pt x="4923443" y="6319837"/>
                </a:cubicBezTo>
                <a:cubicBezTo>
                  <a:pt x="4934740" y="6376132"/>
                  <a:pt x="4948222" y="6505363"/>
                  <a:pt x="4962693" y="6696075"/>
                </a:cubicBezTo>
                <a:cubicBezTo>
                  <a:pt x="4968456" y="6772036"/>
                  <a:pt x="4979889" y="6906866"/>
                  <a:pt x="4988099" y="6995695"/>
                </a:cubicBezTo>
                <a:cubicBezTo>
                  <a:pt x="4999786" y="7122159"/>
                  <a:pt x="5003084" y="7290600"/>
                  <a:pt x="5003296" y="7771983"/>
                </a:cubicBezTo>
                <a:cubicBezTo>
                  <a:pt x="5003559" y="8370555"/>
                  <a:pt x="4998961" y="8529616"/>
                  <a:pt x="4980859" y="8548211"/>
                </a:cubicBezTo>
                <a:cubicBezTo>
                  <a:pt x="4976014" y="8553188"/>
                  <a:pt x="4972050" y="8564228"/>
                  <a:pt x="4972050" y="8572744"/>
                </a:cubicBezTo>
                <a:cubicBezTo>
                  <a:pt x="4972050" y="8598747"/>
                  <a:pt x="4929013" y="8632390"/>
                  <a:pt x="4905355" y="8624881"/>
                </a:cubicBezTo>
                <a:cubicBezTo>
                  <a:pt x="4890703" y="8620231"/>
                  <a:pt x="4879239" y="8624138"/>
                  <a:pt x="4866074" y="8638269"/>
                </a:cubicBezTo>
                <a:cubicBezTo>
                  <a:pt x="4852585" y="8652747"/>
                  <a:pt x="4835857" y="8658225"/>
                  <a:pt x="4805126" y="8658225"/>
                </a:cubicBezTo>
                <a:cubicBezTo>
                  <a:pt x="4766344" y="8658225"/>
                  <a:pt x="4760666" y="8655046"/>
                  <a:pt x="4737844" y="8620558"/>
                </a:cubicBezTo>
                <a:close/>
                <a:moveTo>
                  <a:pt x="1220201" y="7473569"/>
                </a:moveTo>
                <a:cubicBezTo>
                  <a:pt x="1214231" y="7466375"/>
                  <a:pt x="1212248" y="7452927"/>
                  <a:pt x="1215794" y="7443685"/>
                </a:cubicBezTo>
                <a:cubicBezTo>
                  <a:pt x="1221584" y="7428596"/>
                  <a:pt x="1217762" y="7427552"/>
                  <a:pt x="1178366" y="7433460"/>
                </a:cubicBezTo>
                <a:cubicBezTo>
                  <a:pt x="1108007" y="7444011"/>
                  <a:pt x="1065341" y="7384694"/>
                  <a:pt x="1118321" y="7349980"/>
                </a:cubicBezTo>
                <a:cubicBezTo>
                  <a:pt x="1148638" y="7330116"/>
                  <a:pt x="1195311" y="7286625"/>
                  <a:pt x="1186311" y="7286625"/>
                </a:cubicBezTo>
                <a:cubicBezTo>
                  <a:pt x="1182409" y="7286625"/>
                  <a:pt x="1164673" y="7293526"/>
                  <a:pt x="1146897" y="7301961"/>
                </a:cubicBezTo>
                <a:cubicBezTo>
                  <a:pt x="1085888" y="7330911"/>
                  <a:pt x="1069261" y="7302999"/>
                  <a:pt x="1109523" y="7239220"/>
                </a:cubicBezTo>
                <a:cubicBezTo>
                  <a:pt x="1136279" y="7196836"/>
                  <a:pt x="1158814" y="7181850"/>
                  <a:pt x="1195791" y="7181850"/>
                </a:cubicBezTo>
                <a:cubicBezTo>
                  <a:pt x="1212025" y="7181850"/>
                  <a:pt x="1242965" y="7164579"/>
                  <a:pt x="1281112" y="7134225"/>
                </a:cubicBezTo>
                <a:cubicBezTo>
                  <a:pt x="1314030" y="7108031"/>
                  <a:pt x="1345966" y="7086600"/>
                  <a:pt x="1352081" y="7086600"/>
                </a:cubicBezTo>
                <a:cubicBezTo>
                  <a:pt x="1358196" y="7086600"/>
                  <a:pt x="1360784" y="7082693"/>
                  <a:pt x="1357833" y="7077917"/>
                </a:cubicBezTo>
                <a:cubicBezTo>
                  <a:pt x="1354687" y="7072828"/>
                  <a:pt x="1340812" y="7073635"/>
                  <a:pt x="1324297" y="7079868"/>
                </a:cubicBezTo>
                <a:cubicBezTo>
                  <a:pt x="1257140" y="7105217"/>
                  <a:pt x="1289556" y="7053894"/>
                  <a:pt x="1398072" y="6963062"/>
                </a:cubicBezTo>
                <a:cubicBezTo>
                  <a:pt x="1436207" y="6931141"/>
                  <a:pt x="1588369" y="6813837"/>
                  <a:pt x="1736210" y="6702386"/>
                </a:cubicBezTo>
                <a:cubicBezTo>
                  <a:pt x="1884051" y="6590934"/>
                  <a:pt x="2032228" y="6478555"/>
                  <a:pt x="2065492" y="6452654"/>
                </a:cubicBezTo>
                <a:cubicBezTo>
                  <a:pt x="2118889" y="6411077"/>
                  <a:pt x="2223375" y="6334312"/>
                  <a:pt x="2324100" y="6262659"/>
                </a:cubicBezTo>
                <a:cubicBezTo>
                  <a:pt x="2342435" y="6249615"/>
                  <a:pt x="2370849" y="6229284"/>
                  <a:pt x="2387241" y="6217478"/>
                </a:cubicBezTo>
                <a:cubicBezTo>
                  <a:pt x="2622391" y="6048113"/>
                  <a:pt x="2679212" y="6008088"/>
                  <a:pt x="2781996" y="5939410"/>
                </a:cubicBezTo>
                <a:cubicBezTo>
                  <a:pt x="2860827" y="5886737"/>
                  <a:pt x="2860317" y="5887072"/>
                  <a:pt x="2935353" y="5838825"/>
                </a:cubicBezTo>
                <a:cubicBezTo>
                  <a:pt x="3007132" y="5792671"/>
                  <a:pt x="3011774" y="5789643"/>
                  <a:pt x="3053747" y="5761609"/>
                </a:cubicBezTo>
                <a:cubicBezTo>
                  <a:pt x="3194369" y="5667684"/>
                  <a:pt x="3511450" y="5503127"/>
                  <a:pt x="3536493" y="5511075"/>
                </a:cubicBezTo>
                <a:cubicBezTo>
                  <a:pt x="3567764" y="5521000"/>
                  <a:pt x="3550563" y="5559395"/>
                  <a:pt x="3476625" y="5644717"/>
                </a:cubicBezTo>
                <a:cubicBezTo>
                  <a:pt x="3378814" y="5757585"/>
                  <a:pt x="3116968" y="6021347"/>
                  <a:pt x="3024187" y="6100465"/>
                </a:cubicBezTo>
                <a:cubicBezTo>
                  <a:pt x="2982277" y="6136204"/>
                  <a:pt x="2915840" y="6196167"/>
                  <a:pt x="2876550" y="6233718"/>
                </a:cubicBezTo>
                <a:cubicBezTo>
                  <a:pt x="2837259" y="6271268"/>
                  <a:pt x="2783681" y="6318720"/>
                  <a:pt x="2757487" y="6339166"/>
                </a:cubicBezTo>
                <a:cubicBezTo>
                  <a:pt x="2731293" y="6359612"/>
                  <a:pt x="2707719" y="6378630"/>
                  <a:pt x="2705100" y="6381427"/>
                </a:cubicBezTo>
                <a:cubicBezTo>
                  <a:pt x="2702480" y="6384224"/>
                  <a:pt x="2674620" y="6407837"/>
                  <a:pt x="2643187" y="6433901"/>
                </a:cubicBezTo>
                <a:cubicBezTo>
                  <a:pt x="2611755" y="6459965"/>
                  <a:pt x="2564606" y="6502827"/>
                  <a:pt x="2538412" y="6529151"/>
                </a:cubicBezTo>
                <a:cubicBezTo>
                  <a:pt x="2485411" y="6582415"/>
                  <a:pt x="2363300" y="6687175"/>
                  <a:pt x="2205037" y="6815156"/>
                </a:cubicBezTo>
                <a:cubicBezTo>
                  <a:pt x="2147411" y="6861757"/>
                  <a:pt x="2082573" y="6915106"/>
                  <a:pt x="2060953" y="6933711"/>
                </a:cubicBezTo>
                <a:cubicBezTo>
                  <a:pt x="2039333" y="6952315"/>
                  <a:pt x="1994987" y="6988968"/>
                  <a:pt x="1962407" y="7015162"/>
                </a:cubicBezTo>
                <a:cubicBezTo>
                  <a:pt x="1929826" y="7041356"/>
                  <a:pt x="1870363" y="7090864"/>
                  <a:pt x="1830266" y="7125181"/>
                </a:cubicBezTo>
                <a:cubicBezTo>
                  <a:pt x="1749585" y="7194230"/>
                  <a:pt x="1651562" y="7269332"/>
                  <a:pt x="1620236" y="7286096"/>
                </a:cubicBezTo>
                <a:cubicBezTo>
                  <a:pt x="1603819" y="7294883"/>
                  <a:pt x="1598834" y="7294149"/>
                  <a:pt x="1594277" y="7282273"/>
                </a:cubicBezTo>
                <a:cubicBezTo>
                  <a:pt x="1583825" y="7255037"/>
                  <a:pt x="1589280" y="7251580"/>
                  <a:pt x="1358338" y="7431812"/>
                </a:cubicBezTo>
                <a:cubicBezTo>
                  <a:pt x="1295335" y="7480981"/>
                  <a:pt x="1240188" y="7497651"/>
                  <a:pt x="1220201" y="7473569"/>
                </a:cubicBezTo>
                <a:close/>
                <a:moveTo>
                  <a:pt x="7909612" y="7367599"/>
                </a:moveTo>
                <a:cubicBezTo>
                  <a:pt x="7876238" y="7338897"/>
                  <a:pt x="7875104" y="7338800"/>
                  <a:pt x="7853362" y="7362825"/>
                </a:cubicBezTo>
                <a:cubicBezTo>
                  <a:pt x="7828329" y="7390485"/>
                  <a:pt x="7781196" y="7387769"/>
                  <a:pt x="7752629" y="7357018"/>
                </a:cubicBezTo>
                <a:cubicBezTo>
                  <a:pt x="7739928" y="7343347"/>
                  <a:pt x="7682388" y="7290939"/>
                  <a:pt x="7624762" y="7240555"/>
                </a:cubicBezTo>
                <a:cubicBezTo>
                  <a:pt x="7567136" y="7190172"/>
                  <a:pt x="7494270" y="7124892"/>
                  <a:pt x="7462837" y="7095489"/>
                </a:cubicBezTo>
                <a:cubicBezTo>
                  <a:pt x="7431405" y="7066086"/>
                  <a:pt x="7384488" y="7023125"/>
                  <a:pt x="7358578" y="7000020"/>
                </a:cubicBezTo>
                <a:cubicBezTo>
                  <a:pt x="7332668" y="6976916"/>
                  <a:pt x="7287529" y="6934438"/>
                  <a:pt x="7258269" y="6905625"/>
                </a:cubicBezTo>
                <a:cubicBezTo>
                  <a:pt x="7229009" y="6876811"/>
                  <a:pt x="7143274" y="6797516"/>
                  <a:pt x="7067747" y="6729412"/>
                </a:cubicBezTo>
                <a:cubicBezTo>
                  <a:pt x="6709428" y="6406312"/>
                  <a:pt x="6262017" y="5930315"/>
                  <a:pt x="6066789" y="5664501"/>
                </a:cubicBezTo>
                <a:cubicBezTo>
                  <a:pt x="6025229" y="5607914"/>
                  <a:pt x="5991225" y="5555272"/>
                  <a:pt x="5991225" y="5547521"/>
                </a:cubicBezTo>
                <a:cubicBezTo>
                  <a:pt x="5991225" y="5504827"/>
                  <a:pt x="6057870" y="5526081"/>
                  <a:pt x="6177242" y="5606844"/>
                </a:cubicBezTo>
                <a:cubicBezTo>
                  <a:pt x="6222577" y="5637517"/>
                  <a:pt x="6273207" y="5670565"/>
                  <a:pt x="6289753" y="5680286"/>
                </a:cubicBezTo>
                <a:cubicBezTo>
                  <a:pt x="6306299" y="5690006"/>
                  <a:pt x="6321266" y="5701793"/>
                  <a:pt x="6323012" y="5706479"/>
                </a:cubicBezTo>
                <a:cubicBezTo>
                  <a:pt x="6324758" y="5711165"/>
                  <a:pt x="6330358" y="5715000"/>
                  <a:pt x="6335457" y="5715000"/>
                </a:cubicBezTo>
                <a:cubicBezTo>
                  <a:pt x="6345693" y="5715000"/>
                  <a:pt x="6418803" y="5767110"/>
                  <a:pt x="6565941" y="5879279"/>
                </a:cubicBezTo>
                <a:cubicBezTo>
                  <a:pt x="6619179" y="5919865"/>
                  <a:pt x="6679882" y="5966075"/>
                  <a:pt x="6700837" y="5981969"/>
                </a:cubicBezTo>
                <a:cubicBezTo>
                  <a:pt x="6721792" y="5997862"/>
                  <a:pt x="6762511" y="6028741"/>
                  <a:pt x="6791325" y="6050587"/>
                </a:cubicBezTo>
                <a:cubicBezTo>
                  <a:pt x="6820138" y="6072434"/>
                  <a:pt x="6883871" y="6122664"/>
                  <a:pt x="6932954" y="6162210"/>
                </a:cubicBezTo>
                <a:cubicBezTo>
                  <a:pt x="6982036" y="6201756"/>
                  <a:pt x="7033471" y="6242624"/>
                  <a:pt x="7047254" y="6253028"/>
                </a:cubicBezTo>
                <a:cubicBezTo>
                  <a:pt x="7061036" y="6263432"/>
                  <a:pt x="7100502" y="6295579"/>
                  <a:pt x="7134956" y="6324466"/>
                </a:cubicBezTo>
                <a:cubicBezTo>
                  <a:pt x="7169411" y="6353352"/>
                  <a:pt x="7222989" y="6398185"/>
                  <a:pt x="7254019" y="6424093"/>
                </a:cubicBezTo>
                <a:cubicBezTo>
                  <a:pt x="7285049" y="6450001"/>
                  <a:pt x="7327582" y="6487095"/>
                  <a:pt x="7348537" y="6506524"/>
                </a:cubicBezTo>
                <a:cubicBezTo>
                  <a:pt x="7369492" y="6525952"/>
                  <a:pt x="7402509" y="6552433"/>
                  <a:pt x="7421908" y="6565368"/>
                </a:cubicBezTo>
                <a:cubicBezTo>
                  <a:pt x="7467170" y="6595550"/>
                  <a:pt x="7532193" y="6648887"/>
                  <a:pt x="7605091" y="6715630"/>
                </a:cubicBezTo>
                <a:cubicBezTo>
                  <a:pt x="7636865" y="6744722"/>
                  <a:pt x="7703581" y="6803220"/>
                  <a:pt x="7753350" y="6845627"/>
                </a:cubicBezTo>
                <a:cubicBezTo>
                  <a:pt x="7872426" y="6947091"/>
                  <a:pt x="7998185" y="7077693"/>
                  <a:pt x="8043983" y="7147452"/>
                </a:cubicBezTo>
                <a:lnTo>
                  <a:pt x="8080806" y="7203543"/>
                </a:lnTo>
                <a:lnTo>
                  <a:pt x="8054794" y="7225918"/>
                </a:lnTo>
                <a:cubicBezTo>
                  <a:pt x="8033480" y="7244251"/>
                  <a:pt x="8030573" y="7251643"/>
                  <a:pt x="8038703" y="7266833"/>
                </a:cubicBezTo>
                <a:cubicBezTo>
                  <a:pt x="8058330" y="7303507"/>
                  <a:pt x="8030959" y="7362825"/>
                  <a:pt x="7994408" y="7362825"/>
                </a:cubicBezTo>
                <a:cubicBezTo>
                  <a:pt x="7988839" y="7362825"/>
                  <a:pt x="7978946" y="7369254"/>
                  <a:pt x="7972425" y="7377112"/>
                </a:cubicBezTo>
                <a:cubicBezTo>
                  <a:pt x="7955777" y="7397171"/>
                  <a:pt x="7941481" y="7395006"/>
                  <a:pt x="7909612" y="7367599"/>
                </a:cubicBezTo>
                <a:close/>
                <a:moveTo>
                  <a:pt x="6015037" y="7334250"/>
                </a:moveTo>
                <a:cubicBezTo>
                  <a:pt x="6011799" y="7329011"/>
                  <a:pt x="5996586" y="7324725"/>
                  <a:pt x="5981230" y="7324725"/>
                </a:cubicBezTo>
                <a:cubicBezTo>
                  <a:pt x="5946857" y="7324725"/>
                  <a:pt x="5900802" y="7266110"/>
                  <a:pt x="5861485" y="7172325"/>
                </a:cubicBezTo>
                <a:cubicBezTo>
                  <a:pt x="5847210" y="7138273"/>
                  <a:pt x="5822939" y="7082551"/>
                  <a:pt x="5807551" y="7048500"/>
                </a:cubicBezTo>
                <a:cubicBezTo>
                  <a:pt x="5762178" y="6948099"/>
                  <a:pt x="5728360" y="6853873"/>
                  <a:pt x="5650297" y="6610350"/>
                </a:cubicBezTo>
                <a:cubicBezTo>
                  <a:pt x="5604001" y="6465927"/>
                  <a:pt x="5587676" y="6410766"/>
                  <a:pt x="5572777" y="6348412"/>
                </a:cubicBezTo>
                <a:cubicBezTo>
                  <a:pt x="5566518" y="6322218"/>
                  <a:pt x="5557585" y="6285785"/>
                  <a:pt x="5552925" y="6267450"/>
                </a:cubicBezTo>
                <a:cubicBezTo>
                  <a:pt x="5532415" y="6186734"/>
                  <a:pt x="5536773" y="6143264"/>
                  <a:pt x="5565316" y="6143870"/>
                </a:cubicBezTo>
                <a:cubicBezTo>
                  <a:pt x="5571680" y="6144005"/>
                  <a:pt x="5600461" y="6176404"/>
                  <a:pt x="5629275" y="6215869"/>
                </a:cubicBezTo>
                <a:cubicBezTo>
                  <a:pt x="5658088" y="6255333"/>
                  <a:pt x="5686148" y="6290584"/>
                  <a:pt x="5691631" y="6294205"/>
                </a:cubicBezTo>
                <a:cubicBezTo>
                  <a:pt x="5704401" y="6302637"/>
                  <a:pt x="5781675" y="6425981"/>
                  <a:pt x="5781675" y="6437933"/>
                </a:cubicBezTo>
                <a:cubicBezTo>
                  <a:pt x="5781675" y="6442898"/>
                  <a:pt x="5794605" y="6459889"/>
                  <a:pt x="5810408" y="6475693"/>
                </a:cubicBezTo>
                <a:cubicBezTo>
                  <a:pt x="5826211" y="6491496"/>
                  <a:pt x="5865018" y="6555048"/>
                  <a:pt x="5896645" y="6616919"/>
                </a:cubicBezTo>
                <a:cubicBezTo>
                  <a:pt x="5928272" y="6678790"/>
                  <a:pt x="5962090" y="6744414"/>
                  <a:pt x="5971795" y="6762750"/>
                </a:cubicBezTo>
                <a:cubicBezTo>
                  <a:pt x="5991379" y="6799747"/>
                  <a:pt x="6073643" y="6974447"/>
                  <a:pt x="6087288" y="7008018"/>
                </a:cubicBezTo>
                <a:cubicBezTo>
                  <a:pt x="6107635" y="7058076"/>
                  <a:pt x="6113725" y="7074073"/>
                  <a:pt x="6124459" y="7105650"/>
                </a:cubicBezTo>
                <a:cubicBezTo>
                  <a:pt x="6130691" y="7123985"/>
                  <a:pt x="6141931" y="7150519"/>
                  <a:pt x="6149436" y="7164613"/>
                </a:cubicBezTo>
                <a:cubicBezTo>
                  <a:pt x="6173828" y="7210422"/>
                  <a:pt x="6146622" y="7305675"/>
                  <a:pt x="6109146" y="7305675"/>
                </a:cubicBezTo>
                <a:cubicBezTo>
                  <a:pt x="6102284" y="7305675"/>
                  <a:pt x="6092082" y="7314247"/>
                  <a:pt x="6086475" y="7324725"/>
                </a:cubicBezTo>
                <a:cubicBezTo>
                  <a:pt x="6075610" y="7345024"/>
                  <a:pt x="6025801" y="7351666"/>
                  <a:pt x="6015037" y="7334250"/>
                </a:cubicBezTo>
                <a:close/>
                <a:moveTo>
                  <a:pt x="3263598" y="7280890"/>
                </a:moveTo>
                <a:cubicBezTo>
                  <a:pt x="3240880" y="7265453"/>
                  <a:pt x="3229587" y="7251431"/>
                  <a:pt x="3233033" y="7242940"/>
                </a:cubicBezTo>
                <a:cubicBezTo>
                  <a:pt x="3236040" y="7235534"/>
                  <a:pt x="3241087" y="7223081"/>
                  <a:pt x="3244250" y="7215267"/>
                </a:cubicBezTo>
                <a:cubicBezTo>
                  <a:pt x="3247608" y="7206972"/>
                  <a:pt x="3243644" y="7198621"/>
                  <a:pt x="3234725" y="7195198"/>
                </a:cubicBezTo>
                <a:cubicBezTo>
                  <a:pt x="3226324" y="7191974"/>
                  <a:pt x="3219450" y="7179231"/>
                  <a:pt x="3219450" y="7166881"/>
                </a:cubicBezTo>
                <a:cubicBezTo>
                  <a:pt x="3219450" y="7146394"/>
                  <a:pt x="3257676" y="7065998"/>
                  <a:pt x="3277776" y="7044213"/>
                </a:cubicBezTo>
                <a:cubicBezTo>
                  <a:pt x="3282368" y="7039236"/>
                  <a:pt x="3286125" y="7025559"/>
                  <a:pt x="3286125" y="7013819"/>
                </a:cubicBezTo>
                <a:cubicBezTo>
                  <a:pt x="3286125" y="7002079"/>
                  <a:pt x="3290411" y="6989825"/>
                  <a:pt x="3295650" y="6986587"/>
                </a:cubicBezTo>
                <a:cubicBezTo>
                  <a:pt x="3300888" y="6983349"/>
                  <a:pt x="3305175" y="6972381"/>
                  <a:pt x="3305175" y="6962212"/>
                </a:cubicBezTo>
                <a:cubicBezTo>
                  <a:pt x="3305175" y="6952044"/>
                  <a:pt x="3309461" y="6943725"/>
                  <a:pt x="3314700" y="6943725"/>
                </a:cubicBezTo>
                <a:cubicBezTo>
                  <a:pt x="3319938" y="6943725"/>
                  <a:pt x="3324225" y="6937565"/>
                  <a:pt x="3324225" y="6930036"/>
                </a:cubicBezTo>
                <a:cubicBezTo>
                  <a:pt x="3324225" y="6918717"/>
                  <a:pt x="3410070" y="6771691"/>
                  <a:pt x="3435804" y="6738937"/>
                </a:cubicBezTo>
                <a:cubicBezTo>
                  <a:pt x="3439919" y="6733698"/>
                  <a:pt x="3451860" y="6713101"/>
                  <a:pt x="3462337" y="6693166"/>
                </a:cubicBezTo>
                <a:cubicBezTo>
                  <a:pt x="3472815" y="6673231"/>
                  <a:pt x="3497293" y="6636798"/>
                  <a:pt x="3516733" y="6612204"/>
                </a:cubicBezTo>
                <a:cubicBezTo>
                  <a:pt x="3536173" y="6587609"/>
                  <a:pt x="3571456" y="6538542"/>
                  <a:pt x="3595141" y="6503164"/>
                </a:cubicBezTo>
                <a:cubicBezTo>
                  <a:pt x="3618825" y="6467786"/>
                  <a:pt x="3665070" y="6404429"/>
                  <a:pt x="3697908" y="6362371"/>
                </a:cubicBezTo>
                <a:cubicBezTo>
                  <a:pt x="3730745" y="6320312"/>
                  <a:pt x="3769102" y="6269755"/>
                  <a:pt x="3783145" y="6250022"/>
                </a:cubicBezTo>
                <a:cubicBezTo>
                  <a:pt x="3797188" y="6230289"/>
                  <a:pt x="3830792" y="6193458"/>
                  <a:pt x="3857821" y="6168175"/>
                </a:cubicBezTo>
                <a:cubicBezTo>
                  <a:pt x="3903052" y="6125867"/>
                  <a:pt x="3908188" y="6123431"/>
                  <a:pt x="3922342" y="6137585"/>
                </a:cubicBezTo>
                <a:cubicBezTo>
                  <a:pt x="3934896" y="6150139"/>
                  <a:pt x="3935849" y="6158663"/>
                  <a:pt x="3927534" y="6184012"/>
                </a:cubicBezTo>
                <a:cubicBezTo>
                  <a:pt x="3921933" y="6201090"/>
                  <a:pt x="3911944" y="6234350"/>
                  <a:pt x="3905337" y="6257925"/>
                </a:cubicBezTo>
                <a:cubicBezTo>
                  <a:pt x="3875803" y="6363311"/>
                  <a:pt x="3813696" y="6535769"/>
                  <a:pt x="3780438" y="6604745"/>
                </a:cubicBezTo>
                <a:cubicBezTo>
                  <a:pt x="3760453" y="6646191"/>
                  <a:pt x="3746128" y="6683380"/>
                  <a:pt x="3748605" y="6687387"/>
                </a:cubicBezTo>
                <a:cubicBezTo>
                  <a:pt x="3771759" y="6724851"/>
                  <a:pt x="3483090" y="7257345"/>
                  <a:pt x="3424380" y="7285471"/>
                </a:cubicBezTo>
                <a:cubicBezTo>
                  <a:pt x="3376023" y="7308636"/>
                  <a:pt x="3301296" y="7306507"/>
                  <a:pt x="3263598" y="7280890"/>
                </a:cubicBezTo>
                <a:close/>
                <a:moveTo>
                  <a:pt x="1781175" y="5752864"/>
                </a:moveTo>
                <a:cubicBezTo>
                  <a:pt x="1781175" y="5741031"/>
                  <a:pt x="1771926" y="5730062"/>
                  <a:pt x="1757245" y="5724480"/>
                </a:cubicBezTo>
                <a:cubicBezTo>
                  <a:pt x="1721569" y="5710916"/>
                  <a:pt x="1707841" y="5674193"/>
                  <a:pt x="1727328" y="5644451"/>
                </a:cubicBezTo>
                <a:cubicBezTo>
                  <a:pt x="1735871" y="5631414"/>
                  <a:pt x="1740810" y="5615165"/>
                  <a:pt x="1738305" y="5608342"/>
                </a:cubicBezTo>
                <a:cubicBezTo>
                  <a:pt x="1729137" y="5583374"/>
                  <a:pt x="1804004" y="5524500"/>
                  <a:pt x="1844923" y="5524500"/>
                </a:cubicBezTo>
                <a:cubicBezTo>
                  <a:pt x="1861362" y="5524500"/>
                  <a:pt x="1876390" y="5517216"/>
                  <a:pt x="1883526" y="5505791"/>
                </a:cubicBezTo>
                <a:cubicBezTo>
                  <a:pt x="1889951" y="5495502"/>
                  <a:pt x="1919915" y="5475948"/>
                  <a:pt x="1950110" y="5462338"/>
                </a:cubicBezTo>
                <a:cubicBezTo>
                  <a:pt x="1980306" y="5448729"/>
                  <a:pt x="2012455" y="5433573"/>
                  <a:pt x="2021552" y="5428659"/>
                </a:cubicBezTo>
                <a:cubicBezTo>
                  <a:pt x="2030648" y="5423745"/>
                  <a:pt x="2043776" y="5419725"/>
                  <a:pt x="2050725" y="5419725"/>
                </a:cubicBezTo>
                <a:cubicBezTo>
                  <a:pt x="2057674" y="5419725"/>
                  <a:pt x="2084521" y="5409636"/>
                  <a:pt x="2110386" y="5397305"/>
                </a:cubicBezTo>
                <a:cubicBezTo>
                  <a:pt x="2136250" y="5384975"/>
                  <a:pt x="2198131" y="5360954"/>
                  <a:pt x="2247900" y="5343926"/>
                </a:cubicBezTo>
                <a:cubicBezTo>
                  <a:pt x="2297668" y="5326898"/>
                  <a:pt x="2346960" y="5309720"/>
                  <a:pt x="2357437" y="5305753"/>
                </a:cubicBezTo>
                <a:cubicBezTo>
                  <a:pt x="2398761" y="5290105"/>
                  <a:pt x="2468277" y="5270903"/>
                  <a:pt x="2667000" y="5220245"/>
                </a:cubicBezTo>
                <a:cubicBezTo>
                  <a:pt x="2685335" y="5215571"/>
                  <a:pt x="2717482" y="5207264"/>
                  <a:pt x="2738437" y="5201785"/>
                </a:cubicBezTo>
                <a:cubicBezTo>
                  <a:pt x="2889786" y="5162213"/>
                  <a:pt x="2936962" y="5155869"/>
                  <a:pt x="2962025" y="5171719"/>
                </a:cubicBezTo>
                <a:cubicBezTo>
                  <a:pt x="2978828" y="5182345"/>
                  <a:pt x="2950657" y="5217271"/>
                  <a:pt x="2907208" y="5239681"/>
                </a:cubicBezTo>
                <a:cubicBezTo>
                  <a:pt x="2870413" y="5258659"/>
                  <a:pt x="2801806" y="5304888"/>
                  <a:pt x="2795647" y="5314853"/>
                </a:cubicBezTo>
                <a:cubicBezTo>
                  <a:pt x="2792786" y="5319481"/>
                  <a:pt x="2778744" y="5329426"/>
                  <a:pt x="2764441" y="5336953"/>
                </a:cubicBezTo>
                <a:cubicBezTo>
                  <a:pt x="2750139" y="5344480"/>
                  <a:pt x="2687542" y="5379041"/>
                  <a:pt x="2625337" y="5413756"/>
                </a:cubicBezTo>
                <a:cubicBezTo>
                  <a:pt x="2563132" y="5448471"/>
                  <a:pt x="2510636" y="5476875"/>
                  <a:pt x="2508678" y="5476875"/>
                </a:cubicBezTo>
                <a:cubicBezTo>
                  <a:pt x="2506720" y="5476875"/>
                  <a:pt x="2484749" y="5491146"/>
                  <a:pt x="2459853" y="5508589"/>
                </a:cubicBezTo>
                <a:cubicBezTo>
                  <a:pt x="2379182" y="5565110"/>
                  <a:pt x="2049133" y="5715103"/>
                  <a:pt x="1943100" y="5743431"/>
                </a:cubicBezTo>
                <a:cubicBezTo>
                  <a:pt x="1919525" y="5749730"/>
                  <a:pt x="1892794" y="5758768"/>
                  <a:pt x="1883697" y="5763516"/>
                </a:cubicBezTo>
                <a:cubicBezTo>
                  <a:pt x="1874601" y="5768264"/>
                  <a:pt x="1847812" y="5772150"/>
                  <a:pt x="1824166" y="5772150"/>
                </a:cubicBezTo>
                <a:cubicBezTo>
                  <a:pt x="1787349" y="5772150"/>
                  <a:pt x="1781175" y="5769380"/>
                  <a:pt x="1781175" y="5752864"/>
                </a:cubicBezTo>
                <a:close/>
                <a:moveTo>
                  <a:pt x="7561215" y="5749231"/>
                </a:moveTo>
                <a:cubicBezTo>
                  <a:pt x="7547220" y="5741929"/>
                  <a:pt x="7521458" y="5735955"/>
                  <a:pt x="7503966" y="5735955"/>
                </a:cubicBezTo>
                <a:cubicBezTo>
                  <a:pt x="7433410" y="5735955"/>
                  <a:pt x="6957384" y="5496982"/>
                  <a:pt x="6781492" y="5373262"/>
                </a:cubicBezTo>
                <a:cubicBezTo>
                  <a:pt x="6761964" y="5359526"/>
                  <a:pt x="6718683" y="5329540"/>
                  <a:pt x="6685312" y="5306626"/>
                </a:cubicBezTo>
                <a:cubicBezTo>
                  <a:pt x="6613996" y="5257659"/>
                  <a:pt x="6572250" y="5220333"/>
                  <a:pt x="6572250" y="5205535"/>
                </a:cubicBezTo>
                <a:cubicBezTo>
                  <a:pt x="6572250" y="5174851"/>
                  <a:pt x="6612781" y="5173973"/>
                  <a:pt x="6686550" y="5203060"/>
                </a:cubicBezTo>
                <a:cubicBezTo>
                  <a:pt x="6694408" y="5206158"/>
                  <a:pt x="6730841" y="5214044"/>
                  <a:pt x="6767512" y="5220583"/>
                </a:cubicBezTo>
                <a:cubicBezTo>
                  <a:pt x="6804183" y="5227122"/>
                  <a:pt x="6838259" y="5236028"/>
                  <a:pt x="6843236" y="5240374"/>
                </a:cubicBezTo>
                <a:cubicBezTo>
                  <a:pt x="6848213" y="5244719"/>
                  <a:pt x="6859703" y="5248275"/>
                  <a:pt x="6868771" y="5248275"/>
                </a:cubicBezTo>
                <a:cubicBezTo>
                  <a:pt x="6877838" y="5248275"/>
                  <a:pt x="6918772" y="5258689"/>
                  <a:pt x="6959734" y="5271417"/>
                </a:cubicBezTo>
                <a:cubicBezTo>
                  <a:pt x="7000697" y="5284146"/>
                  <a:pt x="7059930" y="5301836"/>
                  <a:pt x="7091362" y="5310730"/>
                </a:cubicBezTo>
                <a:cubicBezTo>
                  <a:pt x="7122795" y="5319624"/>
                  <a:pt x="7184836" y="5341734"/>
                  <a:pt x="7229232" y="5359864"/>
                </a:cubicBezTo>
                <a:cubicBezTo>
                  <a:pt x="7273627" y="5377994"/>
                  <a:pt x="7329349" y="5399141"/>
                  <a:pt x="7353057" y="5406857"/>
                </a:cubicBezTo>
                <a:cubicBezTo>
                  <a:pt x="7478305" y="5447622"/>
                  <a:pt x="7591425" y="5504896"/>
                  <a:pt x="7591425" y="5527548"/>
                </a:cubicBezTo>
                <a:cubicBezTo>
                  <a:pt x="7591425" y="5534332"/>
                  <a:pt x="7610221" y="5553131"/>
                  <a:pt x="7633194" y="5569324"/>
                </a:cubicBezTo>
                <a:cubicBezTo>
                  <a:pt x="7669426" y="5594863"/>
                  <a:pt x="7675567" y="5604263"/>
                  <a:pt x="7679512" y="5640214"/>
                </a:cubicBezTo>
                <a:cubicBezTo>
                  <a:pt x="7684322" y="5684052"/>
                  <a:pt x="7667787" y="5724525"/>
                  <a:pt x="7645069" y="5724525"/>
                </a:cubicBezTo>
                <a:cubicBezTo>
                  <a:pt x="7638143" y="5724525"/>
                  <a:pt x="7624719" y="5733097"/>
                  <a:pt x="7615237" y="5743575"/>
                </a:cubicBezTo>
                <a:cubicBezTo>
                  <a:pt x="7594781" y="5766178"/>
                  <a:pt x="7593880" y="5766273"/>
                  <a:pt x="7561215" y="5749231"/>
                </a:cubicBezTo>
                <a:close/>
                <a:moveTo>
                  <a:pt x="8867775" y="4718529"/>
                </a:moveTo>
                <a:cubicBezTo>
                  <a:pt x="8849439" y="4716807"/>
                  <a:pt x="8615838" y="4708699"/>
                  <a:pt x="8348662" y="4700511"/>
                </a:cubicBezTo>
                <a:cubicBezTo>
                  <a:pt x="8081486" y="4692324"/>
                  <a:pt x="7837170" y="4681745"/>
                  <a:pt x="7805737" y="4677004"/>
                </a:cubicBezTo>
                <a:cubicBezTo>
                  <a:pt x="7774305" y="4672262"/>
                  <a:pt x="7688580" y="4663537"/>
                  <a:pt x="7615237" y="4657614"/>
                </a:cubicBezTo>
                <a:cubicBezTo>
                  <a:pt x="7432214" y="4642835"/>
                  <a:pt x="7028179" y="4601660"/>
                  <a:pt x="6955556" y="4590387"/>
                </a:cubicBezTo>
                <a:cubicBezTo>
                  <a:pt x="6887730" y="4579859"/>
                  <a:pt x="6869768" y="4577106"/>
                  <a:pt x="6777037" y="4563030"/>
                </a:cubicBezTo>
                <a:cubicBezTo>
                  <a:pt x="6694485" y="4550498"/>
                  <a:pt x="6619814" y="4534220"/>
                  <a:pt x="6600458" y="4524536"/>
                </a:cubicBezTo>
                <a:cubicBezTo>
                  <a:pt x="6592399" y="4520504"/>
                  <a:pt x="6567668" y="4514141"/>
                  <a:pt x="6545501" y="4510396"/>
                </a:cubicBezTo>
                <a:cubicBezTo>
                  <a:pt x="6439956" y="4492564"/>
                  <a:pt x="6470327" y="4435974"/>
                  <a:pt x="6591780" y="4424162"/>
                </a:cubicBezTo>
                <a:cubicBezTo>
                  <a:pt x="6620329" y="4421385"/>
                  <a:pt x="6650116" y="4417175"/>
                  <a:pt x="6657975" y="4414806"/>
                </a:cubicBezTo>
                <a:cubicBezTo>
                  <a:pt x="6753113" y="4386125"/>
                  <a:pt x="7367941" y="4345919"/>
                  <a:pt x="7881937" y="4334767"/>
                </a:cubicBezTo>
                <a:cubicBezTo>
                  <a:pt x="8267483" y="4326401"/>
                  <a:pt x="9084646" y="4328868"/>
                  <a:pt x="9114959" y="4338489"/>
                </a:cubicBezTo>
                <a:cubicBezTo>
                  <a:pt x="9144464" y="4347854"/>
                  <a:pt x="9135525" y="4375520"/>
                  <a:pt x="9101021" y="4381628"/>
                </a:cubicBezTo>
                <a:cubicBezTo>
                  <a:pt x="9044872" y="4391568"/>
                  <a:pt x="9094102" y="4398035"/>
                  <a:pt x="9238782" y="4399725"/>
                </a:cubicBezTo>
                <a:cubicBezTo>
                  <a:pt x="9377762" y="4401349"/>
                  <a:pt x="9388497" y="4402829"/>
                  <a:pt x="9431664" y="4426323"/>
                </a:cubicBezTo>
                <a:cubicBezTo>
                  <a:pt x="9485269" y="4455499"/>
                  <a:pt x="9488990" y="4471615"/>
                  <a:pt x="9446418" y="4490233"/>
                </a:cubicBezTo>
                <a:lnTo>
                  <a:pt x="9415462" y="4503771"/>
                </a:lnTo>
                <a:lnTo>
                  <a:pt x="9449061" y="4504548"/>
                </a:lnTo>
                <a:cubicBezTo>
                  <a:pt x="9560385" y="4507122"/>
                  <a:pt x="9543982" y="4609074"/>
                  <a:pt x="9432131" y="4609783"/>
                </a:cubicBezTo>
                <a:cubicBezTo>
                  <a:pt x="9377384" y="4610130"/>
                  <a:pt x="9358312" y="4634669"/>
                  <a:pt x="9408318" y="4640423"/>
                </a:cubicBezTo>
                <a:cubicBezTo>
                  <a:pt x="9448382" y="4645033"/>
                  <a:pt x="9449218" y="4680669"/>
                  <a:pt x="9409740" y="4701083"/>
                </a:cubicBezTo>
                <a:cubicBezTo>
                  <a:pt x="9378369" y="4717306"/>
                  <a:pt x="9360734" y="4719093"/>
                  <a:pt x="9244012" y="4717876"/>
                </a:cubicBezTo>
                <a:cubicBezTo>
                  <a:pt x="9207341" y="4717493"/>
                  <a:pt x="9115186" y="4718188"/>
                  <a:pt x="9039225" y="4719420"/>
                </a:cubicBezTo>
                <a:cubicBezTo>
                  <a:pt x="8963263" y="4720652"/>
                  <a:pt x="8886110" y="4720251"/>
                  <a:pt x="8867775" y="4718529"/>
                </a:cubicBezTo>
                <a:close/>
                <a:moveTo>
                  <a:pt x="462907" y="4698357"/>
                </a:moveTo>
                <a:cubicBezTo>
                  <a:pt x="459061" y="4694511"/>
                  <a:pt x="402893" y="4692670"/>
                  <a:pt x="338091" y="4694267"/>
                </a:cubicBezTo>
                <a:cubicBezTo>
                  <a:pt x="143684" y="4699058"/>
                  <a:pt x="69859" y="4676107"/>
                  <a:pt x="72841" y="4611806"/>
                </a:cubicBezTo>
                <a:cubicBezTo>
                  <a:pt x="73934" y="4588239"/>
                  <a:pt x="70358" y="4581525"/>
                  <a:pt x="56713" y="4581525"/>
                </a:cubicBezTo>
                <a:cubicBezTo>
                  <a:pt x="22212" y="4581525"/>
                  <a:pt x="-4029" y="4512853"/>
                  <a:pt x="17505" y="4478923"/>
                </a:cubicBezTo>
                <a:cubicBezTo>
                  <a:pt x="21734" y="4472260"/>
                  <a:pt x="44171" y="4463535"/>
                  <a:pt x="67365" y="4459534"/>
                </a:cubicBezTo>
                <a:lnTo>
                  <a:pt x="109537" y="4452260"/>
                </a:lnTo>
                <a:lnTo>
                  <a:pt x="78581" y="4433876"/>
                </a:lnTo>
                <a:cubicBezTo>
                  <a:pt x="37627" y="4409555"/>
                  <a:pt x="39524" y="4397185"/>
                  <a:pt x="88106" y="4371773"/>
                </a:cubicBezTo>
                <a:cubicBezTo>
                  <a:pt x="129961" y="4349880"/>
                  <a:pt x="155523" y="4349380"/>
                  <a:pt x="328889" y="4367068"/>
                </a:cubicBezTo>
                <a:cubicBezTo>
                  <a:pt x="371510" y="4371416"/>
                  <a:pt x="373147" y="4370924"/>
                  <a:pt x="345281" y="4362139"/>
                </a:cubicBezTo>
                <a:cubicBezTo>
                  <a:pt x="311226" y="4351403"/>
                  <a:pt x="307097" y="4342205"/>
                  <a:pt x="328398" y="4324527"/>
                </a:cubicBezTo>
                <a:cubicBezTo>
                  <a:pt x="347678" y="4308526"/>
                  <a:pt x="1805216" y="4306995"/>
                  <a:pt x="2095500" y="4322670"/>
                </a:cubicBezTo>
                <a:cubicBezTo>
                  <a:pt x="2781423" y="4359710"/>
                  <a:pt x="3076575" y="4397673"/>
                  <a:pt x="3076575" y="4448858"/>
                </a:cubicBezTo>
                <a:cubicBezTo>
                  <a:pt x="3076575" y="4470062"/>
                  <a:pt x="3052926" y="4483955"/>
                  <a:pt x="2998129" y="4494945"/>
                </a:cubicBezTo>
                <a:cubicBezTo>
                  <a:pt x="2975790" y="4499426"/>
                  <a:pt x="2916793" y="4512007"/>
                  <a:pt x="2867025" y="4522904"/>
                </a:cubicBezTo>
                <a:cubicBezTo>
                  <a:pt x="2752866" y="4547898"/>
                  <a:pt x="2617184" y="4570983"/>
                  <a:pt x="2545873" y="4577543"/>
                </a:cubicBezTo>
                <a:cubicBezTo>
                  <a:pt x="2515576" y="4580330"/>
                  <a:pt x="2441495" y="4588674"/>
                  <a:pt x="2381250" y="4596085"/>
                </a:cubicBezTo>
                <a:cubicBezTo>
                  <a:pt x="2321004" y="4603496"/>
                  <a:pt x="2183844" y="4616086"/>
                  <a:pt x="2076450" y="4624065"/>
                </a:cubicBezTo>
                <a:cubicBezTo>
                  <a:pt x="1969055" y="4632043"/>
                  <a:pt x="1827609" y="4642963"/>
                  <a:pt x="1762125" y="4648332"/>
                </a:cubicBezTo>
                <a:cubicBezTo>
                  <a:pt x="1418294" y="4676522"/>
                  <a:pt x="1334144" y="4681830"/>
                  <a:pt x="1009650" y="4695799"/>
                </a:cubicBezTo>
                <a:cubicBezTo>
                  <a:pt x="754156" y="4706797"/>
                  <a:pt x="472664" y="4708114"/>
                  <a:pt x="462907" y="4698357"/>
                </a:cubicBezTo>
                <a:close/>
                <a:moveTo>
                  <a:pt x="6623161" y="3747676"/>
                </a:moveTo>
                <a:cubicBezTo>
                  <a:pt x="6620059" y="3739592"/>
                  <a:pt x="6619122" y="3731763"/>
                  <a:pt x="6621079" y="3730278"/>
                </a:cubicBezTo>
                <a:cubicBezTo>
                  <a:pt x="6664010" y="3697699"/>
                  <a:pt x="6817755" y="3600450"/>
                  <a:pt x="6826329" y="3600450"/>
                </a:cubicBezTo>
                <a:cubicBezTo>
                  <a:pt x="6829662" y="3600450"/>
                  <a:pt x="6846719" y="3589519"/>
                  <a:pt x="6864234" y="3576160"/>
                </a:cubicBezTo>
                <a:cubicBezTo>
                  <a:pt x="6881749" y="3562801"/>
                  <a:pt x="6933588" y="3532196"/>
                  <a:pt x="6979433" y="3508149"/>
                </a:cubicBezTo>
                <a:cubicBezTo>
                  <a:pt x="7025278" y="3484101"/>
                  <a:pt x="7073503" y="3457271"/>
                  <a:pt x="7086600" y="3448525"/>
                </a:cubicBezTo>
                <a:cubicBezTo>
                  <a:pt x="7109148" y="3433467"/>
                  <a:pt x="7178375" y="3399114"/>
                  <a:pt x="7411827" y="3287134"/>
                </a:cubicBezTo>
                <a:cubicBezTo>
                  <a:pt x="7467592" y="3260385"/>
                  <a:pt x="7519241" y="3238500"/>
                  <a:pt x="7526603" y="3238500"/>
                </a:cubicBezTo>
                <a:cubicBezTo>
                  <a:pt x="7533966" y="3238500"/>
                  <a:pt x="7544061" y="3234933"/>
                  <a:pt x="7549038" y="3230575"/>
                </a:cubicBezTo>
                <a:cubicBezTo>
                  <a:pt x="7576027" y="3206939"/>
                  <a:pt x="7659859" y="3182287"/>
                  <a:pt x="7676949" y="3192960"/>
                </a:cubicBezTo>
                <a:cubicBezTo>
                  <a:pt x="7690824" y="3201625"/>
                  <a:pt x="7702485" y="3200603"/>
                  <a:pt x="7731133" y="3188212"/>
                </a:cubicBezTo>
                <a:cubicBezTo>
                  <a:pt x="7796574" y="3159908"/>
                  <a:pt x="7839415" y="3156780"/>
                  <a:pt x="7845451" y="3179864"/>
                </a:cubicBezTo>
                <a:cubicBezTo>
                  <a:pt x="7848314" y="3190812"/>
                  <a:pt x="7858116" y="3202136"/>
                  <a:pt x="7867232" y="3205030"/>
                </a:cubicBezTo>
                <a:cubicBezTo>
                  <a:pt x="7894268" y="3213610"/>
                  <a:pt x="7909461" y="3256711"/>
                  <a:pt x="7892181" y="3275805"/>
                </a:cubicBezTo>
                <a:cubicBezTo>
                  <a:pt x="7884325" y="3284486"/>
                  <a:pt x="7880152" y="3300216"/>
                  <a:pt x="7882909" y="3310759"/>
                </a:cubicBezTo>
                <a:cubicBezTo>
                  <a:pt x="7889875" y="3337397"/>
                  <a:pt x="7844456" y="3381375"/>
                  <a:pt x="7809980" y="3381375"/>
                </a:cubicBezTo>
                <a:cubicBezTo>
                  <a:pt x="7772375" y="3381375"/>
                  <a:pt x="7753373" y="3390482"/>
                  <a:pt x="7753201" y="3408587"/>
                </a:cubicBezTo>
                <a:cubicBezTo>
                  <a:pt x="7753044" y="3425213"/>
                  <a:pt x="7715147" y="3445109"/>
                  <a:pt x="7586662" y="3496019"/>
                </a:cubicBezTo>
                <a:cubicBezTo>
                  <a:pt x="7544752" y="3512625"/>
                  <a:pt x="7497603" y="3531785"/>
                  <a:pt x="7481887" y="3538596"/>
                </a:cubicBezTo>
                <a:cubicBezTo>
                  <a:pt x="7466171" y="3545408"/>
                  <a:pt x="7421165" y="3562455"/>
                  <a:pt x="7381875" y="3576479"/>
                </a:cubicBezTo>
                <a:cubicBezTo>
                  <a:pt x="7342584" y="3590503"/>
                  <a:pt x="7301865" y="3605636"/>
                  <a:pt x="7291387" y="3610109"/>
                </a:cubicBezTo>
                <a:cubicBezTo>
                  <a:pt x="7280910" y="3614581"/>
                  <a:pt x="7257335" y="3622483"/>
                  <a:pt x="7239000" y="3627668"/>
                </a:cubicBezTo>
                <a:cubicBezTo>
                  <a:pt x="7210316" y="3635779"/>
                  <a:pt x="7062646" y="3679601"/>
                  <a:pt x="7019925" y="3692679"/>
                </a:cubicBezTo>
                <a:cubicBezTo>
                  <a:pt x="7012066" y="3695085"/>
                  <a:pt x="6986349" y="3701283"/>
                  <a:pt x="6962775" y="3706452"/>
                </a:cubicBezTo>
                <a:cubicBezTo>
                  <a:pt x="6939200" y="3711622"/>
                  <a:pt x="6900624" y="3720145"/>
                  <a:pt x="6877050" y="3725393"/>
                </a:cubicBezTo>
                <a:cubicBezTo>
                  <a:pt x="6715747" y="3761298"/>
                  <a:pt x="6631235" y="3768716"/>
                  <a:pt x="6623161" y="3747676"/>
                </a:cubicBezTo>
                <a:close/>
                <a:moveTo>
                  <a:pt x="2884939" y="3739014"/>
                </a:moveTo>
                <a:cubicBezTo>
                  <a:pt x="2882568" y="3736643"/>
                  <a:pt x="2855065" y="3730033"/>
                  <a:pt x="2823820" y="3724324"/>
                </a:cubicBezTo>
                <a:cubicBezTo>
                  <a:pt x="2699376" y="3701586"/>
                  <a:pt x="2583339" y="3672872"/>
                  <a:pt x="2538412" y="3653696"/>
                </a:cubicBezTo>
                <a:cubicBezTo>
                  <a:pt x="2517457" y="3644752"/>
                  <a:pt x="2483167" y="3637031"/>
                  <a:pt x="2462212" y="3636539"/>
                </a:cubicBezTo>
                <a:cubicBezTo>
                  <a:pt x="2441257" y="3636048"/>
                  <a:pt x="2400538" y="3629498"/>
                  <a:pt x="2371725" y="3621984"/>
                </a:cubicBezTo>
                <a:cubicBezTo>
                  <a:pt x="2342911" y="3614471"/>
                  <a:pt x="2305899" y="3604971"/>
                  <a:pt x="2289476" y="3600874"/>
                </a:cubicBezTo>
                <a:cubicBezTo>
                  <a:pt x="2246995" y="3590276"/>
                  <a:pt x="2029846" y="3515934"/>
                  <a:pt x="1994047" y="3499733"/>
                </a:cubicBezTo>
                <a:cubicBezTo>
                  <a:pt x="1977540" y="3492262"/>
                  <a:pt x="1961419" y="3486150"/>
                  <a:pt x="1958225" y="3486150"/>
                </a:cubicBezTo>
                <a:cubicBezTo>
                  <a:pt x="1951968" y="3486150"/>
                  <a:pt x="1872738" y="3452099"/>
                  <a:pt x="1845597" y="3437746"/>
                </a:cubicBezTo>
                <a:cubicBezTo>
                  <a:pt x="1836501" y="3432936"/>
                  <a:pt x="1823095" y="3429000"/>
                  <a:pt x="1815808" y="3429000"/>
                </a:cubicBezTo>
                <a:cubicBezTo>
                  <a:pt x="1808520" y="3429000"/>
                  <a:pt x="1796822" y="3422090"/>
                  <a:pt x="1789813" y="3413644"/>
                </a:cubicBezTo>
                <a:cubicBezTo>
                  <a:pt x="1782804" y="3405198"/>
                  <a:pt x="1754442" y="3387939"/>
                  <a:pt x="1726787" y="3375289"/>
                </a:cubicBezTo>
                <a:cubicBezTo>
                  <a:pt x="1671370" y="3349941"/>
                  <a:pt x="1642786" y="3315946"/>
                  <a:pt x="1650876" y="3285010"/>
                </a:cubicBezTo>
                <a:cubicBezTo>
                  <a:pt x="1653771" y="3273938"/>
                  <a:pt x="1651225" y="3257009"/>
                  <a:pt x="1645218" y="3247390"/>
                </a:cubicBezTo>
                <a:cubicBezTo>
                  <a:pt x="1629628" y="3222426"/>
                  <a:pt x="1647028" y="3177440"/>
                  <a:pt x="1673760" y="3173602"/>
                </a:cubicBezTo>
                <a:cubicBezTo>
                  <a:pt x="1685194" y="3171961"/>
                  <a:pt x="1697183" y="3162317"/>
                  <a:pt x="1700404" y="3152171"/>
                </a:cubicBezTo>
                <a:cubicBezTo>
                  <a:pt x="1708793" y="3125737"/>
                  <a:pt x="1780895" y="3126153"/>
                  <a:pt x="1804987" y="3152775"/>
                </a:cubicBezTo>
                <a:cubicBezTo>
                  <a:pt x="1814469" y="3163252"/>
                  <a:pt x="1829278" y="3171825"/>
                  <a:pt x="1837896" y="3171825"/>
                </a:cubicBezTo>
                <a:cubicBezTo>
                  <a:pt x="1846514" y="3171825"/>
                  <a:pt x="1858592" y="3176852"/>
                  <a:pt x="1864736" y="3182996"/>
                </a:cubicBezTo>
                <a:cubicBezTo>
                  <a:pt x="1873220" y="3191480"/>
                  <a:pt x="1881716" y="3191521"/>
                  <a:pt x="1900055" y="3183165"/>
                </a:cubicBezTo>
                <a:cubicBezTo>
                  <a:pt x="1925376" y="3171629"/>
                  <a:pt x="2014409" y="3199839"/>
                  <a:pt x="2107277" y="3248825"/>
                </a:cubicBezTo>
                <a:cubicBezTo>
                  <a:pt x="2116373" y="3253624"/>
                  <a:pt x="2129232" y="3257622"/>
                  <a:pt x="2135852" y="3257710"/>
                </a:cubicBezTo>
                <a:cubicBezTo>
                  <a:pt x="2142471" y="3257798"/>
                  <a:pt x="2177891" y="3272796"/>
                  <a:pt x="2214562" y="3291038"/>
                </a:cubicBezTo>
                <a:cubicBezTo>
                  <a:pt x="2251233" y="3309280"/>
                  <a:pt x="2285523" y="3324252"/>
                  <a:pt x="2290762" y="3324309"/>
                </a:cubicBezTo>
                <a:cubicBezTo>
                  <a:pt x="2340304" y="3324844"/>
                  <a:pt x="2990850" y="3687817"/>
                  <a:pt x="2990850" y="3714924"/>
                </a:cubicBezTo>
                <a:cubicBezTo>
                  <a:pt x="2990850" y="3734997"/>
                  <a:pt x="2901293" y="3755368"/>
                  <a:pt x="2884939" y="3739014"/>
                </a:cubicBezTo>
                <a:close/>
                <a:moveTo>
                  <a:pt x="6016625" y="3355975"/>
                </a:moveTo>
                <a:cubicBezTo>
                  <a:pt x="5995315" y="3334665"/>
                  <a:pt x="6037973" y="3261003"/>
                  <a:pt x="6140415" y="3142213"/>
                </a:cubicBezTo>
                <a:cubicBezTo>
                  <a:pt x="6165755" y="3112830"/>
                  <a:pt x="6204825" y="3063145"/>
                  <a:pt x="6227238" y="3031801"/>
                </a:cubicBezTo>
                <a:cubicBezTo>
                  <a:pt x="6249652" y="3000457"/>
                  <a:pt x="6275369" y="2966565"/>
                  <a:pt x="6284388" y="2956486"/>
                </a:cubicBezTo>
                <a:cubicBezTo>
                  <a:pt x="6293408" y="2946407"/>
                  <a:pt x="6321995" y="2912510"/>
                  <a:pt x="6347916" y="2881161"/>
                </a:cubicBezTo>
                <a:cubicBezTo>
                  <a:pt x="6373837" y="2849812"/>
                  <a:pt x="6413678" y="2805330"/>
                  <a:pt x="6436453" y="2782314"/>
                </a:cubicBezTo>
                <a:cubicBezTo>
                  <a:pt x="6459228" y="2759297"/>
                  <a:pt x="6497973" y="2716435"/>
                  <a:pt x="6522552" y="2687064"/>
                </a:cubicBezTo>
                <a:cubicBezTo>
                  <a:pt x="6595212" y="2600240"/>
                  <a:pt x="6678230" y="2514829"/>
                  <a:pt x="7134225" y="2057758"/>
                </a:cubicBezTo>
                <a:cubicBezTo>
                  <a:pt x="7586564" y="1604351"/>
                  <a:pt x="7746481" y="1451371"/>
                  <a:pt x="7789609" y="1430803"/>
                </a:cubicBezTo>
                <a:cubicBezTo>
                  <a:pt x="7814086" y="1419130"/>
                  <a:pt x="7844940" y="1397409"/>
                  <a:pt x="7916328" y="1341596"/>
                </a:cubicBezTo>
                <a:cubicBezTo>
                  <a:pt x="8014970" y="1264474"/>
                  <a:pt x="8086535" y="1255546"/>
                  <a:pt x="8095750" y="1319212"/>
                </a:cubicBezTo>
                <a:cubicBezTo>
                  <a:pt x="8096508" y="1324451"/>
                  <a:pt x="8107070" y="1327434"/>
                  <a:pt x="8119222" y="1325842"/>
                </a:cubicBezTo>
                <a:cubicBezTo>
                  <a:pt x="8158505" y="1320694"/>
                  <a:pt x="8212490" y="1405127"/>
                  <a:pt x="8181975" y="1423987"/>
                </a:cubicBezTo>
                <a:cubicBezTo>
                  <a:pt x="8166208" y="1433731"/>
                  <a:pt x="8171234" y="1447800"/>
                  <a:pt x="8190480" y="1447800"/>
                </a:cubicBezTo>
                <a:cubicBezTo>
                  <a:pt x="8208904" y="1447800"/>
                  <a:pt x="8220075" y="1465267"/>
                  <a:pt x="8220075" y="1494079"/>
                </a:cubicBezTo>
                <a:cubicBezTo>
                  <a:pt x="8220075" y="1529057"/>
                  <a:pt x="8030744" y="1734524"/>
                  <a:pt x="7867758" y="1876425"/>
                </a:cubicBezTo>
                <a:cubicBezTo>
                  <a:pt x="7834663" y="1905238"/>
                  <a:pt x="7753193" y="1978104"/>
                  <a:pt x="7686714" y="2038350"/>
                </a:cubicBezTo>
                <a:cubicBezTo>
                  <a:pt x="7300086" y="2388723"/>
                  <a:pt x="7299635" y="2389133"/>
                  <a:pt x="7202525" y="2478871"/>
                </a:cubicBezTo>
                <a:cubicBezTo>
                  <a:pt x="7131940" y="2544098"/>
                  <a:pt x="7007145" y="2647950"/>
                  <a:pt x="6999350" y="2647950"/>
                </a:cubicBezTo>
                <a:cubicBezTo>
                  <a:pt x="6994776" y="2647950"/>
                  <a:pt x="6964316" y="2673355"/>
                  <a:pt x="6931661" y="2704406"/>
                </a:cubicBezTo>
                <a:cubicBezTo>
                  <a:pt x="6899005" y="2735457"/>
                  <a:pt x="6856408" y="2772962"/>
                  <a:pt x="6837001" y="2787750"/>
                </a:cubicBezTo>
                <a:cubicBezTo>
                  <a:pt x="6817594" y="2802538"/>
                  <a:pt x="6744728" y="2861899"/>
                  <a:pt x="6675076" y="2919664"/>
                </a:cubicBezTo>
                <a:cubicBezTo>
                  <a:pt x="6605425" y="2977429"/>
                  <a:pt x="6533435" y="3035152"/>
                  <a:pt x="6515100" y="3047938"/>
                </a:cubicBezTo>
                <a:cubicBezTo>
                  <a:pt x="6496764" y="3060724"/>
                  <a:pt x="6475333" y="3077459"/>
                  <a:pt x="6467475" y="3085128"/>
                </a:cubicBezTo>
                <a:cubicBezTo>
                  <a:pt x="6459616" y="3092797"/>
                  <a:pt x="6416529" y="3123149"/>
                  <a:pt x="6371726" y="3152577"/>
                </a:cubicBezTo>
                <a:cubicBezTo>
                  <a:pt x="6326922" y="3182005"/>
                  <a:pt x="6275083" y="3217663"/>
                  <a:pt x="6256527" y="3231816"/>
                </a:cubicBezTo>
                <a:cubicBezTo>
                  <a:pt x="6237971" y="3245970"/>
                  <a:pt x="6218193" y="3257550"/>
                  <a:pt x="6212575" y="3257550"/>
                </a:cubicBezTo>
                <a:cubicBezTo>
                  <a:pt x="6206958" y="3257550"/>
                  <a:pt x="6200933" y="3261120"/>
                  <a:pt x="6199187" y="3265483"/>
                </a:cubicBezTo>
                <a:cubicBezTo>
                  <a:pt x="6195338" y="3275101"/>
                  <a:pt x="6101643" y="3334378"/>
                  <a:pt x="6064595" y="3350634"/>
                </a:cubicBezTo>
                <a:cubicBezTo>
                  <a:pt x="6034203" y="3363970"/>
                  <a:pt x="6025580" y="3364930"/>
                  <a:pt x="6016625" y="3355975"/>
                </a:cubicBezTo>
                <a:close/>
                <a:moveTo>
                  <a:pt x="3505200" y="3333877"/>
                </a:moveTo>
                <a:cubicBezTo>
                  <a:pt x="3497341" y="3329324"/>
                  <a:pt x="3484483" y="3323299"/>
                  <a:pt x="3476625" y="3320487"/>
                </a:cubicBezTo>
                <a:cubicBezTo>
                  <a:pt x="3419521" y="3300056"/>
                  <a:pt x="3153091" y="3127857"/>
                  <a:pt x="3032919" y="3033712"/>
                </a:cubicBezTo>
                <a:cubicBezTo>
                  <a:pt x="2887750" y="2919983"/>
                  <a:pt x="2721138" y="2789800"/>
                  <a:pt x="2662237" y="2744078"/>
                </a:cubicBezTo>
                <a:cubicBezTo>
                  <a:pt x="2636043" y="2723745"/>
                  <a:pt x="2595503" y="2687368"/>
                  <a:pt x="2572148" y="2663241"/>
                </a:cubicBezTo>
                <a:cubicBezTo>
                  <a:pt x="2548792" y="2639115"/>
                  <a:pt x="2521526" y="2619375"/>
                  <a:pt x="2511557" y="2619375"/>
                </a:cubicBezTo>
                <a:cubicBezTo>
                  <a:pt x="2489778" y="2619375"/>
                  <a:pt x="2396815" y="2544795"/>
                  <a:pt x="2271131" y="2426493"/>
                </a:cubicBezTo>
                <a:cubicBezTo>
                  <a:pt x="2230314" y="2388074"/>
                  <a:pt x="2205366" y="2371725"/>
                  <a:pt x="2187559" y="2371725"/>
                </a:cubicBezTo>
                <a:cubicBezTo>
                  <a:pt x="2173598" y="2371725"/>
                  <a:pt x="2162175" y="2367921"/>
                  <a:pt x="2162175" y="2363272"/>
                </a:cubicBezTo>
                <a:cubicBezTo>
                  <a:pt x="2162175" y="2358624"/>
                  <a:pt x="2133242" y="2331289"/>
                  <a:pt x="2097881" y="2302528"/>
                </a:cubicBezTo>
                <a:cubicBezTo>
                  <a:pt x="2062519" y="2273767"/>
                  <a:pt x="2024426" y="2242209"/>
                  <a:pt x="2013230" y="2232398"/>
                </a:cubicBezTo>
                <a:cubicBezTo>
                  <a:pt x="2002034" y="2222588"/>
                  <a:pt x="1976500" y="2201703"/>
                  <a:pt x="1956487" y="2185987"/>
                </a:cubicBezTo>
                <a:cubicBezTo>
                  <a:pt x="1854558" y="2105939"/>
                  <a:pt x="1485900" y="1765730"/>
                  <a:pt x="1485900" y="1751715"/>
                </a:cubicBezTo>
                <a:cubicBezTo>
                  <a:pt x="1485900" y="1746963"/>
                  <a:pt x="1490186" y="1743075"/>
                  <a:pt x="1495425" y="1743075"/>
                </a:cubicBezTo>
                <a:cubicBezTo>
                  <a:pt x="1519532" y="1743075"/>
                  <a:pt x="1496569" y="1713914"/>
                  <a:pt x="1386117" y="1604260"/>
                </a:cubicBezTo>
                <a:cubicBezTo>
                  <a:pt x="1275088" y="1494034"/>
                  <a:pt x="1246536" y="1453871"/>
                  <a:pt x="1261727" y="1429291"/>
                </a:cubicBezTo>
                <a:cubicBezTo>
                  <a:pt x="1271081" y="1414156"/>
                  <a:pt x="1296362" y="1417162"/>
                  <a:pt x="1317253" y="1435893"/>
                </a:cubicBezTo>
                <a:cubicBezTo>
                  <a:pt x="1328044" y="1445569"/>
                  <a:pt x="1323364" y="1434001"/>
                  <a:pt x="1306097" y="1408318"/>
                </a:cubicBezTo>
                <a:cubicBezTo>
                  <a:pt x="1270824" y="1355857"/>
                  <a:pt x="1271090" y="1358114"/>
                  <a:pt x="1296048" y="1323064"/>
                </a:cubicBezTo>
                <a:cubicBezTo>
                  <a:pt x="1319105" y="1290683"/>
                  <a:pt x="1347115" y="1287847"/>
                  <a:pt x="1381125" y="1314450"/>
                </a:cubicBezTo>
                <a:cubicBezTo>
                  <a:pt x="1407100" y="1334768"/>
                  <a:pt x="1430037" y="1340502"/>
                  <a:pt x="1411605" y="1322070"/>
                </a:cubicBezTo>
                <a:cubicBezTo>
                  <a:pt x="1386357" y="1296822"/>
                  <a:pt x="1398154" y="1276350"/>
                  <a:pt x="1437950" y="1276350"/>
                </a:cubicBezTo>
                <a:cubicBezTo>
                  <a:pt x="1472164" y="1276350"/>
                  <a:pt x="1482094" y="1282782"/>
                  <a:pt x="1543287" y="1344585"/>
                </a:cubicBezTo>
                <a:cubicBezTo>
                  <a:pt x="1580446" y="1382114"/>
                  <a:pt x="1617570" y="1426048"/>
                  <a:pt x="1625785" y="1442216"/>
                </a:cubicBezTo>
                <a:cubicBezTo>
                  <a:pt x="1641931" y="1473995"/>
                  <a:pt x="1644327" y="1476457"/>
                  <a:pt x="1729108" y="1548431"/>
                </a:cubicBezTo>
                <a:cubicBezTo>
                  <a:pt x="1835513" y="1638762"/>
                  <a:pt x="1835640" y="1615848"/>
                  <a:pt x="1729286" y="1516360"/>
                </a:cubicBezTo>
                <a:cubicBezTo>
                  <a:pt x="1676343" y="1466834"/>
                  <a:pt x="1651555" y="1428749"/>
                  <a:pt x="1672263" y="1428750"/>
                </a:cubicBezTo>
                <a:cubicBezTo>
                  <a:pt x="1697122" y="1428750"/>
                  <a:pt x="1787837" y="1501491"/>
                  <a:pt x="1938337" y="1642108"/>
                </a:cubicBezTo>
                <a:cubicBezTo>
                  <a:pt x="2001202" y="1700844"/>
                  <a:pt x="2076059" y="1770093"/>
                  <a:pt x="2104686" y="1795994"/>
                </a:cubicBezTo>
                <a:cubicBezTo>
                  <a:pt x="2133313" y="1821895"/>
                  <a:pt x="2189035" y="1873589"/>
                  <a:pt x="2228511" y="1910869"/>
                </a:cubicBezTo>
                <a:cubicBezTo>
                  <a:pt x="2267988" y="1948149"/>
                  <a:pt x="2326985" y="2002235"/>
                  <a:pt x="2359617" y="2031061"/>
                </a:cubicBezTo>
                <a:cubicBezTo>
                  <a:pt x="2507773" y="2161936"/>
                  <a:pt x="3135054" y="2774770"/>
                  <a:pt x="3163119" y="2816057"/>
                </a:cubicBezTo>
                <a:cubicBezTo>
                  <a:pt x="3170772" y="2827315"/>
                  <a:pt x="3202651" y="2864467"/>
                  <a:pt x="3233960" y="2898616"/>
                </a:cubicBezTo>
                <a:cubicBezTo>
                  <a:pt x="3265270" y="2932765"/>
                  <a:pt x="3314461" y="2989367"/>
                  <a:pt x="3343275" y="3024398"/>
                </a:cubicBezTo>
                <a:cubicBezTo>
                  <a:pt x="3372088" y="3059429"/>
                  <a:pt x="3410906" y="3105859"/>
                  <a:pt x="3429538" y="3127576"/>
                </a:cubicBezTo>
                <a:cubicBezTo>
                  <a:pt x="3472987" y="3178221"/>
                  <a:pt x="3533775" y="3262656"/>
                  <a:pt x="3533775" y="3272363"/>
                </a:cubicBezTo>
                <a:cubicBezTo>
                  <a:pt x="3533775" y="3276488"/>
                  <a:pt x="3540795" y="3287620"/>
                  <a:pt x="3549377" y="3297102"/>
                </a:cubicBezTo>
                <a:cubicBezTo>
                  <a:pt x="3575740" y="3326233"/>
                  <a:pt x="3541379" y="3354837"/>
                  <a:pt x="3505200" y="3333877"/>
                </a:cubicBezTo>
                <a:close/>
                <a:moveTo>
                  <a:pt x="4768136" y="2959329"/>
                </a:moveTo>
                <a:cubicBezTo>
                  <a:pt x="4758756" y="2952470"/>
                  <a:pt x="4746979" y="2927824"/>
                  <a:pt x="4741966" y="2904560"/>
                </a:cubicBezTo>
                <a:cubicBezTo>
                  <a:pt x="4728218" y="2840761"/>
                  <a:pt x="4703645" y="2703482"/>
                  <a:pt x="4701148" y="2676525"/>
                </a:cubicBezTo>
                <a:cubicBezTo>
                  <a:pt x="4699934" y="2663428"/>
                  <a:pt x="4696173" y="2646283"/>
                  <a:pt x="4692788" y="2638425"/>
                </a:cubicBezTo>
                <a:cubicBezTo>
                  <a:pt x="4673649" y="2593987"/>
                  <a:pt x="4624809" y="1977037"/>
                  <a:pt x="4626434" y="1800225"/>
                </a:cubicBezTo>
                <a:cubicBezTo>
                  <a:pt x="4626554" y="1787128"/>
                  <a:pt x="4620405" y="1671399"/>
                  <a:pt x="4612769" y="1543050"/>
                </a:cubicBezTo>
                <a:cubicBezTo>
                  <a:pt x="4598562" y="1304246"/>
                  <a:pt x="4591471" y="419153"/>
                  <a:pt x="4602886" y="309562"/>
                </a:cubicBezTo>
                <a:cubicBezTo>
                  <a:pt x="4624977" y="97478"/>
                  <a:pt x="4625647" y="94356"/>
                  <a:pt x="4655426" y="64577"/>
                </a:cubicBezTo>
                <a:cubicBezTo>
                  <a:pt x="4679489" y="40514"/>
                  <a:pt x="4686909" y="37755"/>
                  <a:pt x="4703576" y="46676"/>
                </a:cubicBezTo>
                <a:cubicBezTo>
                  <a:pt x="4720629" y="55802"/>
                  <a:pt x="4725554" y="53371"/>
                  <a:pt x="4740181" y="28610"/>
                </a:cubicBezTo>
                <a:cubicBezTo>
                  <a:pt x="4771717" y="-24776"/>
                  <a:pt x="4876800" y="3658"/>
                  <a:pt x="4876800" y="65578"/>
                </a:cubicBezTo>
                <a:cubicBezTo>
                  <a:pt x="4876800" y="91323"/>
                  <a:pt x="4887712" y="96858"/>
                  <a:pt x="4902144" y="78433"/>
                </a:cubicBezTo>
                <a:cubicBezTo>
                  <a:pt x="4914097" y="63173"/>
                  <a:pt x="4917321" y="64456"/>
                  <a:pt x="4944386" y="95250"/>
                </a:cubicBezTo>
                <a:lnTo>
                  <a:pt x="4973688" y="128587"/>
                </a:lnTo>
                <a:lnTo>
                  <a:pt x="4969767" y="231192"/>
                </a:lnTo>
                <a:cubicBezTo>
                  <a:pt x="4966807" y="308636"/>
                  <a:pt x="4968942" y="336368"/>
                  <a:pt x="4978472" y="344277"/>
                </a:cubicBezTo>
                <a:cubicBezTo>
                  <a:pt x="4993518" y="356764"/>
                  <a:pt x="4997308" y="1018414"/>
                  <a:pt x="4982423" y="1033938"/>
                </a:cubicBezTo>
                <a:cubicBezTo>
                  <a:pt x="4977612" y="1038957"/>
                  <a:pt x="4970866" y="1261461"/>
                  <a:pt x="4967279" y="1533525"/>
                </a:cubicBezTo>
                <a:cubicBezTo>
                  <a:pt x="4963721" y="1803320"/>
                  <a:pt x="4957078" y="2086213"/>
                  <a:pt x="4952517" y="2162175"/>
                </a:cubicBezTo>
                <a:cubicBezTo>
                  <a:pt x="4939171" y="2384442"/>
                  <a:pt x="4909472" y="2651301"/>
                  <a:pt x="4895023" y="2678777"/>
                </a:cubicBezTo>
                <a:cubicBezTo>
                  <a:pt x="4890239" y="2687873"/>
                  <a:pt x="4886325" y="2718696"/>
                  <a:pt x="4886325" y="2747271"/>
                </a:cubicBezTo>
                <a:cubicBezTo>
                  <a:pt x="4886325" y="2775846"/>
                  <a:pt x="4882491" y="2801594"/>
                  <a:pt x="4877806" y="2804490"/>
                </a:cubicBezTo>
                <a:cubicBezTo>
                  <a:pt x="4873120" y="2807386"/>
                  <a:pt x="4867036" y="2825855"/>
                  <a:pt x="4864285" y="2845534"/>
                </a:cubicBezTo>
                <a:cubicBezTo>
                  <a:pt x="4848519" y="2958314"/>
                  <a:pt x="4817292" y="2995273"/>
                  <a:pt x="4768136" y="2959329"/>
                </a:cubicBezTo>
                <a:close/>
                <a:moveTo>
                  <a:pt x="5672436" y="2667941"/>
                </a:moveTo>
                <a:cubicBezTo>
                  <a:pt x="5669275" y="2657982"/>
                  <a:pt x="5672921" y="2622620"/>
                  <a:pt x="5680538" y="2589360"/>
                </a:cubicBezTo>
                <a:cubicBezTo>
                  <a:pt x="5688155" y="2556100"/>
                  <a:pt x="5699212" y="2498883"/>
                  <a:pt x="5705109" y="2462212"/>
                </a:cubicBezTo>
                <a:cubicBezTo>
                  <a:pt x="5717767" y="2383493"/>
                  <a:pt x="5764925" y="2225865"/>
                  <a:pt x="5797169" y="2154499"/>
                </a:cubicBezTo>
                <a:cubicBezTo>
                  <a:pt x="5809727" y="2126703"/>
                  <a:pt x="5823851" y="2077412"/>
                  <a:pt x="5828555" y="2044962"/>
                </a:cubicBezTo>
                <a:cubicBezTo>
                  <a:pt x="5838777" y="1974451"/>
                  <a:pt x="5900797" y="1804005"/>
                  <a:pt x="5982593" y="1621631"/>
                </a:cubicBezTo>
                <a:cubicBezTo>
                  <a:pt x="5992579" y="1599366"/>
                  <a:pt x="6009472" y="1560790"/>
                  <a:pt x="6020134" y="1535906"/>
                </a:cubicBezTo>
                <a:cubicBezTo>
                  <a:pt x="6030795" y="1511022"/>
                  <a:pt x="6044405" y="1482090"/>
                  <a:pt x="6050377" y="1471612"/>
                </a:cubicBezTo>
                <a:cubicBezTo>
                  <a:pt x="6056350" y="1461135"/>
                  <a:pt x="6073581" y="1428988"/>
                  <a:pt x="6088669" y="1400175"/>
                </a:cubicBezTo>
                <a:cubicBezTo>
                  <a:pt x="6123306" y="1334027"/>
                  <a:pt x="6149084" y="1312419"/>
                  <a:pt x="6185469" y="1319034"/>
                </a:cubicBezTo>
                <a:cubicBezTo>
                  <a:pt x="6200626" y="1321789"/>
                  <a:pt x="6218677" y="1319355"/>
                  <a:pt x="6225582" y="1313624"/>
                </a:cubicBezTo>
                <a:cubicBezTo>
                  <a:pt x="6247110" y="1295757"/>
                  <a:pt x="6304386" y="1320566"/>
                  <a:pt x="6311659" y="1350908"/>
                </a:cubicBezTo>
                <a:cubicBezTo>
                  <a:pt x="6315014" y="1364908"/>
                  <a:pt x="6325728" y="1384030"/>
                  <a:pt x="6335467" y="1393402"/>
                </a:cubicBezTo>
                <a:cubicBezTo>
                  <a:pt x="6359607" y="1416632"/>
                  <a:pt x="6357695" y="1446250"/>
                  <a:pt x="6329362" y="1487946"/>
                </a:cubicBezTo>
                <a:cubicBezTo>
                  <a:pt x="6313611" y="1511126"/>
                  <a:pt x="6305550" y="1536101"/>
                  <a:pt x="6305550" y="1561723"/>
                </a:cubicBezTo>
                <a:cubicBezTo>
                  <a:pt x="6305550" y="1583027"/>
                  <a:pt x="6301744" y="1607901"/>
                  <a:pt x="6297094" y="1616997"/>
                </a:cubicBezTo>
                <a:cubicBezTo>
                  <a:pt x="6273490" y="1663169"/>
                  <a:pt x="6238875" y="1739372"/>
                  <a:pt x="6238875" y="1745165"/>
                </a:cubicBezTo>
                <a:cubicBezTo>
                  <a:pt x="6238875" y="1771492"/>
                  <a:pt x="6038141" y="2173263"/>
                  <a:pt x="6007753" y="2207757"/>
                </a:cubicBezTo>
                <a:cubicBezTo>
                  <a:pt x="5999841" y="2216738"/>
                  <a:pt x="5973790" y="2263667"/>
                  <a:pt x="5949862" y="2312043"/>
                </a:cubicBezTo>
                <a:cubicBezTo>
                  <a:pt x="5912430" y="2387721"/>
                  <a:pt x="5887201" y="2429242"/>
                  <a:pt x="5800725" y="2557489"/>
                </a:cubicBezTo>
                <a:cubicBezTo>
                  <a:pt x="5723195" y="2672467"/>
                  <a:pt x="5684458" y="2705819"/>
                  <a:pt x="5672436" y="2667941"/>
                </a:cubicBezTo>
                <a:close/>
                <a:moveTo>
                  <a:pt x="3952384" y="2607468"/>
                </a:moveTo>
                <a:cubicBezTo>
                  <a:pt x="3929640" y="2574726"/>
                  <a:pt x="3893658" y="2525892"/>
                  <a:pt x="3872422" y="2498949"/>
                </a:cubicBezTo>
                <a:cubicBezTo>
                  <a:pt x="3826842" y="2441117"/>
                  <a:pt x="3794389" y="2383691"/>
                  <a:pt x="3730545" y="2247900"/>
                </a:cubicBezTo>
                <a:cubicBezTo>
                  <a:pt x="3704683" y="2192893"/>
                  <a:pt x="3671969" y="2134614"/>
                  <a:pt x="3657848" y="2118392"/>
                </a:cubicBezTo>
                <a:cubicBezTo>
                  <a:pt x="3636665" y="2094058"/>
                  <a:pt x="3554358" y="1936121"/>
                  <a:pt x="3524303" y="1862137"/>
                </a:cubicBezTo>
                <a:cubicBezTo>
                  <a:pt x="3520047" y="1851660"/>
                  <a:pt x="3501657" y="1810940"/>
                  <a:pt x="3483436" y="1771650"/>
                </a:cubicBezTo>
                <a:cubicBezTo>
                  <a:pt x="3406319" y="1605353"/>
                  <a:pt x="3411917" y="1621866"/>
                  <a:pt x="3392264" y="1502706"/>
                </a:cubicBezTo>
                <a:cubicBezTo>
                  <a:pt x="3388173" y="1477898"/>
                  <a:pt x="3382056" y="1454831"/>
                  <a:pt x="3378672" y="1451447"/>
                </a:cubicBezTo>
                <a:cubicBezTo>
                  <a:pt x="3367895" y="1440670"/>
                  <a:pt x="3390870" y="1409699"/>
                  <a:pt x="3409643" y="1409700"/>
                </a:cubicBezTo>
                <a:cubicBezTo>
                  <a:pt x="3419583" y="1409700"/>
                  <a:pt x="3430451" y="1401080"/>
                  <a:pt x="3433795" y="1390545"/>
                </a:cubicBezTo>
                <a:cubicBezTo>
                  <a:pt x="3446684" y="1349935"/>
                  <a:pt x="3533775" y="1333223"/>
                  <a:pt x="3533775" y="1371360"/>
                </a:cubicBezTo>
                <a:cubicBezTo>
                  <a:pt x="3533775" y="1376098"/>
                  <a:pt x="3549710" y="1381305"/>
                  <a:pt x="3569187" y="1382931"/>
                </a:cubicBezTo>
                <a:cubicBezTo>
                  <a:pt x="3610243" y="1386358"/>
                  <a:pt x="3643381" y="1426177"/>
                  <a:pt x="3653782" y="1484583"/>
                </a:cubicBezTo>
                <a:cubicBezTo>
                  <a:pt x="3657176" y="1503643"/>
                  <a:pt x="3667684" y="1527810"/>
                  <a:pt x="3677132" y="1538287"/>
                </a:cubicBezTo>
                <a:cubicBezTo>
                  <a:pt x="3720867" y="1586786"/>
                  <a:pt x="3859586" y="1923437"/>
                  <a:pt x="3896757" y="2071286"/>
                </a:cubicBezTo>
                <a:cubicBezTo>
                  <a:pt x="3901970" y="2092021"/>
                  <a:pt x="3911784" y="2122025"/>
                  <a:pt x="3918566" y="2137961"/>
                </a:cubicBezTo>
                <a:cubicBezTo>
                  <a:pt x="3930666" y="2166396"/>
                  <a:pt x="3938333" y="2190707"/>
                  <a:pt x="3962253" y="2276475"/>
                </a:cubicBezTo>
                <a:cubicBezTo>
                  <a:pt x="3968828" y="2300049"/>
                  <a:pt x="3979543" y="2334339"/>
                  <a:pt x="3986063" y="2352675"/>
                </a:cubicBezTo>
                <a:cubicBezTo>
                  <a:pt x="3992584" y="2371010"/>
                  <a:pt x="4003484" y="2422445"/>
                  <a:pt x="4010286" y="2466975"/>
                </a:cubicBezTo>
                <a:cubicBezTo>
                  <a:pt x="4017087" y="2511504"/>
                  <a:pt x="4026240" y="2552009"/>
                  <a:pt x="4030626" y="2556986"/>
                </a:cubicBezTo>
                <a:cubicBezTo>
                  <a:pt x="4041758" y="2569619"/>
                  <a:pt x="4040588" y="2626436"/>
                  <a:pt x="4028739" y="2648576"/>
                </a:cubicBezTo>
                <a:cubicBezTo>
                  <a:pt x="4012467" y="2678980"/>
                  <a:pt x="3995838" y="2670028"/>
                  <a:pt x="3952384" y="2607468"/>
                </a:cubicBezTo>
                <a:close/>
                <a:moveTo>
                  <a:pt x="1933436" y="1728644"/>
                </a:moveTo>
                <a:cubicBezTo>
                  <a:pt x="1915741" y="1710387"/>
                  <a:pt x="1896746" y="1695480"/>
                  <a:pt x="1891225" y="1695517"/>
                </a:cubicBezTo>
                <a:cubicBezTo>
                  <a:pt x="1885704" y="1695555"/>
                  <a:pt x="1898332" y="1712211"/>
                  <a:pt x="1919287" y="1732532"/>
                </a:cubicBezTo>
                <a:cubicBezTo>
                  <a:pt x="1966071" y="1777901"/>
                  <a:pt x="1978001" y="1774623"/>
                  <a:pt x="1933436" y="1728644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calendar page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695450" y="4619625"/>
            <a:ext cx="6896100" cy="7143750"/>
          </a:xfrm>
          <a:prstGeom prst="rect">
            <a:avLst/>
          </a:prstGeom>
        </p:spPr>
      </p:pic>
      <p:sp>
        <p:nvSpPr>
          <p:cNvPr id="5" name="TEXT: year 3"/>
          <p:cNvSpPr/>
          <p:nvPr/>
        </p:nvSpPr>
        <p:spPr>
          <a:xfrm rot="120000">
            <a:off x="3470266" y="5087056"/>
            <a:ext cx="3514725" cy="13906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66700" rIns="266700" tIns="114300" bIns="114300"/>
          <a:lstStyle/>
          <a:p>
            <a:pPr algn="ctr">
              <a:lnSpc>
                <a:spcPts val="9150"/>
              </a:lnSpc>
            </a:pPr>
            <a:r>
              <a:rPr b="1" sz="7500">
                <a:solidFill>
                  <a:srgbClr val="FFFFFF"/>
                </a:solidFill>
                <a:latin typeface="Montserrat"/>
              </a:rPr>
              <a:t>year 3</a:t>
            </a:r>
          </a:p>
        </p:txBody>
      </p:sp>
      <p:sp>
        <p:nvSpPr>
          <p:cNvPr id="6" name="circle"/>
          <p:cNvSpPr/>
          <p:nvPr/>
        </p:nvSpPr>
        <p:spPr>
          <a:xfrm rot="0">
            <a:off x="2553620" y="3420821"/>
            <a:ext cx="5334000" cy="5124450"/>
          </a:xfrm>
          <a:custGeom>
            <a:avLst/>
            <a:gdLst/>
            <a:ahLst/>
            <a:cxnLst/>
            <a:rect l="0" t="0" r="r" b="b"/>
            <a:pathLst>
              <a:path w="5334000" h="5124450">
                <a:moveTo>
                  <a:pt x="1938780" y="5115642"/>
                </a:moveTo>
                <a:cubicBezTo>
                  <a:pt x="1935299" y="5110009"/>
                  <a:pt x="1918773" y="5105394"/>
                  <a:pt x="1902056" y="5105388"/>
                </a:cubicBezTo>
                <a:cubicBezTo>
                  <a:pt x="1874551" y="5105378"/>
                  <a:pt x="1782677" y="5088655"/>
                  <a:pt x="1695450" y="5067782"/>
                </a:cubicBezTo>
                <a:cubicBezTo>
                  <a:pt x="1599430" y="5044805"/>
                  <a:pt x="1401620" y="4959406"/>
                  <a:pt x="1386045" y="4934205"/>
                </a:cubicBezTo>
                <a:cubicBezTo>
                  <a:pt x="1382720" y="4928826"/>
                  <a:pt x="1372752" y="4924384"/>
                  <a:pt x="1363894" y="4924335"/>
                </a:cubicBezTo>
                <a:cubicBezTo>
                  <a:pt x="1350228" y="4924259"/>
                  <a:pt x="1316757" y="4906470"/>
                  <a:pt x="1229651" y="4852987"/>
                </a:cubicBezTo>
                <a:cubicBezTo>
                  <a:pt x="1193462" y="4830766"/>
                  <a:pt x="1143000" y="4788132"/>
                  <a:pt x="1143000" y="4779777"/>
                </a:cubicBezTo>
                <a:cubicBezTo>
                  <a:pt x="1143000" y="4767594"/>
                  <a:pt x="1179764" y="4779753"/>
                  <a:pt x="1212369" y="4802721"/>
                </a:cubicBezTo>
                <a:cubicBezTo>
                  <a:pt x="1260404" y="4836558"/>
                  <a:pt x="1365960" y="4892790"/>
                  <a:pt x="1423987" y="4915456"/>
                </a:cubicBezTo>
                <a:cubicBezTo>
                  <a:pt x="1561775" y="4969277"/>
                  <a:pt x="1648986" y="4993748"/>
                  <a:pt x="1660822" y="4981912"/>
                </a:cubicBezTo>
                <a:cubicBezTo>
                  <a:pt x="1666216" y="4976518"/>
                  <a:pt x="1658944" y="4970798"/>
                  <a:pt x="1642058" y="4967154"/>
                </a:cubicBezTo>
                <a:cubicBezTo>
                  <a:pt x="1612462" y="4960766"/>
                  <a:pt x="1540827" y="4937605"/>
                  <a:pt x="1509712" y="4924362"/>
                </a:cubicBezTo>
                <a:cubicBezTo>
                  <a:pt x="1499235" y="4919903"/>
                  <a:pt x="1465595" y="4907280"/>
                  <a:pt x="1434957" y="4896311"/>
                </a:cubicBezTo>
                <a:cubicBezTo>
                  <a:pt x="1404319" y="4885341"/>
                  <a:pt x="1361457" y="4866277"/>
                  <a:pt x="1339707" y="4853945"/>
                </a:cubicBezTo>
                <a:cubicBezTo>
                  <a:pt x="1236039" y="4795167"/>
                  <a:pt x="1182558" y="4763896"/>
                  <a:pt x="1145570" y="4740433"/>
                </a:cubicBezTo>
                <a:cubicBezTo>
                  <a:pt x="1095266" y="4708523"/>
                  <a:pt x="1085577" y="4707980"/>
                  <a:pt x="1114425" y="4738687"/>
                </a:cubicBezTo>
                <a:cubicBezTo>
                  <a:pt x="1138336" y="4764140"/>
                  <a:pt x="1127633" y="4770132"/>
                  <a:pt x="1093159" y="4750593"/>
                </a:cubicBezTo>
                <a:cubicBezTo>
                  <a:pt x="1002962" y="4699473"/>
                  <a:pt x="762728" y="4470647"/>
                  <a:pt x="652462" y="4330826"/>
                </a:cubicBezTo>
                <a:cubicBezTo>
                  <a:pt x="586260" y="4246879"/>
                  <a:pt x="574204" y="4240184"/>
                  <a:pt x="600748" y="4302107"/>
                </a:cubicBezTo>
                <a:cubicBezTo>
                  <a:pt x="626271" y="4361651"/>
                  <a:pt x="612847" y="4373612"/>
                  <a:pt x="564291" y="4334591"/>
                </a:cubicBezTo>
                <a:cubicBezTo>
                  <a:pt x="502497" y="4284932"/>
                  <a:pt x="437007" y="4184666"/>
                  <a:pt x="386514" y="4062412"/>
                </a:cubicBezTo>
                <a:cubicBezTo>
                  <a:pt x="371368" y="4025741"/>
                  <a:pt x="355358" y="3991665"/>
                  <a:pt x="350937" y="3986688"/>
                </a:cubicBezTo>
                <a:cubicBezTo>
                  <a:pt x="346517" y="3981711"/>
                  <a:pt x="342900" y="3970962"/>
                  <a:pt x="342900" y="3962800"/>
                </a:cubicBezTo>
                <a:cubicBezTo>
                  <a:pt x="342899" y="3954638"/>
                  <a:pt x="331486" y="3926563"/>
                  <a:pt x="317535" y="3900411"/>
                </a:cubicBezTo>
                <a:cubicBezTo>
                  <a:pt x="303585" y="3874259"/>
                  <a:pt x="287251" y="3833574"/>
                  <a:pt x="281237" y="3810000"/>
                </a:cubicBezTo>
                <a:cubicBezTo>
                  <a:pt x="272813" y="3776978"/>
                  <a:pt x="265388" y="3766421"/>
                  <a:pt x="248896" y="3764020"/>
                </a:cubicBezTo>
                <a:cubicBezTo>
                  <a:pt x="222817" y="3760224"/>
                  <a:pt x="190745" y="3694862"/>
                  <a:pt x="133580" y="3529012"/>
                </a:cubicBezTo>
                <a:cubicBezTo>
                  <a:pt x="92778" y="3410633"/>
                  <a:pt x="89604" y="3398691"/>
                  <a:pt x="58896" y="3248025"/>
                </a:cubicBezTo>
                <a:cubicBezTo>
                  <a:pt x="6071" y="2988838"/>
                  <a:pt x="-1717" y="2579962"/>
                  <a:pt x="42475" y="2386012"/>
                </a:cubicBezTo>
                <a:cubicBezTo>
                  <a:pt x="43669" y="2380773"/>
                  <a:pt x="47322" y="2365771"/>
                  <a:pt x="50594" y="2352675"/>
                </a:cubicBezTo>
                <a:cubicBezTo>
                  <a:pt x="53866" y="2339578"/>
                  <a:pt x="63383" y="2298858"/>
                  <a:pt x="71744" y="2262187"/>
                </a:cubicBezTo>
                <a:cubicBezTo>
                  <a:pt x="80105" y="2225516"/>
                  <a:pt x="90529" y="2186940"/>
                  <a:pt x="94907" y="2176462"/>
                </a:cubicBezTo>
                <a:cubicBezTo>
                  <a:pt x="99286" y="2165985"/>
                  <a:pt x="110418" y="2131695"/>
                  <a:pt x="119644" y="2100262"/>
                </a:cubicBezTo>
                <a:cubicBezTo>
                  <a:pt x="128870" y="2068830"/>
                  <a:pt x="139514" y="2036683"/>
                  <a:pt x="143298" y="2028825"/>
                </a:cubicBezTo>
                <a:cubicBezTo>
                  <a:pt x="150533" y="2013798"/>
                  <a:pt x="155210" y="2002150"/>
                  <a:pt x="191107" y="1909762"/>
                </a:cubicBezTo>
                <a:cubicBezTo>
                  <a:pt x="203320" y="1878330"/>
                  <a:pt x="227468" y="1827554"/>
                  <a:pt x="244768" y="1796928"/>
                </a:cubicBezTo>
                <a:cubicBezTo>
                  <a:pt x="262069" y="1766302"/>
                  <a:pt x="276224" y="1736084"/>
                  <a:pt x="276224" y="1729777"/>
                </a:cubicBezTo>
                <a:cubicBezTo>
                  <a:pt x="276225" y="1723470"/>
                  <a:pt x="281297" y="1713237"/>
                  <a:pt x="287496" y="1707038"/>
                </a:cubicBezTo>
                <a:cubicBezTo>
                  <a:pt x="293695" y="1700839"/>
                  <a:pt x="295379" y="1692481"/>
                  <a:pt x="291238" y="1688464"/>
                </a:cubicBezTo>
                <a:cubicBezTo>
                  <a:pt x="287096" y="1684448"/>
                  <a:pt x="261573" y="1705808"/>
                  <a:pt x="234519" y="1735931"/>
                </a:cubicBezTo>
                <a:cubicBezTo>
                  <a:pt x="177628" y="1799275"/>
                  <a:pt x="175701" y="1800048"/>
                  <a:pt x="168196" y="1762526"/>
                </a:cubicBezTo>
                <a:cubicBezTo>
                  <a:pt x="161189" y="1727489"/>
                  <a:pt x="176322" y="1690512"/>
                  <a:pt x="249747" y="1563262"/>
                </a:cubicBezTo>
                <a:cubicBezTo>
                  <a:pt x="305828" y="1466072"/>
                  <a:pt x="325077" y="1437965"/>
                  <a:pt x="420148" y="1314450"/>
                </a:cubicBezTo>
                <a:cubicBezTo>
                  <a:pt x="528706" y="1173410"/>
                  <a:pt x="883333" y="811043"/>
                  <a:pt x="1019393" y="702125"/>
                </a:cubicBezTo>
                <a:cubicBezTo>
                  <a:pt x="1105123" y="633497"/>
                  <a:pt x="1306789" y="491369"/>
                  <a:pt x="1361450" y="461055"/>
                </a:cubicBezTo>
                <a:cubicBezTo>
                  <a:pt x="1379442" y="451076"/>
                  <a:pt x="1415777" y="428982"/>
                  <a:pt x="1442195" y="411956"/>
                </a:cubicBezTo>
                <a:cubicBezTo>
                  <a:pt x="1468613" y="394930"/>
                  <a:pt x="1493950" y="381000"/>
                  <a:pt x="1498499" y="381000"/>
                </a:cubicBezTo>
                <a:cubicBezTo>
                  <a:pt x="1503049" y="381000"/>
                  <a:pt x="1518236" y="372836"/>
                  <a:pt x="1532249" y="362858"/>
                </a:cubicBezTo>
                <a:cubicBezTo>
                  <a:pt x="1567379" y="337843"/>
                  <a:pt x="1785785" y="226569"/>
                  <a:pt x="1838949" y="206600"/>
                </a:cubicBezTo>
                <a:cubicBezTo>
                  <a:pt x="1887500" y="188363"/>
                  <a:pt x="1943100" y="198607"/>
                  <a:pt x="1943100" y="225788"/>
                </a:cubicBezTo>
                <a:cubicBezTo>
                  <a:pt x="1943100" y="235702"/>
                  <a:pt x="1948272" y="238066"/>
                  <a:pt x="1959768" y="233407"/>
                </a:cubicBezTo>
                <a:cubicBezTo>
                  <a:pt x="1968936" y="229691"/>
                  <a:pt x="1989296" y="222380"/>
                  <a:pt x="2005012" y="217159"/>
                </a:cubicBezTo>
                <a:cubicBezTo>
                  <a:pt x="2020728" y="211938"/>
                  <a:pt x="2048523" y="200983"/>
                  <a:pt x="2066777" y="192814"/>
                </a:cubicBezTo>
                <a:cubicBezTo>
                  <a:pt x="2085032" y="184645"/>
                  <a:pt x="2112892" y="174594"/>
                  <a:pt x="2128690" y="170480"/>
                </a:cubicBezTo>
                <a:cubicBezTo>
                  <a:pt x="2144487" y="166365"/>
                  <a:pt x="2172414" y="159118"/>
                  <a:pt x="2190750" y="154376"/>
                </a:cubicBezTo>
                <a:cubicBezTo>
                  <a:pt x="2209085" y="149634"/>
                  <a:pt x="2239089" y="136549"/>
                  <a:pt x="2257425" y="125300"/>
                </a:cubicBezTo>
                <a:cubicBezTo>
                  <a:pt x="2275760" y="114050"/>
                  <a:pt x="2302296" y="104830"/>
                  <a:pt x="2316394" y="104810"/>
                </a:cubicBezTo>
                <a:cubicBezTo>
                  <a:pt x="2330491" y="104791"/>
                  <a:pt x="2344674" y="100488"/>
                  <a:pt x="2347912" y="95250"/>
                </a:cubicBezTo>
                <a:cubicBezTo>
                  <a:pt x="2351150" y="90011"/>
                  <a:pt x="2363547" y="85725"/>
                  <a:pt x="2375462" y="85725"/>
                </a:cubicBezTo>
                <a:cubicBezTo>
                  <a:pt x="2387376" y="85725"/>
                  <a:pt x="2400190" y="82659"/>
                  <a:pt x="2403936" y="78913"/>
                </a:cubicBezTo>
                <a:cubicBezTo>
                  <a:pt x="2421205" y="61644"/>
                  <a:pt x="2567620" y="32634"/>
                  <a:pt x="2714625" y="17355"/>
                </a:cubicBezTo>
                <a:cubicBezTo>
                  <a:pt x="2862134" y="2023"/>
                  <a:pt x="3173793" y="9238"/>
                  <a:pt x="3210406" y="28832"/>
                </a:cubicBezTo>
                <a:cubicBezTo>
                  <a:pt x="3219930" y="33929"/>
                  <a:pt x="3242884" y="38100"/>
                  <a:pt x="3261415" y="38100"/>
                </a:cubicBezTo>
                <a:cubicBezTo>
                  <a:pt x="3296753" y="38099"/>
                  <a:pt x="3429663" y="63211"/>
                  <a:pt x="3462337" y="76061"/>
                </a:cubicBezTo>
                <a:cubicBezTo>
                  <a:pt x="3472815" y="80182"/>
                  <a:pt x="3500675" y="88906"/>
                  <a:pt x="3524250" y="95447"/>
                </a:cubicBezTo>
                <a:cubicBezTo>
                  <a:pt x="3593127" y="114561"/>
                  <a:pt x="3707420" y="152447"/>
                  <a:pt x="3740943" y="167279"/>
                </a:cubicBezTo>
                <a:cubicBezTo>
                  <a:pt x="3757969" y="174811"/>
                  <a:pt x="3787973" y="188059"/>
                  <a:pt x="3807618" y="196718"/>
                </a:cubicBezTo>
                <a:cubicBezTo>
                  <a:pt x="3983921" y="274424"/>
                  <a:pt x="4149813" y="368178"/>
                  <a:pt x="4210050" y="424151"/>
                </a:cubicBezTo>
                <a:cubicBezTo>
                  <a:pt x="4228385" y="441189"/>
                  <a:pt x="4251960" y="457828"/>
                  <a:pt x="4262437" y="461126"/>
                </a:cubicBezTo>
                <a:cubicBezTo>
                  <a:pt x="4272915" y="464425"/>
                  <a:pt x="4300071" y="484179"/>
                  <a:pt x="4322784" y="505024"/>
                </a:cubicBezTo>
                <a:cubicBezTo>
                  <a:pt x="4345497" y="525869"/>
                  <a:pt x="4367249" y="542925"/>
                  <a:pt x="4371121" y="542925"/>
                </a:cubicBezTo>
                <a:cubicBezTo>
                  <a:pt x="4385848" y="542925"/>
                  <a:pt x="4626024" y="788562"/>
                  <a:pt x="4660002" y="838375"/>
                </a:cubicBezTo>
                <a:cubicBezTo>
                  <a:pt x="4679590" y="867091"/>
                  <a:pt x="4721572" y="927020"/>
                  <a:pt x="4753296" y="971550"/>
                </a:cubicBezTo>
                <a:cubicBezTo>
                  <a:pt x="4851370" y="1109212"/>
                  <a:pt x="4895645" y="1219200"/>
                  <a:pt x="4852987" y="1219200"/>
                </a:cubicBezTo>
                <a:cubicBezTo>
                  <a:pt x="4834302" y="1219200"/>
                  <a:pt x="4834644" y="1221355"/>
                  <a:pt x="4861876" y="1275094"/>
                </a:cubicBezTo>
                <a:cubicBezTo>
                  <a:pt x="4874623" y="1300249"/>
                  <a:pt x="4893499" y="1344041"/>
                  <a:pt x="4903822" y="1372409"/>
                </a:cubicBezTo>
                <a:cubicBezTo>
                  <a:pt x="4914145" y="1400777"/>
                  <a:pt x="4934288" y="1456134"/>
                  <a:pt x="4948584" y="1495425"/>
                </a:cubicBezTo>
                <a:cubicBezTo>
                  <a:pt x="4962880" y="1534715"/>
                  <a:pt x="4977733" y="1571148"/>
                  <a:pt x="4981591" y="1576387"/>
                </a:cubicBezTo>
                <a:cubicBezTo>
                  <a:pt x="4985448" y="1581626"/>
                  <a:pt x="4993880" y="1608415"/>
                  <a:pt x="5000327" y="1635918"/>
                </a:cubicBezTo>
                <a:cubicBezTo>
                  <a:pt x="5006774" y="1663422"/>
                  <a:pt x="5015908" y="1685924"/>
                  <a:pt x="5020625" y="1685924"/>
                </a:cubicBezTo>
                <a:cubicBezTo>
                  <a:pt x="5032342" y="1685925"/>
                  <a:pt x="5031525" y="1640861"/>
                  <a:pt x="5019675" y="1633537"/>
                </a:cubicBezTo>
                <a:cubicBezTo>
                  <a:pt x="5014436" y="1630299"/>
                  <a:pt x="5010150" y="1617188"/>
                  <a:pt x="5010150" y="1604400"/>
                </a:cubicBezTo>
                <a:cubicBezTo>
                  <a:pt x="5010150" y="1591612"/>
                  <a:pt x="5006599" y="1581150"/>
                  <a:pt x="5002260" y="1581150"/>
                </a:cubicBezTo>
                <a:cubicBezTo>
                  <a:pt x="4992493" y="1581150"/>
                  <a:pt x="4970061" y="1487298"/>
                  <a:pt x="4977104" y="1475902"/>
                </a:cubicBezTo>
                <a:cubicBezTo>
                  <a:pt x="4979918" y="1471349"/>
                  <a:pt x="4978139" y="1459949"/>
                  <a:pt x="4973151" y="1450568"/>
                </a:cubicBezTo>
                <a:cubicBezTo>
                  <a:pt x="4952025" y="1410839"/>
                  <a:pt x="4924425" y="1342206"/>
                  <a:pt x="4924425" y="1329403"/>
                </a:cubicBezTo>
                <a:cubicBezTo>
                  <a:pt x="4924425" y="1321797"/>
                  <a:pt x="4920138" y="1312925"/>
                  <a:pt x="4914900" y="1309687"/>
                </a:cubicBezTo>
                <a:cubicBezTo>
                  <a:pt x="4900420" y="1300738"/>
                  <a:pt x="4903529" y="1266825"/>
                  <a:pt x="4918829" y="1266825"/>
                </a:cubicBezTo>
                <a:cubicBezTo>
                  <a:pt x="4926840" y="1266825"/>
                  <a:pt x="4942587" y="1294765"/>
                  <a:pt x="4957748" y="1335881"/>
                </a:cubicBezTo>
                <a:cubicBezTo>
                  <a:pt x="4971754" y="1373862"/>
                  <a:pt x="4985795" y="1411366"/>
                  <a:pt x="4988950" y="1419225"/>
                </a:cubicBezTo>
                <a:cubicBezTo>
                  <a:pt x="4992106" y="1427083"/>
                  <a:pt x="4995226" y="1439941"/>
                  <a:pt x="4995884" y="1447800"/>
                </a:cubicBezTo>
                <a:cubicBezTo>
                  <a:pt x="4996541" y="1455658"/>
                  <a:pt x="5006751" y="1482675"/>
                  <a:pt x="5018572" y="1507838"/>
                </a:cubicBezTo>
                <a:cubicBezTo>
                  <a:pt x="5030393" y="1533000"/>
                  <a:pt x="5045627" y="1573720"/>
                  <a:pt x="5052426" y="1598325"/>
                </a:cubicBezTo>
                <a:cubicBezTo>
                  <a:pt x="5059224" y="1622930"/>
                  <a:pt x="5072196" y="1668780"/>
                  <a:pt x="5081251" y="1700212"/>
                </a:cubicBezTo>
                <a:cubicBezTo>
                  <a:pt x="5106141" y="1786612"/>
                  <a:pt x="5123039" y="1868691"/>
                  <a:pt x="5158709" y="2076450"/>
                </a:cubicBezTo>
                <a:cubicBezTo>
                  <a:pt x="5176327" y="2179065"/>
                  <a:pt x="5186705" y="2486025"/>
                  <a:pt x="5172555" y="2486025"/>
                </a:cubicBezTo>
                <a:cubicBezTo>
                  <a:pt x="5167052" y="2486025"/>
                  <a:pt x="5162550" y="2473419"/>
                  <a:pt x="5162550" y="2458012"/>
                </a:cubicBezTo>
                <a:cubicBezTo>
                  <a:pt x="5162550" y="2442605"/>
                  <a:pt x="5158263" y="2427350"/>
                  <a:pt x="5153025" y="2424112"/>
                </a:cubicBezTo>
                <a:cubicBezTo>
                  <a:pt x="5147106" y="2420454"/>
                  <a:pt x="5143500" y="2438515"/>
                  <a:pt x="5143500" y="2471817"/>
                </a:cubicBezTo>
                <a:cubicBezTo>
                  <a:pt x="5143500" y="2520289"/>
                  <a:pt x="5145243" y="2524855"/>
                  <a:pt x="5161748" y="2519616"/>
                </a:cubicBezTo>
                <a:cubicBezTo>
                  <a:pt x="5171785" y="2516431"/>
                  <a:pt x="5182931" y="2518574"/>
                  <a:pt x="5186519" y="2524378"/>
                </a:cubicBezTo>
                <a:cubicBezTo>
                  <a:pt x="5190273" y="2530452"/>
                  <a:pt x="5184549" y="2537153"/>
                  <a:pt x="5173033" y="2540164"/>
                </a:cubicBezTo>
                <a:cubicBezTo>
                  <a:pt x="5154440" y="2545026"/>
                  <a:pt x="5153103" y="2551551"/>
                  <a:pt x="5154129" y="2632392"/>
                </a:cubicBezTo>
                <a:cubicBezTo>
                  <a:pt x="5154737" y="2680239"/>
                  <a:pt x="5157195" y="2711886"/>
                  <a:pt x="5159590" y="2702718"/>
                </a:cubicBezTo>
                <a:cubicBezTo>
                  <a:pt x="5168735" y="2667724"/>
                  <a:pt x="5191131" y="2684743"/>
                  <a:pt x="5190927" y="2726531"/>
                </a:cubicBezTo>
                <a:cubicBezTo>
                  <a:pt x="5190254" y="2864156"/>
                  <a:pt x="5134006" y="3191269"/>
                  <a:pt x="5097159" y="3271837"/>
                </a:cubicBezTo>
                <a:cubicBezTo>
                  <a:pt x="5092368" y="3282315"/>
                  <a:pt x="5083283" y="3310175"/>
                  <a:pt x="5076972" y="3333750"/>
                </a:cubicBezTo>
                <a:cubicBezTo>
                  <a:pt x="5065854" y="3375276"/>
                  <a:pt x="5058922" y="3393407"/>
                  <a:pt x="5024916" y="3469910"/>
                </a:cubicBezTo>
                <a:cubicBezTo>
                  <a:pt x="5016079" y="3489792"/>
                  <a:pt x="5010408" y="3510737"/>
                  <a:pt x="5012314" y="3516455"/>
                </a:cubicBezTo>
                <a:cubicBezTo>
                  <a:pt x="5017157" y="3530984"/>
                  <a:pt x="5041885" y="3490351"/>
                  <a:pt x="5062639" y="3433762"/>
                </a:cubicBezTo>
                <a:cubicBezTo>
                  <a:pt x="5072245" y="3407568"/>
                  <a:pt x="5082881" y="3381851"/>
                  <a:pt x="5086274" y="3376612"/>
                </a:cubicBezTo>
                <a:cubicBezTo>
                  <a:pt x="5089667" y="3371373"/>
                  <a:pt x="5097919" y="3347799"/>
                  <a:pt x="5104612" y="3324225"/>
                </a:cubicBezTo>
                <a:cubicBezTo>
                  <a:pt x="5111305" y="3300650"/>
                  <a:pt x="5119965" y="3274933"/>
                  <a:pt x="5123856" y="3267075"/>
                </a:cubicBezTo>
                <a:cubicBezTo>
                  <a:pt x="5127747" y="3259216"/>
                  <a:pt x="5138253" y="3220640"/>
                  <a:pt x="5147202" y="3181350"/>
                </a:cubicBezTo>
                <a:cubicBezTo>
                  <a:pt x="5166547" y="3096418"/>
                  <a:pt x="5179687" y="3044264"/>
                  <a:pt x="5191770" y="3004461"/>
                </a:cubicBezTo>
                <a:cubicBezTo>
                  <a:pt x="5196654" y="2988373"/>
                  <a:pt x="5200650" y="2957550"/>
                  <a:pt x="5200650" y="2935967"/>
                </a:cubicBezTo>
                <a:cubicBezTo>
                  <a:pt x="5200650" y="2914383"/>
                  <a:pt x="5204238" y="2894506"/>
                  <a:pt x="5208623" y="2891796"/>
                </a:cubicBezTo>
                <a:cubicBezTo>
                  <a:pt x="5213009" y="2889085"/>
                  <a:pt x="5217434" y="2846727"/>
                  <a:pt x="5218457" y="2797666"/>
                </a:cubicBezTo>
                <a:cubicBezTo>
                  <a:pt x="5220266" y="2710850"/>
                  <a:pt x="5224600" y="2675883"/>
                  <a:pt x="5248230" y="2557462"/>
                </a:cubicBezTo>
                <a:cubicBezTo>
                  <a:pt x="5261680" y="2490058"/>
                  <a:pt x="5263993" y="2485344"/>
                  <a:pt x="5280508" y="2491682"/>
                </a:cubicBezTo>
                <a:cubicBezTo>
                  <a:pt x="5323197" y="2508063"/>
                  <a:pt x="5326942" y="2869862"/>
                  <a:pt x="5285550" y="2978730"/>
                </a:cubicBezTo>
                <a:cubicBezTo>
                  <a:pt x="5280765" y="2991317"/>
                  <a:pt x="5276850" y="3013985"/>
                  <a:pt x="5276850" y="3029105"/>
                </a:cubicBezTo>
                <a:cubicBezTo>
                  <a:pt x="5276850" y="3044224"/>
                  <a:pt x="5270006" y="3081450"/>
                  <a:pt x="5261642" y="3111829"/>
                </a:cubicBezTo>
                <a:cubicBezTo>
                  <a:pt x="5253278" y="3142207"/>
                  <a:pt x="5242847" y="3182064"/>
                  <a:pt x="5238463" y="3200400"/>
                </a:cubicBezTo>
                <a:cubicBezTo>
                  <a:pt x="5221188" y="3272642"/>
                  <a:pt x="5212413" y="3303372"/>
                  <a:pt x="5206177" y="3313462"/>
                </a:cubicBezTo>
                <a:cubicBezTo>
                  <a:pt x="5202596" y="3319255"/>
                  <a:pt x="5193298" y="3348447"/>
                  <a:pt x="5185514" y="3378332"/>
                </a:cubicBezTo>
                <a:cubicBezTo>
                  <a:pt x="5177730" y="3408216"/>
                  <a:pt x="5162949" y="3446279"/>
                  <a:pt x="5152668" y="3462914"/>
                </a:cubicBezTo>
                <a:cubicBezTo>
                  <a:pt x="5142386" y="3479550"/>
                  <a:pt x="5133975" y="3499616"/>
                  <a:pt x="5133975" y="3507505"/>
                </a:cubicBezTo>
                <a:cubicBezTo>
                  <a:pt x="5133975" y="3523414"/>
                  <a:pt x="5092558" y="3602110"/>
                  <a:pt x="5065586" y="3637453"/>
                </a:cubicBezTo>
                <a:cubicBezTo>
                  <a:pt x="5056051" y="3649946"/>
                  <a:pt x="5048250" y="3667325"/>
                  <a:pt x="5048250" y="3676071"/>
                </a:cubicBezTo>
                <a:cubicBezTo>
                  <a:pt x="5048250" y="3694488"/>
                  <a:pt x="4917671" y="3906060"/>
                  <a:pt x="4862117" y="3977655"/>
                </a:cubicBezTo>
                <a:cubicBezTo>
                  <a:pt x="4681877" y="4209940"/>
                  <a:pt x="4561370" y="4330069"/>
                  <a:pt x="4316631" y="4521431"/>
                </a:cubicBezTo>
                <a:cubicBezTo>
                  <a:pt x="4294937" y="4538394"/>
                  <a:pt x="4282030" y="4543015"/>
                  <a:pt x="4275260" y="4536245"/>
                </a:cubicBezTo>
                <a:cubicBezTo>
                  <a:pt x="4268490" y="4529475"/>
                  <a:pt x="4292442" y="4499305"/>
                  <a:pt x="4352035" y="4439542"/>
                </a:cubicBezTo>
                <a:cubicBezTo>
                  <a:pt x="4440332" y="4350992"/>
                  <a:pt x="4475707" y="4294285"/>
                  <a:pt x="4393406" y="4373223"/>
                </a:cubicBezTo>
                <a:cubicBezTo>
                  <a:pt x="4323326" y="4440440"/>
                  <a:pt x="4294869" y="4465162"/>
                  <a:pt x="4243387" y="4503556"/>
                </a:cubicBezTo>
                <a:cubicBezTo>
                  <a:pt x="4217193" y="4523090"/>
                  <a:pt x="4182903" y="4548664"/>
                  <a:pt x="4167187" y="4560387"/>
                </a:cubicBezTo>
                <a:cubicBezTo>
                  <a:pt x="4083630" y="4622714"/>
                  <a:pt x="4001868" y="4669559"/>
                  <a:pt x="3831635" y="4752638"/>
                </a:cubicBezTo>
                <a:cubicBezTo>
                  <a:pt x="3715897" y="4809122"/>
                  <a:pt x="3624756" y="4848143"/>
                  <a:pt x="3607880" y="4848436"/>
                </a:cubicBezTo>
                <a:cubicBezTo>
                  <a:pt x="3601174" y="4848553"/>
                  <a:pt x="3584971" y="4857524"/>
                  <a:pt x="3571875" y="4868373"/>
                </a:cubicBezTo>
                <a:cubicBezTo>
                  <a:pt x="3552516" y="4884409"/>
                  <a:pt x="3551625" y="4886858"/>
                  <a:pt x="3567112" y="4881471"/>
                </a:cubicBezTo>
                <a:cubicBezTo>
                  <a:pt x="3577590" y="4877826"/>
                  <a:pt x="3609736" y="4866707"/>
                  <a:pt x="3638550" y="4856763"/>
                </a:cubicBezTo>
                <a:cubicBezTo>
                  <a:pt x="3667363" y="4846819"/>
                  <a:pt x="3699510" y="4834838"/>
                  <a:pt x="3709987" y="4830138"/>
                </a:cubicBezTo>
                <a:cubicBezTo>
                  <a:pt x="3720465" y="4825437"/>
                  <a:pt x="3746182" y="4814327"/>
                  <a:pt x="3767137" y="4805448"/>
                </a:cubicBezTo>
                <a:cubicBezTo>
                  <a:pt x="3788092" y="4796569"/>
                  <a:pt x="3821310" y="4781667"/>
                  <a:pt x="3840956" y="4772334"/>
                </a:cubicBezTo>
                <a:cubicBezTo>
                  <a:pt x="3868044" y="4759465"/>
                  <a:pt x="3876675" y="4758371"/>
                  <a:pt x="3876675" y="4767808"/>
                </a:cubicBezTo>
                <a:cubicBezTo>
                  <a:pt x="3876675" y="4789509"/>
                  <a:pt x="3830590" y="4815830"/>
                  <a:pt x="3633787" y="4906534"/>
                </a:cubicBezTo>
                <a:cubicBezTo>
                  <a:pt x="3543096" y="4948332"/>
                  <a:pt x="3267779" y="5040573"/>
                  <a:pt x="3165155" y="5063542"/>
                </a:cubicBezTo>
                <a:cubicBezTo>
                  <a:pt x="2834110" y="5137636"/>
                  <a:pt x="2652484" y="5142283"/>
                  <a:pt x="2694133" y="5075594"/>
                </a:cubicBezTo>
                <a:cubicBezTo>
                  <a:pt x="2704414" y="5059131"/>
                  <a:pt x="2703298" y="5057864"/>
                  <a:pt x="2683007" y="5062956"/>
                </a:cubicBezTo>
                <a:cubicBezTo>
                  <a:pt x="2670603" y="5066070"/>
                  <a:pt x="2600848" y="5070327"/>
                  <a:pt x="2527996" y="5072417"/>
                </a:cubicBezTo>
                <a:cubicBezTo>
                  <a:pt x="2332880" y="5078015"/>
                  <a:pt x="2226511" y="5085662"/>
                  <a:pt x="2205037" y="5095634"/>
                </a:cubicBezTo>
                <a:cubicBezTo>
                  <a:pt x="2166490" y="5113535"/>
                  <a:pt x="1947642" y="5129981"/>
                  <a:pt x="1938780" y="5115642"/>
                </a:cubicBezTo>
                <a:close/>
                <a:moveTo>
                  <a:pt x="3133725" y="4757014"/>
                </a:moveTo>
                <a:cubicBezTo>
                  <a:pt x="3221511" y="4743914"/>
                  <a:pt x="3389746" y="4693662"/>
                  <a:pt x="3529012" y="4638943"/>
                </a:cubicBezTo>
                <a:cubicBezTo>
                  <a:pt x="3579945" y="4618930"/>
                  <a:pt x="3810000" y="4499871"/>
                  <a:pt x="3810000" y="4493524"/>
                </a:cubicBezTo>
                <a:cubicBezTo>
                  <a:pt x="3810000" y="4482360"/>
                  <a:pt x="3788712" y="4485506"/>
                  <a:pt x="3762375" y="4500562"/>
                </a:cubicBezTo>
                <a:cubicBezTo>
                  <a:pt x="3736031" y="4515621"/>
                  <a:pt x="3705225" y="4519141"/>
                  <a:pt x="3705225" y="4507092"/>
                </a:cubicBezTo>
                <a:cubicBezTo>
                  <a:pt x="3705225" y="4502825"/>
                  <a:pt x="3721298" y="4490626"/>
                  <a:pt x="3740943" y="4479983"/>
                </a:cubicBezTo>
                <a:cubicBezTo>
                  <a:pt x="3760589" y="4469340"/>
                  <a:pt x="3791664" y="4452106"/>
                  <a:pt x="3810000" y="4441684"/>
                </a:cubicBezTo>
                <a:cubicBezTo>
                  <a:pt x="3828335" y="4431262"/>
                  <a:pt x="3862625" y="4411837"/>
                  <a:pt x="3886200" y="4398516"/>
                </a:cubicBezTo>
                <a:cubicBezTo>
                  <a:pt x="3909774" y="4385195"/>
                  <a:pt x="3948175" y="4363277"/>
                  <a:pt x="3971536" y="4349810"/>
                </a:cubicBezTo>
                <a:cubicBezTo>
                  <a:pt x="4002810" y="4331780"/>
                  <a:pt x="4017251" y="4328015"/>
                  <a:pt x="4026304" y="4335528"/>
                </a:cubicBezTo>
                <a:cubicBezTo>
                  <a:pt x="4045097" y="4351124"/>
                  <a:pt x="4041372" y="4363170"/>
                  <a:pt x="4007643" y="4395883"/>
                </a:cubicBezTo>
                <a:cubicBezTo>
                  <a:pt x="3950623" y="4451186"/>
                  <a:pt x="3912707" y="4504082"/>
                  <a:pt x="3934095" y="4498489"/>
                </a:cubicBezTo>
                <a:cubicBezTo>
                  <a:pt x="3944424" y="4495788"/>
                  <a:pt x="3952875" y="4489878"/>
                  <a:pt x="3952875" y="4485357"/>
                </a:cubicBezTo>
                <a:cubicBezTo>
                  <a:pt x="3952875" y="4480836"/>
                  <a:pt x="3970552" y="4468118"/>
                  <a:pt x="3992157" y="4457096"/>
                </a:cubicBezTo>
                <a:cubicBezTo>
                  <a:pt x="4127563" y="4388017"/>
                  <a:pt x="4471604" y="4064775"/>
                  <a:pt x="4557712" y="3925731"/>
                </a:cubicBezTo>
                <a:cubicBezTo>
                  <a:pt x="4562951" y="3917272"/>
                  <a:pt x="4581167" y="3893429"/>
                  <a:pt x="4598193" y="3872748"/>
                </a:cubicBezTo>
                <a:cubicBezTo>
                  <a:pt x="4615219" y="3852067"/>
                  <a:pt x="4629150" y="3830959"/>
                  <a:pt x="4629150" y="3825842"/>
                </a:cubicBezTo>
                <a:cubicBezTo>
                  <a:pt x="4629150" y="3820725"/>
                  <a:pt x="4615219" y="3832752"/>
                  <a:pt x="4598193" y="3852568"/>
                </a:cubicBezTo>
                <a:cubicBezTo>
                  <a:pt x="4581167" y="3872384"/>
                  <a:pt x="4541075" y="3916990"/>
                  <a:pt x="4509099" y="3951692"/>
                </a:cubicBezTo>
                <a:cubicBezTo>
                  <a:pt x="4477123" y="3986394"/>
                  <a:pt x="4432117" y="4036912"/>
                  <a:pt x="4409086" y="4063953"/>
                </a:cubicBezTo>
                <a:cubicBezTo>
                  <a:pt x="4365339" y="4115319"/>
                  <a:pt x="4347648" y="4128074"/>
                  <a:pt x="4332844" y="4118925"/>
                </a:cubicBezTo>
                <a:cubicBezTo>
                  <a:pt x="4318891" y="4110301"/>
                  <a:pt x="4395936" y="4017408"/>
                  <a:pt x="4463313" y="3961618"/>
                </a:cubicBezTo>
                <a:cubicBezTo>
                  <a:pt x="4487767" y="3941369"/>
                  <a:pt x="4533900" y="3887954"/>
                  <a:pt x="4533900" y="3879888"/>
                </a:cubicBezTo>
                <a:cubicBezTo>
                  <a:pt x="4533900" y="3876326"/>
                  <a:pt x="4540769" y="3865822"/>
                  <a:pt x="4549164" y="3856544"/>
                </a:cubicBezTo>
                <a:cubicBezTo>
                  <a:pt x="4557560" y="3847267"/>
                  <a:pt x="4562537" y="3834071"/>
                  <a:pt x="4560225" y="3827219"/>
                </a:cubicBezTo>
                <a:cubicBezTo>
                  <a:pt x="4557735" y="3819844"/>
                  <a:pt x="4549629" y="3827074"/>
                  <a:pt x="4540353" y="3844944"/>
                </a:cubicBezTo>
                <a:cubicBezTo>
                  <a:pt x="4531736" y="3861544"/>
                  <a:pt x="4493984" y="3902263"/>
                  <a:pt x="4456459" y="3935432"/>
                </a:cubicBezTo>
                <a:cubicBezTo>
                  <a:pt x="4418934" y="3968600"/>
                  <a:pt x="4357313" y="4023598"/>
                  <a:pt x="4319524" y="4057650"/>
                </a:cubicBezTo>
                <a:cubicBezTo>
                  <a:pt x="4191240" y="4173245"/>
                  <a:pt x="4138841" y="4209326"/>
                  <a:pt x="4122696" y="4193181"/>
                </a:cubicBezTo>
                <a:cubicBezTo>
                  <a:pt x="4116900" y="4187385"/>
                  <a:pt x="4126018" y="4176737"/>
                  <a:pt x="4147758" y="4163910"/>
                </a:cubicBezTo>
                <a:cubicBezTo>
                  <a:pt x="4166552" y="4152822"/>
                  <a:pt x="4184428" y="4137235"/>
                  <a:pt x="4187483" y="4129274"/>
                </a:cubicBezTo>
                <a:cubicBezTo>
                  <a:pt x="4190538" y="4121313"/>
                  <a:pt x="4197945" y="4114800"/>
                  <a:pt x="4203944" y="4114800"/>
                </a:cubicBezTo>
                <a:cubicBezTo>
                  <a:pt x="4209942" y="4114800"/>
                  <a:pt x="4236273" y="4090809"/>
                  <a:pt x="4262456" y="4061488"/>
                </a:cubicBezTo>
                <a:cubicBezTo>
                  <a:pt x="4288639" y="4032167"/>
                  <a:pt x="4319821" y="4004369"/>
                  <a:pt x="4331749" y="3999714"/>
                </a:cubicBezTo>
                <a:cubicBezTo>
                  <a:pt x="4343677" y="3995060"/>
                  <a:pt x="4356536" y="3983313"/>
                  <a:pt x="4360324" y="3973610"/>
                </a:cubicBezTo>
                <a:cubicBezTo>
                  <a:pt x="4366536" y="3957700"/>
                  <a:pt x="4387063" y="3931424"/>
                  <a:pt x="4469606" y="3833725"/>
                </a:cubicBezTo>
                <a:cubicBezTo>
                  <a:pt x="4484012" y="3816674"/>
                  <a:pt x="4495800" y="3799546"/>
                  <a:pt x="4495800" y="3795664"/>
                </a:cubicBezTo>
                <a:cubicBezTo>
                  <a:pt x="4495800" y="3791782"/>
                  <a:pt x="4515088" y="3761576"/>
                  <a:pt x="4538662" y="3728540"/>
                </a:cubicBezTo>
                <a:cubicBezTo>
                  <a:pt x="4562236" y="3695503"/>
                  <a:pt x="4581525" y="3664408"/>
                  <a:pt x="4581525" y="3659440"/>
                </a:cubicBezTo>
                <a:cubicBezTo>
                  <a:pt x="4581525" y="3654472"/>
                  <a:pt x="4587465" y="3645477"/>
                  <a:pt x="4594725" y="3639452"/>
                </a:cubicBezTo>
                <a:cubicBezTo>
                  <a:pt x="4606389" y="3629771"/>
                  <a:pt x="4752975" y="3342392"/>
                  <a:pt x="4752975" y="3329204"/>
                </a:cubicBezTo>
                <a:cubicBezTo>
                  <a:pt x="4752974" y="3326351"/>
                  <a:pt x="4761118" y="3305847"/>
                  <a:pt x="4771072" y="3283639"/>
                </a:cubicBezTo>
                <a:cubicBezTo>
                  <a:pt x="4781025" y="3261432"/>
                  <a:pt x="4800514" y="3208972"/>
                  <a:pt x="4814381" y="3167062"/>
                </a:cubicBezTo>
                <a:cubicBezTo>
                  <a:pt x="4828247" y="3125152"/>
                  <a:pt x="4843678" y="3083419"/>
                  <a:pt x="4848671" y="3074322"/>
                </a:cubicBezTo>
                <a:cubicBezTo>
                  <a:pt x="4853664" y="3065226"/>
                  <a:pt x="4857750" y="3050010"/>
                  <a:pt x="4857750" y="3040509"/>
                </a:cubicBezTo>
                <a:cubicBezTo>
                  <a:pt x="4857750" y="3031008"/>
                  <a:pt x="4862893" y="3018091"/>
                  <a:pt x="4869179" y="3011805"/>
                </a:cubicBezTo>
                <a:cubicBezTo>
                  <a:pt x="4876988" y="3003996"/>
                  <a:pt x="4877515" y="2997280"/>
                  <a:pt x="4870843" y="2990608"/>
                </a:cubicBezTo>
                <a:cubicBezTo>
                  <a:pt x="4864171" y="2983936"/>
                  <a:pt x="4852980" y="2999606"/>
                  <a:pt x="4835525" y="3040062"/>
                </a:cubicBezTo>
                <a:cubicBezTo>
                  <a:pt x="4799096" y="3124489"/>
                  <a:pt x="4786227" y="3104675"/>
                  <a:pt x="4805385" y="2993657"/>
                </a:cubicBezTo>
                <a:cubicBezTo>
                  <a:pt x="4813564" y="2946265"/>
                  <a:pt x="4821970" y="2895171"/>
                  <a:pt x="4824065" y="2880113"/>
                </a:cubicBezTo>
                <a:cubicBezTo>
                  <a:pt x="4826160" y="2865056"/>
                  <a:pt x="4832869" y="2820590"/>
                  <a:pt x="4838972" y="2781300"/>
                </a:cubicBezTo>
                <a:cubicBezTo>
                  <a:pt x="4849884" y="2711061"/>
                  <a:pt x="4867271" y="2547197"/>
                  <a:pt x="4867776" y="2509837"/>
                </a:cubicBezTo>
                <a:cubicBezTo>
                  <a:pt x="4868448" y="2460219"/>
                  <a:pt x="4838106" y="2190120"/>
                  <a:pt x="4821232" y="2095500"/>
                </a:cubicBezTo>
                <a:cubicBezTo>
                  <a:pt x="4788356" y="1911157"/>
                  <a:pt x="4775346" y="1861159"/>
                  <a:pt x="4705981" y="1652587"/>
                </a:cubicBezTo>
                <a:cubicBezTo>
                  <a:pt x="4668143" y="1538812"/>
                  <a:pt x="4658547" y="1518790"/>
                  <a:pt x="4640608" y="1516191"/>
                </a:cubicBezTo>
                <a:cubicBezTo>
                  <a:pt x="4614542" y="1512414"/>
                  <a:pt x="4570845" y="1460998"/>
                  <a:pt x="4529867" y="1385887"/>
                </a:cubicBezTo>
                <a:cubicBezTo>
                  <a:pt x="4512718" y="1354455"/>
                  <a:pt x="4490123" y="1313735"/>
                  <a:pt x="4479656" y="1295400"/>
                </a:cubicBezTo>
                <a:cubicBezTo>
                  <a:pt x="4469189" y="1277064"/>
                  <a:pt x="4446699" y="1237416"/>
                  <a:pt x="4429678" y="1207294"/>
                </a:cubicBezTo>
                <a:cubicBezTo>
                  <a:pt x="4412657" y="1177171"/>
                  <a:pt x="4395167" y="1150322"/>
                  <a:pt x="4390810" y="1147630"/>
                </a:cubicBezTo>
                <a:cubicBezTo>
                  <a:pt x="4386454" y="1144937"/>
                  <a:pt x="4377770" y="1126720"/>
                  <a:pt x="4371512" y="1107148"/>
                </a:cubicBezTo>
                <a:cubicBezTo>
                  <a:pt x="4355214" y="1056170"/>
                  <a:pt x="4261488" y="934133"/>
                  <a:pt x="4227734" y="919941"/>
                </a:cubicBezTo>
                <a:cubicBezTo>
                  <a:pt x="4212188" y="913404"/>
                  <a:pt x="4151953" y="867693"/>
                  <a:pt x="4093879" y="818359"/>
                </a:cubicBezTo>
                <a:cubicBezTo>
                  <a:pt x="3984632" y="725556"/>
                  <a:pt x="3970879" y="716026"/>
                  <a:pt x="3843337" y="644749"/>
                </a:cubicBezTo>
                <a:cubicBezTo>
                  <a:pt x="3677130" y="551863"/>
                  <a:pt x="3439598" y="473216"/>
                  <a:pt x="3205673" y="433616"/>
                </a:cubicBezTo>
                <a:cubicBezTo>
                  <a:pt x="3108477" y="417162"/>
                  <a:pt x="3034463" y="388273"/>
                  <a:pt x="3040799" y="369262"/>
                </a:cubicBezTo>
                <a:cubicBezTo>
                  <a:pt x="3044378" y="358527"/>
                  <a:pt x="3047959" y="356265"/>
                  <a:pt x="3099625" y="332097"/>
                </a:cubicBezTo>
                <a:cubicBezTo>
                  <a:pt x="3127403" y="319104"/>
                  <a:pt x="3127366" y="319079"/>
                  <a:pt x="3071050" y="312803"/>
                </a:cubicBezTo>
                <a:cubicBezTo>
                  <a:pt x="2997989" y="304661"/>
                  <a:pt x="2751639" y="294908"/>
                  <a:pt x="2776537" y="301144"/>
                </a:cubicBezTo>
                <a:cubicBezTo>
                  <a:pt x="2819402" y="311879"/>
                  <a:pt x="2822054" y="313936"/>
                  <a:pt x="2810688" y="327632"/>
                </a:cubicBezTo>
                <a:cubicBezTo>
                  <a:pt x="2804636" y="334924"/>
                  <a:pt x="2773600" y="342907"/>
                  <a:pt x="2740559" y="345670"/>
                </a:cubicBezTo>
                <a:cubicBezTo>
                  <a:pt x="2634663" y="354525"/>
                  <a:pt x="2453489" y="400803"/>
                  <a:pt x="2223716" y="477688"/>
                </a:cubicBezTo>
                <a:cubicBezTo>
                  <a:pt x="2140100" y="505667"/>
                  <a:pt x="2064583" y="528712"/>
                  <a:pt x="2055900" y="528898"/>
                </a:cubicBezTo>
                <a:cubicBezTo>
                  <a:pt x="2047217" y="529084"/>
                  <a:pt x="2027929" y="535033"/>
                  <a:pt x="2013037" y="542117"/>
                </a:cubicBezTo>
                <a:cubicBezTo>
                  <a:pt x="1998146" y="549202"/>
                  <a:pt x="1977390" y="558325"/>
                  <a:pt x="1966912" y="562391"/>
                </a:cubicBezTo>
                <a:cubicBezTo>
                  <a:pt x="1908159" y="585191"/>
                  <a:pt x="1858280" y="612674"/>
                  <a:pt x="1828800" y="638489"/>
                </a:cubicBezTo>
                <a:cubicBezTo>
                  <a:pt x="1810464" y="654544"/>
                  <a:pt x="1767601" y="683247"/>
                  <a:pt x="1733550" y="702272"/>
                </a:cubicBezTo>
                <a:cubicBezTo>
                  <a:pt x="1699498" y="721297"/>
                  <a:pt x="1659521" y="746805"/>
                  <a:pt x="1644712" y="758956"/>
                </a:cubicBezTo>
                <a:cubicBezTo>
                  <a:pt x="1629904" y="771108"/>
                  <a:pt x="1613325" y="781050"/>
                  <a:pt x="1607870" y="781049"/>
                </a:cubicBezTo>
                <a:cubicBezTo>
                  <a:pt x="1602415" y="781049"/>
                  <a:pt x="1583307" y="793908"/>
                  <a:pt x="1565407" y="809624"/>
                </a:cubicBezTo>
                <a:cubicBezTo>
                  <a:pt x="1533891" y="837296"/>
                  <a:pt x="1504950" y="846972"/>
                  <a:pt x="1504949" y="829838"/>
                </a:cubicBezTo>
                <a:cubicBezTo>
                  <a:pt x="1504949" y="816754"/>
                  <a:pt x="1623608" y="715867"/>
                  <a:pt x="1651442" y="705285"/>
                </a:cubicBezTo>
                <a:cubicBezTo>
                  <a:pt x="1665169" y="700066"/>
                  <a:pt x="1676399" y="691404"/>
                  <a:pt x="1676400" y="686035"/>
                </a:cubicBezTo>
                <a:cubicBezTo>
                  <a:pt x="1676400" y="671823"/>
                  <a:pt x="1669418" y="673824"/>
                  <a:pt x="1638031" y="697029"/>
                </a:cubicBezTo>
                <a:cubicBezTo>
                  <a:pt x="1606182" y="720576"/>
                  <a:pt x="1593560" y="716003"/>
                  <a:pt x="1609288" y="686615"/>
                </a:cubicBezTo>
                <a:cubicBezTo>
                  <a:pt x="1615135" y="675689"/>
                  <a:pt x="1617443" y="666750"/>
                  <a:pt x="1614415" y="666750"/>
                </a:cubicBezTo>
                <a:cubicBezTo>
                  <a:pt x="1604699" y="666750"/>
                  <a:pt x="1506267" y="742308"/>
                  <a:pt x="1498326" y="755863"/>
                </a:cubicBezTo>
                <a:cubicBezTo>
                  <a:pt x="1494111" y="763057"/>
                  <a:pt x="1475660" y="776538"/>
                  <a:pt x="1457325" y="785820"/>
                </a:cubicBezTo>
                <a:cubicBezTo>
                  <a:pt x="1438989" y="795101"/>
                  <a:pt x="1408291" y="816042"/>
                  <a:pt x="1389107" y="832354"/>
                </a:cubicBezTo>
                <a:cubicBezTo>
                  <a:pt x="1369923" y="848666"/>
                  <a:pt x="1337776" y="874032"/>
                  <a:pt x="1317669" y="888724"/>
                </a:cubicBezTo>
                <a:cubicBezTo>
                  <a:pt x="1297563" y="903415"/>
                  <a:pt x="1230739" y="962678"/>
                  <a:pt x="1169173" y="1020418"/>
                </a:cubicBezTo>
                <a:cubicBezTo>
                  <a:pt x="1077640" y="1106263"/>
                  <a:pt x="1056064" y="1122354"/>
                  <a:pt x="1050819" y="1108686"/>
                </a:cubicBezTo>
                <a:cubicBezTo>
                  <a:pt x="1043997" y="1090906"/>
                  <a:pt x="1073983" y="1060424"/>
                  <a:pt x="1166812" y="990774"/>
                </a:cubicBezTo>
                <a:cubicBezTo>
                  <a:pt x="1216765" y="953293"/>
                  <a:pt x="1255808" y="914400"/>
                  <a:pt x="1243478" y="914400"/>
                </a:cubicBezTo>
                <a:cubicBezTo>
                  <a:pt x="1239491" y="914400"/>
                  <a:pt x="1219454" y="927685"/>
                  <a:pt x="1198953" y="943922"/>
                </a:cubicBezTo>
                <a:cubicBezTo>
                  <a:pt x="1165416" y="970484"/>
                  <a:pt x="1133474" y="975801"/>
                  <a:pt x="1133474" y="954822"/>
                </a:cubicBezTo>
                <a:cubicBezTo>
                  <a:pt x="1133474" y="950531"/>
                  <a:pt x="1154906" y="925912"/>
                  <a:pt x="1181100" y="900112"/>
                </a:cubicBezTo>
                <a:cubicBezTo>
                  <a:pt x="1236650" y="845397"/>
                  <a:pt x="1245211" y="821853"/>
                  <a:pt x="1193006" y="867368"/>
                </a:cubicBezTo>
                <a:cubicBezTo>
                  <a:pt x="1088706" y="958301"/>
                  <a:pt x="869927" y="1173621"/>
                  <a:pt x="835520" y="1219200"/>
                </a:cubicBezTo>
                <a:cubicBezTo>
                  <a:pt x="813769" y="1248013"/>
                  <a:pt x="780828" y="1289266"/>
                  <a:pt x="762318" y="1310875"/>
                </a:cubicBezTo>
                <a:cubicBezTo>
                  <a:pt x="696855" y="1387292"/>
                  <a:pt x="664771" y="1429946"/>
                  <a:pt x="669326" y="1434501"/>
                </a:cubicBezTo>
                <a:cubicBezTo>
                  <a:pt x="671862" y="1437037"/>
                  <a:pt x="688393" y="1423134"/>
                  <a:pt x="706062" y="1403605"/>
                </a:cubicBezTo>
                <a:cubicBezTo>
                  <a:pt x="773553" y="1329009"/>
                  <a:pt x="789569" y="1314450"/>
                  <a:pt x="804129" y="1314450"/>
                </a:cubicBezTo>
                <a:cubicBezTo>
                  <a:pt x="812390" y="1314450"/>
                  <a:pt x="819150" y="1321236"/>
                  <a:pt x="819150" y="1329531"/>
                </a:cubicBezTo>
                <a:cubicBezTo>
                  <a:pt x="819150" y="1353596"/>
                  <a:pt x="832068" y="1343237"/>
                  <a:pt x="909233" y="1257300"/>
                </a:cubicBezTo>
                <a:cubicBezTo>
                  <a:pt x="1023729" y="1129786"/>
                  <a:pt x="1032927" y="1121276"/>
                  <a:pt x="1036763" y="1139309"/>
                </a:cubicBezTo>
                <a:cubicBezTo>
                  <a:pt x="1038617" y="1148022"/>
                  <a:pt x="1021911" y="1172745"/>
                  <a:pt x="998663" y="1195691"/>
                </a:cubicBezTo>
                <a:cubicBezTo>
                  <a:pt x="946266" y="1247409"/>
                  <a:pt x="892439" y="1312110"/>
                  <a:pt x="884361" y="1333084"/>
                </a:cubicBezTo>
                <a:cubicBezTo>
                  <a:pt x="880936" y="1341975"/>
                  <a:pt x="848789" y="1393456"/>
                  <a:pt x="812923" y="1447485"/>
                </a:cubicBezTo>
                <a:cubicBezTo>
                  <a:pt x="777057" y="1501515"/>
                  <a:pt x="738858" y="1560076"/>
                  <a:pt x="728036" y="1577622"/>
                </a:cubicBezTo>
                <a:cubicBezTo>
                  <a:pt x="717214" y="1595168"/>
                  <a:pt x="698997" y="1619489"/>
                  <a:pt x="687554" y="1631669"/>
                </a:cubicBezTo>
                <a:cubicBezTo>
                  <a:pt x="676112" y="1643849"/>
                  <a:pt x="666654" y="1659968"/>
                  <a:pt x="666538" y="1667488"/>
                </a:cubicBezTo>
                <a:cubicBezTo>
                  <a:pt x="666421" y="1675009"/>
                  <a:pt x="657944" y="1691878"/>
                  <a:pt x="647700" y="1704975"/>
                </a:cubicBezTo>
                <a:cubicBezTo>
                  <a:pt x="637455" y="1718071"/>
                  <a:pt x="628978" y="1734392"/>
                  <a:pt x="628861" y="1741241"/>
                </a:cubicBezTo>
                <a:cubicBezTo>
                  <a:pt x="628669" y="1752535"/>
                  <a:pt x="589354" y="1829362"/>
                  <a:pt x="571869" y="1852612"/>
                </a:cubicBezTo>
                <a:cubicBezTo>
                  <a:pt x="567929" y="1857851"/>
                  <a:pt x="553012" y="1893184"/>
                  <a:pt x="538719" y="1931131"/>
                </a:cubicBezTo>
                <a:cubicBezTo>
                  <a:pt x="524426" y="1969078"/>
                  <a:pt x="508809" y="2002549"/>
                  <a:pt x="504016" y="2005512"/>
                </a:cubicBezTo>
                <a:cubicBezTo>
                  <a:pt x="499222" y="2008475"/>
                  <a:pt x="495299" y="2019265"/>
                  <a:pt x="495299" y="2029490"/>
                </a:cubicBezTo>
                <a:cubicBezTo>
                  <a:pt x="495299" y="2039716"/>
                  <a:pt x="487228" y="2066252"/>
                  <a:pt x="477363" y="2088460"/>
                </a:cubicBezTo>
                <a:cubicBezTo>
                  <a:pt x="467498" y="2110667"/>
                  <a:pt x="452357" y="2154555"/>
                  <a:pt x="443715" y="2185987"/>
                </a:cubicBezTo>
                <a:cubicBezTo>
                  <a:pt x="435073" y="2217420"/>
                  <a:pt x="423857" y="2256300"/>
                  <a:pt x="418789" y="2272388"/>
                </a:cubicBezTo>
                <a:cubicBezTo>
                  <a:pt x="413721" y="2288476"/>
                  <a:pt x="409575" y="2310726"/>
                  <a:pt x="409575" y="2321832"/>
                </a:cubicBezTo>
                <a:cubicBezTo>
                  <a:pt x="409575" y="2332938"/>
                  <a:pt x="405741" y="2344394"/>
                  <a:pt x="401056" y="2347290"/>
                </a:cubicBezTo>
                <a:cubicBezTo>
                  <a:pt x="396370" y="2350186"/>
                  <a:pt x="390379" y="2368655"/>
                  <a:pt x="387742" y="2388334"/>
                </a:cubicBezTo>
                <a:cubicBezTo>
                  <a:pt x="373355" y="2495697"/>
                  <a:pt x="359855" y="2568896"/>
                  <a:pt x="351681" y="2583875"/>
                </a:cubicBezTo>
                <a:cubicBezTo>
                  <a:pt x="346473" y="2593418"/>
                  <a:pt x="345924" y="2607918"/>
                  <a:pt x="350420" y="2617213"/>
                </a:cubicBezTo>
                <a:cubicBezTo>
                  <a:pt x="365746" y="2648903"/>
                  <a:pt x="356810" y="2976185"/>
                  <a:pt x="340530" y="2979420"/>
                </a:cubicBezTo>
                <a:cubicBezTo>
                  <a:pt x="326693" y="2982170"/>
                  <a:pt x="323450" y="2973005"/>
                  <a:pt x="307497" y="2886075"/>
                </a:cubicBezTo>
                <a:cubicBezTo>
                  <a:pt x="291652" y="2799729"/>
                  <a:pt x="311593" y="2557463"/>
                  <a:pt x="347269" y="2402885"/>
                </a:cubicBezTo>
                <a:cubicBezTo>
                  <a:pt x="355456" y="2367411"/>
                  <a:pt x="366962" y="2316956"/>
                  <a:pt x="372838" y="2290762"/>
                </a:cubicBezTo>
                <a:cubicBezTo>
                  <a:pt x="378713" y="2264568"/>
                  <a:pt x="389383" y="2231563"/>
                  <a:pt x="396547" y="2217416"/>
                </a:cubicBezTo>
                <a:cubicBezTo>
                  <a:pt x="403712" y="2203270"/>
                  <a:pt x="409575" y="2182863"/>
                  <a:pt x="409575" y="2172069"/>
                </a:cubicBezTo>
                <a:cubicBezTo>
                  <a:pt x="409575" y="2161274"/>
                  <a:pt x="417902" y="2134272"/>
                  <a:pt x="428081" y="2112064"/>
                </a:cubicBezTo>
                <a:cubicBezTo>
                  <a:pt x="438260" y="2089857"/>
                  <a:pt x="453776" y="2049119"/>
                  <a:pt x="462562" y="2021536"/>
                </a:cubicBezTo>
                <a:cubicBezTo>
                  <a:pt x="471348" y="1993953"/>
                  <a:pt x="482308" y="1969054"/>
                  <a:pt x="486918" y="1966205"/>
                </a:cubicBezTo>
                <a:cubicBezTo>
                  <a:pt x="491528" y="1963356"/>
                  <a:pt x="495300" y="1955261"/>
                  <a:pt x="495300" y="1948215"/>
                </a:cubicBezTo>
                <a:cubicBezTo>
                  <a:pt x="495300" y="1941169"/>
                  <a:pt x="509651" y="1910013"/>
                  <a:pt x="527193" y="1878980"/>
                </a:cubicBezTo>
                <a:cubicBezTo>
                  <a:pt x="544734" y="1847946"/>
                  <a:pt x="562213" y="1810029"/>
                  <a:pt x="566035" y="1794721"/>
                </a:cubicBezTo>
                <a:cubicBezTo>
                  <a:pt x="569857" y="1779412"/>
                  <a:pt x="578572" y="1760458"/>
                  <a:pt x="585402" y="1752600"/>
                </a:cubicBezTo>
                <a:cubicBezTo>
                  <a:pt x="592233" y="1744741"/>
                  <a:pt x="601061" y="1727596"/>
                  <a:pt x="605021" y="1714500"/>
                </a:cubicBezTo>
                <a:cubicBezTo>
                  <a:pt x="608980" y="1701403"/>
                  <a:pt x="620203" y="1680465"/>
                  <a:pt x="629960" y="1667971"/>
                </a:cubicBezTo>
                <a:cubicBezTo>
                  <a:pt x="639717" y="1655478"/>
                  <a:pt x="647705" y="1638333"/>
                  <a:pt x="647712" y="1629871"/>
                </a:cubicBezTo>
                <a:cubicBezTo>
                  <a:pt x="647719" y="1621410"/>
                  <a:pt x="664864" y="1589796"/>
                  <a:pt x="685812" y="1559618"/>
                </a:cubicBezTo>
                <a:cubicBezTo>
                  <a:pt x="706760" y="1529440"/>
                  <a:pt x="723900" y="1501917"/>
                  <a:pt x="723900" y="1498455"/>
                </a:cubicBezTo>
                <a:cubicBezTo>
                  <a:pt x="723900" y="1494994"/>
                  <a:pt x="731017" y="1484297"/>
                  <a:pt x="739716" y="1474685"/>
                </a:cubicBezTo>
                <a:cubicBezTo>
                  <a:pt x="758467" y="1453965"/>
                  <a:pt x="753967" y="1444636"/>
                  <a:pt x="732866" y="1460485"/>
                </a:cubicBezTo>
                <a:cubicBezTo>
                  <a:pt x="653709" y="1519936"/>
                  <a:pt x="409164" y="1969360"/>
                  <a:pt x="366605" y="2133600"/>
                </a:cubicBezTo>
                <a:cubicBezTo>
                  <a:pt x="363212" y="2146696"/>
                  <a:pt x="354823" y="2170271"/>
                  <a:pt x="347964" y="2185987"/>
                </a:cubicBezTo>
                <a:cubicBezTo>
                  <a:pt x="323003" y="2243183"/>
                  <a:pt x="320208" y="2260860"/>
                  <a:pt x="337156" y="2254357"/>
                </a:cubicBezTo>
                <a:cubicBezTo>
                  <a:pt x="349283" y="2249703"/>
                  <a:pt x="351654" y="2253020"/>
                  <a:pt x="348043" y="2269584"/>
                </a:cubicBezTo>
                <a:cubicBezTo>
                  <a:pt x="307687" y="2454693"/>
                  <a:pt x="283749" y="2647281"/>
                  <a:pt x="289991" y="2736627"/>
                </a:cubicBezTo>
                <a:cubicBezTo>
                  <a:pt x="292820" y="2777117"/>
                  <a:pt x="290404" y="2793291"/>
                  <a:pt x="280989" y="2796904"/>
                </a:cubicBezTo>
                <a:cubicBezTo>
                  <a:pt x="263121" y="2803761"/>
                  <a:pt x="252384" y="2873588"/>
                  <a:pt x="266570" y="2890681"/>
                </a:cubicBezTo>
                <a:cubicBezTo>
                  <a:pt x="272720" y="2898091"/>
                  <a:pt x="276791" y="2920446"/>
                  <a:pt x="275616" y="2940358"/>
                </a:cubicBezTo>
                <a:cubicBezTo>
                  <a:pt x="274442" y="2960270"/>
                  <a:pt x="276168" y="2991564"/>
                  <a:pt x="279453" y="3009900"/>
                </a:cubicBezTo>
                <a:cubicBezTo>
                  <a:pt x="282737" y="3028235"/>
                  <a:pt x="287398" y="3064668"/>
                  <a:pt x="289811" y="3090862"/>
                </a:cubicBezTo>
                <a:cubicBezTo>
                  <a:pt x="292224" y="3117056"/>
                  <a:pt x="299037" y="3157775"/>
                  <a:pt x="304950" y="3181350"/>
                </a:cubicBezTo>
                <a:cubicBezTo>
                  <a:pt x="310863" y="3204924"/>
                  <a:pt x="317922" y="3239214"/>
                  <a:pt x="320637" y="3257550"/>
                </a:cubicBezTo>
                <a:cubicBezTo>
                  <a:pt x="323351" y="3275885"/>
                  <a:pt x="333757" y="3308314"/>
                  <a:pt x="343761" y="3329613"/>
                </a:cubicBezTo>
                <a:cubicBezTo>
                  <a:pt x="353765" y="3350912"/>
                  <a:pt x="361950" y="3381786"/>
                  <a:pt x="361950" y="3398221"/>
                </a:cubicBezTo>
                <a:cubicBezTo>
                  <a:pt x="361950" y="3447381"/>
                  <a:pt x="380089" y="3477216"/>
                  <a:pt x="406019" y="3470708"/>
                </a:cubicBezTo>
                <a:cubicBezTo>
                  <a:pt x="423154" y="3466407"/>
                  <a:pt x="430203" y="3470209"/>
                  <a:pt x="437260" y="3487558"/>
                </a:cubicBezTo>
                <a:cubicBezTo>
                  <a:pt x="442273" y="3499880"/>
                  <a:pt x="469169" y="3566646"/>
                  <a:pt x="497030" y="3635926"/>
                </a:cubicBezTo>
                <a:cubicBezTo>
                  <a:pt x="524891" y="3705207"/>
                  <a:pt x="553001" y="3769188"/>
                  <a:pt x="559495" y="3778106"/>
                </a:cubicBezTo>
                <a:cubicBezTo>
                  <a:pt x="577716" y="3803128"/>
                  <a:pt x="583117" y="3787617"/>
                  <a:pt x="566966" y="3756648"/>
                </a:cubicBezTo>
                <a:cubicBezTo>
                  <a:pt x="559046" y="3741462"/>
                  <a:pt x="552540" y="3721789"/>
                  <a:pt x="552508" y="3712930"/>
                </a:cubicBezTo>
                <a:cubicBezTo>
                  <a:pt x="552476" y="3704072"/>
                  <a:pt x="548675" y="3694491"/>
                  <a:pt x="544062" y="3691640"/>
                </a:cubicBezTo>
                <a:cubicBezTo>
                  <a:pt x="539449" y="3688789"/>
                  <a:pt x="533403" y="3676749"/>
                  <a:pt x="530627" y="3664884"/>
                </a:cubicBezTo>
                <a:cubicBezTo>
                  <a:pt x="527851" y="3653019"/>
                  <a:pt x="514487" y="3611845"/>
                  <a:pt x="500929" y="3573385"/>
                </a:cubicBezTo>
                <a:cubicBezTo>
                  <a:pt x="485270" y="3528966"/>
                  <a:pt x="479215" y="3498208"/>
                  <a:pt x="484331" y="3489067"/>
                </a:cubicBezTo>
                <a:cubicBezTo>
                  <a:pt x="491933" y="3475484"/>
                  <a:pt x="481073" y="3429905"/>
                  <a:pt x="463826" y="3403003"/>
                </a:cubicBezTo>
                <a:cubicBezTo>
                  <a:pt x="459697" y="3396562"/>
                  <a:pt x="460901" y="3382730"/>
                  <a:pt x="466503" y="3372264"/>
                </a:cubicBezTo>
                <a:cubicBezTo>
                  <a:pt x="474053" y="3358156"/>
                  <a:pt x="473183" y="3344849"/>
                  <a:pt x="463140" y="3320812"/>
                </a:cubicBezTo>
                <a:cubicBezTo>
                  <a:pt x="445444" y="3278460"/>
                  <a:pt x="439309" y="3188972"/>
                  <a:pt x="453767" y="3184112"/>
                </a:cubicBezTo>
                <a:cubicBezTo>
                  <a:pt x="470301" y="3178554"/>
                  <a:pt x="506129" y="3243511"/>
                  <a:pt x="519772" y="3303780"/>
                </a:cubicBezTo>
                <a:cubicBezTo>
                  <a:pt x="533829" y="3365875"/>
                  <a:pt x="554822" y="3427085"/>
                  <a:pt x="580687" y="3481387"/>
                </a:cubicBezTo>
                <a:cubicBezTo>
                  <a:pt x="590668" y="3502342"/>
                  <a:pt x="601843" y="3530203"/>
                  <a:pt x="605520" y="3543300"/>
                </a:cubicBezTo>
                <a:cubicBezTo>
                  <a:pt x="622745" y="3604645"/>
                  <a:pt x="730231" y="3822482"/>
                  <a:pt x="787278" y="3911661"/>
                </a:cubicBezTo>
                <a:cubicBezTo>
                  <a:pt x="804807" y="3939064"/>
                  <a:pt x="819150" y="3964256"/>
                  <a:pt x="819150" y="3967644"/>
                </a:cubicBezTo>
                <a:cubicBezTo>
                  <a:pt x="819150" y="3979691"/>
                  <a:pt x="976298" y="4178048"/>
                  <a:pt x="1050559" y="4259736"/>
                </a:cubicBezTo>
                <a:cubicBezTo>
                  <a:pt x="1140286" y="4358436"/>
                  <a:pt x="1292093" y="4470834"/>
                  <a:pt x="1443788" y="4550883"/>
                </a:cubicBezTo>
                <a:cubicBezTo>
                  <a:pt x="1467542" y="4563418"/>
                  <a:pt x="1609234" y="4629825"/>
                  <a:pt x="1676400" y="4659902"/>
                </a:cubicBezTo>
                <a:cubicBezTo>
                  <a:pt x="1724656" y="4681511"/>
                  <a:pt x="1857661" y="4724758"/>
                  <a:pt x="1914797" y="4737417"/>
                </a:cubicBezTo>
                <a:cubicBezTo>
                  <a:pt x="1933437" y="4741547"/>
                  <a:pt x="1940974" y="4737987"/>
                  <a:pt x="1948134" y="4721670"/>
                </a:cubicBezTo>
                <a:cubicBezTo>
                  <a:pt x="1963411" y="4686860"/>
                  <a:pt x="2025146" y="4687373"/>
                  <a:pt x="2281237" y="4724436"/>
                </a:cubicBezTo>
                <a:cubicBezTo>
                  <a:pt x="2484183" y="4753807"/>
                  <a:pt x="2557542" y="4756286"/>
                  <a:pt x="2701977" y="4738653"/>
                </a:cubicBezTo>
                <a:cubicBezTo>
                  <a:pt x="2880088" y="4716908"/>
                  <a:pt x="2924610" y="4710444"/>
                  <a:pt x="2995612" y="4696019"/>
                </a:cubicBezTo>
                <a:cubicBezTo>
                  <a:pt x="3027045" y="4689633"/>
                  <a:pt x="3070792" y="4686869"/>
                  <a:pt x="3092829" y="4689877"/>
                </a:cubicBezTo>
                <a:cubicBezTo>
                  <a:pt x="3114866" y="4692885"/>
                  <a:pt x="3135325" y="4691415"/>
                  <a:pt x="3138295" y="4686611"/>
                </a:cubicBezTo>
                <a:cubicBezTo>
                  <a:pt x="3141264" y="4681806"/>
                  <a:pt x="3163953" y="4675190"/>
                  <a:pt x="3188715" y="4671909"/>
                </a:cubicBezTo>
                <a:cubicBezTo>
                  <a:pt x="3213477" y="4668628"/>
                  <a:pt x="3242310" y="4662226"/>
                  <a:pt x="3252787" y="4657682"/>
                </a:cubicBezTo>
                <a:cubicBezTo>
                  <a:pt x="3263265" y="4653138"/>
                  <a:pt x="3301383" y="4642363"/>
                  <a:pt x="3337496" y="4633736"/>
                </a:cubicBezTo>
                <a:cubicBezTo>
                  <a:pt x="3394821" y="4620042"/>
                  <a:pt x="3449610" y="4599740"/>
                  <a:pt x="3507452" y="4570761"/>
                </a:cubicBezTo>
                <a:cubicBezTo>
                  <a:pt x="3516548" y="4566203"/>
                  <a:pt x="3530675" y="4562475"/>
                  <a:pt x="3538844" y="4562475"/>
                </a:cubicBezTo>
                <a:cubicBezTo>
                  <a:pt x="3547013" y="4562475"/>
                  <a:pt x="3573826" y="4551759"/>
                  <a:pt x="3598429" y="4538662"/>
                </a:cubicBezTo>
                <a:cubicBezTo>
                  <a:pt x="3641936" y="4515501"/>
                  <a:pt x="3695700" y="4506742"/>
                  <a:pt x="3695700" y="4522815"/>
                </a:cubicBezTo>
                <a:cubicBezTo>
                  <a:pt x="3695700" y="4537515"/>
                  <a:pt x="3453891" y="4637849"/>
                  <a:pt x="3417093" y="4638417"/>
                </a:cubicBezTo>
                <a:cubicBezTo>
                  <a:pt x="3407925" y="4638559"/>
                  <a:pt x="3400425" y="4642452"/>
                  <a:pt x="3400425" y="4647069"/>
                </a:cubicBezTo>
                <a:cubicBezTo>
                  <a:pt x="3400425" y="4651686"/>
                  <a:pt x="3380122" y="4660575"/>
                  <a:pt x="3355307" y="4666824"/>
                </a:cubicBezTo>
                <a:cubicBezTo>
                  <a:pt x="3330493" y="4673072"/>
                  <a:pt x="3305847" y="4681594"/>
                  <a:pt x="3300539" y="4685762"/>
                </a:cubicBezTo>
                <a:cubicBezTo>
                  <a:pt x="3295230" y="4689930"/>
                  <a:pt x="3274447" y="4696306"/>
                  <a:pt x="3254353" y="4699930"/>
                </a:cubicBezTo>
                <a:cubicBezTo>
                  <a:pt x="3234259" y="4703554"/>
                  <a:pt x="3187472" y="4716786"/>
                  <a:pt x="3150382" y="4729334"/>
                </a:cubicBezTo>
                <a:cubicBezTo>
                  <a:pt x="3113292" y="4741883"/>
                  <a:pt x="3079756" y="4750178"/>
                  <a:pt x="3075857" y="4747769"/>
                </a:cubicBezTo>
                <a:cubicBezTo>
                  <a:pt x="3071958" y="4745359"/>
                  <a:pt x="3061977" y="4745994"/>
                  <a:pt x="3053676" y="4749179"/>
                </a:cubicBezTo>
                <a:cubicBezTo>
                  <a:pt x="3031718" y="4757605"/>
                  <a:pt x="3046398" y="4774485"/>
                  <a:pt x="3070470" y="4768489"/>
                </a:cubicBezTo>
                <a:cubicBezTo>
                  <a:pt x="3081686" y="4765696"/>
                  <a:pt x="3110150" y="4760532"/>
                  <a:pt x="3133725" y="4757014"/>
                </a:cubicBezTo>
                <a:close/>
                <a:moveTo>
                  <a:pt x="4249382" y="4360166"/>
                </a:moveTo>
                <a:cubicBezTo>
                  <a:pt x="4285375" y="4332717"/>
                  <a:pt x="4314825" y="4307057"/>
                  <a:pt x="4314825" y="4303144"/>
                </a:cubicBezTo>
                <a:cubicBezTo>
                  <a:pt x="4314825" y="4299231"/>
                  <a:pt x="4328755" y="4290096"/>
                  <a:pt x="4345781" y="4282842"/>
                </a:cubicBezTo>
                <a:cubicBezTo>
                  <a:pt x="4378585" y="4268867"/>
                  <a:pt x="4430343" y="4219575"/>
                  <a:pt x="4412212" y="4219575"/>
                </a:cubicBezTo>
                <a:cubicBezTo>
                  <a:pt x="4406323" y="4219575"/>
                  <a:pt x="4381563" y="4233505"/>
                  <a:pt x="4357191" y="4250531"/>
                </a:cubicBezTo>
                <a:cubicBezTo>
                  <a:pt x="4332818" y="4267557"/>
                  <a:pt x="4305995" y="4285773"/>
                  <a:pt x="4297584" y="4291012"/>
                </a:cubicBezTo>
                <a:cubicBezTo>
                  <a:pt x="4289173" y="4296251"/>
                  <a:pt x="4276447" y="4305895"/>
                  <a:pt x="4269303" y="4312443"/>
                </a:cubicBezTo>
                <a:cubicBezTo>
                  <a:pt x="4262159" y="4318992"/>
                  <a:pt x="4252334" y="4324350"/>
                  <a:pt x="4247469" y="4324350"/>
                </a:cubicBezTo>
                <a:cubicBezTo>
                  <a:pt x="4242605" y="4324350"/>
                  <a:pt x="4238625" y="4330697"/>
                  <a:pt x="4238625" y="4338456"/>
                </a:cubicBezTo>
                <a:cubicBezTo>
                  <a:pt x="4238625" y="4346214"/>
                  <a:pt x="4227938" y="4355244"/>
                  <a:pt x="4214878" y="4358522"/>
                </a:cubicBezTo>
                <a:cubicBezTo>
                  <a:pt x="4201817" y="4361800"/>
                  <a:pt x="4193674" y="4368596"/>
                  <a:pt x="4196782" y="4373624"/>
                </a:cubicBezTo>
                <a:cubicBezTo>
                  <a:pt x="4199889" y="4378653"/>
                  <a:pt x="4194502" y="4388775"/>
                  <a:pt x="4184810" y="4396118"/>
                </a:cubicBezTo>
                <a:cubicBezTo>
                  <a:pt x="4175117" y="4403461"/>
                  <a:pt x="4170956" y="4409605"/>
                  <a:pt x="4175564" y="4409772"/>
                </a:cubicBezTo>
                <a:cubicBezTo>
                  <a:pt x="4180171" y="4409938"/>
                  <a:pt x="4213389" y="4387616"/>
                  <a:pt x="4249382" y="4360166"/>
                </a:cubicBezTo>
                <a:close/>
                <a:moveTo>
                  <a:pt x="3920821" y="4335952"/>
                </a:moveTo>
                <a:cubicBezTo>
                  <a:pt x="3913719" y="4324460"/>
                  <a:pt x="3923473" y="4314110"/>
                  <a:pt x="3983422" y="4269527"/>
                </a:cubicBezTo>
                <a:cubicBezTo>
                  <a:pt x="4037179" y="4229548"/>
                  <a:pt x="4057650" y="4220821"/>
                  <a:pt x="4057650" y="4237882"/>
                </a:cubicBezTo>
                <a:cubicBezTo>
                  <a:pt x="4057650" y="4259193"/>
                  <a:pt x="3929949" y="4350721"/>
                  <a:pt x="3920821" y="4335952"/>
                </a:cubicBezTo>
                <a:close/>
                <a:moveTo>
                  <a:pt x="4582679" y="4055268"/>
                </a:moveTo>
                <a:cubicBezTo>
                  <a:pt x="4595725" y="4031215"/>
                  <a:pt x="4586732" y="4034609"/>
                  <a:pt x="4548518" y="4068161"/>
                </a:cubicBezTo>
                <a:cubicBezTo>
                  <a:pt x="4530001" y="4084420"/>
                  <a:pt x="4514850" y="4104510"/>
                  <a:pt x="4514850" y="4112806"/>
                </a:cubicBezTo>
                <a:cubicBezTo>
                  <a:pt x="4514850" y="4129410"/>
                  <a:pt x="4566001" y="4086020"/>
                  <a:pt x="4582679" y="4055268"/>
                </a:cubicBezTo>
                <a:close/>
                <a:moveTo>
                  <a:pt x="216118" y="3612608"/>
                </a:moveTo>
                <a:cubicBezTo>
                  <a:pt x="209708" y="3590900"/>
                  <a:pt x="201322" y="3569997"/>
                  <a:pt x="197482" y="3566157"/>
                </a:cubicBezTo>
                <a:cubicBezTo>
                  <a:pt x="193641" y="3562316"/>
                  <a:pt x="190500" y="3551258"/>
                  <a:pt x="190500" y="3541583"/>
                </a:cubicBezTo>
                <a:cubicBezTo>
                  <a:pt x="190500" y="3531907"/>
                  <a:pt x="186472" y="3516548"/>
                  <a:pt x="181550" y="3507452"/>
                </a:cubicBezTo>
                <a:cubicBezTo>
                  <a:pt x="176628" y="3498355"/>
                  <a:pt x="170116" y="3479125"/>
                  <a:pt x="167081" y="3464718"/>
                </a:cubicBezTo>
                <a:cubicBezTo>
                  <a:pt x="164045" y="3450312"/>
                  <a:pt x="158099" y="3438525"/>
                  <a:pt x="153868" y="3438525"/>
                </a:cubicBezTo>
                <a:cubicBezTo>
                  <a:pt x="145028" y="3438525"/>
                  <a:pt x="151323" y="3495677"/>
                  <a:pt x="161737" y="3509962"/>
                </a:cubicBezTo>
                <a:cubicBezTo>
                  <a:pt x="165556" y="3515201"/>
                  <a:pt x="174525" y="3539847"/>
                  <a:pt x="181669" y="3564731"/>
                </a:cubicBezTo>
                <a:cubicBezTo>
                  <a:pt x="188813" y="3589615"/>
                  <a:pt x="197544" y="3609975"/>
                  <a:pt x="201071" y="3609975"/>
                </a:cubicBezTo>
                <a:cubicBezTo>
                  <a:pt x="204598" y="3609975"/>
                  <a:pt x="210301" y="3621196"/>
                  <a:pt x="213743" y="3634911"/>
                </a:cubicBezTo>
                <a:cubicBezTo>
                  <a:pt x="217185" y="3648626"/>
                  <a:pt x="221750" y="3658099"/>
                  <a:pt x="223887" y="3655962"/>
                </a:cubicBezTo>
                <a:cubicBezTo>
                  <a:pt x="226023" y="3653826"/>
                  <a:pt x="222527" y="3634316"/>
                  <a:pt x="216118" y="3612608"/>
                </a:cubicBezTo>
                <a:close/>
                <a:moveTo>
                  <a:pt x="5239684" y="3032710"/>
                </a:moveTo>
                <a:cubicBezTo>
                  <a:pt x="5244432" y="3026920"/>
                  <a:pt x="5249120" y="2984880"/>
                  <a:pt x="5250100" y="2939288"/>
                </a:cubicBezTo>
                <a:cubicBezTo>
                  <a:pt x="5251081" y="2893696"/>
                  <a:pt x="5255357" y="2854246"/>
                  <a:pt x="5259604" y="2851622"/>
                </a:cubicBezTo>
                <a:cubicBezTo>
                  <a:pt x="5270668" y="2844784"/>
                  <a:pt x="5269159" y="2809875"/>
                  <a:pt x="5257800" y="2809875"/>
                </a:cubicBezTo>
                <a:cubicBezTo>
                  <a:pt x="5252561" y="2809875"/>
                  <a:pt x="5247947" y="2813089"/>
                  <a:pt x="5247546" y="2817018"/>
                </a:cubicBezTo>
                <a:cubicBezTo>
                  <a:pt x="5247145" y="2820947"/>
                  <a:pt x="5244833" y="2832735"/>
                  <a:pt x="5242407" y="2843212"/>
                </a:cubicBezTo>
                <a:cubicBezTo>
                  <a:pt x="5239982" y="2853690"/>
                  <a:pt x="5236662" y="2890123"/>
                  <a:pt x="5235029" y="2924175"/>
                </a:cubicBezTo>
                <a:cubicBezTo>
                  <a:pt x="5233397" y="2958226"/>
                  <a:pt x="5229804" y="3007518"/>
                  <a:pt x="5227045" y="3033712"/>
                </a:cubicBezTo>
                <a:cubicBezTo>
                  <a:pt x="5224287" y="3059906"/>
                  <a:pt x="5224059" y="3072765"/>
                  <a:pt x="5226540" y="3062287"/>
                </a:cubicBezTo>
                <a:cubicBezTo>
                  <a:pt x="5229020" y="3051810"/>
                  <a:pt x="5234935" y="3038500"/>
                  <a:pt x="5239684" y="3032710"/>
                </a:cubicBezTo>
                <a:close/>
                <a:moveTo>
                  <a:pt x="533400" y="1579511"/>
                </a:moveTo>
                <a:cubicBezTo>
                  <a:pt x="533400" y="1575198"/>
                  <a:pt x="548401" y="1550787"/>
                  <a:pt x="566737" y="1525265"/>
                </a:cubicBezTo>
                <a:cubicBezTo>
                  <a:pt x="585073" y="1499743"/>
                  <a:pt x="600075" y="1476079"/>
                  <a:pt x="600075" y="1472678"/>
                </a:cubicBezTo>
                <a:cubicBezTo>
                  <a:pt x="600075" y="1469277"/>
                  <a:pt x="619360" y="1441929"/>
                  <a:pt x="642931" y="1411903"/>
                </a:cubicBezTo>
                <a:cubicBezTo>
                  <a:pt x="666502" y="1381878"/>
                  <a:pt x="685790" y="1353363"/>
                  <a:pt x="685794" y="1348537"/>
                </a:cubicBezTo>
                <a:cubicBezTo>
                  <a:pt x="685797" y="1343711"/>
                  <a:pt x="692893" y="1331924"/>
                  <a:pt x="701563" y="1322343"/>
                </a:cubicBezTo>
                <a:cubicBezTo>
                  <a:pt x="710233" y="1312763"/>
                  <a:pt x="715175" y="1304925"/>
                  <a:pt x="712546" y="1304925"/>
                </a:cubicBezTo>
                <a:cubicBezTo>
                  <a:pt x="704692" y="1304925"/>
                  <a:pt x="666750" y="1339953"/>
                  <a:pt x="666750" y="1347203"/>
                </a:cubicBezTo>
                <a:cubicBezTo>
                  <a:pt x="666750" y="1350892"/>
                  <a:pt x="660315" y="1360344"/>
                  <a:pt x="652451" y="1368208"/>
                </a:cubicBezTo>
                <a:cubicBezTo>
                  <a:pt x="632352" y="1388307"/>
                  <a:pt x="499313" y="1591461"/>
                  <a:pt x="491318" y="1614263"/>
                </a:cubicBezTo>
                <a:cubicBezTo>
                  <a:pt x="485488" y="1630891"/>
                  <a:pt x="487559" y="1630419"/>
                  <a:pt x="509058" y="1610221"/>
                </a:cubicBezTo>
                <a:cubicBezTo>
                  <a:pt x="522446" y="1597644"/>
                  <a:pt x="533400" y="1583825"/>
                  <a:pt x="533400" y="1579511"/>
                </a:cubicBezTo>
                <a:close/>
                <a:moveTo>
                  <a:pt x="435768" y="1393354"/>
                </a:moveTo>
                <a:cubicBezTo>
                  <a:pt x="468719" y="1351110"/>
                  <a:pt x="472202" y="1343025"/>
                  <a:pt x="457453" y="1343025"/>
                </a:cubicBezTo>
                <a:cubicBezTo>
                  <a:pt x="447714" y="1343025"/>
                  <a:pt x="381000" y="1437015"/>
                  <a:pt x="381000" y="1450734"/>
                </a:cubicBezTo>
                <a:cubicBezTo>
                  <a:pt x="381000" y="1460343"/>
                  <a:pt x="394768" y="1445918"/>
                  <a:pt x="435768" y="1393354"/>
                </a:cubicBezTo>
                <a:close/>
                <a:moveTo>
                  <a:pt x="4724400" y="1001322"/>
                </a:moveTo>
                <a:cubicBezTo>
                  <a:pt x="4724400" y="991078"/>
                  <a:pt x="4663706" y="923925"/>
                  <a:pt x="4654447" y="923925"/>
                </a:cubicBezTo>
                <a:cubicBezTo>
                  <a:pt x="4647283" y="923925"/>
                  <a:pt x="4671317" y="965544"/>
                  <a:pt x="4694324" y="992981"/>
                </a:cubicBezTo>
                <a:cubicBezTo>
                  <a:pt x="4709262" y="1010794"/>
                  <a:pt x="4724400" y="1014993"/>
                  <a:pt x="4724400" y="1001322"/>
                </a:cubicBezTo>
                <a:close/>
                <a:moveTo>
                  <a:pt x="2835274" y="327024"/>
                </a:moveTo>
                <a:cubicBezTo>
                  <a:pt x="2821620" y="313370"/>
                  <a:pt x="2830190" y="304800"/>
                  <a:pt x="2857500" y="304800"/>
                </a:cubicBezTo>
                <a:cubicBezTo>
                  <a:pt x="2876550" y="304800"/>
                  <a:pt x="2886075" y="309562"/>
                  <a:pt x="2886075" y="319087"/>
                </a:cubicBezTo>
                <a:cubicBezTo>
                  <a:pt x="2886075" y="333504"/>
                  <a:pt x="2847743" y="339493"/>
                  <a:pt x="2835274" y="327024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7" name="LETTERING: still like new"/>
          <p:cNvSpPr txBox="1"/>
          <p:nvPr/>
        </p:nvSpPr>
        <p:spPr>
          <a:xfrm rot="120000">
            <a:off x="1190625" y="1295400"/>
            <a:ext cx="7905750" cy="1600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0" i="0">
                <a:solidFill>
                  <a:srgbClr val="7A1732"/>
                </a:solidFill>
                <a:latin typeface="DM Serif Display"/>
              </a:rPr>
              <a:t>still </a:t>
            </a:r>
            <a:r>
              <a:rPr sz="10500" i="0">
                <a:solidFill>
                  <a:srgbClr val="7A1732"/>
                </a:solidFill>
                <a:latin typeface="DM Serif Display"/>
              </a:rPr>
              <a:t>like </a:t>
            </a:r>
            <a:r>
              <a:rPr sz="10500" i="1">
                <a:solidFill>
                  <a:srgbClr val="7A1732"/>
                </a:solidFill>
                <a:latin typeface="DM Serif Display"/>
              </a:rPr>
              <a:t>new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resul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still going strong]"/>
          <p:cNvSpPr/>
          <p:nvPr/>
        </p:nvSpPr>
        <p:spPr>
          <a:xfrm rot="120000">
            <a:off x="1966912" y="11449050"/>
            <a:ext cx="6353175" cy="91440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[still going strong]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19250" y="4953000"/>
            <a:ext cx="7048500" cy="8382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80000">
            <a:off x="2190750" y="5524500"/>
            <a:ext cx="5905500" cy="723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Product name]"/>
          <p:cNvSpPr/>
          <p:nvPr/>
        </p:nvSpPr>
        <p:spPr>
          <a:xfrm rot="180000">
            <a:off x="5124450" y="12663488"/>
            <a:ext cx="4610100" cy="77152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