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the whole batch. Type your real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Type your real numbers on the card and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photo of one being picked up. Type its number on the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Swap in a photo of the batch for the card window.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The batch, close: a full-page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Type your real next batch date and move the circle onto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one being packed.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Swap in a photo of your product. Type its name and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batch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LETTERING: only [24]"/>
          <p:cNvSpPr txBox="1"/>
          <p:nvPr/>
        </p:nvSpPr>
        <p:spPr>
          <a:xfrm rot="120000">
            <a:off x="928688" y="1685925"/>
            <a:ext cx="8429625" cy="23431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375" i="0">
                <a:solidFill>
                  <a:srgbClr val="FFFFFF"/>
                </a:solidFill>
                <a:latin typeface="DM Serif Display"/>
              </a:rPr>
              <a:t>only </a:t>
            </a:r>
            <a:r>
              <a:rPr sz="15375" i="0">
                <a:solidFill>
                  <a:srgbClr val="FFFFFF"/>
                </a:solidFill>
                <a:latin typeface="DM Serif Display"/>
              </a:rPr>
              <a:t>[24]</a:t>
            </a:r>
          </a:p>
        </p:txBody>
      </p:sp>
      <p:sp>
        <p:nvSpPr>
          <p:cNvPr id="5" name="TEXT: made this week"/>
          <p:cNvSpPr/>
          <p:nvPr/>
        </p:nvSpPr>
        <p:spPr>
          <a:xfrm rot="21480000">
            <a:off x="2371725" y="4114800"/>
            <a:ext cx="554355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made this week</a:t>
            </a:r>
          </a:p>
        </p:txBody>
      </p:sp>
      <p:sp>
        <p:nvSpPr>
          <p:cNvPr id="6" name="sparkle"/>
          <p:cNvSpPr/>
          <p:nvPr/>
        </p:nvSpPr>
        <p:spPr>
          <a:xfrm rot="0">
            <a:off x="8239125" y="1214437"/>
            <a:ext cx="1047750" cy="1381125"/>
          </a:xfrm>
          <a:custGeom>
            <a:avLst/>
            <a:gdLst/>
            <a:ahLst/>
            <a:cxnLst/>
            <a:rect l="0" t="0" r="r" b="b"/>
            <a:pathLst>
              <a:path w="1047750" h="1381125">
                <a:moveTo>
                  <a:pt x="485630" y="1362075"/>
                </a:moveTo>
                <a:cubicBezTo>
                  <a:pt x="484468" y="1348978"/>
                  <a:pt x="482711" y="1323260"/>
                  <a:pt x="481726" y="1304925"/>
                </a:cubicBezTo>
                <a:cubicBezTo>
                  <a:pt x="480741" y="1286589"/>
                  <a:pt x="477352" y="1265158"/>
                  <a:pt x="474196" y="1257300"/>
                </a:cubicBezTo>
                <a:cubicBezTo>
                  <a:pt x="471039" y="1249441"/>
                  <a:pt x="464117" y="1219438"/>
                  <a:pt x="458813" y="1190625"/>
                </a:cubicBezTo>
                <a:lnTo>
                  <a:pt x="449170" y="1138237"/>
                </a:lnTo>
                <a:lnTo>
                  <a:pt x="454438" y="1203867"/>
                </a:lnTo>
                <a:cubicBezTo>
                  <a:pt x="458253" y="1251401"/>
                  <a:pt x="456733" y="1267661"/>
                  <a:pt x="448927" y="1262836"/>
                </a:cubicBezTo>
                <a:cubicBezTo>
                  <a:pt x="442999" y="1259173"/>
                  <a:pt x="438075" y="1236069"/>
                  <a:pt x="437983" y="1211494"/>
                </a:cubicBezTo>
                <a:cubicBezTo>
                  <a:pt x="437610" y="1111152"/>
                  <a:pt x="395029" y="927436"/>
                  <a:pt x="360829" y="878608"/>
                </a:cubicBezTo>
                <a:cubicBezTo>
                  <a:pt x="323030" y="824643"/>
                  <a:pt x="216006" y="762000"/>
                  <a:pt x="161608" y="762000"/>
                </a:cubicBezTo>
                <a:cubicBezTo>
                  <a:pt x="146587" y="761999"/>
                  <a:pt x="130824" y="755796"/>
                  <a:pt x="126581" y="748213"/>
                </a:cubicBezTo>
                <a:cubicBezTo>
                  <a:pt x="119490" y="735543"/>
                  <a:pt x="78573" y="726494"/>
                  <a:pt x="19050" y="724433"/>
                </a:cubicBezTo>
                <a:cubicBezTo>
                  <a:pt x="-17547" y="723165"/>
                  <a:pt x="16028" y="705177"/>
                  <a:pt x="55330" y="704995"/>
                </a:cubicBezTo>
                <a:cubicBezTo>
                  <a:pt x="73887" y="704909"/>
                  <a:pt x="84428" y="700932"/>
                  <a:pt x="80962" y="695325"/>
                </a:cubicBezTo>
                <a:cubicBezTo>
                  <a:pt x="77361" y="689499"/>
                  <a:pt x="92864" y="685633"/>
                  <a:pt x="120881" y="685370"/>
                </a:cubicBezTo>
                <a:cubicBezTo>
                  <a:pt x="146074" y="685134"/>
                  <a:pt x="179546" y="679003"/>
                  <a:pt x="195262" y="671746"/>
                </a:cubicBezTo>
                <a:lnTo>
                  <a:pt x="223837" y="658553"/>
                </a:lnTo>
                <a:lnTo>
                  <a:pt x="190500" y="663016"/>
                </a:lnTo>
                <a:cubicBezTo>
                  <a:pt x="161591" y="666886"/>
                  <a:pt x="163886" y="664781"/>
                  <a:pt x="207772" y="647173"/>
                </a:cubicBezTo>
                <a:cubicBezTo>
                  <a:pt x="347297" y="591194"/>
                  <a:pt x="453398" y="423142"/>
                  <a:pt x="472044" y="228600"/>
                </a:cubicBezTo>
                <a:cubicBezTo>
                  <a:pt x="480411" y="141293"/>
                  <a:pt x="507244" y="371"/>
                  <a:pt x="514631" y="4936"/>
                </a:cubicBezTo>
                <a:cubicBezTo>
                  <a:pt x="518447" y="7294"/>
                  <a:pt x="519930" y="29651"/>
                  <a:pt x="517927" y="54618"/>
                </a:cubicBezTo>
                <a:cubicBezTo>
                  <a:pt x="515925" y="79585"/>
                  <a:pt x="516801" y="94654"/>
                  <a:pt x="519874" y="88106"/>
                </a:cubicBezTo>
                <a:cubicBezTo>
                  <a:pt x="533963" y="58085"/>
                  <a:pt x="540988" y="84764"/>
                  <a:pt x="547435" y="192774"/>
                </a:cubicBezTo>
                <a:cubicBezTo>
                  <a:pt x="564444" y="477754"/>
                  <a:pt x="629121" y="580066"/>
                  <a:pt x="823912" y="630133"/>
                </a:cubicBezTo>
                <a:lnTo>
                  <a:pt x="890587" y="647270"/>
                </a:lnTo>
                <a:lnTo>
                  <a:pt x="838200" y="643252"/>
                </a:lnTo>
                <a:lnTo>
                  <a:pt x="785812" y="639235"/>
                </a:lnTo>
                <a:lnTo>
                  <a:pt x="833437" y="652723"/>
                </a:lnTo>
                <a:cubicBezTo>
                  <a:pt x="859631" y="660141"/>
                  <a:pt x="916424" y="667246"/>
                  <a:pt x="959643" y="668511"/>
                </a:cubicBezTo>
                <a:cubicBezTo>
                  <a:pt x="1042932" y="670950"/>
                  <a:pt x="1069637" y="685335"/>
                  <a:pt x="992981" y="686469"/>
                </a:cubicBezTo>
                <a:cubicBezTo>
                  <a:pt x="938031" y="687282"/>
                  <a:pt x="892120" y="702690"/>
                  <a:pt x="938212" y="704850"/>
                </a:cubicBezTo>
                <a:cubicBezTo>
                  <a:pt x="986872" y="707130"/>
                  <a:pt x="936850" y="722452"/>
                  <a:pt x="878208" y="723230"/>
                </a:cubicBezTo>
                <a:cubicBezTo>
                  <a:pt x="834034" y="723816"/>
                  <a:pt x="771525" y="744028"/>
                  <a:pt x="771525" y="757726"/>
                </a:cubicBezTo>
                <a:cubicBezTo>
                  <a:pt x="771525" y="760346"/>
                  <a:pt x="784170" y="755949"/>
                  <a:pt x="799626" y="747957"/>
                </a:cubicBezTo>
                <a:cubicBezTo>
                  <a:pt x="815083" y="739964"/>
                  <a:pt x="833299" y="733522"/>
                  <a:pt x="840108" y="733641"/>
                </a:cubicBezTo>
                <a:cubicBezTo>
                  <a:pt x="850736" y="733827"/>
                  <a:pt x="736505" y="800100"/>
                  <a:pt x="725557" y="800100"/>
                </a:cubicBezTo>
                <a:cubicBezTo>
                  <a:pt x="723362" y="800100"/>
                  <a:pt x="727450" y="792599"/>
                  <a:pt x="734639" y="783431"/>
                </a:cubicBezTo>
                <a:cubicBezTo>
                  <a:pt x="746526" y="768274"/>
                  <a:pt x="746179" y="767965"/>
                  <a:pt x="730813" y="780026"/>
                </a:cubicBezTo>
                <a:cubicBezTo>
                  <a:pt x="721519" y="787321"/>
                  <a:pt x="715997" y="795372"/>
                  <a:pt x="718542" y="797917"/>
                </a:cubicBezTo>
                <a:cubicBezTo>
                  <a:pt x="725765" y="805140"/>
                  <a:pt x="656061" y="886230"/>
                  <a:pt x="647290" y="880809"/>
                </a:cubicBezTo>
                <a:cubicBezTo>
                  <a:pt x="643001" y="878158"/>
                  <a:pt x="636389" y="881007"/>
                  <a:pt x="632598" y="887141"/>
                </a:cubicBezTo>
                <a:cubicBezTo>
                  <a:pt x="628294" y="894106"/>
                  <a:pt x="629835" y="895741"/>
                  <a:pt x="636703" y="891497"/>
                </a:cubicBezTo>
                <a:cubicBezTo>
                  <a:pt x="652210" y="881913"/>
                  <a:pt x="651146" y="885892"/>
                  <a:pt x="619125" y="957262"/>
                </a:cubicBezTo>
                <a:cubicBezTo>
                  <a:pt x="603408" y="992291"/>
                  <a:pt x="590550" y="1028870"/>
                  <a:pt x="590550" y="1038550"/>
                </a:cubicBezTo>
                <a:cubicBezTo>
                  <a:pt x="590550" y="1048230"/>
                  <a:pt x="586328" y="1058759"/>
                  <a:pt x="581168" y="1061948"/>
                </a:cubicBezTo>
                <a:cubicBezTo>
                  <a:pt x="575306" y="1065571"/>
                  <a:pt x="574033" y="1055955"/>
                  <a:pt x="577774" y="1036317"/>
                </a:cubicBezTo>
                <a:cubicBezTo>
                  <a:pt x="588506" y="979979"/>
                  <a:pt x="573396" y="1012793"/>
                  <a:pt x="557962" y="1079340"/>
                </a:cubicBezTo>
                <a:cubicBezTo>
                  <a:pt x="540635" y="1154054"/>
                  <a:pt x="538892" y="1184716"/>
                  <a:pt x="552450" y="1176337"/>
                </a:cubicBezTo>
                <a:cubicBezTo>
                  <a:pt x="557688" y="1173099"/>
                  <a:pt x="561975" y="1175448"/>
                  <a:pt x="561975" y="1181556"/>
                </a:cubicBezTo>
                <a:cubicBezTo>
                  <a:pt x="561975" y="1187665"/>
                  <a:pt x="555545" y="1190195"/>
                  <a:pt x="547687" y="1187180"/>
                </a:cubicBezTo>
                <a:cubicBezTo>
                  <a:pt x="536503" y="1182888"/>
                  <a:pt x="533545" y="1189390"/>
                  <a:pt x="534069" y="1217117"/>
                </a:cubicBezTo>
                <a:cubicBezTo>
                  <a:pt x="534629" y="1246723"/>
                  <a:pt x="536222" y="1249410"/>
                  <a:pt x="543776" y="1233487"/>
                </a:cubicBezTo>
                <a:cubicBezTo>
                  <a:pt x="550802" y="1218678"/>
                  <a:pt x="551713" y="1221594"/>
                  <a:pt x="547869" y="1246584"/>
                </a:cubicBezTo>
                <a:cubicBezTo>
                  <a:pt x="545150" y="1264265"/>
                  <a:pt x="542925" y="1288911"/>
                  <a:pt x="542925" y="1301353"/>
                </a:cubicBezTo>
                <a:cubicBezTo>
                  <a:pt x="542925" y="1313795"/>
                  <a:pt x="539381" y="1323975"/>
                  <a:pt x="535049" y="1323975"/>
                </a:cubicBezTo>
                <a:cubicBezTo>
                  <a:pt x="530718" y="1323975"/>
                  <a:pt x="528720" y="1312187"/>
                  <a:pt x="530609" y="1297781"/>
                </a:cubicBezTo>
                <a:cubicBezTo>
                  <a:pt x="532498" y="1283374"/>
                  <a:pt x="530315" y="1252299"/>
                  <a:pt x="525757" y="1228725"/>
                </a:cubicBezTo>
                <a:lnTo>
                  <a:pt x="517471" y="1185862"/>
                </a:lnTo>
                <a:lnTo>
                  <a:pt x="510638" y="1252537"/>
                </a:lnTo>
                <a:cubicBezTo>
                  <a:pt x="501781" y="1338966"/>
                  <a:pt x="488674" y="1396376"/>
                  <a:pt x="485630" y="1362075"/>
                </a:cubicBezTo>
                <a:close/>
                <a:moveTo>
                  <a:pt x="542504" y="876300"/>
                </a:moveTo>
                <a:cubicBezTo>
                  <a:pt x="572804" y="816636"/>
                  <a:pt x="624012" y="755814"/>
                  <a:pt x="669022" y="726028"/>
                </a:cubicBezTo>
                <a:lnTo>
                  <a:pt x="707091" y="700834"/>
                </a:lnTo>
                <a:lnTo>
                  <a:pt x="666304" y="687238"/>
                </a:lnTo>
                <a:cubicBezTo>
                  <a:pt x="603443" y="666285"/>
                  <a:pt x="543748" y="600505"/>
                  <a:pt x="513729" y="519112"/>
                </a:cubicBezTo>
                <a:lnTo>
                  <a:pt x="503190" y="490537"/>
                </a:lnTo>
                <a:lnTo>
                  <a:pt x="488652" y="533400"/>
                </a:lnTo>
                <a:cubicBezTo>
                  <a:pt x="465836" y="600666"/>
                  <a:pt x="415454" y="662116"/>
                  <a:pt x="360779" y="689361"/>
                </a:cubicBezTo>
                <a:lnTo>
                  <a:pt x="312569" y="713385"/>
                </a:lnTo>
                <a:lnTo>
                  <a:pt x="346062" y="727380"/>
                </a:lnTo>
                <a:cubicBezTo>
                  <a:pt x="409863" y="754038"/>
                  <a:pt x="485369" y="864208"/>
                  <a:pt x="485905" y="931426"/>
                </a:cubicBezTo>
                <a:cubicBezTo>
                  <a:pt x="485976" y="940397"/>
                  <a:pt x="488814" y="958126"/>
                  <a:pt x="492211" y="970824"/>
                </a:cubicBezTo>
                <a:cubicBezTo>
                  <a:pt x="497908" y="992119"/>
                  <a:pt x="499255" y="991009"/>
                  <a:pt x="509562" y="956537"/>
                </a:cubicBezTo>
                <a:cubicBezTo>
                  <a:pt x="515708" y="935981"/>
                  <a:pt x="530532" y="899874"/>
                  <a:pt x="542504" y="8763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sparkle"/>
          <p:cNvSpPr/>
          <p:nvPr/>
        </p:nvSpPr>
        <p:spPr>
          <a:xfrm rot="0">
            <a:off x="1000125" y="4833937"/>
            <a:ext cx="857250" cy="1000125"/>
          </a:xfrm>
          <a:custGeom>
            <a:avLst/>
            <a:gdLst/>
            <a:ahLst/>
            <a:cxnLst/>
            <a:rect l="0" t="0" r="r" b="b"/>
            <a:pathLst>
              <a:path w="857250" h="1000125">
                <a:moveTo>
                  <a:pt x="400999" y="969168"/>
                </a:moveTo>
                <a:cubicBezTo>
                  <a:pt x="400477" y="949523"/>
                  <a:pt x="396256" y="933450"/>
                  <a:pt x="391620" y="933450"/>
                </a:cubicBezTo>
                <a:cubicBezTo>
                  <a:pt x="386984" y="933450"/>
                  <a:pt x="378174" y="899136"/>
                  <a:pt x="372042" y="857198"/>
                </a:cubicBezTo>
                <a:cubicBezTo>
                  <a:pt x="344075" y="665935"/>
                  <a:pt x="286343" y="585527"/>
                  <a:pt x="162799" y="565772"/>
                </a:cubicBezTo>
                <a:cubicBezTo>
                  <a:pt x="141363" y="562344"/>
                  <a:pt x="123825" y="555720"/>
                  <a:pt x="123825" y="551051"/>
                </a:cubicBezTo>
                <a:cubicBezTo>
                  <a:pt x="123825" y="546382"/>
                  <a:pt x="113109" y="545251"/>
                  <a:pt x="100012" y="548538"/>
                </a:cubicBezTo>
                <a:cubicBezTo>
                  <a:pt x="85340" y="552221"/>
                  <a:pt x="76200" y="550462"/>
                  <a:pt x="76200" y="543957"/>
                </a:cubicBezTo>
                <a:cubicBezTo>
                  <a:pt x="76200" y="538110"/>
                  <a:pt x="58137" y="532763"/>
                  <a:pt x="35718" y="531972"/>
                </a:cubicBezTo>
                <a:cubicBezTo>
                  <a:pt x="6996" y="530960"/>
                  <a:pt x="2892" y="529388"/>
                  <a:pt x="21592" y="526562"/>
                </a:cubicBezTo>
                <a:cubicBezTo>
                  <a:pt x="36088" y="524371"/>
                  <a:pt x="45479" y="518583"/>
                  <a:pt x="42461" y="513701"/>
                </a:cubicBezTo>
                <a:cubicBezTo>
                  <a:pt x="39444" y="508819"/>
                  <a:pt x="50340" y="504825"/>
                  <a:pt x="66675" y="504825"/>
                </a:cubicBezTo>
                <a:cubicBezTo>
                  <a:pt x="86698" y="504825"/>
                  <a:pt x="94160" y="501242"/>
                  <a:pt x="89577" y="493828"/>
                </a:cubicBezTo>
                <a:cubicBezTo>
                  <a:pt x="85560" y="487328"/>
                  <a:pt x="86945" y="485405"/>
                  <a:pt x="92964" y="489125"/>
                </a:cubicBezTo>
                <a:cubicBezTo>
                  <a:pt x="98565" y="492586"/>
                  <a:pt x="104585" y="492177"/>
                  <a:pt x="106342" y="488215"/>
                </a:cubicBezTo>
                <a:cubicBezTo>
                  <a:pt x="108099" y="484253"/>
                  <a:pt x="138087" y="466812"/>
                  <a:pt x="172981" y="449457"/>
                </a:cubicBezTo>
                <a:cubicBezTo>
                  <a:pt x="286457" y="393017"/>
                  <a:pt x="354461" y="303106"/>
                  <a:pt x="386850" y="166687"/>
                </a:cubicBezTo>
                <a:cubicBezTo>
                  <a:pt x="403342" y="97224"/>
                  <a:pt x="424341" y="37226"/>
                  <a:pt x="414354" y="88106"/>
                </a:cubicBezTo>
                <a:cubicBezTo>
                  <a:pt x="411525" y="102512"/>
                  <a:pt x="413317" y="114300"/>
                  <a:pt x="418334" y="114300"/>
                </a:cubicBezTo>
                <a:cubicBezTo>
                  <a:pt x="423352" y="114300"/>
                  <a:pt x="430135" y="93940"/>
                  <a:pt x="433409" y="69056"/>
                </a:cubicBezTo>
                <a:cubicBezTo>
                  <a:pt x="442644" y="-1151"/>
                  <a:pt x="445374" y="-8068"/>
                  <a:pt x="446570" y="35718"/>
                </a:cubicBezTo>
                <a:cubicBezTo>
                  <a:pt x="447177" y="57983"/>
                  <a:pt x="452214" y="76200"/>
                  <a:pt x="457762" y="76200"/>
                </a:cubicBezTo>
                <a:cubicBezTo>
                  <a:pt x="463310" y="76200"/>
                  <a:pt x="465736" y="72780"/>
                  <a:pt x="463153" y="68601"/>
                </a:cubicBezTo>
                <a:cubicBezTo>
                  <a:pt x="460570" y="64422"/>
                  <a:pt x="462394" y="54778"/>
                  <a:pt x="467207" y="47170"/>
                </a:cubicBezTo>
                <a:cubicBezTo>
                  <a:pt x="473001" y="38010"/>
                  <a:pt x="476007" y="56509"/>
                  <a:pt x="476104" y="101924"/>
                </a:cubicBezTo>
                <a:cubicBezTo>
                  <a:pt x="476554" y="313812"/>
                  <a:pt x="558719" y="418364"/>
                  <a:pt x="737937" y="435099"/>
                </a:cubicBezTo>
                <a:cubicBezTo>
                  <a:pt x="772126" y="438292"/>
                  <a:pt x="800100" y="444571"/>
                  <a:pt x="800100" y="449052"/>
                </a:cubicBezTo>
                <a:cubicBezTo>
                  <a:pt x="800100" y="453533"/>
                  <a:pt x="794956" y="457200"/>
                  <a:pt x="788670" y="457200"/>
                </a:cubicBezTo>
                <a:cubicBezTo>
                  <a:pt x="769336" y="457200"/>
                  <a:pt x="793307" y="474272"/>
                  <a:pt x="819150" y="478908"/>
                </a:cubicBezTo>
                <a:cubicBezTo>
                  <a:pt x="842480" y="483094"/>
                  <a:pt x="842432" y="483206"/>
                  <a:pt x="816768" y="484477"/>
                </a:cubicBezTo>
                <a:cubicBezTo>
                  <a:pt x="802362" y="485191"/>
                  <a:pt x="790569" y="491132"/>
                  <a:pt x="790561" y="497681"/>
                </a:cubicBezTo>
                <a:cubicBezTo>
                  <a:pt x="790554" y="504229"/>
                  <a:pt x="764067" y="517369"/>
                  <a:pt x="731702" y="526881"/>
                </a:cubicBezTo>
                <a:cubicBezTo>
                  <a:pt x="616828" y="560641"/>
                  <a:pt x="542532" y="629158"/>
                  <a:pt x="495277" y="744916"/>
                </a:cubicBezTo>
                <a:cubicBezTo>
                  <a:pt x="483073" y="774811"/>
                  <a:pt x="469513" y="797060"/>
                  <a:pt x="465144" y="794360"/>
                </a:cubicBezTo>
                <a:cubicBezTo>
                  <a:pt x="458222" y="790082"/>
                  <a:pt x="452321" y="828195"/>
                  <a:pt x="456373" y="851010"/>
                </a:cubicBezTo>
                <a:cubicBezTo>
                  <a:pt x="457159" y="855436"/>
                  <a:pt x="452801" y="885440"/>
                  <a:pt x="446689" y="917685"/>
                </a:cubicBezTo>
                <a:cubicBezTo>
                  <a:pt x="435248" y="978041"/>
                  <a:pt x="419865" y="1009385"/>
                  <a:pt x="418150" y="975836"/>
                </a:cubicBezTo>
                <a:cubicBezTo>
                  <a:pt x="417391" y="960990"/>
                  <a:pt x="415670" y="962042"/>
                  <a:pt x="409575" y="981075"/>
                </a:cubicBezTo>
                <a:cubicBezTo>
                  <a:pt x="402769" y="1002326"/>
                  <a:pt x="401846" y="1001046"/>
                  <a:pt x="400999" y="969168"/>
                </a:cubicBezTo>
                <a:close/>
                <a:moveTo>
                  <a:pt x="497802" y="593700"/>
                </a:moveTo>
                <a:cubicBezTo>
                  <a:pt x="516409" y="568393"/>
                  <a:pt x="551318" y="535278"/>
                  <a:pt x="575378" y="520112"/>
                </a:cubicBezTo>
                <a:cubicBezTo>
                  <a:pt x="628236" y="486793"/>
                  <a:pt x="627972" y="488891"/>
                  <a:pt x="580899" y="476216"/>
                </a:cubicBezTo>
                <a:cubicBezTo>
                  <a:pt x="529940" y="462494"/>
                  <a:pt x="478026" y="415301"/>
                  <a:pt x="451930" y="358974"/>
                </a:cubicBezTo>
                <a:lnTo>
                  <a:pt x="430628" y="312998"/>
                </a:lnTo>
                <a:lnTo>
                  <a:pt x="407141" y="364302"/>
                </a:lnTo>
                <a:cubicBezTo>
                  <a:pt x="381339" y="420659"/>
                  <a:pt x="323345" y="483148"/>
                  <a:pt x="288794" y="491819"/>
                </a:cubicBezTo>
                <a:cubicBezTo>
                  <a:pt x="260166" y="499005"/>
                  <a:pt x="260606" y="510755"/>
                  <a:pt x="289778" y="518077"/>
                </a:cubicBezTo>
                <a:cubicBezTo>
                  <a:pt x="347425" y="532545"/>
                  <a:pt x="398906" y="609200"/>
                  <a:pt x="414340" y="703546"/>
                </a:cubicBezTo>
                <a:lnTo>
                  <a:pt x="421138" y="745105"/>
                </a:lnTo>
                <a:lnTo>
                  <a:pt x="442555" y="692409"/>
                </a:lnTo>
                <a:cubicBezTo>
                  <a:pt x="454335" y="663426"/>
                  <a:pt x="479196" y="619007"/>
                  <a:pt x="497802" y="5937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vintage card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495300" y="4748212"/>
            <a:ext cx="8915400" cy="6124575"/>
          </a:xfrm>
          <a:prstGeom prst="rect">
            <a:avLst/>
          </a:prstGeom>
        </p:spPr>
      </p:pic>
      <p:sp>
        <p:nvSpPr>
          <p:cNvPr id="4" name="TEXT: No. [07] of [24]"/>
          <p:cNvSpPr/>
          <p:nvPr/>
        </p:nvSpPr>
        <p:spPr>
          <a:xfrm rot="180000">
            <a:off x="1575943" y="7333989"/>
            <a:ext cx="6734175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rIns="256032" tIns="109728" bIns="109728"/>
          <a:lstStyle/>
          <a:p>
            <a:pPr algn="ctr">
              <a:lnSpc>
                <a:spcPts val="8784"/>
              </a:lnSpc>
            </a:pPr>
            <a:r>
              <a:rPr b="0" sz="7200">
                <a:solidFill>
                  <a:srgbClr val="7A1732"/>
                </a:solidFill>
                <a:latin typeface="Bodoni FLF"/>
              </a:rPr>
              <a:t>No. [07] of [24]</a:t>
            </a:r>
          </a:p>
        </p:txBody>
      </p:sp>
      <p:pic>
        <p:nvPicPr>
          <p:cNvPr id="5" name="fountain pen" descr="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0">
            <a:off x="3810000" y="9782175"/>
            <a:ext cx="7620000" cy="1581150"/>
          </a:xfrm>
          <a:prstGeom prst="rect">
            <a:avLst/>
          </a:prstGeom>
        </p:spPr>
      </p:pic>
      <p:sp>
        <p:nvSpPr>
          <p:cNvPr id="6" name="TEXT: [not a factory]"/>
          <p:cNvSpPr/>
          <p:nvPr/>
        </p:nvSpPr>
        <p:spPr>
          <a:xfrm rot="120000">
            <a:off x="2419350" y="1457325"/>
            <a:ext cx="6972300" cy="127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r">
              <a:lnSpc>
                <a:spcPts val="8418"/>
              </a:lnSpc>
            </a:pPr>
            <a:r>
              <a:rPr b="1" sz="6900">
                <a:solidFill>
                  <a:srgbClr val="181716"/>
                </a:solidFill>
                <a:latin typeface="Montserrat"/>
              </a:rPr>
              <a:t>[not a factory]</a:t>
            </a:r>
          </a:p>
        </p:txBody>
      </p:sp>
      <p:sp>
        <p:nvSpPr>
          <p:cNvPr id="7" name="TEXT: [a small batch]"/>
          <p:cNvSpPr/>
          <p:nvPr/>
        </p:nvSpPr>
        <p:spPr>
          <a:xfrm rot="120000">
            <a:off x="400050" y="12620625"/>
            <a:ext cx="491490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[a small batch]</a:t>
            </a:r>
          </a:p>
        </p:txBody>
      </p:sp>
      <p:sp>
        <p:nvSpPr>
          <p:cNvPr id="8" name="arrow"/>
          <p:cNvSpPr/>
          <p:nvPr/>
        </p:nvSpPr>
        <p:spPr>
          <a:xfrm rot="120000">
            <a:off x="5572125" y="127492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One picked up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vintage card" descr="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0000">
            <a:off x="304800" y="9244012"/>
            <a:ext cx="5676900" cy="3990975"/>
          </a:xfrm>
          <a:prstGeom prst="rect">
            <a:avLst/>
          </a:prstGeom>
        </p:spPr>
      </p:pic>
      <p:sp>
        <p:nvSpPr>
          <p:cNvPr id="5" name="TEXT: No. [07] of [24]"/>
          <p:cNvSpPr/>
          <p:nvPr/>
        </p:nvSpPr>
        <p:spPr>
          <a:xfrm rot="21360000">
            <a:off x="1178219" y="10948755"/>
            <a:ext cx="39433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0" sz="4200">
                <a:solidFill>
                  <a:srgbClr val="7A1732"/>
                </a:solidFill>
                <a:latin typeface="Bodoni FLF"/>
              </a:rPr>
              <a:t>No. [07] of [24]</a:t>
            </a:r>
          </a:p>
        </p:txBody>
      </p:sp>
      <p:pic>
        <p:nvPicPr>
          <p:cNvPr id="6" name="gold seal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0000">
            <a:off x="6219825" y="9667875"/>
            <a:ext cx="3181350" cy="3143250"/>
          </a:xfrm>
          <a:prstGeom prst="rect">
            <a:avLst/>
          </a:prstGeom>
        </p:spPr>
      </p:pic>
      <p:sp>
        <p:nvSpPr>
          <p:cNvPr id="7" name="TEXT: small batch"/>
          <p:cNvSpPr/>
          <p:nvPr/>
        </p:nvSpPr>
        <p:spPr>
          <a:xfrm rot="480000">
            <a:off x="7167562" y="10682288"/>
            <a:ext cx="1285875" cy="1114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7348" rIns="117348" tIns="50292" bIns="50292"/>
          <a:lstStyle/>
          <a:p>
            <a:pPr algn="ctr">
              <a:lnSpc>
                <a:spcPts val="4026"/>
              </a:lnSpc>
            </a:pPr>
            <a:r>
              <a:rPr b="0" sz="3300">
                <a:solidFill>
                  <a:srgbClr val="7A1732"/>
                </a:solidFill>
                <a:latin typeface="Bodoni FLF"/>
              </a:rPr>
              <a:t>small</a:t>
            </a:r>
          </a:p>
          <a:p>
            <a:pPr algn="ctr">
              <a:lnSpc>
                <a:spcPts val="4026"/>
              </a:lnSpc>
            </a:pPr>
            <a:r>
              <a:rPr b="0" sz="3300">
                <a:solidFill>
                  <a:srgbClr val="7A1732"/>
                </a:solidFill>
                <a:latin typeface="Bodoni FLF"/>
              </a:rPr>
              <a:t>batch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vintage card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495300" y="4048125"/>
            <a:ext cx="9296400" cy="6381750"/>
          </a:xfrm>
          <a:prstGeom prst="rect">
            <a:avLst/>
          </a:prstGeom>
        </p:spPr>
      </p:pic>
      <p:sp>
        <p:nvSpPr>
          <p:cNvPr id="4" name="PHOTO: The batch, one by one (card window)"/>
          <p:cNvSpPr/>
          <p:nvPr/>
        </p:nvSpPr>
        <p:spPr>
          <a:xfrm rot="-120000">
            <a:off x="1524000" y="5000625"/>
            <a:ext cx="7239000" cy="44767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numbered"/>
          <p:cNvSpPr txBox="1"/>
          <p:nvPr/>
        </p:nvSpPr>
        <p:spPr>
          <a:xfrm rot="120000">
            <a:off x="119062" y="1657350"/>
            <a:ext cx="10048875" cy="24003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750" i="0">
                <a:solidFill>
                  <a:srgbClr val="181716"/>
                </a:solidFill>
                <a:latin typeface="DM Serif Display"/>
              </a:rPr>
              <a:t>numbered</a:t>
            </a:r>
          </a:p>
        </p:txBody>
      </p:sp>
      <p:sp>
        <p:nvSpPr>
          <p:cNvPr id="6" name="TEXT: each one"/>
          <p:cNvSpPr/>
          <p:nvPr/>
        </p:nvSpPr>
        <p:spPr>
          <a:xfrm rot="180000">
            <a:off x="1219200" y="1066800"/>
            <a:ext cx="3276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l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each one</a:t>
            </a:r>
          </a:p>
        </p:txBody>
      </p:sp>
      <p:sp>
        <p:nvSpPr>
          <p:cNvPr id="7" name="TEXT: [each one signed by hand]"/>
          <p:cNvSpPr/>
          <p:nvPr/>
        </p:nvSpPr>
        <p:spPr>
          <a:xfrm rot="21480000">
            <a:off x="1076325" y="10634662"/>
            <a:ext cx="8134350" cy="828675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FFFFFF"/>
                </a:solidFill>
                <a:latin typeface="Montserrat"/>
              </a:rPr>
              <a:t>[each one signed by hand]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batch, close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gold seal" descr="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40000">
            <a:off x="6934200" y="10477500"/>
            <a:ext cx="2895600" cy="2857500"/>
          </a:xfrm>
          <a:prstGeom prst="rect">
            <a:avLst/>
          </a:prstGeom>
        </p:spPr>
      </p:pic>
      <p:sp>
        <p:nvSpPr>
          <p:cNvPr id="5" name="TEXT: small batch"/>
          <p:cNvSpPr/>
          <p:nvPr/>
        </p:nvSpPr>
        <p:spPr>
          <a:xfrm rot="21240000">
            <a:off x="7805738" y="11425238"/>
            <a:ext cx="1152525" cy="962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346" rIns="101346" tIns="43434" bIns="43434"/>
          <a:lstStyle/>
          <a:p>
            <a:pPr algn="ctr">
              <a:lnSpc>
                <a:spcPts val="3476"/>
              </a:lnSpc>
            </a:pPr>
            <a:r>
              <a:rPr b="0" sz="2850">
                <a:solidFill>
                  <a:srgbClr val="7A1732"/>
                </a:solidFill>
                <a:latin typeface="Bodoni FLF"/>
              </a:rPr>
              <a:t>small</a:t>
            </a:r>
          </a:p>
          <a:p>
            <a:pPr algn="ctr">
              <a:lnSpc>
                <a:spcPts val="3476"/>
              </a:lnSpc>
            </a:pPr>
            <a:r>
              <a:rPr b="0" sz="2850">
                <a:solidFill>
                  <a:srgbClr val="7A1732"/>
                </a:solidFill>
                <a:latin typeface="Bodoni FLF"/>
              </a:rPr>
              <a:t>batch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calendar page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838200" y="3724275"/>
            <a:ext cx="8610600" cy="8934450"/>
          </a:xfrm>
          <a:prstGeom prst="rect">
            <a:avLst/>
          </a:prstGeom>
        </p:spPr>
      </p:pic>
      <p:sp>
        <p:nvSpPr>
          <p:cNvPr id="4" name="circle"/>
          <p:cNvSpPr/>
          <p:nvPr/>
        </p:nvSpPr>
        <p:spPr>
          <a:xfrm rot="0">
            <a:off x="5762625" y="8467725"/>
            <a:ext cx="1809750" cy="1733550"/>
          </a:xfrm>
          <a:custGeom>
            <a:avLst/>
            <a:gdLst/>
            <a:ahLst/>
            <a:cxnLst/>
            <a:rect l="0" t="0" r="r" b="b"/>
            <a:pathLst>
              <a:path w="1809750" h="1733550">
                <a:moveTo>
                  <a:pt x="628650" y="1727447"/>
                </a:moveTo>
                <a:cubicBezTo>
                  <a:pt x="579539" y="1718240"/>
                  <a:pt x="507884" y="1691888"/>
                  <a:pt x="457200" y="1664394"/>
                </a:cubicBezTo>
                <a:cubicBezTo>
                  <a:pt x="399363" y="1633019"/>
                  <a:pt x="373627" y="1612504"/>
                  <a:pt x="404812" y="1622633"/>
                </a:cubicBezTo>
                <a:cubicBezTo>
                  <a:pt x="423076" y="1628566"/>
                  <a:pt x="423136" y="1628258"/>
                  <a:pt x="406267" y="1615165"/>
                </a:cubicBezTo>
                <a:cubicBezTo>
                  <a:pt x="396590" y="1607653"/>
                  <a:pt x="382915" y="1603717"/>
                  <a:pt x="375878" y="1606418"/>
                </a:cubicBezTo>
                <a:cubicBezTo>
                  <a:pt x="368420" y="1609280"/>
                  <a:pt x="329150" y="1577087"/>
                  <a:pt x="281727" y="1529235"/>
                </a:cubicBezTo>
                <a:cubicBezTo>
                  <a:pt x="236981" y="1484084"/>
                  <a:pt x="203097" y="1454791"/>
                  <a:pt x="206429" y="1464140"/>
                </a:cubicBezTo>
                <a:cubicBezTo>
                  <a:pt x="224566" y="1515018"/>
                  <a:pt x="149751" y="1416701"/>
                  <a:pt x="122607" y="1353986"/>
                </a:cubicBezTo>
                <a:cubicBezTo>
                  <a:pt x="105259" y="1313906"/>
                  <a:pt x="85887" y="1275757"/>
                  <a:pt x="79557" y="1269212"/>
                </a:cubicBezTo>
                <a:cubicBezTo>
                  <a:pt x="39077" y="1227357"/>
                  <a:pt x="11" y="1035274"/>
                  <a:pt x="5440" y="904789"/>
                </a:cubicBezTo>
                <a:cubicBezTo>
                  <a:pt x="9057" y="817837"/>
                  <a:pt x="44874" y="675313"/>
                  <a:pt x="76766" y="620961"/>
                </a:cubicBezTo>
                <a:cubicBezTo>
                  <a:pt x="100675" y="580215"/>
                  <a:pt x="100294" y="559747"/>
                  <a:pt x="76200" y="590550"/>
                </a:cubicBezTo>
                <a:cubicBezTo>
                  <a:pt x="41961" y="634321"/>
                  <a:pt x="53482" y="582078"/>
                  <a:pt x="92868" y="514964"/>
                </a:cubicBezTo>
                <a:cubicBezTo>
                  <a:pt x="192860" y="344580"/>
                  <a:pt x="565785" y="47767"/>
                  <a:pt x="651352" y="70465"/>
                </a:cubicBezTo>
                <a:cubicBezTo>
                  <a:pt x="662713" y="73479"/>
                  <a:pt x="715164" y="60705"/>
                  <a:pt x="771525" y="41198"/>
                </a:cubicBezTo>
                <a:cubicBezTo>
                  <a:pt x="978686" y="-30502"/>
                  <a:pt x="1215781" y="3388"/>
                  <a:pt x="1411431" y="132668"/>
                </a:cubicBezTo>
                <a:cubicBezTo>
                  <a:pt x="1524885" y="207634"/>
                  <a:pt x="1647069" y="350170"/>
                  <a:pt x="1648357" y="409058"/>
                </a:cubicBezTo>
                <a:cubicBezTo>
                  <a:pt x="1648986" y="437824"/>
                  <a:pt x="1684616" y="527062"/>
                  <a:pt x="1685392" y="501817"/>
                </a:cubicBezTo>
                <a:cubicBezTo>
                  <a:pt x="1685685" y="492305"/>
                  <a:pt x="1681360" y="475994"/>
                  <a:pt x="1675782" y="465570"/>
                </a:cubicBezTo>
                <a:cubicBezTo>
                  <a:pt x="1670203" y="455147"/>
                  <a:pt x="1667226" y="441857"/>
                  <a:pt x="1669166" y="436038"/>
                </a:cubicBezTo>
                <a:cubicBezTo>
                  <a:pt x="1673390" y="423366"/>
                  <a:pt x="1707834" y="515769"/>
                  <a:pt x="1728268" y="594591"/>
                </a:cubicBezTo>
                <a:cubicBezTo>
                  <a:pt x="1749978" y="678335"/>
                  <a:pt x="1763707" y="801004"/>
                  <a:pt x="1752835" y="814103"/>
                </a:cubicBezTo>
                <a:cubicBezTo>
                  <a:pt x="1747704" y="820286"/>
                  <a:pt x="1746613" y="843622"/>
                  <a:pt x="1750343" y="867371"/>
                </a:cubicBezTo>
                <a:cubicBezTo>
                  <a:pt x="1753995" y="890617"/>
                  <a:pt x="1756556" y="937498"/>
                  <a:pt x="1756034" y="971550"/>
                </a:cubicBezTo>
                <a:lnTo>
                  <a:pt x="1755086" y="1033462"/>
                </a:lnTo>
                <a:lnTo>
                  <a:pt x="1763117" y="985837"/>
                </a:lnTo>
                <a:cubicBezTo>
                  <a:pt x="1767534" y="959643"/>
                  <a:pt x="1773667" y="917852"/>
                  <a:pt x="1776745" y="892968"/>
                </a:cubicBezTo>
                <a:cubicBezTo>
                  <a:pt x="1779823" y="868084"/>
                  <a:pt x="1785901" y="847725"/>
                  <a:pt x="1790251" y="847724"/>
                </a:cubicBezTo>
                <a:cubicBezTo>
                  <a:pt x="1814650" y="847724"/>
                  <a:pt x="1807320" y="966567"/>
                  <a:pt x="1775296" y="1090161"/>
                </a:cubicBezTo>
                <a:cubicBezTo>
                  <a:pt x="1737990" y="1234144"/>
                  <a:pt x="1638218" y="1384536"/>
                  <a:pt x="1508017" y="1493043"/>
                </a:cubicBezTo>
                <a:cubicBezTo>
                  <a:pt x="1450568" y="1540921"/>
                  <a:pt x="1432871" y="1545887"/>
                  <a:pt x="1472211" y="1503091"/>
                </a:cubicBezTo>
                <a:cubicBezTo>
                  <a:pt x="1494057" y="1479326"/>
                  <a:pt x="1490306" y="1481126"/>
                  <a:pt x="1455090" y="1511306"/>
                </a:cubicBezTo>
                <a:cubicBezTo>
                  <a:pt x="1430287" y="1532563"/>
                  <a:pt x="1380995" y="1565871"/>
                  <a:pt x="1345553" y="1585323"/>
                </a:cubicBezTo>
                <a:cubicBezTo>
                  <a:pt x="1310110" y="1604776"/>
                  <a:pt x="1289685" y="1618168"/>
                  <a:pt x="1300162" y="1615083"/>
                </a:cubicBezTo>
                <a:cubicBezTo>
                  <a:pt x="1353248" y="1599452"/>
                  <a:pt x="1267254" y="1646949"/>
                  <a:pt x="1192427" y="1674587"/>
                </a:cubicBezTo>
                <a:cubicBezTo>
                  <a:pt x="1060139" y="1723449"/>
                  <a:pt x="914400" y="1748630"/>
                  <a:pt x="914400" y="1722625"/>
                </a:cubicBezTo>
                <a:cubicBezTo>
                  <a:pt x="914400" y="1712285"/>
                  <a:pt x="847882" y="1713905"/>
                  <a:pt x="695325" y="1727962"/>
                </a:cubicBezTo>
                <a:cubicBezTo>
                  <a:pt x="671750" y="1730134"/>
                  <a:pt x="641746" y="1729902"/>
                  <a:pt x="628650" y="1727447"/>
                </a:cubicBezTo>
                <a:close/>
                <a:moveTo>
                  <a:pt x="942975" y="1599465"/>
                </a:moveTo>
                <a:cubicBezTo>
                  <a:pt x="987504" y="1593901"/>
                  <a:pt x="1039322" y="1587684"/>
                  <a:pt x="1058126" y="1585648"/>
                </a:cubicBezTo>
                <a:cubicBezTo>
                  <a:pt x="1087068" y="1582514"/>
                  <a:pt x="1142584" y="1564484"/>
                  <a:pt x="1233487" y="1528696"/>
                </a:cubicBezTo>
                <a:cubicBezTo>
                  <a:pt x="1248717" y="1522700"/>
                  <a:pt x="1250267" y="1523652"/>
                  <a:pt x="1241216" y="1533442"/>
                </a:cubicBezTo>
                <a:cubicBezTo>
                  <a:pt x="1234990" y="1540177"/>
                  <a:pt x="1189984" y="1559844"/>
                  <a:pt x="1141204" y="1577146"/>
                </a:cubicBezTo>
                <a:cubicBezTo>
                  <a:pt x="1047201" y="1610487"/>
                  <a:pt x="1038109" y="1619974"/>
                  <a:pt x="1124602" y="1594468"/>
                </a:cubicBezTo>
                <a:cubicBezTo>
                  <a:pt x="1195385" y="1573595"/>
                  <a:pt x="1277684" y="1533865"/>
                  <a:pt x="1271355" y="1523624"/>
                </a:cubicBezTo>
                <a:cubicBezTo>
                  <a:pt x="1268493" y="1518993"/>
                  <a:pt x="1283863" y="1506169"/>
                  <a:pt x="1305511" y="1495125"/>
                </a:cubicBezTo>
                <a:cubicBezTo>
                  <a:pt x="1327159" y="1484081"/>
                  <a:pt x="1342303" y="1472478"/>
                  <a:pt x="1339164" y="1469339"/>
                </a:cubicBezTo>
                <a:cubicBezTo>
                  <a:pt x="1331786" y="1461961"/>
                  <a:pt x="1361804" y="1428652"/>
                  <a:pt x="1375457" y="1429066"/>
                </a:cubicBezTo>
                <a:cubicBezTo>
                  <a:pt x="1381194" y="1429241"/>
                  <a:pt x="1375768" y="1437813"/>
                  <a:pt x="1363401" y="1448116"/>
                </a:cubicBezTo>
                <a:cubicBezTo>
                  <a:pt x="1344477" y="1463881"/>
                  <a:pt x="1343579" y="1466850"/>
                  <a:pt x="1357733" y="1466850"/>
                </a:cubicBezTo>
                <a:cubicBezTo>
                  <a:pt x="1373651" y="1466850"/>
                  <a:pt x="1373625" y="1467873"/>
                  <a:pt x="1357259" y="1485958"/>
                </a:cubicBezTo>
                <a:cubicBezTo>
                  <a:pt x="1347748" y="1496468"/>
                  <a:pt x="1342229" y="1507329"/>
                  <a:pt x="1344994" y="1510094"/>
                </a:cubicBezTo>
                <a:cubicBezTo>
                  <a:pt x="1352485" y="1517585"/>
                  <a:pt x="1435793" y="1448119"/>
                  <a:pt x="1495425" y="1384661"/>
                </a:cubicBezTo>
                <a:cubicBezTo>
                  <a:pt x="1524238" y="1353998"/>
                  <a:pt x="1532606" y="1342802"/>
                  <a:pt x="1514021" y="1359780"/>
                </a:cubicBezTo>
                <a:cubicBezTo>
                  <a:pt x="1476986" y="1393614"/>
                  <a:pt x="1453611" y="1402015"/>
                  <a:pt x="1481137" y="1371600"/>
                </a:cubicBezTo>
                <a:cubicBezTo>
                  <a:pt x="1511214" y="1338364"/>
                  <a:pt x="1481530" y="1351086"/>
                  <a:pt x="1447800" y="1385887"/>
                </a:cubicBezTo>
                <a:cubicBezTo>
                  <a:pt x="1430028" y="1404223"/>
                  <a:pt x="1411850" y="1419225"/>
                  <a:pt x="1407405" y="1419225"/>
                </a:cubicBezTo>
                <a:cubicBezTo>
                  <a:pt x="1402960" y="1419225"/>
                  <a:pt x="1422240" y="1396722"/>
                  <a:pt x="1450250" y="1369218"/>
                </a:cubicBezTo>
                <a:cubicBezTo>
                  <a:pt x="1553391" y="1267943"/>
                  <a:pt x="1627432" y="1128118"/>
                  <a:pt x="1633760" y="1022665"/>
                </a:cubicBezTo>
                <a:cubicBezTo>
                  <a:pt x="1635919" y="986694"/>
                  <a:pt x="1641233" y="933688"/>
                  <a:pt x="1645569" y="904875"/>
                </a:cubicBezTo>
                <a:cubicBezTo>
                  <a:pt x="1661312" y="800271"/>
                  <a:pt x="1612498" y="550993"/>
                  <a:pt x="1567976" y="508628"/>
                </a:cubicBezTo>
                <a:cubicBezTo>
                  <a:pt x="1556411" y="497623"/>
                  <a:pt x="1526669" y="452486"/>
                  <a:pt x="1501883" y="408324"/>
                </a:cubicBezTo>
                <a:cubicBezTo>
                  <a:pt x="1420424" y="263187"/>
                  <a:pt x="1305435" y="194041"/>
                  <a:pt x="1052524" y="138113"/>
                </a:cubicBezTo>
                <a:cubicBezTo>
                  <a:pt x="1024753" y="131972"/>
                  <a:pt x="1024489" y="131397"/>
                  <a:pt x="1042999" y="117376"/>
                </a:cubicBezTo>
                <a:cubicBezTo>
                  <a:pt x="1060461" y="104149"/>
                  <a:pt x="1056912" y="103360"/>
                  <a:pt x="1000125" y="107846"/>
                </a:cubicBezTo>
                <a:cubicBezTo>
                  <a:pt x="862869" y="118686"/>
                  <a:pt x="682118" y="175844"/>
                  <a:pt x="585373" y="239000"/>
                </a:cubicBezTo>
                <a:cubicBezTo>
                  <a:pt x="546310" y="264501"/>
                  <a:pt x="514349" y="281031"/>
                  <a:pt x="514350" y="275733"/>
                </a:cubicBezTo>
                <a:cubicBezTo>
                  <a:pt x="514350" y="270436"/>
                  <a:pt x="520779" y="263634"/>
                  <a:pt x="528637" y="260619"/>
                </a:cubicBezTo>
                <a:cubicBezTo>
                  <a:pt x="536495" y="257604"/>
                  <a:pt x="542925" y="249202"/>
                  <a:pt x="542925" y="241949"/>
                </a:cubicBezTo>
                <a:cubicBezTo>
                  <a:pt x="542925" y="229959"/>
                  <a:pt x="428371" y="308341"/>
                  <a:pt x="420865" y="325467"/>
                </a:cubicBezTo>
                <a:cubicBezTo>
                  <a:pt x="419217" y="329228"/>
                  <a:pt x="411607" y="329901"/>
                  <a:pt x="403954" y="326965"/>
                </a:cubicBezTo>
                <a:cubicBezTo>
                  <a:pt x="392517" y="322576"/>
                  <a:pt x="392203" y="318853"/>
                  <a:pt x="402188" y="306068"/>
                </a:cubicBezTo>
                <a:cubicBezTo>
                  <a:pt x="429204" y="271475"/>
                  <a:pt x="326887" y="362071"/>
                  <a:pt x="288614" y="406630"/>
                </a:cubicBezTo>
                <a:cubicBezTo>
                  <a:pt x="249941" y="451656"/>
                  <a:pt x="248897" y="454319"/>
                  <a:pt x="271616" y="449976"/>
                </a:cubicBezTo>
                <a:cubicBezTo>
                  <a:pt x="284930" y="447431"/>
                  <a:pt x="302129" y="436346"/>
                  <a:pt x="309836" y="425342"/>
                </a:cubicBezTo>
                <a:cubicBezTo>
                  <a:pt x="317544" y="414339"/>
                  <a:pt x="323849" y="408626"/>
                  <a:pt x="323849" y="412648"/>
                </a:cubicBezTo>
                <a:cubicBezTo>
                  <a:pt x="323850" y="416669"/>
                  <a:pt x="301805" y="452628"/>
                  <a:pt x="274862" y="492556"/>
                </a:cubicBezTo>
                <a:cubicBezTo>
                  <a:pt x="173044" y="643444"/>
                  <a:pt x="119301" y="799664"/>
                  <a:pt x="122186" y="936350"/>
                </a:cubicBezTo>
                <a:cubicBezTo>
                  <a:pt x="123186" y="983710"/>
                  <a:pt x="120309" y="1008601"/>
                  <a:pt x="114266" y="1004866"/>
                </a:cubicBezTo>
                <a:cubicBezTo>
                  <a:pt x="109046" y="1001640"/>
                  <a:pt x="104775" y="986141"/>
                  <a:pt x="104775" y="970425"/>
                </a:cubicBezTo>
                <a:cubicBezTo>
                  <a:pt x="104775" y="954291"/>
                  <a:pt x="100732" y="944349"/>
                  <a:pt x="95489" y="947589"/>
                </a:cubicBezTo>
                <a:cubicBezTo>
                  <a:pt x="78514" y="958080"/>
                  <a:pt x="116855" y="1171575"/>
                  <a:pt x="135713" y="1171575"/>
                </a:cubicBezTo>
                <a:cubicBezTo>
                  <a:pt x="140233" y="1171575"/>
                  <a:pt x="152879" y="1193107"/>
                  <a:pt x="163816" y="1219424"/>
                </a:cubicBezTo>
                <a:cubicBezTo>
                  <a:pt x="174752" y="1245741"/>
                  <a:pt x="185287" y="1265687"/>
                  <a:pt x="187225" y="1263749"/>
                </a:cubicBezTo>
                <a:cubicBezTo>
                  <a:pt x="189164" y="1261810"/>
                  <a:pt x="184570" y="1245434"/>
                  <a:pt x="177016" y="1227356"/>
                </a:cubicBezTo>
                <a:cubicBezTo>
                  <a:pt x="169463" y="1209278"/>
                  <a:pt x="160901" y="1166829"/>
                  <a:pt x="157990" y="1133025"/>
                </a:cubicBezTo>
                <a:cubicBezTo>
                  <a:pt x="151895" y="1062248"/>
                  <a:pt x="157274" y="1069203"/>
                  <a:pt x="205851" y="1194912"/>
                </a:cubicBezTo>
                <a:cubicBezTo>
                  <a:pt x="278169" y="1382060"/>
                  <a:pt x="382138" y="1494194"/>
                  <a:pt x="551314" y="1567508"/>
                </a:cubicBezTo>
                <a:cubicBezTo>
                  <a:pt x="611629" y="1593645"/>
                  <a:pt x="634813" y="1599142"/>
                  <a:pt x="668091" y="1595195"/>
                </a:cubicBezTo>
                <a:cubicBezTo>
                  <a:pt x="690928" y="1592486"/>
                  <a:pt x="739616" y="1594084"/>
                  <a:pt x="776287" y="1598745"/>
                </a:cubicBezTo>
                <a:cubicBezTo>
                  <a:pt x="812958" y="1603407"/>
                  <a:pt x="847248" y="1607752"/>
                  <a:pt x="852487" y="1608400"/>
                </a:cubicBezTo>
                <a:cubicBezTo>
                  <a:pt x="857726" y="1609049"/>
                  <a:pt x="898445" y="1605028"/>
                  <a:pt x="942975" y="1599465"/>
                </a:cubicBezTo>
                <a:close/>
                <a:moveTo>
                  <a:pt x="147510" y="709612"/>
                </a:moveTo>
                <a:cubicBezTo>
                  <a:pt x="156694" y="683418"/>
                  <a:pt x="181871" y="627697"/>
                  <a:pt x="203461" y="585787"/>
                </a:cubicBezTo>
                <a:cubicBezTo>
                  <a:pt x="256242" y="483329"/>
                  <a:pt x="256581" y="478707"/>
                  <a:pt x="205557" y="557212"/>
                </a:cubicBezTo>
                <a:cubicBezTo>
                  <a:pt x="148795" y="644547"/>
                  <a:pt x="118090" y="723758"/>
                  <a:pt x="111407" y="800100"/>
                </a:cubicBezTo>
                <a:lnTo>
                  <a:pt x="105987" y="862012"/>
                </a:lnTo>
                <a:lnTo>
                  <a:pt x="118400" y="809625"/>
                </a:lnTo>
                <a:cubicBezTo>
                  <a:pt x="125228" y="780811"/>
                  <a:pt x="138327" y="735806"/>
                  <a:pt x="147510" y="709612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5" name="TEXT: next batch"/>
          <p:cNvSpPr/>
          <p:nvPr/>
        </p:nvSpPr>
        <p:spPr>
          <a:xfrm rot="180000">
            <a:off x="966788" y="1514475"/>
            <a:ext cx="4924425" cy="1162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l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next batch</a:t>
            </a:r>
          </a:p>
        </p:txBody>
      </p:sp>
      <p:sp>
        <p:nvSpPr>
          <p:cNvPr id="6" name="TEXT: [Oct 30]"/>
          <p:cNvSpPr/>
          <p:nvPr/>
        </p:nvSpPr>
        <p:spPr>
          <a:xfrm rot="21420000">
            <a:off x="5553075" y="2847975"/>
            <a:ext cx="3752850" cy="1162050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ctr">
              <a:lnSpc>
                <a:spcPts val="7686"/>
              </a:lnSpc>
            </a:pPr>
            <a:r>
              <a:rPr b="1" sz="6300">
                <a:solidFill>
                  <a:srgbClr val="FFFFFF"/>
                </a:solidFill>
                <a:latin typeface="Montserrat"/>
              </a:rPr>
              <a:t>[Oct 30]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781050" y="2019300"/>
            <a:ext cx="8724900" cy="10439400"/>
          </a:xfrm>
          <a:prstGeom prst="rect">
            <a:avLst/>
          </a:prstGeom>
        </p:spPr>
      </p:pic>
      <p:sp>
        <p:nvSpPr>
          <p:cNvPr id="4" name="PHOTO: One being packed"/>
          <p:cNvSpPr/>
          <p:nvPr/>
        </p:nvSpPr>
        <p:spPr>
          <a:xfrm rot="-120000">
            <a:off x="1428750" y="2667000"/>
            <a:ext cx="7429500" cy="9144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yours ships Friday]"/>
          <p:cNvSpPr/>
          <p:nvPr/>
        </p:nvSpPr>
        <p:spPr>
          <a:xfrm rot="120000">
            <a:off x="738188" y="12320588"/>
            <a:ext cx="6524625" cy="885825"/>
          </a:xfrm>
          <a:prstGeom prst="rect">
            <a:avLst/>
          </a:prstGeom>
          <a:solidFill>
            <a:srgbClr val="F9C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l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[yours ships Friday]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1619250" y="4953000"/>
            <a:ext cx="7048500" cy="8382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-180000">
            <a:off x="2190750" y="5524500"/>
            <a:ext cx="5905500" cy="7239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Comment"/>
          <p:cNvSpPr txBox="1"/>
          <p:nvPr/>
        </p:nvSpPr>
        <p:spPr>
          <a:xfrm>
            <a:off x="633412" y="95250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FFFFFF"/>
                </a:solidFill>
                <a:latin typeface="DM Serif Display"/>
              </a:rPr>
              <a:t>Comment</a:t>
            </a:r>
          </a:p>
        </p:txBody>
      </p:sp>
      <p:sp>
        <p:nvSpPr>
          <p:cNvPr id="6" name="TEXT: &quot;[KEYWORD]&quot;"/>
          <p:cNvSpPr/>
          <p:nvPr/>
        </p:nvSpPr>
        <p:spPr>
          <a:xfrm rot="21480000">
            <a:off x="2152650" y="311467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"[KEYWORD]"</a:t>
            </a:r>
          </a:p>
        </p:txBody>
      </p:sp>
      <p:sp>
        <p:nvSpPr>
          <p:cNvPr id="7" name="TEXT: [Product name]"/>
          <p:cNvSpPr/>
          <p:nvPr/>
        </p:nvSpPr>
        <p:spPr>
          <a:xfrm rot="180000">
            <a:off x="5124450" y="12663488"/>
            <a:ext cx="4610100" cy="771525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FFFFFF"/>
                </a:solidFill>
                <a:latin typeface="Montserrat"/>
              </a:rPr>
              <a:t>[Product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