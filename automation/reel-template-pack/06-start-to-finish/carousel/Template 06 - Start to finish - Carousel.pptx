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 making it. Edit [smoothie].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of your raw materials.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Stage 1: swap in its photo and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Stage 2: swap in its photo. Edit the note and the stage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Stage 3: swap in its photo (in the arch).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The finished one: swap in its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screenshot of your shop for the phone screen.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Making i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loading bar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762000"/>
            <a:ext cx="7086600" cy="1333500"/>
          </a:xfrm>
          <a:prstGeom prst="rect">
            <a:avLst/>
          </a:prstGeom>
        </p:spPr>
      </p:pic>
      <p:sp>
        <p:nvSpPr>
          <p:cNvPr id="5" name="TEXT: 0%"/>
          <p:cNvSpPr/>
          <p:nvPr/>
        </p:nvSpPr>
        <p:spPr>
          <a:xfrm>
            <a:off x="8291512" y="1057275"/>
            <a:ext cx="1133475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0%</a:t>
            </a:r>
          </a:p>
        </p:txBody>
      </p:sp>
      <p:sp>
        <p:nvSpPr>
          <p:cNvPr id="6" name="TEXT: making one [smoothie]"/>
          <p:cNvSpPr/>
          <p:nvPr/>
        </p:nvSpPr>
        <p:spPr>
          <a:xfrm rot="120000">
            <a:off x="1543050" y="9110662"/>
            <a:ext cx="7200900" cy="82867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making one [smoothie]</a:t>
            </a:r>
          </a:p>
        </p:txBody>
      </p:sp>
      <p:sp>
        <p:nvSpPr>
          <p:cNvPr id="7" name="LETTERING: start to"/>
          <p:cNvSpPr txBox="1"/>
          <p:nvPr/>
        </p:nvSpPr>
        <p:spPr>
          <a:xfrm rot="120000">
            <a:off x="1790700" y="10039350"/>
            <a:ext cx="5562600" cy="1828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i="0">
                <a:solidFill>
                  <a:srgbClr val="F7E6A9"/>
                </a:solidFill>
                <a:latin typeface="DM Serif Display"/>
              </a:rPr>
              <a:t>start </a:t>
            </a:r>
            <a:r>
              <a:rPr sz="12000" i="0">
                <a:solidFill>
                  <a:srgbClr val="F7E6A9"/>
                </a:solidFill>
                <a:latin typeface="DM Serif Display"/>
              </a:rPr>
              <a:t>to</a:t>
            </a:r>
          </a:p>
        </p:txBody>
      </p:sp>
      <p:sp>
        <p:nvSpPr>
          <p:cNvPr id="8" name="LETTERING: finish"/>
          <p:cNvSpPr txBox="1"/>
          <p:nvPr/>
        </p:nvSpPr>
        <p:spPr>
          <a:xfrm rot="120000">
            <a:off x="2166938" y="11258550"/>
            <a:ext cx="6334125" cy="2628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0" i="0">
                <a:solidFill>
                  <a:srgbClr val="F7E6A9"/>
                </a:solidFill>
                <a:latin typeface="DM Serif Display"/>
              </a:rPr>
              <a:t>finish</a:t>
            </a:r>
          </a:p>
        </p:txBody>
      </p:sp>
      <p:sp>
        <p:nvSpPr>
          <p:cNvPr id="9" name="GUIDE (delete)"/>
          <p:cNvSpPr/>
          <p:nvPr/>
        </p:nvSpPr>
        <p:spPr>
          <a:xfrm>
            <a:off x="1352550" y="230028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1238250" y="4252912"/>
            <a:ext cx="7810500" cy="7115175"/>
          </a:xfrm>
          <a:custGeom>
            <a:avLst/>
            <a:gdLst/>
            <a:ahLst/>
            <a:cxnLst/>
            <a:rect l="0" t="0" r="r" b="b"/>
            <a:pathLst>
              <a:path w="7810500" h="7115175">
                <a:moveTo>
                  <a:pt x="3891809" y="7076344"/>
                </a:moveTo>
                <a:cubicBezTo>
                  <a:pt x="3878246" y="7060225"/>
                  <a:pt x="3867150" y="7042556"/>
                  <a:pt x="3867150" y="7037077"/>
                </a:cubicBezTo>
                <a:cubicBezTo>
                  <a:pt x="3867150" y="7031304"/>
                  <a:pt x="3860685" y="7032482"/>
                  <a:pt x="3851771" y="7039880"/>
                </a:cubicBezTo>
                <a:cubicBezTo>
                  <a:pt x="3822306" y="7064333"/>
                  <a:pt x="3787784" y="7008643"/>
                  <a:pt x="3795269" y="6948733"/>
                </a:cubicBezTo>
                <a:cubicBezTo>
                  <a:pt x="3798660" y="6921596"/>
                  <a:pt x="3797002" y="6888207"/>
                  <a:pt x="3791553" y="6873874"/>
                </a:cubicBezTo>
                <a:cubicBezTo>
                  <a:pt x="3778614" y="6839842"/>
                  <a:pt x="3777954" y="6452036"/>
                  <a:pt x="3790476" y="6241237"/>
                </a:cubicBezTo>
                <a:cubicBezTo>
                  <a:pt x="3795845" y="6150859"/>
                  <a:pt x="3804772" y="5957176"/>
                  <a:pt x="3810313" y="5810831"/>
                </a:cubicBezTo>
                <a:cubicBezTo>
                  <a:pt x="3815854" y="5664486"/>
                  <a:pt x="3822410" y="5534835"/>
                  <a:pt x="3824882" y="5522718"/>
                </a:cubicBezTo>
                <a:cubicBezTo>
                  <a:pt x="3827355" y="5510601"/>
                  <a:pt x="3833533" y="5444966"/>
                  <a:pt x="3838612" y="5376862"/>
                </a:cubicBezTo>
                <a:cubicBezTo>
                  <a:pt x="3859846" y="5092129"/>
                  <a:pt x="3899561" y="4874163"/>
                  <a:pt x="3934097" y="4852818"/>
                </a:cubicBezTo>
                <a:cubicBezTo>
                  <a:pt x="3948942" y="4843644"/>
                  <a:pt x="3971925" y="4866446"/>
                  <a:pt x="3971925" y="4890348"/>
                </a:cubicBezTo>
                <a:cubicBezTo>
                  <a:pt x="3971925" y="4901756"/>
                  <a:pt x="3975488" y="4915161"/>
                  <a:pt x="3979844" y="4920138"/>
                </a:cubicBezTo>
                <a:cubicBezTo>
                  <a:pt x="4001630" y="4945031"/>
                  <a:pt x="4046956" y="5207696"/>
                  <a:pt x="4054549" y="5353050"/>
                </a:cubicBezTo>
                <a:cubicBezTo>
                  <a:pt x="4056875" y="5397579"/>
                  <a:pt x="4061238" y="5440441"/>
                  <a:pt x="4064246" y="5448300"/>
                </a:cubicBezTo>
                <a:cubicBezTo>
                  <a:pt x="4067253" y="5456158"/>
                  <a:pt x="4071334" y="5496877"/>
                  <a:pt x="4073314" y="5538787"/>
                </a:cubicBezTo>
                <a:cubicBezTo>
                  <a:pt x="4075294" y="5580697"/>
                  <a:pt x="4083060" y="5670708"/>
                  <a:pt x="4090572" y="5738812"/>
                </a:cubicBezTo>
                <a:cubicBezTo>
                  <a:pt x="4108572" y="5901997"/>
                  <a:pt x="4121895" y="6862015"/>
                  <a:pt x="4106294" y="6871657"/>
                </a:cubicBezTo>
                <a:cubicBezTo>
                  <a:pt x="4100367" y="6875320"/>
                  <a:pt x="4095750" y="6904793"/>
                  <a:pt x="4095750" y="6938962"/>
                </a:cubicBezTo>
                <a:cubicBezTo>
                  <a:pt x="4095750" y="6972396"/>
                  <a:pt x="4091463" y="7002399"/>
                  <a:pt x="4086225" y="7005637"/>
                </a:cubicBezTo>
                <a:cubicBezTo>
                  <a:pt x="4080986" y="7008875"/>
                  <a:pt x="4076700" y="7019179"/>
                  <a:pt x="4076700" y="7028535"/>
                </a:cubicBezTo>
                <a:cubicBezTo>
                  <a:pt x="4076700" y="7053030"/>
                  <a:pt x="4043537" y="7079925"/>
                  <a:pt x="4021830" y="7073036"/>
                </a:cubicBezTo>
                <a:cubicBezTo>
                  <a:pt x="4010231" y="7069355"/>
                  <a:pt x="3997439" y="7074194"/>
                  <a:pt x="3986334" y="7086465"/>
                </a:cubicBezTo>
                <a:cubicBezTo>
                  <a:pt x="3960293" y="7115240"/>
                  <a:pt x="3920997" y="7111032"/>
                  <a:pt x="3891809" y="7076344"/>
                </a:cubicBezTo>
                <a:close/>
                <a:moveTo>
                  <a:pt x="1003306" y="6131718"/>
                </a:moveTo>
                <a:cubicBezTo>
                  <a:pt x="999198" y="6125170"/>
                  <a:pt x="997007" y="6112691"/>
                  <a:pt x="998437" y="6103989"/>
                </a:cubicBezTo>
                <a:cubicBezTo>
                  <a:pt x="1000589" y="6090883"/>
                  <a:pt x="994813" y="6089000"/>
                  <a:pt x="964809" y="6093024"/>
                </a:cubicBezTo>
                <a:cubicBezTo>
                  <a:pt x="902463" y="6101386"/>
                  <a:pt x="875058" y="6048501"/>
                  <a:pt x="927261" y="6020563"/>
                </a:cubicBezTo>
                <a:cubicBezTo>
                  <a:pt x="939017" y="6014271"/>
                  <a:pt x="953782" y="6000884"/>
                  <a:pt x="960071" y="5990813"/>
                </a:cubicBezTo>
                <a:cubicBezTo>
                  <a:pt x="971216" y="5972966"/>
                  <a:pt x="970649" y="5972912"/>
                  <a:pt x="937627" y="5988659"/>
                </a:cubicBezTo>
                <a:cubicBezTo>
                  <a:pt x="904919" y="6004256"/>
                  <a:pt x="886688" y="5998203"/>
                  <a:pt x="885970" y="5971508"/>
                </a:cubicBezTo>
                <a:cubicBezTo>
                  <a:pt x="885477" y="5953136"/>
                  <a:pt x="957276" y="5885477"/>
                  <a:pt x="972923" y="5889569"/>
                </a:cubicBezTo>
                <a:cubicBezTo>
                  <a:pt x="984145" y="5892503"/>
                  <a:pt x="1014017" y="5876855"/>
                  <a:pt x="1054884" y="5846635"/>
                </a:cubicBezTo>
                <a:cubicBezTo>
                  <a:pt x="1112018" y="5804385"/>
                  <a:pt x="1115736" y="5799791"/>
                  <a:pt x="1088231" y="5805424"/>
                </a:cubicBezTo>
                <a:cubicBezTo>
                  <a:pt x="1003934" y="5822687"/>
                  <a:pt x="1086478" y="5747603"/>
                  <a:pt x="1457325" y="5469685"/>
                </a:cubicBezTo>
                <a:cubicBezTo>
                  <a:pt x="1569958" y="5385277"/>
                  <a:pt x="1683543" y="5299806"/>
                  <a:pt x="1709737" y="5279750"/>
                </a:cubicBezTo>
                <a:cubicBezTo>
                  <a:pt x="1770887" y="5232929"/>
                  <a:pt x="2063434" y="5019860"/>
                  <a:pt x="2095143" y="4999050"/>
                </a:cubicBezTo>
                <a:cubicBezTo>
                  <a:pt x="2108436" y="4990325"/>
                  <a:pt x="2142886" y="4966026"/>
                  <a:pt x="2171700" y="4945052"/>
                </a:cubicBezTo>
                <a:cubicBezTo>
                  <a:pt x="2414697" y="4768165"/>
                  <a:pt x="2865307" y="4504842"/>
                  <a:pt x="2901342" y="4518670"/>
                </a:cubicBezTo>
                <a:cubicBezTo>
                  <a:pt x="2917865" y="4525011"/>
                  <a:pt x="2918597" y="4550158"/>
                  <a:pt x="2902743" y="4566833"/>
                </a:cubicBezTo>
                <a:cubicBezTo>
                  <a:pt x="2874905" y="4596112"/>
                  <a:pt x="2794450" y="4690939"/>
                  <a:pt x="2781300" y="4709972"/>
                </a:cubicBezTo>
                <a:cubicBezTo>
                  <a:pt x="2773441" y="4721345"/>
                  <a:pt x="2739151" y="4757193"/>
                  <a:pt x="2705100" y="4789635"/>
                </a:cubicBezTo>
                <a:cubicBezTo>
                  <a:pt x="2671048" y="4822077"/>
                  <a:pt x="2613183" y="4877561"/>
                  <a:pt x="2576512" y="4912934"/>
                </a:cubicBezTo>
                <a:cubicBezTo>
                  <a:pt x="2539841" y="4948306"/>
                  <a:pt x="2492692" y="4991629"/>
                  <a:pt x="2471737" y="5009206"/>
                </a:cubicBezTo>
                <a:cubicBezTo>
                  <a:pt x="2450782" y="5026783"/>
                  <a:pt x="2403633" y="5069640"/>
                  <a:pt x="2366962" y="5104444"/>
                </a:cubicBezTo>
                <a:cubicBezTo>
                  <a:pt x="2330291" y="5139247"/>
                  <a:pt x="2270283" y="5191704"/>
                  <a:pt x="2233612" y="5221016"/>
                </a:cubicBezTo>
                <a:cubicBezTo>
                  <a:pt x="2196941" y="5250327"/>
                  <a:pt x="2121931" y="5316052"/>
                  <a:pt x="2066925" y="5367072"/>
                </a:cubicBezTo>
                <a:cubicBezTo>
                  <a:pt x="2011918" y="5418091"/>
                  <a:pt x="1941732" y="5479741"/>
                  <a:pt x="1910957" y="5504073"/>
                </a:cubicBezTo>
                <a:cubicBezTo>
                  <a:pt x="1880182" y="5528404"/>
                  <a:pt x="1834716" y="5565457"/>
                  <a:pt x="1809921" y="5586412"/>
                </a:cubicBezTo>
                <a:cubicBezTo>
                  <a:pt x="1785126" y="5607367"/>
                  <a:pt x="1756727" y="5631025"/>
                  <a:pt x="1746813" y="5638986"/>
                </a:cubicBezTo>
                <a:cubicBezTo>
                  <a:pt x="1669525" y="5701044"/>
                  <a:pt x="1500974" y="5841023"/>
                  <a:pt x="1462087" y="5875446"/>
                </a:cubicBezTo>
                <a:cubicBezTo>
                  <a:pt x="1412143" y="5919658"/>
                  <a:pt x="1324620" y="5981700"/>
                  <a:pt x="1312195" y="5981700"/>
                </a:cubicBezTo>
                <a:cubicBezTo>
                  <a:pt x="1308196" y="5981700"/>
                  <a:pt x="1304925" y="5975270"/>
                  <a:pt x="1304925" y="5967412"/>
                </a:cubicBezTo>
                <a:cubicBezTo>
                  <a:pt x="1304925" y="5943693"/>
                  <a:pt x="1294370" y="5949560"/>
                  <a:pt x="1202028" y="6024607"/>
                </a:cubicBezTo>
                <a:cubicBezTo>
                  <a:pt x="1072683" y="6129727"/>
                  <a:pt x="1019901" y="6158177"/>
                  <a:pt x="1003306" y="6131718"/>
                </a:cubicBezTo>
                <a:close/>
                <a:moveTo>
                  <a:pt x="6338887" y="6014520"/>
                </a:moveTo>
                <a:cubicBezTo>
                  <a:pt x="6312693" y="5990656"/>
                  <a:pt x="6263401" y="5946720"/>
                  <a:pt x="6229350" y="5916884"/>
                </a:cubicBezTo>
                <a:cubicBezTo>
                  <a:pt x="6149474" y="5846898"/>
                  <a:pt x="6084782" y="5787714"/>
                  <a:pt x="5972234" y="5681662"/>
                </a:cubicBezTo>
                <a:cubicBezTo>
                  <a:pt x="5922198" y="5634513"/>
                  <a:pt x="5797213" y="5517827"/>
                  <a:pt x="5694491" y="5422360"/>
                </a:cubicBezTo>
                <a:cubicBezTo>
                  <a:pt x="5492755" y="5234872"/>
                  <a:pt x="5314091" y="5049974"/>
                  <a:pt x="5142462" y="4851068"/>
                </a:cubicBezTo>
                <a:cubicBezTo>
                  <a:pt x="4855131" y="4518070"/>
                  <a:pt x="4844483" y="4458760"/>
                  <a:pt x="5100914" y="4619625"/>
                </a:cubicBezTo>
                <a:cubicBezTo>
                  <a:pt x="5122331" y="4633060"/>
                  <a:pt x="5256207" y="4725291"/>
                  <a:pt x="5315215" y="4767262"/>
                </a:cubicBezTo>
                <a:cubicBezTo>
                  <a:pt x="5362186" y="4800672"/>
                  <a:pt x="5599483" y="4983482"/>
                  <a:pt x="5704679" y="5067300"/>
                </a:cubicBezTo>
                <a:cubicBezTo>
                  <a:pt x="5811463" y="5152382"/>
                  <a:pt x="5856171" y="5189549"/>
                  <a:pt x="5989226" y="5303848"/>
                </a:cubicBezTo>
                <a:cubicBezTo>
                  <a:pt x="6033955" y="5342271"/>
                  <a:pt x="6081634" y="5380614"/>
                  <a:pt x="6095181" y="5389053"/>
                </a:cubicBezTo>
                <a:cubicBezTo>
                  <a:pt x="6108728" y="5397492"/>
                  <a:pt x="6156245" y="5436803"/>
                  <a:pt x="6200775" y="5476411"/>
                </a:cubicBezTo>
                <a:cubicBezTo>
                  <a:pt x="6245304" y="5516019"/>
                  <a:pt x="6310255" y="5573044"/>
                  <a:pt x="6345111" y="5603135"/>
                </a:cubicBezTo>
                <a:cubicBezTo>
                  <a:pt x="6558451" y="5787310"/>
                  <a:pt x="6654089" y="5915252"/>
                  <a:pt x="6595289" y="5937816"/>
                </a:cubicBezTo>
                <a:cubicBezTo>
                  <a:pt x="6583968" y="5942160"/>
                  <a:pt x="6583154" y="5947429"/>
                  <a:pt x="6591416" y="5962868"/>
                </a:cubicBezTo>
                <a:cubicBezTo>
                  <a:pt x="6606129" y="5990358"/>
                  <a:pt x="6596486" y="6011632"/>
                  <a:pt x="6558054" y="6036468"/>
                </a:cubicBezTo>
                <a:cubicBezTo>
                  <a:pt x="6517292" y="6062811"/>
                  <a:pt x="6510260" y="6062968"/>
                  <a:pt x="6478821" y="6038238"/>
                </a:cubicBezTo>
                <a:cubicBezTo>
                  <a:pt x="6457028" y="6021096"/>
                  <a:pt x="6452489" y="6020405"/>
                  <a:pt x="6443393" y="6032844"/>
                </a:cubicBezTo>
                <a:cubicBezTo>
                  <a:pt x="6419635" y="6065335"/>
                  <a:pt x="6388713" y="6059912"/>
                  <a:pt x="6338887" y="6014520"/>
                </a:cubicBezTo>
                <a:close/>
                <a:moveTo>
                  <a:pt x="4929187" y="6010275"/>
                </a:moveTo>
                <a:cubicBezTo>
                  <a:pt x="4925949" y="6005036"/>
                  <a:pt x="4913346" y="6000750"/>
                  <a:pt x="4901180" y="6000750"/>
                </a:cubicBezTo>
                <a:cubicBezTo>
                  <a:pt x="4856573" y="6000750"/>
                  <a:pt x="4773524" y="5837878"/>
                  <a:pt x="4687479" y="5581650"/>
                </a:cubicBezTo>
                <a:cubicBezTo>
                  <a:pt x="4665489" y="5516165"/>
                  <a:pt x="4643040" y="5449728"/>
                  <a:pt x="4637592" y="5434012"/>
                </a:cubicBezTo>
                <a:cubicBezTo>
                  <a:pt x="4592439" y="5303743"/>
                  <a:pt x="4541334" y="5103042"/>
                  <a:pt x="4545128" y="5070883"/>
                </a:cubicBezTo>
                <a:cubicBezTo>
                  <a:pt x="4549997" y="5029617"/>
                  <a:pt x="4566891" y="5034245"/>
                  <a:pt x="4608775" y="5088317"/>
                </a:cubicBezTo>
                <a:cubicBezTo>
                  <a:pt x="4630255" y="5116048"/>
                  <a:pt x="4655851" y="5147310"/>
                  <a:pt x="4665656" y="5157787"/>
                </a:cubicBezTo>
                <a:cubicBezTo>
                  <a:pt x="4675461" y="5168265"/>
                  <a:pt x="4697370" y="5201623"/>
                  <a:pt x="4714344" y="5231918"/>
                </a:cubicBezTo>
                <a:cubicBezTo>
                  <a:pt x="4731318" y="5262213"/>
                  <a:pt x="4756058" y="5299897"/>
                  <a:pt x="4769322" y="5315661"/>
                </a:cubicBezTo>
                <a:cubicBezTo>
                  <a:pt x="4782587" y="5331425"/>
                  <a:pt x="4811463" y="5379505"/>
                  <a:pt x="4833492" y="5422505"/>
                </a:cubicBezTo>
                <a:cubicBezTo>
                  <a:pt x="4855521" y="5465505"/>
                  <a:pt x="4882728" y="5517832"/>
                  <a:pt x="4893952" y="5538787"/>
                </a:cubicBezTo>
                <a:cubicBezTo>
                  <a:pt x="4927912" y="5602193"/>
                  <a:pt x="4996845" y="5754838"/>
                  <a:pt x="5014390" y="5805487"/>
                </a:cubicBezTo>
                <a:cubicBezTo>
                  <a:pt x="5023464" y="5831681"/>
                  <a:pt x="5034795" y="5860555"/>
                  <a:pt x="5039569" y="5869652"/>
                </a:cubicBezTo>
                <a:cubicBezTo>
                  <a:pt x="5060084" y="5908739"/>
                  <a:pt x="5041818" y="5991225"/>
                  <a:pt x="5012647" y="5991225"/>
                </a:cubicBezTo>
                <a:cubicBezTo>
                  <a:pt x="5007318" y="5991225"/>
                  <a:pt x="4997621" y="5997654"/>
                  <a:pt x="4991100" y="6005512"/>
                </a:cubicBezTo>
                <a:cubicBezTo>
                  <a:pt x="4977692" y="6021667"/>
                  <a:pt x="4938110" y="6024712"/>
                  <a:pt x="4929187" y="6010275"/>
                </a:cubicBezTo>
                <a:close/>
                <a:moveTo>
                  <a:pt x="2678336" y="5971884"/>
                </a:moveTo>
                <a:cubicBezTo>
                  <a:pt x="2644457" y="5951281"/>
                  <a:pt x="2643887" y="5949939"/>
                  <a:pt x="2657885" y="5923782"/>
                </a:cubicBezTo>
                <a:cubicBezTo>
                  <a:pt x="2665576" y="5909411"/>
                  <a:pt x="2664500" y="5903943"/>
                  <a:pt x="2653123" y="5899577"/>
                </a:cubicBezTo>
                <a:cubicBezTo>
                  <a:pt x="2631054" y="5891108"/>
                  <a:pt x="2635250" y="5864096"/>
                  <a:pt x="2667000" y="5810250"/>
                </a:cubicBezTo>
                <a:cubicBezTo>
                  <a:pt x="2682716" y="5783595"/>
                  <a:pt x="2695575" y="5756499"/>
                  <a:pt x="2695575" y="5750036"/>
                </a:cubicBezTo>
                <a:cubicBezTo>
                  <a:pt x="2695575" y="5719675"/>
                  <a:pt x="2833322" y="5486253"/>
                  <a:pt x="2897127" y="5408491"/>
                </a:cubicBezTo>
                <a:cubicBezTo>
                  <a:pt x="2917242" y="5383976"/>
                  <a:pt x="2933700" y="5360958"/>
                  <a:pt x="2933700" y="5357338"/>
                </a:cubicBezTo>
                <a:cubicBezTo>
                  <a:pt x="2933700" y="5343230"/>
                  <a:pt x="3077751" y="5154073"/>
                  <a:pt x="3138294" y="5088681"/>
                </a:cubicBezTo>
                <a:cubicBezTo>
                  <a:pt x="3242215" y="4976436"/>
                  <a:pt x="3245718" y="5004004"/>
                  <a:pt x="3160212" y="5261200"/>
                </a:cubicBezTo>
                <a:cubicBezTo>
                  <a:pt x="3144786" y="5307600"/>
                  <a:pt x="3118779" y="5374037"/>
                  <a:pt x="3102419" y="5408838"/>
                </a:cubicBezTo>
                <a:cubicBezTo>
                  <a:pt x="3086058" y="5443639"/>
                  <a:pt x="3071929" y="5483499"/>
                  <a:pt x="3071020" y="5497417"/>
                </a:cubicBezTo>
                <a:cubicBezTo>
                  <a:pt x="3067090" y="5557606"/>
                  <a:pt x="2859007" y="5940019"/>
                  <a:pt x="2815467" y="5967069"/>
                </a:cubicBezTo>
                <a:cubicBezTo>
                  <a:pt x="2778570" y="5989992"/>
                  <a:pt x="2711959" y="5992331"/>
                  <a:pt x="2678336" y="5971884"/>
                </a:cubicBezTo>
                <a:close/>
                <a:moveTo>
                  <a:pt x="1460609" y="4716881"/>
                </a:moveTo>
                <a:cubicBezTo>
                  <a:pt x="1458158" y="4707507"/>
                  <a:pt x="1446772" y="4695719"/>
                  <a:pt x="1435307" y="4690687"/>
                </a:cubicBezTo>
                <a:cubicBezTo>
                  <a:pt x="1412279" y="4680579"/>
                  <a:pt x="1402263" y="4642301"/>
                  <a:pt x="1418418" y="4626146"/>
                </a:cubicBezTo>
                <a:cubicBezTo>
                  <a:pt x="1424100" y="4620464"/>
                  <a:pt x="1428750" y="4606762"/>
                  <a:pt x="1428750" y="4595698"/>
                </a:cubicBezTo>
                <a:cubicBezTo>
                  <a:pt x="1428750" y="4572524"/>
                  <a:pt x="1475902" y="4533900"/>
                  <a:pt x="1504193" y="4533900"/>
                </a:cubicBezTo>
                <a:cubicBezTo>
                  <a:pt x="1514678" y="4533900"/>
                  <a:pt x="1530925" y="4525786"/>
                  <a:pt x="1540297" y="4515870"/>
                </a:cubicBezTo>
                <a:cubicBezTo>
                  <a:pt x="1572194" y="4482120"/>
                  <a:pt x="1969787" y="4324350"/>
                  <a:pt x="2022942" y="4324350"/>
                </a:cubicBezTo>
                <a:cubicBezTo>
                  <a:pt x="2031558" y="4324350"/>
                  <a:pt x="2046051" y="4320275"/>
                  <a:pt x="2055147" y="4315295"/>
                </a:cubicBezTo>
                <a:cubicBezTo>
                  <a:pt x="2075212" y="4304311"/>
                  <a:pt x="2301737" y="4250762"/>
                  <a:pt x="2364052" y="4242272"/>
                </a:cubicBezTo>
                <a:cubicBezTo>
                  <a:pt x="2460092" y="4229188"/>
                  <a:pt x="2456205" y="4248627"/>
                  <a:pt x="2348465" y="4320221"/>
                </a:cubicBezTo>
                <a:cubicBezTo>
                  <a:pt x="2317456" y="4340827"/>
                  <a:pt x="2281071" y="4365001"/>
                  <a:pt x="2267611" y="4373941"/>
                </a:cubicBezTo>
                <a:cubicBezTo>
                  <a:pt x="2254150" y="4382881"/>
                  <a:pt x="2198131" y="4414725"/>
                  <a:pt x="2143125" y="4444707"/>
                </a:cubicBezTo>
                <a:cubicBezTo>
                  <a:pt x="2088118" y="4474688"/>
                  <a:pt x="2030253" y="4508484"/>
                  <a:pt x="2014537" y="4519807"/>
                </a:cubicBezTo>
                <a:cubicBezTo>
                  <a:pt x="1988441" y="4538610"/>
                  <a:pt x="1872996" y="4596298"/>
                  <a:pt x="1790700" y="4631658"/>
                </a:cubicBezTo>
                <a:cubicBezTo>
                  <a:pt x="1772364" y="4639537"/>
                  <a:pt x="1738074" y="4654399"/>
                  <a:pt x="1714500" y="4664685"/>
                </a:cubicBezTo>
                <a:cubicBezTo>
                  <a:pt x="1690925" y="4674971"/>
                  <a:pt x="1648063" y="4690989"/>
                  <a:pt x="1619250" y="4700281"/>
                </a:cubicBezTo>
                <a:cubicBezTo>
                  <a:pt x="1590436" y="4709573"/>
                  <a:pt x="1559419" y="4720944"/>
                  <a:pt x="1550322" y="4725550"/>
                </a:cubicBezTo>
                <a:cubicBezTo>
                  <a:pt x="1520009" y="4740899"/>
                  <a:pt x="1465513" y="4735633"/>
                  <a:pt x="1460609" y="4716881"/>
                </a:cubicBezTo>
                <a:close/>
                <a:moveTo>
                  <a:pt x="6191729" y="4710803"/>
                </a:moveTo>
                <a:cubicBezTo>
                  <a:pt x="6178896" y="4703696"/>
                  <a:pt x="6162746" y="4700050"/>
                  <a:pt x="6155840" y="4702700"/>
                </a:cubicBezTo>
                <a:cubicBezTo>
                  <a:pt x="6137815" y="4709617"/>
                  <a:pt x="6039163" y="4668187"/>
                  <a:pt x="5867400" y="4581568"/>
                </a:cubicBezTo>
                <a:cubicBezTo>
                  <a:pt x="5651088" y="4472484"/>
                  <a:pt x="5391150" y="4300794"/>
                  <a:pt x="5391150" y="4267004"/>
                </a:cubicBezTo>
                <a:cubicBezTo>
                  <a:pt x="5391150" y="4239729"/>
                  <a:pt x="5398079" y="4240644"/>
                  <a:pt x="5610225" y="4295924"/>
                </a:cubicBezTo>
                <a:cubicBezTo>
                  <a:pt x="5873047" y="4364409"/>
                  <a:pt x="6211379" y="4493720"/>
                  <a:pt x="6223925" y="4530481"/>
                </a:cubicBezTo>
                <a:cubicBezTo>
                  <a:pt x="6227248" y="4540219"/>
                  <a:pt x="6243759" y="4556848"/>
                  <a:pt x="6260615" y="4567434"/>
                </a:cubicBezTo>
                <a:cubicBezTo>
                  <a:pt x="6299134" y="4591625"/>
                  <a:pt x="6306637" y="4670935"/>
                  <a:pt x="6272212" y="4690024"/>
                </a:cubicBezTo>
                <a:cubicBezTo>
                  <a:pt x="6261735" y="4695834"/>
                  <a:pt x="6249734" y="4705945"/>
                  <a:pt x="6245545" y="4712493"/>
                </a:cubicBezTo>
                <a:cubicBezTo>
                  <a:pt x="6235892" y="4727582"/>
                  <a:pt x="6221193" y="4727120"/>
                  <a:pt x="6191729" y="4710803"/>
                </a:cubicBezTo>
                <a:close/>
                <a:moveTo>
                  <a:pt x="7272337" y="3870602"/>
                </a:moveTo>
                <a:cubicBezTo>
                  <a:pt x="7256621" y="3868939"/>
                  <a:pt x="7065883" y="3860831"/>
                  <a:pt x="6848475" y="3852583"/>
                </a:cubicBezTo>
                <a:cubicBezTo>
                  <a:pt x="6631066" y="3844335"/>
                  <a:pt x="6410325" y="3833844"/>
                  <a:pt x="6357937" y="3829269"/>
                </a:cubicBezTo>
                <a:cubicBezTo>
                  <a:pt x="6305550" y="3824695"/>
                  <a:pt x="6181248" y="3813930"/>
                  <a:pt x="6081712" y="3805348"/>
                </a:cubicBezTo>
                <a:cubicBezTo>
                  <a:pt x="5762911" y="3777860"/>
                  <a:pt x="5397033" y="3719878"/>
                  <a:pt x="5334000" y="3686855"/>
                </a:cubicBezTo>
                <a:cubicBezTo>
                  <a:pt x="5311032" y="3674823"/>
                  <a:pt x="5312068" y="3651207"/>
                  <a:pt x="5335920" y="3643058"/>
                </a:cubicBezTo>
                <a:cubicBezTo>
                  <a:pt x="5386252" y="3625861"/>
                  <a:pt x="5571283" y="3599758"/>
                  <a:pt x="5710237" y="3590252"/>
                </a:cubicBezTo>
                <a:cubicBezTo>
                  <a:pt x="5778341" y="3585593"/>
                  <a:pt x="5846921" y="3580064"/>
                  <a:pt x="5862637" y="3577966"/>
                </a:cubicBezTo>
                <a:cubicBezTo>
                  <a:pt x="6023434" y="3556500"/>
                  <a:pt x="7418365" y="3537806"/>
                  <a:pt x="7474257" y="3556369"/>
                </a:cubicBezTo>
                <a:cubicBezTo>
                  <a:pt x="7499293" y="3564683"/>
                  <a:pt x="7493464" y="3590925"/>
                  <a:pt x="7466580" y="3590925"/>
                </a:cubicBezTo>
                <a:cubicBezTo>
                  <a:pt x="7456663" y="3590925"/>
                  <a:pt x="7448550" y="3594139"/>
                  <a:pt x="7448550" y="3598068"/>
                </a:cubicBezTo>
                <a:cubicBezTo>
                  <a:pt x="7448550" y="3601997"/>
                  <a:pt x="7503968" y="3606526"/>
                  <a:pt x="7571700" y="3608132"/>
                </a:cubicBezTo>
                <a:cubicBezTo>
                  <a:pt x="7736050" y="3612028"/>
                  <a:pt x="7813470" y="3644235"/>
                  <a:pt x="7746206" y="3680726"/>
                </a:cubicBezTo>
                <a:lnTo>
                  <a:pt x="7720012" y="3694937"/>
                </a:lnTo>
                <a:lnTo>
                  <a:pt x="7753826" y="3695318"/>
                </a:lnTo>
                <a:cubicBezTo>
                  <a:pt x="7790459" y="3695731"/>
                  <a:pt x="7810500" y="3709490"/>
                  <a:pt x="7810500" y="3734228"/>
                </a:cubicBezTo>
                <a:cubicBezTo>
                  <a:pt x="7810500" y="3760865"/>
                  <a:pt x="7778260" y="3781425"/>
                  <a:pt x="7736493" y="3781425"/>
                </a:cubicBezTo>
                <a:cubicBezTo>
                  <a:pt x="7714950" y="3781425"/>
                  <a:pt x="7694675" y="3785711"/>
                  <a:pt x="7691437" y="3790950"/>
                </a:cubicBezTo>
                <a:cubicBezTo>
                  <a:pt x="7688199" y="3796188"/>
                  <a:pt x="7693851" y="3800475"/>
                  <a:pt x="7703996" y="3800475"/>
                </a:cubicBezTo>
                <a:cubicBezTo>
                  <a:pt x="7731370" y="3800475"/>
                  <a:pt x="7746295" y="3822251"/>
                  <a:pt x="7731757" y="3840981"/>
                </a:cubicBezTo>
                <a:cubicBezTo>
                  <a:pt x="7714406" y="3863334"/>
                  <a:pt x="7661381" y="3873022"/>
                  <a:pt x="7591425" y="3866620"/>
                </a:cubicBezTo>
                <a:cubicBezTo>
                  <a:pt x="7557373" y="3863504"/>
                  <a:pt x="7522293" y="3864492"/>
                  <a:pt x="7513469" y="3868815"/>
                </a:cubicBezTo>
                <a:cubicBezTo>
                  <a:pt x="7498484" y="3876156"/>
                  <a:pt x="7336200" y="3877360"/>
                  <a:pt x="7272337" y="3870602"/>
                </a:cubicBezTo>
                <a:close/>
                <a:moveTo>
                  <a:pt x="252412" y="3849235"/>
                </a:moveTo>
                <a:cubicBezTo>
                  <a:pt x="99128" y="3842455"/>
                  <a:pt x="53581" y="3827412"/>
                  <a:pt x="58922" y="3785328"/>
                </a:cubicBezTo>
                <a:cubicBezTo>
                  <a:pt x="61119" y="3768021"/>
                  <a:pt x="55596" y="3758638"/>
                  <a:pt x="38100" y="3749951"/>
                </a:cubicBezTo>
                <a:cubicBezTo>
                  <a:pt x="21057" y="3741489"/>
                  <a:pt x="13409" y="3728996"/>
                  <a:pt x="11199" y="3706006"/>
                </a:cubicBezTo>
                <a:cubicBezTo>
                  <a:pt x="7690" y="3669501"/>
                  <a:pt x="19588" y="3658107"/>
                  <a:pt x="61912" y="3657444"/>
                </a:cubicBezTo>
                <a:lnTo>
                  <a:pt x="90487" y="3656996"/>
                </a:lnTo>
                <a:lnTo>
                  <a:pt x="64293" y="3637453"/>
                </a:lnTo>
                <a:cubicBezTo>
                  <a:pt x="29878" y="3611776"/>
                  <a:pt x="31171" y="3604347"/>
                  <a:pt x="73818" y="3582741"/>
                </a:cubicBezTo>
                <a:cubicBezTo>
                  <a:pt x="109327" y="3564753"/>
                  <a:pt x="148320" y="3565367"/>
                  <a:pt x="259556" y="3585668"/>
                </a:cubicBezTo>
                <a:cubicBezTo>
                  <a:pt x="273962" y="3588297"/>
                  <a:pt x="285750" y="3586269"/>
                  <a:pt x="285750" y="3581161"/>
                </a:cubicBezTo>
                <a:cubicBezTo>
                  <a:pt x="285750" y="3576054"/>
                  <a:pt x="279320" y="3571875"/>
                  <a:pt x="271462" y="3571875"/>
                </a:cubicBezTo>
                <a:cubicBezTo>
                  <a:pt x="247816" y="3571875"/>
                  <a:pt x="255362" y="3553056"/>
                  <a:pt x="283368" y="3542185"/>
                </a:cubicBezTo>
                <a:cubicBezTo>
                  <a:pt x="317932" y="3528768"/>
                  <a:pt x="1718463" y="3537186"/>
                  <a:pt x="1890712" y="3551847"/>
                </a:cubicBezTo>
                <a:cubicBezTo>
                  <a:pt x="1958816" y="3557643"/>
                  <a:pt x="2070258" y="3567079"/>
                  <a:pt x="2138362" y="3572814"/>
                </a:cubicBezTo>
                <a:cubicBezTo>
                  <a:pt x="2463111" y="3600164"/>
                  <a:pt x="2561320" y="3624418"/>
                  <a:pt x="2512218" y="3665142"/>
                </a:cubicBezTo>
                <a:cubicBezTo>
                  <a:pt x="2505670" y="3670573"/>
                  <a:pt x="2468165" y="3682142"/>
                  <a:pt x="2428875" y="3690852"/>
                </a:cubicBezTo>
                <a:cubicBezTo>
                  <a:pt x="2389584" y="3699561"/>
                  <a:pt x="2342435" y="3710630"/>
                  <a:pt x="2324100" y="3715448"/>
                </a:cubicBezTo>
                <a:cubicBezTo>
                  <a:pt x="2234074" y="3739105"/>
                  <a:pt x="1829011" y="3786220"/>
                  <a:pt x="1595437" y="3800202"/>
                </a:cubicBezTo>
                <a:cubicBezTo>
                  <a:pt x="1501140" y="3805847"/>
                  <a:pt x="1389697" y="3814347"/>
                  <a:pt x="1347787" y="3819090"/>
                </a:cubicBezTo>
                <a:cubicBezTo>
                  <a:pt x="1305877" y="3823833"/>
                  <a:pt x="1244345" y="3828045"/>
                  <a:pt x="1211049" y="3828451"/>
                </a:cubicBezTo>
                <a:cubicBezTo>
                  <a:pt x="1177754" y="3828857"/>
                  <a:pt x="1092029" y="3833427"/>
                  <a:pt x="1020549" y="3838608"/>
                </a:cubicBezTo>
                <a:cubicBezTo>
                  <a:pt x="851956" y="3850828"/>
                  <a:pt x="422707" y="3856766"/>
                  <a:pt x="252412" y="3849235"/>
                </a:cubicBezTo>
                <a:close/>
                <a:moveTo>
                  <a:pt x="5436393" y="3080547"/>
                </a:moveTo>
                <a:cubicBezTo>
                  <a:pt x="5432464" y="3076616"/>
                  <a:pt x="5429250" y="3069731"/>
                  <a:pt x="5429250" y="3065248"/>
                </a:cubicBezTo>
                <a:cubicBezTo>
                  <a:pt x="5429250" y="3057113"/>
                  <a:pt x="5583646" y="2952750"/>
                  <a:pt x="5595681" y="2952750"/>
                </a:cubicBezTo>
                <a:cubicBezTo>
                  <a:pt x="5599173" y="2952750"/>
                  <a:pt x="5619947" y="2940500"/>
                  <a:pt x="5641846" y="2925529"/>
                </a:cubicBezTo>
                <a:cubicBezTo>
                  <a:pt x="5729690" y="2865472"/>
                  <a:pt x="6043182" y="2705751"/>
                  <a:pt x="6186487" y="2648039"/>
                </a:cubicBezTo>
                <a:cubicBezTo>
                  <a:pt x="6196965" y="2643819"/>
                  <a:pt x="6221859" y="2633182"/>
                  <a:pt x="6241807" y="2624400"/>
                </a:cubicBezTo>
                <a:cubicBezTo>
                  <a:pt x="6269510" y="2612204"/>
                  <a:pt x="6281192" y="2611017"/>
                  <a:pt x="6291262" y="2619375"/>
                </a:cubicBezTo>
                <a:cubicBezTo>
                  <a:pt x="6301291" y="2627698"/>
                  <a:pt x="6311988" y="2626954"/>
                  <a:pt x="6335954" y="2616267"/>
                </a:cubicBezTo>
                <a:cubicBezTo>
                  <a:pt x="6397799" y="2588691"/>
                  <a:pt x="6411655" y="2589439"/>
                  <a:pt x="6445360" y="2622177"/>
                </a:cubicBezTo>
                <a:cubicBezTo>
                  <a:pt x="6476494" y="2652418"/>
                  <a:pt x="6485479" y="2679685"/>
                  <a:pt x="6467890" y="2690555"/>
                </a:cubicBezTo>
                <a:cubicBezTo>
                  <a:pt x="6462881" y="2693651"/>
                  <a:pt x="6461280" y="2702695"/>
                  <a:pt x="6464333" y="2710652"/>
                </a:cubicBezTo>
                <a:cubicBezTo>
                  <a:pt x="6472252" y="2731289"/>
                  <a:pt x="6430775" y="2771746"/>
                  <a:pt x="6401520" y="2771920"/>
                </a:cubicBezTo>
                <a:cubicBezTo>
                  <a:pt x="6374025" y="2772084"/>
                  <a:pt x="6350872" y="2783853"/>
                  <a:pt x="6352865" y="2796652"/>
                </a:cubicBezTo>
                <a:cubicBezTo>
                  <a:pt x="6356154" y="2817778"/>
                  <a:pt x="6054587" y="2941250"/>
                  <a:pt x="5881687" y="2989567"/>
                </a:cubicBezTo>
                <a:cubicBezTo>
                  <a:pt x="5860732" y="2995423"/>
                  <a:pt x="5815726" y="3008265"/>
                  <a:pt x="5781675" y="3018105"/>
                </a:cubicBezTo>
                <a:cubicBezTo>
                  <a:pt x="5625747" y="3063160"/>
                  <a:pt x="5450662" y="3094824"/>
                  <a:pt x="5436393" y="3080547"/>
                </a:cubicBezTo>
                <a:close/>
                <a:moveTo>
                  <a:pt x="2305050" y="3052414"/>
                </a:moveTo>
                <a:cubicBezTo>
                  <a:pt x="2178391" y="3025492"/>
                  <a:pt x="2109425" y="3008014"/>
                  <a:pt x="2077931" y="2994855"/>
                </a:cubicBezTo>
                <a:cubicBezTo>
                  <a:pt x="2060121" y="2987413"/>
                  <a:pt x="2032855" y="2981325"/>
                  <a:pt x="2017342" y="2981325"/>
                </a:cubicBezTo>
                <a:cubicBezTo>
                  <a:pt x="1974908" y="2981325"/>
                  <a:pt x="1855823" y="2948777"/>
                  <a:pt x="1718348" y="2899606"/>
                </a:cubicBezTo>
                <a:cubicBezTo>
                  <a:pt x="1650747" y="2875427"/>
                  <a:pt x="1586912" y="2853151"/>
                  <a:pt x="1576492" y="2850103"/>
                </a:cubicBezTo>
                <a:cubicBezTo>
                  <a:pt x="1566072" y="2847056"/>
                  <a:pt x="1533925" y="2831846"/>
                  <a:pt x="1505054" y="2816303"/>
                </a:cubicBezTo>
                <a:cubicBezTo>
                  <a:pt x="1476184" y="2800760"/>
                  <a:pt x="1437508" y="2780490"/>
                  <a:pt x="1419109" y="2771257"/>
                </a:cubicBezTo>
                <a:cubicBezTo>
                  <a:pt x="1376575" y="2749912"/>
                  <a:pt x="1350459" y="2721157"/>
                  <a:pt x="1353276" y="2698773"/>
                </a:cubicBezTo>
                <a:cubicBezTo>
                  <a:pt x="1354487" y="2689155"/>
                  <a:pt x="1352112" y="2673513"/>
                  <a:pt x="1347999" y="2664011"/>
                </a:cubicBezTo>
                <a:cubicBezTo>
                  <a:pt x="1338755" y="2642658"/>
                  <a:pt x="1356796" y="2600325"/>
                  <a:pt x="1375139" y="2600325"/>
                </a:cubicBezTo>
                <a:cubicBezTo>
                  <a:pt x="1382549" y="2600325"/>
                  <a:pt x="1391079" y="2593895"/>
                  <a:pt x="1394094" y="2586037"/>
                </a:cubicBezTo>
                <a:cubicBezTo>
                  <a:pt x="1397679" y="2576696"/>
                  <a:pt x="1412517" y="2571750"/>
                  <a:pt x="1436956" y="2571750"/>
                </a:cubicBezTo>
                <a:cubicBezTo>
                  <a:pt x="1461396" y="2571750"/>
                  <a:pt x="1476234" y="2576696"/>
                  <a:pt x="1479819" y="2586037"/>
                </a:cubicBezTo>
                <a:cubicBezTo>
                  <a:pt x="1482834" y="2593895"/>
                  <a:pt x="1493151" y="2600325"/>
                  <a:pt x="1502746" y="2600325"/>
                </a:cubicBezTo>
                <a:cubicBezTo>
                  <a:pt x="1512340" y="2600325"/>
                  <a:pt x="1524920" y="2605055"/>
                  <a:pt x="1530702" y="2610837"/>
                </a:cubicBezTo>
                <a:cubicBezTo>
                  <a:pt x="1537849" y="2617984"/>
                  <a:pt x="1546611" y="2618328"/>
                  <a:pt x="1558078" y="2611910"/>
                </a:cubicBezTo>
                <a:cubicBezTo>
                  <a:pt x="1579444" y="2599954"/>
                  <a:pt x="1640868" y="2619354"/>
                  <a:pt x="1735802" y="2668042"/>
                </a:cubicBezTo>
                <a:cubicBezTo>
                  <a:pt x="1744898" y="2672707"/>
                  <a:pt x="1757144" y="2676525"/>
                  <a:pt x="1763015" y="2676525"/>
                </a:cubicBezTo>
                <a:cubicBezTo>
                  <a:pt x="1768885" y="2676525"/>
                  <a:pt x="1800019" y="2688938"/>
                  <a:pt x="1832200" y="2704110"/>
                </a:cubicBezTo>
                <a:cubicBezTo>
                  <a:pt x="1864382" y="2719283"/>
                  <a:pt x="1912143" y="2741221"/>
                  <a:pt x="1938337" y="2752863"/>
                </a:cubicBezTo>
                <a:cubicBezTo>
                  <a:pt x="2024204" y="2791026"/>
                  <a:pt x="2232348" y="2899243"/>
                  <a:pt x="2257425" y="2918760"/>
                </a:cubicBezTo>
                <a:cubicBezTo>
                  <a:pt x="2265283" y="2924876"/>
                  <a:pt x="2287577" y="2938031"/>
                  <a:pt x="2306967" y="2947994"/>
                </a:cubicBezTo>
                <a:cubicBezTo>
                  <a:pt x="2368040" y="2979372"/>
                  <a:pt x="2443162" y="3035050"/>
                  <a:pt x="2443162" y="3048938"/>
                </a:cubicBezTo>
                <a:cubicBezTo>
                  <a:pt x="2443162" y="3067337"/>
                  <a:pt x="2382446" y="3068865"/>
                  <a:pt x="2305050" y="3052414"/>
                </a:cubicBezTo>
                <a:close/>
                <a:moveTo>
                  <a:pt x="4933362" y="2747254"/>
                </a:moveTo>
                <a:cubicBezTo>
                  <a:pt x="4919634" y="2730713"/>
                  <a:pt x="4960152" y="2660490"/>
                  <a:pt x="5027190" y="2584637"/>
                </a:cubicBezTo>
                <a:cubicBezTo>
                  <a:pt x="5049659" y="2559213"/>
                  <a:pt x="5093854" y="2504122"/>
                  <a:pt x="5125399" y="2462212"/>
                </a:cubicBezTo>
                <a:cubicBezTo>
                  <a:pt x="5299526" y="2230877"/>
                  <a:pt x="6270803" y="1246737"/>
                  <a:pt x="6421085" y="1149366"/>
                </a:cubicBezTo>
                <a:cubicBezTo>
                  <a:pt x="6443980" y="1134532"/>
                  <a:pt x="6486286" y="1105731"/>
                  <a:pt x="6515100" y="1085363"/>
                </a:cubicBezTo>
                <a:cubicBezTo>
                  <a:pt x="6573845" y="1043836"/>
                  <a:pt x="6613339" y="1037544"/>
                  <a:pt x="6631610" y="1066800"/>
                </a:cubicBezTo>
                <a:cubicBezTo>
                  <a:pt x="6638153" y="1077277"/>
                  <a:pt x="6650881" y="1085850"/>
                  <a:pt x="6659895" y="1085850"/>
                </a:cubicBezTo>
                <a:cubicBezTo>
                  <a:pt x="6689972" y="1085850"/>
                  <a:pt x="6716959" y="1125200"/>
                  <a:pt x="6710519" y="1159668"/>
                </a:cubicBezTo>
                <a:cubicBezTo>
                  <a:pt x="6706175" y="1182925"/>
                  <a:pt x="6708144" y="1190625"/>
                  <a:pt x="6718436" y="1190625"/>
                </a:cubicBezTo>
                <a:cubicBezTo>
                  <a:pt x="6737168" y="1190624"/>
                  <a:pt x="6744913" y="1214767"/>
                  <a:pt x="6734753" y="1241489"/>
                </a:cubicBezTo>
                <a:cubicBezTo>
                  <a:pt x="6722691" y="1273216"/>
                  <a:pt x="6578903" y="1421077"/>
                  <a:pt x="6429375" y="1555518"/>
                </a:cubicBezTo>
                <a:cubicBezTo>
                  <a:pt x="6358651" y="1619106"/>
                  <a:pt x="6275070" y="1695162"/>
                  <a:pt x="6243637" y="1724532"/>
                </a:cubicBezTo>
                <a:cubicBezTo>
                  <a:pt x="6011826" y="1941137"/>
                  <a:pt x="5751018" y="2171700"/>
                  <a:pt x="5737810" y="2171700"/>
                </a:cubicBezTo>
                <a:cubicBezTo>
                  <a:pt x="5734070" y="2171700"/>
                  <a:pt x="5707043" y="2194202"/>
                  <a:pt x="5677752" y="2221706"/>
                </a:cubicBezTo>
                <a:cubicBezTo>
                  <a:pt x="5547361" y="2344136"/>
                  <a:pt x="5334006" y="2511028"/>
                  <a:pt x="5143500" y="2639612"/>
                </a:cubicBezTo>
                <a:cubicBezTo>
                  <a:pt x="4970230" y="2756562"/>
                  <a:pt x="4949780" y="2767037"/>
                  <a:pt x="4933362" y="2747254"/>
                </a:cubicBezTo>
                <a:close/>
                <a:moveTo>
                  <a:pt x="2833687" y="2713531"/>
                </a:moveTo>
                <a:cubicBezTo>
                  <a:pt x="2802255" y="2697435"/>
                  <a:pt x="2735818" y="2657417"/>
                  <a:pt x="2686050" y="2624600"/>
                </a:cubicBezTo>
                <a:cubicBezTo>
                  <a:pt x="2636281" y="2591784"/>
                  <a:pt x="2586148" y="2560011"/>
                  <a:pt x="2574642" y="2553993"/>
                </a:cubicBezTo>
                <a:cubicBezTo>
                  <a:pt x="2563136" y="2547975"/>
                  <a:pt x="2498784" y="2499145"/>
                  <a:pt x="2431639" y="2445482"/>
                </a:cubicBezTo>
                <a:cubicBezTo>
                  <a:pt x="2364494" y="2391818"/>
                  <a:pt x="2285012" y="2329589"/>
                  <a:pt x="2255012" y="2307195"/>
                </a:cubicBezTo>
                <a:cubicBezTo>
                  <a:pt x="2225013" y="2284801"/>
                  <a:pt x="2173089" y="2240867"/>
                  <a:pt x="2139626" y="2209564"/>
                </a:cubicBezTo>
                <a:cubicBezTo>
                  <a:pt x="2106163" y="2178261"/>
                  <a:pt x="2070758" y="2152535"/>
                  <a:pt x="2060948" y="2152395"/>
                </a:cubicBezTo>
                <a:cubicBezTo>
                  <a:pt x="2051138" y="2152255"/>
                  <a:pt x="1990721" y="2105106"/>
                  <a:pt x="1926688" y="2047620"/>
                </a:cubicBezTo>
                <a:cubicBezTo>
                  <a:pt x="1862654" y="1990134"/>
                  <a:pt x="1803604" y="1943100"/>
                  <a:pt x="1795465" y="1943100"/>
                </a:cubicBezTo>
                <a:cubicBezTo>
                  <a:pt x="1787326" y="1943100"/>
                  <a:pt x="1766851" y="1930600"/>
                  <a:pt x="1749964" y="1915324"/>
                </a:cubicBezTo>
                <a:cubicBezTo>
                  <a:pt x="1733078" y="1900047"/>
                  <a:pt x="1682135" y="1856113"/>
                  <a:pt x="1636757" y="1817693"/>
                </a:cubicBezTo>
                <a:cubicBezTo>
                  <a:pt x="1327605" y="1555937"/>
                  <a:pt x="1210218" y="1444465"/>
                  <a:pt x="1226238" y="1427859"/>
                </a:cubicBezTo>
                <a:cubicBezTo>
                  <a:pt x="1235723" y="1418026"/>
                  <a:pt x="1218553" y="1396329"/>
                  <a:pt x="1138729" y="1317275"/>
                </a:cubicBezTo>
                <a:cubicBezTo>
                  <a:pt x="1084110" y="1263182"/>
                  <a:pt x="1036583" y="1209982"/>
                  <a:pt x="1033114" y="1199053"/>
                </a:cubicBezTo>
                <a:cubicBezTo>
                  <a:pt x="1024061" y="1170529"/>
                  <a:pt x="1042974" y="1154484"/>
                  <a:pt x="1067554" y="1169835"/>
                </a:cubicBezTo>
                <a:cubicBezTo>
                  <a:pt x="1085874" y="1181276"/>
                  <a:pt x="1085737" y="1179911"/>
                  <a:pt x="1064935" y="1143670"/>
                </a:cubicBezTo>
                <a:lnTo>
                  <a:pt x="1042987" y="1105433"/>
                </a:lnTo>
                <a:lnTo>
                  <a:pt x="1068966" y="1079404"/>
                </a:lnTo>
                <a:lnTo>
                  <a:pt x="1094945" y="1053374"/>
                </a:lnTo>
                <a:lnTo>
                  <a:pt x="1124484" y="1075213"/>
                </a:lnTo>
                <a:cubicBezTo>
                  <a:pt x="1156161" y="1098633"/>
                  <a:pt x="1172906" y="1096120"/>
                  <a:pt x="1152113" y="1071066"/>
                </a:cubicBezTo>
                <a:cubicBezTo>
                  <a:pt x="1135818" y="1051431"/>
                  <a:pt x="1152855" y="1039109"/>
                  <a:pt x="1187215" y="1045677"/>
                </a:cubicBezTo>
                <a:cubicBezTo>
                  <a:pt x="1214911" y="1050971"/>
                  <a:pt x="1320069" y="1150536"/>
                  <a:pt x="1332501" y="1183236"/>
                </a:cubicBezTo>
                <a:cubicBezTo>
                  <a:pt x="1337129" y="1195408"/>
                  <a:pt x="1374093" y="1232810"/>
                  <a:pt x="1414642" y="1266352"/>
                </a:cubicBezTo>
                <a:cubicBezTo>
                  <a:pt x="1497019" y="1334492"/>
                  <a:pt x="1497423" y="1318076"/>
                  <a:pt x="1415295" y="1239813"/>
                </a:cubicBezTo>
                <a:cubicBezTo>
                  <a:pt x="1362955" y="1189936"/>
                  <a:pt x="1351841" y="1160547"/>
                  <a:pt x="1393609" y="1182467"/>
                </a:cubicBezTo>
                <a:cubicBezTo>
                  <a:pt x="1424886" y="1198881"/>
                  <a:pt x="1500549" y="1261839"/>
                  <a:pt x="1585912" y="1342478"/>
                </a:cubicBezTo>
                <a:cubicBezTo>
                  <a:pt x="1627822" y="1382069"/>
                  <a:pt x="1715658" y="1463754"/>
                  <a:pt x="1781104" y="1524000"/>
                </a:cubicBezTo>
                <a:cubicBezTo>
                  <a:pt x="1846549" y="1584245"/>
                  <a:pt x="1967851" y="1697831"/>
                  <a:pt x="2050663" y="1776412"/>
                </a:cubicBezTo>
                <a:cubicBezTo>
                  <a:pt x="2133475" y="1854993"/>
                  <a:pt x="2234079" y="1948441"/>
                  <a:pt x="2274228" y="1984073"/>
                </a:cubicBezTo>
                <a:cubicBezTo>
                  <a:pt x="2314376" y="2019706"/>
                  <a:pt x="2353809" y="2058517"/>
                  <a:pt x="2361856" y="2070321"/>
                </a:cubicBezTo>
                <a:cubicBezTo>
                  <a:pt x="2369903" y="2082124"/>
                  <a:pt x="2428057" y="2142981"/>
                  <a:pt x="2491088" y="2205559"/>
                </a:cubicBezTo>
                <a:cubicBezTo>
                  <a:pt x="2646650" y="2360004"/>
                  <a:pt x="2849944" y="2600116"/>
                  <a:pt x="2900646" y="2689290"/>
                </a:cubicBezTo>
                <a:cubicBezTo>
                  <a:pt x="2915338" y="2715131"/>
                  <a:pt x="2914091" y="2743426"/>
                  <a:pt x="2898280" y="2742998"/>
                </a:cubicBezTo>
                <a:cubicBezTo>
                  <a:pt x="2894186" y="2742887"/>
                  <a:pt x="2865120" y="2729627"/>
                  <a:pt x="2833687" y="2713531"/>
                </a:cubicBezTo>
                <a:close/>
                <a:moveTo>
                  <a:pt x="3912936" y="2426493"/>
                </a:moveTo>
                <a:cubicBezTo>
                  <a:pt x="3904684" y="2419945"/>
                  <a:pt x="3895020" y="2401728"/>
                  <a:pt x="3891461" y="2386012"/>
                </a:cubicBezTo>
                <a:cubicBezTo>
                  <a:pt x="3877412" y="2323980"/>
                  <a:pt x="3856907" y="2212491"/>
                  <a:pt x="3852571" y="2174569"/>
                </a:cubicBezTo>
                <a:cubicBezTo>
                  <a:pt x="3850056" y="2152572"/>
                  <a:pt x="3843705" y="2123280"/>
                  <a:pt x="3838456" y="2109475"/>
                </a:cubicBezTo>
                <a:cubicBezTo>
                  <a:pt x="3833207" y="2095671"/>
                  <a:pt x="3831122" y="2080803"/>
                  <a:pt x="3833821" y="2076435"/>
                </a:cubicBezTo>
                <a:cubicBezTo>
                  <a:pt x="3836520" y="2072068"/>
                  <a:pt x="3834239" y="2037066"/>
                  <a:pt x="3828752" y="1998653"/>
                </a:cubicBezTo>
                <a:cubicBezTo>
                  <a:pt x="3823265" y="1960241"/>
                  <a:pt x="3816605" y="1879520"/>
                  <a:pt x="3813952" y="1819275"/>
                </a:cubicBezTo>
                <a:cubicBezTo>
                  <a:pt x="3811299" y="1759029"/>
                  <a:pt x="3806772" y="1699021"/>
                  <a:pt x="3803892" y="1685925"/>
                </a:cubicBezTo>
                <a:cubicBezTo>
                  <a:pt x="3801012" y="1672828"/>
                  <a:pt x="3795052" y="1565671"/>
                  <a:pt x="3790648" y="1447800"/>
                </a:cubicBezTo>
                <a:cubicBezTo>
                  <a:pt x="3786244" y="1329928"/>
                  <a:pt x="3777620" y="1113472"/>
                  <a:pt x="3771484" y="966787"/>
                </a:cubicBezTo>
                <a:cubicBezTo>
                  <a:pt x="3759024" y="668948"/>
                  <a:pt x="3765022" y="337723"/>
                  <a:pt x="3786411" y="142503"/>
                </a:cubicBezTo>
                <a:cubicBezTo>
                  <a:pt x="3794242" y="71026"/>
                  <a:pt x="3816607" y="35010"/>
                  <a:pt x="3850193" y="39790"/>
                </a:cubicBezTo>
                <a:cubicBezTo>
                  <a:pt x="3863900" y="41741"/>
                  <a:pt x="3878316" y="34972"/>
                  <a:pt x="3889272" y="21440"/>
                </a:cubicBezTo>
                <a:cubicBezTo>
                  <a:pt x="3923236" y="-20507"/>
                  <a:pt x="4000500" y="6120"/>
                  <a:pt x="4000500" y="59773"/>
                </a:cubicBezTo>
                <a:cubicBezTo>
                  <a:pt x="4000500" y="75959"/>
                  <a:pt x="4002609" y="76782"/>
                  <a:pt x="4015878" y="65769"/>
                </a:cubicBezTo>
                <a:cubicBezTo>
                  <a:pt x="4029140" y="54762"/>
                  <a:pt x="4034531" y="56814"/>
                  <a:pt x="4055058" y="80677"/>
                </a:cubicBezTo>
                <a:cubicBezTo>
                  <a:pt x="4077362" y="106607"/>
                  <a:pt x="4078607" y="113606"/>
                  <a:pt x="4074861" y="191974"/>
                </a:cubicBezTo>
                <a:cubicBezTo>
                  <a:pt x="4071850" y="254946"/>
                  <a:pt x="4073936" y="276781"/>
                  <a:pt x="4083306" y="280377"/>
                </a:cubicBezTo>
                <a:cubicBezTo>
                  <a:pt x="4098954" y="286381"/>
                  <a:pt x="4101791" y="833341"/>
                  <a:pt x="4086225" y="842962"/>
                </a:cubicBezTo>
                <a:cubicBezTo>
                  <a:pt x="4080310" y="846617"/>
                  <a:pt x="4076685" y="934385"/>
                  <a:pt x="4076661" y="1074505"/>
                </a:cubicBezTo>
                <a:cubicBezTo>
                  <a:pt x="4076587" y="1503330"/>
                  <a:pt x="4056851" y="1901913"/>
                  <a:pt x="4023276" y="2152650"/>
                </a:cubicBezTo>
                <a:cubicBezTo>
                  <a:pt x="4021522" y="2165746"/>
                  <a:pt x="4017613" y="2195750"/>
                  <a:pt x="4014589" y="2219325"/>
                </a:cubicBezTo>
                <a:cubicBezTo>
                  <a:pt x="4011565" y="2242899"/>
                  <a:pt x="4004661" y="2279332"/>
                  <a:pt x="3999247" y="2300287"/>
                </a:cubicBezTo>
                <a:cubicBezTo>
                  <a:pt x="3967870" y="2421727"/>
                  <a:pt x="3960626" y="2438400"/>
                  <a:pt x="3939241" y="2438400"/>
                </a:cubicBezTo>
                <a:cubicBezTo>
                  <a:pt x="3933026" y="2438400"/>
                  <a:pt x="3921189" y="2433042"/>
                  <a:pt x="3912936" y="2426493"/>
                </a:cubicBezTo>
                <a:close/>
                <a:moveTo>
                  <a:pt x="4652877" y="2190612"/>
                </a:moveTo>
                <a:cubicBezTo>
                  <a:pt x="4649593" y="2185298"/>
                  <a:pt x="4652273" y="2156366"/>
                  <a:pt x="4658834" y="2126319"/>
                </a:cubicBezTo>
                <a:cubicBezTo>
                  <a:pt x="4665394" y="2096271"/>
                  <a:pt x="4669878" y="2068191"/>
                  <a:pt x="4668797" y="2063918"/>
                </a:cubicBezTo>
                <a:cubicBezTo>
                  <a:pt x="4664234" y="2045875"/>
                  <a:pt x="4707831" y="1887988"/>
                  <a:pt x="4744082" y="1791265"/>
                </a:cubicBezTo>
                <a:cubicBezTo>
                  <a:pt x="4765612" y="1733821"/>
                  <a:pt x="4780886" y="1683031"/>
                  <a:pt x="4778023" y="1678399"/>
                </a:cubicBezTo>
                <a:cubicBezTo>
                  <a:pt x="4770978" y="1667000"/>
                  <a:pt x="4845092" y="1463441"/>
                  <a:pt x="4907065" y="1323975"/>
                </a:cubicBezTo>
                <a:cubicBezTo>
                  <a:pt x="4991350" y="1134298"/>
                  <a:pt x="5034239" y="1070743"/>
                  <a:pt x="5071624" y="1080126"/>
                </a:cubicBezTo>
                <a:cubicBezTo>
                  <a:pt x="5082429" y="1082838"/>
                  <a:pt x="5097209" y="1081387"/>
                  <a:pt x="5104467" y="1076901"/>
                </a:cubicBezTo>
                <a:cubicBezTo>
                  <a:pt x="5123841" y="1064927"/>
                  <a:pt x="5172075" y="1084514"/>
                  <a:pt x="5172075" y="1104355"/>
                </a:cubicBezTo>
                <a:cubicBezTo>
                  <a:pt x="5172075" y="1113508"/>
                  <a:pt x="5180647" y="1128755"/>
                  <a:pt x="5191125" y="1138237"/>
                </a:cubicBezTo>
                <a:cubicBezTo>
                  <a:pt x="5215094" y="1159929"/>
                  <a:pt x="5215086" y="1177690"/>
                  <a:pt x="5191089" y="1217048"/>
                </a:cubicBezTo>
                <a:cubicBezTo>
                  <a:pt x="5180631" y="1234201"/>
                  <a:pt x="5172075" y="1260883"/>
                  <a:pt x="5172075" y="1276341"/>
                </a:cubicBezTo>
                <a:cubicBezTo>
                  <a:pt x="5172075" y="1291800"/>
                  <a:pt x="5159216" y="1332523"/>
                  <a:pt x="5143500" y="1366837"/>
                </a:cubicBezTo>
                <a:cubicBezTo>
                  <a:pt x="5127783" y="1401151"/>
                  <a:pt x="5114925" y="1431145"/>
                  <a:pt x="5114925" y="1433490"/>
                </a:cubicBezTo>
                <a:cubicBezTo>
                  <a:pt x="5114925" y="1438319"/>
                  <a:pt x="5078200" y="1519861"/>
                  <a:pt x="5037697" y="1604962"/>
                </a:cubicBezTo>
                <a:cubicBezTo>
                  <a:pt x="5003203" y="1677438"/>
                  <a:pt x="4935474" y="1800578"/>
                  <a:pt x="4919821" y="1819275"/>
                </a:cubicBezTo>
                <a:cubicBezTo>
                  <a:pt x="4913242" y="1827133"/>
                  <a:pt x="4894603" y="1861696"/>
                  <a:pt x="4878402" y="1896083"/>
                </a:cubicBezTo>
                <a:cubicBezTo>
                  <a:pt x="4828404" y="2002197"/>
                  <a:pt x="4690699" y="2200275"/>
                  <a:pt x="4666925" y="2200275"/>
                </a:cubicBezTo>
                <a:cubicBezTo>
                  <a:pt x="4662483" y="2200275"/>
                  <a:pt x="4656162" y="2195927"/>
                  <a:pt x="4652877" y="2190612"/>
                </a:cubicBezTo>
                <a:close/>
                <a:moveTo>
                  <a:pt x="3213974" y="2102735"/>
                </a:moveTo>
                <a:cubicBezTo>
                  <a:pt x="3119960" y="1971986"/>
                  <a:pt x="3038475" y="1830435"/>
                  <a:pt x="3038475" y="1797870"/>
                </a:cubicBezTo>
                <a:cubicBezTo>
                  <a:pt x="3038475" y="1791075"/>
                  <a:pt x="3026088" y="1770488"/>
                  <a:pt x="3010948" y="1752121"/>
                </a:cubicBezTo>
                <a:cubicBezTo>
                  <a:pt x="2982315" y="1717384"/>
                  <a:pt x="2928071" y="1619756"/>
                  <a:pt x="2905368" y="1562100"/>
                </a:cubicBezTo>
                <a:cubicBezTo>
                  <a:pt x="2898148" y="1543764"/>
                  <a:pt x="2870079" y="1481613"/>
                  <a:pt x="2842992" y="1423987"/>
                </a:cubicBezTo>
                <a:cubicBezTo>
                  <a:pt x="2780438" y="1290906"/>
                  <a:pt x="2754789" y="1152525"/>
                  <a:pt x="2792676" y="1152525"/>
                </a:cubicBezTo>
                <a:cubicBezTo>
                  <a:pt x="2798314" y="1152525"/>
                  <a:pt x="2812858" y="1141809"/>
                  <a:pt x="2824996" y="1128712"/>
                </a:cubicBezTo>
                <a:cubicBezTo>
                  <a:pt x="2849927" y="1101811"/>
                  <a:pt x="2878032" y="1098020"/>
                  <a:pt x="2895600" y="1119187"/>
                </a:cubicBezTo>
                <a:cubicBezTo>
                  <a:pt x="2902121" y="1127045"/>
                  <a:pt x="2917337" y="1133474"/>
                  <a:pt x="2929412" y="1133475"/>
                </a:cubicBezTo>
                <a:cubicBezTo>
                  <a:pt x="2955853" y="1133475"/>
                  <a:pt x="2987102" y="1170555"/>
                  <a:pt x="2996014" y="1212503"/>
                </a:cubicBezTo>
                <a:cubicBezTo>
                  <a:pt x="2999578" y="1229283"/>
                  <a:pt x="3008135" y="1249441"/>
                  <a:pt x="3015030" y="1257300"/>
                </a:cubicBezTo>
                <a:cubicBezTo>
                  <a:pt x="3036388" y="1281644"/>
                  <a:pt x="3110859" y="1448605"/>
                  <a:pt x="3142614" y="1543340"/>
                </a:cubicBezTo>
                <a:cubicBezTo>
                  <a:pt x="3159242" y="1592948"/>
                  <a:pt x="3176630" y="1642110"/>
                  <a:pt x="3181254" y="1652587"/>
                </a:cubicBezTo>
                <a:cubicBezTo>
                  <a:pt x="3198335" y="1691296"/>
                  <a:pt x="3257550" y="1885197"/>
                  <a:pt x="3257550" y="1902422"/>
                </a:cubicBezTo>
                <a:cubicBezTo>
                  <a:pt x="3257550" y="1912222"/>
                  <a:pt x="3261176" y="1924311"/>
                  <a:pt x="3265609" y="1929288"/>
                </a:cubicBezTo>
                <a:cubicBezTo>
                  <a:pt x="3270042" y="1934265"/>
                  <a:pt x="3278970" y="1970484"/>
                  <a:pt x="3285449" y="2009775"/>
                </a:cubicBezTo>
                <a:cubicBezTo>
                  <a:pt x="3291928" y="2049065"/>
                  <a:pt x="3300953" y="2088324"/>
                  <a:pt x="3305506" y="2097017"/>
                </a:cubicBezTo>
                <a:cubicBezTo>
                  <a:pt x="3310058" y="2105710"/>
                  <a:pt x="3311285" y="2128213"/>
                  <a:pt x="3308232" y="2147023"/>
                </a:cubicBezTo>
                <a:cubicBezTo>
                  <a:pt x="3299488" y="2200906"/>
                  <a:pt x="3276946" y="2190314"/>
                  <a:pt x="3213974" y="2102735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hourglass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2419350" y="2790825"/>
            <a:ext cx="5448300" cy="10420350"/>
          </a:xfrm>
          <a:prstGeom prst="rect">
            <a:avLst/>
          </a:prstGeom>
        </p:spPr>
      </p:pic>
      <p:sp>
        <p:nvSpPr>
          <p:cNvPr id="5" name="hourglass pattern"/>
          <p:cNvSpPr/>
          <p:nvPr/>
        </p:nvSpPr>
        <p:spPr>
          <a:xfrm rot="360000">
            <a:off x="2419350" y="2790825"/>
            <a:ext cx="5448300" cy="10420350"/>
          </a:xfrm>
          <a:custGeom>
            <a:avLst/>
            <a:gdLst/>
            <a:ahLst/>
            <a:cxnLst/>
            <a:rect l="0" t="0" r="r" b="b"/>
            <a:pathLst>
              <a:path w="5448300" h="10420350">
                <a:moveTo>
                  <a:pt x="2546889" y="9844791"/>
                </a:moveTo>
                <a:cubicBezTo>
                  <a:pt x="2538223" y="9822208"/>
                  <a:pt x="2550485" y="9799401"/>
                  <a:pt x="2569339" y="9803032"/>
                </a:cubicBezTo>
                <a:cubicBezTo>
                  <a:pt x="2579884" y="9805063"/>
                  <a:pt x="2586037" y="9814927"/>
                  <a:pt x="2586037" y="9829800"/>
                </a:cubicBezTo>
                <a:cubicBezTo>
                  <a:pt x="2586037" y="9856952"/>
                  <a:pt x="2555973" y="9868464"/>
                  <a:pt x="2546889" y="9844791"/>
                </a:cubicBezTo>
                <a:close/>
                <a:moveTo>
                  <a:pt x="2733675" y="9844627"/>
                </a:moveTo>
                <a:cubicBezTo>
                  <a:pt x="2733675" y="9831372"/>
                  <a:pt x="2768227" y="9801225"/>
                  <a:pt x="2783419" y="9801225"/>
                </a:cubicBezTo>
                <a:cubicBezTo>
                  <a:pt x="2794141" y="9801225"/>
                  <a:pt x="2828925" y="9837628"/>
                  <a:pt x="2828925" y="9848850"/>
                </a:cubicBezTo>
                <a:cubicBezTo>
                  <a:pt x="2828925" y="9854088"/>
                  <a:pt x="2807493" y="9858375"/>
                  <a:pt x="2781300" y="9858375"/>
                </a:cubicBezTo>
                <a:cubicBezTo>
                  <a:pt x="2746148" y="9858375"/>
                  <a:pt x="2733675" y="9854774"/>
                  <a:pt x="2733675" y="9844627"/>
                </a:cubicBezTo>
                <a:close/>
                <a:moveTo>
                  <a:pt x="3015524" y="9833375"/>
                </a:moveTo>
                <a:cubicBezTo>
                  <a:pt x="3007445" y="9812321"/>
                  <a:pt x="3031907" y="9787141"/>
                  <a:pt x="3052691" y="9795117"/>
                </a:cubicBezTo>
                <a:cubicBezTo>
                  <a:pt x="3062360" y="9798827"/>
                  <a:pt x="3067215" y="9809384"/>
                  <a:pt x="3065336" y="9822613"/>
                </a:cubicBezTo>
                <a:cubicBezTo>
                  <a:pt x="3061538" y="9849360"/>
                  <a:pt x="3024712" y="9857316"/>
                  <a:pt x="3015524" y="9833375"/>
                </a:cubicBezTo>
                <a:close/>
                <a:moveTo>
                  <a:pt x="3387203" y="9816168"/>
                </a:moveTo>
                <a:cubicBezTo>
                  <a:pt x="3393988" y="9798488"/>
                  <a:pt x="3432464" y="9795526"/>
                  <a:pt x="3426666" y="9813131"/>
                </a:cubicBezTo>
                <a:cubicBezTo>
                  <a:pt x="3424509" y="9819679"/>
                  <a:pt x="3413458" y="9826404"/>
                  <a:pt x="3402107" y="9828075"/>
                </a:cubicBezTo>
                <a:cubicBezTo>
                  <a:pt x="3386663" y="9830348"/>
                  <a:pt x="3382912" y="9827351"/>
                  <a:pt x="3387203" y="9816168"/>
                </a:cubicBezTo>
                <a:close/>
                <a:moveTo>
                  <a:pt x="1873324" y="9804045"/>
                </a:moveTo>
                <a:cubicBezTo>
                  <a:pt x="1856813" y="9799777"/>
                  <a:pt x="1856767" y="9798633"/>
                  <a:pt x="1872419" y="9781338"/>
                </a:cubicBezTo>
                <a:cubicBezTo>
                  <a:pt x="1899492" y="9751423"/>
                  <a:pt x="1952625" y="9762704"/>
                  <a:pt x="1952625" y="9798367"/>
                </a:cubicBezTo>
                <a:cubicBezTo>
                  <a:pt x="1952625" y="9810655"/>
                  <a:pt x="1910551" y="9813668"/>
                  <a:pt x="1873324" y="9804045"/>
                </a:cubicBezTo>
                <a:close/>
                <a:moveTo>
                  <a:pt x="3233758" y="9797655"/>
                </a:moveTo>
                <a:cubicBezTo>
                  <a:pt x="3211389" y="9781299"/>
                  <a:pt x="3218341" y="9740151"/>
                  <a:pt x="3244095" y="9736471"/>
                </a:cubicBezTo>
                <a:cubicBezTo>
                  <a:pt x="3269336" y="9732865"/>
                  <a:pt x="3289485" y="9756582"/>
                  <a:pt x="3281786" y="9780837"/>
                </a:cubicBezTo>
                <a:cubicBezTo>
                  <a:pt x="3274033" y="9805267"/>
                  <a:pt x="3253839" y="9812339"/>
                  <a:pt x="3233758" y="9797655"/>
                </a:cubicBezTo>
                <a:close/>
                <a:moveTo>
                  <a:pt x="2235200" y="9794875"/>
                </a:moveTo>
                <a:cubicBezTo>
                  <a:pt x="2223924" y="9783599"/>
                  <a:pt x="2228454" y="9755789"/>
                  <a:pt x="2242441" y="9750422"/>
                </a:cubicBezTo>
                <a:cubicBezTo>
                  <a:pt x="2259859" y="9743738"/>
                  <a:pt x="2280292" y="9768011"/>
                  <a:pt x="2273077" y="9786816"/>
                </a:cubicBezTo>
                <a:cubicBezTo>
                  <a:pt x="2267384" y="9801651"/>
                  <a:pt x="2246433" y="9806108"/>
                  <a:pt x="2235200" y="9794875"/>
                </a:cubicBezTo>
                <a:close/>
                <a:moveTo>
                  <a:pt x="3581400" y="9782855"/>
                </a:moveTo>
                <a:cubicBezTo>
                  <a:pt x="3581400" y="9738341"/>
                  <a:pt x="3636417" y="9719448"/>
                  <a:pt x="3661551" y="9755332"/>
                </a:cubicBezTo>
                <a:cubicBezTo>
                  <a:pt x="3681575" y="9783920"/>
                  <a:pt x="3665280" y="9801225"/>
                  <a:pt x="3618333" y="9801225"/>
                </a:cubicBezTo>
                <a:cubicBezTo>
                  <a:pt x="3588205" y="9801225"/>
                  <a:pt x="3581400" y="9797839"/>
                  <a:pt x="3581400" y="9782855"/>
                </a:cubicBezTo>
                <a:close/>
                <a:moveTo>
                  <a:pt x="2066853" y="9767801"/>
                </a:moveTo>
                <a:cubicBezTo>
                  <a:pt x="2057860" y="9756965"/>
                  <a:pt x="2057285" y="9749904"/>
                  <a:pt x="2064783" y="9742406"/>
                </a:cubicBezTo>
                <a:cubicBezTo>
                  <a:pt x="2079233" y="9727956"/>
                  <a:pt x="2107093" y="9740613"/>
                  <a:pt x="2103347" y="9759925"/>
                </a:cubicBezTo>
                <a:cubicBezTo>
                  <a:pt x="2099070" y="9781980"/>
                  <a:pt x="2081727" y="9785723"/>
                  <a:pt x="2066853" y="9767801"/>
                </a:cubicBezTo>
                <a:close/>
                <a:moveTo>
                  <a:pt x="2390540" y="9758080"/>
                </a:moveTo>
                <a:cubicBezTo>
                  <a:pt x="2381295" y="9746939"/>
                  <a:pt x="2380972" y="9737972"/>
                  <a:pt x="2389170" y="9719980"/>
                </a:cubicBezTo>
                <a:cubicBezTo>
                  <a:pt x="2401674" y="9692536"/>
                  <a:pt x="2433736" y="9688685"/>
                  <a:pt x="2446302" y="9713118"/>
                </a:cubicBezTo>
                <a:cubicBezTo>
                  <a:pt x="2467258" y="9753863"/>
                  <a:pt x="2419200" y="9792613"/>
                  <a:pt x="2390540" y="9758080"/>
                </a:cubicBezTo>
                <a:close/>
                <a:moveTo>
                  <a:pt x="2853398" y="9748138"/>
                </a:moveTo>
                <a:cubicBezTo>
                  <a:pt x="2823006" y="9717745"/>
                  <a:pt x="2846115" y="9669479"/>
                  <a:pt x="2885130" y="9681862"/>
                </a:cubicBezTo>
                <a:cubicBezTo>
                  <a:pt x="2905427" y="9688304"/>
                  <a:pt x="2919746" y="9718597"/>
                  <a:pt x="2909971" y="9734413"/>
                </a:cubicBezTo>
                <a:cubicBezTo>
                  <a:pt x="2896252" y="9756611"/>
                  <a:pt x="2868584" y="9763323"/>
                  <a:pt x="2853398" y="9748138"/>
                </a:cubicBezTo>
                <a:close/>
                <a:moveTo>
                  <a:pt x="3854779" y="9757104"/>
                </a:moveTo>
                <a:cubicBezTo>
                  <a:pt x="3843848" y="9746173"/>
                  <a:pt x="3847175" y="9718599"/>
                  <a:pt x="3860787" y="9707302"/>
                </a:cubicBezTo>
                <a:cubicBezTo>
                  <a:pt x="3881178" y="9690379"/>
                  <a:pt x="3913324" y="9718498"/>
                  <a:pt x="3899466" y="9741135"/>
                </a:cubicBezTo>
                <a:cubicBezTo>
                  <a:pt x="3888055" y="9759775"/>
                  <a:pt x="3865507" y="9767832"/>
                  <a:pt x="3854779" y="9757104"/>
                </a:cubicBezTo>
                <a:close/>
                <a:moveTo>
                  <a:pt x="1454943" y="9737252"/>
                </a:moveTo>
                <a:cubicBezTo>
                  <a:pt x="1426358" y="9732922"/>
                  <a:pt x="1422605" y="9725454"/>
                  <a:pt x="1440180" y="9707880"/>
                </a:cubicBezTo>
                <a:cubicBezTo>
                  <a:pt x="1457154" y="9690905"/>
                  <a:pt x="1483934" y="9694030"/>
                  <a:pt x="1494754" y="9714247"/>
                </a:cubicBezTo>
                <a:cubicBezTo>
                  <a:pt x="1503643" y="9730856"/>
                  <a:pt x="1499372" y="9745904"/>
                  <a:pt x="1486693" y="9742647"/>
                </a:cubicBezTo>
                <a:cubicBezTo>
                  <a:pt x="1483637" y="9741862"/>
                  <a:pt x="1469350" y="9739435"/>
                  <a:pt x="1454943" y="9737252"/>
                </a:cubicBezTo>
                <a:close/>
                <a:moveTo>
                  <a:pt x="1765593" y="9720326"/>
                </a:moveTo>
                <a:cubicBezTo>
                  <a:pt x="1762294" y="9711728"/>
                  <a:pt x="1764162" y="9700127"/>
                  <a:pt x="1769745" y="9694545"/>
                </a:cubicBezTo>
                <a:cubicBezTo>
                  <a:pt x="1784257" y="9680032"/>
                  <a:pt x="1811754" y="9693296"/>
                  <a:pt x="1807963" y="9712980"/>
                </a:cubicBezTo>
                <a:cubicBezTo>
                  <a:pt x="1803740" y="9734905"/>
                  <a:pt x="1773219" y="9740197"/>
                  <a:pt x="1765593" y="9720326"/>
                </a:cubicBezTo>
                <a:close/>
                <a:moveTo>
                  <a:pt x="2678906" y="9727590"/>
                </a:moveTo>
                <a:cubicBezTo>
                  <a:pt x="2663324" y="9722155"/>
                  <a:pt x="2663693" y="9701526"/>
                  <a:pt x="2679609" y="9688317"/>
                </a:cubicBezTo>
                <a:cubicBezTo>
                  <a:pt x="2688816" y="9680676"/>
                  <a:pt x="2695240" y="9680875"/>
                  <a:pt x="2703421" y="9689056"/>
                </a:cubicBezTo>
                <a:cubicBezTo>
                  <a:pt x="2725835" y="9711470"/>
                  <a:pt x="2708919" y="9738060"/>
                  <a:pt x="2678906" y="9727590"/>
                </a:cubicBezTo>
                <a:close/>
                <a:moveTo>
                  <a:pt x="3068955" y="9704070"/>
                </a:moveTo>
                <a:cubicBezTo>
                  <a:pt x="3062668" y="9697783"/>
                  <a:pt x="3057525" y="9681495"/>
                  <a:pt x="3057525" y="9667875"/>
                </a:cubicBezTo>
                <a:cubicBezTo>
                  <a:pt x="3057525" y="9654254"/>
                  <a:pt x="3062668" y="9637966"/>
                  <a:pt x="3068955" y="9631680"/>
                </a:cubicBezTo>
                <a:cubicBezTo>
                  <a:pt x="3075241" y="9625393"/>
                  <a:pt x="3091529" y="9620250"/>
                  <a:pt x="3105150" y="9620250"/>
                </a:cubicBezTo>
                <a:cubicBezTo>
                  <a:pt x="3118770" y="9620250"/>
                  <a:pt x="3135058" y="9625393"/>
                  <a:pt x="3141345" y="9631680"/>
                </a:cubicBezTo>
                <a:cubicBezTo>
                  <a:pt x="3147631" y="9637966"/>
                  <a:pt x="3152775" y="9654254"/>
                  <a:pt x="3152775" y="9667875"/>
                </a:cubicBezTo>
                <a:cubicBezTo>
                  <a:pt x="3152775" y="9681495"/>
                  <a:pt x="3147631" y="9697783"/>
                  <a:pt x="3141345" y="9704070"/>
                </a:cubicBezTo>
                <a:cubicBezTo>
                  <a:pt x="3135058" y="9710356"/>
                  <a:pt x="3118770" y="9715500"/>
                  <a:pt x="3105150" y="9715500"/>
                </a:cubicBezTo>
                <a:cubicBezTo>
                  <a:pt x="3091529" y="9715500"/>
                  <a:pt x="3075241" y="9710356"/>
                  <a:pt x="3068955" y="9704070"/>
                </a:cubicBezTo>
                <a:close/>
                <a:moveTo>
                  <a:pt x="3474243" y="9705212"/>
                </a:moveTo>
                <a:cubicBezTo>
                  <a:pt x="3438055" y="9684134"/>
                  <a:pt x="3464490" y="9621616"/>
                  <a:pt x="3504255" y="9634237"/>
                </a:cubicBezTo>
                <a:cubicBezTo>
                  <a:pt x="3531518" y="9642890"/>
                  <a:pt x="3538963" y="9674929"/>
                  <a:pt x="3518869" y="9697132"/>
                </a:cubicBezTo>
                <a:cubicBezTo>
                  <a:pt x="3499934" y="9718055"/>
                  <a:pt x="3497157" y="9718558"/>
                  <a:pt x="3474243" y="9705212"/>
                </a:cubicBezTo>
                <a:close/>
                <a:moveTo>
                  <a:pt x="1635672" y="9685644"/>
                </a:moveTo>
                <a:cubicBezTo>
                  <a:pt x="1597241" y="9664136"/>
                  <a:pt x="1630197" y="9600620"/>
                  <a:pt x="1669010" y="9621392"/>
                </a:cubicBezTo>
                <a:cubicBezTo>
                  <a:pt x="1678313" y="9626371"/>
                  <a:pt x="1685925" y="9640859"/>
                  <a:pt x="1685925" y="9653587"/>
                </a:cubicBezTo>
                <a:cubicBezTo>
                  <a:pt x="1685925" y="9681613"/>
                  <a:pt x="1659075" y="9698740"/>
                  <a:pt x="1635672" y="9685644"/>
                </a:cubicBezTo>
                <a:close/>
                <a:moveTo>
                  <a:pt x="4171950" y="9680324"/>
                </a:moveTo>
                <a:cubicBezTo>
                  <a:pt x="4171950" y="9656488"/>
                  <a:pt x="4189908" y="9639300"/>
                  <a:pt x="4214812" y="9639300"/>
                </a:cubicBezTo>
                <a:cubicBezTo>
                  <a:pt x="4234138" y="9639300"/>
                  <a:pt x="4257675" y="9655383"/>
                  <a:pt x="4257675" y="9668589"/>
                </a:cubicBezTo>
                <a:cubicBezTo>
                  <a:pt x="4257675" y="9672125"/>
                  <a:pt x="4245887" y="9677397"/>
                  <a:pt x="4231481" y="9680304"/>
                </a:cubicBezTo>
                <a:cubicBezTo>
                  <a:pt x="4217074" y="9683212"/>
                  <a:pt x="4197786" y="9688492"/>
                  <a:pt x="4188618" y="9692039"/>
                </a:cubicBezTo>
                <a:cubicBezTo>
                  <a:pt x="4176316" y="9696798"/>
                  <a:pt x="4171950" y="9693729"/>
                  <a:pt x="4171950" y="9680324"/>
                </a:cubicBezTo>
                <a:close/>
                <a:moveTo>
                  <a:pt x="1308086" y="9671898"/>
                </a:moveTo>
                <a:cubicBezTo>
                  <a:pt x="1304914" y="9663634"/>
                  <a:pt x="1309335" y="9649857"/>
                  <a:pt x="1317910" y="9641282"/>
                </a:cubicBezTo>
                <a:cubicBezTo>
                  <a:pt x="1340005" y="9619187"/>
                  <a:pt x="1372871" y="9648151"/>
                  <a:pt x="1352946" y="9672159"/>
                </a:cubicBezTo>
                <a:cubicBezTo>
                  <a:pt x="1337151" y="9691191"/>
                  <a:pt x="1315440" y="9691065"/>
                  <a:pt x="1308086" y="9671898"/>
                </a:cubicBezTo>
                <a:close/>
                <a:moveTo>
                  <a:pt x="3711773" y="9680773"/>
                </a:moveTo>
                <a:cubicBezTo>
                  <a:pt x="3698687" y="9667687"/>
                  <a:pt x="3705475" y="9647476"/>
                  <a:pt x="3721893" y="9650638"/>
                </a:cubicBezTo>
                <a:cubicBezTo>
                  <a:pt x="3731061" y="9652403"/>
                  <a:pt x="3738562" y="9659861"/>
                  <a:pt x="3738562" y="9667211"/>
                </a:cubicBezTo>
                <a:cubicBezTo>
                  <a:pt x="3738562" y="9682250"/>
                  <a:pt x="3721757" y="9690757"/>
                  <a:pt x="3711773" y="9680773"/>
                </a:cubicBezTo>
                <a:close/>
                <a:moveTo>
                  <a:pt x="3972360" y="9673161"/>
                </a:moveTo>
                <a:cubicBezTo>
                  <a:pt x="3956374" y="9653900"/>
                  <a:pt x="3963751" y="9616332"/>
                  <a:pt x="3984288" y="9612417"/>
                </a:cubicBezTo>
                <a:cubicBezTo>
                  <a:pt x="4023769" y="9604890"/>
                  <a:pt x="4045578" y="9658372"/>
                  <a:pt x="4010651" y="9677064"/>
                </a:cubicBezTo>
                <a:cubicBezTo>
                  <a:pt x="3987065" y="9689687"/>
                  <a:pt x="3985983" y="9689577"/>
                  <a:pt x="3972360" y="9673161"/>
                </a:cubicBezTo>
                <a:close/>
                <a:moveTo>
                  <a:pt x="2158888" y="9659981"/>
                </a:moveTo>
                <a:cubicBezTo>
                  <a:pt x="2138182" y="9637100"/>
                  <a:pt x="2138964" y="9617442"/>
                  <a:pt x="2161389" y="9597148"/>
                </a:cubicBezTo>
                <a:cubicBezTo>
                  <a:pt x="2204603" y="9558040"/>
                  <a:pt x="2263391" y="9614919"/>
                  <a:pt x="2224348" y="9658061"/>
                </a:cubicBezTo>
                <a:cubicBezTo>
                  <a:pt x="2202635" y="9682053"/>
                  <a:pt x="2179478" y="9682732"/>
                  <a:pt x="2158888" y="9659981"/>
                </a:cubicBezTo>
                <a:close/>
                <a:moveTo>
                  <a:pt x="3305175" y="9663112"/>
                </a:moveTo>
                <a:cubicBezTo>
                  <a:pt x="3286780" y="9640948"/>
                  <a:pt x="3311677" y="9613145"/>
                  <a:pt x="3331853" y="9633320"/>
                </a:cubicBezTo>
                <a:cubicBezTo>
                  <a:pt x="3345975" y="9647443"/>
                  <a:pt x="3341787" y="9677400"/>
                  <a:pt x="3325690" y="9677400"/>
                </a:cubicBezTo>
                <a:cubicBezTo>
                  <a:pt x="3320928" y="9677400"/>
                  <a:pt x="3311696" y="9670970"/>
                  <a:pt x="3305175" y="9663112"/>
                </a:cubicBezTo>
                <a:close/>
                <a:moveTo>
                  <a:pt x="1119187" y="9644839"/>
                </a:moveTo>
                <a:lnTo>
                  <a:pt x="1090612" y="9632188"/>
                </a:lnTo>
                <a:lnTo>
                  <a:pt x="1116929" y="9625155"/>
                </a:lnTo>
                <a:cubicBezTo>
                  <a:pt x="1142697" y="9618269"/>
                  <a:pt x="1171575" y="9631394"/>
                  <a:pt x="1171575" y="9649991"/>
                </a:cubicBezTo>
                <a:cubicBezTo>
                  <a:pt x="1171575" y="9661593"/>
                  <a:pt x="1152877" y="9659755"/>
                  <a:pt x="1119187" y="9644839"/>
                </a:cubicBezTo>
                <a:close/>
                <a:moveTo>
                  <a:pt x="1901825" y="9652000"/>
                </a:moveTo>
                <a:cubicBezTo>
                  <a:pt x="1890591" y="9640766"/>
                  <a:pt x="1895048" y="9619815"/>
                  <a:pt x="1909883" y="9614122"/>
                </a:cubicBezTo>
                <a:cubicBezTo>
                  <a:pt x="1928688" y="9606907"/>
                  <a:pt x="1952961" y="9627340"/>
                  <a:pt x="1946277" y="9644758"/>
                </a:cubicBezTo>
                <a:cubicBezTo>
                  <a:pt x="1940910" y="9658745"/>
                  <a:pt x="1913100" y="9663275"/>
                  <a:pt x="1901825" y="9652000"/>
                </a:cubicBezTo>
                <a:close/>
                <a:moveTo>
                  <a:pt x="2506980" y="9646920"/>
                </a:moveTo>
                <a:cubicBezTo>
                  <a:pt x="2490147" y="9630087"/>
                  <a:pt x="2493070" y="9596871"/>
                  <a:pt x="2512968" y="9578863"/>
                </a:cubicBezTo>
                <a:cubicBezTo>
                  <a:pt x="2537598" y="9556574"/>
                  <a:pt x="2559285" y="9559284"/>
                  <a:pt x="2577388" y="9586912"/>
                </a:cubicBezTo>
                <a:cubicBezTo>
                  <a:pt x="2606360" y="9631130"/>
                  <a:pt x="2544183" y="9684123"/>
                  <a:pt x="2506980" y="9646920"/>
                </a:cubicBezTo>
                <a:close/>
                <a:moveTo>
                  <a:pt x="2745105" y="9599295"/>
                </a:moveTo>
                <a:cubicBezTo>
                  <a:pt x="2721180" y="9575370"/>
                  <a:pt x="2738989" y="9534525"/>
                  <a:pt x="2773344" y="9534525"/>
                </a:cubicBezTo>
                <a:cubicBezTo>
                  <a:pt x="2787512" y="9534525"/>
                  <a:pt x="2809875" y="9559964"/>
                  <a:pt x="2809875" y="9576080"/>
                </a:cubicBezTo>
                <a:cubicBezTo>
                  <a:pt x="2809875" y="9600915"/>
                  <a:pt x="2763386" y="9617576"/>
                  <a:pt x="2745105" y="9599295"/>
                </a:cubicBezTo>
                <a:close/>
                <a:moveTo>
                  <a:pt x="2930854" y="9604704"/>
                </a:moveTo>
                <a:cubicBezTo>
                  <a:pt x="2918536" y="9592386"/>
                  <a:pt x="2924015" y="9565199"/>
                  <a:pt x="2940055" y="9559044"/>
                </a:cubicBezTo>
                <a:cubicBezTo>
                  <a:pt x="2960130" y="9551340"/>
                  <a:pt x="2974602" y="9565324"/>
                  <a:pt x="2970202" y="9588172"/>
                </a:cubicBezTo>
                <a:cubicBezTo>
                  <a:pt x="2966705" y="9606333"/>
                  <a:pt x="2942607" y="9616457"/>
                  <a:pt x="2930854" y="9604704"/>
                </a:cubicBezTo>
                <a:close/>
                <a:moveTo>
                  <a:pt x="3604118" y="9597020"/>
                </a:moveTo>
                <a:cubicBezTo>
                  <a:pt x="3596585" y="9577389"/>
                  <a:pt x="3616854" y="9553157"/>
                  <a:pt x="3634987" y="9560115"/>
                </a:cubicBezTo>
                <a:cubicBezTo>
                  <a:pt x="3653993" y="9567409"/>
                  <a:pt x="3647555" y="9604959"/>
                  <a:pt x="3626614" y="9608950"/>
                </a:cubicBezTo>
                <a:cubicBezTo>
                  <a:pt x="3617431" y="9610700"/>
                  <a:pt x="3607307" y="9605332"/>
                  <a:pt x="3604118" y="9597020"/>
                </a:cubicBezTo>
                <a:close/>
                <a:moveTo>
                  <a:pt x="3800577" y="9596561"/>
                </a:moveTo>
                <a:cubicBezTo>
                  <a:pt x="3793706" y="9588281"/>
                  <a:pt x="3791381" y="9572203"/>
                  <a:pt x="3794981" y="9557860"/>
                </a:cubicBezTo>
                <a:cubicBezTo>
                  <a:pt x="3803294" y="9524736"/>
                  <a:pt x="3851176" y="9527391"/>
                  <a:pt x="3855974" y="9561243"/>
                </a:cubicBezTo>
                <a:cubicBezTo>
                  <a:pt x="3861729" y="9601837"/>
                  <a:pt x="3824601" y="9625507"/>
                  <a:pt x="3800577" y="9596561"/>
                </a:cubicBezTo>
                <a:close/>
                <a:moveTo>
                  <a:pt x="2016125" y="9594850"/>
                </a:moveTo>
                <a:cubicBezTo>
                  <a:pt x="2005482" y="9584207"/>
                  <a:pt x="2009028" y="9556527"/>
                  <a:pt x="2022462" y="9545377"/>
                </a:cubicBezTo>
                <a:cubicBezTo>
                  <a:pt x="2042240" y="9528963"/>
                  <a:pt x="2071058" y="9554121"/>
                  <a:pt x="2062687" y="9580494"/>
                </a:cubicBezTo>
                <a:cubicBezTo>
                  <a:pt x="2056434" y="9600196"/>
                  <a:pt x="2029710" y="9608435"/>
                  <a:pt x="2016125" y="9594850"/>
                </a:cubicBezTo>
                <a:close/>
                <a:moveTo>
                  <a:pt x="965469" y="9577387"/>
                </a:moveTo>
                <a:cubicBezTo>
                  <a:pt x="957110" y="9555603"/>
                  <a:pt x="968820" y="9534525"/>
                  <a:pt x="989281" y="9534525"/>
                </a:cubicBezTo>
                <a:cubicBezTo>
                  <a:pt x="1011810" y="9534525"/>
                  <a:pt x="1023377" y="9560846"/>
                  <a:pt x="1008648" y="9578594"/>
                </a:cubicBezTo>
                <a:cubicBezTo>
                  <a:pt x="994317" y="9595861"/>
                  <a:pt x="972322" y="9595247"/>
                  <a:pt x="965469" y="9577387"/>
                </a:cubicBezTo>
                <a:close/>
                <a:moveTo>
                  <a:pt x="2349500" y="9585325"/>
                </a:moveTo>
                <a:cubicBezTo>
                  <a:pt x="2338594" y="9574419"/>
                  <a:pt x="2342561" y="9536317"/>
                  <a:pt x="2355056" y="9531959"/>
                </a:cubicBezTo>
                <a:cubicBezTo>
                  <a:pt x="2387837" y="9520524"/>
                  <a:pt x="2408108" y="9573460"/>
                  <a:pt x="2375708" y="9585893"/>
                </a:cubicBezTo>
                <a:cubicBezTo>
                  <a:pt x="2357052" y="9593052"/>
                  <a:pt x="2357231" y="9593056"/>
                  <a:pt x="2349500" y="9585325"/>
                </a:cubicBezTo>
                <a:close/>
                <a:moveTo>
                  <a:pt x="4283404" y="9576129"/>
                </a:moveTo>
                <a:cubicBezTo>
                  <a:pt x="4271904" y="9564629"/>
                  <a:pt x="4276119" y="9527270"/>
                  <a:pt x="4289495" y="9522137"/>
                </a:cubicBezTo>
                <a:cubicBezTo>
                  <a:pt x="4310017" y="9514262"/>
                  <a:pt x="4326276" y="9530087"/>
                  <a:pt x="4322802" y="9554554"/>
                </a:cubicBezTo>
                <a:cubicBezTo>
                  <a:pt x="4319652" y="9576734"/>
                  <a:pt x="4296621" y="9589346"/>
                  <a:pt x="4283404" y="9576129"/>
                </a:cubicBezTo>
                <a:close/>
                <a:moveTo>
                  <a:pt x="1221105" y="9551670"/>
                </a:moveTo>
                <a:cubicBezTo>
                  <a:pt x="1192889" y="9523454"/>
                  <a:pt x="1222343" y="9481726"/>
                  <a:pt x="1255646" y="9502733"/>
                </a:cubicBezTo>
                <a:cubicBezTo>
                  <a:pt x="1277301" y="9516393"/>
                  <a:pt x="1279207" y="9530306"/>
                  <a:pt x="1261807" y="9547706"/>
                </a:cubicBezTo>
                <a:cubicBezTo>
                  <a:pt x="1243412" y="9566102"/>
                  <a:pt x="1236235" y="9566800"/>
                  <a:pt x="1221105" y="9551670"/>
                </a:cubicBezTo>
                <a:close/>
                <a:moveTo>
                  <a:pt x="1440180" y="9551670"/>
                </a:moveTo>
                <a:cubicBezTo>
                  <a:pt x="1424151" y="9535641"/>
                  <a:pt x="1425953" y="9500582"/>
                  <a:pt x="1443717" y="9482817"/>
                </a:cubicBezTo>
                <a:cubicBezTo>
                  <a:pt x="1482200" y="9444334"/>
                  <a:pt x="1540529" y="9493591"/>
                  <a:pt x="1510588" y="9539287"/>
                </a:cubicBezTo>
                <a:cubicBezTo>
                  <a:pt x="1493869" y="9564803"/>
                  <a:pt x="1459379" y="9570869"/>
                  <a:pt x="1440180" y="9551670"/>
                </a:cubicBezTo>
                <a:close/>
                <a:moveTo>
                  <a:pt x="4162055" y="9548367"/>
                </a:moveTo>
                <a:cubicBezTo>
                  <a:pt x="4147014" y="9530244"/>
                  <a:pt x="4158111" y="9503730"/>
                  <a:pt x="4179064" y="9507724"/>
                </a:cubicBezTo>
                <a:cubicBezTo>
                  <a:pt x="4200005" y="9511715"/>
                  <a:pt x="4206443" y="9549265"/>
                  <a:pt x="4187437" y="9556559"/>
                </a:cubicBezTo>
                <a:cubicBezTo>
                  <a:pt x="4179685" y="9559533"/>
                  <a:pt x="4168263" y="9555847"/>
                  <a:pt x="4162055" y="9548367"/>
                </a:cubicBezTo>
                <a:close/>
                <a:moveTo>
                  <a:pt x="4543425" y="9553611"/>
                </a:moveTo>
                <a:cubicBezTo>
                  <a:pt x="4543425" y="9542063"/>
                  <a:pt x="4570137" y="9529487"/>
                  <a:pt x="4577989" y="9537339"/>
                </a:cubicBezTo>
                <a:cubicBezTo>
                  <a:pt x="4580831" y="9540181"/>
                  <a:pt x="4574216" y="9547290"/>
                  <a:pt x="4563290" y="9553138"/>
                </a:cubicBezTo>
                <a:cubicBezTo>
                  <a:pt x="4549515" y="9560510"/>
                  <a:pt x="4543425" y="9560655"/>
                  <a:pt x="4543425" y="9553611"/>
                </a:cubicBezTo>
                <a:close/>
                <a:moveTo>
                  <a:pt x="3197224" y="9547225"/>
                </a:moveTo>
                <a:cubicBezTo>
                  <a:pt x="3187224" y="9537224"/>
                  <a:pt x="3189811" y="9507731"/>
                  <a:pt x="3201314" y="9500622"/>
                </a:cubicBezTo>
                <a:cubicBezTo>
                  <a:pt x="3219897" y="9489137"/>
                  <a:pt x="3243704" y="9521539"/>
                  <a:pt x="3229371" y="9538809"/>
                </a:cubicBezTo>
                <a:cubicBezTo>
                  <a:pt x="3216092" y="9554809"/>
                  <a:pt x="3207150" y="9557150"/>
                  <a:pt x="3197224" y="9547225"/>
                </a:cubicBezTo>
                <a:close/>
                <a:moveTo>
                  <a:pt x="3350026" y="9547626"/>
                </a:moveTo>
                <a:cubicBezTo>
                  <a:pt x="3337412" y="9535012"/>
                  <a:pt x="3343206" y="9498489"/>
                  <a:pt x="3358769" y="9492517"/>
                </a:cubicBezTo>
                <a:cubicBezTo>
                  <a:pt x="3379879" y="9484416"/>
                  <a:pt x="3401970" y="9504661"/>
                  <a:pt x="3398503" y="9528929"/>
                </a:cubicBezTo>
                <a:cubicBezTo>
                  <a:pt x="3395686" y="9548643"/>
                  <a:pt x="3363469" y="9561069"/>
                  <a:pt x="3350026" y="9547626"/>
                </a:cubicBezTo>
                <a:close/>
                <a:moveTo>
                  <a:pt x="1773555" y="9532620"/>
                </a:moveTo>
                <a:cubicBezTo>
                  <a:pt x="1737420" y="9496485"/>
                  <a:pt x="1778840" y="9435998"/>
                  <a:pt x="1825242" y="9457140"/>
                </a:cubicBezTo>
                <a:cubicBezTo>
                  <a:pt x="1866683" y="9476022"/>
                  <a:pt x="1850829" y="9544050"/>
                  <a:pt x="1804987" y="9544050"/>
                </a:cubicBezTo>
                <a:cubicBezTo>
                  <a:pt x="1793986" y="9544050"/>
                  <a:pt x="1779841" y="9538906"/>
                  <a:pt x="1773555" y="9532620"/>
                </a:cubicBezTo>
                <a:close/>
                <a:moveTo>
                  <a:pt x="1616404" y="9528504"/>
                </a:moveTo>
                <a:cubicBezTo>
                  <a:pt x="1605145" y="9517245"/>
                  <a:pt x="1608984" y="9489222"/>
                  <a:pt x="1622495" y="9484037"/>
                </a:cubicBezTo>
                <a:cubicBezTo>
                  <a:pt x="1641693" y="9476670"/>
                  <a:pt x="1659670" y="9491627"/>
                  <a:pt x="1655796" y="9511744"/>
                </a:cubicBezTo>
                <a:cubicBezTo>
                  <a:pt x="1652263" y="9530090"/>
                  <a:pt x="1628220" y="9540320"/>
                  <a:pt x="1616404" y="9528504"/>
                </a:cubicBezTo>
                <a:close/>
                <a:moveTo>
                  <a:pt x="3040856" y="9518301"/>
                </a:moveTo>
                <a:cubicBezTo>
                  <a:pt x="3034307" y="9515873"/>
                  <a:pt x="3028950" y="9503529"/>
                  <a:pt x="3028950" y="9490868"/>
                </a:cubicBezTo>
                <a:cubicBezTo>
                  <a:pt x="3028950" y="9464059"/>
                  <a:pt x="3063789" y="9457796"/>
                  <a:pt x="3073413" y="9482876"/>
                </a:cubicBezTo>
                <a:cubicBezTo>
                  <a:pt x="3080194" y="9500544"/>
                  <a:pt x="3058024" y="9524666"/>
                  <a:pt x="3040856" y="9518301"/>
                </a:cubicBezTo>
                <a:close/>
                <a:moveTo>
                  <a:pt x="3994516" y="9490188"/>
                </a:moveTo>
                <a:cubicBezTo>
                  <a:pt x="3986325" y="9457553"/>
                  <a:pt x="4000674" y="9435290"/>
                  <a:pt x="4032336" y="9431506"/>
                </a:cubicBezTo>
                <a:cubicBezTo>
                  <a:pt x="4064663" y="9427642"/>
                  <a:pt x="4084715" y="9463649"/>
                  <a:pt x="4067819" y="9495220"/>
                </a:cubicBezTo>
                <a:cubicBezTo>
                  <a:pt x="4051098" y="9526463"/>
                  <a:pt x="4002788" y="9523147"/>
                  <a:pt x="3994516" y="9490188"/>
                </a:cubicBezTo>
                <a:close/>
                <a:moveTo>
                  <a:pt x="828787" y="9477586"/>
                </a:moveTo>
                <a:cubicBezTo>
                  <a:pt x="804578" y="9432350"/>
                  <a:pt x="848741" y="9388280"/>
                  <a:pt x="887129" y="9419366"/>
                </a:cubicBezTo>
                <a:cubicBezTo>
                  <a:pt x="906123" y="9434746"/>
                  <a:pt x="907908" y="9441128"/>
                  <a:pt x="899745" y="9464471"/>
                </a:cubicBezTo>
                <a:cubicBezTo>
                  <a:pt x="887448" y="9499637"/>
                  <a:pt x="844807" y="9507517"/>
                  <a:pt x="828787" y="9477586"/>
                </a:cubicBezTo>
                <a:close/>
                <a:moveTo>
                  <a:pt x="2587622" y="9482833"/>
                </a:moveTo>
                <a:cubicBezTo>
                  <a:pt x="2581400" y="9466617"/>
                  <a:pt x="2604807" y="9444559"/>
                  <a:pt x="2618957" y="9453304"/>
                </a:cubicBezTo>
                <a:cubicBezTo>
                  <a:pt x="2624425" y="9456684"/>
                  <a:pt x="2628900" y="9467768"/>
                  <a:pt x="2628900" y="9477937"/>
                </a:cubicBezTo>
                <a:cubicBezTo>
                  <a:pt x="2628900" y="9499765"/>
                  <a:pt x="2595634" y="9503711"/>
                  <a:pt x="2587622" y="9482833"/>
                </a:cubicBezTo>
                <a:close/>
                <a:moveTo>
                  <a:pt x="3480335" y="9482830"/>
                </a:moveTo>
                <a:cubicBezTo>
                  <a:pt x="3468960" y="9453187"/>
                  <a:pt x="3480864" y="9425048"/>
                  <a:pt x="3506015" y="9422124"/>
                </a:cubicBezTo>
                <a:cubicBezTo>
                  <a:pt x="3540490" y="9418117"/>
                  <a:pt x="3558907" y="9442160"/>
                  <a:pt x="3544904" y="9472894"/>
                </a:cubicBezTo>
                <a:cubicBezTo>
                  <a:pt x="3532873" y="9499300"/>
                  <a:pt x="3489232" y="9506016"/>
                  <a:pt x="3480335" y="9482830"/>
                </a:cubicBezTo>
                <a:close/>
                <a:moveTo>
                  <a:pt x="3663838" y="9479006"/>
                </a:moveTo>
                <a:cubicBezTo>
                  <a:pt x="3631370" y="9443129"/>
                  <a:pt x="3656917" y="9391650"/>
                  <a:pt x="3707189" y="9391650"/>
                </a:cubicBezTo>
                <a:cubicBezTo>
                  <a:pt x="3753960" y="9391650"/>
                  <a:pt x="3763888" y="9437103"/>
                  <a:pt x="3726434" y="9479756"/>
                </a:cubicBezTo>
                <a:cubicBezTo>
                  <a:pt x="3707564" y="9501245"/>
                  <a:pt x="3683706" y="9500959"/>
                  <a:pt x="3663838" y="9479006"/>
                </a:cubicBezTo>
                <a:close/>
                <a:moveTo>
                  <a:pt x="4410187" y="9477586"/>
                </a:moveTo>
                <a:cubicBezTo>
                  <a:pt x="4385978" y="9432350"/>
                  <a:pt x="4430141" y="9388280"/>
                  <a:pt x="4468529" y="9419366"/>
                </a:cubicBezTo>
                <a:cubicBezTo>
                  <a:pt x="4487523" y="9434746"/>
                  <a:pt x="4489308" y="9441128"/>
                  <a:pt x="4481145" y="9464471"/>
                </a:cubicBezTo>
                <a:cubicBezTo>
                  <a:pt x="4468848" y="9499637"/>
                  <a:pt x="4426207" y="9507517"/>
                  <a:pt x="4410187" y="9477586"/>
                </a:cubicBezTo>
                <a:close/>
                <a:moveTo>
                  <a:pt x="2120198" y="9471487"/>
                </a:moveTo>
                <a:cubicBezTo>
                  <a:pt x="2116748" y="9462496"/>
                  <a:pt x="2118064" y="9451000"/>
                  <a:pt x="2123122" y="9445942"/>
                </a:cubicBezTo>
                <a:cubicBezTo>
                  <a:pt x="2136886" y="9432178"/>
                  <a:pt x="2164051" y="9446311"/>
                  <a:pt x="2160388" y="9465330"/>
                </a:cubicBezTo>
                <a:cubicBezTo>
                  <a:pt x="2156095" y="9487619"/>
                  <a:pt x="2128038" y="9491917"/>
                  <a:pt x="2120198" y="9471487"/>
                </a:cubicBezTo>
                <a:close/>
                <a:moveTo>
                  <a:pt x="1053192" y="9462407"/>
                </a:moveTo>
                <a:cubicBezTo>
                  <a:pt x="1033373" y="9442587"/>
                  <a:pt x="1034309" y="9426721"/>
                  <a:pt x="1056482" y="9406654"/>
                </a:cubicBezTo>
                <a:cubicBezTo>
                  <a:pt x="1092483" y="9374074"/>
                  <a:pt x="1137492" y="9431447"/>
                  <a:pt x="1102995" y="9465945"/>
                </a:cubicBezTo>
                <a:cubicBezTo>
                  <a:pt x="1087471" y="9481468"/>
                  <a:pt x="1071090" y="9480304"/>
                  <a:pt x="1053192" y="9462407"/>
                </a:cubicBezTo>
                <a:close/>
                <a:moveTo>
                  <a:pt x="4634592" y="9462407"/>
                </a:moveTo>
                <a:cubicBezTo>
                  <a:pt x="4614773" y="9442587"/>
                  <a:pt x="4615709" y="9426721"/>
                  <a:pt x="4637882" y="9406654"/>
                </a:cubicBezTo>
                <a:cubicBezTo>
                  <a:pt x="4673883" y="9374074"/>
                  <a:pt x="4718892" y="9431447"/>
                  <a:pt x="4684395" y="9465945"/>
                </a:cubicBezTo>
                <a:cubicBezTo>
                  <a:pt x="4668871" y="9481468"/>
                  <a:pt x="4652490" y="9480304"/>
                  <a:pt x="4634592" y="9462407"/>
                </a:cubicBezTo>
                <a:close/>
                <a:moveTo>
                  <a:pt x="2843031" y="9448599"/>
                </a:moveTo>
                <a:cubicBezTo>
                  <a:pt x="2826341" y="9430158"/>
                  <a:pt x="2826006" y="9426280"/>
                  <a:pt x="2839084" y="9402905"/>
                </a:cubicBezTo>
                <a:cubicBezTo>
                  <a:pt x="2868015" y="9351190"/>
                  <a:pt x="2938093" y="9381401"/>
                  <a:pt x="2918593" y="9437182"/>
                </a:cubicBezTo>
                <a:cubicBezTo>
                  <a:pt x="2906804" y="9470902"/>
                  <a:pt x="2868458" y="9476697"/>
                  <a:pt x="2843031" y="9448599"/>
                </a:cubicBezTo>
                <a:close/>
                <a:moveTo>
                  <a:pt x="1959193" y="9447334"/>
                </a:moveTo>
                <a:cubicBezTo>
                  <a:pt x="1937421" y="9435150"/>
                  <a:pt x="1938716" y="9394666"/>
                  <a:pt x="1961265" y="9382598"/>
                </a:cubicBezTo>
                <a:cubicBezTo>
                  <a:pt x="1989244" y="9367624"/>
                  <a:pt x="2025738" y="9399921"/>
                  <a:pt x="2011307" y="9426886"/>
                </a:cubicBezTo>
                <a:cubicBezTo>
                  <a:pt x="1998010" y="9451731"/>
                  <a:pt x="1979810" y="9458872"/>
                  <a:pt x="1959193" y="9447334"/>
                </a:cubicBezTo>
                <a:close/>
                <a:moveTo>
                  <a:pt x="2257860" y="9444561"/>
                </a:moveTo>
                <a:cubicBezTo>
                  <a:pt x="2230768" y="9411918"/>
                  <a:pt x="2268133" y="9356734"/>
                  <a:pt x="2302668" y="9378383"/>
                </a:cubicBezTo>
                <a:cubicBezTo>
                  <a:pt x="2325163" y="9392485"/>
                  <a:pt x="2328563" y="9423926"/>
                  <a:pt x="2309639" y="9442850"/>
                </a:cubicBezTo>
                <a:cubicBezTo>
                  <a:pt x="2290502" y="9461987"/>
                  <a:pt x="2272807" y="9462572"/>
                  <a:pt x="2257860" y="9444561"/>
                </a:cubicBezTo>
                <a:close/>
                <a:moveTo>
                  <a:pt x="2428478" y="9443559"/>
                </a:moveTo>
                <a:cubicBezTo>
                  <a:pt x="2408355" y="9419312"/>
                  <a:pt x="2441444" y="9390612"/>
                  <a:pt x="2463775" y="9412943"/>
                </a:cubicBezTo>
                <a:cubicBezTo>
                  <a:pt x="2479343" y="9428511"/>
                  <a:pt x="2468930" y="9458325"/>
                  <a:pt x="2447925" y="9458325"/>
                </a:cubicBezTo>
                <a:cubicBezTo>
                  <a:pt x="2443969" y="9458325"/>
                  <a:pt x="2435218" y="9451680"/>
                  <a:pt x="2428478" y="9443559"/>
                </a:cubicBezTo>
                <a:close/>
                <a:moveTo>
                  <a:pt x="3870311" y="9414723"/>
                </a:moveTo>
                <a:cubicBezTo>
                  <a:pt x="3867139" y="9406459"/>
                  <a:pt x="3871560" y="9392682"/>
                  <a:pt x="3880135" y="9384107"/>
                </a:cubicBezTo>
                <a:cubicBezTo>
                  <a:pt x="3902230" y="9362012"/>
                  <a:pt x="3935096" y="9390976"/>
                  <a:pt x="3915171" y="9414984"/>
                </a:cubicBezTo>
                <a:cubicBezTo>
                  <a:pt x="3899376" y="9434016"/>
                  <a:pt x="3877665" y="9433890"/>
                  <a:pt x="3870311" y="9414723"/>
                </a:cubicBezTo>
                <a:close/>
                <a:moveTo>
                  <a:pt x="4149722" y="9416158"/>
                </a:moveTo>
                <a:cubicBezTo>
                  <a:pt x="4141626" y="9395060"/>
                  <a:pt x="4166812" y="9378745"/>
                  <a:pt x="4181031" y="9395877"/>
                </a:cubicBezTo>
                <a:cubicBezTo>
                  <a:pt x="4187416" y="9403571"/>
                  <a:pt x="4189874" y="9414339"/>
                  <a:pt x="4186495" y="9419807"/>
                </a:cubicBezTo>
                <a:cubicBezTo>
                  <a:pt x="4177612" y="9434179"/>
                  <a:pt x="4155807" y="9432016"/>
                  <a:pt x="4149722" y="9416158"/>
                </a:cubicBezTo>
                <a:close/>
                <a:moveTo>
                  <a:pt x="3201590" y="9411637"/>
                </a:moveTo>
                <a:cubicBezTo>
                  <a:pt x="3170775" y="9392118"/>
                  <a:pt x="3196564" y="9324975"/>
                  <a:pt x="3234877" y="9324975"/>
                </a:cubicBezTo>
                <a:cubicBezTo>
                  <a:pt x="3268247" y="9324975"/>
                  <a:pt x="3289681" y="9384283"/>
                  <a:pt x="3265170" y="9408795"/>
                </a:cubicBezTo>
                <a:cubicBezTo>
                  <a:pt x="3251845" y="9422119"/>
                  <a:pt x="3220360" y="9423526"/>
                  <a:pt x="3201590" y="9411637"/>
                </a:cubicBezTo>
                <a:close/>
                <a:moveTo>
                  <a:pt x="1348806" y="9395633"/>
                </a:moveTo>
                <a:cubicBezTo>
                  <a:pt x="1341080" y="9375499"/>
                  <a:pt x="1340950" y="9376035"/>
                  <a:pt x="1357588" y="9359397"/>
                </a:cubicBezTo>
                <a:cubicBezTo>
                  <a:pt x="1382335" y="9334650"/>
                  <a:pt x="1416712" y="9362293"/>
                  <a:pt x="1403619" y="9396412"/>
                </a:cubicBezTo>
                <a:cubicBezTo>
                  <a:pt x="1396357" y="9415337"/>
                  <a:pt x="1356148" y="9414765"/>
                  <a:pt x="1348806" y="9395633"/>
                </a:cubicBezTo>
                <a:close/>
                <a:moveTo>
                  <a:pt x="691478" y="9388735"/>
                </a:moveTo>
                <a:cubicBezTo>
                  <a:pt x="655745" y="9362606"/>
                  <a:pt x="693757" y="9297801"/>
                  <a:pt x="731043" y="9321282"/>
                </a:cubicBezTo>
                <a:cubicBezTo>
                  <a:pt x="754407" y="9335995"/>
                  <a:pt x="757076" y="9361253"/>
                  <a:pt x="737546" y="9382833"/>
                </a:cubicBezTo>
                <a:cubicBezTo>
                  <a:pt x="717896" y="9404546"/>
                  <a:pt x="713816" y="9405069"/>
                  <a:pt x="691478" y="9388735"/>
                </a:cubicBezTo>
                <a:close/>
                <a:moveTo>
                  <a:pt x="1663700" y="9394825"/>
                </a:moveTo>
                <a:cubicBezTo>
                  <a:pt x="1660207" y="9391332"/>
                  <a:pt x="1657350" y="9380616"/>
                  <a:pt x="1657350" y="9371012"/>
                </a:cubicBezTo>
                <a:cubicBezTo>
                  <a:pt x="1657350" y="9351072"/>
                  <a:pt x="1691376" y="9346423"/>
                  <a:pt x="1698015" y="9365456"/>
                </a:cubicBezTo>
                <a:cubicBezTo>
                  <a:pt x="1707149" y="9391640"/>
                  <a:pt x="1682020" y="9413145"/>
                  <a:pt x="1663700" y="9394825"/>
                </a:cubicBezTo>
                <a:close/>
                <a:moveTo>
                  <a:pt x="2664226" y="9395226"/>
                </a:moveTo>
                <a:cubicBezTo>
                  <a:pt x="2653233" y="9384233"/>
                  <a:pt x="2656512" y="9356681"/>
                  <a:pt x="2670162" y="9345352"/>
                </a:cubicBezTo>
                <a:cubicBezTo>
                  <a:pt x="2687711" y="9330788"/>
                  <a:pt x="2717828" y="9353638"/>
                  <a:pt x="2713182" y="9377992"/>
                </a:cubicBezTo>
                <a:cubicBezTo>
                  <a:pt x="2709665" y="9396424"/>
                  <a:pt x="2676944" y="9407944"/>
                  <a:pt x="2664226" y="9395226"/>
                </a:cubicBezTo>
                <a:close/>
                <a:moveTo>
                  <a:pt x="4272878" y="9388735"/>
                </a:moveTo>
                <a:cubicBezTo>
                  <a:pt x="4237145" y="9362606"/>
                  <a:pt x="4275157" y="9297801"/>
                  <a:pt x="4312443" y="9321282"/>
                </a:cubicBezTo>
                <a:cubicBezTo>
                  <a:pt x="4335807" y="9335995"/>
                  <a:pt x="4338476" y="9361253"/>
                  <a:pt x="4318946" y="9382833"/>
                </a:cubicBezTo>
                <a:cubicBezTo>
                  <a:pt x="4299296" y="9404546"/>
                  <a:pt x="4295216" y="9405069"/>
                  <a:pt x="4272878" y="9388735"/>
                </a:cubicBezTo>
                <a:close/>
                <a:moveTo>
                  <a:pt x="3038078" y="9376884"/>
                </a:moveTo>
                <a:cubicBezTo>
                  <a:pt x="3017955" y="9352637"/>
                  <a:pt x="3051044" y="9323937"/>
                  <a:pt x="3073375" y="9346268"/>
                </a:cubicBezTo>
                <a:cubicBezTo>
                  <a:pt x="3088943" y="9361836"/>
                  <a:pt x="3078530" y="9391650"/>
                  <a:pt x="3057525" y="9391650"/>
                </a:cubicBezTo>
                <a:cubicBezTo>
                  <a:pt x="3053569" y="9391650"/>
                  <a:pt x="3044818" y="9385005"/>
                  <a:pt x="3038078" y="9376884"/>
                </a:cubicBezTo>
                <a:close/>
                <a:moveTo>
                  <a:pt x="1201725" y="9357391"/>
                </a:moveTo>
                <a:cubicBezTo>
                  <a:pt x="1156970" y="9326044"/>
                  <a:pt x="1208570" y="9244586"/>
                  <a:pt x="1254836" y="9273548"/>
                </a:cubicBezTo>
                <a:cubicBezTo>
                  <a:pt x="1281210" y="9290057"/>
                  <a:pt x="1281725" y="9339179"/>
                  <a:pt x="1255715" y="9357397"/>
                </a:cubicBezTo>
                <a:cubicBezTo>
                  <a:pt x="1229001" y="9376108"/>
                  <a:pt x="1228448" y="9376108"/>
                  <a:pt x="1201725" y="9357391"/>
                </a:cubicBezTo>
                <a:close/>
                <a:moveTo>
                  <a:pt x="3409580" y="9348342"/>
                </a:moveTo>
                <a:cubicBezTo>
                  <a:pt x="3394539" y="9330219"/>
                  <a:pt x="3405636" y="9303705"/>
                  <a:pt x="3426589" y="9307699"/>
                </a:cubicBezTo>
                <a:cubicBezTo>
                  <a:pt x="3447530" y="9311690"/>
                  <a:pt x="3453968" y="9349240"/>
                  <a:pt x="3434962" y="9356534"/>
                </a:cubicBezTo>
                <a:cubicBezTo>
                  <a:pt x="3427210" y="9359508"/>
                  <a:pt x="3415788" y="9355822"/>
                  <a:pt x="3409580" y="9348342"/>
                </a:cubicBezTo>
                <a:close/>
                <a:moveTo>
                  <a:pt x="4772723" y="9349629"/>
                </a:moveTo>
                <a:cubicBezTo>
                  <a:pt x="4745027" y="9316257"/>
                  <a:pt x="4791974" y="9255166"/>
                  <a:pt x="4833168" y="9270974"/>
                </a:cubicBezTo>
                <a:cubicBezTo>
                  <a:pt x="4848369" y="9276807"/>
                  <a:pt x="4847922" y="9280456"/>
                  <a:pt x="4827518" y="9317110"/>
                </a:cubicBezTo>
                <a:cubicBezTo>
                  <a:pt x="4802395" y="9362242"/>
                  <a:pt x="4789528" y="9369878"/>
                  <a:pt x="4772723" y="9349629"/>
                </a:cubicBezTo>
                <a:close/>
                <a:moveTo>
                  <a:pt x="1506855" y="9342120"/>
                </a:moveTo>
                <a:cubicBezTo>
                  <a:pt x="1473022" y="9308287"/>
                  <a:pt x="1512286" y="9255918"/>
                  <a:pt x="1551102" y="9283105"/>
                </a:cubicBezTo>
                <a:cubicBezTo>
                  <a:pt x="1575413" y="9300133"/>
                  <a:pt x="1577205" y="9318033"/>
                  <a:pt x="1556657" y="9338582"/>
                </a:cubicBezTo>
                <a:cubicBezTo>
                  <a:pt x="1538759" y="9356479"/>
                  <a:pt x="1522378" y="9357643"/>
                  <a:pt x="1506855" y="9342120"/>
                </a:cubicBezTo>
                <a:close/>
                <a:moveTo>
                  <a:pt x="1819654" y="9339719"/>
                </a:moveTo>
                <a:cubicBezTo>
                  <a:pt x="1793197" y="9307841"/>
                  <a:pt x="1835705" y="9269015"/>
                  <a:pt x="1864995" y="9298305"/>
                </a:cubicBezTo>
                <a:cubicBezTo>
                  <a:pt x="1880058" y="9313368"/>
                  <a:pt x="1879421" y="9320617"/>
                  <a:pt x="1861457" y="9338582"/>
                </a:cubicBezTo>
                <a:cubicBezTo>
                  <a:pt x="1842896" y="9357142"/>
                  <a:pt x="1834308" y="9357376"/>
                  <a:pt x="1819654" y="9339719"/>
                </a:cubicBezTo>
                <a:close/>
                <a:moveTo>
                  <a:pt x="4002881" y="9347200"/>
                </a:moveTo>
                <a:cubicBezTo>
                  <a:pt x="3986323" y="9340576"/>
                  <a:pt x="3987990" y="9310734"/>
                  <a:pt x="4005740" y="9296003"/>
                </a:cubicBezTo>
                <a:cubicBezTo>
                  <a:pt x="4017944" y="9285875"/>
                  <a:pt x="4023287" y="9286530"/>
                  <a:pt x="4036535" y="9299778"/>
                </a:cubicBezTo>
                <a:cubicBezTo>
                  <a:pt x="4060521" y="9323764"/>
                  <a:pt x="4034823" y="9359976"/>
                  <a:pt x="4002881" y="9347200"/>
                </a:cubicBezTo>
                <a:close/>
                <a:moveTo>
                  <a:pt x="2146286" y="9328998"/>
                </a:moveTo>
                <a:cubicBezTo>
                  <a:pt x="2143114" y="9320734"/>
                  <a:pt x="2147535" y="9306957"/>
                  <a:pt x="2156110" y="9298382"/>
                </a:cubicBezTo>
                <a:cubicBezTo>
                  <a:pt x="2178205" y="9276287"/>
                  <a:pt x="2211071" y="9305251"/>
                  <a:pt x="2191146" y="9329259"/>
                </a:cubicBezTo>
                <a:cubicBezTo>
                  <a:pt x="2175351" y="9348291"/>
                  <a:pt x="2153640" y="9348165"/>
                  <a:pt x="2146286" y="9328998"/>
                </a:cubicBezTo>
                <a:close/>
                <a:moveTo>
                  <a:pt x="963026" y="9321419"/>
                </a:moveTo>
                <a:cubicBezTo>
                  <a:pt x="948677" y="9304129"/>
                  <a:pt x="959644" y="9277350"/>
                  <a:pt x="981075" y="9277350"/>
                </a:cubicBezTo>
                <a:cubicBezTo>
                  <a:pt x="1004337" y="9277350"/>
                  <a:pt x="1012035" y="9302179"/>
                  <a:pt x="994277" y="9319936"/>
                </a:cubicBezTo>
                <a:cubicBezTo>
                  <a:pt x="976553" y="9337660"/>
                  <a:pt x="976507" y="9337662"/>
                  <a:pt x="963026" y="9321419"/>
                </a:cubicBezTo>
                <a:close/>
                <a:moveTo>
                  <a:pt x="2500992" y="9319532"/>
                </a:moveTo>
                <a:cubicBezTo>
                  <a:pt x="2461924" y="9280464"/>
                  <a:pt x="2504603" y="9223034"/>
                  <a:pt x="2553326" y="9249110"/>
                </a:cubicBezTo>
                <a:cubicBezTo>
                  <a:pt x="2576589" y="9261560"/>
                  <a:pt x="2577117" y="9298115"/>
                  <a:pt x="2554331" y="9318736"/>
                </a:cubicBezTo>
                <a:cubicBezTo>
                  <a:pt x="2532584" y="9338416"/>
                  <a:pt x="2520064" y="9338603"/>
                  <a:pt x="2500992" y="9319532"/>
                </a:cubicBezTo>
                <a:close/>
                <a:moveTo>
                  <a:pt x="3730624" y="9328150"/>
                </a:moveTo>
                <a:cubicBezTo>
                  <a:pt x="3719349" y="9316874"/>
                  <a:pt x="3723879" y="9289064"/>
                  <a:pt x="3737866" y="9283697"/>
                </a:cubicBezTo>
                <a:cubicBezTo>
                  <a:pt x="3759003" y="9275586"/>
                  <a:pt x="3777070" y="9302505"/>
                  <a:pt x="3762375" y="9320212"/>
                </a:cubicBezTo>
                <a:cubicBezTo>
                  <a:pt x="3749472" y="9335759"/>
                  <a:pt x="3740481" y="9338006"/>
                  <a:pt x="3730624" y="9328150"/>
                </a:cubicBezTo>
                <a:close/>
                <a:moveTo>
                  <a:pt x="4544426" y="9321419"/>
                </a:moveTo>
                <a:cubicBezTo>
                  <a:pt x="4530077" y="9304129"/>
                  <a:pt x="4541044" y="9277350"/>
                  <a:pt x="4562475" y="9277350"/>
                </a:cubicBezTo>
                <a:cubicBezTo>
                  <a:pt x="4585737" y="9277350"/>
                  <a:pt x="4593435" y="9302179"/>
                  <a:pt x="4575677" y="9319936"/>
                </a:cubicBezTo>
                <a:cubicBezTo>
                  <a:pt x="4557953" y="9337660"/>
                  <a:pt x="4557907" y="9337662"/>
                  <a:pt x="4544426" y="9321419"/>
                </a:cubicBezTo>
                <a:close/>
                <a:moveTo>
                  <a:pt x="2930524" y="9299575"/>
                </a:moveTo>
                <a:cubicBezTo>
                  <a:pt x="2918066" y="9287116"/>
                  <a:pt x="2924452" y="9250706"/>
                  <a:pt x="2940153" y="9244681"/>
                </a:cubicBezTo>
                <a:cubicBezTo>
                  <a:pt x="2962528" y="9236095"/>
                  <a:pt x="2984775" y="9260997"/>
                  <a:pt x="2976899" y="9285812"/>
                </a:cubicBezTo>
                <a:cubicBezTo>
                  <a:pt x="2970800" y="9305029"/>
                  <a:pt x="2943948" y="9312998"/>
                  <a:pt x="2930524" y="9299575"/>
                </a:cubicBezTo>
                <a:close/>
                <a:moveTo>
                  <a:pt x="3576639" y="9296403"/>
                </a:moveTo>
                <a:cubicBezTo>
                  <a:pt x="3565139" y="9277796"/>
                  <a:pt x="3580534" y="9239250"/>
                  <a:pt x="3599465" y="9239250"/>
                </a:cubicBezTo>
                <a:cubicBezTo>
                  <a:pt x="3625729" y="9239250"/>
                  <a:pt x="3644554" y="9265677"/>
                  <a:pt x="3632262" y="9285292"/>
                </a:cubicBezTo>
                <a:cubicBezTo>
                  <a:pt x="3620323" y="9304342"/>
                  <a:pt x="3585807" y="9311237"/>
                  <a:pt x="3576639" y="9296403"/>
                </a:cubicBezTo>
                <a:close/>
                <a:moveTo>
                  <a:pt x="2308669" y="9282568"/>
                </a:moveTo>
                <a:cubicBezTo>
                  <a:pt x="2302034" y="9265277"/>
                  <a:pt x="2311671" y="9248775"/>
                  <a:pt x="2328405" y="9248775"/>
                </a:cubicBezTo>
                <a:cubicBezTo>
                  <a:pt x="2345784" y="9248775"/>
                  <a:pt x="2353592" y="9272622"/>
                  <a:pt x="2340500" y="9285714"/>
                </a:cubicBezTo>
                <a:cubicBezTo>
                  <a:pt x="2325991" y="9300223"/>
                  <a:pt x="2315028" y="9299140"/>
                  <a:pt x="2308669" y="9282568"/>
                </a:cubicBezTo>
                <a:close/>
                <a:moveTo>
                  <a:pt x="4108932" y="9282668"/>
                </a:moveTo>
                <a:cubicBezTo>
                  <a:pt x="4094642" y="9245428"/>
                  <a:pt x="4129503" y="9206799"/>
                  <a:pt x="4160043" y="9226032"/>
                </a:cubicBezTo>
                <a:cubicBezTo>
                  <a:pt x="4196013" y="9248684"/>
                  <a:pt x="4180487" y="9296400"/>
                  <a:pt x="4137147" y="9296400"/>
                </a:cubicBezTo>
                <a:cubicBezTo>
                  <a:pt x="4124527" y="9296400"/>
                  <a:pt x="4111831" y="9290220"/>
                  <a:pt x="4108932" y="9282668"/>
                </a:cubicBezTo>
                <a:close/>
                <a:moveTo>
                  <a:pt x="2009877" y="9272711"/>
                </a:moveTo>
                <a:cubicBezTo>
                  <a:pt x="2003006" y="9264431"/>
                  <a:pt x="2000681" y="9248353"/>
                  <a:pt x="2004281" y="9234010"/>
                </a:cubicBezTo>
                <a:cubicBezTo>
                  <a:pt x="2012594" y="9200886"/>
                  <a:pt x="2060476" y="9203541"/>
                  <a:pt x="2065274" y="9237393"/>
                </a:cubicBezTo>
                <a:cubicBezTo>
                  <a:pt x="2071029" y="9277987"/>
                  <a:pt x="2033901" y="9301657"/>
                  <a:pt x="2009877" y="9272711"/>
                </a:cubicBezTo>
                <a:close/>
                <a:moveTo>
                  <a:pt x="2733305" y="9272142"/>
                </a:moveTo>
                <a:cubicBezTo>
                  <a:pt x="2718264" y="9254019"/>
                  <a:pt x="2729361" y="9227505"/>
                  <a:pt x="2750314" y="9231499"/>
                </a:cubicBezTo>
                <a:cubicBezTo>
                  <a:pt x="2771255" y="9235490"/>
                  <a:pt x="2777693" y="9273040"/>
                  <a:pt x="2758687" y="9280334"/>
                </a:cubicBezTo>
                <a:cubicBezTo>
                  <a:pt x="2750935" y="9283308"/>
                  <a:pt x="2739513" y="9279622"/>
                  <a:pt x="2733305" y="9272142"/>
                </a:cubicBezTo>
                <a:close/>
                <a:moveTo>
                  <a:pt x="3145328" y="9275878"/>
                </a:moveTo>
                <a:cubicBezTo>
                  <a:pt x="3150271" y="9261046"/>
                  <a:pt x="3171581" y="9258449"/>
                  <a:pt x="3172328" y="9272587"/>
                </a:cubicBezTo>
                <a:cubicBezTo>
                  <a:pt x="3172604" y="9277826"/>
                  <a:pt x="3165681" y="9283593"/>
                  <a:pt x="3156943" y="9285403"/>
                </a:cubicBezTo>
                <a:cubicBezTo>
                  <a:pt x="3147011" y="9287460"/>
                  <a:pt x="3142657" y="9283890"/>
                  <a:pt x="3145328" y="9275878"/>
                </a:cubicBezTo>
                <a:close/>
                <a:moveTo>
                  <a:pt x="800479" y="9253995"/>
                </a:moveTo>
                <a:cubicBezTo>
                  <a:pt x="775177" y="9223507"/>
                  <a:pt x="812340" y="9176673"/>
                  <a:pt x="845343" y="9197457"/>
                </a:cubicBezTo>
                <a:cubicBezTo>
                  <a:pt x="868061" y="9211763"/>
                  <a:pt x="870848" y="9233816"/>
                  <a:pt x="852282" y="9252381"/>
                </a:cubicBezTo>
                <a:cubicBezTo>
                  <a:pt x="833154" y="9271509"/>
                  <a:pt x="815472" y="9272060"/>
                  <a:pt x="800479" y="9253995"/>
                </a:cubicBezTo>
                <a:close/>
                <a:moveTo>
                  <a:pt x="3837930" y="9247570"/>
                </a:moveTo>
                <a:cubicBezTo>
                  <a:pt x="3821034" y="9215999"/>
                  <a:pt x="3841086" y="9179992"/>
                  <a:pt x="3873413" y="9183856"/>
                </a:cubicBezTo>
                <a:cubicBezTo>
                  <a:pt x="3907939" y="9187982"/>
                  <a:pt x="3921602" y="9211926"/>
                  <a:pt x="3907320" y="9243272"/>
                </a:cubicBezTo>
                <a:cubicBezTo>
                  <a:pt x="3893147" y="9274378"/>
                  <a:pt x="3853588" y="9276828"/>
                  <a:pt x="3837930" y="9247570"/>
                </a:cubicBezTo>
                <a:close/>
                <a:moveTo>
                  <a:pt x="4381879" y="9253995"/>
                </a:moveTo>
                <a:cubicBezTo>
                  <a:pt x="4356577" y="9223507"/>
                  <a:pt x="4393740" y="9176673"/>
                  <a:pt x="4426743" y="9197457"/>
                </a:cubicBezTo>
                <a:cubicBezTo>
                  <a:pt x="4449461" y="9211763"/>
                  <a:pt x="4452248" y="9233816"/>
                  <a:pt x="4433682" y="9252381"/>
                </a:cubicBezTo>
                <a:cubicBezTo>
                  <a:pt x="4414554" y="9271509"/>
                  <a:pt x="4396872" y="9272060"/>
                  <a:pt x="4381879" y="9253995"/>
                </a:cubicBezTo>
                <a:close/>
                <a:moveTo>
                  <a:pt x="1076764" y="9235017"/>
                </a:moveTo>
                <a:cubicBezTo>
                  <a:pt x="1051040" y="9204021"/>
                  <a:pt x="1093611" y="9166729"/>
                  <a:pt x="1122145" y="9195263"/>
                </a:cubicBezTo>
                <a:cubicBezTo>
                  <a:pt x="1134276" y="9207394"/>
                  <a:pt x="1135518" y="9214837"/>
                  <a:pt x="1127530" y="9227522"/>
                </a:cubicBezTo>
                <a:cubicBezTo>
                  <a:pt x="1113622" y="9249607"/>
                  <a:pt x="1091575" y="9252862"/>
                  <a:pt x="1076764" y="9235017"/>
                </a:cubicBezTo>
                <a:close/>
                <a:moveTo>
                  <a:pt x="1676207" y="9229365"/>
                </a:moveTo>
                <a:cubicBezTo>
                  <a:pt x="1655676" y="9191001"/>
                  <a:pt x="1689386" y="9148741"/>
                  <a:pt x="1731694" y="9159804"/>
                </a:cubicBezTo>
                <a:cubicBezTo>
                  <a:pt x="1759320" y="9167029"/>
                  <a:pt x="1766976" y="9197090"/>
                  <a:pt x="1748407" y="9225428"/>
                </a:cubicBezTo>
                <a:cubicBezTo>
                  <a:pt x="1729402" y="9254434"/>
                  <a:pt x="1690751" y="9256541"/>
                  <a:pt x="1676207" y="9229365"/>
                </a:cubicBezTo>
                <a:close/>
                <a:moveTo>
                  <a:pt x="4658164" y="9235017"/>
                </a:moveTo>
                <a:cubicBezTo>
                  <a:pt x="4632440" y="9204021"/>
                  <a:pt x="4675011" y="9166729"/>
                  <a:pt x="4703545" y="9195263"/>
                </a:cubicBezTo>
                <a:cubicBezTo>
                  <a:pt x="4715676" y="9207394"/>
                  <a:pt x="4716918" y="9214837"/>
                  <a:pt x="4708930" y="9227522"/>
                </a:cubicBezTo>
                <a:cubicBezTo>
                  <a:pt x="4695022" y="9249607"/>
                  <a:pt x="4672975" y="9252862"/>
                  <a:pt x="4658164" y="9235017"/>
                </a:cubicBezTo>
                <a:close/>
                <a:moveTo>
                  <a:pt x="1395108" y="9219241"/>
                </a:moveTo>
                <a:cubicBezTo>
                  <a:pt x="1387472" y="9195184"/>
                  <a:pt x="1401148" y="9179056"/>
                  <a:pt x="1425247" y="9183697"/>
                </a:cubicBezTo>
                <a:cubicBezTo>
                  <a:pt x="1446699" y="9187828"/>
                  <a:pt x="1454513" y="9219613"/>
                  <a:pt x="1436830" y="9230819"/>
                </a:cubicBezTo>
                <a:cubicBezTo>
                  <a:pt x="1415651" y="9244241"/>
                  <a:pt x="1401825" y="9240404"/>
                  <a:pt x="1395108" y="9219241"/>
                </a:cubicBezTo>
                <a:close/>
                <a:moveTo>
                  <a:pt x="3257929" y="9215895"/>
                </a:moveTo>
                <a:cubicBezTo>
                  <a:pt x="3232710" y="9185507"/>
                  <a:pt x="3269920" y="9137743"/>
                  <a:pt x="3299614" y="9162387"/>
                </a:cubicBezTo>
                <a:cubicBezTo>
                  <a:pt x="3317532" y="9177258"/>
                  <a:pt x="3319175" y="9202389"/>
                  <a:pt x="3303270" y="9218295"/>
                </a:cubicBezTo>
                <a:cubicBezTo>
                  <a:pt x="3287998" y="9233566"/>
                  <a:pt x="3271887" y="9232713"/>
                  <a:pt x="3257929" y="9215895"/>
                </a:cubicBezTo>
                <a:close/>
                <a:moveTo>
                  <a:pt x="680796" y="9197388"/>
                </a:moveTo>
                <a:cubicBezTo>
                  <a:pt x="657537" y="9180382"/>
                  <a:pt x="670427" y="9144000"/>
                  <a:pt x="699710" y="9144000"/>
                </a:cubicBezTo>
                <a:cubicBezTo>
                  <a:pt x="723220" y="9144000"/>
                  <a:pt x="736248" y="9163659"/>
                  <a:pt x="727627" y="9186126"/>
                </a:cubicBezTo>
                <a:cubicBezTo>
                  <a:pt x="719969" y="9206081"/>
                  <a:pt x="699437" y="9211019"/>
                  <a:pt x="680796" y="9197388"/>
                </a:cubicBezTo>
                <a:close/>
                <a:moveTo>
                  <a:pt x="3057525" y="9191625"/>
                </a:moveTo>
                <a:cubicBezTo>
                  <a:pt x="3046465" y="9170960"/>
                  <a:pt x="3059241" y="9134475"/>
                  <a:pt x="3077536" y="9134475"/>
                </a:cubicBezTo>
                <a:cubicBezTo>
                  <a:pt x="3098122" y="9134475"/>
                  <a:pt x="3124200" y="9154889"/>
                  <a:pt x="3124200" y="9171005"/>
                </a:cubicBezTo>
                <a:cubicBezTo>
                  <a:pt x="3124200" y="9209774"/>
                  <a:pt x="3075327" y="9224888"/>
                  <a:pt x="3057525" y="9191625"/>
                </a:cubicBezTo>
                <a:close/>
                <a:moveTo>
                  <a:pt x="3440430" y="9199245"/>
                </a:moveTo>
                <a:cubicBezTo>
                  <a:pt x="3424401" y="9183216"/>
                  <a:pt x="3426203" y="9148157"/>
                  <a:pt x="3443967" y="9130392"/>
                </a:cubicBezTo>
                <a:cubicBezTo>
                  <a:pt x="3463591" y="9110768"/>
                  <a:pt x="3479630" y="9111483"/>
                  <a:pt x="3498961" y="9132843"/>
                </a:cubicBezTo>
                <a:cubicBezTo>
                  <a:pt x="3528770" y="9165782"/>
                  <a:pt x="3513140" y="9210675"/>
                  <a:pt x="3471862" y="9210675"/>
                </a:cubicBezTo>
                <a:cubicBezTo>
                  <a:pt x="3460861" y="9210675"/>
                  <a:pt x="3446716" y="9205531"/>
                  <a:pt x="3440430" y="9199245"/>
                </a:cubicBezTo>
                <a:close/>
                <a:moveTo>
                  <a:pt x="4262196" y="9197388"/>
                </a:moveTo>
                <a:cubicBezTo>
                  <a:pt x="4238937" y="9180382"/>
                  <a:pt x="4251827" y="9144000"/>
                  <a:pt x="4281110" y="9144000"/>
                </a:cubicBezTo>
                <a:cubicBezTo>
                  <a:pt x="4304620" y="9144000"/>
                  <a:pt x="4317648" y="9163659"/>
                  <a:pt x="4309027" y="9186126"/>
                </a:cubicBezTo>
                <a:cubicBezTo>
                  <a:pt x="4301369" y="9206081"/>
                  <a:pt x="4280837" y="9211019"/>
                  <a:pt x="4262196" y="9197388"/>
                </a:cubicBezTo>
                <a:close/>
                <a:moveTo>
                  <a:pt x="2393156" y="9194841"/>
                </a:moveTo>
                <a:cubicBezTo>
                  <a:pt x="2377204" y="9188405"/>
                  <a:pt x="2377983" y="9149043"/>
                  <a:pt x="2394330" y="9135476"/>
                </a:cubicBezTo>
                <a:cubicBezTo>
                  <a:pt x="2422468" y="9112124"/>
                  <a:pt x="2456266" y="9148716"/>
                  <a:pt x="2438030" y="9182790"/>
                </a:cubicBezTo>
                <a:cubicBezTo>
                  <a:pt x="2428313" y="9200946"/>
                  <a:pt x="2416288" y="9204175"/>
                  <a:pt x="2393156" y="9194841"/>
                </a:cubicBezTo>
                <a:close/>
                <a:moveTo>
                  <a:pt x="1900830" y="9176569"/>
                </a:moveTo>
                <a:cubicBezTo>
                  <a:pt x="1877391" y="9153131"/>
                  <a:pt x="1905819" y="9110095"/>
                  <a:pt x="1934575" y="9125485"/>
                </a:cubicBezTo>
                <a:cubicBezTo>
                  <a:pt x="1955012" y="9136423"/>
                  <a:pt x="1958245" y="9163144"/>
                  <a:pt x="1941195" y="9180195"/>
                </a:cubicBezTo>
                <a:cubicBezTo>
                  <a:pt x="1926117" y="9195272"/>
                  <a:pt x="1918883" y="9194622"/>
                  <a:pt x="1900830" y="9176569"/>
                </a:cubicBezTo>
                <a:close/>
                <a:moveTo>
                  <a:pt x="2176466" y="9169154"/>
                </a:moveTo>
                <a:cubicBezTo>
                  <a:pt x="2159738" y="9143625"/>
                  <a:pt x="2165591" y="9119364"/>
                  <a:pt x="2191870" y="9105300"/>
                </a:cubicBezTo>
                <a:cubicBezTo>
                  <a:pt x="2218774" y="9090901"/>
                  <a:pt x="2247900" y="9110203"/>
                  <a:pt x="2247900" y="9142430"/>
                </a:cubicBezTo>
                <a:cubicBezTo>
                  <a:pt x="2247900" y="9192397"/>
                  <a:pt x="2202760" y="9209285"/>
                  <a:pt x="2176466" y="9169154"/>
                </a:cubicBezTo>
                <a:close/>
                <a:moveTo>
                  <a:pt x="4003661" y="9176598"/>
                </a:moveTo>
                <a:cubicBezTo>
                  <a:pt x="4000489" y="9168334"/>
                  <a:pt x="4005172" y="9154404"/>
                  <a:pt x="4014067" y="9145642"/>
                </a:cubicBezTo>
                <a:cubicBezTo>
                  <a:pt x="4029190" y="9130745"/>
                  <a:pt x="4031117" y="9130897"/>
                  <a:pt x="4043783" y="9147981"/>
                </a:cubicBezTo>
                <a:cubicBezTo>
                  <a:pt x="4053820" y="9161519"/>
                  <a:pt x="4054600" y="9169534"/>
                  <a:pt x="4046797" y="9178937"/>
                </a:cubicBezTo>
                <a:cubicBezTo>
                  <a:pt x="4032530" y="9196127"/>
                  <a:pt x="4010700" y="9194943"/>
                  <a:pt x="4003661" y="9176598"/>
                </a:cubicBezTo>
                <a:close/>
                <a:moveTo>
                  <a:pt x="2606954" y="9169241"/>
                </a:moveTo>
                <a:cubicBezTo>
                  <a:pt x="2604027" y="9161616"/>
                  <a:pt x="2606809" y="9148297"/>
                  <a:pt x="2613136" y="9139644"/>
                </a:cubicBezTo>
                <a:cubicBezTo>
                  <a:pt x="2628953" y="9118013"/>
                  <a:pt x="2659389" y="9130538"/>
                  <a:pt x="2655597" y="9157118"/>
                </a:cubicBezTo>
                <a:cubicBezTo>
                  <a:pt x="2652212" y="9180843"/>
                  <a:pt x="2614968" y="9190126"/>
                  <a:pt x="2606954" y="9169241"/>
                </a:cubicBezTo>
                <a:close/>
                <a:moveTo>
                  <a:pt x="2811780" y="9170670"/>
                </a:moveTo>
                <a:cubicBezTo>
                  <a:pt x="2782044" y="9140934"/>
                  <a:pt x="2817320" y="9078859"/>
                  <a:pt x="2856827" y="9091399"/>
                </a:cubicBezTo>
                <a:cubicBezTo>
                  <a:pt x="2867686" y="9094845"/>
                  <a:pt x="2881156" y="9106234"/>
                  <a:pt x="2886762" y="9116708"/>
                </a:cubicBezTo>
                <a:cubicBezTo>
                  <a:pt x="2908662" y="9157630"/>
                  <a:pt x="2844741" y="9203631"/>
                  <a:pt x="2811780" y="9170670"/>
                </a:cubicBezTo>
                <a:close/>
                <a:moveTo>
                  <a:pt x="1557998" y="9157588"/>
                </a:moveTo>
                <a:cubicBezTo>
                  <a:pt x="1549777" y="9149366"/>
                  <a:pt x="1543115" y="9139730"/>
                  <a:pt x="1543195" y="9136175"/>
                </a:cubicBezTo>
                <a:cubicBezTo>
                  <a:pt x="1543999" y="9100558"/>
                  <a:pt x="1602911" y="9096256"/>
                  <a:pt x="1607921" y="9131449"/>
                </a:cubicBezTo>
                <a:cubicBezTo>
                  <a:pt x="1612067" y="9160573"/>
                  <a:pt x="1578539" y="9178128"/>
                  <a:pt x="1557998" y="9157588"/>
                </a:cubicBezTo>
                <a:close/>
                <a:moveTo>
                  <a:pt x="1263647" y="9149458"/>
                </a:moveTo>
                <a:cubicBezTo>
                  <a:pt x="1257425" y="9133242"/>
                  <a:pt x="1280832" y="9111184"/>
                  <a:pt x="1294982" y="9119929"/>
                </a:cubicBezTo>
                <a:cubicBezTo>
                  <a:pt x="1300450" y="9123309"/>
                  <a:pt x="1304925" y="9134393"/>
                  <a:pt x="1304925" y="9144562"/>
                </a:cubicBezTo>
                <a:cubicBezTo>
                  <a:pt x="1304925" y="9166390"/>
                  <a:pt x="1271659" y="9170336"/>
                  <a:pt x="1263647" y="9149458"/>
                </a:cubicBezTo>
                <a:close/>
                <a:moveTo>
                  <a:pt x="4845225" y="9149923"/>
                </a:moveTo>
                <a:cubicBezTo>
                  <a:pt x="4840164" y="9136733"/>
                  <a:pt x="4854960" y="9115425"/>
                  <a:pt x="4869180" y="9115425"/>
                </a:cubicBezTo>
                <a:cubicBezTo>
                  <a:pt x="4873371" y="9115425"/>
                  <a:pt x="4876800" y="9126140"/>
                  <a:pt x="4876800" y="9139237"/>
                </a:cubicBezTo>
                <a:cubicBezTo>
                  <a:pt x="4876800" y="9164722"/>
                  <a:pt x="4853881" y="9172478"/>
                  <a:pt x="4845225" y="9149923"/>
                </a:cubicBezTo>
                <a:close/>
                <a:moveTo>
                  <a:pt x="3677029" y="9139694"/>
                </a:moveTo>
                <a:cubicBezTo>
                  <a:pt x="3662758" y="9122499"/>
                  <a:pt x="3671955" y="9090689"/>
                  <a:pt x="3693597" y="9082384"/>
                </a:cubicBezTo>
                <a:cubicBezTo>
                  <a:pt x="3717561" y="9073188"/>
                  <a:pt x="3746177" y="9111346"/>
                  <a:pt x="3733326" y="9135359"/>
                </a:cubicBezTo>
                <a:cubicBezTo>
                  <a:pt x="3721797" y="9156901"/>
                  <a:pt x="3693141" y="9159108"/>
                  <a:pt x="3677029" y="9139694"/>
                </a:cubicBezTo>
                <a:close/>
                <a:moveTo>
                  <a:pt x="914878" y="9130288"/>
                </a:moveTo>
                <a:cubicBezTo>
                  <a:pt x="891852" y="9102544"/>
                  <a:pt x="906680" y="9065850"/>
                  <a:pt x="946456" y="9052146"/>
                </a:cubicBezTo>
                <a:cubicBezTo>
                  <a:pt x="990461" y="9036984"/>
                  <a:pt x="1000125" y="9041320"/>
                  <a:pt x="1000125" y="9076226"/>
                </a:cubicBezTo>
                <a:cubicBezTo>
                  <a:pt x="1000125" y="9123911"/>
                  <a:pt x="940806" y="9161529"/>
                  <a:pt x="914878" y="9130288"/>
                </a:cubicBezTo>
                <a:close/>
                <a:moveTo>
                  <a:pt x="2964697" y="9133087"/>
                </a:moveTo>
                <a:cubicBezTo>
                  <a:pt x="2951950" y="9120340"/>
                  <a:pt x="2959695" y="9096375"/>
                  <a:pt x="2976562" y="9096375"/>
                </a:cubicBezTo>
                <a:cubicBezTo>
                  <a:pt x="2994148" y="9096375"/>
                  <a:pt x="3001411" y="9121757"/>
                  <a:pt x="2987199" y="9133551"/>
                </a:cubicBezTo>
                <a:cubicBezTo>
                  <a:pt x="2978762" y="9140554"/>
                  <a:pt x="2972025" y="9140415"/>
                  <a:pt x="2964697" y="9133087"/>
                </a:cubicBezTo>
                <a:close/>
                <a:moveTo>
                  <a:pt x="4496278" y="9130288"/>
                </a:moveTo>
                <a:cubicBezTo>
                  <a:pt x="4473252" y="9102544"/>
                  <a:pt x="4488080" y="9065850"/>
                  <a:pt x="4527856" y="9052146"/>
                </a:cubicBezTo>
                <a:cubicBezTo>
                  <a:pt x="4571861" y="9036984"/>
                  <a:pt x="4581525" y="9041320"/>
                  <a:pt x="4581525" y="9076226"/>
                </a:cubicBezTo>
                <a:cubicBezTo>
                  <a:pt x="4581525" y="9123911"/>
                  <a:pt x="4522206" y="9161529"/>
                  <a:pt x="4496278" y="9130288"/>
                </a:cubicBezTo>
                <a:close/>
                <a:moveTo>
                  <a:pt x="2051073" y="9119547"/>
                </a:moveTo>
                <a:cubicBezTo>
                  <a:pt x="2043135" y="9098859"/>
                  <a:pt x="2063289" y="9079404"/>
                  <a:pt x="2077714" y="9093829"/>
                </a:cubicBezTo>
                <a:cubicBezTo>
                  <a:pt x="2089907" y="9106022"/>
                  <a:pt x="2082353" y="9134475"/>
                  <a:pt x="2066925" y="9134475"/>
                </a:cubicBezTo>
                <a:cubicBezTo>
                  <a:pt x="2061357" y="9134475"/>
                  <a:pt x="2054224" y="9127757"/>
                  <a:pt x="2051073" y="9119547"/>
                </a:cubicBezTo>
                <a:close/>
                <a:moveTo>
                  <a:pt x="3901148" y="9100438"/>
                </a:moveTo>
                <a:cubicBezTo>
                  <a:pt x="3873474" y="9072763"/>
                  <a:pt x="3900612" y="9030975"/>
                  <a:pt x="3934486" y="9049104"/>
                </a:cubicBezTo>
                <a:cubicBezTo>
                  <a:pt x="3944600" y="9054516"/>
                  <a:pt x="3952875" y="9067216"/>
                  <a:pt x="3952875" y="9077325"/>
                </a:cubicBezTo>
                <a:cubicBezTo>
                  <a:pt x="3952875" y="9104570"/>
                  <a:pt x="3919980" y="9119269"/>
                  <a:pt x="3901148" y="9100438"/>
                </a:cubicBezTo>
                <a:close/>
                <a:moveTo>
                  <a:pt x="3334751" y="9092819"/>
                </a:moveTo>
                <a:cubicBezTo>
                  <a:pt x="3318883" y="9073698"/>
                  <a:pt x="3332412" y="9047203"/>
                  <a:pt x="3356296" y="9050627"/>
                </a:cubicBezTo>
                <a:cubicBezTo>
                  <a:pt x="3379684" y="9053980"/>
                  <a:pt x="3389197" y="9085560"/>
                  <a:pt x="3370405" y="9097469"/>
                </a:cubicBezTo>
                <a:cubicBezTo>
                  <a:pt x="3352750" y="9108657"/>
                  <a:pt x="3347307" y="9107948"/>
                  <a:pt x="3334751" y="9092819"/>
                </a:cubicBezTo>
                <a:close/>
                <a:moveTo>
                  <a:pt x="4127328" y="9095786"/>
                </a:moveTo>
                <a:cubicBezTo>
                  <a:pt x="4063602" y="9071708"/>
                  <a:pt x="4097339" y="8985230"/>
                  <a:pt x="4162402" y="9005880"/>
                </a:cubicBezTo>
                <a:cubicBezTo>
                  <a:pt x="4182523" y="9012266"/>
                  <a:pt x="4196624" y="9048928"/>
                  <a:pt x="4187802" y="9071918"/>
                </a:cubicBezTo>
                <a:cubicBezTo>
                  <a:pt x="4179701" y="9093030"/>
                  <a:pt x="4150518" y="9104548"/>
                  <a:pt x="4127328" y="9095786"/>
                </a:cubicBezTo>
                <a:close/>
                <a:moveTo>
                  <a:pt x="590695" y="9046930"/>
                </a:moveTo>
                <a:cubicBezTo>
                  <a:pt x="590802" y="9016921"/>
                  <a:pt x="593323" y="9009728"/>
                  <a:pt x="600075" y="9020175"/>
                </a:cubicBezTo>
                <a:cubicBezTo>
                  <a:pt x="612157" y="9038871"/>
                  <a:pt x="612157" y="9074620"/>
                  <a:pt x="600075" y="9082087"/>
                </a:cubicBezTo>
                <a:cubicBezTo>
                  <a:pt x="594280" y="9085668"/>
                  <a:pt x="590607" y="9071899"/>
                  <a:pt x="590695" y="9046930"/>
                </a:cubicBezTo>
                <a:close/>
                <a:moveTo>
                  <a:pt x="1374856" y="9062075"/>
                </a:moveTo>
                <a:cubicBezTo>
                  <a:pt x="1353294" y="9029168"/>
                  <a:pt x="1367432" y="9006817"/>
                  <a:pt x="1412236" y="9002979"/>
                </a:cubicBezTo>
                <a:cubicBezTo>
                  <a:pt x="1453923" y="8999408"/>
                  <a:pt x="1467916" y="9026404"/>
                  <a:pt x="1443607" y="9063503"/>
                </a:cubicBezTo>
                <a:cubicBezTo>
                  <a:pt x="1423750" y="9093810"/>
                  <a:pt x="1395261" y="9093218"/>
                  <a:pt x="1374856" y="9062075"/>
                </a:cubicBezTo>
                <a:close/>
                <a:moveTo>
                  <a:pt x="2290197" y="9076410"/>
                </a:moveTo>
                <a:cubicBezTo>
                  <a:pt x="2278563" y="9057585"/>
                  <a:pt x="2309222" y="9035586"/>
                  <a:pt x="2323356" y="9052617"/>
                </a:cubicBezTo>
                <a:cubicBezTo>
                  <a:pt x="2329906" y="9060508"/>
                  <a:pt x="2332499" y="9071439"/>
                  <a:pt x="2329120" y="9076907"/>
                </a:cubicBezTo>
                <a:cubicBezTo>
                  <a:pt x="2321069" y="9089933"/>
                  <a:pt x="2298376" y="9089644"/>
                  <a:pt x="2290197" y="9076410"/>
                </a:cubicBezTo>
                <a:close/>
                <a:moveTo>
                  <a:pt x="3545018" y="9065418"/>
                </a:moveTo>
                <a:cubicBezTo>
                  <a:pt x="3546692" y="9053631"/>
                  <a:pt x="3554491" y="9043987"/>
                  <a:pt x="3562350" y="9043987"/>
                </a:cubicBezTo>
                <a:cubicBezTo>
                  <a:pt x="3570208" y="9043987"/>
                  <a:pt x="3578007" y="9053631"/>
                  <a:pt x="3579681" y="9065418"/>
                </a:cubicBezTo>
                <a:cubicBezTo>
                  <a:pt x="3582023" y="9081913"/>
                  <a:pt x="3578031" y="9086850"/>
                  <a:pt x="3562350" y="9086850"/>
                </a:cubicBezTo>
                <a:cubicBezTo>
                  <a:pt x="3546668" y="9086850"/>
                  <a:pt x="3542676" y="9081913"/>
                  <a:pt x="3545018" y="9065418"/>
                </a:cubicBezTo>
                <a:close/>
                <a:moveTo>
                  <a:pt x="1784643" y="9063101"/>
                </a:moveTo>
                <a:cubicBezTo>
                  <a:pt x="1781344" y="9054503"/>
                  <a:pt x="1783212" y="9042902"/>
                  <a:pt x="1788795" y="9037320"/>
                </a:cubicBezTo>
                <a:cubicBezTo>
                  <a:pt x="1803307" y="9022807"/>
                  <a:pt x="1830804" y="9036071"/>
                  <a:pt x="1827013" y="9055755"/>
                </a:cubicBezTo>
                <a:cubicBezTo>
                  <a:pt x="1822790" y="9077680"/>
                  <a:pt x="1792269" y="9082972"/>
                  <a:pt x="1784643" y="9063101"/>
                </a:cubicBezTo>
                <a:close/>
                <a:moveTo>
                  <a:pt x="3178174" y="9070975"/>
                </a:moveTo>
                <a:cubicBezTo>
                  <a:pt x="3166899" y="9059699"/>
                  <a:pt x="3171429" y="9031889"/>
                  <a:pt x="3185416" y="9026522"/>
                </a:cubicBezTo>
                <a:cubicBezTo>
                  <a:pt x="3202834" y="9019838"/>
                  <a:pt x="3223267" y="9044111"/>
                  <a:pt x="3216052" y="9062916"/>
                </a:cubicBezTo>
                <a:cubicBezTo>
                  <a:pt x="3210359" y="9077751"/>
                  <a:pt x="3189408" y="9082208"/>
                  <a:pt x="3178174" y="9070975"/>
                </a:cubicBezTo>
                <a:close/>
                <a:moveTo>
                  <a:pt x="751812" y="9043189"/>
                </a:moveTo>
                <a:cubicBezTo>
                  <a:pt x="737290" y="9025691"/>
                  <a:pt x="749675" y="8998254"/>
                  <a:pt x="774284" y="8993406"/>
                </a:cubicBezTo>
                <a:cubicBezTo>
                  <a:pt x="798042" y="8988726"/>
                  <a:pt x="812870" y="9025093"/>
                  <a:pt x="794638" y="9043326"/>
                </a:cubicBezTo>
                <a:cubicBezTo>
                  <a:pt x="775821" y="9062142"/>
                  <a:pt x="767520" y="9062116"/>
                  <a:pt x="751812" y="9043189"/>
                </a:cubicBezTo>
                <a:close/>
                <a:moveTo>
                  <a:pt x="1146927" y="9050985"/>
                </a:moveTo>
                <a:cubicBezTo>
                  <a:pt x="1127808" y="9038071"/>
                  <a:pt x="1125251" y="9002899"/>
                  <a:pt x="1142310" y="8987461"/>
                </a:cubicBezTo>
                <a:cubicBezTo>
                  <a:pt x="1161063" y="8970490"/>
                  <a:pt x="1209464" y="8985907"/>
                  <a:pt x="1209600" y="9008894"/>
                </a:cubicBezTo>
                <a:cubicBezTo>
                  <a:pt x="1209822" y="9046265"/>
                  <a:pt x="1174780" y="9069798"/>
                  <a:pt x="1146927" y="9050985"/>
                </a:cubicBezTo>
                <a:close/>
                <a:moveTo>
                  <a:pt x="2548617" y="9043307"/>
                </a:moveTo>
                <a:cubicBezTo>
                  <a:pt x="2540385" y="9035074"/>
                  <a:pt x="2533650" y="9022522"/>
                  <a:pt x="2533650" y="9015412"/>
                </a:cubicBezTo>
                <a:cubicBezTo>
                  <a:pt x="2533650" y="9003100"/>
                  <a:pt x="2558342" y="8972550"/>
                  <a:pt x="2568294" y="8972550"/>
                </a:cubicBezTo>
                <a:cubicBezTo>
                  <a:pt x="2586365" y="8972550"/>
                  <a:pt x="2609850" y="8995885"/>
                  <a:pt x="2609850" y="9013842"/>
                </a:cubicBezTo>
                <a:cubicBezTo>
                  <a:pt x="2609850" y="9054476"/>
                  <a:pt x="2576051" y="9070740"/>
                  <a:pt x="2548617" y="9043307"/>
                </a:cubicBezTo>
                <a:close/>
                <a:moveTo>
                  <a:pt x="4333212" y="9043189"/>
                </a:moveTo>
                <a:cubicBezTo>
                  <a:pt x="4318690" y="9025691"/>
                  <a:pt x="4331075" y="8998254"/>
                  <a:pt x="4355684" y="8993406"/>
                </a:cubicBezTo>
                <a:cubicBezTo>
                  <a:pt x="4379442" y="8988726"/>
                  <a:pt x="4394270" y="9025093"/>
                  <a:pt x="4376038" y="9043326"/>
                </a:cubicBezTo>
                <a:cubicBezTo>
                  <a:pt x="4357221" y="9062142"/>
                  <a:pt x="4348920" y="9062116"/>
                  <a:pt x="4333212" y="9043189"/>
                </a:cubicBezTo>
                <a:close/>
                <a:moveTo>
                  <a:pt x="4728327" y="9050985"/>
                </a:moveTo>
                <a:cubicBezTo>
                  <a:pt x="4709208" y="9038071"/>
                  <a:pt x="4706651" y="9002899"/>
                  <a:pt x="4723710" y="8987461"/>
                </a:cubicBezTo>
                <a:cubicBezTo>
                  <a:pt x="4742463" y="8970490"/>
                  <a:pt x="4790864" y="8985907"/>
                  <a:pt x="4791000" y="9008894"/>
                </a:cubicBezTo>
                <a:cubicBezTo>
                  <a:pt x="4791222" y="9046265"/>
                  <a:pt x="4756180" y="9069798"/>
                  <a:pt x="4728327" y="9050985"/>
                </a:cubicBezTo>
                <a:close/>
                <a:moveTo>
                  <a:pt x="2725868" y="9008268"/>
                </a:moveTo>
                <a:cubicBezTo>
                  <a:pt x="2727542" y="8996481"/>
                  <a:pt x="2735341" y="8986837"/>
                  <a:pt x="2743200" y="8986837"/>
                </a:cubicBezTo>
                <a:cubicBezTo>
                  <a:pt x="2751058" y="8986837"/>
                  <a:pt x="2758857" y="8996481"/>
                  <a:pt x="2760531" y="9008268"/>
                </a:cubicBezTo>
                <a:cubicBezTo>
                  <a:pt x="2762873" y="9024763"/>
                  <a:pt x="2758881" y="9029700"/>
                  <a:pt x="2743200" y="9029700"/>
                </a:cubicBezTo>
                <a:cubicBezTo>
                  <a:pt x="2727518" y="9029700"/>
                  <a:pt x="2723526" y="9024763"/>
                  <a:pt x="2725868" y="9008268"/>
                </a:cubicBezTo>
                <a:close/>
                <a:moveTo>
                  <a:pt x="1596117" y="9005207"/>
                </a:moveTo>
                <a:cubicBezTo>
                  <a:pt x="1584850" y="8993939"/>
                  <a:pt x="1583602" y="8985765"/>
                  <a:pt x="1591029" y="8971888"/>
                </a:cubicBezTo>
                <a:cubicBezTo>
                  <a:pt x="1608377" y="8939472"/>
                  <a:pt x="1647825" y="8953471"/>
                  <a:pt x="1647825" y="8992043"/>
                </a:cubicBezTo>
                <a:cubicBezTo>
                  <a:pt x="1647825" y="9011172"/>
                  <a:pt x="1611365" y="9020454"/>
                  <a:pt x="1596117" y="9005207"/>
                </a:cubicBezTo>
                <a:close/>
                <a:moveTo>
                  <a:pt x="3763193" y="8998743"/>
                </a:moveTo>
                <a:cubicBezTo>
                  <a:pt x="3752174" y="8969561"/>
                  <a:pt x="3767438" y="8943975"/>
                  <a:pt x="3795866" y="8943975"/>
                </a:cubicBezTo>
                <a:cubicBezTo>
                  <a:pt x="3812803" y="8943975"/>
                  <a:pt x="3820801" y="8950508"/>
                  <a:pt x="3825169" y="8967911"/>
                </a:cubicBezTo>
                <a:cubicBezTo>
                  <a:pt x="3836754" y="9014069"/>
                  <a:pt x="3779698" y="9042454"/>
                  <a:pt x="3763193" y="8998743"/>
                </a:cubicBezTo>
                <a:close/>
                <a:moveTo>
                  <a:pt x="1964055" y="8999220"/>
                </a:moveTo>
                <a:cubicBezTo>
                  <a:pt x="1935823" y="8970988"/>
                  <a:pt x="1956953" y="8915400"/>
                  <a:pt x="1995916" y="8915400"/>
                </a:cubicBezTo>
                <a:cubicBezTo>
                  <a:pt x="2019293" y="8915400"/>
                  <a:pt x="2047875" y="8942945"/>
                  <a:pt x="2047875" y="8965475"/>
                </a:cubicBezTo>
                <a:cubicBezTo>
                  <a:pt x="2047875" y="9001879"/>
                  <a:pt x="1990009" y="9025174"/>
                  <a:pt x="1964055" y="8999220"/>
                </a:cubicBezTo>
                <a:close/>
                <a:moveTo>
                  <a:pt x="2156539" y="8997522"/>
                </a:moveTo>
                <a:cubicBezTo>
                  <a:pt x="2148830" y="8977432"/>
                  <a:pt x="2159651" y="8963025"/>
                  <a:pt x="2182449" y="8963025"/>
                </a:cubicBezTo>
                <a:cubicBezTo>
                  <a:pt x="2196839" y="8963025"/>
                  <a:pt x="2200843" y="8968328"/>
                  <a:pt x="2198556" y="8984358"/>
                </a:cubicBezTo>
                <a:cubicBezTo>
                  <a:pt x="2195004" y="9009257"/>
                  <a:pt x="2164687" y="9018755"/>
                  <a:pt x="2156539" y="8997522"/>
                </a:cubicBezTo>
                <a:close/>
                <a:moveTo>
                  <a:pt x="2991556" y="8992306"/>
                </a:moveTo>
                <a:cubicBezTo>
                  <a:pt x="2955124" y="8955874"/>
                  <a:pt x="3001263" y="8896011"/>
                  <a:pt x="3039267" y="8930404"/>
                </a:cubicBezTo>
                <a:cubicBezTo>
                  <a:pt x="3061421" y="8950453"/>
                  <a:pt x="3062686" y="8975552"/>
                  <a:pt x="3042557" y="8995682"/>
                </a:cubicBezTo>
                <a:cubicBezTo>
                  <a:pt x="3023068" y="9015170"/>
                  <a:pt x="3013807" y="9014557"/>
                  <a:pt x="2991556" y="8992306"/>
                </a:cubicBezTo>
                <a:close/>
                <a:moveTo>
                  <a:pt x="2844799" y="8994775"/>
                </a:moveTo>
                <a:cubicBezTo>
                  <a:pt x="2833524" y="8983499"/>
                  <a:pt x="2838054" y="8955689"/>
                  <a:pt x="2852041" y="8950322"/>
                </a:cubicBezTo>
                <a:cubicBezTo>
                  <a:pt x="2873178" y="8942211"/>
                  <a:pt x="2891245" y="8969130"/>
                  <a:pt x="2876550" y="8986837"/>
                </a:cubicBezTo>
                <a:cubicBezTo>
                  <a:pt x="2863647" y="9002384"/>
                  <a:pt x="2854656" y="9004631"/>
                  <a:pt x="2844799" y="8994775"/>
                </a:cubicBezTo>
                <a:close/>
                <a:moveTo>
                  <a:pt x="3416629" y="8995104"/>
                </a:moveTo>
                <a:cubicBezTo>
                  <a:pt x="3400299" y="8978774"/>
                  <a:pt x="3410128" y="8952200"/>
                  <a:pt x="3431381" y="8955218"/>
                </a:cubicBezTo>
                <a:cubicBezTo>
                  <a:pt x="3445391" y="8957208"/>
                  <a:pt x="3452812" y="8964813"/>
                  <a:pt x="3452812" y="8977182"/>
                </a:cubicBezTo>
                <a:cubicBezTo>
                  <a:pt x="3452812" y="8996075"/>
                  <a:pt x="3429264" y="9007739"/>
                  <a:pt x="3416629" y="8995104"/>
                </a:cubicBezTo>
                <a:close/>
                <a:moveTo>
                  <a:pt x="2369236" y="8965406"/>
                </a:moveTo>
                <a:cubicBezTo>
                  <a:pt x="2334701" y="8926942"/>
                  <a:pt x="2384997" y="8863887"/>
                  <a:pt x="2424236" y="8896452"/>
                </a:cubicBezTo>
                <a:cubicBezTo>
                  <a:pt x="2444851" y="8913562"/>
                  <a:pt x="2442223" y="8960308"/>
                  <a:pt x="2419976" y="8972214"/>
                </a:cubicBezTo>
                <a:cubicBezTo>
                  <a:pt x="2394632" y="8985778"/>
                  <a:pt x="2386554" y="8984694"/>
                  <a:pt x="2369236" y="8965406"/>
                </a:cubicBezTo>
                <a:close/>
                <a:moveTo>
                  <a:pt x="873323" y="8956873"/>
                </a:moveTo>
                <a:cubicBezTo>
                  <a:pt x="858650" y="8942200"/>
                  <a:pt x="867156" y="8915400"/>
                  <a:pt x="886487" y="8915400"/>
                </a:cubicBezTo>
                <a:cubicBezTo>
                  <a:pt x="901303" y="8915400"/>
                  <a:pt x="905443" y="8920537"/>
                  <a:pt x="903156" y="8936085"/>
                </a:cubicBezTo>
                <a:cubicBezTo>
                  <a:pt x="899995" y="8957566"/>
                  <a:pt x="884685" y="8968235"/>
                  <a:pt x="873323" y="8956873"/>
                </a:cubicBezTo>
                <a:close/>
                <a:moveTo>
                  <a:pt x="3249930" y="8951595"/>
                </a:moveTo>
                <a:cubicBezTo>
                  <a:pt x="3216486" y="8918151"/>
                  <a:pt x="3261048" y="8855195"/>
                  <a:pt x="3299970" y="8880898"/>
                </a:cubicBezTo>
                <a:cubicBezTo>
                  <a:pt x="3325029" y="8897447"/>
                  <a:pt x="3329492" y="8927821"/>
                  <a:pt x="3309764" y="8947550"/>
                </a:cubicBezTo>
                <a:cubicBezTo>
                  <a:pt x="3291479" y="8965834"/>
                  <a:pt x="3265898" y="8967563"/>
                  <a:pt x="3249930" y="8951595"/>
                </a:cubicBezTo>
                <a:close/>
                <a:moveTo>
                  <a:pt x="3586702" y="8941855"/>
                </a:moveTo>
                <a:cubicBezTo>
                  <a:pt x="3567106" y="8913877"/>
                  <a:pt x="3567999" y="8900225"/>
                  <a:pt x="3590925" y="8877300"/>
                </a:cubicBezTo>
                <a:cubicBezTo>
                  <a:pt x="3623656" y="8844568"/>
                  <a:pt x="3667125" y="8863586"/>
                  <a:pt x="3667125" y="8910637"/>
                </a:cubicBezTo>
                <a:cubicBezTo>
                  <a:pt x="3667125" y="8959029"/>
                  <a:pt x="3613352" y="8979903"/>
                  <a:pt x="3586702" y="8941855"/>
                </a:cubicBezTo>
                <a:close/>
                <a:moveTo>
                  <a:pt x="4004402" y="8949931"/>
                </a:moveTo>
                <a:cubicBezTo>
                  <a:pt x="3992987" y="8920184"/>
                  <a:pt x="4004537" y="8901112"/>
                  <a:pt x="4033967" y="8901112"/>
                </a:cubicBezTo>
                <a:cubicBezTo>
                  <a:pt x="4075243" y="8901112"/>
                  <a:pt x="4077267" y="8956553"/>
                  <a:pt x="4036164" y="8961281"/>
                </a:cubicBezTo>
                <a:cubicBezTo>
                  <a:pt x="4019414" y="8963208"/>
                  <a:pt x="4007921" y="8959101"/>
                  <a:pt x="4004402" y="8949931"/>
                </a:cubicBezTo>
                <a:close/>
                <a:moveTo>
                  <a:pt x="4454723" y="8956873"/>
                </a:moveTo>
                <a:cubicBezTo>
                  <a:pt x="4440050" y="8942200"/>
                  <a:pt x="4448556" y="8915400"/>
                  <a:pt x="4467887" y="8915400"/>
                </a:cubicBezTo>
                <a:cubicBezTo>
                  <a:pt x="4482703" y="8915400"/>
                  <a:pt x="4486843" y="8920537"/>
                  <a:pt x="4484556" y="8936085"/>
                </a:cubicBezTo>
                <a:cubicBezTo>
                  <a:pt x="4481395" y="8957566"/>
                  <a:pt x="4466085" y="8968235"/>
                  <a:pt x="4454723" y="8956873"/>
                </a:cubicBezTo>
                <a:close/>
                <a:moveTo>
                  <a:pt x="1743177" y="8929811"/>
                </a:moveTo>
                <a:cubicBezTo>
                  <a:pt x="1728697" y="8912364"/>
                  <a:pt x="1737629" y="8871902"/>
                  <a:pt x="1757656" y="8864217"/>
                </a:cubicBezTo>
                <a:cubicBezTo>
                  <a:pt x="1778692" y="8856145"/>
                  <a:pt x="1809750" y="8878371"/>
                  <a:pt x="1809750" y="8901498"/>
                </a:cubicBezTo>
                <a:cubicBezTo>
                  <a:pt x="1809750" y="8940089"/>
                  <a:pt x="1766850" y="8958334"/>
                  <a:pt x="1743177" y="8929811"/>
                </a:cubicBezTo>
                <a:close/>
                <a:moveTo>
                  <a:pt x="594207" y="8920718"/>
                </a:moveTo>
                <a:cubicBezTo>
                  <a:pt x="584871" y="8896387"/>
                  <a:pt x="594912" y="8872537"/>
                  <a:pt x="614492" y="8872537"/>
                </a:cubicBezTo>
                <a:cubicBezTo>
                  <a:pt x="649451" y="8872537"/>
                  <a:pt x="641962" y="8933617"/>
                  <a:pt x="606919" y="8934304"/>
                </a:cubicBezTo>
                <a:cubicBezTo>
                  <a:pt x="602826" y="8934384"/>
                  <a:pt x="597106" y="8928270"/>
                  <a:pt x="594207" y="8920718"/>
                </a:cubicBezTo>
                <a:close/>
                <a:moveTo>
                  <a:pt x="1006398" y="8920666"/>
                </a:moveTo>
                <a:cubicBezTo>
                  <a:pt x="997248" y="8896821"/>
                  <a:pt x="1010226" y="8876029"/>
                  <a:pt x="1032293" y="8879177"/>
                </a:cubicBezTo>
                <a:cubicBezTo>
                  <a:pt x="1046741" y="8881239"/>
                  <a:pt x="1052512" y="8888859"/>
                  <a:pt x="1052512" y="8905875"/>
                </a:cubicBezTo>
                <a:cubicBezTo>
                  <a:pt x="1052512" y="8933627"/>
                  <a:pt x="1015881" y="8945377"/>
                  <a:pt x="1006398" y="8920666"/>
                </a:cubicBezTo>
                <a:close/>
                <a:moveTo>
                  <a:pt x="1276729" y="8920620"/>
                </a:moveTo>
                <a:cubicBezTo>
                  <a:pt x="1259499" y="8899858"/>
                  <a:pt x="1268773" y="8872964"/>
                  <a:pt x="1294420" y="8869322"/>
                </a:cubicBezTo>
                <a:cubicBezTo>
                  <a:pt x="1329665" y="8864317"/>
                  <a:pt x="1343960" y="8894054"/>
                  <a:pt x="1318532" y="8919482"/>
                </a:cubicBezTo>
                <a:cubicBezTo>
                  <a:pt x="1299971" y="8938042"/>
                  <a:pt x="1291383" y="8938276"/>
                  <a:pt x="1276729" y="8920620"/>
                </a:cubicBezTo>
                <a:close/>
                <a:moveTo>
                  <a:pt x="4171287" y="8919364"/>
                </a:moveTo>
                <a:cubicBezTo>
                  <a:pt x="4155512" y="8900356"/>
                  <a:pt x="4170670" y="8872537"/>
                  <a:pt x="4196800" y="8872537"/>
                </a:cubicBezTo>
                <a:cubicBezTo>
                  <a:pt x="4229870" y="8872537"/>
                  <a:pt x="4222946" y="8933494"/>
                  <a:pt x="4189785" y="8934304"/>
                </a:cubicBezTo>
                <a:cubicBezTo>
                  <a:pt x="4186497" y="8934384"/>
                  <a:pt x="4178173" y="8927661"/>
                  <a:pt x="4171287" y="8919364"/>
                </a:cubicBezTo>
                <a:close/>
                <a:moveTo>
                  <a:pt x="4587798" y="8920666"/>
                </a:moveTo>
                <a:cubicBezTo>
                  <a:pt x="4578648" y="8896821"/>
                  <a:pt x="4591626" y="8876029"/>
                  <a:pt x="4613693" y="8879177"/>
                </a:cubicBezTo>
                <a:cubicBezTo>
                  <a:pt x="4628141" y="8881239"/>
                  <a:pt x="4633912" y="8888859"/>
                  <a:pt x="4633912" y="8905875"/>
                </a:cubicBezTo>
                <a:cubicBezTo>
                  <a:pt x="4633912" y="8933627"/>
                  <a:pt x="4597281" y="8945377"/>
                  <a:pt x="4587798" y="8920666"/>
                </a:cubicBezTo>
                <a:close/>
                <a:moveTo>
                  <a:pt x="4858129" y="8920620"/>
                </a:moveTo>
                <a:cubicBezTo>
                  <a:pt x="4844424" y="8904106"/>
                  <a:pt x="4848231" y="8875699"/>
                  <a:pt x="4864893" y="8870151"/>
                </a:cubicBezTo>
                <a:cubicBezTo>
                  <a:pt x="4872941" y="8867472"/>
                  <a:pt x="4876800" y="8877249"/>
                  <a:pt x="4876800" y="8900318"/>
                </a:cubicBezTo>
                <a:cubicBezTo>
                  <a:pt x="4876800" y="8938321"/>
                  <a:pt x="4874708" y="8940595"/>
                  <a:pt x="4858129" y="8920620"/>
                </a:cubicBezTo>
                <a:close/>
                <a:moveTo>
                  <a:pt x="1448163" y="8892026"/>
                </a:moveTo>
                <a:cubicBezTo>
                  <a:pt x="1432520" y="8873176"/>
                  <a:pt x="1443020" y="8846407"/>
                  <a:pt x="1464439" y="8850532"/>
                </a:cubicBezTo>
                <a:cubicBezTo>
                  <a:pt x="1474828" y="8852533"/>
                  <a:pt x="1481137" y="8862396"/>
                  <a:pt x="1481137" y="8876636"/>
                </a:cubicBezTo>
                <a:cubicBezTo>
                  <a:pt x="1481137" y="8904237"/>
                  <a:pt x="1464675" y="8911920"/>
                  <a:pt x="1448163" y="8892026"/>
                </a:cubicBezTo>
                <a:close/>
                <a:moveTo>
                  <a:pt x="2230190" y="8883678"/>
                </a:moveTo>
                <a:cubicBezTo>
                  <a:pt x="2214006" y="8864176"/>
                  <a:pt x="2227284" y="8837623"/>
                  <a:pt x="2251493" y="8841077"/>
                </a:cubicBezTo>
                <a:cubicBezTo>
                  <a:pt x="2265907" y="8843134"/>
                  <a:pt x="2271712" y="8850762"/>
                  <a:pt x="2271712" y="8867644"/>
                </a:cubicBezTo>
                <a:cubicBezTo>
                  <a:pt x="2271712" y="8894817"/>
                  <a:pt x="2247268" y="8904256"/>
                  <a:pt x="2230190" y="8883678"/>
                </a:cubicBezTo>
                <a:close/>
                <a:moveTo>
                  <a:pt x="2675880" y="8876095"/>
                </a:moveTo>
                <a:cubicBezTo>
                  <a:pt x="2661673" y="8849549"/>
                  <a:pt x="2678520" y="8810625"/>
                  <a:pt x="2704215" y="8810625"/>
                </a:cubicBezTo>
                <a:cubicBezTo>
                  <a:pt x="2727214" y="8810625"/>
                  <a:pt x="2752725" y="8835026"/>
                  <a:pt x="2752725" y="8857025"/>
                </a:cubicBezTo>
                <a:cubicBezTo>
                  <a:pt x="2752725" y="8897096"/>
                  <a:pt x="2694811" y="8911468"/>
                  <a:pt x="2675880" y="8876095"/>
                </a:cubicBezTo>
                <a:close/>
                <a:moveTo>
                  <a:pt x="3116297" y="8879681"/>
                </a:moveTo>
                <a:cubicBezTo>
                  <a:pt x="3103918" y="8855613"/>
                  <a:pt x="3112916" y="8839200"/>
                  <a:pt x="3138487" y="8839200"/>
                </a:cubicBezTo>
                <a:cubicBezTo>
                  <a:pt x="3150711" y="8839200"/>
                  <a:pt x="3162633" y="8844557"/>
                  <a:pt x="3164981" y="8851106"/>
                </a:cubicBezTo>
                <a:cubicBezTo>
                  <a:pt x="3171082" y="8868120"/>
                  <a:pt x="3154551" y="8896350"/>
                  <a:pt x="3138487" y="8896350"/>
                </a:cubicBezTo>
                <a:cubicBezTo>
                  <a:pt x="3130998" y="8896350"/>
                  <a:pt x="3121012" y="8888849"/>
                  <a:pt x="3116297" y="8879681"/>
                </a:cubicBezTo>
                <a:close/>
                <a:moveTo>
                  <a:pt x="3873499" y="8890000"/>
                </a:moveTo>
                <a:cubicBezTo>
                  <a:pt x="3859544" y="8876044"/>
                  <a:pt x="3867578" y="8848725"/>
                  <a:pt x="3885637" y="8848725"/>
                </a:cubicBezTo>
                <a:cubicBezTo>
                  <a:pt x="3909951" y="8848725"/>
                  <a:pt x="3919309" y="8865121"/>
                  <a:pt x="3904903" y="8882479"/>
                </a:cubicBezTo>
                <a:cubicBezTo>
                  <a:pt x="3892329" y="8897631"/>
                  <a:pt x="3883294" y="8899794"/>
                  <a:pt x="3873499" y="8890000"/>
                </a:cubicBezTo>
                <a:close/>
                <a:moveTo>
                  <a:pt x="714708" y="8868398"/>
                </a:moveTo>
                <a:cubicBezTo>
                  <a:pt x="699350" y="8839702"/>
                  <a:pt x="717954" y="8801100"/>
                  <a:pt x="747141" y="8801100"/>
                </a:cubicBezTo>
                <a:cubicBezTo>
                  <a:pt x="781295" y="8801100"/>
                  <a:pt x="796575" y="8833385"/>
                  <a:pt x="776744" y="8863651"/>
                </a:cubicBezTo>
                <a:cubicBezTo>
                  <a:pt x="758507" y="8891485"/>
                  <a:pt x="728301" y="8893796"/>
                  <a:pt x="714708" y="8868398"/>
                </a:cubicBezTo>
                <a:close/>
                <a:moveTo>
                  <a:pt x="2514700" y="8872658"/>
                </a:moveTo>
                <a:cubicBezTo>
                  <a:pt x="2499233" y="8854022"/>
                  <a:pt x="2509220" y="8829675"/>
                  <a:pt x="2532331" y="8829675"/>
                </a:cubicBezTo>
                <a:cubicBezTo>
                  <a:pt x="2556715" y="8829675"/>
                  <a:pt x="2565035" y="8854078"/>
                  <a:pt x="2546852" y="8872261"/>
                </a:cubicBezTo>
                <a:cubicBezTo>
                  <a:pt x="2529013" y="8890101"/>
                  <a:pt x="2529174" y="8890099"/>
                  <a:pt x="2514700" y="8872658"/>
                </a:cubicBezTo>
                <a:close/>
                <a:moveTo>
                  <a:pt x="4296108" y="8868398"/>
                </a:moveTo>
                <a:cubicBezTo>
                  <a:pt x="4280750" y="8839702"/>
                  <a:pt x="4299354" y="8801100"/>
                  <a:pt x="4328541" y="8801100"/>
                </a:cubicBezTo>
                <a:cubicBezTo>
                  <a:pt x="4362695" y="8801100"/>
                  <a:pt x="4377975" y="8833385"/>
                  <a:pt x="4358144" y="8863651"/>
                </a:cubicBezTo>
                <a:cubicBezTo>
                  <a:pt x="4339907" y="8891485"/>
                  <a:pt x="4309701" y="8893796"/>
                  <a:pt x="4296108" y="8868398"/>
                </a:cubicBezTo>
                <a:close/>
                <a:moveTo>
                  <a:pt x="2868018" y="8858866"/>
                </a:moveTo>
                <a:cubicBezTo>
                  <a:pt x="2851800" y="8848840"/>
                  <a:pt x="2861013" y="8820150"/>
                  <a:pt x="2880451" y="8820150"/>
                </a:cubicBezTo>
                <a:cubicBezTo>
                  <a:pt x="2901364" y="8820150"/>
                  <a:pt x="2909181" y="8839226"/>
                  <a:pt x="2894345" y="8854057"/>
                </a:cubicBezTo>
                <a:cubicBezTo>
                  <a:pt x="2886160" y="8862239"/>
                  <a:pt x="2876367" y="8864028"/>
                  <a:pt x="2868018" y="8858866"/>
                </a:cubicBezTo>
                <a:close/>
                <a:moveTo>
                  <a:pt x="3429100" y="8853608"/>
                </a:moveTo>
                <a:cubicBezTo>
                  <a:pt x="3413633" y="8834972"/>
                  <a:pt x="3423620" y="8810625"/>
                  <a:pt x="3446731" y="8810625"/>
                </a:cubicBezTo>
                <a:cubicBezTo>
                  <a:pt x="3469260" y="8810625"/>
                  <a:pt x="3480827" y="8836946"/>
                  <a:pt x="3466098" y="8854694"/>
                </a:cubicBezTo>
                <a:cubicBezTo>
                  <a:pt x="3452196" y="8871445"/>
                  <a:pt x="3443696" y="8871195"/>
                  <a:pt x="3429100" y="8853608"/>
                </a:cubicBezTo>
                <a:close/>
                <a:moveTo>
                  <a:pt x="2073275" y="8842375"/>
                </a:moveTo>
                <a:cubicBezTo>
                  <a:pt x="2062215" y="8831315"/>
                  <a:pt x="2066410" y="8794334"/>
                  <a:pt x="2080005" y="8783051"/>
                </a:cubicBezTo>
                <a:cubicBezTo>
                  <a:pt x="2108143" y="8759699"/>
                  <a:pt x="2141941" y="8796291"/>
                  <a:pt x="2123705" y="8830365"/>
                </a:cubicBezTo>
                <a:cubicBezTo>
                  <a:pt x="2114100" y="8848311"/>
                  <a:pt x="2085922" y="8855022"/>
                  <a:pt x="2073275" y="8842375"/>
                </a:cubicBezTo>
                <a:close/>
                <a:moveTo>
                  <a:pt x="1879869" y="8824912"/>
                </a:moveTo>
                <a:cubicBezTo>
                  <a:pt x="1872323" y="8805248"/>
                  <a:pt x="1882554" y="8782050"/>
                  <a:pt x="1898772" y="8782050"/>
                </a:cubicBezTo>
                <a:cubicBezTo>
                  <a:pt x="1918269" y="8782050"/>
                  <a:pt x="1934857" y="8805725"/>
                  <a:pt x="1927957" y="8823705"/>
                </a:cubicBezTo>
                <a:cubicBezTo>
                  <a:pt x="1920490" y="8843164"/>
                  <a:pt x="1887194" y="8844000"/>
                  <a:pt x="1879869" y="8824912"/>
                </a:cubicBezTo>
                <a:close/>
                <a:moveTo>
                  <a:pt x="1105532" y="8811807"/>
                </a:moveTo>
                <a:cubicBezTo>
                  <a:pt x="1090841" y="8784357"/>
                  <a:pt x="1092948" y="8768148"/>
                  <a:pt x="1113639" y="8749423"/>
                </a:cubicBezTo>
                <a:cubicBezTo>
                  <a:pt x="1152976" y="8713823"/>
                  <a:pt x="1210901" y="8754329"/>
                  <a:pt x="1187666" y="8801189"/>
                </a:cubicBezTo>
                <a:cubicBezTo>
                  <a:pt x="1171980" y="8832822"/>
                  <a:pt x="1120352" y="8839497"/>
                  <a:pt x="1105532" y="8811807"/>
                </a:cubicBezTo>
                <a:close/>
                <a:moveTo>
                  <a:pt x="1573530" y="8818245"/>
                </a:moveTo>
                <a:cubicBezTo>
                  <a:pt x="1556555" y="8801270"/>
                  <a:pt x="1559649" y="8774975"/>
                  <a:pt x="1581150" y="8753475"/>
                </a:cubicBezTo>
                <a:cubicBezTo>
                  <a:pt x="1606939" y="8727685"/>
                  <a:pt x="1634640" y="8729509"/>
                  <a:pt x="1653463" y="8758237"/>
                </a:cubicBezTo>
                <a:cubicBezTo>
                  <a:pt x="1683707" y="8804395"/>
                  <a:pt x="1612864" y="8857579"/>
                  <a:pt x="1573530" y="8818245"/>
                </a:cubicBezTo>
                <a:close/>
                <a:moveTo>
                  <a:pt x="3750004" y="8823654"/>
                </a:moveTo>
                <a:cubicBezTo>
                  <a:pt x="3740453" y="8814103"/>
                  <a:pt x="3741751" y="8784146"/>
                  <a:pt x="3751990" y="8777818"/>
                </a:cubicBezTo>
                <a:cubicBezTo>
                  <a:pt x="3768723" y="8767477"/>
                  <a:pt x="3791985" y="8784275"/>
                  <a:pt x="3789072" y="8804596"/>
                </a:cubicBezTo>
                <a:cubicBezTo>
                  <a:pt x="3786186" y="8824725"/>
                  <a:pt x="3762587" y="8836237"/>
                  <a:pt x="3750004" y="8823654"/>
                </a:cubicBezTo>
                <a:close/>
                <a:moveTo>
                  <a:pt x="4686932" y="8811807"/>
                </a:moveTo>
                <a:cubicBezTo>
                  <a:pt x="4672241" y="8784357"/>
                  <a:pt x="4674348" y="8768148"/>
                  <a:pt x="4695039" y="8749423"/>
                </a:cubicBezTo>
                <a:cubicBezTo>
                  <a:pt x="4734376" y="8713823"/>
                  <a:pt x="4792301" y="8754329"/>
                  <a:pt x="4769066" y="8801189"/>
                </a:cubicBezTo>
                <a:cubicBezTo>
                  <a:pt x="4753380" y="8832822"/>
                  <a:pt x="4701752" y="8839497"/>
                  <a:pt x="4686932" y="8811807"/>
                </a:cubicBezTo>
                <a:close/>
                <a:moveTo>
                  <a:pt x="3975369" y="8796337"/>
                </a:moveTo>
                <a:cubicBezTo>
                  <a:pt x="3967823" y="8776673"/>
                  <a:pt x="3978054" y="8753475"/>
                  <a:pt x="3994272" y="8753475"/>
                </a:cubicBezTo>
                <a:cubicBezTo>
                  <a:pt x="4017751" y="8753475"/>
                  <a:pt x="4033275" y="8779799"/>
                  <a:pt x="4019550" y="8796337"/>
                </a:cubicBezTo>
                <a:cubicBezTo>
                  <a:pt x="4013028" y="8804195"/>
                  <a:pt x="4001653" y="8810625"/>
                  <a:pt x="3994272" y="8810625"/>
                </a:cubicBezTo>
                <a:cubicBezTo>
                  <a:pt x="3986891" y="8810625"/>
                  <a:pt x="3978384" y="8804195"/>
                  <a:pt x="3975369" y="8796337"/>
                </a:cubicBezTo>
                <a:close/>
                <a:moveTo>
                  <a:pt x="863599" y="8794750"/>
                </a:moveTo>
                <a:cubicBezTo>
                  <a:pt x="849856" y="8781006"/>
                  <a:pt x="857647" y="8753475"/>
                  <a:pt x="875280" y="8753475"/>
                </a:cubicBezTo>
                <a:cubicBezTo>
                  <a:pt x="897059" y="8753475"/>
                  <a:pt x="907499" y="8775615"/>
                  <a:pt x="892700" y="8790414"/>
                </a:cubicBezTo>
                <a:cubicBezTo>
                  <a:pt x="880470" y="8802644"/>
                  <a:pt x="872658" y="8803808"/>
                  <a:pt x="863599" y="8794750"/>
                </a:cubicBezTo>
                <a:close/>
                <a:moveTo>
                  <a:pt x="2983444" y="8786272"/>
                </a:moveTo>
                <a:cubicBezTo>
                  <a:pt x="2960413" y="8770141"/>
                  <a:pt x="2955518" y="8735466"/>
                  <a:pt x="2973705" y="8717280"/>
                </a:cubicBezTo>
                <a:cubicBezTo>
                  <a:pt x="2991589" y="8699395"/>
                  <a:pt x="3026466" y="8703846"/>
                  <a:pt x="3041978" y="8725993"/>
                </a:cubicBezTo>
                <a:cubicBezTo>
                  <a:pt x="3057469" y="8748109"/>
                  <a:pt x="3053367" y="8770818"/>
                  <a:pt x="3030560" y="8789193"/>
                </a:cubicBezTo>
                <a:cubicBezTo>
                  <a:pt x="3011754" y="8804346"/>
                  <a:pt x="3009005" y="8804176"/>
                  <a:pt x="2983444" y="8786272"/>
                </a:cubicBezTo>
                <a:close/>
                <a:moveTo>
                  <a:pt x="4445000" y="8794750"/>
                </a:moveTo>
                <a:cubicBezTo>
                  <a:pt x="4431256" y="8781006"/>
                  <a:pt x="4439047" y="8753475"/>
                  <a:pt x="4456680" y="8753475"/>
                </a:cubicBezTo>
                <a:cubicBezTo>
                  <a:pt x="4478459" y="8753475"/>
                  <a:pt x="4488899" y="8775615"/>
                  <a:pt x="4474100" y="8790414"/>
                </a:cubicBezTo>
                <a:cubicBezTo>
                  <a:pt x="4461870" y="8802644"/>
                  <a:pt x="4454058" y="8803808"/>
                  <a:pt x="4445000" y="8794750"/>
                </a:cubicBezTo>
                <a:close/>
                <a:moveTo>
                  <a:pt x="4112418" y="8781287"/>
                </a:moveTo>
                <a:cubicBezTo>
                  <a:pt x="4086092" y="8765953"/>
                  <a:pt x="4090570" y="8717326"/>
                  <a:pt x="4119523" y="8704134"/>
                </a:cubicBezTo>
                <a:cubicBezTo>
                  <a:pt x="4167135" y="8682441"/>
                  <a:pt x="4203219" y="8746689"/>
                  <a:pt x="4160305" y="8776747"/>
                </a:cubicBezTo>
                <a:cubicBezTo>
                  <a:pt x="4135687" y="8793990"/>
                  <a:pt x="4134433" y="8794109"/>
                  <a:pt x="4112418" y="8781287"/>
                </a:cubicBezTo>
                <a:close/>
                <a:moveTo>
                  <a:pt x="3535397" y="8765381"/>
                </a:moveTo>
                <a:cubicBezTo>
                  <a:pt x="3523624" y="8742492"/>
                  <a:pt x="3531673" y="8724900"/>
                  <a:pt x="3553917" y="8724900"/>
                </a:cubicBezTo>
                <a:cubicBezTo>
                  <a:pt x="3577220" y="8724900"/>
                  <a:pt x="3587303" y="8749172"/>
                  <a:pt x="3571774" y="8767883"/>
                </a:cubicBezTo>
                <a:cubicBezTo>
                  <a:pt x="3556330" y="8786492"/>
                  <a:pt x="3545885" y="8785774"/>
                  <a:pt x="3535397" y="8765381"/>
                </a:cubicBezTo>
                <a:close/>
                <a:moveTo>
                  <a:pt x="2280189" y="8758941"/>
                </a:moveTo>
                <a:cubicBezTo>
                  <a:pt x="2271523" y="8736358"/>
                  <a:pt x="2283785" y="8713551"/>
                  <a:pt x="2302639" y="8717182"/>
                </a:cubicBezTo>
                <a:cubicBezTo>
                  <a:pt x="2313184" y="8719213"/>
                  <a:pt x="2319337" y="8729077"/>
                  <a:pt x="2319337" y="8743950"/>
                </a:cubicBezTo>
                <a:cubicBezTo>
                  <a:pt x="2319337" y="8771102"/>
                  <a:pt x="2289273" y="8782614"/>
                  <a:pt x="2280189" y="8758941"/>
                </a:cubicBezTo>
                <a:close/>
                <a:moveTo>
                  <a:pt x="2448629" y="8754790"/>
                </a:moveTo>
                <a:cubicBezTo>
                  <a:pt x="2436136" y="8731447"/>
                  <a:pt x="2457546" y="8700193"/>
                  <a:pt x="2480101" y="8708848"/>
                </a:cubicBezTo>
                <a:cubicBezTo>
                  <a:pt x="2502059" y="8717275"/>
                  <a:pt x="2509534" y="8741387"/>
                  <a:pt x="2495449" y="8758358"/>
                </a:cubicBezTo>
                <a:cubicBezTo>
                  <a:pt x="2479447" y="8777639"/>
                  <a:pt x="2460066" y="8776162"/>
                  <a:pt x="2448629" y="8754790"/>
                </a:cubicBezTo>
                <a:close/>
                <a:moveTo>
                  <a:pt x="1319892" y="8748032"/>
                </a:moveTo>
                <a:cubicBezTo>
                  <a:pt x="1299610" y="8727750"/>
                  <a:pt x="1301068" y="8702767"/>
                  <a:pt x="1323730" y="8682258"/>
                </a:cubicBezTo>
                <a:cubicBezTo>
                  <a:pt x="1341341" y="8666321"/>
                  <a:pt x="1344066" y="8666241"/>
                  <a:pt x="1366593" y="8681001"/>
                </a:cubicBezTo>
                <a:cubicBezTo>
                  <a:pt x="1394947" y="8699579"/>
                  <a:pt x="1397520" y="8725254"/>
                  <a:pt x="1373231" y="8747236"/>
                </a:cubicBezTo>
                <a:cubicBezTo>
                  <a:pt x="1351484" y="8766916"/>
                  <a:pt x="1338964" y="8767103"/>
                  <a:pt x="1319892" y="8748032"/>
                </a:cubicBezTo>
                <a:close/>
                <a:moveTo>
                  <a:pt x="1482466" y="8756391"/>
                </a:moveTo>
                <a:cubicBezTo>
                  <a:pt x="1471082" y="8745007"/>
                  <a:pt x="1476315" y="8724900"/>
                  <a:pt x="1490662" y="8724900"/>
                </a:cubicBezTo>
                <a:cubicBezTo>
                  <a:pt x="1498520" y="8724900"/>
                  <a:pt x="1504950" y="8731076"/>
                  <a:pt x="1504950" y="8738625"/>
                </a:cubicBezTo>
                <a:cubicBezTo>
                  <a:pt x="1504950" y="8754538"/>
                  <a:pt x="1491355" y="8765280"/>
                  <a:pt x="1482466" y="8756391"/>
                </a:cubicBezTo>
                <a:close/>
                <a:moveTo>
                  <a:pt x="3171825" y="8734425"/>
                </a:moveTo>
                <a:cubicBezTo>
                  <a:pt x="3171825" y="8722148"/>
                  <a:pt x="3176648" y="8715395"/>
                  <a:pt x="3183731" y="8717756"/>
                </a:cubicBezTo>
                <a:cubicBezTo>
                  <a:pt x="3190279" y="8719939"/>
                  <a:pt x="3195637" y="8727440"/>
                  <a:pt x="3195637" y="8734425"/>
                </a:cubicBezTo>
                <a:cubicBezTo>
                  <a:pt x="3195637" y="8741410"/>
                  <a:pt x="3190279" y="8748910"/>
                  <a:pt x="3183731" y="8751093"/>
                </a:cubicBezTo>
                <a:cubicBezTo>
                  <a:pt x="3176648" y="8753454"/>
                  <a:pt x="3171825" y="8746701"/>
                  <a:pt x="3171825" y="8734425"/>
                </a:cubicBezTo>
                <a:close/>
                <a:moveTo>
                  <a:pt x="3301092" y="8738507"/>
                </a:moveTo>
                <a:cubicBezTo>
                  <a:pt x="3278590" y="8716004"/>
                  <a:pt x="3282548" y="8680057"/>
                  <a:pt x="3309471" y="8662417"/>
                </a:cubicBezTo>
                <a:cubicBezTo>
                  <a:pt x="3339171" y="8642956"/>
                  <a:pt x="3370020" y="8652173"/>
                  <a:pt x="3382173" y="8684138"/>
                </a:cubicBezTo>
                <a:cubicBezTo>
                  <a:pt x="3401453" y="8734849"/>
                  <a:pt x="3339187" y="8776601"/>
                  <a:pt x="3301092" y="8738507"/>
                </a:cubicBezTo>
                <a:close/>
                <a:moveTo>
                  <a:pt x="1752542" y="8729592"/>
                </a:moveTo>
                <a:cubicBezTo>
                  <a:pt x="1742002" y="8716893"/>
                  <a:pt x="1742413" y="8711954"/>
                  <a:pt x="1755060" y="8699306"/>
                </a:cubicBezTo>
                <a:cubicBezTo>
                  <a:pt x="1775487" y="8678880"/>
                  <a:pt x="1802418" y="8690229"/>
                  <a:pt x="1798511" y="8717616"/>
                </a:cubicBezTo>
                <a:cubicBezTo>
                  <a:pt x="1794790" y="8743704"/>
                  <a:pt x="1769683" y="8750246"/>
                  <a:pt x="1752542" y="8729592"/>
                </a:cubicBezTo>
                <a:close/>
                <a:moveTo>
                  <a:pt x="2792730" y="8732520"/>
                </a:moveTo>
                <a:cubicBezTo>
                  <a:pt x="2762534" y="8702324"/>
                  <a:pt x="2794471" y="8649311"/>
                  <a:pt x="2831060" y="8668892"/>
                </a:cubicBezTo>
                <a:cubicBezTo>
                  <a:pt x="2853682" y="8680999"/>
                  <a:pt x="2852740" y="8721679"/>
                  <a:pt x="2829551" y="8734089"/>
                </a:cubicBezTo>
                <a:cubicBezTo>
                  <a:pt x="2806590" y="8746378"/>
                  <a:pt x="2806588" y="8746378"/>
                  <a:pt x="2792730" y="8732520"/>
                </a:cubicBezTo>
                <a:close/>
                <a:moveTo>
                  <a:pt x="962464" y="8720667"/>
                </a:moveTo>
                <a:cubicBezTo>
                  <a:pt x="936740" y="8689671"/>
                  <a:pt x="979311" y="8652379"/>
                  <a:pt x="1007845" y="8680913"/>
                </a:cubicBezTo>
                <a:cubicBezTo>
                  <a:pt x="1019976" y="8693044"/>
                  <a:pt x="1021218" y="8700487"/>
                  <a:pt x="1013230" y="8713172"/>
                </a:cubicBezTo>
                <a:cubicBezTo>
                  <a:pt x="999322" y="8735257"/>
                  <a:pt x="977275" y="8738512"/>
                  <a:pt x="962464" y="8720667"/>
                </a:cubicBezTo>
                <a:close/>
                <a:moveTo>
                  <a:pt x="3840694" y="8719597"/>
                </a:moveTo>
                <a:cubicBezTo>
                  <a:pt x="3796742" y="8688812"/>
                  <a:pt x="3818171" y="8636417"/>
                  <a:pt x="3872882" y="8640897"/>
                </a:cubicBezTo>
                <a:cubicBezTo>
                  <a:pt x="3906807" y="8643675"/>
                  <a:pt x="3910264" y="8646530"/>
                  <a:pt x="3912928" y="8673978"/>
                </a:cubicBezTo>
                <a:cubicBezTo>
                  <a:pt x="3915114" y="8696493"/>
                  <a:pt x="3910407" y="8707829"/>
                  <a:pt x="3894140" y="8719222"/>
                </a:cubicBezTo>
                <a:cubicBezTo>
                  <a:pt x="3867485" y="8737892"/>
                  <a:pt x="3866821" y="8737897"/>
                  <a:pt x="3840694" y="8719597"/>
                </a:cubicBezTo>
                <a:close/>
                <a:moveTo>
                  <a:pt x="4543864" y="8720667"/>
                </a:moveTo>
                <a:cubicBezTo>
                  <a:pt x="4518140" y="8689671"/>
                  <a:pt x="4560711" y="8652379"/>
                  <a:pt x="4589245" y="8680913"/>
                </a:cubicBezTo>
                <a:cubicBezTo>
                  <a:pt x="4601376" y="8693044"/>
                  <a:pt x="4602618" y="8700487"/>
                  <a:pt x="4594630" y="8713172"/>
                </a:cubicBezTo>
                <a:cubicBezTo>
                  <a:pt x="4580722" y="8735257"/>
                  <a:pt x="4558675" y="8738512"/>
                  <a:pt x="4543864" y="8720667"/>
                </a:cubicBezTo>
                <a:close/>
                <a:moveTo>
                  <a:pt x="763444" y="8706944"/>
                </a:moveTo>
                <a:cubicBezTo>
                  <a:pt x="744652" y="8695035"/>
                  <a:pt x="754165" y="8663455"/>
                  <a:pt x="777553" y="8660102"/>
                </a:cubicBezTo>
                <a:cubicBezTo>
                  <a:pt x="801437" y="8656678"/>
                  <a:pt x="814966" y="8683173"/>
                  <a:pt x="799098" y="8702294"/>
                </a:cubicBezTo>
                <a:cubicBezTo>
                  <a:pt x="786542" y="8717423"/>
                  <a:pt x="781099" y="8718132"/>
                  <a:pt x="763444" y="8706944"/>
                </a:cubicBezTo>
                <a:close/>
                <a:moveTo>
                  <a:pt x="1948300" y="8692866"/>
                </a:moveTo>
                <a:cubicBezTo>
                  <a:pt x="1919270" y="8663836"/>
                  <a:pt x="1918657" y="8657469"/>
                  <a:pt x="1942103" y="8628515"/>
                </a:cubicBezTo>
                <a:cubicBezTo>
                  <a:pt x="1969695" y="8594441"/>
                  <a:pt x="2014537" y="8612256"/>
                  <a:pt x="2014537" y="8657292"/>
                </a:cubicBezTo>
                <a:cubicBezTo>
                  <a:pt x="2014537" y="8707116"/>
                  <a:pt x="1980715" y="8725281"/>
                  <a:pt x="1948300" y="8692866"/>
                </a:cubicBezTo>
                <a:close/>
                <a:moveTo>
                  <a:pt x="2603982" y="8701643"/>
                </a:moveTo>
                <a:cubicBezTo>
                  <a:pt x="2593802" y="8675114"/>
                  <a:pt x="2604870" y="8653506"/>
                  <a:pt x="2630145" y="8650565"/>
                </a:cubicBezTo>
                <a:cubicBezTo>
                  <a:pt x="2657639" y="8647367"/>
                  <a:pt x="2671318" y="8667713"/>
                  <a:pt x="2661811" y="8697666"/>
                </a:cubicBezTo>
                <a:cubicBezTo>
                  <a:pt x="2655064" y="8718926"/>
                  <a:pt x="2611757" y="8721904"/>
                  <a:pt x="2603982" y="8701643"/>
                </a:cubicBezTo>
                <a:close/>
                <a:moveTo>
                  <a:pt x="4344844" y="8706944"/>
                </a:moveTo>
                <a:cubicBezTo>
                  <a:pt x="4326052" y="8695035"/>
                  <a:pt x="4335565" y="8663455"/>
                  <a:pt x="4358953" y="8660102"/>
                </a:cubicBezTo>
                <a:cubicBezTo>
                  <a:pt x="4382837" y="8656678"/>
                  <a:pt x="4396366" y="8683173"/>
                  <a:pt x="4380498" y="8702294"/>
                </a:cubicBezTo>
                <a:cubicBezTo>
                  <a:pt x="4367942" y="8717423"/>
                  <a:pt x="4362499" y="8718132"/>
                  <a:pt x="4344844" y="8706944"/>
                </a:cubicBezTo>
                <a:close/>
                <a:moveTo>
                  <a:pt x="2159793" y="8676512"/>
                </a:moveTo>
                <a:cubicBezTo>
                  <a:pt x="2122795" y="8654962"/>
                  <a:pt x="2152415" y="8599609"/>
                  <a:pt x="2190141" y="8619799"/>
                </a:cubicBezTo>
                <a:cubicBezTo>
                  <a:pt x="2211986" y="8631490"/>
                  <a:pt x="2215889" y="8657850"/>
                  <a:pt x="2198370" y="8675370"/>
                </a:cubicBezTo>
                <a:cubicBezTo>
                  <a:pt x="2184721" y="8689018"/>
                  <a:pt x="2181432" y="8689115"/>
                  <a:pt x="2159793" y="8676512"/>
                </a:cubicBezTo>
                <a:close/>
                <a:moveTo>
                  <a:pt x="3661268" y="8663570"/>
                </a:moveTo>
                <a:cubicBezTo>
                  <a:pt x="3653735" y="8643939"/>
                  <a:pt x="3674004" y="8619707"/>
                  <a:pt x="3692137" y="8626665"/>
                </a:cubicBezTo>
                <a:cubicBezTo>
                  <a:pt x="3711143" y="8633959"/>
                  <a:pt x="3704705" y="8671509"/>
                  <a:pt x="3683764" y="8675500"/>
                </a:cubicBezTo>
                <a:cubicBezTo>
                  <a:pt x="3674581" y="8677250"/>
                  <a:pt x="3664457" y="8671882"/>
                  <a:pt x="3661268" y="8663570"/>
                </a:cubicBezTo>
                <a:close/>
                <a:moveTo>
                  <a:pt x="1087190" y="8636028"/>
                </a:moveTo>
                <a:cubicBezTo>
                  <a:pt x="1071006" y="8616526"/>
                  <a:pt x="1084284" y="8589973"/>
                  <a:pt x="1108493" y="8593427"/>
                </a:cubicBezTo>
                <a:cubicBezTo>
                  <a:pt x="1122907" y="8595484"/>
                  <a:pt x="1128712" y="8603112"/>
                  <a:pt x="1128712" y="8619994"/>
                </a:cubicBezTo>
                <a:cubicBezTo>
                  <a:pt x="1128712" y="8647167"/>
                  <a:pt x="1104268" y="8656606"/>
                  <a:pt x="1087190" y="8636028"/>
                </a:cubicBezTo>
                <a:close/>
                <a:moveTo>
                  <a:pt x="3095960" y="8630276"/>
                </a:moveTo>
                <a:cubicBezTo>
                  <a:pt x="3083209" y="8606451"/>
                  <a:pt x="3083361" y="8605174"/>
                  <a:pt x="3101048" y="8587486"/>
                </a:cubicBezTo>
                <a:cubicBezTo>
                  <a:pt x="3119373" y="8569161"/>
                  <a:pt x="3152775" y="8583073"/>
                  <a:pt x="3152775" y="8609030"/>
                </a:cubicBezTo>
                <a:cubicBezTo>
                  <a:pt x="3152775" y="8646360"/>
                  <a:pt x="3112607" y="8661381"/>
                  <a:pt x="3095960" y="8630276"/>
                </a:cubicBezTo>
                <a:close/>
                <a:moveTo>
                  <a:pt x="4668590" y="8636028"/>
                </a:moveTo>
                <a:cubicBezTo>
                  <a:pt x="4652406" y="8616526"/>
                  <a:pt x="4665684" y="8589973"/>
                  <a:pt x="4689893" y="8593427"/>
                </a:cubicBezTo>
                <a:cubicBezTo>
                  <a:pt x="4704307" y="8595484"/>
                  <a:pt x="4710112" y="8603112"/>
                  <a:pt x="4710112" y="8619994"/>
                </a:cubicBezTo>
                <a:cubicBezTo>
                  <a:pt x="4710112" y="8647167"/>
                  <a:pt x="4685668" y="8656606"/>
                  <a:pt x="4668590" y="8636028"/>
                </a:cubicBezTo>
                <a:close/>
                <a:moveTo>
                  <a:pt x="1527444" y="8624887"/>
                </a:moveTo>
                <a:cubicBezTo>
                  <a:pt x="1519085" y="8603103"/>
                  <a:pt x="1530795" y="8582025"/>
                  <a:pt x="1551256" y="8582025"/>
                </a:cubicBezTo>
                <a:cubicBezTo>
                  <a:pt x="1573785" y="8582025"/>
                  <a:pt x="1585352" y="8608346"/>
                  <a:pt x="1570623" y="8626094"/>
                </a:cubicBezTo>
                <a:cubicBezTo>
                  <a:pt x="1556292" y="8643361"/>
                  <a:pt x="1534297" y="8642747"/>
                  <a:pt x="1527444" y="8624887"/>
                </a:cubicBezTo>
                <a:close/>
                <a:moveTo>
                  <a:pt x="2324100" y="8620125"/>
                </a:moveTo>
                <a:cubicBezTo>
                  <a:pt x="2299203" y="8595228"/>
                  <a:pt x="2300067" y="8580501"/>
                  <a:pt x="2327963" y="8554294"/>
                </a:cubicBezTo>
                <a:cubicBezTo>
                  <a:pt x="2370368" y="8514457"/>
                  <a:pt x="2424953" y="8577095"/>
                  <a:pt x="2385665" y="8620508"/>
                </a:cubicBezTo>
                <a:cubicBezTo>
                  <a:pt x="2364222" y="8644202"/>
                  <a:pt x="2348076" y="8644101"/>
                  <a:pt x="2324100" y="8620125"/>
                </a:cubicBezTo>
                <a:close/>
                <a:moveTo>
                  <a:pt x="4030076" y="8626094"/>
                </a:moveTo>
                <a:cubicBezTo>
                  <a:pt x="4024106" y="8618900"/>
                  <a:pt x="4021769" y="8606373"/>
                  <a:pt x="4024884" y="8598256"/>
                </a:cubicBezTo>
                <a:cubicBezTo>
                  <a:pt x="4039195" y="8560962"/>
                  <a:pt x="4094074" y="8580388"/>
                  <a:pt x="4081987" y="8618469"/>
                </a:cubicBezTo>
                <a:cubicBezTo>
                  <a:pt x="4074593" y="8641767"/>
                  <a:pt x="4046507" y="8645892"/>
                  <a:pt x="4030076" y="8626094"/>
                </a:cubicBezTo>
                <a:close/>
                <a:moveTo>
                  <a:pt x="4221122" y="8630808"/>
                </a:moveTo>
                <a:cubicBezTo>
                  <a:pt x="4202575" y="8619051"/>
                  <a:pt x="4211290" y="8578129"/>
                  <a:pt x="4233232" y="8573942"/>
                </a:cubicBezTo>
                <a:cubicBezTo>
                  <a:pt x="4258506" y="8569120"/>
                  <a:pt x="4278906" y="8598250"/>
                  <a:pt x="4266495" y="8621440"/>
                </a:cubicBezTo>
                <a:cubicBezTo>
                  <a:pt x="4256264" y="8640558"/>
                  <a:pt x="4241360" y="8643635"/>
                  <a:pt x="4221122" y="8630808"/>
                </a:cubicBezTo>
                <a:close/>
                <a:moveTo>
                  <a:pt x="2909014" y="8616522"/>
                </a:moveTo>
                <a:cubicBezTo>
                  <a:pt x="2901305" y="8596432"/>
                  <a:pt x="2912126" y="8582025"/>
                  <a:pt x="2934924" y="8582025"/>
                </a:cubicBezTo>
                <a:cubicBezTo>
                  <a:pt x="2949314" y="8582025"/>
                  <a:pt x="2953318" y="8587328"/>
                  <a:pt x="2951031" y="8603358"/>
                </a:cubicBezTo>
                <a:cubicBezTo>
                  <a:pt x="2947479" y="8628257"/>
                  <a:pt x="2917162" y="8637755"/>
                  <a:pt x="2909014" y="8616522"/>
                </a:cubicBezTo>
                <a:close/>
                <a:moveTo>
                  <a:pt x="3488055" y="8618220"/>
                </a:moveTo>
                <a:cubicBezTo>
                  <a:pt x="3481768" y="8611933"/>
                  <a:pt x="3476625" y="8597788"/>
                  <a:pt x="3476625" y="8586787"/>
                </a:cubicBezTo>
                <a:cubicBezTo>
                  <a:pt x="3476625" y="8541879"/>
                  <a:pt x="3535728" y="8526410"/>
                  <a:pt x="3554009" y="8566532"/>
                </a:cubicBezTo>
                <a:cubicBezTo>
                  <a:pt x="3574397" y="8611280"/>
                  <a:pt x="3522100" y="8652265"/>
                  <a:pt x="3488055" y="8618220"/>
                </a:cubicBezTo>
                <a:close/>
                <a:moveTo>
                  <a:pt x="2498748" y="8605197"/>
                </a:moveTo>
                <a:cubicBezTo>
                  <a:pt x="2495598" y="8596986"/>
                  <a:pt x="2497694" y="8585595"/>
                  <a:pt x="2503406" y="8579883"/>
                </a:cubicBezTo>
                <a:cubicBezTo>
                  <a:pt x="2517159" y="8566130"/>
                  <a:pt x="2544090" y="8587606"/>
                  <a:pt x="2536827" y="8606533"/>
                </a:cubicBezTo>
                <a:cubicBezTo>
                  <a:pt x="2529859" y="8624691"/>
                  <a:pt x="2505906" y="8623850"/>
                  <a:pt x="2498748" y="8605197"/>
                </a:cubicBezTo>
                <a:close/>
                <a:moveTo>
                  <a:pt x="838200" y="8591550"/>
                </a:moveTo>
                <a:cubicBezTo>
                  <a:pt x="827722" y="8581072"/>
                  <a:pt x="819150" y="8566070"/>
                  <a:pt x="819150" y="8558212"/>
                </a:cubicBezTo>
                <a:cubicBezTo>
                  <a:pt x="819150" y="8537792"/>
                  <a:pt x="853889" y="8505825"/>
                  <a:pt x="876080" y="8505825"/>
                </a:cubicBezTo>
                <a:cubicBezTo>
                  <a:pt x="921329" y="8505825"/>
                  <a:pt x="933379" y="8588098"/>
                  <a:pt x="890538" y="8604538"/>
                </a:cubicBezTo>
                <a:cubicBezTo>
                  <a:pt x="866120" y="8613908"/>
                  <a:pt x="858722" y="8612072"/>
                  <a:pt x="838200" y="8591550"/>
                </a:cubicBezTo>
                <a:close/>
                <a:moveTo>
                  <a:pt x="4419600" y="8591550"/>
                </a:moveTo>
                <a:cubicBezTo>
                  <a:pt x="4409122" y="8581072"/>
                  <a:pt x="4400550" y="8566070"/>
                  <a:pt x="4400550" y="8558212"/>
                </a:cubicBezTo>
                <a:cubicBezTo>
                  <a:pt x="4400550" y="8537792"/>
                  <a:pt x="4435289" y="8505825"/>
                  <a:pt x="4457480" y="8505825"/>
                </a:cubicBezTo>
                <a:cubicBezTo>
                  <a:pt x="4502729" y="8505825"/>
                  <a:pt x="4514779" y="8588098"/>
                  <a:pt x="4471938" y="8604538"/>
                </a:cubicBezTo>
                <a:cubicBezTo>
                  <a:pt x="4447520" y="8613908"/>
                  <a:pt x="4440122" y="8612072"/>
                  <a:pt x="4419600" y="8591550"/>
                </a:cubicBezTo>
                <a:close/>
                <a:moveTo>
                  <a:pt x="1216025" y="8594725"/>
                </a:moveTo>
                <a:cubicBezTo>
                  <a:pt x="1205918" y="8584618"/>
                  <a:pt x="1208672" y="8536143"/>
                  <a:pt x="1219741" y="8529302"/>
                </a:cubicBezTo>
                <a:cubicBezTo>
                  <a:pt x="1240259" y="8516621"/>
                  <a:pt x="1276350" y="8533954"/>
                  <a:pt x="1276350" y="8556488"/>
                </a:cubicBezTo>
                <a:cubicBezTo>
                  <a:pt x="1276350" y="8591069"/>
                  <a:pt x="1237190" y="8615890"/>
                  <a:pt x="1216025" y="8594725"/>
                </a:cubicBezTo>
                <a:close/>
                <a:moveTo>
                  <a:pt x="1373981" y="8594766"/>
                </a:moveTo>
                <a:cubicBezTo>
                  <a:pt x="1355429" y="8587281"/>
                  <a:pt x="1359915" y="8545751"/>
                  <a:pt x="1380463" y="8534754"/>
                </a:cubicBezTo>
                <a:cubicBezTo>
                  <a:pt x="1394343" y="8527325"/>
                  <a:pt x="1402516" y="8528577"/>
                  <a:pt x="1413801" y="8539861"/>
                </a:cubicBezTo>
                <a:cubicBezTo>
                  <a:pt x="1446351" y="8572412"/>
                  <a:pt x="1417425" y="8612296"/>
                  <a:pt x="1373981" y="8594766"/>
                </a:cubicBezTo>
                <a:close/>
                <a:moveTo>
                  <a:pt x="2673349" y="8594725"/>
                </a:moveTo>
                <a:cubicBezTo>
                  <a:pt x="2661749" y="8583124"/>
                  <a:pt x="2666786" y="8562975"/>
                  <a:pt x="2681287" y="8562975"/>
                </a:cubicBezTo>
                <a:cubicBezTo>
                  <a:pt x="2689225" y="8562975"/>
                  <a:pt x="2695575" y="8571441"/>
                  <a:pt x="2695575" y="8582025"/>
                </a:cubicBezTo>
                <a:cubicBezTo>
                  <a:pt x="2695575" y="8601001"/>
                  <a:pt x="2685425" y="8606800"/>
                  <a:pt x="2673349" y="8594725"/>
                </a:cubicBezTo>
                <a:close/>
                <a:moveTo>
                  <a:pt x="1687830" y="8580120"/>
                </a:moveTo>
                <a:cubicBezTo>
                  <a:pt x="1661131" y="8553421"/>
                  <a:pt x="1687103" y="8508394"/>
                  <a:pt x="1722687" y="8519688"/>
                </a:cubicBezTo>
                <a:cubicBezTo>
                  <a:pt x="1746693" y="8527307"/>
                  <a:pt x="1755156" y="8549925"/>
                  <a:pt x="1742705" y="8573190"/>
                </a:cubicBezTo>
                <a:cubicBezTo>
                  <a:pt x="1731622" y="8593898"/>
                  <a:pt x="1704973" y="8597263"/>
                  <a:pt x="1687830" y="8580120"/>
                </a:cubicBezTo>
                <a:close/>
                <a:moveTo>
                  <a:pt x="1858819" y="8544820"/>
                </a:moveTo>
                <a:cubicBezTo>
                  <a:pt x="1841502" y="8534114"/>
                  <a:pt x="1848772" y="8502062"/>
                  <a:pt x="1869419" y="8498086"/>
                </a:cubicBezTo>
                <a:cubicBezTo>
                  <a:pt x="1878542" y="8496329"/>
                  <a:pt x="1888723" y="8501970"/>
                  <a:pt x="1892043" y="8510622"/>
                </a:cubicBezTo>
                <a:cubicBezTo>
                  <a:pt x="1899837" y="8530932"/>
                  <a:pt x="1876016" y="8555452"/>
                  <a:pt x="1858819" y="8544820"/>
                </a:cubicBezTo>
                <a:close/>
                <a:moveTo>
                  <a:pt x="2057779" y="8539620"/>
                </a:moveTo>
                <a:cubicBezTo>
                  <a:pt x="2039518" y="8517617"/>
                  <a:pt x="2049645" y="8491537"/>
                  <a:pt x="2076450" y="8491537"/>
                </a:cubicBezTo>
                <a:cubicBezTo>
                  <a:pt x="2091546" y="8491537"/>
                  <a:pt x="2101185" y="8497685"/>
                  <a:pt x="2103299" y="8508663"/>
                </a:cubicBezTo>
                <a:cubicBezTo>
                  <a:pt x="2106597" y="8525789"/>
                  <a:pt x="2090014" y="8553450"/>
                  <a:pt x="2076450" y="8553450"/>
                </a:cubicBezTo>
                <a:cubicBezTo>
                  <a:pt x="2072494" y="8553450"/>
                  <a:pt x="2064092" y="8547226"/>
                  <a:pt x="2057779" y="8539620"/>
                </a:cubicBezTo>
                <a:close/>
                <a:moveTo>
                  <a:pt x="3270543" y="8539226"/>
                </a:moveTo>
                <a:cubicBezTo>
                  <a:pt x="3267244" y="8530628"/>
                  <a:pt x="3269112" y="8519027"/>
                  <a:pt x="3274695" y="8513445"/>
                </a:cubicBezTo>
                <a:cubicBezTo>
                  <a:pt x="3289207" y="8498932"/>
                  <a:pt x="3316704" y="8512196"/>
                  <a:pt x="3312913" y="8531880"/>
                </a:cubicBezTo>
                <a:cubicBezTo>
                  <a:pt x="3308690" y="8553805"/>
                  <a:pt x="3278169" y="8559097"/>
                  <a:pt x="3270543" y="8539226"/>
                </a:cubicBezTo>
                <a:close/>
                <a:moveTo>
                  <a:pt x="3754397" y="8535558"/>
                </a:moveTo>
                <a:cubicBezTo>
                  <a:pt x="3732034" y="8521382"/>
                  <a:pt x="3744807" y="8482012"/>
                  <a:pt x="3771769" y="8482012"/>
                </a:cubicBezTo>
                <a:cubicBezTo>
                  <a:pt x="3798701" y="8482012"/>
                  <a:pt x="3808877" y="8508036"/>
                  <a:pt x="3790570" y="8530095"/>
                </a:cubicBezTo>
                <a:cubicBezTo>
                  <a:pt x="3777398" y="8545966"/>
                  <a:pt x="3772084" y="8546768"/>
                  <a:pt x="3754397" y="8535558"/>
                </a:cubicBezTo>
                <a:close/>
                <a:moveTo>
                  <a:pt x="984743" y="8520695"/>
                </a:moveTo>
                <a:cubicBezTo>
                  <a:pt x="977210" y="8501064"/>
                  <a:pt x="997479" y="8476832"/>
                  <a:pt x="1015612" y="8483790"/>
                </a:cubicBezTo>
                <a:cubicBezTo>
                  <a:pt x="1034618" y="8491084"/>
                  <a:pt x="1028180" y="8528634"/>
                  <a:pt x="1007239" y="8532625"/>
                </a:cubicBezTo>
                <a:cubicBezTo>
                  <a:pt x="998056" y="8534375"/>
                  <a:pt x="987932" y="8529007"/>
                  <a:pt x="984743" y="8520695"/>
                </a:cubicBezTo>
                <a:close/>
                <a:moveTo>
                  <a:pt x="4107394" y="8519572"/>
                </a:moveTo>
                <a:cubicBezTo>
                  <a:pt x="4080405" y="8500668"/>
                  <a:pt x="4080329" y="8472934"/>
                  <a:pt x="4107214" y="8454103"/>
                </a:cubicBezTo>
                <a:cubicBezTo>
                  <a:pt x="4147927" y="8425587"/>
                  <a:pt x="4190721" y="8478820"/>
                  <a:pt x="4157021" y="8516058"/>
                </a:cubicBezTo>
                <a:cubicBezTo>
                  <a:pt x="4136966" y="8538218"/>
                  <a:pt x="4134286" y="8538408"/>
                  <a:pt x="4107394" y="8519572"/>
                </a:cubicBezTo>
                <a:close/>
                <a:moveTo>
                  <a:pt x="4566143" y="8520695"/>
                </a:moveTo>
                <a:cubicBezTo>
                  <a:pt x="4558610" y="8501064"/>
                  <a:pt x="4578879" y="8476832"/>
                  <a:pt x="4597012" y="8483790"/>
                </a:cubicBezTo>
                <a:cubicBezTo>
                  <a:pt x="4616018" y="8491084"/>
                  <a:pt x="4609580" y="8528634"/>
                  <a:pt x="4588639" y="8532625"/>
                </a:cubicBezTo>
                <a:cubicBezTo>
                  <a:pt x="4579456" y="8534375"/>
                  <a:pt x="4569332" y="8529007"/>
                  <a:pt x="4566143" y="8520695"/>
                </a:cubicBezTo>
                <a:close/>
                <a:moveTo>
                  <a:pt x="2783205" y="8513445"/>
                </a:moveTo>
                <a:cubicBezTo>
                  <a:pt x="2754587" y="8484827"/>
                  <a:pt x="2776187" y="8429625"/>
                  <a:pt x="2816002" y="8429625"/>
                </a:cubicBezTo>
                <a:cubicBezTo>
                  <a:pt x="2837114" y="8429625"/>
                  <a:pt x="2867025" y="8461179"/>
                  <a:pt x="2867025" y="8483451"/>
                </a:cubicBezTo>
                <a:cubicBezTo>
                  <a:pt x="2867025" y="8516559"/>
                  <a:pt x="2807587" y="8537827"/>
                  <a:pt x="2783205" y="8513445"/>
                </a:cubicBezTo>
                <a:close/>
                <a:moveTo>
                  <a:pt x="3918489" y="8511291"/>
                </a:moveTo>
                <a:cubicBezTo>
                  <a:pt x="3909823" y="8488708"/>
                  <a:pt x="3922085" y="8465901"/>
                  <a:pt x="3940939" y="8469532"/>
                </a:cubicBezTo>
                <a:cubicBezTo>
                  <a:pt x="3951484" y="8471563"/>
                  <a:pt x="3957637" y="8481427"/>
                  <a:pt x="3957637" y="8496300"/>
                </a:cubicBezTo>
                <a:cubicBezTo>
                  <a:pt x="3957637" y="8523452"/>
                  <a:pt x="3927573" y="8534964"/>
                  <a:pt x="3918489" y="8511291"/>
                </a:cubicBezTo>
                <a:close/>
                <a:moveTo>
                  <a:pt x="3007518" y="8505062"/>
                </a:moveTo>
                <a:cubicBezTo>
                  <a:pt x="2976558" y="8487029"/>
                  <a:pt x="2995496" y="8429625"/>
                  <a:pt x="3032405" y="8429625"/>
                </a:cubicBezTo>
                <a:cubicBezTo>
                  <a:pt x="3042357" y="8429625"/>
                  <a:pt x="3067050" y="8460175"/>
                  <a:pt x="3067050" y="8472487"/>
                </a:cubicBezTo>
                <a:cubicBezTo>
                  <a:pt x="3067050" y="8486018"/>
                  <a:pt x="3041792" y="8515559"/>
                  <a:pt x="3030650" y="8515060"/>
                </a:cubicBezTo>
                <a:cubicBezTo>
                  <a:pt x="3027096" y="8514901"/>
                  <a:pt x="3016686" y="8510401"/>
                  <a:pt x="3007518" y="8505062"/>
                </a:cubicBezTo>
                <a:close/>
                <a:moveTo>
                  <a:pt x="2422794" y="8482012"/>
                </a:moveTo>
                <a:cubicBezTo>
                  <a:pt x="2415248" y="8462348"/>
                  <a:pt x="2425479" y="8439150"/>
                  <a:pt x="2441697" y="8439150"/>
                </a:cubicBezTo>
                <a:cubicBezTo>
                  <a:pt x="2461194" y="8439150"/>
                  <a:pt x="2477782" y="8462825"/>
                  <a:pt x="2470882" y="8480805"/>
                </a:cubicBezTo>
                <a:cubicBezTo>
                  <a:pt x="2463415" y="8500264"/>
                  <a:pt x="2430119" y="8501100"/>
                  <a:pt x="2422794" y="8482012"/>
                </a:cubicBezTo>
                <a:close/>
                <a:moveTo>
                  <a:pt x="3575764" y="8483172"/>
                </a:moveTo>
                <a:cubicBezTo>
                  <a:pt x="3568055" y="8463082"/>
                  <a:pt x="3578876" y="8448675"/>
                  <a:pt x="3601674" y="8448675"/>
                </a:cubicBezTo>
                <a:cubicBezTo>
                  <a:pt x="3616064" y="8448675"/>
                  <a:pt x="3620068" y="8453978"/>
                  <a:pt x="3617781" y="8470008"/>
                </a:cubicBezTo>
                <a:cubicBezTo>
                  <a:pt x="3614229" y="8494907"/>
                  <a:pt x="3583912" y="8504405"/>
                  <a:pt x="3575764" y="8483172"/>
                </a:cubicBezTo>
                <a:close/>
                <a:moveTo>
                  <a:pt x="2213500" y="8473155"/>
                </a:moveTo>
                <a:cubicBezTo>
                  <a:pt x="2204017" y="8448441"/>
                  <a:pt x="2217309" y="8428014"/>
                  <a:pt x="2240713" y="8431338"/>
                </a:cubicBezTo>
                <a:cubicBezTo>
                  <a:pt x="2256455" y="8433573"/>
                  <a:pt x="2262187" y="8440743"/>
                  <a:pt x="2262187" y="8458200"/>
                </a:cubicBezTo>
                <a:cubicBezTo>
                  <a:pt x="2262187" y="8486316"/>
                  <a:pt x="2223152" y="8498307"/>
                  <a:pt x="2213500" y="8473155"/>
                </a:cubicBezTo>
                <a:close/>
                <a:moveTo>
                  <a:pt x="1127394" y="8462962"/>
                </a:moveTo>
                <a:cubicBezTo>
                  <a:pt x="1119848" y="8443298"/>
                  <a:pt x="1130079" y="8420100"/>
                  <a:pt x="1146297" y="8420100"/>
                </a:cubicBezTo>
                <a:cubicBezTo>
                  <a:pt x="1165794" y="8420100"/>
                  <a:pt x="1182382" y="8443775"/>
                  <a:pt x="1175482" y="8461755"/>
                </a:cubicBezTo>
                <a:cubicBezTo>
                  <a:pt x="1168015" y="8481214"/>
                  <a:pt x="1134719" y="8482050"/>
                  <a:pt x="1127394" y="8462962"/>
                </a:cubicBezTo>
                <a:close/>
                <a:moveTo>
                  <a:pt x="3394600" y="8463630"/>
                </a:moveTo>
                <a:cubicBezTo>
                  <a:pt x="3385117" y="8438916"/>
                  <a:pt x="3398409" y="8418489"/>
                  <a:pt x="3421813" y="8421813"/>
                </a:cubicBezTo>
                <a:cubicBezTo>
                  <a:pt x="3437555" y="8424048"/>
                  <a:pt x="3443287" y="8431218"/>
                  <a:pt x="3443287" y="8448675"/>
                </a:cubicBezTo>
                <a:cubicBezTo>
                  <a:pt x="3443287" y="8476791"/>
                  <a:pt x="3404252" y="8488782"/>
                  <a:pt x="3394600" y="8463630"/>
                </a:cubicBezTo>
                <a:close/>
                <a:moveTo>
                  <a:pt x="2581580" y="8449245"/>
                </a:moveTo>
                <a:cubicBezTo>
                  <a:pt x="2560035" y="8408989"/>
                  <a:pt x="2609239" y="8370646"/>
                  <a:pt x="2637989" y="8405288"/>
                </a:cubicBezTo>
                <a:cubicBezTo>
                  <a:pt x="2644272" y="8412857"/>
                  <a:pt x="2648011" y="8428931"/>
                  <a:pt x="2646299" y="8441006"/>
                </a:cubicBezTo>
                <a:cubicBezTo>
                  <a:pt x="2642011" y="8471259"/>
                  <a:pt x="2596465" y="8477057"/>
                  <a:pt x="2581580" y="8449245"/>
                </a:cubicBezTo>
                <a:close/>
                <a:moveTo>
                  <a:pt x="4276825" y="8453558"/>
                </a:moveTo>
                <a:cubicBezTo>
                  <a:pt x="4261296" y="8434847"/>
                  <a:pt x="4271379" y="8410575"/>
                  <a:pt x="4294682" y="8410575"/>
                </a:cubicBezTo>
                <a:cubicBezTo>
                  <a:pt x="4316926" y="8410575"/>
                  <a:pt x="4324975" y="8428167"/>
                  <a:pt x="4313202" y="8451056"/>
                </a:cubicBezTo>
                <a:cubicBezTo>
                  <a:pt x="4302714" y="8471449"/>
                  <a:pt x="4292269" y="8472167"/>
                  <a:pt x="4276825" y="8453558"/>
                </a:cubicBezTo>
                <a:close/>
                <a:moveTo>
                  <a:pt x="1537411" y="8434387"/>
                </a:moveTo>
                <a:cubicBezTo>
                  <a:pt x="1522958" y="8412328"/>
                  <a:pt x="1522958" y="8408821"/>
                  <a:pt x="1537411" y="8386762"/>
                </a:cubicBezTo>
                <a:cubicBezTo>
                  <a:pt x="1563408" y="8347086"/>
                  <a:pt x="1619250" y="8362263"/>
                  <a:pt x="1619250" y="8409005"/>
                </a:cubicBezTo>
                <a:cubicBezTo>
                  <a:pt x="1619250" y="8460649"/>
                  <a:pt x="1565534" y="8477308"/>
                  <a:pt x="1537411" y="8434387"/>
                </a:cubicBezTo>
                <a:close/>
                <a:moveTo>
                  <a:pt x="3178174" y="8451850"/>
                </a:moveTo>
                <a:cubicBezTo>
                  <a:pt x="3164219" y="8437894"/>
                  <a:pt x="3172253" y="8410575"/>
                  <a:pt x="3190312" y="8410575"/>
                </a:cubicBezTo>
                <a:cubicBezTo>
                  <a:pt x="3212755" y="8410575"/>
                  <a:pt x="3221501" y="8422720"/>
                  <a:pt x="3213699" y="8443052"/>
                </a:cubicBezTo>
                <a:cubicBezTo>
                  <a:pt x="3207731" y="8458604"/>
                  <a:pt x="3189455" y="8463130"/>
                  <a:pt x="3178174" y="8451850"/>
                </a:cubicBezTo>
                <a:close/>
                <a:moveTo>
                  <a:pt x="859189" y="8420533"/>
                </a:moveTo>
                <a:cubicBezTo>
                  <a:pt x="872332" y="8399488"/>
                  <a:pt x="881585" y="8402111"/>
                  <a:pt x="873013" y="8424451"/>
                </a:cubicBezTo>
                <a:cubicBezTo>
                  <a:pt x="869910" y="8432535"/>
                  <a:pt x="862915" y="8439150"/>
                  <a:pt x="857468" y="8439150"/>
                </a:cubicBezTo>
                <a:cubicBezTo>
                  <a:pt x="851199" y="8439150"/>
                  <a:pt x="851831" y="8432316"/>
                  <a:pt x="859189" y="8420533"/>
                </a:cubicBezTo>
                <a:close/>
                <a:moveTo>
                  <a:pt x="1250973" y="8424222"/>
                </a:moveTo>
                <a:cubicBezTo>
                  <a:pt x="1247823" y="8416011"/>
                  <a:pt x="1249919" y="8404620"/>
                  <a:pt x="1255631" y="8398908"/>
                </a:cubicBezTo>
                <a:cubicBezTo>
                  <a:pt x="1269384" y="8385155"/>
                  <a:pt x="1296315" y="8406631"/>
                  <a:pt x="1289052" y="8425558"/>
                </a:cubicBezTo>
                <a:cubicBezTo>
                  <a:pt x="1282084" y="8443716"/>
                  <a:pt x="1258131" y="8442875"/>
                  <a:pt x="1250973" y="8424222"/>
                </a:cubicBezTo>
                <a:close/>
                <a:moveTo>
                  <a:pt x="1391990" y="8426478"/>
                </a:moveTo>
                <a:cubicBezTo>
                  <a:pt x="1375806" y="8406976"/>
                  <a:pt x="1389084" y="8380423"/>
                  <a:pt x="1413293" y="8383877"/>
                </a:cubicBezTo>
                <a:cubicBezTo>
                  <a:pt x="1427707" y="8385934"/>
                  <a:pt x="1433512" y="8393562"/>
                  <a:pt x="1433512" y="8410444"/>
                </a:cubicBezTo>
                <a:cubicBezTo>
                  <a:pt x="1433512" y="8437617"/>
                  <a:pt x="1409068" y="8447056"/>
                  <a:pt x="1391990" y="8426478"/>
                </a:cubicBezTo>
                <a:close/>
                <a:moveTo>
                  <a:pt x="1933677" y="8424986"/>
                </a:moveTo>
                <a:cubicBezTo>
                  <a:pt x="1919096" y="8407416"/>
                  <a:pt x="1928181" y="8367057"/>
                  <a:pt x="1948470" y="8359272"/>
                </a:cubicBezTo>
                <a:cubicBezTo>
                  <a:pt x="1971237" y="8350535"/>
                  <a:pt x="2000250" y="8370396"/>
                  <a:pt x="2000250" y="8394717"/>
                </a:cubicBezTo>
                <a:cubicBezTo>
                  <a:pt x="2000250" y="8435072"/>
                  <a:pt x="1957993" y="8454285"/>
                  <a:pt x="1933677" y="8424986"/>
                </a:cubicBezTo>
                <a:close/>
                <a:moveTo>
                  <a:pt x="4407179" y="8426291"/>
                </a:moveTo>
                <a:cubicBezTo>
                  <a:pt x="4399231" y="8405580"/>
                  <a:pt x="4423295" y="8377725"/>
                  <a:pt x="4442703" y="8385172"/>
                </a:cubicBezTo>
                <a:cubicBezTo>
                  <a:pt x="4466060" y="8394135"/>
                  <a:pt x="4458498" y="8433594"/>
                  <a:pt x="4432718" y="8437272"/>
                </a:cubicBezTo>
                <a:cubicBezTo>
                  <a:pt x="4421598" y="8438859"/>
                  <a:pt x="4410105" y="8433917"/>
                  <a:pt x="4407179" y="8426291"/>
                </a:cubicBezTo>
                <a:close/>
                <a:moveTo>
                  <a:pt x="3821906" y="8413140"/>
                </a:moveTo>
                <a:cubicBezTo>
                  <a:pt x="3805851" y="8407540"/>
                  <a:pt x="3806739" y="8375764"/>
                  <a:pt x="3823126" y="8369475"/>
                </a:cubicBezTo>
                <a:cubicBezTo>
                  <a:pt x="3837803" y="8363843"/>
                  <a:pt x="3857625" y="8379757"/>
                  <a:pt x="3857625" y="8397173"/>
                </a:cubicBezTo>
                <a:cubicBezTo>
                  <a:pt x="3857625" y="8410583"/>
                  <a:pt x="3838756" y="8419018"/>
                  <a:pt x="3821906" y="8413140"/>
                </a:cubicBezTo>
                <a:close/>
                <a:moveTo>
                  <a:pt x="1753940" y="8397903"/>
                </a:moveTo>
                <a:cubicBezTo>
                  <a:pt x="1737756" y="8378401"/>
                  <a:pt x="1751034" y="8351848"/>
                  <a:pt x="1775243" y="8355302"/>
                </a:cubicBezTo>
                <a:cubicBezTo>
                  <a:pt x="1789657" y="8357359"/>
                  <a:pt x="1795462" y="8364987"/>
                  <a:pt x="1795462" y="8381869"/>
                </a:cubicBezTo>
                <a:cubicBezTo>
                  <a:pt x="1795462" y="8409042"/>
                  <a:pt x="1771018" y="8418481"/>
                  <a:pt x="1753940" y="8397903"/>
                </a:cubicBezTo>
                <a:close/>
                <a:moveTo>
                  <a:pt x="1013955" y="8368351"/>
                </a:moveTo>
                <a:cubicBezTo>
                  <a:pt x="996675" y="8341979"/>
                  <a:pt x="1008514" y="8305800"/>
                  <a:pt x="1034423" y="8305800"/>
                </a:cubicBezTo>
                <a:cubicBezTo>
                  <a:pt x="1079511" y="8305800"/>
                  <a:pt x="1100637" y="8346801"/>
                  <a:pt x="1070882" y="8376557"/>
                </a:cubicBezTo>
                <a:cubicBezTo>
                  <a:pt x="1049673" y="8397765"/>
                  <a:pt x="1031512" y="8395147"/>
                  <a:pt x="1013955" y="8368351"/>
                </a:cubicBezTo>
                <a:close/>
                <a:moveTo>
                  <a:pt x="3655218" y="8380976"/>
                </a:moveTo>
                <a:cubicBezTo>
                  <a:pt x="3634005" y="8368952"/>
                  <a:pt x="3632723" y="8316962"/>
                  <a:pt x="3653444" y="8309011"/>
                </a:cubicBezTo>
                <a:cubicBezTo>
                  <a:pt x="3678621" y="8299350"/>
                  <a:pt x="3716448" y="8322380"/>
                  <a:pt x="3713019" y="8345281"/>
                </a:cubicBezTo>
                <a:cubicBezTo>
                  <a:pt x="3708824" y="8373298"/>
                  <a:pt x="3676687" y="8393144"/>
                  <a:pt x="3655218" y="8380976"/>
                </a:cubicBezTo>
                <a:close/>
                <a:moveTo>
                  <a:pt x="3954780" y="8370570"/>
                </a:moveTo>
                <a:cubicBezTo>
                  <a:pt x="3938989" y="8354779"/>
                  <a:pt x="3940457" y="8320057"/>
                  <a:pt x="3957513" y="8305902"/>
                </a:cubicBezTo>
                <a:cubicBezTo>
                  <a:pt x="3976595" y="8290066"/>
                  <a:pt x="4016836" y="8301295"/>
                  <a:pt x="4024205" y="8324512"/>
                </a:cubicBezTo>
                <a:cubicBezTo>
                  <a:pt x="4037633" y="8366819"/>
                  <a:pt x="3985569" y="8401359"/>
                  <a:pt x="3954780" y="8370570"/>
                </a:cubicBezTo>
                <a:close/>
                <a:moveTo>
                  <a:pt x="2909737" y="8356677"/>
                </a:moveTo>
                <a:cubicBezTo>
                  <a:pt x="2892468" y="8339407"/>
                  <a:pt x="2894798" y="8325673"/>
                  <a:pt x="2917419" y="8311404"/>
                </a:cubicBezTo>
                <a:cubicBezTo>
                  <a:pt x="2937503" y="8298735"/>
                  <a:pt x="2965821" y="8323575"/>
                  <a:pt x="2957126" y="8346234"/>
                </a:cubicBezTo>
                <a:cubicBezTo>
                  <a:pt x="2948438" y="8368874"/>
                  <a:pt x="2926721" y="8373660"/>
                  <a:pt x="2909737" y="8356677"/>
                </a:cubicBezTo>
                <a:close/>
                <a:moveTo>
                  <a:pt x="3266430" y="8352220"/>
                </a:moveTo>
                <a:cubicBezTo>
                  <a:pt x="3251127" y="8323627"/>
                  <a:pt x="3269080" y="8286750"/>
                  <a:pt x="3298303" y="8286750"/>
                </a:cubicBezTo>
                <a:cubicBezTo>
                  <a:pt x="3325787" y="8286750"/>
                  <a:pt x="3343275" y="8303417"/>
                  <a:pt x="3343275" y="8329612"/>
                </a:cubicBezTo>
                <a:cubicBezTo>
                  <a:pt x="3343275" y="8372777"/>
                  <a:pt x="3286388" y="8389513"/>
                  <a:pt x="3266430" y="8352220"/>
                </a:cubicBezTo>
                <a:close/>
                <a:moveTo>
                  <a:pt x="4191213" y="8358444"/>
                </a:moveTo>
                <a:cubicBezTo>
                  <a:pt x="4173051" y="8336561"/>
                  <a:pt x="4183350" y="8310562"/>
                  <a:pt x="4210180" y="8310562"/>
                </a:cubicBezTo>
                <a:cubicBezTo>
                  <a:pt x="4227268" y="8310562"/>
                  <a:pt x="4234686" y="8316350"/>
                  <a:pt x="4236821" y="8331349"/>
                </a:cubicBezTo>
                <a:cubicBezTo>
                  <a:pt x="4240713" y="8358686"/>
                  <a:pt x="4207694" y="8378302"/>
                  <a:pt x="4191213" y="8358444"/>
                </a:cubicBezTo>
                <a:close/>
                <a:moveTo>
                  <a:pt x="2113905" y="8342695"/>
                </a:moveTo>
                <a:cubicBezTo>
                  <a:pt x="2097009" y="8311124"/>
                  <a:pt x="2117061" y="8275117"/>
                  <a:pt x="2149388" y="8278981"/>
                </a:cubicBezTo>
                <a:cubicBezTo>
                  <a:pt x="2183914" y="8283107"/>
                  <a:pt x="2197577" y="8307051"/>
                  <a:pt x="2183295" y="8338397"/>
                </a:cubicBezTo>
                <a:cubicBezTo>
                  <a:pt x="2169122" y="8369503"/>
                  <a:pt x="2129563" y="8371953"/>
                  <a:pt x="2113905" y="8342695"/>
                </a:cubicBezTo>
                <a:close/>
                <a:moveTo>
                  <a:pt x="2327757" y="8349218"/>
                </a:moveTo>
                <a:cubicBezTo>
                  <a:pt x="2324859" y="8341666"/>
                  <a:pt x="2323981" y="8327736"/>
                  <a:pt x="2325806" y="8318262"/>
                </a:cubicBezTo>
                <a:cubicBezTo>
                  <a:pt x="2330316" y="8294840"/>
                  <a:pt x="2375017" y="8294758"/>
                  <a:pt x="2379524" y="8318163"/>
                </a:cubicBezTo>
                <a:cubicBezTo>
                  <a:pt x="2386076" y="8352183"/>
                  <a:pt x="2339595" y="8380067"/>
                  <a:pt x="2327757" y="8349218"/>
                </a:cubicBezTo>
                <a:close/>
                <a:moveTo>
                  <a:pt x="2695675" y="8348783"/>
                </a:moveTo>
                <a:cubicBezTo>
                  <a:pt x="2680208" y="8330147"/>
                  <a:pt x="2690195" y="8305800"/>
                  <a:pt x="2713306" y="8305800"/>
                </a:cubicBezTo>
                <a:cubicBezTo>
                  <a:pt x="2735835" y="8305800"/>
                  <a:pt x="2747402" y="8332121"/>
                  <a:pt x="2732673" y="8349869"/>
                </a:cubicBezTo>
                <a:cubicBezTo>
                  <a:pt x="2718771" y="8366620"/>
                  <a:pt x="2710271" y="8366370"/>
                  <a:pt x="2695675" y="8348783"/>
                </a:cubicBezTo>
                <a:close/>
                <a:moveTo>
                  <a:pt x="2497931" y="8337201"/>
                </a:moveTo>
                <a:cubicBezTo>
                  <a:pt x="2483249" y="8331758"/>
                  <a:pt x="2482234" y="8299742"/>
                  <a:pt x="2496464" y="8290947"/>
                </a:cubicBezTo>
                <a:cubicBezTo>
                  <a:pt x="2515564" y="8279142"/>
                  <a:pt x="2540209" y="8312990"/>
                  <a:pt x="2523784" y="8328470"/>
                </a:cubicBezTo>
                <a:cubicBezTo>
                  <a:pt x="2516113" y="8335700"/>
                  <a:pt x="2504479" y="8339629"/>
                  <a:pt x="2497931" y="8337201"/>
                </a:cubicBezTo>
                <a:close/>
                <a:moveTo>
                  <a:pt x="3481989" y="8326747"/>
                </a:moveTo>
                <a:cubicBezTo>
                  <a:pt x="3468651" y="8284723"/>
                  <a:pt x="3507158" y="8259440"/>
                  <a:pt x="3534437" y="8292310"/>
                </a:cubicBezTo>
                <a:cubicBezTo>
                  <a:pt x="3543486" y="8303214"/>
                  <a:pt x="3544200" y="8311796"/>
                  <a:pt x="3537012" y="8323267"/>
                </a:cubicBezTo>
                <a:cubicBezTo>
                  <a:pt x="3522365" y="8346639"/>
                  <a:pt x="3488973" y="8348751"/>
                  <a:pt x="3481989" y="8326747"/>
                </a:cubicBezTo>
                <a:close/>
                <a:moveTo>
                  <a:pt x="3082017" y="8309882"/>
                </a:moveTo>
                <a:cubicBezTo>
                  <a:pt x="3049654" y="8277518"/>
                  <a:pt x="3075091" y="8231906"/>
                  <a:pt x="3119313" y="8243005"/>
                </a:cubicBezTo>
                <a:cubicBezTo>
                  <a:pt x="3137700" y="8247620"/>
                  <a:pt x="3143250" y="8255154"/>
                  <a:pt x="3143250" y="8275501"/>
                </a:cubicBezTo>
                <a:cubicBezTo>
                  <a:pt x="3143250" y="8320691"/>
                  <a:pt x="3110958" y="8338822"/>
                  <a:pt x="3082017" y="8309882"/>
                </a:cubicBezTo>
                <a:close/>
                <a:moveTo>
                  <a:pt x="1276852" y="8301642"/>
                </a:moveTo>
                <a:cubicBezTo>
                  <a:pt x="1270007" y="8293395"/>
                  <a:pt x="1267207" y="8276999"/>
                  <a:pt x="1270441" y="8264111"/>
                </a:cubicBezTo>
                <a:cubicBezTo>
                  <a:pt x="1283175" y="8213376"/>
                  <a:pt x="1346283" y="8227759"/>
                  <a:pt x="1341200" y="8280239"/>
                </a:cubicBezTo>
                <a:cubicBezTo>
                  <a:pt x="1337829" y="8315029"/>
                  <a:pt x="1298750" y="8328028"/>
                  <a:pt x="1276852" y="8301642"/>
                </a:cubicBezTo>
                <a:close/>
                <a:moveTo>
                  <a:pt x="1466950" y="8301158"/>
                </a:moveTo>
                <a:cubicBezTo>
                  <a:pt x="1451421" y="8282447"/>
                  <a:pt x="1461504" y="8258175"/>
                  <a:pt x="1484807" y="8258175"/>
                </a:cubicBezTo>
                <a:cubicBezTo>
                  <a:pt x="1507051" y="8258175"/>
                  <a:pt x="1515100" y="8275767"/>
                  <a:pt x="1503327" y="8298656"/>
                </a:cubicBezTo>
                <a:cubicBezTo>
                  <a:pt x="1492839" y="8319049"/>
                  <a:pt x="1482394" y="8319767"/>
                  <a:pt x="1466950" y="8301158"/>
                </a:cubicBezTo>
                <a:close/>
                <a:moveTo>
                  <a:pt x="4473575" y="8308974"/>
                </a:moveTo>
                <a:cubicBezTo>
                  <a:pt x="4464895" y="8300295"/>
                  <a:pt x="4465522" y="8267700"/>
                  <a:pt x="4474368" y="8267700"/>
                </a:cubicBezTo>
                <a:cubicBezTo>
                  <a:pt x="4478297" y="8267700"/>
                  <a:pt x="4481512" y="8278415"/>
                  <a:pt x="4481512" y="8291512"/>
                </a:cubicBezTo>
                <a:cubicBezTo>
                  <a:pt x="4481512" y="8304609"/>
                  <a:pt x="4481155" y="8315325"/>
                  <a:pt x="4480718" y="8315325"/>
                </a:cubicBezTo>
                <a:cubicBezTo>
                  <a:pt x="4480282" y="8315325"/>
                  <a:pt x="4477067" y="8312467"/>
                  <a:pt x="4473575" y="8308974"/>
                </a:cubicBezTo>
                <a:close/>
                <a:moveTo>
                  <a:pt x="1640324" y="8294489"/>
                </a:moveTo>
                <a:cubicBezTo>
                  <a:pt x="1624695" y="8278860"/>
                  <a:pt x="1625801" y="8262975"/>
                  <a:pt x="1643540" y="8248253"/>
                </a:cubicBezTo>
                <a:cubicBezTo>
                  <a:pt x="1664661" y="8230724"/>
                  <a:pt x="1695201" y="8260389"/>
                  <a:pt x="1680320" y="8283980"/>
                </a:cubicBezTo>
                <a:cubicBezTo>
                  <a:pt x="1666942" y="8305189"/>
                  <a:pt x="1654336" y="8308501"/>
                  <a:pt x="1640324" y="8294489"/>
                </a:cubicBezTo>
                <a:close/>
                <a:moveTo>
                  <a:pt x="1182571" y="8282581"/>
                </a:moveTo>
                <a:cubicBezTo>
                  <a:pt x="1184381" y="8273843"/>
                  <a:pt x="1190148" y="8266920"/>
                  <a:pt x="1195387" y="8267196"/>
                </a:cubicBezTo>
                <a:cubicBezTo>
                  <a:pt x="1209525" y="8267943"/>
                  <a:pt x="1206928" y="8289253"/>
                  <a:pt x="1192096" y="8294196"/>
                </a:cubicBezTo>
                <a:cubicBezTo>
                  <a:pt x="1184084" y="8296867"/>
                  <a:pt x="1180514" y="8292513"/>
                  <a:pt x="1182571" y="8282581"/>
                </a:cubicBezTo>
                <a:close/>
                <a:moveTo>
                  <a:pt x="1914625" y="8272583"/>
                </a:moveTo>
                <a:cubicBezTo>
                  <a:pt x="1899096" y="8253872"/>
                  <a:pt x="1909179" y="8229600"/>
                  <a:pt x="1932482" y="8229600"/>
                </a:cubicBezTo>
                <a:cubicBezTo>
                  <a:pt x="1954726" y="8229600"/>
                  <a:pt x="1962775" y="8247192"/>
                  <a:pt x="1951002" y="8270081"/>
                </a:cubicBezTo>
                <a:cubicBezTo>
                  <a:pt x="1940514" y="8290474"/>
                  <a:pt x="1930069" y="8291192"/>
                  <a:pt x="1914625" y="8272583"/>
                </a:cubicBezTo>
                <a:close/>
                <a:moveTo>
                  <a:pt x="4312443" y="8276656"/>
                </a:moveTo>
                <a:cubicBezTo>
                  <a:pt x="4291721" y="8264344"/>
                  <a:pt x="4290801" y="8226408"/>
                  <a:pt x="4310742" y="8206467"/>
                </a:cubicBezTo>
                <a:cubicBezTo>
                  <a:pt x="4329967" y="8187243"/>
                  <a:pt x="4336503" y="8187624"/>
                  <a:pt x="4363584" y="8209553"/>
                </a:cubicBezTo>
                <a:cubicBezTo>
                  <a:pt x="4406749" y="8244506"/>
                  <a:pt x="4360491" y="8305203"/>
                  <a:pt x="4312443" y="8276656"/>
                </a:cubicBezTo>
                <a:close/>
                <a:moveTo>
                  <a:pt x="2784968" y="8263520"/>
                </a:moveTo>
                <a:cubicBezTo>
                  <a:pt x="2777435" y="8243889"/>
                  <a:pt x="2797704" y="8219657"/>
                  <a:pt x="2815837" y="8226615"/>
                </a:cubicBezTo>
                <a:cubicBezTo>
                  <a:pt x="2834843" y="8233909"/>
                  <a:pt x="2828405" y="8271459"/>
                  <a:pt x="2807464" y="8275450"/>
                </a:cubicBezTo>
                <a:cubicBezTo>
                  <a:pt x="2798281" y="8277200"/>
                  <a:pt x="2788157" y="8271832"/>
                  <a:pt x="2784968" y="8263520"/>
                </a:cubicBezTo>
                <a:close/>
                <a:moveTo>
                  <a:pt x="4105275" y="8258175"/>
                </a:moveTo>
                <a:cubicBezTo>
                  <a:pt x="4105275" y="8245898"/>
                  <a:pt x="4110098" y="8239145"/>
                  <a:pt x="4117181" y="8241506"/>
                </a:cubicBezTo>
                <a:cubicBezTo>
                  <a:pt x="4123729" y="8243689"/>
                  <a:pt x="4129087" y="8251190"/>
                  <a:pt x="4129087" y="8258175"/>
                </a:cubicBezTo>
                <a:cubicBezTo>
                  <a:pt x="4129087" y="8265160"/>
                  <a:pt x="4123729" y="8272660"/>
                  <a:pt x="4117181" y="8274843"/>
                </a:cubicBezTo>
                <a:cubicBezTo>
                  <a:pt x="4110098" y="8277204"/>
                  <a:pt x="4105275" y="8270451"/>
                  <a:pt x="4105275" y="8258175"/>
                </a:cubicBezTo>
                <a:close/>
                <a:moveTo>
                  <a:pt x="3794569" y="8253868"/>
                </a:moveTo>
                <a:cubicBezTo>
                  <a:pt x="3787301" y="8234927"/>
                  <a:pt x="3798068" y="8220075"/>
                  <a:pt x="3819068" y="8220075"/>
                </a:cubicBezTo>
                <a:cubicBezTo>
                  <a:pt x="3837792" y="8220075"/>
                  <a:pt x="3847896" y="8236425"/>
                  <a:pt x="3841140" y="8255793"/>
                </a:cubicBezTo>
                <a:cubicBezTo>
                  <a:pt x="3835411" y="8272219"/>
                  <a:pt x="3801066" y="8270799"/>
                  <a:pt x="3794569" y="8253868"/>
                </a:cubicBezTo>
                <a:close/>
                <a:moveTo>
                  <a:pt x="2569832" y="8214908"/>
                </a:moveTo>
                <a:cubicBezTo>
                  <a:pt x="2553560" y="8179195"/>
                  <a:pt x="2588020" y="8144735"/>
                  <a:pt x="2623733" y="8161007"/>
                </a:cubicBezTo>
                <a:cubicBezTo>
                  <a:pt x="2650221" y="8173076"/>
                  <a:pt x="2654397" y="8196496"/>
                  <a:pt x="2634690" y="8222456"/>
                </a:cubicBezTo>
                <a:cubicBezTo>
                  <a:pt x="2615882" y="8247232"/>
                  <a:pt x="2582806" y="8243383"/>
                  <a:pt x="2569832" y="8214908"/>
                </a:cubicBezTo>
                <a:close/>
                <a:moveTo>
                  <a:pt x="1769268" y="8219312"/>
                </a:moveTo>
                <a:cubicBezTo>
                  <a:pt x="1748434" y="8207176"/>
                  <a:pt x="1747310" y="8160122"/>
                  <a:pt x="1767456" y="8143402"/>
                </a:cubicBezTo>
                <a:cubicBezTo>
                  <a:pt x="1790553" y="8124233"/>
                  <a:pt x="1832848" y="8142870"/>
                  <a:pt x="1836460" y="8173809"/>
                </a:cubicBezTo>
                <a:cubicBezTo>
                  <a:pt x="1841365" y="8215811"/>
                  <a:pt x="1805249" y="8240268"/>
                  <a:pt x="1769268" y="8219312"/>
                </a:cubicBezTo>
                <a:close/>
                <a:moveTo>
                  <a:pt x="2245054" y="8223579"/>
                </a:moveTo>
                <a:cubicBezTo>
                  <a:pt x="2233795" y="8212320"/>
                  <a:pt x="2237634" y="8184297"/>
                  <a:pt x="2251145" y="8179112"/>
                </a:cubicBezTo>
                <a:cubicBezTo>
                  <a:pt x="2270343" y="8171745"/>
                  <a:pt x="2288320" y="8186702"/>
                  <a:pt x="2284446" y="8206819"/>
                </a:cubicBezTo>
                <a:cubicBezTo>
                  <a:pt x="2280913" y="8225165"/>
                  <a:pt x="2256870" y="8235395"/>
                  <a:pt x="2245054" y="8223579"/>
                </a:cubicBezTo>
                <a:close/>
                <a:moveTo>
                  <a:pt x="3397651" y="8223651"/>
                </a:moveTo>
                <a:cubicBezTo>
                  <a:pt x="3386172" y="8212172"/>
                  <a:pt x="3390186" y="8184899"/>
                  <a:pt x="3405187" y="8172450"/>
                </a:cubicBezTo>
                <a:cubicBezTo>
                  <a:pt x="3424289" y="8156596"/>
                  <a:pt x="3450108" y="8177094"/>
                  <a:pt x="3446128" y="8204954"/>
                </a:cubicBezTo>
                <a:cubicBezTo>
                  <a:pt x="3443311" y="8224668"/>
                  <a:pt x="3411094" y="8237094"/>
                  <a:pt x="3397651" y="8223651"/>
                </a:cubicBezTo>
                <a:close/>
                <a:moveTo>
                  <a:pt x="1100817" y="8195582"/>
                </a:moveTo>
                <a:cubicBezTo>
                  <a:pt x="1074442" y="8169207"/>
                  <a:pt x="1085409" y="8124825"/>
                  <a:pt x="1118301" y="8124825"/>
                </a:cubicBezTo>
                <a:cubicBezTo>
                  <a:pt x="1143381" y="8124825"/>
                  <a:pt x="1162050" y="8141605"/>
                  <a:pt x="1162050" y="8164149"/>
                </a:cubicBezTo>
                <a:cubicBezTo>
                  <a:pt x="1162050" y="8181333"/>
                  <a:pt x="1138060" y="8210550"/>
                  <a:pt x="1123950" y="8210550"/>
                </a:cubicBezTo>
                <a:cubicBezTo>
                  <a:pt x="1119459" y="8210550"/>
                  <a:pt x="1109050" y="8203814"/>
                  <a:pt x="1100817" y="8195582"/>
                </a:cubicBezTo>
                <a:close/>
                <a:moveTo>
                  <a:pt x="2067304" y="8187195"/>
                </a:moveTo>
                <a:cubicBezTo>
                  <a:pt x="2049043" y="8165192"/>
                  <a:pt x="2059170" y="8139112"/>
                  <a:pt x="2085975" y="8139112"/>
                </a:cubicBezTo>
                <a:cubicBezTo>
                  <a:pt x="2101071" y="8139112"/>
                  <a:pt x="2110710" y="8145260"/>
                  <a:pt x="2112824" y="8156238"/>
                </a:cubicBezTo>
                <a:cubicBezTo>
                  <a:pt x="2116122" y="8173364"/>
                  <a:pt x="2099539" y="8201025"/>
                  <a:pt x="2085975" y="8201025"/>
                </a:cubicBezTo>
                <a:cubicBezTo>
                  <a:pt x="2082019" y="8201025"/>
                  <a:pt x="2073617" y="8194801"/>
                  <a:pt x="2067304" y="8187195"/>
                </a:cubicBezTo>
                <a:close/>
                <a:moveTo>
                  <a:pt x="3927744" y="8186737"/>
                </a:moveTo>
                <a:cubicBezTo>
                  <a:pt x="3919318" y="8164780"/>
                  <a:pt x="3931853" y="8142104"/>
                  <a:pt x="3950464" y="8145633"/>
                </a:cubicBezTo>
                <a:cubicBezTo>
                  <a:pt x="3976530" y="8150576"/>
                  <a:pt x="3979029" y="8201025"/>
                  <a:pt x="3953208" y="8201025"/>
                </a:cubicBezTo>
                <a:cubicBezTo>
                  <a:pt x="3942218" y="8201025"/>
                  <a:pt x="3930759" y="8194595"/>
                  <a:pt x="3927744" y="8186737"/>
                </a:cubicBezTo>
                <a:close/>
                <a:moveTo>
                  <a:pt x="2997199" y="8185149"/>
                </a:moveTo>
                <a:cubicBezTo>
                  <a:pt x="2987199" y="8175149"/>
                  <a:pt x="2989786" y="8145656"/>
                  <a:pt x="3001289" y="8138547"/>
                </a:cubicBezTo>
                <a:cubicBezTo>
                  <a:pt x="3019872" y="8127062"/>
                  <a:pt x="3043679" y="8159464"/>
                  <a:pt x="3029346" y="8176734"/>
                </a:cubicBezTo>
                <a:cubicBezTo>
                  <a:pt x="3016067" y="8192734"/>
                  <a:pt x="3007125" y="8195075"/>
                  <a:pt x="2997199" y="8185149"/>
                </a:cubicBezTo>
                <a:close/>
                <a:moveTo>
                  <a:pt x="3233550" y="8181672"/>
                </a:moveTo>
                <a:cubicBezTo>
                  <a:pt x="3229851" y="8175687"/>
                  <a:pt x="3231306" y="8166308"/>
                  <a:pt x="3236784" y="8160830"/>
                </a:cubicBezTo>
                <a:cubicBezTo>
                  <a:pt x="3249585" y="8148029"/>
                  <a:pt x="3279429" y="8159195"/>
                  <a:pt x="3274221" y="8174836"/>
                </a:cubicBezTo>
                <a:cubicBezTo>
                  <a:pt x="3268919" y="8190759"/>
                  <a:pt x="3241966" y="8195289"/>
                  <a:pt x="3233550" y="8181672"/>
                </a:cubicBezTo>
                <a:close/>
                <a:moveTo>
                  <a:pt x="3621405" y="8180070"/>
                </a:moveTo>
                <a:cubicBezTo>
                  <a:pt x="3601472" y="8160137"/>
                  <a:pt x="3607821" y="8117150"/>
                  <a:pt x="3633148" y="8100555"/>
                </a:cubicBezTo>
                <a:cubicBezTo>
                  <a:pt x="3662068" y="8081606"/>
                  <a:pt x="3692600" y="8094873"/>
                  <a:pt x="3701478" y="8130246"/>
                </a:cubicBezTo>
                <a:cubicBezTo>
                  <a:pt x="3712544" y="8174335"/>
                  <a:pt x="3652827" y="8211492"/>
                  <a:pt x="3621405" y="8180070"/>
                </a:cubicBezTo>
                <a:close/>
                <a:moveTo>
                  <a:pt x="1367699" y="8166500"/>
                </a:moveTo>
                <a:cubicBezTo>
                  <a:pt x="1359620" y="8145446"/>
                  <a:pt x="1384082" y="8120266"/>
                  <a:pt x="1404866" y="8128242"/>
                </a:cubicBezTo>
                <a:cubicBezTo>
                  <a:pt x="1414535" y="8131952"/>
                  <a:pt x="1419390" y="8142509"/>
                  <a:pt x="1417511" y="8155738"/>
                </a:cubicBezTo>
                <a:cubicBezTo>
                  <a:pt x="1413713" y="8182485"/>
                  <a:pt x="1376887" y="8190441"/>
                  <a:pt x="1367699" y="8166500"/>
                </a:cubicBezTo>
                <a:close/>
                <a:moveTo>
                  <a:pt x="1548492" y="8157482"/>
                </a:moveTo>
                <a:cubicBezTo>
                  <a:pt x="1530041" y="8139030"/>
                  <a:pt x="1529593" y="8124317"/>
                  <a:pt x="1546769" y="8100828"/>
                </a:cubicBezTo>
                <a:cubicBezTo>
                  <a:pt x="1565031" y="8075853"/>
                  <a:pt x="1609725" y="8094772"/>
                  <a:pt x="1609725" y="8127478"/>
                </a:cubicBezTo>
                <a:cubicBezTo>
                  <a:pt x="1609725" y="8168610"/>
                  <a:pt x="1576098" y="8185087"/>
                  <a:pt x="1548492" y="8157482"/>
                </a:cubicBezTo>
                <a:close/>
                <a:moveTo>
                  <a:pt x="2383695" y="8160543"/>
                </a:moveTo>
                <a:cubicBezTo>
                  <a:pt x="2357076" y="8126872"/>
                  <a:pt x="2367844" y="8086725"/>
                  <a:pt x="2403492" y="8086725"/>
                </a:cubicBezTo>
                <a:cubicBezTo>
                  <a:pt x="2430476" y="8086725"/>
                  <a:pt x="2447925" y="8103556"/>
                  <a:pt x="2447925" y="8129587"/>
                </a:cubicBezTo>
                <a:cubicBezTo>
                  <a:pt x="2447925" y="8166701"/>
                  <a:pt x="2404940" y="8187418"/>
                  <a:pt x="2383695" y="8160543"/>
                </a:cubicBezTo>
                <a:close/>
                <a:moveTo>
                  <a:pt x="4483893" y="8166954"/>
                </a:moveTo>
                <a:cubicBezTo>
                  <a:pt x="4479964" y="8162992"/>
                  <a:pt x="4476750" y="8151034"/>
                  <a:pt x="4476750" y="8140382"/>
                </a:cubicBezTo>
                <a:cubicBezTo>
                  <a:pt x="4476750" y="8126363"/>
                  <a:pt x="4479627" y="8123892"/>
                  <a:pt x="4487168" y="8131433"/>
                </a:cubicBezTo>
                <a:cubicBezTo>
                  <a:pt x="4492898" y="8137163"/>
                  <a:pt x="4496112" y="8149120"/>
                  <a:pt x="4494312" y="8158005"/>
                </a:cubicBezTo>
                <a:cubicBezTo>
                  <a:pt x="4492511" y="8166889"/>
                  <a:pt x="4487822" y="8170916"/>
                  <a:pt x="4483893" y="8166954"/>
                </a:cubicBezTo>
                <a:close/>
                <a:moveTo>
                  <a:pt x="4082142" y="8147957"/>
                </a:moveTo>
                <a:cubicBezTo>
                  <a:pt x="4064378" y="8130192"/>
                  <a:pt x="4062576" y="8095133"/>
                  <a:pt x="4078605" y="8079105"/>
                </a:cubicBezTo>
                <a:cubicBezTo>
                  <a:pt x="4098789" y="8058920"/>
                  <a:pt x="4141538" y="8065542"/>
                  <a:pt x="4158538" y="8091487"/>
                </a:cubicBezTo>
                <a:cubicBezTo>
                  <a:pt x="4189763" y="8139143"/>
                  <a:pt x="4122815" y="8188630"/>
                  <a:pt x="4082142" y="8147957"/>
                </a:cubicBezTo>
                <a:close/>
                <a:moveTo>
                  <a:pt x="2809120" y="8128678"/>
                </a:moveTo>
                <a:cubicBezTo>
                  <a:pt x="2798616" y="8116021"/>
                  <a:pt x="2798819" y="8109384"/>
                  <a:pt x="2810335" y="8088961"/>
                </a:cubicBezTo>
                <a:cubicBezTo>
                  <a:pt x="2828604" y="8056562"/>
                  <a:pt x="2840515" y="8053818"/>
                  <a:pt x="2867621" y="8075767"/>
                </a:cubicBezTo>
                <a:cubicBezTo>
                  <a:pt x="2887551" y="8091905"/>
                  <a:pt x="2888840" y="8096890"/>
                  <a:pt x="2878792" y="8118943"/>
                </a:cubicBezTo>
                <a:cubicBezTo>
                  <a:pt x="2865680" y="8147721"/>
                  <a:pt x="2829159" y="8152824"/>
                  <a:pt x="2809120" y="8128678"/>
                </a:cubicBezTo>
                <a:close/>
                <a:moveTo>
                  <a:pt x="1244600" y="8108949"/>
                </a:moveTo>
                <a:cubicBezTo>
                  <a:pt x="1233694" y="8098044"/>
                  <a:pt x="1237661" y="8059942"/>
                  <a:pt x="1250156" y="8055584"/>
                </a:cubicBezTo>
                <a:cubicBezTo>
                  <a:pt x="1282937" y="8044149"/>
                  <a:pt x="1303208" y="8097085"/>
                  <a:pt x="1270808" y="8109518"/>
                </a:cubicBezTo>
                <a:cubicBezTo>
                  <a:pt x="1252152" y="8116677"/>
                  <a:pt x="1252331" y="8116681"/>
                  <a:pt x="1244600" y="8108949"/>
                </a:cubicBezTo>
                <a:close/>
                <a:moveTo>
                  <a:pt x="3308889" y="8101716"/>
                </a:moveTo>
                <a:cubicBezTo>
                  <a:pt x="3300223" y="8079133"/>
                  <a:pt x="3312485" y="8056326"/>
                  <a:pt x="3331339" y="8059957"/>
                </a:cubicBezTo>
                <a:cubicBezTo>
                  <a:pt x="3341884" y="8061988"/>
                  <a:pt x="3348037" y="8071852"/>
                  <a:pt x="3348037" y="8086725"/>
                </a:cubicBezTo>
                <a:cubicBezTo>
                  <a:pt x="3348037" y="8113877"/>
                  <a:pt x="3317973" y="8125389"/>
                  <a:pt x="3308889" y="8101716"/>
                </a:cubicBezTo>
                <a:close/>
                <a:moveTo>
                  <a:pt x="1956282" y="8092043"/>
                </a:moveTo>
                <a:cubicBezTo>
                  <a:pt x="1946137" y="8065604"/>
                  <a:pt x="1956971" y="8043862"/>
                  <a:pt x="1980292" y="8043862"/>
                </a:cubicBezTo>
                <a:cubicBezTo>
                  <a:pt x="2010338" y="8043862"/>
                  <a:pt x="2027358" y="8070300"/>
                  <a:pt x="2010437" y="8090689"/>
                </a:cubicBezTo>
                <a:cubicBezTo>
                  <a:pt x="1994800" y="8109530"/>
                  <a:pt x="1963295" y="8110318"/>
                  <a:pt x="1956282" y="8092043"/>
                </a:cubicBezTo>
                <a:close/>
                <a:moveTo>
                  <a:pt x="3111499" y="8099424"/>
                </a:moveTo>
                <a:cubicBezTo>
                  <a:pt x="3100857" y="8088782"/>
                  <a:pt x="3104403" y="8061102"/>
                  <a:pt x="3117837" y="8049952"/>
                </a:cubicBezTo>
                <a:cubicBezTo>
                  <a:pt x="3137615" y="8033538"/>
                  <a:pt x="3166433" y="8058696"/>
                  <a:pt x="3158062" y="8085069"/>
                </a:cubicBezTo>
                <a:cubicBezTo>
                  <a:pt x="3151809" y="8104771"/>
                  <a:pt x="3125085" y="8113010"/>
                  <a:pt x="3111499" y="8099424"/>
                </a:cubicBezTo>
                <a:close/>
                <a:moveTo>
                  <a:pt x="4273473" y="8091991"/>
                </a:moveTo>
                <a:cubicBezTo>
                  <a:pt x="4264323" y="8068146"/>
                  <a:pt x="4277301" y="8047354"/>
                  <a:pt x="4299368" y="8050502"/>
                </a:cubicBezTo>
                <a:cubicBezTo>
                  <a:pt x="4313816" y="8052564"/>
                  <a:pt x="4319587" y="8060184"/>
                  <a:pt x="4319587" y="8077200"/>
                </a:cubicBezTo>
                <a:cubicBezTo>
                  <a:pt x="4319587" y="8104952"/>
                  <a:pt x="4282956" y="8116702"/>
                  <a:pt x="4273473" y="8091991"/>
                </a:cubicBezTo>
                <a:close/>
                <a:moveTo>
                  <a:pt x="2177142" y="8062232"/>
                </a:moveTo>
                <a:cubicBezTo>
                  <a:pt x="2139986" y="8025075"/>
                  <a:pt x="2183237" y="7957539"/>
                  <a:pt x="2228631" y="7981833"/>
                </a:cubicBezTo>
                <a:cubicBezTo>
                  <a:pt x="2260865" y="7999084"/>
                  <a:pt x="2270502" y="8027496"/>
                  <a:pt x="2253119" y="8054026"/>
                </a:cubicBezTo>
                <a:cubicBezTo>
                  <a:pt x="2235590" y="8080779"/>
                  <a:pt x="2199579" y="8084669"/>
                  <a:pt x="2177142" y="8062232"/>
                </a:cubicBezTo>
                <a:close/>
                <a:moveTo>
                  <a:pt x="2676625" y="8063033"/>
                </a:moveTo>
                <a:cubicBezTo>
                  <a:pt x="2662647" y="8046191"/>
                  <a:pt x="2670384" y="8020050"/>
                  <a:pt x="2689347" y="8020050"/>
                </a:cubicBezTo>
                <a:cubicBezTo>
                  <a:pt x="2712826" y="8020050"/>
                  <a:pt x="2728350" y="8046374"/>
                  <a:pt x="2714625" y="8062912"/>
                </a:cubicBezTo>
                <a:cubicBezTo>
                  <a:pt x="2699717" y="8080875"/>
                  <a:pt x="2691454" y="8080901"/>
                  <a:pt x="2676625" y="8063033"/>
                </a:cubicBezTo>
                <a:close/>
                <a:moveTo>
                  <a:pt x="3473338" y="8059781"/>
                </a:moveTo>
                <a:cubicBezTo>
                  <a:pt x="3438721" y="8021529"/>
                  <a:pt x="3471083" y="7968118"/>
                  <a:pt x="3514725" y="7991475"/>
                </a:cubicBezTo>
                <a:cubicBezTo>
                  <a:pt x="3540171" y="8005093"/>
                  <a:pt x="3540574" y="8053840"/>
                  <a:pt x="3515351" y="8067339"/>
                </a:cubicBezTo>
                <a:cubicBezTo>
                  <a:pt x="3491480" y="8080114"/>
                  <a:pt x="3491790" y="8080170"/>
                  <a:pt x="3473338" y="8059781"/>
                </a:cubicBezTo>
                <a:close/>
                <a:moveTo>
                  <a:pt x="1009650" y="8043862"/>
                </a:moveTo>
                <a:cubicBezTo>
                  <a:pt x="1009650" y="8029663"/>
                  <a:pt x="1013751" y="8021460"/>
                  <a:pt x="1019175" y="8024812"/>
                </a:cubicBezTo>
                <a:cubicBezTo>
                  <a:pt x="1024413" y="8028050"/>
                  <a:pt x="1028700" y="8036622"/>
                  <a:pt x="1028700" y="8043862"/>
                </a:cubicBezTo>
                <a:cubicBezTo>
                  <a:pt x="1028700" y="8051102"/>
                  <a:pt x="1024413" y="8059674"/>
                  <a:pt x="1019175" y="8062912"/>
                </a:cubicBezTo>
                <a:cubicBezTo>
                  <a:pt x="1013751" y="8066264"/>
                  <a:pt x="1009650" y="8058061"/>
                  <a:pt x="1009650" y="8043862"/>
                </a:cubicBezTo>
                <a:close/>
                <a:moveTo>
                  <a:pt x="2524225" y="8053508"/>
                </a:moveTo>
                <a:cubicBezTo>
                  <a:pt x="2500642" y="8025092"/>
                  <a:pt x="2533744" y="7995379"/>
                  <a:pt x="2559874" y="8021509"/>
                </a:cubicBezTo>
                <a:cubicBezTo>
                  <a:pt x="2567431" y="8029066"/>
                  <a:pt x="2567921" y="8037981"/>
                  <a:pt x="2561444" y="8050084"/>
                </a:cubicBezTo>
                <a:cubicBezTo>
                  <a:pt x="2550050" y="8071372"/>
                  <a:pt x="2539831" y="8072313"/>
                  <a:pt x="2524225" y="8053508"/>
                </a:cubicBezTo>
                <a:close/>
                <a:moveTo>
                  <a:pt x="1386567" y="8033657"/>
                </a:moveTo>
                <a:cubicBezTo>
                  <a:pt x="1367118" y="8014208"/>
                  <a:pt x="1367632" y="7997928"/>
                  <a:pt x="1388268" y="7979718"/>
                </a:cubicBezTo>
                <a:cubicBezTo>
                  <a:pt x="1411488" y="7959229"/>
                  <a:pt x="1447800" y="7973766"/>
                  <a:pt x="1447800" y="8003550"/>
                </a:cubicBezTo>
                <a:cubicBezTo>
                  <a:pt x="1447800" y="8044777"/>
                  <a:pt x="1414205" y="8061295"/>
                  <a:pt x="1386567" y="8033657"/>
                </a:cubicBezTo>
                <a:close/>
                <a:moveTo>
                  <a:pt x="1647501" y="8033947"/>
                </a:moveTo>
                <a:cubicBezTo>
                  <a:pt x="1631416" y="8014565"/>
                  <a:pt x="1646260" y="7986712"/>
                  <a:pt x="1672675" y="7986712"/>
                </a:cubicBezTo>
                <a:cubicBezTo>
                  <a:pt x="1686320" y="7986712"/>
                  <a:pt x="1690687" y="7993608"/>
                  <a:pt x="1690687" y="8015157"/>
                </a:cubicBezTo>
                <a:cubicBezTo>
                  <a:pt x="1690687" y="8048029"/>
                  <a:pt x="1667545" y="8058098"/>
                  <a:pt x="1647501" y="8033947"/>
                </a:cubicBezTo>
                <a:close/>
                <a:moveTo>
                  <a:pt x="4406788" y="8031206"/>
                </a:moveTo>
                <a:cubicBezTo>
                  <a:pt x="4386300" y="8008566"/>
                  <a:pt x="4386829" y="7988699"/>
                  <a:pt x="4408443" y="7969138"/>
                </a:cubicBezTo>
                <a:cubicBezTo>
                  <a:pt x="4441133" y="7939555"/>
                  <a:pt x="4478771" y="7963064"/>
                  <a:pt x="4453079" y="7997018"/>
                </a:cubicBezTo>
                <a:cubicBezTo>
                  <a:pt x="4445476" y="8007066"/>
                  <a:pt x="4439119" y="8022788"/>
                  <a:pt x="4438952" y="8031956"/>
                </a:cubicBezTo>
                <a:cubicBezTo>
                  <a:pt x="4438562" y="8053427"/>
                  <a:pt x="4426646" y="8053149"/>
                  <a:pt x="4406788" y="8031206"/>
                </a:cubicBezTo>
                <a:close/>
                <a:moveTo>
                  <a:pt x="1806575" y="8023224"/>
                </a:moveTo>
                <a:cubicBezTo>
                  <a:pt x="1796574" y="8013224"/>
                  <a:pt x="1799161" y="7983731"/>
                  <a:pt x="1810664" y="7976622"/>
                </a:cubicBezTo>
                <a:cubicBezTo>
                  <a:pt x="1829247" y="7965137"/>
                  <a:pt x="1853054" y="7997539"/>
                  <a:pt x="1838721" y="8014809"/>
                </a:cubicBezTo>
                <a:cubicBezTo>
                  <a:pt x="1825442" y="8030809"/>
                  <a:pt x="1816500" y="8033150"/>
                  <a:pt x="1806575" y="8023224"/>
                </a:cubicBezTo>
                <a:close/>
                <a:moveTo>
                  <a:pt x="1124559" y="8006496"/>
                </a:moveTo>
                <a:cubicBezTo>
                  <a:pt x="1109773" y="7988680"/>
                  <a:pt x="1119155" y="7972425"/>
                  <a:pt x="1144224" y="7972425"/>
                </a:cubicBezTo>
                <a:cubicBezTo>
                  <a:pt x="1158463" y="7972425"/>
                  <a:pt x="1162594" y="7977729"/>
                  <a:pt x="1160331" y="7993110"/>
                </a:cubicBezTo>
                <a:cubicBezTo>
                  <a:pt x="1156527" y="8018958"/>
                  <a:pt x="1140026" y="8025133"/>
                  <a:pt x="1124559" y="8006496"/>
                </a:cubicBezTo>
                <a:close/>
                <a:moveTo>
                  <a:pt x="2959537" y="8014137"/>
                </a:moveTo>
                <a:cubicBezTo>
                  <a:pt x="2934324" y="7988924"/>
                  <a:pt x="2969458" y="7931700"/>
                  <a:pt x="2998792" y="7950202"/>
                </a:cubicBezTo>
                <a:cubicBezTo>
                  <a:pt x="3025350" y="7966955"/>
                  <a:pt x="3019513" y="8014721"/>
                  <a:pt x="2990493" y="8018106"/>
                </a:cubicBezTo>
                <a:cubicBezTo>
                  <a:pt x="2977200" y="8019656"/>
                  <a:pt x="2963270" y="8017870"/>
                  <a:pt x="2959537" y="8014137"/>
                </a:cubicBezTo>
                <a:close/>
                <a:moveTo>
                  <a:pt x="3605212" y="7991475"/>
                </a:moveTo>
                <a:cubicBezTo>
                  <a:pt x="3601410" y="7985323"/>
                  <a:pt x="3602586" y="7976003"/>
                  <a:pt x="3607824" y="7970765"/>
                </a:cubicBezTo>
                <a:cubicBezTo>
                  <a:pt x="3614174" y="7964415"/>
                  <a:pt x="3619654" y="7964968"/>
                  <a:pt x="3624262" y="7972425"/>
                </a:cubicBezTo>
                <a:cubicBezTo>
                  <a:pt x="3628064" y="7978576"/>
                  <a:pt x="3626888" y="7987896"/>
                  <a:pt x="3621650" y="7993134"/>
                </a:cubicBezTo>
                <a:cubicBezTo>
                  <a:pt x="3615300" y="7999484"/>
                  <a:pt x="3609820" y="7998931"/>
                  <a:pt x="3605212" y="7991475"/>
                </a:cubicBezTo>
                <a:close/>
                <a:moveTo>
                  <a:pt x="3259820" y="7980410"/>
                </a:moveTo>
                <a:cubicBezTo>
                  <a:pt x="3233916" y="7954506"/>
                  <a:pt x="3257016" y="7910106"/>
                  <a:pt x="3292811" y="7917000"/>
                </a:cubicBezTo>
                <a:cubicBezTo>
                  <a:pt x="3318826" y="7922010"/>
                  <a:pt x="3317037" y="7985694"/>
                  <a:pt x="3290776" y="7989458"/>
                </a:cubicBezTo>
                <a:cubicBezTo>
                  <a:pt x="3280237" y="7990969"/>
                  <a:pt x="3266307" y="7986897"/>
                  <a:pt x="3259820" y="7980410"/>
                </a:cubicBezTo>
                <a:close/>
                <a:moveTo>
                  <a:pt x="3704630" y="7961788"/>
                </a:moveTo>
                <a:cubicBezTo>
                  <a:pt x="3696103" y="7945856"/>
                  <a:pt x="3696877" y="7938590"/>
                  <a:pt x="3708319" y="7927148"/>
                </a:cubicBezTo>
                <a:cubicBezTo>
                  <a:pt x="3735590" y="7899877"/>
                  <a:pt x="3777384" y="7938100"/>
                  <a:pt x="3752749" y="7967783"/>
                </a:cubicBezTo>
                <a:cubicBezTo>
                  <a:pt x="3736187" y="7987739"/>
                  <a:pt x="3717256" y="7985381"/>
                  <a:pt x="3704630" y="7961788"/>
                </a:cubicBezTo>
                <a:close/>
                <a:moveTo>
                  <a:pt x="3997055" y="7967662"/>
                </a:moveTo>
                <a:cubicBezTo>
                  <a:pt x="3988838" y="7946249"/>
                  <a:pt x="4000283" y="7924800"/>
                  <a:pt x="4019927" y="7924800"/>
                </a:cubicBezTo>
                <a:cubicBezTo>
                  <a:pt x="4038195" y="7924800"/>
                  <a:pt x="4053567" y="7955912"/>
                  <a:pt x="4043415" y="7972339"/>
                </a:cubicBezTo>
                <a:cubicBezTo>
                  <a:pt x="4034384" y="7986951"/>
                  <a:pt x="4003252" y="7983810"/>
                  <a:pt x="3997055" y="7967662"/>
                </a:cubicBezTo>
                <a:close/>
                <a:moveTo>
                  <a:pt x="4156344" y="7967662"/>
                </a:moveTo>
                <a:cubicBezTo>
                  <a:pt x="4148798" y="7947998"/>
                  <a:pt x="4159029" y="7924800"/>
                  <a:pt x="4175247" y="7924800"/>
                </a:cubicBezTo>
                <a:cubicBezTo>
                  <a:pt x="4194744" y="7924800"/>
                  <a:pt x="4211332" y="7948475"/>
                  <a:pt x="4204432" y="7966455"/>
                </a:cubicBezTo>
                <a:cubicBezTo>
                  <a:pt x="4196965" y="7985914"/>
                  <a:pt x="4163669" y="7986750"/>
                  <a:pt x="4156344" y="7967662"/>
                </a:cubicBezTo>
                <a:close/>
                <a:moveTo>
                  <a:pt x="2397125" y="7966074"/>
                </a:moveTo>
                <a:cubicBezTo>
                  <a:pt x="2385468" y="7954418"/>
                  <a:pt x="2390593" y="7924271"/>
                  <a:pt x="2405183" y="7918672"/>
                </a:cubicBezTo>
                <a:cubicBezTo>
                  <a:pt x="2428262" y="7909816"/>
                  <a:pt x="2449370" y="7932876"/>
                  <a:pt x="2437864" y="7954375"/>
                </a:cubicBezTo>
                <a:cubicBezTo>
                  <a:pt x="2428182" y="7972466"/>
                  <a:pt x="2409019" y="7977969"/>
                  <a:pt x="2397125" y="7966074"/>
                </a:cubicBezTo>
                <a:close/>
                <a:moveTo>
                  <a:pt x="2040255" y="7951470"/>
                </a:moveTo>
                <a:cubicBezTo>
                  <a:pt x="2015067" y="7926282"/>
                  <a:pt x="2038378" y="7879998"/>
                  <a:pt x="2070117" y="7892178"/>
                </a:cubicBezTo>
                <a:cubicBezTo>
                  <a:pt x="2090824" y="7900123"/>
                  <a:pt x="2099562" y="7932241"/>
                  <a:pt x="2085595" y="7949069"/>
                </a:cubicBezTo>
                <a:cubicBezTo>
                  <a:pt x="2071637" y="7965888"/>
                  <a:pt x="2055526" y="7966741"/>
                  <a:pt x="2040255" y="7951470"/>
                </a:cubicBezTo>
                <a:close/>
                <a:moveTo>
                  <a:pt x="1288256" y="7937500"/>
                </a:moveTo>
                <a:cubicBezTo>
                  <a:pt x="1270737" y="7930492"/>
                  <a:pt x="1273761" y="7889731"/>
                  <a:pt x="1292328" y="7882606"/>
                </a:cubicBezTo>
                <a:cubicBezTo>
                  <a:pt x="1315661" y="7873652"/>
                  <a:pt x="1340820" y="7901540"/>
                  <a:pt x="1327895" y="7922030"/>
                </a:cubicBezTo>
                <a:cubicBezTo>
                  <a:pt x="1316500" y="7940095"/>
                  <a:pt x="1305488" y="7944392"/>
                  <a:pt x="1288256" y="7937500"/>
                </a:cubicBezTo>
                <a:close/>
                <a:moveTo>
                  <a:pt x="1909249" y="7933495"/>
                </a:moveTo>
                <a:cubicBezTo>
                  <a:pt x="1900937" y="7920045"/>
                  <a:pt x="1919295" y="7901687"/>
                  <a:pt x="1932745" y="7909999"/>
                </a:cubicBezTo>
                <a:cubicBezTo>
                  <a:pt x="1938440" y="7913519"/>
                  <a:pt x="1943100" y="7922575"/>
                  <a:pt x="1943100" y="7930124"/>
                </a:cubicBezTo>
                <a:cubicBezTo>
                  <a:pt x="1943100" y="7946161"/>
                  <a:pt x="1918586" y="7948601"/>
                  <a:pt x="1909249" y="7933495"/>
                </a:cubicBezTo>
                <a:close/>
                <a:moveTo>
                  <a:pt x="1529302" y="7913155"/>
                </a:moveTo>
                <a:cubicBezTo>
                  <a:pt x="1510091" y="7885727"/>
                  <a:pt x="1510607" y="7874102"/>
                  <a:pt x="1531893" y="7854838"/>
                </a:cubicBezTo>
                <a:cubicBezTo>
                  <a:pt x="1564473" y="7825354"/>
                  <a:pt x="1587545" y="7834445"/>
                  <a:pt x="1593538" y="7879127"/>
                </a:cubicBezTo>
                <a:cubicBezTo>
                  <a:pt x="1596493" y="7901156"/>
                  <a:pt x="1596804" y="7922587"/>
                  <a:pt x="1594230" y="7926752"/>
                </a:cubicBezTo>
                <a:cubicBezTo>
                  <a:pt x="1584644" y="7942263"/>
                  <a:pt x="1543682" y="7933685"/>
                  <a:pt x="1529302" y="7913155"/>
                </a:cubicBezTo>
                <a:close/>
                <a:moveTo>
                  <a:pt x="2573655" y="7922895"/>
                </a:moveTo>
                <a:cubicBezTo>
                  <a:pt x="2558440" y="7907680"/>
                  <a:pt x="2559080" y="7863067"/>
                  <a:pt x="2574699" y="7850105"/>
                </a:cubicBezTo>
                <a:cubicBezTo>
                  <a:pt x="2597187" y="7831441"/>
                  <a:pt x="2642758" y="7850964"/>
                  <a:pt x="2646257" y="7880761"/>
                </a:cubicBezTo>
                <a:cubicBezTo>
                  <a:pt x="2651565" y="7925973"/>
                  <a:pt x="2604213" y="7953453"/>
                  <a:pt x="2573655" y="7922895"/>
                </a:cubicBezTo>
                <a:close/>
                <a:moveTo>
                  <a:pt x="2759476" y="7928376"/>
                </a:moveTo>
                <a:cubicBezTo>
                  <a:pt x="2747997" y="7916897"/>
                  <a:pt x="2752011" y="7889624"/>
                  <a:pt x="2767012" y="7877175"/>
                </a:cubicBezTo>
                <a:cubicBezTo>
                  <a:pt x="2786114" y="7861321"/>
                  <a:pt x="2811933" y="7881819"/>
                  <a:pt x="2807953" y="7909679"/>
                </a:cubicBezTo>
                <a:cubicBezTo>
                  <a:pt x="2805136" y="7929393"/>
                  <a:pt x="2772919" y="7941819"/>
                  <a:pt x="2759476" y="7928376"/>
                </a:cubicBezTo>
                <a:close/>
                <a:moveTo>
                  <a:pt x="3092455" y="7914658"/>
                </a:moveTo>
                <a:cubicBezTo>
                  <a:pt x="3059740" y="7867952"/>
                  <a:pt x="3108034" y="7823314"/>
                  <a:pt x="3149591" y="7861848"/>
                </a:cubicBezTo>
                <a:cubicBezTo>
                  <a:pt x="3174124" y="7884596"/>
                  <a:pt x="3174413" y="7886093"/>
                  <a:pt x="3158862" y="7909826"/>
                </a:cubicBezTo>
                <a:cubicBezTo>
                  <a:pt x="3139500" y="7939376"/>
                  <a:pt x="3111210" y="7941435"/>
                  <a:pt x="3092455" y="7914658"/>
                </a:cubicBezTo>
                <a:close/>
                <a:moveTo>
                  <a:pt x="3425123" y="7899862"/>
                </a:moveTo>
                <a:cubicBezTo>
                  <a:pt x="3421673" y="7890871"/>
                  <a:pt x="3422989" y="7879375"/>
                  <a:pt x="3428047" y="7874317"/>
                </a:cubicBezTo>
                <a:cubicBezTo>
                  <a:pt x="3441811" y="7860553"/>
                  <a:pt x="3468976" y="7874686"/>
                  <a:pt x="3465313" y="7893705"/>
                </a:cubicBezTo>
                <a:cubicBezTo>
                  <a:pt x="3461020" y="7915994"/>
                  <a:pt x="3432963" y="7920292"/>
                  <a:pt x="3425123" y="7899862"/>
                </a:cubicBezTo>
                <a:close/>
                <a:moveTo>
                  <a:pt x="1111138" y="7888331"/>
                </a:moveTo>
                <a:cubicBezTo>
                  <a:pt x="1090413" y="7865429"/>
                  <a:pt x="1091217" y="7845789"/>
                  <a:pt x="1113716" y="7825428"/>
                </a:cubicBezTo>
                <a:cubicBezTo>
                  <a:pt x="1137831" y="7803605"/>
                  <a:pt x="1162779" y="7809378"/>
                  <a:pt x="1180456" y="7840872"/>
                </a:cubicBezTo>
                <a:cubicBezTo>
                  <a:pt x="1206458" y="7887197"/>
                  <a:pt x="1146971" y="7927925"/>
                  <a:pt x="1111138" y="7888331"/>
                </a:cubicBezTo>
                <a:close/>
                <a:moveTo>
                  <a:pt x="2259806" y="7899400"/>
                </a:moveTo>
                <a:cubicBezTo>
                  <a:pt x="2244102" y="7893118"/>
                  <a:pt x="2244575" y="7863216"/>
                  <a:pt x="2260587" y="7849927"/>
                </a:cubicBezTo>
                <a:cubicBezTo>
                  <a:pt x="2280587" y="7833329"/>
                  <a:pt x="2313148" y="7861088"/>
                  <a:pt x="2299607" y="7883193"/>
                </a:cubicBezTo>
                <a:cubicBezTo>
                  <a:pt x="2288121" y="7901943"/>
                  <a:pt x="2277240" y="7906373"/>
                  <a:pt x="2259806" y="7899400"/>
                </a:cubicBezTo>
                <a:close/>
                <a:moveTo>
                  <a:pt x="4272824" y="7880750"/>
                </a:moveTo>
                <a:cubicBezTo>
                  <a:pt x="4264745" y="7859696"/>
                  <a:pt x="4289207" y="7834516"/>
                  <a:pt x="4309991" y="7842492"/>
                </a:cubicBezTo>
                <a:cubicBezTo>
                  <a:pt x="4319660" y="7846202"/>
                  <a:pt x="4324515" y="7856759"/>
                  <a:pt x="4322636" y="7869988"/>
                </a:cubicBezTo>
                <a:cubicBezTo>
                  <a:pt x="4318838" y="7896735"/>
                  <a:pt x="4282012" y="7904691"/>
                  <a:pt x="4272824" y="7880750"/>
                </a:cubicBezTo>
                <a:close/>
                <a:moveTo>
                  <a:pt x="1739641" y="7880091"/>
                </a:moveTo>
                <a:cubicBezTo>
                  <a:pt x="1728257" y="7868707"/>
                  <a:pt x="1733490" y="7848600"/>
                  <a:pt x="1747837" y="7848600"/>
                </a:cubicBezTo>
                <a:cubicBezTo>
                  <a:pt x="1755695" y="7848600"/>
                  <a:pt x="1762125" y="7854776"/>
                  <a:pt x="1762125" y="7862325"/>
                </a:cubicBezTo>
                <a:cubicBezTo>
                  <a:pt x="1762125" y="7878238"/>
                  <a:pt x="1748530" y="7888980"/>
                  <a:pt x="1739641" y="7880091"/>
                </a:cubicBezTo>
                <a:close/>
                <a:moveTo>
                  <a:pt x="2901949" y="7880349"/>
                </a:moveTo>
                <a:cubicBezTo>
                  <a:pt x="2890674" y="7869074"/>
                  <a:pt x="2895204" y="7841264"/>
                  <a:pt x="2909191" y="7835897"/>
                </a:cubicBezTo>
                <a:cubicBezTo>
                  <a:pt x="2926609" y="7829213"/>
                  <a:pt x="2947042" y="7853486"/>
                  <a:pt x="2939827" y="7872291"/>
                </a:cubicBezTo>
                <a:cubicBezTo>
                  <a:pt x="2934134" y="7887126"/>
                  <a:pt x="2913183" y="7891583"/>
                  <a:pt x="2901949" y="7880349"/>
                </a:cubicBezTo>
                <a:close/>
                <a:moveTo>
                  <a:pt x="3844199" y="7861700"/>
                </a:moveTo>
                <a:cubicBezTo>
                  <a:pt x="3840670" y="7852502"/>
                  <a:pt x="3843596" y="7839496"/>
                  <a:pt x="3850821" y="7832271"/>
                </a:cubicBezTo>
                <a:cubicBezTo>
                  <a:pt x="3869036" y="7814055"/>
                  <a:pt x="3897414" y="7827195"/>
                  <a:pt x="3893847" y="7852193"/>
                </a:cubicBezTo>
                <a:cubicBezTo>
                  <a:pt x="3890193" y="7877804"/>
                  <a:pt x="3853104" y="7884905"/>
                  <a:pt x="3844199" y="7861700"/>
                </a:cubicBezTo>
                <a:close/>
                <a:moveTo>
                  <a:pt x="4082465" y="7864799"/>
                </a:moveTo>
                <a:cubicBezTo>
                  <a:pt x="4071205" y="7856565"/>
                  <a:pt x="4066611" y="7843016"/>
                  <a:pt x="4068739" y="7824317"/>
                </a:cubicBezTo>
                <a:cubicBezTo>
                  <a:pt x="4071725" y="7798071"/>
                  <a:pt x="4074666" y="7796191"/>
                  <a:pt x="4113187" y="7795894"/>
                </a:cubicBezTo>
                <a:cubicBezTo>
                  <a:pt x="4155921" y="7795564"/>
                  <a:pt x="4173910" y="7810613"/>
                  <a:pt x="4164804" y="7839075"/>
                </a:cubicBezTo>
                <a:cubicBezTo>
                  <a:pt x="4153620" y="7874031"/>
                  <a:pt x="4112612" y="7886842"/>
                  <a:pt x="4082465" y="7864799"/>
                </a:cubicBezTo>
                <a:close/>
                <a:moveTo>
                  <a:pt x="1843767" y="7843157"/>
                </a:moveTo>
                <a:cubicBezTo>
                  <a:pt x="1826215" y="7825605"/>
                  <a:pt x="1825264" y="7815854"/>
                  <a:pt x="1838660" y="7790823"/>
                </a:cubicBezTo>
                <a:cubicBezTo>
                  <a:pt x="1855821" y="7758758"/>
                  <a:pt x="1914525" y="7777668"/>
                  <a:pt x="1914525" y="7815262"/>
                </a:cubicBezTo>
                <a:cubicBezTo>
                  <a:pt x="1914525" y="7831939"/>
                  <a:pt x="1888339" y="7858125"/>
                  <a:pt x="1871662" y="7858125"/>
                </a:cubicBezTo>
                <a:cubicBezTo>
                  <a:pt x="1864552" y="7858125"/>
                  <a:pt x="1852000" y="7851389"/>
                  <a:pt x="1843767" y="7843157"/>
                </a:cubicBezTo>
                <a:close/>
                <a:moveTo>
                  <a:pt x="3580755" y="7837870"/>
                </a:moveTo>
                <a:cubicBezTo>
                  <a:pt x="3566946" y="7812068"/>
                  <a:pt x="3583212" y="7772268"/>
                  <a:pt x="3607389" y="7772702"/>
                </a:cubicBezTo>
                <a:cubicBezTo>
                  <a:pt x="3648046" y="7773432"/>
                  <a:pt x="3672594" y="7820270"/>
                  <a:pt x="3646170" y="7846695"/>
                </a:cubicBezTo>
                <a:cubicBezTo>
                  <a:pt x="3627969" y="7864895"/>
                  <a:pt x="3592669" y="7860133"/>
                  <a:pt x="3580755" y="7837870"/>
                </a:cubicBezTo>
                <a:close/>
                <a:moveTo>
                  <a:pt x="2095500" y="7823993"/>
                </a:moveTo>
                <a:cubicBezTo>
                  <a:pt x="2095500" y="7815699"/>
                  <a:pt x="2100589" y="7810609"/>
                  <a:pt x="2106810" y="7812682"/>
                </a:cubicBezTo>
                <a:cubicBezTo>
                  <a:pt x="2124472" y="7818569"/>
                  <a:pt x="2127401" y="7839075"/>
                  <a:pt x="2110581" y="7839075"/>
                </a:cubicBezTo>
                <a:cubicBezTo>
                  <a:pt x="2102286" y="7839075"/>
                  <a:pt x="2095500" y="7832288"/>
                  <a:pt x="2095500" y="7823993"/>
                </a:cubicBezTo>
                <a:close/>
                <a:moveTo>
                  <a:pt x="1391029" y="7806195"/>
                </a:moveTo>
                <a:cubicBezTo>
                  <a:pt x="1365810" y="7775807"/>
                  <a:pt x="1403020" y="7728043"/>
                  <a:pt x="1432714" y="7752687"/>
                </a:cubicBezTo>
                <a:cubicBezTo>
                  <a:pt x="1452172" y="7768836"/>
                  <a:pt x="1452184" y="7806779"/>
                  <a:pt x="1432733" y="7814243"/>
                </a:cubicBezTo>
                <a:cubicBezTo>
                  <a:pt x="1410466" y="7822788"/>
                  <a:pt x="1403720" y="7821486"/>
                  <a:pt x="1391029" y="7806195"/>
                </a:cubicBezTo>
                <a:close/>
                <a:moveTo>
                  <a:pt x="2386653" y="7801683"/>
                </a:moveTo>
                <a:cubicBezTo>
                  <a:pt x="2367123" y="7780103"/>
                  <a:pt x="2369792" y="7754845"/>
                  <a:pt x="2393156" y="7740132"/>
                </a:cubicBezTo>
                <a:cubicBezTo>
                  <a:pt x="2430442" y="7716651"/>
                  <a:pt x="2468454" y="7781456"/>
                  <a:pt x="2432721" y="7807585"/>
                </a:cubicBezTo>
                <a:cubicBezTo>
                  <a:pt x="2410383" y="7823919"/>
                  <a:pt x="2406303" y="7823396"/>
                  <a:pt x="2386653" y="7801683"/>
                </a:cubicBezTo>
                <a:close/>
                <a:moveTo>
                  <a:pt x="3248404" y="7806195"/>
                </a:moveTo>
                <a:cubicBezTo>
                  <a:pt x="3230469" y="7784584"/>
                  <a:pt x="3240249" y="7758112"/>
                  <a:pt x="3266167" y="7758112"/>
                </a:cubicBezTo>
                <a:cubicBezTo>
                  <a:pt x="3296213" y="7758112"/>
                  <a:pt x="3313233" y="7784550"/>
                  <a:pt x="3296312" y="7804939"/>
                </a:cubicBezTo>
                <a:cubicBezTo>
                  <a:pt x="3280710" y="7823738"/>
                  <a:pt x="3263342" y="7824194"/>
                  <a:pt x="3248404" y="7806195"/>
                </a:cubicBezTo>
                <a:close/>
                <a:moveTo>
                  <a:pt x="4386802" y="7798855"/>
                </a:moveTo>
                <a:cubicBezTo>
                  <a:pt x="4367658" y="7771523"/>
                  <a:pt x="4368064" y="7766785"/>
                  <a:pt x="4391562" y="7743287"/>
                </a:cubicBezTo>
                <a:lnTo>
                  <a:pt x="4411149" y="7723700"/>
                </a:lnTo>
                <a:lnTo>
                  <a:pt x="4434791" y="7758538"/>
                </a:lnTo>
                <a:cubicBezTo>
                  <a:pt x="4453290" y="7785798"/>
                  <a:pt x="4456028" y="7796275"/>
                  <a:pt x="4447375" y="7806700"/>
                </a:cubicBezTo>
                <a:cubicBezTo>
                  <a:pt x="4431003" y="7826428"/>
                  <a:pt x="4403632" y="7822883"/>
                  <a:pt x="4386802" y="7798855"/>
                </a:cubicBezTo>
                <a:close/>
                <a:moveTo>
                  <a:pt x="1697831" y="7785100"/>
                </a:moveTo>
                <a:cubicBezTo>
                  <a:pt x="1680749" y="7778267"/>
                  <a:pt x="1683123" y="7734777"/>
                  <a:pt x="1700951" y="7727936"/>
                </a:cubicBezTo>
                <a:cubicBezTo>
                  <a:pt x="1723514" y="7719277"/>
                  <a:pt x="1750091" y="7749621"/>
                  <a:pt x="1737470" y="7769630"/>
                </a:cubicBezTo>
                <a:cubicBezTo>
                  <a:pt x="1726075" y="7787695"/>
                  <a:pt x="1715063" y="7791992"/>
                  <a:pt x="1697831" y="7785100"/>
                </a:cubicBezTo>
                <a:close/>
                <a:moveTo>
                  <a:pt x="1222900" y="7768305"/>
                </a:moveTo>
                <a:cubicBezTo>
                  <a:pt x="1213417" y="7743591"/>
                  <a:pt x="1226709" y="7723164"/>
                  <a:pt x="1250113" y="7726488"/>
                </a:cubicBezTo>
                <a:cubicBezTo>
                  <a:pt x="1265855" y="7728723"/>
                  <a:pt x="1271587" y="7735893"/>
                  <a:pt x="1271587" y="7753350"/>
                </a:cubicBezTo>
                <a:cubicBezTo>
                  <a:pt x="1271587" y="7781466"/>
                  <a:pt x="1232552" y="7793457"/>
                  <a:pt x="1222900" y="7768305"/>
                </a:cubicBezTo>
                <a:close/>
                <a:moveTo>
                  <a:pt x="2168854" y="7775904"/>
                </a:moveTo>
                <a:cubicBezTo>
                  <a:pt x="2156397" y="7763447"/>
                  <a:pt x="2162094" y="7724208"/>
                  <a:pt x="2177201" y="7718411"/>
                </a:cubicBezTo>
                <a:cubicBezTo>
                  <a:pt x="2200203" y="7709584"/>
                  <a:pt x="2226332" y="7740105"/>
                  <a:pt x="2213380" y="7760672"/>
                </a:cubicBezTo>
                <a:cubicBezTo>
                  <a:pt x="2202024" y="7778704"/>
                  <a:pt x="2179395" y="7786445"/>
                  <a:pt x="2168854" y="7775904"/>
                </a:cubicBezTo>
                <a:close/>
                <a:moveTo>
                  <a:pt x="2701924" y="7775574"/>
                </a:moveTo>
                <a:cubicBezTo>
                  <a:pt x="2698432" y="7772082"/>
                  <a:pt x="2695575" y="7759223"/>
                  <a:pt x="2695575" y="7746999"/>
                </a:cubicBezTo>
                <a:cubicBezTo>
                  <a:pt x="2695575" y="7720342"/>
                  <a:pt x="2737366" y="7714884"/>
                  <a:pt x="2747107" y="7740269"/>
                </a:cubicBezTo>
                <a:cubicBezTo>
                  <a:pt x="2757207" y="7766589"/>
                  <a:pt x="2721129" y="7794779"/>
                  <a:pt x="2701924" y="7775574"/>
                </a:cubicBezTo>
                <a:close/>
                <a:moveTo>
                  <a:pt x="3737514" y="7768341"/>
                </a:moveTo>
                <a:cubicBezTo>
                  <a:pt x="3728848" y="7745758"/>
                  <a:pt x="3741110" y="7722951"/>
                  <a:pt x="3759964" y="7726582"/>
                </a:cubicBezTo>
                <a:cubicBezTo>
                  <a:pt x="3770509" y="7728613"/>
                  <a:pt x="3776662" y="7738477"/>
                  <a:pt x="3776662" y="7753350"/>
                </a:cubicBezTo>
                <a:cubicBezTo>
                  <a:pt x="3776662" y="7780502"/>
                  <a:pt x="3746598" y="7792014"/>
                  <a:pt x="3737514" y="7768341"/>
                </a:cubicBezTo>
                <a:close/>
                <a:moveTo>
                  <a:pt x="3032664" y="7758816"/>
                </a:moveTo>
                <a:cubicBezTo>
                  <a:pt x="3023998" y="7736233"/>
                  <a:pt x="3036260" y="7713426"/>
                  <a:pt x="3055114" y="7717057"/>
                </a:cubicBezTo>
                <a:cubicBezTo>
                  <a:pt x="3065659" y="7719088"/>
                  <a:pt x="3071812" y="7728952"/>
                  <a:pt x="3071812" y="7743825"/>
                </a:cubicBezTo>
                <a:cubicBezTo>
                  <a:pt x="3071812" y="7770977"/>
                  <a:pt x="3041748" y="7782489"/>
                  <a:pt x="3032664" y="7758816"/>
                </a:cubicBezTo>
                <a:close/>
                <a:moveTo>
                  <a:pt x="3406791" y="7760462"/>
                </a:moveTo>
                <a:cubicBezTo>
                  <a:pt x="3382996" y="7743063"/>
                  <a:pt x="3380041" y="7678483"/>
                  <a:pt x="3402033" y="7656491"/>
                </a:cubicBezTo>
                <a:cubicBezTo>
                  <a:pt x="3434554" y="7623970"/>
                  <a:pt x="3468542" y="7644353"/>
                  <a:pt x="3481224" y="7703983"/>
                </a:cubicBezTo>
                <a:cubicBezTo>
                  <a:pt x="3492346" y="7756276"/>
                  <a:pt x="3447551" y="7790267"/>
                  <a:pt x="3406791" y="7760462"/>
                </a:cubicBezTo>
                <a:close/>
                <a:moveTo>
                  <a:pt x="1073348" y="7756723"/>
                </a:moveTo>
                <a:cubicBezTo>
                  <a:pt x="1060262" y="7743637"/>
                  <a:pt x="1067050" y="7723426"/>
                  <a:pt x="1083468" y="7726588"/>
                </a:cubicBezTo>
                <a:cubicBezTo>
                  <a:pt x="1092636" y="7728353"/>
                  <a:pt x="1100137" y="7735811"/>
                  <a:pt x="1100137" y="7743161"/>
                </a:cubicBezTo>
                <a:cubicBezTo>
                  <a:pt x="1100137" y="7758200"/>
                  <a:pt x="1083332" y="7766707"/>
                  <a:pt x="1073348" y="7756723"/>
                </a:cubicBezTo>
                <a:close/>
                <a:moveTo>
                  <a:pt x="2505580" y="7749196"/>
                </a:moveTo>
                <a:cubicBezTo>
                  <a:pt x="2492018" y="7732855"/>
                  <a:pt x="2507564" y="7696200"/>
                  <a:pt x="2528056" y="7696200"/>
                </a:cubicBezTo>
                <a:cubicBezTo>
                  <a:pt x="2548233" y="7696200"/>
                  <a:pt x="2564392" y="7721991"/>
                  <a:pt x="2557607" y="7743367"/>
                </a:cubicBezTo>
                <a:cubicBezTo>
                  <a:pt x="2550445" y="7765932"/>
                  <a:pt x="2522105" y="7769107"/>
                  <a:pt x="2505580" y="7749196"/>
                </a:cubicBezTo>
                <a:close/>
                <a:moveTo>
                  <a:pt x="2859405" y="7751445"/>
                </a:moveTo>
                <a:cubicBezTo>
                  <a:pt x="2829958" y="7721998"/>
                  <a:pt x="2854167" y="7658100"/>
                  <a:pt x="2894768" y="7658100"/>
                </a:cubicBezTo>
                <a:cubicBezTo>
                  <a:pt x="2923185" y="7658100"/>
                  <a:pt x="2957340" y="7686622"/>
                  <a:pt x="2937092" y="7693443"/>
                </a:cubicBezTo>
                <a:cubicBezTo>
                  <a:pt x="2931100" y="7695461"/>
                  <a:pt x="2928391" y="7705503"/>
                  <a:pt x="2931072" y="7715757"/>
                </a:cubicBezTo>
                <a:cubicBezTo>
                  <a:pt x="2940869" y="7753221"/>
                  <a:pt x="2887672" y="7779712"/>
                  <a:pt x="2859405" y="7751445"/>
                </a:cubicBezTo>
                <a:close/>
                <a:moveTo>
                  <a:pt x="3920123" y="7747812"/>
                </a:moveTo>
                <a:cubicBezTo>
                  <a:pt x="3911340" y="7739029"/>
                  <a:pt x="3906544" y="7725616"/>
                  <a:pt x="3909464" y="7718005"/>
                </a:cubicBezTo>
                <a:cubicBezTo>
                  <a:pt x="3912385" y="7710394"/>
                  <a:pt x="3914775" y="7702374"/>
                  <a:pt x="3914775" y="7700183"/>
                </a:cubicBezTo>
                <a:cubicBezTo>
                  <a:pt x="3914775" y="7697992"/>
                  <a:pt x="3923240" y="7696200"/>
                  <a:pt x="3933586" y="7696200"/>
                </a:cubicBezTo>
                <a:cubicBezTo>
                  <a:pt x="3949669" y="7696200"/>
                  <a:pt x="3951543" y="7700691"/>
                  <a:pt x="3946506" y="7727156"/>
                </a:cubicBezTo>
                <a:cubicBezTo>
                  <a:pt x="3938966" y="7766767"/>
                  <a:pt x="3939028" y="7766718"/>
                  <a:pt x="3920123" y="7747812"/>
                </a:cubicBezTo>
                <a:close/>
                <a:moveTo>
                  <a:pt x="1972345" y="7726027"/>
                </a:moveTo>
                <a:cubicBezTo>
                  <a:pt x="1960854" y="7704555"/>
                  <a:pt x="1967624" y="7696200"/>
                  <a:pt x="1996512" y="7696200"/>
                </a:cubicBezTo>
                <a:cubicBezTo>
                  <a:pt x="2023663" y="7696200"/>
                  <a:pt x="2034028" y="7711791"/>
                  <a:pt x="2018953" y="7729954"/>
                </a:cubicBezTo>
                <a:cubicBezTo>
                  <a:pt x="2003164" y="7748979"/>
                  <a:pt x="1983753" y="7747343"/>
                  <a:pt x="1972345" y="7726027"/>
                </a:cubicBezTo>
                <a:close/>
                <a:moveTo>
                  <a:pt x="4217193" y="7733287"/>
                </a:moveTo>
                <a:cubicBezTo>
                  <a:pt x="4208025" y="7728084"/>
                  <a:pt x="4200525" y="7718070"/>
                  <a:pt x="4200525" y="7711033"/>
                </a:cubicBezTo>
                <a:cubicBezTo>
                  <a:pt x="4200525" y="7691029"/>
                  <a:pt x="4230771" y="7684264"/>
                  <a:pt x="4247119" y="7700612"/>
                </a:cubicBezTo>
                <a:cubicBezTo>
                  <a:pt x="4267470" y="7720963"/>
                  <a:pt x="4242849" y="7747846"/>
                  <a:pt x="4217193" y="7733287"/>
                </a:cubicBezTo>
                <a:close/>
                <a:moveTo>
                  <a:pt x="1549729" y="7728279"/>
                </a:moveTo>
                <a:cubicBezTo>
                  <a:pt x="1534762" y="7713312"/>
                  <a:pt x="1544275" y="7696200"/>
                  <a:pt x="1567560" y="7696200"/>
                </a:cubicBezTo>
                <a:cubicBezTo>
                  <a:pt x="1585715" y="7696200"/>
                  <a:pt x="1591244" y="7700494"/>
                  <a:pt x="1588882" y="7712759"/>
                </a:cubicBezTo>
                <a:cubicBezTo>
                  <a:pt x="1585543" y="7730098"/>
                  <a:pt x="1561198" y="7739748"/>
                  <a:pt x="1549729" y="7728279"/>
                </a:cubicBezTo>
                <a:close/>
                <a:moveTo>
                  <a:pt x="4048125" y="7710487"/>
                </a:moveTo>
                <a:cubicBezTo>
                  <a:pt x="4048125" y="7701645"/>
                  <a:pt x="4057087" y="7696200"/>
                  <a:pt x="4071638" y="7696200"/>
                </a:cubicBezTo>
                <a:cubicBezTo>
                  <a:pt x="4088626" y="7696200"/>
                  <a:pt x="4093630" y="7700165"/>
                  <a:pt x="4089669" y="7710487"/>
                </a:cubicBezTo>
                <a:cubicBezTo>
                  <a:pt x="4086654" y="7718345"/>
                  <a:pt x="4076072" y="7724775"/>
                  <a:pt x="4066155" y="7724775"/>
                </a:cubicBezTo>
                <a:cubicBezTo>
                  <a:pt x="4056238" y="7724775"/>
                  <a:pt x="4048125" y="7718345"/>
                  <a:pt x="4048125" y="7710487"/>
                </a:cubicBezTo>
                <a:close/>
                <a:moveTo>
                  <a:pt x="1268807" y="7680610"/>
                </a:moveTo>
                <a:cubicBezTo>
                  <a:pt x="1277382" y="7672035"/>
                  <a:pt x="1291159" y="7667614"/>
                  <a:pt x="1299423" y="7670786"/>
                </a:cubicBezTo>
                <a:cubicBezTo>
                  <a:pt x="1325316" y="7680721"/>
                  <a:pt x="1315821" y="7696200"/>
                  <a:pt x="1283833" y="7696200"/>
                </a:cubicBezTo>
                <a:cubicBezTo>
                  <a:pt x="1255482" y="7696200"/>
                  <a:pt x="1254371" y="7695046"/>
                  <a:pt x="1268807" y="7680610"/>
                </a:cubicBezTo>
                <a:close/>
                <a:moveTo>
                  <a:pt x="1685925" y="7677485"/>
                </a:moveTo>
                <a:cubicBezTo>
                  <a:pt x="1685925" y="7638513"/>
                  <a:pt x="1742815" y="7631545"/>
                  <a:pt x="1762389" y="7668119"/>
                </a:cubicBezTo>
                <a:cubicBezTo>
                  <a:pt x="1776586" y="7694646"/>
                  <a:pt x="1774726" y="7696200"/>
                  <a:pt x="1728787" y="7696200"/>
                </a:cubicBezTo>
                <a:cubicBezTo>
                  <a:pt x="1692530" y="7696200"/>
                  <a:pt x="1685925" y="7693315"/>
                  <a:pt x="1685925" y="7677485"/>
                </a:cubicBezTo>
                <a:close/>
                <a:moveTo>
                  <a:pt x="2066925" y="7677485"/>
                </a:moveTo>
                <a:cubicBezTo>
                  <a:pt x="2066925" y="7638513"/>
                  <a:pt x="2123815" y="7631545"/>
                  <a:pt x="2143389" y="7668119"/>
                </a:cubicBezTo>
                <a:cubicBezTo>
                  <a:pt x="2157586" y="7694646"/>
                  <a:pt x="2155726" y="7696200"/>
                  <a:pt x="2109787" y="7696200"/>
                </a:cubicBezTo>
                <a:cubicBezTo>
                  <a:pt x="2073530" y="7696200"/>
                  <a:pt x="2066925" y="7693315"/>
                  <a:pt x="2066925" y="7677485"/>
                </a:cubicBezTo>
                <a:close/>
                <a:moveTo>
                  <a:pt x="3107531" y="7684293"/>
                </a:moveTo>
                <a:cubicBezTo>
                  <a:pt x="3109714" y="7677745"/>
                  <a:pt x="3121501" y="7672387"/>
                  <a:pt x="3133725" y="7672387"/>
                </a:cubicBezTo>
                <a:cubicBezTo>
                  <a:pt x="3145948" y="7672387"/>
                  <a:pt x="3157735" y="7677745"/>
                  <a:pt x="3159918" y="7684293"/>
                </a:cubicBezTo>
                <a:cubicBezTo>
                  <a:pt x="3162536" y="7692147"/>
                  <a:pt x="3153621" y="7696200"/>
                  <a:pt x="3133725" y="7696200"/>
                </a:cubicBezTo>
                <a:cubicBezTo>
                  <a:pt x="3113828" y="7696200"/>
                  <a:pt x="3104913" y="7692147"/>
                  <a:pt x="3107531" y="7684293"/>
                </a:cubicBezTo>
                <a:close/>
                <a:moveTo>
                  <a:pt x="3743325" y="7687694"/>
                </a:moveTo>
                <a:cubicBezTo>
                  <a:pt x="3743325" y="7676729"/>
                  <a:pt x="3763726" y="7669241"/>
                  <a:pt x="3779043" y="7674584"/>
                </a:cubicBezTo>
                <a:cubicBezTo>
                  <a:pt x="3799808" y="7681827"/>
                  <a:pt x="3791891" y="7696200"/>
                  <a:pt x="3767137" y="7696200"/>
                </a:cubicBezTo>
                <a:cubicBezTo>
                  <a:pt x="3754040" y="7696200"/>
                  <a:pt x="3743325" y="7692372"/>
                  <a:pt x="3743325" y="7687694"/>
                </a:cubicBezTo>
                <a:close/>
                <a:moveTo>
                  <a:pt x="4147089" y="7663566"/>
                </a:moveTo>
                <a:cubicBezTo>
                  <a:pt x="4138423" y="7640983"/>
                  <a:pt x="4150685" y="7618176"/>
                  <a:pt x="4169539" y="7621807"/>
                </a:cubicBezTo>
                <a:cubicBezTo>
                  <a:pt x="4180084" y="7623838"/>
                  <a:pt x="4186237" y="7633702"/>
                  <a:pt x="4186237" y="7648575"/>
                </a:cubicBezTo>
                <a:cubicBezTo>
                  <a:pt x="4186237" y="7675727"/>
                  <a:pt x="4156173" y="7687239"/>
                  <a:pt x="4147089" y="7663566"/>
                </a:cubicBezTo>
                <a:close/>
                <a:moveTo>
                  <a:pt x="2578893" y="7657337"/>
                </a:moveTo>
                <a:cubicBezTo>
                  <a:pt x="2551294" y="7641261"/>
                  <a:pt x="2559056" y="7590747"/>
                  <a:pt x="2590800" y="7579852"/>
                </a:cubicBezTo>
                <a:cubicBezTo>
                  <a:pt x="2632851" y="7565420"/>
                  <a:pt x="2659532" y="7636608"/>
                  <a:pt x="2620001" y="7657764"/>
                </a:cubicBezTo>
                <a:cubicBezTo>
                  <a:pt x="2598074" y="7669499"/>
                  <a:pt x="2599806" y="7669517"/>
                  <a:pt x="2578893" y="7657337"/>
                </a:cubicBezTo>
                <a:close/>
                <a:moveTo>
                  <a:pt x="1432218" y="7643876"/>
                </a:moveTo>
                <a:cubicBezTo>
                  <a:pt x="1428919" y="7635278"/>
                  <a:pt x="1430787" y="7623677"/>
                  <a:pt x="1436370" y="7618095"/>
                </a:cubicBezTo>
                <a:cubicBezTo>
                  <a:pt x="1450882" y="7603582"/>
                  <a:pt x="1478379" y="7616846"/>
                  <a:pt x="1474588" y="7636530"/>
                </a:cubicBezTo>
                <a:cubicBezTo>
                  <a:pt x="1470365" y="7658455"/>
                  <a:pt x="1439844" y="7663747"/>
                  <a:pt x="1432218" y="7643876"/>
                </a:cubicBezTo>
                <a:close/>
                <a:moveTo>
                  <a:pt x="1135380" y="7637145"/>
                </a:moveTo>
                <a:cubicBezTo>
                  <a:pt x="1103126" y="7604891"/>
                  <a:pt x="1135864" y="7552201"/>
                  <a:pt x="1176619" y="7570770"/>
                </a:cubicBezTo>
                <a:cubicBezTo>
                  <a:pt x="1214815" y="7588173"/>
                  <a:pt x="1203505" y="7648575"/>
                  <a:pt x="1162050" y="7648575"/>
                </a:cubicBezTo>
                <a:cubicBezTo>
                  <a:pt x="1153668" y="7648575"/>
                  <a:pt x="1141666" y="7643431"/>
                  <a:pt x="1135380" y="7637145"/>
                </a:cubicBezTo>
                <a:close/>
                <a:moveTo>
                  <a:pt x="1944440" y="7635903"/>
                </a:moveTo>
                <a:cubicBezTo>
                  <a:pt x="1928256" y="7616401"/>
                  <a:pt x="1941534" y="7589848"/>
                  <a:pt x="1965743" y="7593302"/>
                </a:cubicBezTo>
                <a:cubicBezTo>
                  <a:pt x="1980157" y="7595359"/>
                  <a:pt x="1985962" y="7602987"/>
                  <a:pt x="1985962" y="7619869"/>
                </a:cubicBezTo>
                <a:cubicBezTo>
                  <a:pt x="1985962" y="7647042"/>
                  <a:pt x="1961518" y="7656481"/>
                  <a:pt x="1944440" y="7635903"/>
                </a:cubicBezTo>
                <a:close/>
                <a:moveTo>
                  <a:pt x="2367981" y="7633508"/>
                </a:moveTo>
                <a:cubicBezTo>
                  <a:pt x="2357948" y="7607362"/>
                  <a:pt x="2361620" y="7592405"/>
                  <a:pt x="2380559" y="7582269"/>
                </a:cubicBezTo>
                <a:cubicBezTo>
                  <a:pt x="2416413" y="7563081"/>
                  <a:pt x="2453907" y="7604125"/>
                  <a:pt x="2428495" y="7634744"/>
                </a:cubicBezTo>
                <a:cubicBezTo>
                  <a:pt x="2413208" y="7653163"/>
                  <a:pt x="2375226" y="7652388"/>
                  <a:pt x="2367981" y="7633508"/>
                </a:cubicBezTo>
                <a:close/>
                <a:moveTo>
                  <a:pt x="3889644" y="7634287"/>
                </a:moveTo>
                <a:cubicBezTo>
                  <a:pt x="3881252" y="7612417"/>
                  <a:pt x="3893025" y="7591425"/>
                  <a:pt x="3913682" y="7591425"/>
                </a:cubicBezTo>
                <a:cubicBezTo>
                  <a:pt x="3935926" y="7591425"/>
                  <a:pt x="3943975" y="7609017"/>
                  <a:pt x="3932202" y="7631906"/>
                </a:cubicBezTo>
                <a:cubicBezTo>
                  <a:pt x="3921698" y="7652330"/>
                  <a:pt x="3897096" y="7653706"/>
                  <a:pt x="3889644" y="7634287"/>
                </a:cubicBezTo>
                <a:close/>
                <a:moveTo>
                  <a:pt x="2199878" y="7624284"/>
                </a:moveTo>
                <a:cubicBezTo>
                  <a:pt x="2179755" y="7600037"/>
                  <a:pt x="2212844" y="7571337"/>
                  <a:pt x="2235175" y="7593668"/>
                </a:cubicBezTo>
                <a:cubicBezTo>
                  <a:pt x="2250743" y="7609236"/>
                  <a:pt x="2240330" y="7639050"/>
                  <a:pt x="2219325" y="7639050"/>
                </a:cubicBezTo>
                <a:cubicBezTo>
                  <a:pt x="2215369" y="7639050"/>
                  <a:pt x="2206618" y="7632405"/>
                  <a:pt x="2199878" y="7624284"/>
                </a:cubicBezTo>
                <a:close/>
                <a:moveTo>
                  <a:pt x="3259489" y="7624096"/>
                </a:moveTo>
                <a:cubicBezTo>
                  <a:pt x="3222171" y="7597957"/>
                  <a:pt x="3237422" y="7543800"/>
                  <a:pt x="3282101" y="7543800"/>
                </a:cubicBezTo>
                <a:cubicBezTo>
                  <a:pt x="3325968" y="7543800"/>
                  <a:pt x="3338326" y="7600596"/>
                  <a:pt x="3299970" y="7625926"/>
                </a:cubicBezTo>
                <a:cubicBezTo>
                  <a:pt x="3283388" y="7636876"/>
                  <a:pt x="3277346" y="7636603"/>
                  <a:pt x="3259489" y="7624096"/>
                </a:cubicBezTo>
                <a:close/>
                <a:moveTo>
                  <a:pt x="3628957" y="7621860"/>
                </a:moveTo>
                <a:cubicBezTo>
                  <a:pt x="3600284" y="7598642"/>
                  <a:pt x="3608604" y="7556422"/>
                  <a:pt x="3643581" y="7547643"/>
                </a:cubicBezTo>
                <a:cubicBezTo>
                  <a:pt x="3692872" y="7535272"/>
                  <a:pt x="3714475" y="7597543"/>
                  <a:pt x="3670874" y="7626316"/>
                </a:cubicBezTo>
                <a:cubicBezTo>
                  <a:pt x="3653291" y="7637919"/>
                  <a:pt x="3648109" y="7637368"/>
                  <a:pt x="3628957" y="7621860"/>
                </a:cubicBezTo>
                <a:close/>
                <a:moveTo>
                  <a:pt x="4337036" y="7624023"/>
                </a:moveTo>
                <a:cubicBezTo>
                  <a:pt x="4333864" y="7615759"/>
                  <a:pt x="4338285" y="7601982"/>
                  <a:pt x="4346860" y="7593407"/>
                </a:cubicBezTo>
                <a:cubicBezTo>
                  <a:pt x="4361296" y="7578971"/>
                  <a:pt x="4363603" y="7578971"/>
                  <a:pt x="4378039" y="7593407"/>
                </a:cubicBezTo>
                <a:cubicBezTo>
                  <a:pt x="4397513" y="7612881"/>
                  <a:pt x="4388575" y="7639050"/>
                  <a:pt x="4362450" y="7639050"/>
                </a:cubicBezTo>
                <a:cubicBezTo>
                  <a:pt x="4351643" y="7639050"/>
                  <a:pt x="4340207" y="7632288"/>
                  <a:pt x="4337036" y="7624023"/>
                </a:cubicBezTo>
                <a:close/>
                <a:moveTo>
                  <a:pt x="1592222" y="7611633"/>
                </a:moveTo>
                <a:cubicBezTo>
                  <a:pt x="1572269" y="7598985"/>
                  <a:pt x="1582502" y="7558573"/>
                  <a:pt x="1606525" y="7555150"/>
                </a:cubicBezTo>
                <a:cubicBezTo>
                  <a:pt x="1631425" y="7551603"/>
                  <a:pt x="1645817" y="7585177"/>
                  <a:pt x="1628395" y="7606169"/>
                </a:cubicBezTo>
                <a:cubicBezTo>
                  <a:pt x="1615223" y="7622041"/>
                  <a:pt x="1609909" y="7622843"/>
                  <a:pt x="1592222" y="7611633"/>
                </a:cubicBezTo>
                <a:close/>
                <a:moveTo>
                  <a:pt x="2746361" y="7604973"/>
                </a:moveTo>
                <a:cubicBezTo>
                  <a:pt x="2743189" y="7596709"/>
                  <a:pt x="2747610" y="7582932"/>
                  <a:pt x="2756185" y="7574357"/>
                </a:cubicBezTo>
                <a:cubicBezTo>
                  <a:pt x="2770621" y="7559921"/>
                  <a:pt x="2772928" y="7559921"/>
                  <a:pt x="2787364" y="7574357"/>
                </a:cubicBezTo>
                <a:cubicBezTo>
                  <a:pt x="2806838" y="7593831"/>
                  <a:pt x="2797900" y="7620000"/>
                  <a:pt x="2771775" y="7620000"/>
                </a:cubicBezTo>
                <a:cubicBezTo>
                  <a:pt x="2760968" y="7620000"/>
                  <a:pt x="2749532" y="7613238"/>
                  <a:pt x="2746361" y="7604973"/>
                </a:cubicBezTo>
                <a:close/>
                <a:moveTo>
                  <a:pt x="2977242" y="7605032"/>
                </a:moveTo>
                <a:cubicBezTo>
                  <a:pt x="2957735" y="7585524"/>
                  <a:pt x="2958345" y="7569813"/>
                  <a:pt x="2979631" y="7543526"/>
                </a:cubicBezTo>
                <a:cubicBezTo>
                  <a:pt x="2996506" y="7522686"/>
                  <a:pt x="2997696" y="7522555"/>
                  <a:pt x="3022494" y="7538803"/>
                </a:cubicBezTo>
                <a:cubicBezTo>
                  <a:pt x="3051846" y="7558036"/>
                  <a:pt x="3053851" y="7569307"/>
                  <a:pt x="3033172" y="7598830"/>
                </a:cubicBezTo>
                <a:cubicBezTo>
                  <a:pt x="3015714" y="7623755"/>
                  <a:pt x="2997937" y="7625726"/>
                  <a:pt x="2977242" y="7605032"/>
                </a:cubicBezTo>
                <a:close/>
                <a:moveTo>
                  <a:pt x="1777888" y="7574006"/>
                </a:moveTo>
                <a:cubicBezTo>
                  <a:pt x="1757123" y="7551061"/>
                  <a:pt x="1757974" y="7531458"/>
                  <a:pt x="1780623" y="7510961"/>
                </a:cubicBezTo>
                <a:cubicBezTo>
                  <a:pt x="1823240" y="7472394"/>
                  <a:pt x="1880957" y="7530528"/>
                  <a:pt x="1842376" y="7573160"/>
                </a:cubicBezTo>
                <a:cubicBezTo>
                  <a:pt x="1821579" y="7596141"/>
                  <a:pt x="1798198" y="7596447"/>
                  <a:pt x="1777888" y="7574006"/>
                </a:cubicBezTo>
                <a:close/>
                <a:moveTo>
                  <a:pt x="4044220" y="7551779"/>
                </a:moveTo>
                <a:cubicBezTo>
                  <a:pt x="4036896" y="7505982"/>
                  <a:pt x="4044272" y="7494859"/>
                  <a:pt x="4074318" y="7506388"/>
                </a:cubicBezTo>
                <a:cubicBezTo>
                  <a:pt x="4102343" y="7517141"/>
                  <a:pt x="4104342" y="7567106"/>
                  <a:pt x="4077326" y="7581564"/>
                </a:cubicBezTo>
                <a:cubicBezTo>
                  <a:pt x="4051190" y="7595552"/>
                  <a:pt x="4051224" y="7595582"/>
                  <a:pt x="4044220" y="7551779"/>
                </a:cubicBezTo>
                <a:close/>
                <a:moveTo>
                  <a:pt x="1308086" y="7566873"/>
                </a:moveTo>
                <a:cubicBezTo>
                  <a:pt x="1304914" y="7558609"/>
                  <a:pt x="1309597" y="7544679"/>
                  <a:pt x="1318492" y="7535917"/>
                </a:cubicBezTo>
                <a:cubicBezTo>
                  <a:pt x="1333613" y="7521022"/>
                  <a:pt x="1335512" y="7521130"/>
                  <a:pt x="1347715" y="7537582"/>
                </a:cubicBezTo>
                <a:cubicBezTo>
                  <a:pt x="1354893" y="7547259"/>
                  <a:pt x="1358459" y="7561189"/>
                  <a:pt x="1355639" y="7568538"/>
                </a:cubicBezTo>
                <a:cubicBezTo>
                  <a:pt x="1348682" y="7586666"/>
                  <a:pt x="1315231" y="7585495"/>
                  <a:pt x="1308086" y="7566873"/>
                </a:cubicBezTo>
                <a:close/>
                <a:moveTo>
                  <a:pt x="4229535" y="7568136"/>
                </a:moveTo>
                <a:cubicBezTo>
                  <a:pt x="4202443" y="7535493"/>
                  <a:pt x="4239808" y="7480309"/>
                  <a:pt x="4274343" y="7501958"/>
                </a:cubicBezTo>
                <a:cubicBezTo>
                  <a:pt x="4308332" y="7523265"/>
                  <a:pt x="4296106" y="7581900"/>
                  <a:pt x="4257675" y="7581900"/>
                </a:cubicBezTo>
                <a:cubicBezTo>
                  <a:pt x="4248480" y="7581900"/>
                  <a:pt x="4235817" y="7575706"/>
                  <a:pt x="4229535" y="7568136"/>
                </a:cubicBezTo>
                <a:close/>
                <a:moveTo>
                  <a:pt x="3120106" y="7546871"/>
                </a:moveTo>
                <a:cubicBezTo>
                  <a:pt x="3109897" y="7520268"/>
                  <a:pt x="3139346" y="7497714"/>
                  <a:pt x="3158839" y="7517207"/>
                </a:cubicBezTo>
                <a:cubicBezTo>
                  <a:pt x="3167414" y="7525782"/>
                  <a:pt x="3171835" y="7539559"/>
                  <a:pt x="3168663" y="7547823"/>
                </a:cubicBezTo>
                <a:cubicBezTo>
                  <a:pt x="3161024" y="7567731"/>
                  <a:pt x="3127861" y="7567080"/>
                  <a:pt x="3120106" y="7546871"/>
                </a:cubicBezTo>
                <a:close/>
                <a:moveTo>
                  <a:pt x="3419475" y="7548562"/>
                </a:moveTo>
                <a:cubicBezTo>
                  <a:pt x="3405749" y="7532024"/>
                  <a:pt x="3421273" y="7505700"/>
                  <a:pt x="3444752" y="7505700"/>
                </a:cubicBezTo>
                <a:cubicBezTo>
                  <a:pt x="3463715" y="7505700"/>
                  <a:pt x="3471452" y="7531841"/>
                  <a:pt x="3457474" y="7548683"/>
                </a:cubicBezTo>
                <a:cubicBezTo>
                  <a:pt x="3442645" y="7566551"/>
                  <a:pt x="3434382" y="7566525"/>
                  <a:pt x="3419475" y="7548562"/>
                </a:cubicBezTo>
                <a:close/>
                <a:moveTo>
                  <a:pt x="2838550" y="7539158"/>
                </a:moveTo>
                <a:cubicBezTo>
                  <a:pt x="2823083" y="7520522"/>
                  <a:pt x="2833070" y="7496175"/>
                  <a:pt x="2856181" y="7496175"/>
                </a:cubicBezTo>
                <a:cubicBezTo>
                  <a:pt x="2878710" y="7496175"/>
                  <a:pt x="2890277" y="7522496"/>
                  <a:pt x="2875548" y="7540244"/>
                </a:cubicBezTo>
                <a:cubicBezTo>
                  <a:pt x="2861646" y="7556995"/>
                  <a:pt x="2853146" y="7556745"/>
                  <a:pt x="2838550" y="7539158"/>
                </a:cubicBezTo>
                <a:close/>
                <a:moveTo>
                  <a:pt x="2079894" y="7529512"/>
                </a:moveTo>
                <a:cubicBezTo>
                  <a:pt x="2072348" y="7509848"/>
                  <a:pt x="2082579" y="7486650"/>
                  <a:pt x="2098797" y="7486650"/>
                </a:cubicBezTo>
                <a:cubicBezTo>
                  <a:pt x="2117864" y="7486650"/>
                  <a:pt x="2136743" y="7512343"/>
                  <a:pt x="2130202" y="7529391"/>
                </a:cubicBezTo>
                <a:cubicBezTo>
                  <a:pt x="2123061" y="7547999"/>
                  <a:pt x="2087022" y="7548086"/>
                  <a:pt x="2079894" y="7529512"/>
                </a:cubicBezTo>
                <a:close/>
                <a:moveTo>
                  <a:pt x="2663566" y="7527666"/>
                </a:moveTo>
                <a:cubicBezTo>
                  <a:pt x="2652182" y="7516282"/>
                  <a:pt x="2657415" y="7496175"/>
                  <a:pt x="2671762" y="7496175"/>
                </a:cubicBezTo>
                <a:cubicBezTo>
                  <a:pt x="2679620" y="7496175"/>
                  <a:pt x="2686050" y="7502351"/>
                  <a:pt x="2686050" y="7509900"/>
                </a:cubicBezTo>
                <a:cubicBezTo>
                  <a:pt x="2686050" y="7525813"/>
                  <a:pt x="2672455" y="7536555"/>
                  <a:pt x="2663566" y="7527666"/>
                </a:cubicBezTo>
                <a:close/>
                <a:moveTo>
                  <a:pt x="3785305" y="7510338"/>
                </a:moveTo>
                <a:cubicBezTo>
                  <a:pt x="3774501" y="7467292"/>
                  <a:pt x="3820875" y="7439558"/>
                  <a:pt x="3848334" y="7472644"/>
                </a:cubicBezTo>
                <a:cubicBezTo>
                  <a:pt x="3866853" y="7494959"/>
                  <a:pt x="3845683" y="7534275"/>
                  <a:pt x="3815148" y="7534275"/>
                </a:cubicBezTo>
                <a:cubicBezTo>
                  <a:pt x="3797634" y="7534275"/>
                  <a:pt x="3789719" y="7527926"/>
                  <a:pt x="3785305" y="7510338"/>
                </a:cubicBezTo>
                <a:close/>
                <a:moveTo>
                  <a:pt x="2481112" y="7489902"/>
                </a:moveTo>
                <a:cubicBezTo>
                  <a:pt x="2463843" y="7472632"/>
                  <a:pt x="2466173" y="7458898"/>
                  <a:pt x="2488794" y="7444629"/>
                </a:cubicBezTo>
                <a:cubicBezTo>
                  <a:pt x="2508878" y="7431960"/>
                  <a:pt x="2537196" y="7456800"/>
                  <a:pt x="2528501" y="7479459"/>
                </a:cubicBezTo>
                <a:cubicBezTo>
                  <a:pt x="2519813" y="7502099"/>
                  <a:pt x="2498096" y="7506885"/>
                  <a:pt x="2481112" y="7489902"/>
                </a:cubicBezTo>
                <a:close/>
                <a:moveTo>
                  <a:pt x="1447902" y="7482011"/>
                </a:moveTo>
                <a:cubicBezTo>
                  <a:pt x="1430075" y="7460530"/>
                  <a:pt x="1443967" y="7421299"/>
                  <a:pt x="1471881" y="7414293"/>
                </a:cubicBezTo>
                <a:cubicBezTo>
                  <a:pt x="1511966" y="7404233"/>
                  <a:pt x="1534982" y="7437421"/>
                  <a:pt x="1518218" y="7481108"/>
                </a:cubicBezTo>
                <a:cubicBezTo>
                  <a:pt x="1510853" y="7500300"/>
                  <a:pt x="1463585" y="7500907"/>
                  <a:pt x="1447902" y="7482011"/>
                </a:cubicBezTo>
                <a:close/>
                <a:moveTo>
                  <a:pt x="1221105" y="7475220"/>
                </a:moveTo>
                <a:cubicBezTo>
                  <a:pt x="1201203" y="7455318"/>
                  <a:pt x="1213929" y="7410450"/>
                  <a:pt x="1239474" y="7410450"/>
                </a:cubicBezTo>
                <a:cubicBezTo>
                  <a:pt x="1249101" y="7410450"/>
                  <a:pt x="1276350" y="7438603"/>
                  <a:pt x="1276350" y="7448550"/>
                </a:cubicBezTo>
                <a:cubicBezTo>
                  <a:pt x="1276350" y="7458496"/>
                  <a:pt x="1249101" y="7486650"/>
                  <a:pt x="1239474" y="7486650"/>
                </a:cubicBezTo>
                <a:cubicBezTo>
                  <a:pt x="1235657" y="7486650"/>
                  <a:pt x="1227391" y="7481506"/>
                  <a:pt x="1221105" y="7475220"/>
                </a:cubicBezTo>
                <a:close/>
                <a:moveTo>
                  <a:pt x="2253342" y="7471682"/>
                </a:moveTo>
                <a:cubicBezTo>
                  <a:pt x="2233455" y="7451794"/>
                  <a:pt x="2234416" y="7426510"/>
                  <a:pt x="2255793" y="7407163"/>
                </a:cubicBezTo>
                <a:cubicBezTo>
                  <a:pt x="2299774" y="7367361"/>
                  <a:pt x="2352975" y="7412836"/>
                  <a:pt x="2320469" y="7462447"/>
                </a:cubicBezTo>
                <a:cubicBezTo>
                  <a:pt x="2302448" y="7489950"/>
                  <a:pt x="2275340" y="7493679"/>
                  <a:pt x="2253342" y="7471682"/>
                </a:cubicBezTo>
                <a:close/>
                <a:moveTo>
                  <a:pt x="3525797" y="7478283"/>
                </a:moveTo>
                <a:cubicBezTo>
                  <a:pt x="3503434" y="7464107"/>
                  <a:pt x="3516207" y="7424737"/>
                  <a:pt x="3543169" y="7424737"/>
                </a:cubicBezTo>
                <a:cubicBezTo>
                  <a:pt x="3570101" y="7424737"/>
                  <a:pt x="3580277" y="7450761"/>
                  <a:pt x="3561970" y="7472820"/>
                </a:cubicBezTo>
                <a:cubicBezTo>
                  <a:pt x="3548798" y="7488691"/>
                  <a:pt x="3543484" y="7489493"/>
                  <a:pt x="3525797" y="7478283"/>
                </a:cubicBezTo>
                <a:close/>
                <a:moveTo>
                  <a:pt x="1949450" y="7461249"/>
                </a:moveTo>
                <a:cubicBezTo>
                  <a:pt x="1940088" y="7451888"/>
                  <a:pt x="1941729" y="7412421"/>
                  <a:pt x="1951736" y="7406236"/>
                </a:cubicBezTo>
                <a:cubicBezTo>
                  <a:pt x="1956486" y="7403300"/>
                  <a:pt x="1958130" y="7409477"/>
                  <a:pt x="1955388" y="7419961"/>
                </a:cubicBezTo>
                <a:cubicBezTo>
                  <a:pt x="1949056" y="7444173"/>
                  <a:pt x="1976344" y="7446337"/>
                  <a:pt x="1985583" y="7422356"/>
                </a:cubicBezTo>
                <a:cubicBezTo>
                  <a:pt x="1991654" y="7406601"/>
                  <a:pt x="1992534" y="7406628"/>
                  <a:pt x="2001642" y="7422854"/>
                </a:cubicBezTo>
                <a:cubicBezTo>
                  <a:pt x="2017744" y="7451538"/>
                  <a:pt x="1972800" y="7484600"/>
                  <a:pt x="1949450" y="7461249"/>
                </a:cubicBezTo>
                <a:close/>
                <a:moveTo>
                  <a:pt x="2714625" y="7439025"/>
                </a:moveTo>
                <a:cubicBezTo>
                  <a:pt x="2694102" y="7418502"/>
                  <a:pt x="2692266" y="7411104"/>
                  <a:pt x="2701636" y="7386686"/>
                </a:cubicBezTo>
                <a:cubicBezTo>
                  <a:pt x="2718280" y="7343314"/>
                  <a:pt x="2790825" y="7356096"/>
                  <a:pt x="2790825" y="7402401"/>
                </a:cubicBezTo>
                <a:cubicBezTo>
                  <a:pt x="2790825" y="7421070"/>
                  <a:pt x="2759169" y="7458075"/>
                  <a:pt x="2743200" y="7458075"/>
                </a:cubicBezTo>
                <a:cubicBezTo>
                  <a:pt x="2737961" y="7458075"/>
                  <a:pt x="2725102" y="7449502"/>
                  <a:pt x="2714625" y="7439025"/>
                </a:cubicBezTo>
                <a:close/>
                <a:moveTo>
                  <a:pt x="3257913" y="7444226"/>
                </a:moveTo>
                <a:cubicBezTo>
                  <a:pt x="3242270" y="7425376"/>
                  <a:pt x="3252770" y="7398607"/>
                  <a:pt x="3274189" y="7402732"/>
                </a:cubicBezTo>
                <a:cubicBezTo>
                  <a:pt x="3284578" y="7404733"/>
                  <a:pt x="3290887" y="7414596"/>
                  <a:pt x="3290887" y="7428836"/>
                </a:cubicBezTo>
                <a:cubicBezTo>
                  <a:pt x="3290887" y="7456437"/>
                  <a:pt x="3274425" y="7464120"/>
                  <a:pt x="3257913" y="7444226"/>
                </a:cubicBezTo>
                <a:close/>
                <a:moveTo>
                  <a:pt x="4120242" y="7443107"/>
                </a:moveTo>
                <a:cubicBezTo>
                  <a:pt x="4095468" y="7418332"/>
                  <a:pt x="4112799" y="7372350"/>
                  <a:pt x="4146912" y="7372350"/>
                </a:cubicBezTo>
                <a:cubicBezTo>
                  <a:pt x="4164846" y="7372350"/>
                  <a:pt x="4181475" y="7392972"/>
                  <a:pt x="4181475" y="7415212"/>
                </a:cubicBezTo>
                <a:cubicBezTo>
                  <a:pt x="4181475" y="7454399"/>
                  <a:pt x="4147165" y="7470029"/>
                  <a:pt x="4120242" y="7443107"/>
                </a:cubicBezTo>
                <a:close/>
                <a:moveTo>
                  <a:pt x="1695378" y="7434176"/>
                </a:moveTo>
                <a:cubicBezTo>
                  <a:pt x="1686385" y="7423340"/>
                  <a:pt x="1685810" y="7416279"/>
                  <a:pt x="1693308" y="7408781"/>
                </a:cubicBezTo>
                <a:cubicBezTo>
                  <a:pt x="1707758" y="7394331"/>
                  <a:pt x="1735618" y="7406988"/>
                  <a:pt x="1731872" y="7426300"/>
                </a:cubicBezTo>
                <a:cubicBezTo>
                  <a:pt x="1727595" y="7448355"/>
                  <a:pt x="1710252" y="7452098"/>
                  <a:pt x="1695378" y="7434176"/>
                </a:cubicBezTo>
                <a:close/>
                <a:moveTo>
                  <a:pt x="3933162" y="7433464"/>
                </a:moveTo>
                <a:cubicBezTo>
                  <a:pt x="3917519" y="7414615"/>
                  <a:pt x="3931798" y="7387946"/>
                  <a:pt x="3959779" y="7383752"/>
                </a:cubicBezTo>
                <a:cubicBezTo>
                  <a:pt x="3983269" y="7380231"/>
                  <a:pt x="3994599" y="7404929"/>
                  <a:pt x="3981080" y="7430190"/>
                </a:cubicBezTo>
                <a:cubicBezTo>
                  <a:pt x="3969153" y="7452476"/>
                  <a:pt x="3950025" y="7453782"/>
                  <a:pt x="3933162" y="7433464"/>
                </a:cubicBezTo>
                <a:close/>
                <a:moveTo>
                  <a:pt x="4321175" y="7442199"/>
                </a:moveTo>
                <a:cubicBezTo>
                  <a:pt x="4309899" y="7430924"/>
                  <a:pt x="4314429" y="7403114"/>
                  <a:pt x="4328416" y="7397747"/>
                </a:cubicBezTo>
                <a:cubicBezTo>
                  <a:pt x="4345834" y="7391063"/>
                  <a:pt x="4366267" y="7415336"/>
                  <a:pt x="4359052" y="7434141"/>
                </a:cubicBezTo>
                <a:cubicBezTo>
                  <a:pt x="4353359" y="7448976"/>
                  <a:pt x="4332408" y="7453433"/>
                  <a:pt x="4321175" y="7442199"/>
                </a:cubicBezTo>
                <a:close/>
                <a:moveTo>
                  <a:pt x="2918118" y="7405751"/>
                </a:moveTo>
                <a:cubicBezTo>
                  <a:pt x="2914819" y="7397153"/>
                  <a:pt x="2916687" y="7385552"/>
                  <a:pt x="2922270" y="7379970"/>
                </a:cubicBezTo>
                <a:cubicBezTo>
                  <a:pt x="2936782" y="7365457"/>
                  <a:pt x="2964279" y="7378721"/>
                  <a:pt x="2960488" y="7398405"/>
                </a:cubicBezTo>
                <a:cubicBezTo>
                  <a:pt x="2956265" y="7420330"/>
                  <a:pt x="2925744" y="7425622"/>
                  <a:pt x="2918118" y="7405751"/>
                </a:cubicBezTo>
                <a:close/>
                <a:moveTo>
                  <a:pt x="3085627" y="7405118"/>
                </a:moveTo>
                <a:cubicBezTo>
                  <a:pt x="3069658" y="7385877"/>
                  <a:pt x="3084452" y="7340507"/>
                  <a:pt x="3108185" y="7335937"/>
                </a:cubicBezTo>
                <a:cubicBezTo>
                  <a:pt x="3131148" y="7331514"/>
                  <a:pt x="3152775" y="7351127"/>
                  <a:pt x="3152775" y="7376373"/>
                </a:cubicBezTo>
                <a:cubicBezTo>
                  <a:pt x="3152775" y="7416485"/>
                  <a:pt x="3110190" y="7434714"/>
                  <a:pt x="3085627" y="7405118"/>
                </a:cubicBezTo>
                <a:close/>
                <a:moveTo>
                  <a:pt x="1337697" y="7390485"/>
                </a:moveTo>
                <a:cubicBezTo>
                  <a:pt x="1329300" y="7376898"/>
                  <a:pt x="1357098" y="7349100"/>
                  <a:pt x="1370685" y="7357497"/>
                </a:cubicBezTo>
                <a:cubicBezTo>
                  <a:pt x="1376427" y="7361046"/>
                  <a:pt x="1381125" y="7372268"/>
                  <a:pt x="1381125" y="7382437"/>
                </a:cubicBezTo>
                <a:cubicBezTo>
                  <a:pt x="1381125" y="7402668"/>
                  <a:pt x="1348916" y="7408637"/>
                  <a:pt x="1337697" y="7390485"/>
                </a:cubicBezTo>
                <a:close/>
                <a:moveTo>
                  <a:pt x="3636939" y="7389018"/>
                </a:moveTo>
                <a:cubicBezTo>
                  <a:pt x="3609937" y="7367263"/>
                  <a:pt x="3608776" y="7344107"/>
                  <a:pt x="3633450" y="7319433"/>
                </a:cubicBezTo>
                <a:cubicBezTo>
                  <a:pt x="3646256" y="7306627"/>
                  <a:pt x="3661215" y="7296150"/>
                  <a:pt x="3666692" y="7296150"/>
                </a:cubicBezTo>
                <a:cubicBezTo>
                  <a:pt x="3681648" y="7296150"/>
                  <a:pt x="3714750" y="7332233"/>
                  <a:pt x="3714750" y="7348537"/>
                </a:cubicBezTo>
                <a:cubicBezTo>
                  <a:pt x="3714750" y="7366130"/>
                  <a:pt x="3681164" y="7400925"/>
                  <a:pt x="3664183" y="7400925"/>
                </a:cubicBezTo>
                <a:cubicBezTo>
                  <a:pt x="3657326" y="7400925"/>
                  <a:pt x="3645066" y="7395567"/>
                  <a:pt x="3636939" y="7389018"/>
                </a:cubicBezTo>
                <a:close/>
                <a:moveTo>
                  <a:pt x="2130840" y="7372350"/>
                </a:moveTo>
                <a:cubicBezTo>
                  <a:pt x="2133580" y="7361872"/>
                  <a:pt x="2139608" y="7353300"/>
                  <a:pt x="2144235" y="7353300"/>
                </a:cubicBezTo>
                <a:cubicBezTo>
                  <a:pt x="2148863" y="7353300"/>
                  <a:pt x="2152650" y="7361872"/>
                  <a:pt x="2152650" y="7372350"/>
                </a:cubicBezTo>
                <a:cubicBezTo>
                  <a:pt x="2152650" y="7382827"/>
                  <a:pt x="2146621" y="7391400"/>
                  <a:pt x="2139254" y="7391400"/>
                </a:cubicBezTo>
                <a:cubicBezTo>
                  <a:pt x="2130547" y="7391400"/>
                  <a:pt x="2127602" y="7384731"/>
                  <a:pt x="2130840" y="7372350"/>
                </a:cubicBezTo>
                <a:close/>
                <a:moveTo>
                  <a:pt x="1590675" y="7367587"/>
                </a:moveTo>
                <a:cubicBezTo>
                  <a:pt x="1590675" y="7359729"/>
                  <a:pt x="1594961" y="7353300"/>
                  <a:pt x="1600200" y="7353300"/>
                </a:cubicBezTo>
                <a:cubicBezTo>
                  <a:pt x="1605438" y="7353300"/>
                  <a:pt x="1609725" y="7359729"/>
                  <a:pt x="1609725" y="7367587"/>
                </a:cubicBezTo>
                <a:cubicBezTo>
                  <a:pt x="1609725" y="7375445"/>
                  <a:pt x="1605438" y="7381875"/>
                  <a:pt x="1600200" y="7381875"/>
                </a:cubicBezTo>
                <a:cubicBezTo>
                  <a:pt x="1594961" y="7381875"/>
                  <a:pt x="1590675" y="7375445"/>
                  <a:pt x="1590675" y="7367587"/>
                </a:cubicBezTo>
                <a:close/>
                <a:moveTo>
                  <a:pt x="1084227" y="7334358"/>
                </a:moveTo>
                <a:cubicBezTo>
                  <a:pt x="1080972" y="7300221"/>
                  <a:pt x="1082793" y="7295717"/>
                  <a:pt x="1098876" y="7298142"/>
                </a:cubicBezTo>
                <a:cubicBezTo>
                  <a:pt x="1140105" y="7304360"/>
                  <a:pt x="1143054" y="7362480"/>
                  <a:pt x="1102545" y="7370465"/>
                </a:cubicBezTo>
                <a:cubicBezTo>
                  <a:pt x="1091780" y="7372587"/>
                  <a:pt x="1086969" y="7363103"/>
                  <a:pt x="1084227" y="7334358"/>
                </a:cubicBezTo>
                <a:close/>
                <a:moveTo>
                  <a:pt x="3371205" y="7352095"/>
                </a:moveTo>
                <a:cubicBezTo>
                  <a:pt x="3347752" y="7308273"/>
                  <a:pt x="3402012" y="7263447"/>
                  <a:pt x="3436620" y="7298055"/>
                </a:cubicBezTo>
                <a:cubicBezTo>
                  <a:pt x="3454118" y="7315553"/>
                  <a:pt x="3450220" y="7351468"/>
                  <a:pt x="3429626" y="7362489"/>
                </a:cubicBezTo>
                <a:cubicBezTo>
                  <a:pt x="3401392" y="7377600"/>
                  <a:pt x="3383114" y="7374347"/>
                  <a:pt x="3371205" y="7352095"/>
                </a:cubicBezTo>
                <a:close/>
                <a:moveTo>
                  <a:pt x="2558568" y="7348282"/>
                </a:moveTo>
                <a:cubicBezTo>
                  <a:pt x="2550101" y="7339816"/>
                  <a:pt x="2543175" y="7329215"/>
                  <a:pt x="2543175" y="7324725"/>
                </a:cubicBezTo>
                <a:cubicBezTo>
                  <a:pt x="2543175" y="7311494"/>
                  <a:pt x="2573084" y="7285482"/>
                  <a:pt x="2584081" y="7289147"/>
                </a:cubicBezTo>
                <a:cubicBezTo>
                  <a:pt x="2604088" y="7295816"/>
                  <a:pt x="2615079" y="7323829"/>
                  <a:pt x="2604358" y="7340826"/>
                </a:cubicBezTo>
                <a:cubicBezTo>
                  <a:pt x="2589893" y="7363757"/>
                  <a:pt x="2576262" y="7365977"/>
                  <a:pt x="2558568" y="7348282"/>
                </a:cubicBezTo>
                <a:close/>
                <a:moveTo>
                  <a:pt x="2358948" y="7320466"/>
                </a:moveTo>
                <a:cubicBezTo>
                  <a:pt x="2349798" y="7296621"/>
                  <a:pt x="2362776" y="7275829"/>
                  <a:pt x="2384843" y="7278977"/>
                </a:cubicBezTo>
                <a:cubicBezTo>
                  <a:pt x="2399291" y="7281039"/>
                  <a:pt x="2405062" y="7288659"/>
                  <a:pt x="2405062" y="7305675"/>
                </a:cubicBezTo>
                <a:cubicBezTo>
                  <a:pt x="2405062" y="7333427"/>
                  <a:pt x="2368431" y="7345177"/>
                  <a:pt x="2358948" y="7320466"/>
                </a:cubicBezTo>
                <a:close/>
                <a:moveTo>
                  <a:pt x="3816662" y="7321479"/>
                </a:moveTo>
                <a:cubicBezTo>
                  <a:pt x="3809336" y="7302388"/>
                  <a:pt x="3824998" y="7283032"/>
                  <a:pt x="3842376" y="7289700"/>
                </a:cubicBezTo>
                <a:cubicBezTo>
                  <a:pt x="3864354" y="7298134"/>
                  <a:pt x="3862098" y="7334250"/>
                  <a:pt x="3839594" y="7334250"/>
                </a:cubicBezTo>
                <a:cubicBezTo>
                  <a:pt x="3829677" y="7334250"/>
                  <a:pt x="3819357" y="7328503"/>
                  <a:pt x="3816662" y="7321479"/>
                </a:cubicBezTo>
                <a:close/>
                <a:moveTo>
                  <a:pt x="4035424" y="7318374"/>
                </a:moveTo>
                <a:cubicBezTo>
                  <a:pt x="4023236" y="7306186"/>
                  <a:pt x="4029194" y="7266931"/>
                  <a:pt x="4044101" y="7261211"/>
                </a:cubicBezTo>
                <a:cubicBezTo>
                  <a:pt x="4068521" y="7251840"/>
                  <a:pt x="4090293" y="7280275"/>
                  <a:pt x="4077294" y="7304563"/>
                </a:cubicBezTo>
                <a:cubicBezTo>
                  <a:pt x="4066634" y="7324482"/>
                  <a:pt x="4047758" y="7330708"/>
                  <a:pt x="4035424" y="7318374"/>
                </a:cubicBezTo>
                <a:close/>
                <a:moveTo>
                  <a:pt x="1439435" y="7293500"/>
                </a:moveTo>
                <a:cubicBezTo>
                  <a:pt x="1425019" y="7279084"/>
                  <a:pt x="1425983" y="7262678"/>
                  <a:pt x="1442028" y="7249362"/>
                </a:cubicBezTo>
                <a:cubicBezTo>
                  <a:pt x="1458434" y="7235746"/>
                  <a:pt x="1487956" y="7260658"/>
                  <a:pt x="1479996" y="7281401"/>
                </a:cubicBezTo>
                <a:cubicBezTo>
                  <a:pt x="1472856" y="7300006"/>
                  <a:pt x="1452125" y="7306190"/>
                  <a:pt x="1439435" y="7293500"/>
                </a:cubicBezTo>
                <a:close/>
                <a:moveTo>
                  <a:pt x="3220030" y="7296508"/>
                </a:moveTo>
                <a:cubicBezTo>
                  <a:pt x="3201430" y="7285013"/>
                  <a:pt x="3212406" y="7253640"/>
                  <a:pt x="3236216" y="7250243"/>
                </a:cubicBezTo>
                <a:cubicBezTo>
                  <a:pt x="3253359" y="7247797"/>
                  <a:pt x="3257550" y="7251807"/>
                  <a:pt x="3257550" y="7270655"/>
                </a:cubicBezTo>
                <a:cubicBezTo>
                  <a:pt x="3257550" y="7295936"/>
                  <a:pt x="3239371" y="7308462"/>
                  <a:pt x="3220030" y="7296508"/>
                </a:cubicBezTo>
                <a:close/>
                <a:moveTo>
                  <a:pt x="4297680" y="7294245"/>
                </a:moveTo>
                <a:cubicBezTo>
                  <a:pt x="4280434" y="7276999"/>
                  <a:pt x="4283942" y="7244040"/>
                  <a:pt x="4305055" y="7224933"/>
                </a:cubicBezTo>
                <a:cubicBezTo>
                  <a:pt x="4322666" y="7208996"/>
                  <a:pt x="4325391" y="7208916"/>
                  <a:pt x="4347918" y="7223676"/>
                </a:cubicBezTo>
                <a:cubicBezTo>
                  <a:pt x="4387975" y="7249923"/>
                  <a:pt x="4375189" y="7305675"/>
                  <a:pt x="4329112" y="7305675"/>
                </a:cubicBezTo>
                <a:cubicBezTo>
                  <a:pt x="4318111" y="7305675"/>
                  <a:pt x="4303966" y="7300531"/>
                  <a:pt x="4297680" y="7294245"/>
                </a:cubicBezTo>
                <a:close/>
                <a:moveTo>
                  <a:pt x="2200375" y="7281983"/>
                </a:moveTo>
                <a:cubicBezTo>
                  <a:pt x="2184908" y="7263347"/>
                  <a:pt x="2194895" y="7239000"/>
                  <a:pt x="2218006" y="7239000"/>
                </a:cubicBezTo>
                <a:cubicBezTo>
                  <a:pt x="2240535" y="7239000"/>
                  <a:pt x="2252102" y="7265321"/>
                  <a:pt x="2237373" y="7283069"/>
                </a:cubicBezTo>
                <a:cubicBezTo>
                  <a:pt x="2223471" y="7299820"/>
                  <a:pt x="2214971" y="7299570"/>
                  <a:pt x="2200375" y="7281983"/>
                </a:cubicBezTo>
                <a:close/>
                <a:moveTo>
                  <a:pt x="2977668" y="7281607"/>
                </a:moveTo>
                <a:cubicBezTo>
                  <a:pt x="2969201" y="7273141"/>
                  <a:pt x="2962275" y="7262540"/>
                  <a:pt x="2962275" y="7258050"/>
                </a:cubicBezTo>
                <a:cubicBezTo>
                  <a:pt x="2962275" y="7244819"/>
                  <a:pt x="2992184" y="7218807"/>
                  <a:pt x="3003181" y="7222472"/>
                </a:cubicBezTo>
                <a:cubicBezTo>
                  <a:pt x="3023188" y="7229141"/>
                  <a:pt x="3034179" y="7257154"/>
                  <a:pt x="3023458" y="7274151"/>
                </a:cubicBezTo>
                <a:cubicBezTo>
                  <a:pt x="3008993" y="7297082"/>
                  <a:pt x="2995362" y="7299302"/>
                  <a:pt x="2977668" y="7281607"/>
                </a:cubicBezTo>
                <a:close/>
                <a:moveTo>
                  <a:pt x="1230630" y="7275195"/>
                </a:moveTo>
                <a:cubicBezTo>
                  <a:pt x="1210445" y="7255010"/>
                  <a:pt x="1217067" y="7212261"/>
                  <a:pt x="1243012" y="7195261"/>
                </a:cubicBezTo>
                <a:cubicBezTo>
                  <a:pt x="1288493" y="7165461"/>
                  <a:pt x="1331996" y="7216991"/>
                  <a:pt x="1304589" y="7268201"/>
                </a:cubicBezTo>
                <a:cubicBezTo>
                  <a:pt x="1293414" y="7289082"/>
                  <a:pt x="1248741" y="7293306"/>
                  <a:pt x="1230630" y="7275195"/>
                </a:cubicBezTo>
                <a:close/>
                <a:moveTo>
                  <a:pt x="1638065" y="7272055"/>
                </a:moveTo>
                <a:cubicBezTo>
                  <a:pt x="1624461" y="7255663"/>
                  <a:pt x="1638926" y="7210425"/>
                  <a:pt x="1657771" y="7210425"/>
                </a:cubicBezTo>
                <a:cubicBezTo>
                  <a:pt x="1678834" y="7210425"/>
                  <a:pt x="1704975" y="7230655"/>
                  <a:pt x="1704975" y="7246955"/>
                </a:cubicBezTo>
                <a:cubicBezTo>
                  <a:pt x="1704975" y="7283319"/>
                  <a:pt x="1661080" y="7299786"/>
                  <a:pt x="1638065" y="7272055"/>
                </a:cubicBezTo>
                <a:close/>
                <a:moveTo>
                  <a:pt x="2774156" y="7280316"/>
                </a:moveTo>
                <a:cubicBezTo>
                  <a:pt x="2757185" y="7273468"/>
                  <a:pt x="2759408" y="7239492"/>
                  <a:pt x="2777276" y="7232636"/>
                </a:cubicBezTo>
                <a:cubicBezTo>
                  <a:pt x="2800766" y="7223621"/>
                  <a:pt x="2825703" y="7253265"/>
                  <a:pt x="2810271" y="7271859"/>
                </a:cubicBezTo>
                <a:cubicBezTo>
                  <a:pt x="2797450" y="7287308"/>
                  <a:pt x="2793674" y="7288192"/>
                  <a:pt x="2774156" y="7280316"/>
                </a:cubicBezTo>
                <a:close/>
                <a:moveTo>
                  <a:pt x="4153000" y="7262933"/>
                </a:moveTo>
                <a:cubicBezTo>
                  <a:pt x="4137471" y="7244222"/>
                  <a:pt x="4147554" y="7219950"/>
                  <a:pt x="4170857" y="7219950"/>
                </a:cubicBezTo>
                <a:cubicBezTo>
                  <a:pt x="4193101" y="7219950"/>
                  <a:pt x="4201150" y="7237542"/>
                  <a:pt x="4189377" y="7260431"/>
                </a:cubicBezTo>
                <a:cubicBezTo>
                  <a:pt x="4178889" y="7280824"/>
                  <a:pt x="4168444" y="7281542"/>
                  <a:pt x="4153000" y="7262933"/>
                </a:cubicBezTo>
                <a:close/>
                <a:moveTo>
                  <a:pt x="3545205" y="7218045"/>
                </a:moveTo>
                <a:cubicBezTo>
                  <a:pt x="3516989" y="7189829"/>
                  <a:pt x="3546443" y="7148101"/>
                  <a:pt x="3579746" y="7169108"/>
                </a:cubicBezTo>
                <a:cubicBezTo>
                  <a:pt x="3601401" y="7182768"/>
                  <a:pt x="3603307" y="7196681"/>
                  <a:pt x="3585907" y="7214081"/>
                </a:cubicBezTo>
                <a:cubicBezTo>
                  <a:pt x="3567512" y="7232477"/>
                  <a:pt x="3560335" y="7233175"/>
                  <a:pt x="3545205" y="7218045"/>
                </a:cubicBezTo>
                <a:close/>
                <a:moveTo>
                  <a:pt x="3733137" y="7214389"/>
                </a:moveTo>
                <a:cubicBezTo>
                  <a:pt x="3717397" y="7195423"/>
                  <a:pt x="3732499" y="7167562"/>
                  <a:pt x="3758520" y="7167562"/>
                </a:cubicBezTo>
                <a:cubicBezTo>
                  <a:pt x="3779877" y="7167562"/>
                  <a:pt x="3787629" y="7196234"/>
                  <a:pt x="3771520" y="7215645"/>
                </a:cubicBezTo>
                <a:cubicBezTo>
                  <a:pt x="3756830" y="7233344"/>
                  <a:pt x="3748647" y="7233077"/>
                  <a:pt x="3733137" y="7214389"/>
                </a:cubicBezTo>
                <a:close/>
                <a:moveTo>
                  <a:pt x="3901674" y="7215014"/>
                </a:moveTo>
                <a:cubicBezTo>
                  <a:pt x="3870162" y="7183501"/>
                  <a:pt x="3889056" y="7143750"/>
                  <a:pt x="3935548" y="7143750"/>
                </a:cubicBezTo>
                <a:cubicBezTo>
                  <a:pt x="3956271" y="7143750"/>
                  <a:pt x="3963418" y="7149254"/>
                  <a:pt x="3968383" y="7169036"/>
                </a:cubicBezTo>
                <a:cubicBezTo>
                  <a:pt x="3980227" y="7216224"/>
                  <a:pt x="3934441" y="7247781"/>
                  <a:pt x="3901674" y="7215014"/>
                </a:cubicBezTo>
                <a:close/>
                <a:moveTo>
                  <a:pt x="2452117" y="7196603"/>
                </a:moveTo>
                <a:cubicBezTo>
                  <a:pt x="2423567" y="7153031"/>
                  <a:pt x="2463897" y="7102035"/>
                  <a:pt x="2510216" y="7123139"/>
                </a:cubicBezTo>
                <a:cubicBezTo>
                  <a:pt x="2557082" y="7144493"/>
                  <a:pt x="2541938" y="7219950"/>
                  <a:pt x="2490787" y="7219950"/>
                </a:cubicBezTo>
                <a:cubicBezTo>
                  <a:pt x="2476491" y="7219950"/>
                  <a:pt x="2461473" y="7210883"/>
                  <a:pt x="2452117" y="7196603"/>
                </a:cubicBezTo>
                <a:close/>
                <a:moveTo>
                  <a:pt x="3110905" y="7189902"/>
                </a:moveTo>
                <a:cubicBezTo>
                  <a:pt x="3084782" y="7152605"/>
                  <a:pt x="3128372" y="7113632"/>
                  <a:pt x="3160395" y="7145655"/>
                </a:cubicBezTo>
                <a:cubicBezTo>
                  <a:pt x="3175918" y="7161178"/>
                  <a:pt x="3174754" y="7177559"/>
                  <a:pt x="3156857" y="7195457"/>
                </a:cubicBezTo>
                <a:cubicBezTo>
                  <a:pt x="3136896" y="7215418"/>
                  <a:pt x="3128026" y="7214346"/>
                  <a:pt x="3110905" y="7189902"/>
                </a:cubicBezTo>
                <a:close/>
                <a:moveTo>
                  <a:pt x="3327693" y="7196201"/>
                </a:moveTo>
                <a:cubicBezTo>
                  <a:pt x="3324394" y="7187603"/>
                  <a:pt x="3326262" y="7176002"/>
                  <a:pt x="3331845" y="7170420"/>
                </a:cubicBezTo>
                <a:cubicBezTo>
                  <a:pt x="3346357" y="7155907"/>
                  <a:pt x="3373854" y="7169171"/>
                  <a:pt x="3370063" y="7188855"/>
                </a:cubicBezTo>
                <a:cubicBezTo>
                  <a:pt x="3365840" y="7210780"/>
                  <a:pt x="3335319" y="7216072"/>
                  <a:pt x="3327693" y="7196201"/>
                </a:cubicBezTo>
                <a:close/>
                <a:moveTo>
                  <a:pt x="1489368" y="7158101"/>
                </a:moveTo>
                <a:cubicBezTo>
                  <a:pt x="1486069" y="7149503"/>
                  <a:pt x="1487937" y="7137902"/>
                  <a:pt x="1493520" y="7132320"/>
                </a:cubicBezTo>
                <a:cubicBezTo>
                  <a:pt x="1508032" y="7117807"/>
                  <a:pt x="1535529" y="7131071"/>
                  <a:pt x="1531738" y="7150755"/>
                </a:cubicBezTo>
                <a:cubicBezTo>
                  <a:pt x="1527515" y="7172680"/>
                  <a:pt x="1496994" y="7177972"/>
                  <a:pt x="1489368" y="7158101"/>
                </a:cubicBezTo>
                <a:close/>
                <a:moveTo>
                  <a:pt x="2276575" y="7158158"/>
                </a:moveTo>
                <a:cubicBezTo>
                  <a:pt x="2260748" y="7139088"/>
                  <a:pt x="2271291" y="7115175"/>
                  <a:pt x="2295525" y="7115175"/>
                </a:cubicBezTo>
                <a:cubicBezTo>
                  <a:pt x="2306331" y="7115175"/>
                  <a:pt x="2317661" y="7121658"/>
                  <a:pt x="2320702" y="7129583"/>
                </a:cubicBezTo>
                <a:cubicBezTo>
                  <a:pt x="2326175" y="7143846"/>
                  <a:pt x="2309400" y="7172325"/>
                  <a:pt x="2295525" y="7172325"/>
                </a:cubicBezTo>
                <a:cubicBezTo>
                  <a:pt x="2291569" y="7172325"/>
                  <a:pt x="2283041" y="7165950"/>
                  <a:pt x="2276575" y="7158158"/>
                </a:cubicBezTo>
                <a:close/>
                <a:moveTo>
                  <a:pt x="2857500" y="7153275"/>
                </a:moveTo>
                <a:cubicBezTo>
                  <a:pt x="2847022" y="7142797"/>
                  <a:pt x="2838450" y="7127795"/>
                  <a:pt x="2838450" y="7119937"/>
                </a:cubicBezTo>
                <a:cubicBezTo>
                  <a:pt x="2838450" y="7078368"/>
                  <a:pt x="2899708" y="7054302"/>
                  <a:pt x="2927461" y="7084968"/>
                </a:cubicBezTo>
                <a:cubicBezTo>
                  <a:pt x="2972501" y="7134738"/>
                  <a:pt x="2904933" y="7200708"/>
                  <a:pt x="2857500" y="7153275"/>
                </a:cubicBezTo>
                <a:close/>
                <a:moveTo>
                  <a:pt x="1098536" y="7147773"/>
                </a:moveTo>
                <a:cubicBezTo>
                  <a:pt x="1095364" y="7139509"/>
                  <a:pt x="1100047" y="7125579"/>
                  <a:pt x="1108942" y="7116817"/>
                </a:cubicBezTo>
                <a:cubicBezTo>
                  <a:pt x="1124063" y="7101922"/>
                  <a:pt x="1125962" y="7102030"/>
                  <a:pt x="1138165" y="7118482"/>
                </a:cubicBezTo>
                <a:cubicBezTo>
                  <a:pt x="1145343" y="7128159"/>
                  <a:pt x="1148909" y="7142089"/>
                  <a:pt x="1146089" y="7149438"/>
                </a:cubicBezTo>
                <a:cubicBezTo>
                  <a:pt x="1139132" y="7167566"/>
                  <a:pt x="1105681" y="7166395"/>
                  <a:pt x="1098536" y="7147773"/>
                </a:cubicBezTo>
                <a:close/>
                <a:moveTo>
                  <a:pt x="1346223" y="7147872"/>
                </a:moveTo>
                <a:cubicBezTo>
                  <a:pt x="1338285" y="7127184"/>
                  <a:pt x="1358439" y="7107729"/>
                  <a:pt x="1372864" y="7122154"/>
                </a:cubicBezTo>
                <a:cubicBezTo>
                  <a:pt x="1385057" y="7134347"/>
                  <a:pt x="1377503" y="7162800"/>
                  <a:pt x="1362075" y="7162800"/>
                </a:cubicBezTo>
                <a:cubicBezTo>
                  <a:pt x="1356507" y="7162800"/>
                  <a:pt x="1349374" y="7156082"/>
                  <a:pt x="1346223" y="7147872"/>
                </a:cubicBezTo>
                <a:close/>
                <a:moveTo>
                  <a:pt x="2664226" y="7156851"/>
                </a:moveTo>
                <a:cubicBezTo>
                  <a:pt x="2652747" y="7145372"/>
                  <a:pt x="2656761" y="7118099"/>
                  <a:pt x="2671762" y="7105650"/>
                </a:cubicBezTo>
                <a:cubicBezTo>
                  <a:pt x="2690864" y="7089796"/>
                  <a:pt x="2716683" y="7110294"/>
                  <a:pt x="2712703" y="7138154"/>
                </a:cubicBezTo>
                <a:cubicBezTo>
                  <a:pt x="2709886" y="7157868"/>
                  <a:pt x="2677669" y="7170294"/>
                  <a:pt x="2664226" y="7156851"/>
                </a:cubicBezTo>
                <a:close/>
                <a:moveTo>
                  <a:pt x="4413926" y="7140047"/>
                </a:moveTo>
                <a:cubicBezTo>
                  <a:pt x="4407716" y="7123864"/>
                  <a:pt x="4416061" y="7105650"/>
                  <a:pt x="4429687" y="7105650"/>
                </a:cubicBezTo>
                <a:cubicBezTo>
                  <a:pt x="4441699" y="7105650"/>
                  <a:pt x="4441180" y="7141062"/>
                  <a:pt x="4429057" y="7148554"/>
                </a:cubicBezTo>
                <a:cubicBezTo>
                  <a:pt x="4423781" y="7151814"/>
                  <a:pt x="4416972" y="7147986"/>
                  <a:pt x="4413926" y="7140047"/>
                </a:cubicBezTo>
                <a:close/>
                <a:moveTo>
                  <a:pt x="3438743" y="7115393"/>
                </a:moveTo>
                <a:cubicBezTo>
                  <a:pt x="3415553" y="7092203"/>
                  <a:pt x="3414800" y="7083110"/>
                  <a:pt x="3434442" y="7063467"/>
                </a:cubicBezTo>
                <a:cubicBezTo>
                  <a:pt x="3461876" y="7036034"/>
                  <a:pt x="3495675" y="7052298"/>
                  <a:pt x="3495675" y="7092932"/>
                </a:cubicBezTo>
                <a:cubicBezTo>
                  <a:pt x="3495675" y="7126219"/>
                  <a:pt x="3462612" y="7139262"/>
                  <a:pt x="3438743" y="7115393"/>
                </a:cubicBezTo>
                <a:close/>
                <a:moveTo>
                  <a:pt x="4232261" y="7119198"/>
                </a:moveTo>
                <a:cubicBezTo>
                  <a:pt x="4229089" y="7110934"/>
                  <a:pt x="4233510" y="7097157"/>
                  <a:pt x="4242085" y="7088582"/>
                </a:cubicBezTo>
                <a:cubicBezTo>
                  <a:pt x="4261578" y="7069089"/>
                  <a:pt x="4291027" y="7091643"/>
                  <a:pt x="4280818" y="7118246"/>
                </a:cubicBezTo>
                <a:cubicBezTo>
                  <a:pt x="4273063" y="7138455"/>
                  <a:pt x="4239900" y="7139106"/>
                  <a:pt x="4232261" y="7119198"/>
                </a:cubicBezTo>
                <a:close/>
                <a:moveTo>
                  <a:pt x="1690687" y="7115175"/>
                </a:moveTo>
                <a:cubicBezTo>
                  <a:pt x="1682914" y="7102598"/>
                  <a:pt x="1693324" y="7086600"/>
                  <a:pt x="1709280" y="7086600"/>
                </a:cubicBezTo>
                <a:cubicBezTo>
                  <a:pt x="1723212" y="7086600"/>
                  <a:pt x="1735633" y="7109916"/>
                  <a:pt x="1726543" y="7119006"/>
                </a:cubicBezTo>
                <a:cubicBezTo>
                  <a:pt x="1717661" y="7127888"/>
                  <a:pt x="1697193" y="7125701"/>
                  <a:pt x="1690687" y="7115175"/>
                </a:cubicBezTo>
                <a:close/>
                <a:moveTo>
                  <a:pt x="4086594" y="7106340"/>
                </a:moveTo>
                <a:cubicBezTo>
                  <a:pt x="4074697" y="7084110"/>
                  <a:pt x="4082397" y="7060743"/>
                  <a:pt x="4105734" y="7048254"/>
                </a:cubicBezTo>
                <a:cubicBezTo>
                  <a:pt x="4138640" y="7030643"/>
                  <a:pt x="4168951" y="7085788"/>
                  <a:pt x="4141470" y="7113270"/>
                </a:cubicBezTo>
                <a:cubicBezTo>
                  <a:pt x="4124326" y="7130413"/>
                  <a:pt x="4097677" y="7127048"/>
                  <a:pt x="4086594" y="7106340"/>
                </a:cubicBezTo>
                <a:close/>
                <a:moveTo>
                  <a:pt x="1209775" y="7072433"/>
                </a:moveTo>
                <a:cubicBezTo>
                  <a:pt x="1194308" y="7053797"/>
                  <a:pt x="1204295" y="7029450"/>
                  <a:pt x="1227406" y="7029450"/>
                </a:cubicBezTo>
                <a:cubicBezTo>
                  <a:pt x="1251790" y="7029450"/>
                  <a:pt x="1260110" y="7053853"/>
                  <a:pt x="1241927" y="7072036"/>
                </a:cubicBezTo>
                <a:cubicBezTo>
                  <a:pt x="1224088" y="7089876"/>
                  <a:pt x="1224249" y="7089874"/>
                  <a:pt x="1209775" y="7072433"/>
                </a:cubicBezTo>
                <a:close/>
                <a:moveTo>
                  <a:pt x="3219940" y="7064230"/>
                </a:moveTo>
                <a:cubicBezTo>
                  <a:pt x="3206471" y="7050761"/>
                  <a:pt x="3207251" y="7016883"/>
                  <a:pt x="3221355" y="7002780"/>
                </a:cubicBezTo>
                <a:cubicBezTo>
                  <a:pt x="3249545" y="6974589"/>
                  <a:pt x="3292561" y="7002508"/>
                  <a:pt x="3282528" y="7042483"/>
                </a:cubicBezTo>
                <a:cubicBezTo>
                  <a:pt x="3276247" y="7067506"/>
                  <a:pt x="3236891" y="7081181"/>
                  <a:pt x="3219940" y="7064230"/>
                </a:cubicBezTo>
                <a:close/>
                <a:moveTo>
                  <a:pt x="3657203" y="7062309"/>
                </a:moveTo>
                <a:cubicBezTo>
                  <a:pt x="3638007" y="7039179"/>
                  <a:pt x="3670057" y="7009250"/>
                  <a:pt x="3691287" y="7030480"/>
                </a:cubicBezTo>
                <a:cubicBezTo>
                  <a:pt x="3707364" y="7046557"/>
                  <a:pt x="3700993" y="7077075"/>
                  <a:pt x="3681559" y="7077075"/>
                </a:cubicBezTo>
                <a:cubicBezTo>
                  <a:pt x="3674903" y="7077075"/>
                  <a:pt x="3663943" y="7070430"/>
                  <a:pt x="3657203" y="7062309"/>
                </a:cubicBezTo>
                <a:close/>
                <a:moveTo>
                  <a:pt x="3829429" y="7063244"/>
                </a:moveTo>
                <a:cubicBezTo>
                  <a:pt x="3812106" y="7042371"/>
                  <a:pt x="3826283" y="7010400"/>
                  <a:pt x="3852862" y="7010400"/>
                </a:cubicBezTo>
                <a:cubicBezTo>
                  <a:pt x="3867201" y="7010400"/>
                  <a:pt x="3877641" y="7017491"/>
                  <a:pt x="3881582" y="7029907"/>
                </a:cubicBezTo>
                <a:cubicBezTo>
                  <a:pt x="3888247" y="7050905"/>
                  <a:pt x="3872313" y="7077075"/>
                  <a:pt x="3852862" y="7077075"/>
                </a:cubicBezTo>
                <a:cubicBezTo>
                  <a:pt x="3846287" y="7077075"/>
                  <a:pt x="3835742" y="7070851"/>
                  <a:pt x="3829429" y="7063244"/>
                </a:cubicBezTo>
                <a:close/>
                <a:moveTo>
                  <a:pt x="3032111" y="7042998"/>
                </a:moveTo>
                <a:cubicBezTo>
                  <a:pt x="3028939" y="7034734"/>
                  <a:pt x="3033622" y="7020804"/>
                  <a:pt x="3042517" y="7012042"/>
                </a:cubicBezTo>
                <a:cubicBezTo>
                  <a:pt x="3057640" y="6997145"/>
                  <a:pt x="3059567" y="6997297"/>
                  <a:pt x="3072233" y="7014381"/>
                </a:cubicBezTo>
                <a:cubicBezTo>
                  <a:pt x="3082270" y="7027919"/>
                  <a:pt x="3083050" y="7035934"/>
                  <a:pt x="3075247" y="7045337"/>
                </a:cubicBezTo>
                <a:cubicBezTo>
                  <a:pt x="3060980" y="7062527"/>
                  <a:pt x="3039150" y="7061343"/>
                  <a:pt x="3032111" y="7042998"/>
                </a:cubicBezTo>
                <a:close/>
                <a:moveTo>
                  <a:pt x="4015084" y="7045707"/>
                </a:moveTo>
                <a:cubicBezTo>
                  <a:pt x="4011007" y="7036314"/>
                  <a:pt x="4010344" y="7025955"/>
                  <a:pt x="4013610" y="7022689"/>
                </a:cubicBezTo>
                <a:cubicBezTo>
                  <a:pt x="4023283" y="7013016"/>
                  <a:pt x="4031080" y="7026603"/>
                  <a:pt x="4026628" y="7045373"/>
                </a:cubicBezTo>
                <a:cubicBezTo>
                  <a:pt x="4022681" y="7062012"/>
                  <a:pt x="4022168" y="7062027"/>
                  <a:pt x="4015084" y="7045707"/>
                </a:cubicBezTo>
                <a:close/>
                <a:moveTo>
                  <a:pt x="1778000" y="7042149"/>
                </a:moveTo>
                <a:cubicBezTo>
                  <a:pt x="1765367" y="7029517"/>
                  <a:pt x="1772034" y="6991814"/>
                  <a:pt x="1788454" y="6983026"/>
                </a:cubicBezTo>
                <a:cubicBezTo>
                  <a:pt x="1810230" y="6971372"/>
                  <a:pt x="1838325" y="6991091"/>
                  <a:pt x="1838325" y="7018031"/>
                </a:cubicBezTo>
                <a:cubicBezTo>
                  <a:pt x="1838325" y="7042899"/>
                  <a:pt x="1819885" y="7055267"/>
                  <a:pt x="1808830" y="7037814"/>
                </a:cubicBezTo>
                <a:cubicBezTo>
                  <a:pt x="1802810" y="7028308"/>
                  <a:pt x="1800476" y="7027971"/>
                  <a:pt x="1800370" y="7036593"/>
                </a:cubicBezTo>
                <a:cubicBezTo>
                  <a:pt x="1800213" y="7049446"/>
                  <a:pt x="1788264" y="7052414"/>
                  <a:pt x="1778000" y="7042149"/>
                </a:cubicBezTo>
                <a:close/>
                <a:moveTo>
                  <a:pt x="2517675" y="7033251"/>
                </a:moveTo>
                <a:cubicBezTo>
                  <a:pt x="2509555" y="7012090"/>
                  <a:pt x="2534922" y="6998074"/>
                  <a:pt x="2551445" y="7014592"/>
                </a:cubicBezTo>
                <a:cubicBezTo>
                  <a:pt x="2558614" y="7021758"/>
                  <a:pt x="2561575" y="7032319"/>
                  <a:pt x="2558027" y="7038060"/>
                </a:cubicBezTo>
                <a:cubicBezTo>
                  <a:pt x="2548444" y="7053565"/>
                  <a:pt x="2524369" y="7050696"/>
                  <a:pt x="2517675" y="7033251"/>
                </a:cubicBezTo>
                <a:close/>
                <a:moveTo>
                  <a:pt x="1562479" y="7025144"/>
                </a:moveTo>
                <a:cubicBezTo>
                  <a:pt x="1545297" y="7004442"/>
                  <a:pt x="1559321" y="6972300"/>
                  <a:pt x="1585535" y="6972300"/>
                </a:cubicBezTo>
                <a:cubicBezTo>
                  <a:pt x="1603570" y="6972300"/>
                  <a:pt x="1619250" y="6987849"/>
                  <a:pt x="1619250" y="7005736"/>
                </a:cubicBezTo>
                <a:cubicBezTo>
                  <a:pt x="1619250" y="7012340"/>
                  <a:pt x="1589109" y="7038975"/>
                  <a:pt x="1581635" y="7038975"/>
                </a:cubicBezTo>
                <a:cubicBezTo>
                  <a:pt x="1577412" y="7038975"/>
                  <a:pt x="1568792" y="7032751"/>
                  <a:pt x="1562479" y="7025144"/>
                </a:cubicBezTo>
                <a:close/>
                <a:moveTo>
                  <a:pt x="1354455" y="7018020"/>
                </a:moveTo>
                <a:cubicBezTo>
                  <a:pt x="1316540" y="6980105"/>
                  <a:pt x="1360451" y="6920214"/>
                  <a:pt x="1404840" y="6949299"/>
                </a:cubicBezTo>
                <a:cubicBezTo>
                  <a:pt x="1432909" y="6967691"/>
                  <a:pt x="1433944" y="6974567"/>
                  <a:pt x="1413367" y="7005972"/>
                </a:cubicBezTo>
                <a:cubicBezTo>
                  <a:pt x="1396744" y="7031341"/>
                  <a:pt x="1372694" y="7036259"/>
                  <a:pt x="1354455" y="7018020"/>
                </a:cubicBezTo>
                <a:close/>
                <a:moveTo>
                  <a:pt x="4344740" y="7016778"/>
                </a:moveTo>
                <a:cubicBezTo>
                  <a:pt x="4328556" y="6997276"/>
                  <a:pt x="4341834" y="6970723"/>
                  <a:pt x="4366043" y="6974177"/>
                </a:cubicBezTo>
                <a:cubicBezTo>
                  <a:pt x="4380457" y="6976234"/>
                  <a:pt x="4386262" y="6983862"/>
                  <a:pt x="4386262" y="7000744"/>
                </a:cubicBezTo>
                <a:cubicBezTo>
                  <a:pt x="4386262" y="7027917"/>
                  <a:pt x="4361818" y="7037356"/>
                  <a:pt x="4344740" y="7016778"/>
                </a:cubicBezTo>
                <a:close/>
                <a:moveTo>
                  <a:pt x="2349937" y="7014012"/>
                </a:moveTo>
                <a:cubicBezTo>
                  <a:pt x="2336628" y="7000703"/>
                  <a:pt x="2343448" y="6963285"/>
                  <a:pt x="2360884" y="6953954"/>
                </a:cubicBezTo>
                <a:cubicBezTo>
                  <a:pt x="2385942" y="6940543"/>
                  <a:pt x="2412589" y="6961837"/>
                  <a:pt x="2408348" y="6991883"/>
                </a:cubicBezTo>
                <a:cubicBezTo>
                  <a:pt x="2405073" y="7015082"/>
                  <a:pt x="2365862" y="7029937"/>
                  <a:pt x="2349937" y="7014012"/>
                </a:cubicBezTo>
                <a:close/>
                <a:moveTo>
                  <a:pt x="2816142" y="7013492"/>
                </a:moveTo>
                <a:cubicBezTo>
                  <a:pt x="2812695" y="7010045"/>
                  <a:pt x="2809875" y="7001509"/>
                  <a:pt x="2809875" y="6994524"/>
                </a:cubicBezTo>
                <a:cubicBezTo>
                  <a:pt x="2809875" y="6980335"/>
                  <a:pt x="2834429" y="6977138"/>
                  <a:pt x="2842545" y="6990270"/>
                </a:cubicBezTo>
                <a:cubicBezTo>
                  <a:pt x="2849027" y="7000759"/>
                  <a:pt x="2824756" y="7022106"/>
                  <a:pt x="2816142" y="7013492"/>
                </a:cubicBezTo>
                <a:close/>
                <a:moveTo>
                  <a:pt x="2630805" y="6989445"/>
                </a:moveTo>
                <a:cubicBezTo>
                  <a:pt x="2596972" y="6955612"/>
                  <a:pt x="2636236" y="6903243"/>
                  <a:pt x="2675052" y="6930430"/>
                </a:cubicBezTo>
                <a:cubicBezTo>
                  <a:pt x="2699363" y="6947458"/>
                  <a:pt x="2701155" y="6965358"/>
                  <a:pt x="2680607" y="6985907"/>
                </a:cubicBezTo>
                <a:cubicBezTo>
                  <a:pt x="2662709" y="7003804"/>
                  <a:pt x="2646328" y="7004968"/>
                  <a:pt x="2630805" y="6989445"/>
                </a:cubicBezTo>
                <a:close/>
                <a:moveTo>
                  <a:pt x="3413418" y="6958076"/>
                </a:moveTo>
                <a:cubicBezTo>
                  <a:pt x="3410119" y="6949478"/>
                  <a:pt x="3411987" y="6937877"/>
                  <a:pt x="3417570" y="6932295"/>
                </a:cubicBezTo>
                <a:cubicBezTo>
                  <a:pt x="3432082" y="6917782"/>
                  <a:pt x="3459579" y="6931046"/>
                  <a:pt x="3455788" y="6950730"/>
                </a:cubicBezTo>
                <a:cubicBezTo>
                  <a:pt x="3451565" y="6972655"/>
                  <a:pt x="3421044" y="6977947"/>
                  <a:pt x="3413418" y="6958076"/>
                </a:cubicBezTo>
                <a:close/>
                <a:moveTo>
                  <a:pt x="4172168" y="6953468"/>
                </a:moveTo>
                <a:cubicBezTo>
                  <a:pt x="4148304" y="6929604"/>
                  <a:pt x="4147803" y="6913189"/>
                  <a:pt x="4170318" y="6892813"/>
                </a:cubicBezTo>
                <a:cubicBezTo>
                  <a:pt x="4192844" y="6872428"/>
                  <a:pt x="4203379" y="6872941"/>
                  <a:pt x="4223719" y="6895417"/>
                </a:cubicBezTo>
                <a:cubicBezTo>
                  <a:pt x="4258520" y="6933871"/>
                  <a:pt x="4208687" y="6989987"/>
                  <a:pt x="4172168" y="6953468"/>
                </a:cubicBezTo>
                <a:close/>
                <a:moveTo>
                  <a:pt x="1127650" y="6949155"/>
                </a:moveTo>
                <a:cubicBezTo>
                  <a:pt x="1118167" y="6924441"/>
                  <a:pt x="1131459" y="6904014"/>
                  <a:pt x="1154863" y="6907338"/>
                </a:cubicBezTo>
                <a:cubicBezTo>
                  <a:pt x="1170605" y="6909573"/>
                  <a:pt x="1176337" y="6916743"/>
                  <a:pt x="1176337" y="6934200"/>
                </a:cubicBezTo>
                <a:cubicBezTo>
                  <a:pt x="1176337" y="6962316"/>
                  <a:pt x="1137302" y="6974307"/>
                  <a:pt x="1127650" y="6949155"/>
                </a:cubicBezTo>
                <a:close/>
                <a:moveTo>
                  <a:pt x="2901949" y="6956424"/>
                </a:moveTo>
                <a:cubicBezTo>
                  <a:pt x="2887994" y="6942469"/>
                  <a:pt x="2896028" y="6915150"/>
                  <a:pt x="2914087" y="6915150"/>
                </a:cubicBezTo>
                <a:cubicBezTo>
                  <a:pt x="2936530" y="6915150"/>
                  <a:pt x="2945276" y="6927295"/>
                  <a:pt x="2937474" y="6947627"/>
                </a:cubicBezTo>
                <a:cubicBezTo>
                  <a:pt x="2931506" y="6963179"/>
                  <a:pt x="2913230" y="6967705"/>
                  <a:pt x="2901949" y="6956424"/>
                </a:cubicBezTo>
                <a:close/>
                <a:moveTo>
                  <a:pt x="3571875" y="6943725"/>
                </a:moveTo>
                <a:cubicBezTo>
                  <a:pt x="3561397" y="6933247"/>
                  <a:pt x="3552825" y="6921342"/>
                  <a:pt x="3552825" y="6917269"/>
                </a:cubicBezTo>
                <a:cubicBezTo>
                  <a:pt x="3552825" y="6899977"/>
                  <a:pt x="3583894" y="6867525"/>
                  <a:pt x="3600450" y="6867525"/>
                </a:cubicBezTo>
                <a:cubicBezTo>
                  <a:pt x="3617005" y="6867525"/>
                  <a:pt x="3648075" y="6899977"/>
                  <a:pt x="3648075" y="6917269"/>
                </a:cubicBezTo>
                <a:cubicBezTo>
                  <a:pt x="3648075" y="6927991"/>
                  <a:pt x="3611671" y="6962775"/>
                  <a:pt x="3600450" y="6962775"/>
                </a:cubicBezTo>
                <a:cubicBezTo>
                  <a:pt x="3595211" y="6962775"/>
                  <a:pt x="3582352" y="6954202"/>
                  <a:pt x="3571875" y="6943725"/>
                </a:cubicBezTo>
                <a:close/>
                <a:moveTo>
                  <a:pt x="3743325" y="6934200"/>
                </a:moveTo>
                <a:cubicBezTo>
                  <a:pt x="3743325" y="6921500"/>
                  <a:pt x="3749675" y="6915150"/>
                  <a:pt x="3762375" y="6915150"/>
                </a:cubicBezTo>
                <a:cubicBezTo>
                  <a:pt x="3775075" y="6915150"/>
                  <a:pt x="3781425" y="6921500"/>
                  <a:pt x="3781425" y="6934200"/>
                </a:cubicBezTo>
                <a:cubicBezTo>
                  <a:pt x="3781425" y="6946900"/>
                  <a:pt x="3775075" y="6953250"/>
                  <a:pt x="3762375" y="6953250"/>
                </a:cubicBezTo>
                <a:cubicBezTo>
                  <a:pt x="3749675" y="6953250"/>
                  <a:pt x="3743325" y="6946900"/>
                  <a:pt x="3743325" y="6934200"/>
                </a:cubicBezTo>
                <a:close/>
                <a:moveTo>
                  <a:pt x="4057253" y="6938484"/>
                </a:moveTo>
                <a:cubicBezTo>
                  <a:pt x="4037130" y="6914237"/>
                  <a:pt x="4070219" y="6885537"/>
                  <a:pt x="4092550" y="6907868"/>
                </a:cubicBezTo>
                <a:cubicBezTo>
                  <a:pt x="4108118" y="6923436"/>
                  <a:pt x="4097705" y="6953250"/>
                  <a:pt x="4076700" y="6953250"/>
                </a:cubicBezTo>
                <a:cubicBezTo>
                  <a:pt x="4072744" y="6953250"/>
                  <a:pt x="4063993" y="6946605"/>
                  <a:pt x="4057253" y="6938484"/>
                </a:cubicBezTo>
                <a:close/>
                <a:moveTo>
                  <a:pt x="1663700" y="6918324"/>
                </a:moveTo>
                <a:cubicBezTo>
                  <a:pt x="1653699" y="6908324"/>
                  <a:pt x="1656286" y="6878831"/>
                  <a:pt x="1667789" y="6871722"/>
                </a:cubicBezTo>
                <a:cubicBezTo>
                  <a:pt x="1682609" y="6862562"/>
                  <a:pt x="1708715" y="6891662"/>
                  <a:pt x="1701813" y="6909648"/>
                </a:cubicBezTo>
                <a:cubicBezTo>
                  <a:pt x="1695922" y="6925000"/>
                  <a:pt x="1675112" y="6929737"/>
                  <a:pt x="1663700" y="6918324"/>
                </a:cubicBezTo>
                <a:close/>
                <a:moveTo>
                  <a:pt x="1866900" y="6910387"/>
                </a:moveTo>
                <a:cubicBezTo>
                  <a:pt x="1866900" y="6902529"/>
                  <a:pt x="1871186" y="6896100"/>
                  <a:pt x="1876425" y="6896100"/>
                </a:cubicBezTo>
                <a:cubicBezTo>
                  <a:pt x="1881663" y="6896100"/>
                  <a:pt x="1885950" y="6902529"/>
                  <a:pt x="1885950" y="6910387"/>
                </a:cubicBezTo>
                <a:cubicBezTo>
                  <a:pt x="1885950" y="6918245"/>
                  <a:pt x="1881663" y="6924675"/>
                  <a:pt x="1876425" y="6924675"/>
                </a:cubicBezTo>
                <a:cubicBezTo>
                  <a:pt x="1871186" y="6924675"/>
                  <a:pt x="1866900" y="6918245"/>
                  <a:pt x="1866900" y="6910387"/>
                </a:cubicBezTo>
                <a:close/>
                <a:moveTo>
                  <a:pt x="3062967" y="6909707"/>
                </a:moveTo>
                <a:cubicBezTo>
                  <a:pt x="3043080" y="6889819"/>
                  <a:pt x="3044041" y="6864535"/>
                  <a:pt x="3065418" y="6845188"/>
                </a:cubicBezTo>
                <a:cubicBezTo>
                  <a:pt x="3098243" y="6815483"/>
                  <a:pt x="3133725" y="6832033"/>
                  <a:pt x="3133725" y="6877050"/>
                </a:cubicBezTo>
                <a:cubicBezTo>
                  <a:pt x="3133725" y="6921567"/>
                  <a:pt x="3093427" y="6940166"/>
                  <a:pt x="3062967" y="6909707"/>
                </a:cubicBezTo>
                <a:close/>
                <a:moveTo>
                  <a:pt x="3292474" y="6918324"/>
                </a:moveTo>
                <a:cubicBezTo>
                  <a:pt x="3281199" y="6907049"/>
                  <a:pt x="3285729" y="6879239"/>
                  <a:pt x="3299716" y="6873872"/>
                </a:cubicBezTo>
                <a:cubicBezTo>
                  <a:pt x="3317134" y="6867188"/>
                  <a:pt x="3337567" y="6891461"/>
                  <a:pt x="3330352" y="6910266"/>
                </a:cubicBezTo>
                <a:cubicBezTo>
                  <a:pt x="3324659" y="6925101"/>
                  <a:pt x="3303708" y="6929558"/>
                  <a:pt x="3292474" y="6918324"/>
                </a:cubicBezTo>
                <a:close/>
                <a:moveTo>
                  <a:pt x="3886579" y="6910845"/>
                </a:moveTo>
                <a:cubicBezTo>
                  <a:pt x="3870671" y="6891677"/>
                  <a:pt x="3877962" y="6863692"/>
                  <a:pt x="3899967" y="6859454"/>
                </a:cubicBezTo>
                <a:cubicBezTo>
                  <a:pt x="3925140" y="6854607"/>
                  <a:pt x="3945512" y="6883786"/>
                  <a:pt x="3933120" y="6906940"/>
                </a:cubicBezTo>
                <a:cubicBezTo>
                  <a:pt x="3921751" y="6928184"/>
                  <a:pt x="3902322" y="6929814"/>
                  <a:pt x="3886579" y="6910845"/>
                </a:cubicBezTo>
                <a:close/>
                <a:moveTo>
                  <a:pt x="1460769" y="6881812"/>
                </a:moveTo>
                <a:cubicBezTo>
                  <a:pt x="1453223" y="6862148"/>
                  <a:pt x="1463454" y="6838950"/>
                  <a:pt x="1479672" y="6838950"/>
                </a:cubicBezTo>
                <a:cubicBezTo>
                  <a:pt x="1503151" y="6838950"/>
                  <a:pt x="1518675" y="6865274"/>
                  <a:pt x="1504950" y="6881812"/>
                </a:cubicBezTo>
                <a:cubicBezTo>
                  <a:pt x="1498428" y="6889670"/>
                  <a:pt x="1487053" y="6896100"/>
                  <a:pt x="1479672" y="6896100"/>
                </a:cubicBezTo>
                <a:cubicBezTo>
                  <a:pt x="1472291" y="6896100"/>
                  <a:pt x="1463784" y="6889670"/>
                  <a:pt x="1460769" y="6881812"/>
                </a:cubicBezTo>
                <a:close/>
                <a:moveTo>
                  <a:pt x="2485683" y="6866886"/>
                </a:moveTo>
                <a:cubicBezTo>
                  <a:pt x="2471151" y="6839733"/>
                  <a:pt x="2496230" y="6800320"/>
                  <a:pt x="2523501" y="6807452"/>
                </a:cubicBezTo>
                <a:cubicBezTo>
                  <a:pt x="2555336" y="6815777"/>
                  <a:pt x="2566588" y="6836084"/>
                  <a:pt x="2554304" y="6863044"/>
                </a:cubicBezTo>
                <a:cubicBezTo>
                  <a:pt x="2540724" y="6892850"/>
                  <a:pt x="2500775" y="6895086"/>
                  <a:pt x="2485683" y="6866886"/>
                </a:cubicBezTo>
                <a:close/>
                <a:moveTo>
                  <a:pt x="2737332" y="6872843"/>
                </a:moveTo>
                <a:cubicBezTo>
                  <a:pt x="2728401" y="6849568"/>
                  <a:pt x="2737748" y="6825056"/>
                  <a:pt x="2756967" y="6821354"/>
                </a:cubicBezTo>
                <a:cubicBezTo>
                  <a:pt x="2782140" y="6816507"/>
                  <a:pt x="2802512" y="6845686"/>
                  <a:pt x="2790120" y="6868840"/>
                </a:cubicBezTo>
                <a:cubicBezTo>
                  <a:pt x="2778885" y="6889834"/>
                  <a:pt x="2744843" y="6892416"/>
                  <a:pt x="2737332" y="6872843"/>
                </a:cubicBezTo>
                <a:close/>
                <a:moveTo>
                  <a:pt x="1270525" y="6863430"/>
                </a:moveTo>
                <a:cubicBezTo>
                  <a:pt x="1261042" y="6838716"/>
                  <a:pt x="1274334" y="6818289"/>
                  <a:pt x="1297738" y="6821613"/>
                </a:cubicBezTo>
                <a:cubicBezTo>
                  <a:pt x="1313480" y="6823848"/>
                  <a:pt x="1319212" y="6831018"/>
                  <a:pt x="1319212" y="6848475"/>
                </a:cubicBezTo>
                <a:cubicBezTo>
                  <a:pt x="1319212" y="6876591"/>
                  <a:pt x="1280177" y="6888582"/>
                  <a:pt x="1270525" y="6863430"/>
                </a:cubicBezTo>
                <a:close/>
                <a:moveTo>
                  <a:pt x="4291874" y="6861575"/>
                </a:moveTo>
                <a:cubicBezTo>
                  <a:pt x="4283795" y="6840521"/>
                  <a:pt x="4308257" y="6815341"/>
                  <a:pt x="4329041" y="6823317"/>
                </a:cubicBezTo>
                <a:cubicBezTo>
                  <a:pt x="4338710" y="6827027"/>
                  <a:pt x="4343565" y="6837584"/>
                  <a:pt x="4341686" y="6850813"/>
                </a:cubicBezTo>
                <a:cubicBezTo>
                  <a:pt x="4337888" y="6877560"/>
                  <a:pt x="4301062" y="6885516"/>
                  <a:pt x="4291874" y="6861575"/>
                </a:cubicBezTo>
                <a:close/>
                <a:moveTo>
                  <a:pt x="4434342" y="6855618"/>
                </a:moveTo>
                <a:cubicBezTo>
                  <a:pt x="4430351" y="6846450"/>
                  <a:pt x="4430351" y="6831449"/>
                  <a:pt x="4434342" y="6822281"/>
                </a:cubicBezTo>
                <a:cubicBezTo>
                  <a:pt x="4441252" y="6806406"/>
                  <a:pt x="4441787" y="6806406"/>
                  <a:pt x="4445584" y="6822281"/>
                </a:cubicBezTo>
                <a:cubicBezTo>
                  <a:pt x="4447777" y="6831449"/>
                  <a:pt x="4447777" y="6846450"/>
                  <a:pt x="4445584" y="6855618"/>
                </a:cubicBezTo>
                <a:cubicBezTo>
                  <a:pt x="4441787" y="6871493"/>
                  <a:pt x="4441252" y="6871493"/>
                  <a:pt x="4434342" y="6855618"/>
                </a:cubicBezTo>
                <a:close/>
                <a:moveTo>
                  <a:pt x="1047750" y="6833625"/>
                </a:moveTo>
                <a:cubicBezTo>
                  <a:pt x="1047750" y="6819801"/>
                  <a:pt x="1051872" y="6811798"/>
                  <a:pt x="1057275" y="6815137"/>
                </a:cubicBezTo>
                <a:cubicBezTo>
                  <a:pt x="1062513" y="6818375"/>
                  <a:pt x="1066800" y="6829343"/>
                  <a:pt x="1066800" y="6839512"/>
                </a:cubicBezTo>
                <a:cubicBezTo>
                  <a:pt x="1066800" y="6849680"/>
                  <a:pt x="1062513" y="6858000"/>
                  <a:pt x="1057275" y="6858000"/>
                </a:cubicBezTo>
                <a:cubicBezTo>
                  <a:pt x="1052036" y="6858000"/>
                  <a:pt x="1047750" y="6847031"/>
                  <a:pt x="1047750" y="6833625"/>
                </a:cubicBezTo>
                <a:close/>
                <a:moveTo>
                  <a:pt x="1763743" y="6811576"/>
                </a:moveTo>
                <a:cubicBezTo>
                  <a:pt x="1756547" y="6807015"/>
                  <a:pt x="1752432" y="6791647"/>
                  <a:pt x="1754218" y="6776003"/>
                </a:cubicBezTo>
                <a:cubicBezTo>
                  <a:pt x="1757001" y="6751628"/>
                  <a:pt x="1760647" y="6748810"/>
                  <a:pt x="1785937" y="6751490"/>
                </a:cubicBezTo>
                <a:cubicBezTo>
                  <a:pt x="1825328" y="6755664"/>
                  <a:pt x="1834284" y="6766948"/>
                  <a:pt x="1821125" y="6795829"/>
                </a:cubicBezTo>
                <a:cubicBezTo>
                  <a:pt x="1810069" y="6820094"/>
                  <a:pt x="1787115" y="6826393"/>
                  <a:pt x="1763743" y="6811576"/>
                </a:cubicBezTo>
                <a:close/>
                <a:moveTo>
                  <a:pt x="2312657" y="6795683"/>
                </a:moveTo>
                <a:cubicBezTo>
                  <a:pt x="2303258" y="6775053"/>
                  <a:pt x="2304527" y="6768564"/>
                  <a:pt x="2321226" y="6751865"/>
                </a:cubicBezTo>
                <a:cubicBezTo>
                  <a:pt x="2345631" y="6727460"/>
                  <a:pt x="2381250" y="6741466"/>
                  <a:pt x="2381250" y="6775467"/>
                </a:cubicBezTo>
                <a:cubicBezTo>
                  <a:pt x="2381250" y="6821679"/>
                  <a:pt x="2331220" y="6836424"/>
                  <a:pt x="2312657" y="6795683"/>
                </a:cubicBezTo>
                <a:close/>
                <a:moveTo>
                  <a:pt x="2908839" y="6806316"/>
                </a:moveTo>
                <a:cubicBezTo>
                  <a:pt x="2900173" y="6783733"/>
                  <a:pt x="2912435" y="6760926"/>
                  <a:pt x="2931289" y="6764557"/>
                </a:cubicBezTo>
                <a:cubicBezTo>
                  <a:pt x="2941834" y="6766588"/>
                  <a:pt x="2947987" y="6776452"/>
                  <a:pt x="2947987" y="6791325"/>
                </a:cubicBezTo>
                <a:cubicBezTo>
                  <a:pt x="2947987" y="6818477"/>
                  <a:pt x="2917923" y="6829989"/>
                  <a:pt x="2908839" y="6806316"/>
                </a:cubicBezTo>
                <a:close/>
                <a:moveTo>
                  <a:pt x="3405867" y="6804932"/>
                </a:moveTo>
                <a:cubicBezTo>
                  <a:pt x="3379146" y="6778210"/>
                  <a:pt x="3404682" y="6730564"/>
                  <a:pt x="3435585" y="6749483"/>
                </a:cubicBezTo>
                <a:cubicBezTo>
                  <a:pt x="3457231" y="6762734"/>
                  <a:pt x="3462635" y="6788038"/>
                  <a:pt x="3447670" y="6806070"/>
                </a:cubicBezTo>
                <a:cubicBezTo>
                  <a:pt x="3433016" y="6823726"/>
                  <a:pt x="3424428" y="6823492"/>
                  <a:pt x="3405867" y="6804932"/>
                </a:cubicBezTo>
                <a:close/>
                <a:moveTo>
                  <a:pt x="3745230" y="6808470"/>
                </a:moveTo>
                <a:cubicBezTo>
                  <a:pt x="3725328" y="6788568"/>
                  <a:pt x="3738054" y="6743700"/>
                  <a:pt x="3763599" y="6743700"/>
                </a:cubicBezTo>
                <a:cubicBezTo>
                  <a:pt x="3773226" y="6743700"/>
                  <a:pt x="3800475" y="6771853"/>
                  <a:pt x="3800475" y="6781800"/>
                </a:cubicBezTo>
                <a:cubicBezTo>
                  <a:pt x="3800475" y="6791746"/>
                  <a:pt x="3773226" y="6819900"/>
                  <a:pt x="3763599" y="6819900"/>
                </a:cubicBezTo>
                <a:cubicBezTo>
                  <a:pt x="3759782" y="6819900"/>
                  <a:pt x="3751516" y="6814756"/>
                  <a:pt x="3745230" y="6808470"/>
                </a:cubicBezTo>
                <a:close/>
                <a:moveTo>
                  <a:pt x="4007179" y="6813879"/>
                </a:moveTo>
                <a:cubicBezTo>
                  <a:pt x="4003505" y="6810205"/>
                  <a:pt x="4000500" y="6788328"/>
                  <a:pt x="4000500" y="6765262"/>
                </a:cubicBezTo>
                <a:cubicBezTo>
                  <a:pt x="4000500" y="6727838"/>
                  <a:pt x="4002688" y="6723652"/>
                  <a:pt x="4020839" y="6726368"/>
                </a:cubicBezTo>
                <a:cubicBezTo>
                  <a:pt x="4052737" y="6731142"/>
                  <a:pt x="4069054" y="6762475"/>
                  <a:pt x="4054669" y="6791329"/>
                </a:cubicBezTo>
                <a:cubicBezTo>
                  <a:pt x="4042784" y="6815167"/>
                  <a:pt x="4019516" y="6826216"/>
                  <a:pt x="4007179" y="6813879"/>
                </a:cubicBezTo>
                <a:close/>
                <a:moveTo>
                  <a:pt x="4114800" y="6768678"/>
                </a:moveTo>
                <a:cubicBezTo>
                  <a:pt x="4114800" y="6725180"/>
                  <a:pt x="4126372" y="6710475"/>
                  <a:pt x="4137593" y="6739716"/>
                </a:cubicBezTo>
                <a:cubicBezTo>
                  <a:pt x="4147326" y="6765080"/>
                  <a:pt x="4144081" y="6788406"/>
                  <a:pt x="4129087" y="6800850"/>
                </a:cubicBezTo>
                <a:cubicBezTo>
                  <a:pt x="4116737" y="6811099"/>
                  <a:pt x="4114800" y="6806735"/>
                  <a:pt x="4114800" y="6768678"/>
                </a:cubicBezTo>
                <a:close/>
                <a:moveTo>
                  <a:pt x="3187100" y="6785702"/>
                </a:moveTo>
                <a:cubicBezTo>
                  <a:pt x="3179409" y="6765659"/>
                  <a:pt x="3187973" y="6753225"/>
                  <a:pt x="3209468" y="6753225"/>
                </a:cubicBezTo>
                <a:cubicBezTo>
                  <a:pt x="3230778" y="6753225"/>
                  <a:pt x="3240958" y="6775531"/>
                  <a:pt x="3226325" y="6790164"/>
                </a:cubicBezTo>
                <a:cubicBezTo>
                  <a:pt x="3211139" y="6805350"/>
                  <a:pt x="3193887" y="6803388"/>
                  <a:pt x="3187100" y="6785702"/>
                </a:cubicBezTo>
                <a:close/>
                <a:moveTo>
                  <a:pt x="1554845" y="6780260"/>
                </a:moveTo>
                <a:cubicBezTo>
                  <a:pt x="1539033" y="6764448"/>
                  <a:pt x="1539888" y="6729606"/>
                  <a:pt x="1556426" y="6715881"/>
                </a:cubicBezTo>
                <a:cubicBezTo>
                  <a:pt x="1572143" y="6702836"/>
                  <a:pt x="1615799" y="6711443"/>
                  <a:pt x="1622500" y="6728907"/>
                </a:cubicBezTo>
                <a:cubicBezTo>
                  <a:pt x="1636258" y="6764760"/>
                  <a:pt x="1581164" y="6806579"/>
                  <a:pt x="1554845" y="6780260"/>
                </a:cubicBezTo>
                <a:close/>
                <a:moveTo>
                  <a:pt x="1124285" y="6753851"/>
                </a:moveTo>
                <a:cubicBezTo>
                  <a:pt x="1110032" y="6727219"/>
                  <a:pt x="1112079" y="6710674"/>
                  <a:pt x="1131843" y="6692788"/>
                </a:cubicBezTo>
                <a:cubicBezTo>
                  <a:pt x="1156473" y="6670499"/>
                  <a:pt x="1178160" y="6673209"/>
                  <a:pt x="1196263" y="6700837"/>
                </a:cubicBezTo>
                <a:cubicBezTo>
                  <a:pt x="1210716" y="6722896"/>
                  <a:pt x="1210716" y="6726403"/>
                  <a:pt x="1196263" y="6748462"/>
                </a:cubicBezTo>
                <a:cubicBezTo>
                  <a:pt x="1177322" y="6777369"/>
                  <a:pt x="1138430" y="6780281"/>
                  <a:pt x="1124285" y="6753851"/>
                </a:cubicBezTo>
                <a:close/>
                <a:moveTo>
                  <a:pt x="3584868" y="6758051"/>
                </a:moveTo>
                <a:cubicBezTo>
                  <a:pt x="3581569" y="6749453"/>
                  <a:pt x="3583437" y="6737852"/>
                  <a:pt x="3589020" y="6732270"/>
                </a:cubicBezTo>
                <a:cubicBezTo>
                  <a:pt x="3603532" y="6717757"/>
                  <a:pt x="3631029" y="6731021"/>
                  <a:pt x="3627238" y="6750705"/>
                </a:cubicBezTo>
                <a:cubicBezTo>
                  <a:pt x="3623015" y="6772630"/>
                  <a:pt x="3592494" y="6777922"/>
                  <a:pt x="3584868" y="6758051"/>
                </a:cubicBezTo>
                <a:close/>
                <a:moveTo>
                  <a:pt x="1352985" y="6748986"/>
                </a:moveTo>
                <a:cubicBezTo>
                  <a:pt x="1336999" y="6729725"/>
                  <a:pt x="1344376" y="6692157"/>
                  <a:pt x="1364913" y="6688242"/>
                </a:cubicBezTo>
                <a:cubicBezTo>
                  <a:pt x="1404394" y="6680715"/>
                  <a:pt x="1426203" y="6734197"/>
                  <a:pt x="1391276" y="6752889"/>
                </a:cubicBezTo>
                <a:cubicBezTo>
                  <a:pt x="1367690" y="6765512"/>
                  <a:pt x="1366608" y="6765402"/>
                  <a:pt x="1352985" y="6748986"/>
                </a:cubicBezTo>
                <a:close/>
                <a:moveTo>
                  <a:pt x="4221599" y="6751439"/>
                </a:moveTo>
                <a:cubicBezTo>
                  <a:pt x="4205970" y="6735810"/>
                  <a:pt x="4207076" y="6719925"/>
                  <a:pt x="4224815" y="6705203"/>
                </a:cubicBezTo>
                <a:cubicBezTo>
                  <a:pt x="4245936" y="6687674"/>
                  <a:pt x="4276476" y="6717339"/>
                  <a:pt x="4261595" y="6740930"/>
                </a:cubicBezTo>
                <a:cubicBezTo>
                  <a:pt x="4248217" y="6762139"/>
                  <a:pt x="4235611" y="6765451"/>
                  <a:pt x="4221599" y="6751439"/>
                </a:cubicBezTo>
                <a:close/>
                <a:moveTo>
                  <a:pt x="3059906" y="6746265"/>
                </a:moveTo>
                <a:cubicBezTo>
                  <a:pt x="3053357" y="6743981"/>
                  <a:pt x="3048000" y="6731455"/>
                  <a:pt x="3048000" y="6718431"/>
                </a:cubicBezTo>
                <a:cubicBezTo>
                  <a:pt x="3048000" y="6687434"/>
                  <a:pt x="3089288" y="6689803"/>
                  <a:pt x="3093747" y="6721056"/>
                </a:cubicBezTo>
                <a:cubicBezTo>
                  <a:pt x="3096714" y="6741849"/>
                  <a:pt x="3080938" y="6753601"/>
                  <a:pt x="3059906" y="6746265"/>
                </a:cubicBezTo>
                <a:close/>
                <a:moveTo>
                  <a:pt x="1946478" y="6725152"/>
                </a:moveTo>
                <a:cubicBezTo>
                  <a:pt x="1948199" y="6712332"/>
                  <a:pt x="1954572" y="6700188"/>
                  <a:pt x="1960641" y="6698165"/>
                </a:cubicBezTo>
                <a:cubicBezTo>
                  <a:pt x="1975898" y="6693079"/>
                  <a:pt x="1974444" y="6707868"/>
                  <a:pt x="1957512" y="6729973"/>
                </a:cubicBezTo>
                <a:cubicBezTo>
                  <a:pt x="1943865" y="6747789"/>
                  <a:pt x="1943463" y="6747613"/>
                  <a:pt x="1946478" y="6725152"/>
                </a:cubicBezTo>
                <a:close/>
                <a:moveTo>
                  <a:pt x="2600694" y="6725340"/>
                </a:moveTo>
                <a:cubicBezTo>
                  <a:pt x="2581103" y="6688734"/>
                  <a:pt x="2617071" y="6659481"/>
                  <a:pt x="2646045" y="6688455"/>
                </a:cubicBezTo>
                <a:cubicBezTo>
                  <a:pt x="2661108" y="6703518"/>
                  <a:pt x="2660471" y="6710767"/>
                  <a:pt x="2642507" y="6728732"/>
                </a:cubicBezTo>
                <a:cubicBezTo>
                  <a:pt x="2622798" y="6748440"/>
                  <a:pt x="2612615" y="6747614"/>
                  <a:pt x="2600694" y="6725340"/>
                </a:cubicBezTo>
                <a:close/>
                <a:moveTo>
                  <a:pt x="2800785" y="6701361"/>
                </a:moveTo>
                <a:cubicBezTo>
                  <a:pt x="2773693" y="6668718"/>
                  <a:pt x="2811058" y="6613534"/>
                  <a:pt x="2845593" y="6635183"/>
                </a:cubicBezTo>
                <a:cubicBezTo>
                  <a:pt x="2879582" y="6656490"/>
                  <a:pt x="2867356" y="6715125"/>
                  <a:pt x="2828925" y="6715125"/>
                </a:cubicBezTo>
                <a:cubicBezTo>
                  <a:pt x="2819730" y="6715125"/>
                  <a:pt x="2807067" y="6708931"/>
                  <a:pt x="2800785" y="6701361"/>
                </a:cubicBezTo>
                <a:close/>
                <a:moveTo>
                  <a:pt x="2419729" y="6682245"/>
                </a:moveTo>
                <a:cubicBezTo>
                  <a:pt x="2401468" y="6660242"/>
                  <a:pt x="2411595" y="6634162"/>
                  <a:pt x="2438400" y="6634162"/>
                </a:cubicBezTo>
                <a:cubicBezTo>
                  <a:pt x="2453496" y="6634162"/>
                  <a:pt x="2463135" y="6640310"/>
                  <a:pt x="2465249" y="6651288"/>
                </a:cubicBezTo>
                <a:cubicBezTo>
                  <a:pt x="2468547" y="6668414"/>
                  <a:pt x="2451964" y="6696075"/>
                  <a:pt x="2438400" y="6696075"/>
                </a:cubicBezTo>
                <a:cubicBezTo>
                  <a:pt x="2434444" y="6696075"/>
                  <a:pt x="2426042" y="6689851"/>
                  <a:pt x="2419729" y="6682245"/>
                </a:cubicBezTo>
                <a:close/>
                <a:moveTo>
                  <a:pt x="3290908" y="6682980"/>
                </a:moveTo>
                <a:cubicBezTo>
                  <a:pt x="3270815" y="6668288"/>
                  <a:pt x="3275195" y="6630332"/>
                  <a:pt x="3298627" y="6616085"/>
                </a:cubicBezTo>
                <a:cubicBezTo>
                  <a:pt x="3312651" y="6607558"/>
                  <a:pt x="3319332" y="6609778"/>
                  <a:pt x="3334208" y="6627903"/>
                </a:cubicBezTo>
                <a:cubicBezTo>
                  <a:pt x="3363531" y="6663631"/>
                  <a:pt x="3327363" y="6709637"/>
                  <a:pt x="3290908" y="6682980"/>
                </a:cubicBezTo>
                <a:close/>
                <a:moveTo>
                  <a:pt x="4339317" y="6681107"/>
                </a:moveTo>
                <a:cubicBezTo>
                  <a:pt x="4302552" y="6644341"/>
                  <a:pt x="4343648" y="6576574"/>
                  <a:pt x="4385820" y="6604423"/>
                </a:cubicBezTo>
                <a:cubicBezTo>
                  <a:pt x="4412627" y="6622126"/>
                  <a:pt x="4415105" y="6652944"/>
                  <a:pt x="4391610" y="6676439"/>
                </a:cubicBezTo>
                <a:cubicBezTo>
                  <a:pt x="4368047" y="6700002"/>
                  <a:pt x="4359018" y="6700808"/>
                  <a:pt x="4339317" y="6681107"/>
                </a:cubicBezTo>
                <a:close/>
                <a:moveTo>
                  <a:pt x="3671430" y="6653851"/>
                </a:moveTo>
                <a:cubicBezTo>
                  <a:pt x="3652268" y="6624607"/>
                  <a:pt x="3666892" y="6591300"/>
                  <a:pt x="3698892" y="6591300"/>
                </a:cubicBezTo>
                <a:cubicBezTo>
                  <a:pt x="3740452" y="6591300"/>
                  <a:pt x="3757698" y="6632715"/>
                  <a:pt x="3728357" y="6662057"/>
                </a:cubicBezTo>
                <a:cubicBezTo>
                  <a:pt x="3707148" y="6683265"/>
                  <a:pt x="3688987" y="6680647"/>
                  <a:pt x="3671430" y="6653851"/>
                </a:cubicBezTo>
                <a:close/>
                <a:moveTo>
                  <a:pt x="1682048" y="6642562"/>
                </a:moveTo>
                <a:cubicBezTo>
                  <a:pt x="1678598" y="6633571"/>
                  <a:pt x="1679914" y="6622075"/>
                  <a:pt x="1684972" y="6617017"/>
                </a:cubicBezTo>
                <a:cubicBezTo>
                  <a:pt x="1698736" y="6603253"/>
                  <a:pt x="1725901" y="6617386"/>
                  <a:pt x="1722238" y="6636405"/>
                </a:cubicBezTo>
                <a:cubicBezTo>
                  <a:pt x="1717945" y="6658694"/>
                  <a:pt x="1689888" y="6662992"/>
                  <a:pt x="1682048" y="6642562"/>
                </a:cubicBezTo>
                <a:close/>
                <a:moveTo>
                  <a:pt x="3490767" y="6638467"/>
                </a:moveTo>
                <a:cubicBezTo>
                  <a:pt x="3484787" y="6619625"/>
                  <a:pt x="3499466" y="6591300"/>
                  <a:pt x="3515210" y="6591300"/>
                </a:cubicBezTo>
                <a:cubicBezTo>
                  <a:pt x="3535268" y="6591300"/>
                  <a:pt x="3552620" y="6621509"/>
                  <a:pt x="3542945" y="6639586"/>
                </a:cubicBezTo>
                <a:cubicBezTo>
                  <a:pt x="3529989" y="6663795"/>
                  <a:pt x="3498592" y="6663122"/>
                  <a:pt x="3490767" y="6638467"/>
                </a:cubicBezTo>
                <a:close/>
                <a:moveTo>
                  <a:pt x="2968954" y="6642429"/>
                </a:moveTo>
                <a:cubicBezTo>
                  <a:pt x="2959403" y="6632878"/>
                  <a:pt x="2960701" y="6602921"/>
                  <a:pt x="2970940" y="6596593"/>
                </a:cubicBezTo>
                <a:cubicBezTo>
                  <a:pt x="2987673" y="6586252"/>
                  <a:pt x="3010935" y="6603050"/>
                  <a:pt x="3008022" y="6623371"/>
                </a:cubicBezTo>
                <a:cubicBezTo>
                  <a:pt x="3005136" y="6643500"/>
                  <a:pt x="2981537" y="6655012"/>
                  <a:pt x="2968954" y="6642429"/>
                </a:cubicBezTo>
                <a:close/>
                <a:moveTo>
                  <a:pt x="1244600" y="6632574"/>
                </a:moveTo>
                <a:cubicBezTo>
                  <a:pt x="1224149" y="6612124"/>
                  <a:pt x="1244299" y="6577383"/>
                  <a:pt x="1270727" y="6587525"/>
                </a:cubicBezTo>
                <a:cubicBezTo>
                  <a:pt x="1290280" y="6595028"/>
                  <a:pt x="1290335" y="6625650"/>
                  <a:pt x="1270808" y="6633143"/>
                </a:cubicBezTo>
                <a:cubicBezTo>
                  <a:pt x="1252152" y="6640302"/>
                  <a:pt x="1252331" y="6640306"/>
                  <a:pt x="1244600" y="6632574"/>
                </a:cubicBezTo>
                <a:close/>
                <a:moveTo>
                  <a:pt x="4030793" y="6617493"/>
                </a:moveTo>
                <a:cubicBezTo>
                  <a:pt x="4032467" y="6605706"/>
                  <a:pt x="4040266" y="6596062"/>
                  <a:pt x="4048125" y="6596062"/>
                </a:cubicBezTo>
                <a:cubicBezTo>
                  <a:pt x="4055983" y="6596062"/>
                  <a:pt x="4063782" y="6605706"/>
                  <a:pt x="4065456" y="6617493"/>
                </a:cubicBezTo>
                <a:cubicBezTo>
                  <a:pt x="4067798" y="6633988"/>
                  <a:pt x="4063806" y="6638925"/>
                  <a:pt x="4048125" y="6638925"/>
                </a:cubicBezTo>
                <a:cubicBezTo>
                  <a:pt x="4032443" y="6638925"/>
                  <a:pt x="4028451" y="6633988"/>
                  <a:pt x="4030793" y="6617493"/>
                </a:cubicBezTo>
                <a:close/>
                <a:moveTo>
                  <a:pt x="1835150" y="6623049"/>
                </a:moveTo>
                <a:cubicBezTo>
                  <a:pt x="1825582" y="6613482"/>
                  <a:pt x="1827528" y="6574159"/>
                  <a:pt x="1837886" y="6567758"/>
                </a:cubicBezTo>
                <a:cubicBezTo>
                  <a:pt x="1855932" y="6556605"/>
                  <a:pt x="1895475" y="6573865"/>
                  <a:pt x="1895475" y="6592894"/>
                </a:cubicBezTo>
                <a:cubicBezTo>
                  <a:pt x="1895475" y="6603113"/>
                  <a:pt x="1891484" y="6609008"/>
                  <a:pt x="1886608" y="6605994"/>
                </a:cubicBezTo>
                <a:cubicBezTo>
                  <a:pt x="1881731" y="6602980"/>
                  <a:pt x="1874639" y="6605532"/>
                  <a:pt x="1870848" y="6611666"/>
                </a:cubicBezTo>
                <a:cubicBezTo>
                  <a:pt x="1866544" y="6618631"/>
                  <a:pt x="1868085" y="6620266"/>
                  <a:pt x="1874953" y="6616022"/>
                </a:cubicBezTo>
                <a:cubicBezTo>
                  <a:pt x="1881001" y="6612284"/>
                  <a:pt x="1885950" y="6613764"/>
                  <a:pt x="1885950" y="6619312"/>
                </a:cubicBezTo>
                <a:cubicBezTo>
                  <a:pt x="1885950" y="6630323"/>
                  <a:pt x="1845406" y="6633306"/>
                  <a:pt x="1835150" y="6623049"/>
                </a:cubicBezTo>
                <a:close/>
                <a:moveTo>
                  <a:pt x="4121656" y="6617133"/>
                </a:moveTo>
                <a:cubicBezTo>
                  <a:pt x="4114103" y="6597452"/>
                  <a:pt x="4128851" y="6579415"/>
                  <a:pt x="4149278" y="6583349"/>
                </a:cubicBezTo>
                <a:cubicBezTo>
                  <a:pt x="4174585" y="6588223"/>
                  <a:pt x="4172722" y="6623847"/>
                  <a:pt x="4146968" y="6627522"/>
                </a:cubicBezTo>
                <a:cubicBezTo>
                  <a:pt x="4135848" y="6629109"/>
                  <a:pt x="4124457" y="6624434"/>
                  <a:pt x="4121656" y="6617133"/>
                </a:cubicBezTo>
                <a:close/>
                <a:moveTo>
                  <a:pt x="1478231" y="6596062"/>
                </a:moveTo>
                <a:cubicBezTo>
                  <a:pt x="1478426" y="6580346"/>
                  <a:pt x="1480560" y="6575070"/>
                  <a:pt x="1482975" y="6584337"/>
                </a:cubicBezTo>
                <a:cubicBezTo>
                  <a:pt x="1485390" y="6593605"/>
                  <a:pt x="1485231" y="6606463"/>
                  <a:pt x="1482622" y="6612912"/>
                </a:cubicBezTo>
                <a:cubicBezTo>
                  <a:pt x="1480013" y="6619361"/>
                  <a:pt x="1478037" y="6611778"/>
                  <a:pt x="1478231" y="6596062"/>
                </a:cubicBezTo>
                <a:close/>
                <a:moveTo>
                  <a:pt x="2688431" y="6613176"/>
                </a:moveTo>
                <a:cubicBezTo>
                  <a:pt x="2673749" y="6607733"/>
                  <a:pt x="2672734" y="6575717"/>
                  <a:pt x="2686964" y="6566922"/>
                </a:cubicBezTo>
                <a:cubicBezTo>
                  <a:pt x="2706064" y="6555117"/>
                  <a:pt x="2730709" y="6588965"/>
                  <a:pt x="2714284" y="6604445"/>
                </a:cubicBezTo>
                <a:cubicBezTo>
                  <a:pt x="2706613" y="6611675"/>
                  <a:pt x="2694979" y="6615604"/>
                  <a:pt x="2688431" y="6613176"/>
                </a:cubicBezTo>
                <a:close/>
                <a:moveTo>
                  <a:pt x="1111250" y="6603999"/>
                </a:moveTo>
                <a:cubicBezTo>
                  <a:pt x="1090799" y="6583549"/>
                  <a:pt x="1110949" y="6548808"/>
                  <a:pt x="1137377" y="6558950"/>
                </a:cubicBezTo>
                <a:cubicBezTo>
                  <a:pt x="1156930" y="6566453"/>
                  <a:pt x="1156985" y="6597075"/>
                  <a:pt x="1137458" y="6604568"/>
                </a:cubicBezTo>
                <a:cubicBezTo>
                  <a:pt x="1118802" y="6611727"/>
                  <a:pt x="1118981" y="6611731"/>
                  <a:pt x="1111250" y="6603999"/>
                </a:cubicBezTo>
                <a:close/>
                <a:moveTo>
                  <a:pt x="3120456" y="6585758"/>
                </a:moveTo>
                <a:cubicBezTo>
                  <a:pt x="3103799" y="6542350"/>
                  <a:pt x="3126720" y="6508886"/>
                  <a:pt x="3166303" y="6518821"/>
                </a:cubicBezTo>
                <a:cubicBezTo>
                  <a:pt x="3215109" y="6531070"/>
                  <a:pt x="3204182" y="6600825"/>
                  <a:pt x="3153458" y="6600825"/>
                </a:cubicBezTo>
                <a:cubicBezTo>
                  <a:pt x="3137423" y="6600825"/>
                  <a:pt x="3123862" y="6594633"/>
                  <a:pt x="3120456" y="6585758"/>
                </a:cubicBezTo>
                <a:close/>
                <a:moveTo>
                  <a:pt x="2331293" y="6557962"/>
                </a:moveTo>
                <a:cubicBezTo>
                  <a:pt x="2328790" y="6544865"/>
                  <a:pt x="2330433" y="6534150"/>
                  <a:pt x="2334945" y="6534150"/>
                </a:cubicBezTo>
                <a:cubicBezTo>
                  <a:pt x="2339458" y="6534150"/>
                  <a:pt x="2343150" y="6544865"/>
                  <a:pt x="2343150" y="6557962"/>
                </a:cubicBezTo>
                <a:cubicBezTo>
                  <a:pt x="2343150" y="6571059"/>
                  <a:pt x="2341506" y="6581775"/>
                  <a:pt x="2339497" y="6581775"/>
                </a:cubicBezTo>
                <a:cubicBezTo>
                  <a:pt x="2337489" y="6581775"/>
                  <a:pt x="2333797" y="6571059"/>
                  <a:pt x="2331293" y="6557962"/>
                </a:cubicBezTo>
                <a:close/>
                <a:moveTo>
                  <a:pt x="4224840" y="6573063"/>
                </a:moveTo>
                <a:cubicBezTo>
                  <a:pt x="4221773" y="6568101"/>
                  <a:pt x="4223324" y="6561532"/>
                  <a:pt x="4228286" y="6558465"/>
                </a:cubicBezTo>
                <a:cubicBezTo>
                  <a:pt x="4233248" y="6555398"/>
                  <a:pt x="4239817" y="6556949"/>
                  <a:pt x="4242884" y="6561911"/>
                </a:cubicBezTo>
                <a:cubicBezTo>
                  <a:pt x="4245951" y="6566873"/>
                  <a:pt x="4244400" y="6573442"/>
                  <a:pt x="4239438" y="6576509"/>
                </a:cubicBezTo>
                <a:cubicBezTo>
                  <a:pt x="4234476" y="6579576"/>
                  <a:pt x="4227907" y="6578025"/>
                  <a:pt x="4224840" y="6573063"/>
                </a:cubicBezTo>
                <a:close/>
                <a:moveTo>
                  <a:pt x="1990355" y="6547992"/>
                </a:moveTo>
                <a:cubicBezTo>
                  <a:pt x="1975012" y="6529505"/>
                  <a:pt x="1985799" y="6505575"/>
                  <a:pt x="2009476" y="6505575"/>
                </a:cubicBezTo>
                <a:cubicBezTo>
                  <a:pt x="2023534" y="6505575"/>
                  <a:pt x="2028825" y="6511807"/>
                  <a:pt x="2028825" y="6528368"/>
                </a:cubicBezTo>
                <a:cubicBezTo>
                  <a:pt x="2028825" y="6555558"/>
                  <a:pt x="2006209" y="6567094"/>
                  <a:pt x="1990355" y="6547992"/>
                </a:cubicBezTo>
                <a:close/>
                <a:moveTo>
                  <a:pt x="2487930" y="6551295"/>
                </a:moveTo>
                <a:cubicBezTo>
                  <a:pt x="2459359" y="6522724"/>
                  <a:pt x="2488778" y="6457950"/>
                  <a:pt x="2530326" y="6457950"/>
                </a:cubicBezTo>
                <a:cubicBezTo>
                  <a:pt x="2549277" y="6457950"/>
                  <a:pt x="2571750" y="6486370"/>
                  <a:pt x="2571750" y="6510337"/>
                </a:cubicBezTo>
                <a:cubicBezTo>
                  <a:pt x="2571750" y="6553142"/>
                  <a:pt x="2516684" y="6580049"/>
                  <a:pt x="2487930" y="6551295"/>
                </a:cubicBezTo>
                <a:close/>
                <a:moveTo>
                  <a:pt x="1352929" y="6539370"/>
                </a:moveTo>
                <a:cubicBezTo>
                  <a:pt x="1333095" y="6515471"/>
                  <a:pt x="1344880" y="6491287"/>
                  <a:pt x="1376362" y="6491287"/>
                </a:cubicBezTo>
                <a:cubicBezTo>
                  <a:pt x="1396043" y="6491287"/>
                  <a:pt x="1405682" y="6496509"/>
                  <a:pt x="1407974" y="6508413"/>
                </a:cubicBezTo>
                <a:cubicBezTo>
                  <a:pt x="1411756" y="6528051"/>
                  <a:pt x="1394005" y="6553200"/>
                  <a:pt x="1376362" y="6553200"/>
                </a:cubicBezTo>
                <a:cubicBezTo>
                  <a:pt x="1369787" y="6553200"/>
                  <a:pt x="1359242" y="6546976"/>
                  <a:pt x="1352929" y="6539370"/>
                </a:cubicBezTo>
                <a:close/>
                <a:moveTo>
                  <a:pt x="3768724" y="6537324"/>
                </a:moveTo>
                <a:cubicBezTo>
                  <a:pt x="3759142" y="6527742"/>
                  <a:pt x="3761110" y="6488430"/>
                  <a:pt x="3771494" y="6482013"/>
                </a:cubicBezTo>
                <a:cubicBezTo>
                  <a:pt x="3779203" y="6477248"/>
                  <a:pt x="3810000" y="6522377"/>
                  <a:pt x="3810000" y="6538439"/>
                </a:cubicBezTo>
                <a:cubicBezTo>
                  <a:pt x="3810000" y="6545863"/>
                  <a:pt x="3776355" y="6544955"/>
                  <a:pt x="3768724" y="6537324"/>
                </a:cubicBezTo>
                <a:close/>
                <a:moveTo>
                  <a:pt x="2871791" y="6511679"/>
                </a:moveTo>
                <a:cubicBezTo>
                  <a:pt x="2844904" y="6470644"/>
                  <a:pt x="2883681" y="6426849"/>
                  <a:pt x="2922702" y="6454180"/>
                </a:cubicBezTo>
                <a:cubicBezTo>
                  <a:pt x="2946891" y="6471123"/>
                  <a:pt x="2949207" y="6498231"/>
                  <a:pt x="2928257" y="6519182"/>
                </a:cubicBezTo>
                <a:cubicBezTo>
                  <a:pt x="2907199" y="6540240"/>
                  <a:pt x="2888912" y="6537810"/>
                  <a:pt x="2871791" y="6511679"/>
                </a:cubicBezTo>
                <a:close/>
                <a:moveTo>
                  <a:pt x="3421380" y="6513195"/>
                </a:moveTo>
                <a:cubicBezTo>
                  <a:pt x="3415093" y="6506908"/>
                  <a:pt x="3409950" y="6490620"/>
                  <a:pt x="3409950" y="6477000"/>
                </a:cubicBezTo>
                <a:cubicBezTo>
                  <a:pt x="3409950" y="6426783"/>
                  <a:pt x="3464153" y="6411011"/>
                  <a:pt x="3491788" y="6453187"/>
                </a:cubicBezTo>
                <a:cubicBezTo>
                  <a:pt x="3520760" y="6497405"/>
                  <a:pt x="3458583" y="6550398"/>
                  <a:pt x="3421380" y="6513195"/>
                </a:cubicBezTo>
                <a:close/>
                <a:moveTo>
                  <a:pt x="4406897" y="6511033"/>
                </a:moveTo>
                <a:cubicBezTo>
                  <a:pt x="4400675" y="6494817"/>
                  <a:pt x="4424082" y="6472759"/>
                  <a:pt x="4438232" y="6481504"/>
                </a:cubicBezTo>
                <a:cubicBezTo>
                  <a:pt x="4443700" y="6484884"/>
                  <a:pt x="4448175" y="6495968"/>
                  <a:pt x="4448175" y="6506137"/>
                </a:cubicBezTo>
                <a:cubicBezTo>
                  <a:pt x="4448175" y="6527965"/>
                  <a:pt x="4414909" y="6531911"/>
                  <a:pt x="4406897" y="6511033"/>
                </a:cubicBezTo>
                <a:close/>
                <a:moveTo>
                  <a:pt x="1765323" y="6490647"/>
                </a:moveTo>
                <a:cubicBezTo>
                  <a:pt x="1757385" y="6469959"/>
                  <a:pt x="1777539" y="6450504"/>
                  <a:pt x="1791964" y="6464929"/>
                </a:cubicBezTo>
                <a:cubicBezTo>
                  <a:pt x="1804157" y="6477122"/>
                  <a:pt x="1796603" y="6505575"/>
                  <a:pt x="1781175" y="6505575"/>
                </a:cubicBezTo>
                <a:cubicBezTo>
                  <a:pt x="1775607" y="6505575"/>
                  <a:pt x="1768474" y="6498857"/>
                  <a:pt x="1765323" y="6490647"/>
                </a:cubicBezTo>
                <a:close/>
                <a:moveTo>
                  <a:pt x="3283148" y="6499423"/>
                </a:moveTo>
                <a:cubicBezTo>
                  <a:pt x="3268475" y="6484750"/>
                  <a:pt x="3276981" y="6457950"/>
                  <a:pt x="3296312" y="6457950"/>
                </a:cubicBezTo>
                <a:cubicBezTo>
                  <a:pt x="3311128" y="6457950"/>
                  <a:pt x="3315268" y="6463087"/>
                  <a:pt x="3312981" y="6478635"/>
                </a:cubicBezTo>
                <a:cubicBezTo>
                  <a:pt x="3309820" y="6500116"/>
                  <a:pt x="3294510" y="6510785"/>
                  <a:pt x="3283148" y="6499423"/>
                </a:cubicBezTo>
                <a:close/>
                <a:moveTo>
                  <a:pt x="3625591" y="6498966"/>
                </a:moveTo>
                <a:cubicBezTo>
                  <a:pt x="3614207" y="6487582"/>
                  <a:pt x="3619440" y="6467475"/>
                  <a:pt x="3633787" y="6467475"/>
                </a:cubicBezTo>
                <a:cubicBezTo>
                  <a:pt x="3641645" y="6467475"/>
                  <a:pt x="3648075" y="6473651"/>
                  <a:pt x="3648075" y="6481200"/>
                </a:cubicBezTo>
                <a:cubicBezTo>
                  <a:pt x="3648075" y="6497113"/>
                  <a:pt x="3634480" y="6507855"/>
                  <a:pt x="3625591" y="6498966"/>
                </a:cubicBezTo>
                <a:close/>
                <a:moveTo>
                  <a:pt x="4062952" y="6484405"/>
                </a:moveTo>
                <a:cubicBezTo>
                  <a:pt x="4043356" y="6456427"/>
                  <a:pt x="4044249" y="6442775"/>
                  <a:pt x="4067175" y="6419850"/>
                </a:cubicBezTo>
                <a:cubicBezTo>
                  <a:pt x="4092313" y="6394711"/>
                  <a:pt x="4110684" y="6395818"/>
                  <a:pt x="4139045" y="6424179"/>
                </a:cubicBezTo>
                <a:cubicBezTo>
                  <a:pt x="4167387" y="6452521"/>
                  <a:pt x="4168036" y="6461863"/>
                  <a:pt x="4143375" y="6486525"/>
                </a:cubicBezTo>
                <a:cubicBezTo>
                  <a:pt x="4118098" y="6511801"/>
                  <a:pt x="4081465" y="6510835"/>
                  <a:pt x="4062952" y="6484405"/>
                </a:cubicBezTo>
                <a:close/>
                <a:moveTo>
                  <a:pt x="4293387" y="6494903"/>
                </a:moveTo>
                <a:cubicBezTo>
                  <a:pt x="4271224" y="6482500"/>
                  <a:pt x="4272185" y="6451524"/>
                  <a:pt x="4295113" y="6439254"/>
                </a:cubicBezTo>
                <a:cubicBezTo>
                  <a:pt x="4313058" y="6429650"/>
                  <a:pt x="4343400" y="6446883"/>
                  <a:pt x="4343400" y="6466679"/>
                </a:cubicBezTo>
                <a:cubicBezTo>
                  <a:pt x="4343400" y="6485037"/>
                  <a:pt x="4309721" y="6504044"/>
                  <a:pt x="4293387" y="6494903"/>
                </a:cubicBezTo>
                <a:close/>
                <a:moveTo>
                  <a:pt x="1590831" y="6488906"/>
                </a:moveTo>
                <a:cubicBezTo>
                  <a:pt x="1591123" y="6475607"/>
                  <a:pt x="1633477" y="6407418"/>
                  <a:pt x="1642024" y="6406487"/>
                </a:cubicBezTo>
                <a:cubicBezTo>
                  <a:pt x="1657102" y="6404844"/>
                  <a:pt x="1673318" y="6440737"/>
                  <a:pt x="1659731" y="6445680"/>
                </a:cubicBezTo>
                <a:cubicBezTo>
                  <a:pt x="1653182" y="6448063"/>
                  <a:pt x="1647825" y="6454194"/>
                  <a:pt x="1647825" y="6459305"/>
                </a:cubicBezTo>
                <a:cubicBezTo>
                  <a:pt x="1647825" y="6464417"/>
                  <a:pt x="1652111" y="6465950"/>
                  <a:pt x="1657350" y="6462712"/>
                </a:cubicBezTo>
                <a:cubicBezTo>
                  <a:pt x="1670686" y="6454469"/>
                  <a:pt x="1669266" y="6470798"/>
                  <a:pt x="1655445" y="6484620"/>
                </a:cubicBezTo>
                <a:cubicBezTo>
                  <a:pt x="1643018" y="6497046"/>
                  <a:pt x="1590576" y="6500525"/>
                  <a:pt x="1590831" y="6488906"/>
                </a:cubicBezTo>
                <a:close/>
                <a:moveTo>
                  <a:pt x="2719698" y="6487027"/>
                </a:moveTo>
                <a:cubicBezTo>
                  <a:pt x="2711323" y="6473477"/>
                  <a:pt x="2722003" y="6457950"/>
                  <a:pt x="2739698" y="6457950"/>
                </a:cubicBezTo>
                <a:cubicBezTo>
                  <a:pt x="2748043" y="6457950"/>
                  <a:pt x="2752823" y="6464641"/>
                  <a:pt x="2751042" y="6473829"/>
                </a:cubicBezTo>
                <a:cubicBezTo>
                  <a:pt x="2747331" y="6492960"/>
                  <a:pt x="2728313" y="6500968"/>
                  <a:pt x="2719698" y="6487027"/>
                </a:cubicBezTo>
                <a:close/>
                <a:moveTo>
                  <a:pt x="1167492" y="6462032"/>
                </a:moveTo>
                <a:cubicBezTo>
                  <a:pt x="1140070" y="6434609"/>
                  <a:pt x="1154987" y="6391275"/>
                  <a:pt x="1191849" y="6391275"/>
                </a:cubicBezTo>
                <a:cubicBezTo>
                  <a:pt x="1209415" y="6391275"/>
                  <a:pt x="1238250" y="6415373"/>
                  <a:pt x="1238250" y="6430055"/>
                </a:cubicBezTo>
                <a:cubicBezTo>
                  <a:pt x="1238250" y="6441532"/>
                  <a:pt x="1202782" y="6477000"/>
                  <a:pt x="1191305" y="6477000"/>
                </a:cubicBezTo>
                <a:cubicBezTo>
                  <a:pt x="1186440" y="6477000"/>
                  <a:pt x="1175725" y="6470264"/>
                  <a:pt x="1167492" y="6462032"/>
                </a:cubicBezTo>
                <a:close/>
                <a:moveTo>
                  <a:pt x="1908198" y="6433497"/>
                </a:moveTo>
                <a:cubicBezTo>
                  <a:pt x="1900260" y="6412809"/>
                  <a:pt x="1920414" y="6393354"/>
                  <a:pt x="1934839" y="6407779"/>
                </a:cubicBezTo>
                <a:cubicBezTo>
                  <a:pt x="1947032" y="6419972"/>
                  <a:pt x="1939478" y="6448425"/>
                  <a:pt x="1924050" y="6448425"/>
                </a:cubicBezTo>
                <a:cubicBezTo>
                  <a:pt x="1918482" y="6448425"/>
                  <a:pt x="1911349" y="6441707"/>
                  <a:pt x="1908198" y="6433497"/>
                </a:cubicBezTo>
                <a:close/>
                <a:moveTo>
                  <a:pt x="3048439" y="6434667"/>
                </a:moveTo>
                <a:cubicBezTo>
                  <a:pt x="3022715" y="6403671"/>
                  <a:pt x="3065286" y="6366379"/>
                  <a:pt x="3093820" y="6394913"/>
                </a:cubicBezTo>
                <a:cubicBezTo>
                  <a:pt x="3105951" y="6407044"/>
                  <a:pt x="3107193" y="6414487"/>
                  <a:pt x="3099205" y="6427172"/>
                </a:cubicBezTo>
                <a:cubicBezTo>
                  <a:pt x="3085297" y="6449257"/>
                  <a:pt x="3063250" y="6452512"/>
                  <a:pt x="3048439" y="6434667"/>
                </a:cubicBezTo>
                <a:close/>
                <a:moveTo>
                  <a:pt x="2649974" y="6408539"/>
                </a:moveTo>
                <a:cubicBezTo>
                  <a:pt x="2634345" y="6392910"/>
                  <a:pt x="2635451" y="6377025"/>
                  <a:pt x="2653190" y="6362303"/>
                </a:cubicBezTo>
                <a:cubicBezTo>
                  <a:pt x="2674311" y="6344774"/>
                  <a:pt x="2704851" y="6374439"/>
                  <a:pt x="2689970" y="6398030"/>
                </a:cubicBezTo>
                <a:cubicBezTo>
                  <a:pt x="2676592" y="6419239"/>
                  <a:pt x="2663986" y="6422551"/>
                  <a:pt x="2649974" y="6408539"/>
                </a:cubicBezTo>
                <a:close/>
                <a:moveTo>
                  <a:pt x="3702049" y="6403974"/>
                </a:moveTo>
                <a:cubicBezTo>
                  <a:pt x="3693342" y="6395267"/>
                  <a:pt x="3694000" y="6353160"/>
                  <a:pt x="3702843" y="6353235"/>
                </a:cubicBezTo>
                <a:cubicBezTo>
                  <a:pt x="3706772" y="6353268"/>
                  <a:pt x="3717289" y="6366127"/>
                  <a:pt x="3726213" y="6381810"/>
                </a:cubicBezTo>
                <a:cubicBezTo>
                  <a:pt x="3741625" y="6408894"/>
                  <a:pt x="3741585" y="6410325"/>
                  <a:pt x="3725419" y="6410325"/>
                </a:cubicBezTo>
                <a:cubicBezTo>
                  <a:pt x="3716058" y="6410325"/>
                  <a:pt x="3705542" y="6407467"/>
                  <a:pt x="3702049" y="6403974"/>
                </a:cubicBezTo>
                <a:close/>
                <a:moveTo>
                  <a:pt x="1409800" y="6386633"/>
                </a:moveTo>
                <a:cubicBezTo>
                  <a:pt x="1385165" y="6356950"/>
                  <a:pt x="1426959" y="6318727"/>
                  <a:pt x="1454230" y="6345998"/>
                </a:cubicBezTo>
                <a:cubicBezTo>
                  <a:pt x="1465672" y="6357440"/>
                  <a:pt x="1466446" y="6364706"/>
                  <a:pt x="1457919" y="6380638"/>
                </a:cubicBezTo>
                <a:cubicBezTo>
                  <a:pt x="1445293" y="6404231"/>
                  <a:pt x="1426362" y="6406589"/>
                  <a:pt x="1409800" y="6386633"/>
                </a:cubicBezTo>
                <a:close/>
                <a:moveTo>
                  <a:pt x="2035059" y="6384131"/>
                </a:moveTo>
                <a:cubicBezTo>
                  <a:pt x="2032630" y="6380202"/>
                  <a:pt x="2042684" y="6376987"/>
                  <a:pt x="2057400" y="6376987"/>
                </a:cubicBezTo>
                <a:cubicBezTo>
                  <a:pt x="2072115" y="6376987"/>
                  <a:pt x="2082169" y="6380202"/>
                  <a:pt x="2079740" y="6384131"/>
                </a:cubicBezTo>
                <a:cubicBezTo>
                  <a:pt x="2077312" y="6388060"/>
                  <a:pt x="2067259" y="6391275"/>
                  <a:pt x="2057400" y="6391275"/>
                </a:cubicBezTo>
                <a:cubicBezTo>
                  <a:pt x="2047540" y="6391275"/>
                  <a:pt x="2037487" y="6388060"/>
                  <a:pt x="2035059" y="6384131"/>
                </a:cubicBezTo>
                <a:close/>
                <a:moveTo>
                  <a:pt x="2297430" y="6379845"/>
                </a:moveTo>
                <a:cubicBezTo>
                  <a:pt x="2281401" y="6363816"/>
                  <a:pt x="2283203" y="6328757"/>
                  <a:pt x="2300967" y="6310992"/>
                </a:cubicBezTo>
                <a:cubicBezTo>
                  <a:pt x="2320591" y="6291368"/>
                  <a:pt x="2336630" y="6292083"/>
                  <a:pt x="2355961" y="6313443"/>
                </a:cubicBezTo>
                <a:cubicBezTo>
                  <a:pt x="2385770" y="6346382"/>
                  <a:pt x="2370140" y="6391275"/>
                  <a:pt x="2328862" y="6391275"/>
                </a:cubicBezTo>
                <a:cubicBezTo>
                  <a:pt x="2317861" y="6391275"/>
                  <a:pt x="2303716" y="6386131"/>
                  <a:pt x="2297430" y="6379845"/>
                </a:cubicBezTo>
                <a:close/>
                <a:moveTo>
                  <a:pt x="2469356" y="6384925"/>
                </a:moveTo>
                <a:cubicBezTo>
                  <a:pt x="2452274" y="6378092"/>
                  <a:pt x="2454648" y="6334602"/>
                  <a:pt x="2472476" y="6327761"/>
                </a:cubicBezTo>
                <a:cubicBezTo>
                  <a:pt x="2495039" y="6319102"/>
                  <a:pt x="2521616" y="6349446"/>
                  <a:pt x="2508995" y="6369455"/>
                </a:cubicBezTo>
                <a:cubicBezTo>
                  <a:pt x="2497600" y="6387520"/>
                  <a:pt x="2486588" y="6391817"/>
                  <a:pt x="2469356" y="6384925"/>
                </a:cubicBezTo>
                <a:close/>
                <a:moveTo>
                  <a:pt x="3173730" y="6370320"/>
                </a:moveTo>
                <a:cubicBezTo>
                  <a:pt x="3146643" y="6343233"/>
                  <a:pt x="3173139" y="6298637"/>
                  <a:pt x="3209467" y="6310167"/>
                </a:cubicBezTo>
                <a:cubicBezTo>
                  <a:pt x="3241625" y="6320373"/>
                  <a:pt x="3229766" y="6381750"/>
                  <a:pt x="3195637" y="6381750"/>
                </a:cubicBezTo>
                <a:cubicBezTo>
                  <a:pt x="3189874" y="6381750"/>
                  <a:pt x="3180016" y="6376606"/>
                  <a:pt x="3173730" y="6370320"/>
                </a:cubicBezTo>
                <a:close/>
                <a:moveTo>
                  <a:pt x="3528139" y="6368622"/>
                </a:moveTo>
                <a:cubicBezTo>
                  <a:pt x="3520430" y="6348532"/>
                  <a:pt x="3531251" y="6334125"/>
                  <a:pt x="3554049" y="6334125"/>
                </a:cubicBezTo>
                <a:cubicBezTo>
                  <a:pt x="3568439" y="6334125"/>
                  <a:pt x="3572443" y="6339428"/>
                  <a:pt x="3570156" y="6355458"/>
                </a:cubicBezTo>
                <a:cubicBezTo>
                  <a:pt x="3566604" y="6380357"/>
                  <a:pt x="3536287" y="6389855"/>
                  <a:pt x="3528139" y="6368622"/>
                </a:cubicBezTo>
                <a:close/>
                <a:moveTo>
                  <a:pt x="4415517" y="6366782"/>
                </a:moveTo>
                <a:cubicBezTo>
                  <a:pt x="4394145" y="6345409"/>
                  <a:pt x="4396928" y="6327047"/>
                  <a:pt x="4425560" y="6300511"/>
                </a:cubicBezTo>
                <a:cubicBezTo>
                  <a:pt x="4454688" y="6273516"/>
                  <a:pt x="4467276" y="6277379"/>
                  <a:pt x="4467094" y="6313255"/>
                </a:cubicBezTo>
                <a:cubicBezTo>
                  <a:pt x="4466772" y="6376749"/>
                  <a:pt x="4446511" y="6397776"/>
                  <a:pt x="4415517" y="6366782"/>
                </a:cubicBezTo>
                <a:close/>
                <a:moveTo>
                  <a:pt x="2924041" y="6348251"/>
                </a:moveTo>
                <a:cubicBezTo>
                  <a:pt x="2913579" y="6335645"/>
                  <a:pt x="2914115" y="6330577"/>
                  <a:pt x="2927306" y="6317386"/>
                </a:cubicBezTo>
                <a:cubicBezTo>
                  <a:pt x="2945853" y="6298838"/>
                  <a:pt x="2966077" y="6312177"/>
                  <a:pt x="2960787" y="6339467"/>
                </a:cubicBezTo>
                <a:cubicBezTo>
                  <a:pt x="2956333" y="6362441"/>
                  <a:pt x="2939214" y="6366534"/>
                  <a:pt x="2924041" y="6348251"/>
                </a:cubicBezTo>
                <a:close/>
                <a:moveTo>
                  <a:pt x="3349542" y="6356267"/>
                </a:moveTo>
                <a:cubicBezTo>
                  <a:pt x="3346095" y="6352820"/>
                  <a:pt x="3343275" y="6344284"/>
                  <a:pt x="3343275" y="6337299"/>
                </a:cubicBezTo>
                <a:cubicBezTo>
                  <a:pt x="3343275" y="6323110"/>
                  <a:pt x="3367829" y="6319913"/>
                  <a:pt x="3375945" y="6333045"/>
                </a:cubicBezTo>
                <a:cubicBezTo>
                  <a:pt x="3382427" y="6343534"/>
                  <a:pt x="3358156" y="6364881"/>
                  <a:pt x="3349542" y="6356267"/>
                </a:cubicBezTo>
                <a:close/>
                <a:moveTo>
                  <a:pt x="4165500" y="6347451"/>
                </a:moveTo>
                <a:cubicBezTo>
                  <a:pt x="4158195" y="6328414"/>
                  <a:pt x="4181363" y="6312649"/>
                  <a:pt x="4197258" y="6325841"/>
                </a:cubicBezTo>
                <a:cubicBezTo>
                  <a:pt x="4211671" y="6337803"/>
                  <a:pt x="4203336" y="6362700"/>
                  <a:pt x="4184919" y="6362700"/>
                </a:cubicBezTo>
                <a:cubicBezTo>
                  <a:pt x="4177457" y="6362700"/>
                  <a:pt x="4168718" y="6355838"/>
                  <a:pt x="4165500" y="6347451"/>
                </a:cubicBezTo>
                <a:close/>
                <a:moveTo>
                  <a:pt x="1740301" y="6347226"/>
                </a:moveTo>
                <a:cubicBezTo>
                  <a:pt x="1727687" y="6334612"/>
                  <a:pt x="1733481" y="6298089"/>
                  <a:pt x="1749044" y="6292117"/>
                </a:cubicBezTo>
                <a:cubicBezTo>
                  <a:pt x="1770154" y="6284016"/>
                  <a:pt x="1792245" y="6304261"/>
                  <a:pt x="1788778" y="6328529"/>
                </a:cubicBezTo>
                <a:cubicBezTo>
                  <a:pt x="1785961" y="6348243"/>
                  <a:pt x="1753744" y="6360669"/>
                  <a:pt x="1740301" y="6347226"/>
                </a:cubicBezTo>
                <a:close/>
                <a:moveTo>
                  <a:pt x="1025524" y="6337299"/>
                </a:moveTo>
                <a:cubicBezTo>
                  <a:pt x="1014249" y="6326024"/>
                  <a:pt x="1018779" y="6298214"/>
                  <a:pt x="1032766" y="6292847"/>
                </a:cubicBezTo>
                <a:cubicBezTo>
                  <a:pt x="1053903" y="6284736"/>
                  <a:pt x="1071970" y="6311655"/>
                  <a:pt x="1057275" y="6329362"/>
                </a:cubicBezTo>
                <a:cubicBezTo>
                  <a:pt x="1044372" y="6344909"/>
                  <a:pt x="1035381" y="6347156"/>
                  <a:pt x="1025524" y="6337299"/>
                </a:cubicBezTo>
                <a:close/>
                <a:moveTo>
                  <a:pt x="2750343" y="6314312"/>
                </a:moveTo>
                <a:cubicBezTo>
                  <a:pt x="2726896" y="6300655"/>
                  <a:pt x="2728715" y="6252953"/>
                  <a:pt x="2753341" y="6235705"/>
                </a:cubicBezTo>
                <a:cubicBezTo>
                  <a:pt x="2797724" y="6204618"/>
                  <a:pt x="2845849" y="6254488"/>
                  <a:pt x="2815769" y="6300397"/>
                </a:cubicBezTo>
                <a:cubicBezTo>
                  <a:pt x="2799045" y="6325921"/>
                  <a:pt x="2777971" y="6330403"/>
                  <a:pt x="2750343" y="6314312"/>
                </a:cubicBezTo>
                <a:close/>
                <a:moveTo>
                  <a:pt x="3972569" y="6295548"/>
                </a:moveTo>
                <a:cubicBezTo>
                  <a:pt x="3973175" y="6264687"/>
                  <a:pt x="3973851" y="6264011"/>
                  <a:pt x="3983688" y="6284429"/>
                </a:cubicBezTo>
                <a:cubicBezTo>
                  <a:pt x="3991433" y="6300505"/>
                  <a:pt x="3991265" y="6309069"/>
                  <a:pt x="3983044" y="6317290"/>
                </a:cubicBezTo>
                <a:cubicBezTo>
                  <a:pt x="3974568" y="6325766"/>
                  <a:pt x="3972078" y="6320597"/>
                  <a:pt x="3972569" y="6295548"/>
                </a:cubicBezTo>
                <a:close/>
                <a:moveTo>
                  <a:pt x="1273063" y="6288131"/>
                </a:moveTo>
                <a:cubicBezTo>
                  <a:pt x="1243254" y="6255192"/>
                  <a:pt x="1258884" y="6210300"/>
                  <a:pt x="1300162" y="6210300"/>
                </a:cubicBezTo>
                <a:cubicBezTo>
                  <a:pt x="1342255" y="6210300"/>
                  <a:pt x="1358244" y="6260249"/>
                  <a:pt x="1325606" y="6289786"/>
                </a:cubicBezTo>
                <a:cubicBezTo>
                  <a:pt x="1303283" y="6309988"/>
                  <a:pt x="1292537" y="6309649"/>
                  <a:pt x="1273063" y="6288131"/>
                </a:cubicBezTo>
                <a:close/>
                <a:moveTo>
                  <a:pt x="4286350" y="6291383"/>
                </a:moveTo>
                <a:cubicBezTo>
                  <a:pt x="4272265" y="6274412"/>
                  <a:pt x="4279740" y="6250300"/>
                  <a:pt x="4301698" y="6241873"/>
                </a:cubicBezTo>
                <a:cubicBezTo>
                  <a:pt x="4324253" y="6233218"/>
                  <a:pt x="4345663" y="6264472"/>
                  <a:pt x="4333170" y="6287815"/>
                </a:cubicBezTo>
                <a:cubicBezTo>
                  <a:pt x="4321733" y="6309187"/>
                  <a:pt x="4302352" y="6310664"/>
                  <a:pt x="4286350" y="6291383"/>
                </a:cubicBezTo>
                <a:close/>
                <a:moveTo>
                  <a:pt x="2181225" y="6276975"/>
                </a:moveTo>
                <a:cubicBezTo>
                  <a:pt x="2181225" y="6259195"/>
                  <a:pt x="2183765" y="6256655"/>
                  <a:pt x="2192655" y="6265545"/>
                </a:cubicBezTo>
                <a:cubicBezTo>
                  <a:pt x="2201545" y="6274435"/>
                  <a:pt x="2201545" y="6279515"/>
                  <a:pt x="2192655" y="6288405"/>
                </a:cubicBezTo>
                <a:cubicBezTo>
                  <a:pt x="2183765" y="6297295"/>
                  <a:pt x="2181225" y="6294755"/>
                  <a:pt x="2181225" y="6276975"/>
                </a:cubicBezTo>
                <a:close/>
                <a:moveTo>
                  <a:pt x="1130217" y="6280067"/>
                </a:moveTo>
                <a:cubicBezTo>
                  <a:pt x="1126770" y="6276620"/>
                  <a:pt x="1123950" y="6268084"/>
                  <a:pt x="1123950" y="6261099"/>
                </a:cubicBezTo>
                <a:cubicBezTo>
                  <a:pt x="1123950" y="6246910"/>
                  <a:pt x="1148504" y="6243713"/>
                  <a:pt x="1156620" y="6256845"/>
                </a:cubicBezTo>
                <a:cubicBezTo>
                  <a:pt x="1163102" y="6267334"/>
                  <a:pt x="1138831" y="6288681"/>
                  <a:pt x="1130217" y="6280067"/>
                </a:cubicBezTo>
                <a:close/>
                <a:moveTo>
                  <a:pt x="1868805" y="6265545"/>
                </a:moveTo>
                <a:cubicBezTo>
                  <a:pt x="1840820" y="6237560"/>
                  <a:pt x="1872394" y="6178842"/>
                  <a:pt x="1912889" y="6183562"/>
                </a:cubicBezTo>
                <a:cubicBezTo>
                  <a:pt x="1941289" y="6186872"/>
                  <a:pt x="1968197" y="6238432"/>
                  <a:pt x="1945481" y="6246013"/>
                </a:cubicBezTo>
                <a:cubicBezTo>
                  <a:pt x="1938932" y="6248199"/>
                  <a:pt x="1933575" y="6256059"/>
                  <a:pt x="1933575" y="6263481"/>
                </a:cubicBezTo>
                <a:cubicBezTo>
                  <a:pt x="1933575" y="6280228"/>
                  <a:pt x="1885034" y="6281774"/>
                  <a:pt x="1868805" y="6265545"/>
                </a:cubicBezTo>
                <a:close/>
                <a:moveTo>
                  <a:pt x="2546889" y="6263391"/>
                </a:moveTo>
                <a:cubicBezTo>
                  <a:pt x="2538223" y="6240808"/>
                  <a:pt x="2550485" y="6218001"/>
                  <a:pt x="2569339" y="6221632"/>
                </a:cubicBezTo>
                <a:cubicBezTo>
                  <a:pt x="2579884" y="6223663"/>
                  <a:pt x="2586037" y="6233527"/>
                  <a:pt x="2586037" y="6248400"/>
                </a:cubicBezTo>
                <a:cubicBezTo>
                  <a:pt x="2586037" y="6275552"/>
                  <a:pt x="2555973" y="6287064"/>
                  <a:pt x="2546889" y="6263391"/>
                </a:cubicBezTo>
                <a:close/>
                <a:moveTo>
                  <a:pt x="4099194" y="6262687"/>
                </a:moveTo>
                <a:cubicBezTo>
                  <a:pt x="4091648" y="6243023"/>
                  <a:pt x="4101879" y="6219825"/>
                  <a:pt x="4118097" y="6219825"/>
                </a:cubicBezTo>
                <a:cubicBezTo>
                  <a:pt x="4141576" y="6219825"/>
                  <a:pt x="4157100" y="6246149"/>
                  <a:pt x="4143375" y="6262687"/>
                </a:cubicBezTo>
                <a:cubicBezTo>
                  <a:pt x="4136853" y="6270545"/>
                  <a:pt x="4125478" y="6276975"/>
                  <a:pt x="4118097" y="6276975"/>
                </a:cubicBezTo>
                <a:cubicBezTo>
                  <a:pt x="4110716" y="6276975"/>
                  <a:pt x="4102209" y="6270545"/>
                  <a:pt x="4099194" y="6262687"/>
                </a:cubicBezTo>
                <a:close/>
                <a:moveTo>
                  <a:pt x="3015524" y="6251975"/>
                </a:moveTo>
                <a:cubicBezTo>
                  <a:pt x="3007445" y="6230921"/>
                  <a:pt x="3031907" y="6205741"/>
                  <a:pt x="3052691" y="6213717"/>
                </a:cubicBezTo>
                <a:cubicBezTo>
                  <a:pt x="3062360" y="6217427"/>
                  <a:pt x="3067215" y="6227984"/>
                  <a:pt x="3065336" y="6241213"/>
                </a:cubicBezTo>
                <a:cubicBezTo>
                  <a:pt x="3061538" y="6267960"/>
                  <a:pt x="3024712" y="6275916"/>
                  <a:pt x="3015524" y="6251975"/>
                </a:cubicBezTo>
                <a:close/>
                <a:moveTo>
                  <a:pt x="3387722" y="6253858"/>
                </a:moveTo>
                <a:cubicBezTo>
                  <a:pt x="3381500" y="6237642"/>
                  <a:pt x="3404907" y="6215584"/>
                  <a:pt x="3419057" y="6224329"/>
                </a:cubicBezTo>
                <a:cubicBezTo>
                  <a:pt x="3424525" y="6227709"/>
                  <a:pt x="3429000" y="6238793"/>
                  <a:pt x="3429000" y="6248962"/>
                </a:cubicBezTo>
                <a:cubicBezTo>
                  <a:pt x="3429000" y="6270790"/>
                  <a:pt x="3395734" y="6274736"/>
                  <a:pt x="3387722" y="6253858"/>
                </a:cubicBezTo>
                <a:close/>
                <a:moveTo>
                  <a:pt x="3597163" y="6230981"/>
                </a:moveTo>
                <a:cubicBezTo>
                  <a:pt x="3588493" y="6221400"/>
                  <a:pt x="3581421" y="6205327"/>
                  <a:pt x="3581447" y="6195262"/>
                </a:cubicBezTo>
                <a:cubicBezTo>
                  <a:pt x="3581486" y="6179982"/>
                  <a:pt x="3585359" y="6181677"/>
                  <a:pt x="3604917" y="6205537"/>
                </a:cubicBezTo>
                <a:cubicBezTo>
                  <a:pt x="3639045" y="6247173"/>
                  <a:pt x="3632186" y="6269681"/>
                  <a:pt x="3597163" y="6230981"/>
                </a:cubicBezTo>
                <a:close/>
                <a:moveTo>
                  <a:pt x="2235200" y="6213474"/>
                </a:moveTo>
                <a:cubicBezTo>
                  <a:pt x="2223924" y="6202199"/>
                  <a:pt x="2228454" y="6174389"/>
                  <a:pt x="2242441" y="6169022"/>
                </a:cubicBezTo>
                <a:cubicBezTo>
                  <a:pt x="2259859" y="6162338"/>
                  <a:pt x="2280292" y="6186611"/>
                  <a:pt x="2273077" y="6205416"/>
                </a:cubicBezTo>
                <a:cubicBezTo>
                  <a:pt x="2267384" y="6220251"/>
                  <a:pt x="2246433" y="6224708"/>
                  <a:pt x="2235200" y="6213474"/>
                </a:cubicBezTo>
                <a:close/>
                <a:moveTo>
                  <a:pt x="3223107" y="6206093"/>
                </a:moveTo>
                <a:cubicBezTo>
                  <a:pt x="3212962" y="6179654"/>
                  <a:pt x="3223796" y="6157912"/>
                  <a:pt x="3247117" y="6157912"/>
                </a:cubicBezTo>
                <a:cubicBezTo>
                  <a:pt x="3277163" y="6157912"/>
                  <a:pt x="3294183" y="6184350"/>
                  <a:pt x="3277262" y="6204739"/>
                </a:cubicBezTo>
                <a:cubicBezTo>
                  <a:pt x="3261625" y="6223580"/>
                  <a:pt x="3230120" y="6224368"/>
                  <a:pt x="3223107" y="6206093"/>
                </a:cubicBezTo>
                <a:close/>
                <a:moveTo>
                  <a:pt x="1438654" y="6177420"/>
                </a:moveTo>
                <a:cubicBezTo>
                  <a:pt x="1415415" y="6149418"/>
                  <a:pt x="1446154" y="6105070"/>
                  <a:pt x="1479842" y="6117997"/>
                </a:cubicBezTo>
                <a:cubicBezTo>
                  <a:pt x="1509048" y="6129204"/>
                  <a:pt x="1493383" y="6191250"/>
                  <a:pt x="1461348" y="6191250"/>
                </a:cubicBezTo>
                <a:cubicBezTo>
                  <a:pt x="1455179" y="6191250"/>
                  <a:pt x="1444967" y="6185026"/>
                  <a:pt x="1438654" y="6177420"/>
                </a:cubicBezTo>
                <a:close/>
                <a:moveTo>
                  <a:pt x="2390540" y="6176680"/>
                </a:moveTo>
                <a:cubicBezTo>
                  <a:pt x="2381295" y="6165539"/>
                  <a:pt x="2380972" y="6156572"/>
                  <a:pt x="2389170" y="6138580"/>
                </a:cubicBezTo>
                <a:cubicBezTo>
                  <a:pt x="2401674" y="6111136"/>
                  <a:pt x="2433736" y="6107285"/>
                  <a:pt x="2446302" y="6131718"/>
                </a:cubicBezTo>
                <a:cubicBezTo>
                  <a:pt x="2467258" y="6172463"/>
                  <a:pt x="2419200" y="6211213"/>
                  <a:pt x="2390540" y="6176680"/>
                </a:cubicBezTo>
                <a:close/>
                <a:moveTo>
                  <a:pt x="2842159" y="6147581"/>
                </a:moveTo>
                <a:cubicBezTo>
                  <a:pt x="2834077" y="6115380"/>
                  <a:pt x="2859676" y="6086699"/>
                  <a:pt x="2883235" y="6101560"/>
                </a:cubicBezTo>
                <a:cubicBezTo>
                  <a:pt x="2910920" y="6119023"/>
                  <a:pt x="2919618" y="6140449"/>
                  <a:pt x="2905787" y="6157114"/>
                </a:cubicBezTo>
                <a:cubicBezTo>
                  <a:pt x="2885417" y="6181659"/>
                  <a:pt x="2849356" y="6176256"/>
                  <a:pt x="2842159" y="6147581"/>
                </a:cubicBezTo>
                <a:close/>
                <a:moveTo>
                  <a:pt x="4040425" y="6161960"/>
                </a:moveTo>
                <a:cubicBezTo>
                  <a:pt x="4042302" y="6156328"/>
                  <a:pt x="4047910" y="6151721"/>
                  <a:pt x="4052887" y="6151721"/>
                </a:cubicBezTo>
                <a:cubicBezTo>
                  <a:pt x="4057864" y="6151721"/>
                  <a:pt x="4063472" y="6156328"/>
                  <a:pt x="4065349" y="6161960"/>
                </a:cubicBezTo>
                <a:cubicBezTo>
                  <a:pt x="4067226" y="6167592"/>
                  <a:pt x="4061618" y="6172200"/>
                  <a:pt x="4052887" y="6172200"/>
                </a:cubicBezTo>
                <a:cubicBezTo>
                  <a:pt x="4044156" y="6172200"/>
                  <a:pt x="4038548" y="6167592"/>
                  <a:pt x="4040425" y="6161960"/>
                </a:cubicBezTo>
                <a:close/>
                <a:moveTo>
                  <a:pt x="2678906" y="6146451"/>
                </a:moveTo>
                <a:cubicBezTo>
                  <a:pt x="2663173" y="6140618"/>
                  <a:pt x="2663749" y="6120080"/>
                  <a:pt x="2680023" y="6106573"/>
                </a:cubicBezTo>
                <a:cubicBezTo>
                  <a:pt x="2699965" y="6090023"/>
                  <a:pt x="2723241" y="6120367"/>
                  <a:pt x="2704281" y="6138198"/>
                </a:cubicBezTo>
                <a:cubicBezTo>
                  <a:pt x="2696873" y="6145165"/>
                  <a:pt x="2685454" y="6148879"/>
                  <a:pt x="2678906" y="6146451"/>
                </a:cubicBezTo>
                <a:close/>
                <a:moveTo>
                  <a:pt x="4183789" y="6142129"/>
                </a:moveTo>
                <a:cubicBezTo>
                  <a:pt x="4167689" y="6126029"/>
                  <a:pt x="4168833" y="6081869"/>
                  <a:pt x="4185713" y="6067860"/>
                </a:cubicBezTo>
                <a:cubicBezTo>
                  <a:pt x="4204829" y="6051994"/>
                  <a:pt x="4238742" y="6058934"/>
                  <a:pt x="4253842" y="6081801"/>
                </a:cubicBezTo>
                <a:cubicBezTo>
                  <a:pt x="4280684" y="6122452"/>
                  <a:pt x="4218051" y="6176391"/>
                  <a:pt x="4183789" y="6142129"/>
                </a:cubicBezTo>
                <a:close/>
                <a:moveTo>
                  <a:pt x="1090351" y="6124286"/>
                </a:moveTo>
                <a:cubicBezTo>
                  <a:pt x="1066919" y="6098394"/>
                  <a:pt x="1080749" y="6057064"/>
                  <a:pt x="1117125" y="6044272"/>
                </a:cubicBezTo>
                <a:cubicBezTo>
                  <a:pt x="1149730" y="6032805"/>
                  <a:pt x="1173956" y="6053161"/>
                  <a:pt x="1173956" y="6092025"/>
                </a:cubicBezTo>
                <a:cubicBezTo>
                  <a:pt x="1173956" y="6139433"/>
                  <a:pt x="1122150" y="6159424"/>
                  <a:pt x="1090351" y="6124286"/>
                </a:cubicBezTo>
                <a:close/>
                <a:moveTo>
                  <a:pt x="4408279" y="6136611"/>
                </a:moveTo>
                <a:cubicBezTo>
                  <a:pt x="4378779" y="6129856"/>
                  <a:pt x="4379936" y="6072228"/>
                  <a:pt x="4409761" y="6062761"/>
                </a:cubicBezTo>
                <a:cubicBezTo>
                  <a:pt x="4438200" y="6053735"/>
                  <a:pt x="4457700" y="6067533"/>
                  <a:pt x="4457700" y="6096683"/>
                </a:cubicBezTo>
                <a:cubicBezTo>
                  <a:pt x="4457700" y="6125626"/>
                  <a:pt x="4436191" y="6143002"/>
                  <a:pt x="4408279" y="6136611"/>
                </a:cubicBezTo>
                <a:close/>
                <a:moveTo>
                  <a:pt x="3068955" y="6122670"/>
                </a:moveTo>
                <a:cubicBezTo>
                  <a:pt x="3062668" y="6116383"/>
                  <a:pt x="3057525" y="6100095"/>
                  <a:pt x="3057525" y="6086475"/>
                </a:cubicBezTo>
                <a:cubicBezTo>
                  <a:pt x="3057525" y="6072854"/>
                  <a:pt x="3062668" y="6056566"/>
                  <a:pt x="3068955" y="6050280"/>
                </a:cubicBezTo>
                <a:cubicBezTo>
                  <a:pt x="3097514" y="6021720"/>
                  <a:pt x="3152775" y="6043250"/>
                  <a:pt x="3152775" y="6082937"/>
                </a:cubicBezTo>
                <a:cubicBezTo>
                  <a:pt x="3152775" y="6124649"/>
                  <a:pt x="3097253" y="6150968"/>
                  <a:pt x="3068955" y="6122670"/>
                </a:cubicBezTo>
                <a:close/>
                <a:moveTo>
                  <a:pt x="3463924" y="6118224"/>
                </a:moveTo>
                <a:cubicBezTo>
                  <a:pt x="3453730" y="6108030"/>
                  <a:pt x="3456614" y="6069143"/>
                  <a:pt x="3468090" y="6062050"/>
                </a:cubicBezTo>
                <a:cubicBezTo>
                  <a:pt x="3481801" y="6053576"/>
                  <a:pt x="3528573" y="6100348"/>
                  <a:pt x="3520099" y="6114059"/>
                </a:cubicBezTo>
                <a:cubicBezTo>
                  <a:pt x="3513006" y="6125535"/>
                  <a:pt x="3474119" y="6128419"/>
                  <a:pt x="3463924" y="6118224"/>
                </a:cubicBezTo>
                <a:close/>
                <a:moveTo>
                  <a:pt x="1308086" y="6090498"/>
                </a:moveTo>
                <a:cubicBezTo>
                  <a:pt x="1304914" y="6082234"/>
                  <a:pt x="1309335" y="6068457"/>
                  <a:pt x="1317910" y="6059882"/>
                </a:cubicBezTo>
                <a:cubicBezTo>
                  <a:pt x="1340005" y="6037787"/>
                  <a:pt x="1372871" y="6066751"/>
                  <a:pt x="1352946" y="6090759"/>
                </a:cubicBezTo>
                <a:cubicBezTo>
                  <a:pt x="1337151" y="6109791"/>
                  <a:pt x="1315440" y="6109665"/>
                  <a:pt x="1308086" y="6090498"/>
                </a:cubicBezTo>
                <a:close/>
                <a:moveTo>
                  <a:pt x="3972027" y="6091361"/>
                </a:moveTo>
                <a:cubicBezTo>
                  <a:pt x="3955894" y="6071921"/>
                  <a:pt x="3967721" y="6029325"/>
                  <a:pt x="3989251" y="6029325"/>
                </a:cubicBezTo>
                <a:cubicBezTo>
                  <a:pt x="4027725" y="6029325"/>
                  <a:pt x="4043461" y="6078105"/>
                  <a:pt x="4010651" y="6095664"/>
                </a:cubicBezTo>
                <a:cubicBezTo>
                  <a:pt x="3987006" y="6108319"/>
                  <a:pt x="3986009" y="6108208"/>
                  <a:pt x="3972027" y="6091361"/>
                </a:cubicBezTo>
                <a:close/>
                <a:moveTo>
                  <a:pt x="2207040" y="6067425"/>
                </a:moveTo>
                <a:cubicBezTo>
                  <a:pt x="2212597" y="6046171"/>
                  <a:pt x="2200589" y="6042345"/>
                  <a:pt x="2183130" y="6059805"/>
                </a:cubicBezTo>
                <a:cubicBezTo>
                  <a:pt x="2174240" y="6068695"/>
                  <a:pt x="2171667" y="6066049"/>
                  <a:pt x="2171554" y="6047898"/>
                </a:cubicBezTo>
                <a:cubicBezTo>
                  <a:pt x="2171435" y="6028926"/>
                  <a:pt x="2169558" y="6027234"/>
                  <a:pt x="2161517" y="6038850"/>
                </a:cubicBezTo>
                <a:cubicBezTo>
                  <a:pt x="2153247" y="6050795"/>
                  <a:pt x="2152100" y="6050191"/>
                  <a:pt x="2154519" y="6035162"/>
                </a:cubicBezTo>
                <a:cubicBezTo>
                  <a:pt x="2159025" y="6007163"/>
                  <a:pt x="2195288" y="5998421"/>
                  <a:pt x="2220899" y="6019159"/>
                </a:cubicBezTo>
                <a:cubicBezTo>
                  <a:pt x="2239854" y="6034508"/>
                  <a:pt x="2241083" y="6039617"/>
                  <a:pt x="2231092" y="6061543"/>
                </a:cubicBezTo>
                <a:cubicBezTo>
                  <a:pt x="2217781" y="6090760"/>
                  <a:pt x="2199787" y="6095159"/>
                  <a:pt x="2207040" y="6067425"/>
                </a:cubicBezTo>
                <a:close/>
                <a:moveTo>
                  <a:pt x="3305175" y="6067425"/>
                </a:moveTo>
                <a:cubicBezTo>
                  <a:pt x="3305175" y="6053078"/>
                  <a:pt x="3310148" y="6047935"/>
                  <a:pt x="3321843" y="6050188"/>
                </a:cubicBezTo>
                <a:cubicBezTo>
                  <a:pt x="3331011" y="6051953"/>
                  <a:pt x="3338512" y="6059710"/>
                  <a:pt x="3338512" y="6067425"/>
                </a:cubicBezTo>
                <a:cubicBezTo>
                  <a:pt x="3338512" y="6075139"/>
                  <a:pt x="3331011" y="6082896"/>
                  <a:pt x="3321843" y="6084661"/>
                </a:cubicBezTo>
                <a:cubicBezTo>
                  <a:pt x="3310148" y="6086914"/>
                  <a:pt x="3305175" y="6081771"/>
                  <a:pt x="3305175" y="6067425"/>
                </a:cubicBezTo>
                <a:close/>
                <a:moveTo>
                  <a:pt x="1901094" y="6068811"/>
                </a:moveTo>
                <a:cubicBezTo>
                  <a:pt x="1891636" y="6053508"/>
                  <a:pt x="1906359" y="6028189"/>
                  <a:pt x="1922867" y="6031369"/>
                </a:cubicBezTo>
                <a:cubicBezTo>
                  <a:pt x="1943161" y="6035277"/>
                  <a:pt x="1942907" y="6071046"/>
                  <a:pt x="1922556" y="6074965"/>
                </a:cubicBezTo>
                <a:cubicBezTo>
                  <a:pt x="1913877" y="6076637"/>
                  <a:pt x="1904219" y="6073867"/>
                  <a:pt x="1901094" y="6068811"/>
                </a:cubicBezTo>
                <a:close/>
                <a:moveTo>
                  <a:pt x="2506980" y="6065520"/>
                </a:moveTo>
                <a:cubicBezTo>
                  <a:pt x="2490147" y="6048687"/>
                  <a:pt x="2493070" y="6015471"/>
                  <a:pt x="2512968" y="5997463"/>
                </a:cubicBezTo>
                <a:cubicBezTo>
                  <a:pt x="2537598" y="5975174"/>
                  <a:pt x="2559285" y="5977884"/>
                  <a:pt x="2577388" y="6005512"/>
                </a:cubicBezTo>
                <a:cubicBezTo>
                  <a:pt x="2606360" y="6049730"/>
                  <a:pt x="2544183" y="6102723"/>
                  <a:pt x="2506980" y="6065520"/>
                </a:cubicBezTo>
                <a:close/>
                <a:moveTo>
                  <a:pt x="2745105" y="6017895"/>
                </a:moveTo>
                <a:cubicBezTo>
                  <a:pt x="2721180" y="5993970"/>
                  <a:pt x="2738989" y="5953125"/>
                  <a:pt x="2773344" y="5953125"/>
                </a:cubicBezTo>
                <a:cubicBezTo>
                  <a:pt x="2799734" y="5953125"/>
                  <a:pt x="2811676" y="5984414"/>
                  <a:pt x="2794594" y="6008802"/>
                </a:cubicBezTo>
                <a:cubicBezTo>
                  <a:pt x="2778460" y="6031836"/>
                  <a:pt x="2762059" y="6034849"/>
                  <a:pt x="2745105" y="6017895"/>
                </a:cubicBezTo>
                <a:close/>
                <a:moveTo>
                  <a:pt x="2930854" y="6023304"/>
                </a:moveTo>
                <a:cubicBezTo>
                  <a:pt x="2919595" y="6012045"/>
                  <a:pt x="2923434" y="5984022"/>
                  <a:pt x="2936945" y="5978837"/>
                </a:cubicBezTo>
                <a:cubicBezTo>
                  <a:pt x="2956143" y="5971470"/>
                  <a:pt x="2974120" y="5986427"/>
                  <a:pt x="2970246" y="6006544"/>
                </a:cubicBezTo>
                <a:cubicBezTo>
                  <a:pt x="2966713" y="6024890"/>
                  <a:pt x="2942670" y="6035120"/>
                  <a:pt x="2930854" y="6023304"/>
                </a:cubicBezTo>
                <a:close/>
                <a:moveTo>
                  <a:pt x="2020301" y="6006719"/>
                </a:moveTo>
                <a:cubicBezTo>
                  <a:pt x="2005572" y="5988971"/>
                  <a:pt x="2017139" y="5962650"/>
                  <a:pt x="2039668" y="5962650"/>
                </a:cubicBezTo>
                <a:cubicBezTo>
                  <a:pt x="2062779" y="5962650"/>
                  <a:pt x="2072766" y="5986997"/>
                  <a:pt x="2057299" y="6005633"/>
                </a:cubicBezTo>
                <a:cubicBezTo>
                  <a:pt x="2042703" y="6023220"/>
                  <a:pt x="2034203" y="6023470"/>
                  <a:pt x="2020301" y="6006719"/>
                </a:cubicBezTo>
                <a:close/>
                <a:moveTo>
                  <a:pt x="2349500" y="6003924"/>
                </a:moveTo>
                <a:cubicBezTo>
                  <a:pt x="2338594" y="5993019"/>
                  <a:pt x="2342561" y="5954917"/>
                  <a:pt x="2355056" y="5950559"/>
                </a:cubicBezTo>
                <a:cubicBezTo>
                  <a:pt x="2387837" y="5939124"/>
                  <a:pt x="2408108" y="5992060"/>
                  <a:pt x="2375708" y="6004493"/>
                </a:cubicBezTo>
                <a:cubicBezTo>
                  <a:pt x="2357052" y="6011652"/>
                  <a:pt x="2357231" y="6011656"/>
                  <a:pt x="2349500" y="6003924"/>
                </a:cubicBezTo>
                <a:close/>
                <a:moveTo>
                  <a:pt x="4283404" y="5994729"/>
                </a:moveTo>
                <a:cubicBezTo>
                  <a:pt x="4271904" y="5983229"/>
                  <a:pt x="4276119" y="5945870"/>
                  <a:pt x="4289495" y="5940737"/>
                </a:cubicBezTo>
                <a:cubicBezTo>
                  <a:pt x="4310017" y="5932862"/>
                  <a:pt x="4326276" y="5948687"/>
                  <a:pt x="4322802" y="5973154"/>
                </a:cubicBezTo>
                <a:cubicBezTo>
                  <a:pt x="4319652" y="5995334"/>
                  <a:pt x="4296621" y="6007946"/>
                  <a:pt x="4283404" y="5994729"/>
                </a:cubicBezTo>
                <a:close/>
                <a:moveTo>
                  <a:pt x="1221105" y="5970270"/>
                </a:moveTo>
                <a:cubicBezTo>
                  <a:pt x="1192889" y="5942054"/>
                  <a:pt x="1222343" y="5900326"/>
                  <a:pt x="1255646" y="5921333"/>
                </a:cubicBezTo>
                <a:cubicBezTo>
                  <a:pt x="1277301" y="5934993"/>
                  <a:pt x="1279207" y="5948906"/>
                  <a:pt x="1261807" y="5966306"/>
                </a:cubicBezTo>
                <a:cubicBezTo>
                  <a:pt x="1243412" y="5984702"/>
                  <a:pt x="1236235" y="5985400"/>
                  <a:pt x="1221105" y="5970270"/>
                </a:cubicBezTo>
                <a:close/>
                <a:moveTo>
                  <a:pt x="1440180" y="5970270"/>
                </a:moveTo>
                <a:cubicBezTo>
                  <a:pt x="1416678" y="5946768"/>
                  <a:pt x="1436810" y="5886450"/>
                  <a:pt x="1468156" y="5886450"/>
                </a:cubicBezTo>
                <a:cubicBezTo>
                  <a:pt x="1492917" y="5886450"/>
                  <a:pt x="1514475" y="5907884"/>
                  <a:pt x="1514475" y="5932505"/>
                </a:cubicBezTo>
                <a:cubicBezTo>
                  <a:pt x="1514475" y="5963920"/>
                  <a:pt x="1498984" y="5981700"/>
                  <a:pt x="1471612" y="5981700"/>
                </a:cubicBezTo>
                <a:cubicBezTo>
                  <a:pt x="1460611" y="5981700"/>
                  <a:pt x="1446466" y="5976556"/>
                  <a:pt x="1440180" y="5970270"/>
                </a:cubicBezTo>
                <a:close/>
                <a:moveTo>
                  <a:pt x="4162055" y="5966967"/>
                </a:moveTo>
                <a:cubicBezTo>
                  <a:pt x="4147014" y="5948844"/>
                  <a:pt x="4158111" y="5922330"/>
                  <a:pt x="4179064" y="5926324"/>
                </a:cubicBezTo>
                <a:cubicBezTo>
                  <a:pt x="4200005" y="5930315"/>
                  <a:pt x="4206443" y="5967865"/>
                  <a:pt x="4187437" y="5975159"/>
                </a:cubicBezTo>
                <a:cubicBezTo>
                  <a:pt x="4179685" y="5978133"/>
                  <a:pt x="4168263" y="5974447"/>
                  <a:pt x="4162055" y="5966967"/>
                </a:cubicBezTo>
                <a:close/>
                <a:moveTo>
                  <a:pt x="3346719" y="5957887"/>
                </a:moveTo>
                <a:cubicBezTo>
                  <a:pt x="3334417" y="5925827"/>
                  <a:pt x="3351875" y="5911281"/>
                  <a:pt x="3371980" y="5936839"/>
                </a:cubicBezTo>
                <a:cubicBezTo>
                  <a:pt x="3382386" y="5950068"/>
                  <a:pt x="3390900" y="5963430"/>
                  <a:pt x="3390900" y="5966533"/>
                </a:cubicBezTo>
                <a:cubicBezTo>
                  <a:pt x="3390900" y="5978888"/>
                  <a:pt x="3351845" y="5971246"/>
                  <a:pt x="3346719" y="5957887"/>
                </a:cubicBezTo>
                <a:close/>
                <a:moveTo>
                  <a:pt x="3192539" y="5946754"/>
                </a:moveTo>
                <a:cubicBezTo>
                  <a:pt x="3196577" y="5925788"/>
                  <a:pt x="3233737" y="5922942"/>
                  <a:pt x="3233737" y="5943600"/>
                </a:cubicBezTo>
                <a:cubicBezTo>
                  <a:pt x="3233737" y="5951458"/>
                  <a:pt x="3223712" y="5959307"/>
                  <a:pt x="3211458" y="5961042"/>
                </a:cubicBezTo>
                <a:cubicBezTo>
                  <a:pt x="3194182" y="5963488"/>
                  <a:pt x="3189934" y="5960280"/>
                  <a:pt x="3192539" y="5946754"/>
                </a:cubicBezTo>
                <a:close/>
                <a:moveTo>
                  <a:pt x="3030568" y="5913406"/>
                </a:moveTo>
                <a:cubicBezTo>
                  <a:pt x="3032664" y="5898610"/>
                  <a:pt x="3040062" y="5891212"/>
                  <a:pt x="3052762" y="5891212"/>
                </a:cubicBezTo>
                <a:cubicBezTo>
                  <a:pt x="3081129" y="5891212"/>
                  <a:pt x="3078295" y="5928394"/>
                  <a:pt x="3049618" y="5932456"/>
                </a:cubicBezTo>
                <a:cubicBezTo>
                  <a:pt x="3031151" y="5935071"/>
                  <a:pt x="3027953" y="5931873"/>
                  <a:pt x="3030568" y="5913406"/>
                </a:cubicBezTo>
                <a:close/>
                <a:moveTo>
                  <a:pt x="3994516" y="5908788"/>
                </a:moveTo>
                <a:cubicBezTo>
                  <a:pt x="3986325" y="5876153"/>
                  <a:pt x="4000674" y="5853890"/>
                  <a:pt x="4032336" y="5850106"/>
                </a:cubicBezTo>
                <a:cubicBezTo>
                  <a:pt x="4064663" y="5846242"/>
                  <a:pt x="4084715" y="5882249"/>
                  <a:pt x="4067819" y="5913820"/>
                </a:cubicBezTo>
                <a:cubicBezTo>
                  <a:pt x="4051098" y="5945063"/>
                  <a:pt x="4002788" y="5941747"/>
                  <a:pt x="3994516" y="5908788"/>
                </a:cubicBezTo>
                <a:close/>
                <a:moveTo>
                  <a:pt x="2587622" y="5901433"/>
                </a:moveTo>
                <a:cubicBezTo>
                  <a:pt x="2581400" y="5885217"/>
                  <a:pt x="2604807" y="5863159"/>
                  <a:pt x="2618957" y="5871904"/>
                </a:cubicBezTo>
                <a:cubicBezTo>
                  <a:pt x="2624425" y="5875284"/>
                  <a:pt x="2628900" y="5886368"/>
                  <a:pt x="2628900" y="5896537"/>
                </a:cubicBezTo>
                <a:cubicBezTo>
                  <a:pt x="2628900" y="5918365"/>
                  <a:pt x="2595634" y="5922311"/>
                  <a:pt x="2587622" y="5901433"/>
                </a:cubicBezTo>
                <a:close/>
                <a:moveTo>
                  <a:pt x="4410410" y="5896601"/>
                </a:moveTo>
                <a:cubicBezTo>
                  <a:pt x="4396427" y="5870473"/>
                  <a:pt x="4397992" y="5860432"/>
                  <a:pt x="4419383" y="5839041"/>
                </a:cubicBezTo>
                <a:cubicBezTo>
                  <a:pt x="4448111" y="5810313"/>
                  <a:pt x="4467225" y="5823953"/>
                  <a:pt x="4467225" y="5873181"/>
                </a:cubicBezTo>
                <a:cubicBezTo>
                  <a:pt x="4467225" y="5911305"/>
                  <a:pt x="4465137" y="5915025"/>
                  <a:pt x="4443747" y="5915025"/>
                </a:cubicBezTo>
                <a:cubicBezTo>
                  <a:pt x="4430284" y="5915025"/>
                  <a:pt x="4416064" y="5907166"/>
                  <a:pt x="4410410" y="5896601"/>
                </a:cubicBezTo>
                <a:close/>
                <a:moveTo>
                  <a:pt x="2123270" y="5890242"/>
                </a:moveTo>
                <a:cubicBezTo>
                  <a:pt x="2114807" y="5880045"/>
                  <a:pt x="2114435" y="5873229"/>
                  <a:pt x="2121933" y="5865731"/>
                </a:cubicBezTo>
                <a:cubicBezTo>
                  <a:pt x="2135085" y="5852579"/>
                  <a:pt x="2162175" y="5862432"/>
                  <a:pt x="2162175" y="5880369"/>
                </a:cubicBezTo>
                <a:cubicBezTo>
                  <a:pt x="2162175" y="5900217"/>
                  <a:pt x="2136876" y="5906637"/>
                  <a:pt x="2123270" y="5890242"/>
                </a:cubicBezTo>
                <a:close/>
                <a:moveTo>
                  <a:pt x="1053192" y="5881007"/>
                </a:moveTo>
                <a:cubicBezTo>
                  <a:pt x="1033373" y="5861187"/>
                  <a:pt x="1034309" y="5845321"/>
                  <a:pt x="1056482" y="5825254"/>
                </a:cubicBezTo>
                <a:cubicBezTo>
                  <a:pt x="1092483" y="5792674"/>
                  <a:pt x="1137492" y="5850047"/>
                  <a:pt x="1102995" y="5884545"/>
                </a:cubicBezTo>
                <a:cubicBezTo>
                  <a:pt x="1087471" y="5900068"/>
                  <a:pt x="1071090" y="5898904"/>
                  <a:pt x="1053192" y="5881007"/>
                </a:cubicBezTo>
                <a:close/>
                <a:moveTo>
                  <a:pt x="2842755" y="5863276"/>
                </a:moveTo>
                <a:cubicBezTo>
                  <a:pt x="2814071" y="5819498"/>
                  <a:pt x="2867288" y="5771245"/>
                  <a:pt x="2905807" y="5806105"/>
                </a:cubicBezTo>
                <a:cubicBezTo>
                  <a:pt x="2928063" y="5826246"/>
                  <a:pt x="2929367" y="5851321"/>
                  <a:pt x="2909207" y="5871482"/>
                </a:cubicBezTo>
                <a:cubicBezTo>
                  <a:pt x="2887472" y="5893217"/>
                  <a:pt x="2860163" y="5889845"/>
                  <a:pt x="2842755" y="5863276"/>
                </a:cubicBezTo>
                <a:close/>
                <a:moveTo>
                  <a:pt x="2264568" y="5866637"/>
                </a:moveTo>
                <a:cubicBezTo>
                  <a:pt x="2223626" y="5842790"/>
                  <a:pt x="2257400" y="5779451"/>
                  <a:pt x="2300569" y="5799120"/>
                </a:cubicBezTo>
                <a:cubicBezTo>
                  <a:pt x="2327453" y="5811369"/>
                  <a:pt x="2331322" y="5839766"/>
                  <a:pt x="2309132" y="5861957"/>
                </a:cubicBezTo>
                <a:cubicBezTo>
                  <a:pt x="2291782" y="5879306"/>
                  <a:pt x="2287155" y="5879792"/>
                  <a:pt x="2264568" y="5866637"/>
                </a:cubicBezTo>
                <a:close/>
                <a:moveTo>
                  <a:pt x="2428478" y="5862159"/>
                </a:moveTo>
                <a:cubicBezTo>
                  <a:pt x="2408355" y="5837912"/>
                  <a:pt x="2441444" y="5809212"/>
                  <a:pt x="2463775" y="5831543"/>
                </a:cubicBezTo>
                <a:cubicBezTo>
                  <a:pt x="2479343" y="5847111"/>
                  <a:pt x="2468930" y="5876925"/>
                  <a:pt x="2447925" y="5876925"/>
                </a:cubicBezTo>
                <a:cubicBezTo>
                  <a:pt x="2443969" y="5876925"/>
                  <a:pt x="2435218" y="5870280"/>
                  <a:pt x="2428478" y="5862159"/>
                </a:cubicBezTo>
                <a:close/>
                <a:moveTo>
                  <a:pt x="4149722" y="5834758"/>
                </a:moveTo>
                <a:cubicBezTo>
                  <a:pt x="4141626" y="5813660"/>
                  <a:pt x="4166812" y="5797345"/>
                  <a:pt x="4181031" y="5814477"/>
                </a:cubicBezTo>
                <a:cubicBezTo>
                  <a:pt x="4187416" y="5822171"/>
                  <a:pt x="4189874" y="5832939"/>
                  <a:pt x="4186495" y="5838407"/>
                </a:cubicBezTo>
                <a:cubicBezTo>
                  <a:pt x="4177612" y="5852779"/>
                  <a:pt x="4155807" y="5850616"/>
                  <a:pt x="4149722" y="5834758"/>
                </a:cubicBezTo>
                <a:close/>
                <a:moveTo>
                  <a:pt x="3200835" y="5825061"/>
                </a:moveTo>
                <a:cubicBezTo>
                  <a:pt x="3187595" y="5809109"/>
                  <a:pt x="3191046" y="5765780"/>
                  <a:pt x="3205162" y="5770721"/>
                </a:cubicBezTo>
                <a:cubicBezTo>
                  <a:pt x="3210401" y="5772554"/>
                  <a:pt x="3213752" y="5777501"/>
                  <a:pt x="3212610" y="5781713"/>
                </a:cubicBezTo>
                <a:cubicBezTo>
                  <a:pt x="3211468" y="5785926"/>
                  <a:pt x="3217649" y="5795141"/>
                  <a:pt x="3226345" y="5802192"/>
                </a:cubicBezTo>
                <a:cubicBezTo>
                  <a:pt x="3239881" y="5813167"/>
                  <a:pt x="3240972" y="5812956"/>
                  <a:pt x="3233928" y="5800725"/>
                </a:cubicBezTo>
                <a:cubicBezTo>
                  <a:pt x="3228877" y="5791953"/>
                  <a:pt x="3233773" y="5793521"/>
                  <a:pt x="3246612" y="5804786"/>
                </a:cubicBezTo>
                <a:cubicBezTo>
                  <a:pt x="3262439" y="5818672"/>
                  <a:pt x="3264574" y="5825007"/>
                  <a:pt x="3255393" y="5830834"/>
                </a:cubicBezTo>
                <a:cubicBezTo>
                  <a:pt x="3236683" y="5842708"/>
                  <a:pt x="3213439" y="5840249"/>
                  <a:pt x="3200835" y="5825061"/>
                </a:cubicBezTo>
                <a:close/>
                <a:moveTo>
                  <a:pt x="1348806" y="5814233"/>
                </a:moveTo>
                <a:cubicBezTo>
                  <a:pt x="1341080" y="5794099"/>
                  <a:pt x="1340950" y="5794635"/>
                  <a:pt x="1357588" y="5777997"/>
                </a:cubicBezTo>
                <a:cubicBezTo>
                  <a:pt x="1382335" y="5753250"/>
                  <a:pt x="1416712" y="5780893"/>
                  <a:pt x="1403619" y="5815012"/>
                </a:cubicBezTo>
                <a:cubicBezTo>
                  <a:pt x="1396357" y="5833937"/>
                  <a:pt x="1356148" y="5833365"/>
                  <a:pt x="1348806" y="5814233"/>
                </a:cubicBezTo>
                <a:close/>
                <a:moveTo>
                  <a:pt x="2664226" y="5813826"/>
                </a:moveTo>
                <a:cubicBezTo>
                  <a:pt x="2653233" y="5802833"/>
                  <a:pt x="2656512" y="5775281"/>
                  <a:pt x="2670162" y="5763952"/>
                </a:cubicBezTo>
                <a:cubicBezTo>
                  <a:pt x="2687711" y="5749388"/>
                  <a:pt x="2717828" y="5772238"/>
                  <a:pt x="2713182" y="5796592"/>
                </a:cubicBezTo>
                <a:cubicBezTo>
                  <a:pt x="2709665" y="5815024"/>
                  <a:pt x="2676944" y="5826544"/>
                  <a:pt x="2664226" y="5813826"/>
                </a:cubicBezTo>
                <a:close/>
                <a:moveTo>
                  <a:pt x="4272878" y="5807335"/>
                </a:moveTo>
                <a:cubicBezTo>
                  <a:pt x="4237145" y="5781206"/>
                  <a:pt x="4275157" y="5716401"/>
                  <a:pt x="4312443" y="5739882"/>
                </a:cubicBezTo>
                <a:cubicBezTo>
                  <a:pt x="4335807" y="5754595"/>
                  <a:pt x="4338476" y="5779853"/>
                  <a:pt x="4318946" y="5801433"/>
                </a:cubicBezTo>
                <a:cubicBezTo>
                  <a:pt x="4299296" y="5823146"/>
                  <a:pt x="4295216" y="5823669"/>
                  <a:pt x="4272878" y="5807335"/>
                </a:cubicBezTo>
                <a:close/>
                <a:moveTo>
                  <a:pt x="3040193" y="5779293"/>
                </a:moveTo>
                <a:cubicBezTo>
                  <a:pt x="3041867" y="5767506"/>
                  <a:pt x="3049666" y="5757862"/>
                  <a:pt x="3057525" y="5757862"/>
                </a:cubicBezTo>
                <a:cubicBezTo>
                  <a:pt x="3065383" y="5757862"/>
                  <a:pt x="3073182" y="5767506"/>
                  <a:pt x="3074856" y="5779293"/>
                </a:cubicBezTo>
                <a:cubicBezTo>
                  <a:pt x="3077198" y="5795788"/>
                  <a:pt x="3073206" y="5800725"/>
                  <a:pt x="3057525" y="5800725"/>
                </a:cubicBezTo>
                <a:cubicBezTo>
                  <a:pt x="3041843" y="5800725"/>
                  <a:pt x="3037851" y="5795788"/>
                  <a:pt x="3040193" y="5779293"/>
                </a:cubicBezTo>
                <a:close/>
                <a:moveTo>
                  <a:pt x="1201725" y="5775991"/>
                </a:moveTo>
                <a:cubicBezTo>
                  <a:pt x="1156970" y="5744644"/>
                  <a:pt x="1208570" y="5663186"/>
                  <a:pt x="1254836" y="5692148"/>
                </a:cubicBezTo>
                <a:cubicBezTo>
                  <a:pt x="1281210" y="5708657"/>
                  <a:pt x="1281725" y="5757779"/>
                  <a:pt x="1255715" y="5775997"/>
                </a:cubicBezTo>
                <a:cubicBezTo>
                  <a:pt x="1229001" y="5794708"/>
                  <a:pt x="1228448" y="5794708"/>
                  <a:pt x="1201725" y="5775991"/>
                </a:cubicBezTo>
                <a:close/>
                <a:moveTo>
                  <a:pt x="4002881" y="5765800"/>
                </a:moveTo>
                <a:cubicBezTo>
                  <a:pt x="3986323" y="5759176"/>
                  <a:pt x="3987990" y="5729334"/>
                  <a:pt x="4005740" y="5714603"/>
                </a:cubicBezTo>
                <a:cubicBezTo>
                  <a:pt x="4017944" y="5704475"/>
                  <a:pt x="4023287" y="5705130"/>
                  <a:pt x="4036535" y="5718378"/>
                </a:cubicBezTo>
                <a:cubicBezTo>
                  <a:pt x="4060521" y="5742364"/>
                  <a:pt x="4034823" y="5778576"/>
                  <a:pt x="4002881" y="5765800"/>
                </a:cubicBezTo>
                <a:close/>
                <a:moveTo>
                  <a:pt x="1501775" y="5756274"/>
                </a:moveTo>
                <a:cubicBezTo>
                  <a:pt x="1492010" y="5746510"/>
                  <a:pt x="1494249" y="5707325"/>
                  <a:pt x="1504950" y="5700712"/>
                </a:cubicBezTo>
                <a:cubicBezTo>
                  <a:pt x="1510618" y="5697209"/>
                  <a:pt x="1514475" y="5708551"/>
                  <a:pt x="1514475" y="5728725"/>
                </a:cubicBezTo>
                <a:cubicBezTo>
                  <a:pt x="1514475" y="5763535"/>
                  <a:pt x="1512758" y="5767258"/>
                  <a:pt x="1501775" y="5756274"/>
                </a:cubicBezTo>
                <a:close/>
                <a:moveTo>
                  <a:pt x="2146556" y="5748302"/>
                </a:moveTo>
                <a:cubicBezTo>
                  <a:pt x="2138455" y="5727193"/>
                  <a:pt x="2167517" y="5697482"/>
                  <a:pt x="2182050" y="5712015"/>
                </a:cubicBezTo>
                <a:cubicBezTo>
                  <a:pt x="2196872" y="5726837"/>
                  <a:pt x="2188912" y="5757038"/>
                  <a:pt x="2169180" y="5760838"/>
                </a:cubicBezTo>
                <a:cubicBezTo>
                  <a:pt x="2160057" y="5762595"/>
                  <a:pt x="2149876" y="5756954"/>
                  <a:pt x="2146556" y="5748302"/>
                </a:cubicBezTo>
                <a:close/>
                <a:moveTo>
                  <a:pt x="2500992" y="5738132"/>
                </a:moveTo>
                <a:cubicBezTo>
                  <a:pt x="2461924" y="5699064"/>
                  <a:pt x="2504603" y="5641634"/>
                  <a:pt x="2553326" y="5667710"/>
                </a:cubicBezTo>
                <a:cubicBezTo>
                  <a:pt x="2576589" y="5680160"/>
                  <a:pt x="2577117" y="5716715"/>
                  <a:pt x="2554331" y="5737336"/>
                </a:cubicBezTo>
                <a:cubicBezTo>
                  <a:pt x="2532584" y="5757016"/>
                  <a:pt x="2520064" y="5757203"/>
                  <a:pt x="2500992" y="5738132"/>
                </a:cubicBezTo>
                <a:close/>
                <a:moveTo>
                  <a:pt x="2936081" y="5718175"/>
                </a:moveTo>
                <a:cubicBezTo>
                  <a:pt x="2919523" y="5711551"/>
                  <a:pt x="2921190" y="5681709"/>
                  <a:pt x="2938940" y="5666978"/>
                </a:cubicBezTo>
                <a:cubicBezTo>
                  <a:pt x="2951144" y="5656850"/>
                  <a:pt x="2956487" y="5657505"/>
                  <a:pt x="2969735" y="5670753"/>
                </a:cubicBezTo>
                <a:cubicBezTo>
                  <a:pt x="2993721" y="5694739"/>
                  <a:pt x="2968023" y="5730951"/>
                  <a:pt x="2936081" y="5718175"/>
                </a:cubicBezTo>
                <a:close/>
                <a:moveTo>
                  <a:pt x="2308669" y="5701168"/>
                </a:moveTo>
                <a:cubicBezTo>
                  <a:pt x="2302034" y="5683877"/>
                  <a:pt x="2311671" y="5667375"/>
                  <a:pt x="2328405" y="5667375"/>
                </a:cubicBezTo>
                <a:cubicBezTo>
                  <a:pt x="2345784" y="5667375"/>
                  <a:pt x="2353592" y="5691222"/>
                  <a:pt x="2340500" y="5704314"/>
                </a:cubicBezTo>
                <a:cubicBezTo>
                  <a:pt x="2325991" y="5718823"/>
                  <a:pt x="2315028" y="5717740"/>
                  <a:pt x="2308669" y="5701168"/>
                </a:cubicBezTo>
                <a:close/>
                <a:moveTo>
                  <a:pt x="4108932" y="5701268"/>
                </a:moveTo>
                <a:cubicBezTo>
                  <a:pt x="4094642" y="5664028"/>
                  <a:pt x="4129503" y="5625399"/>
                  <a:pt x="4160043" y="5644632"/>
                </a:cubicBezTo>
                <a:cubicBezTo>
                  <a:pt x="4196013" y="5667284"/>
                  <a:pt x="4180487" y="5715000"/>
                  <a:pt x="4137147" y="5715000"/>
                </a:cubicBezTo>
                <a:cubicBezTo>
                  <a:pt x="4124527" y="5715000"/>
                  <a:pt x="4111831" y="5708820"/>
                  <a:pt x="4108932" y="5701268"/>
                </a:cubicBezTo>
                <a:close/>
                <a:moveTo>
                  <a:pt x="2728347" y="5685510"/>
                </a:moveTo>
                <a:cubicBezTo>
                  <a:pt x="2719950" y="5671923"/>
                  <a:pt x="2747748" y="5644125"/>
                  <a:pt x="2761335" y="5652522"/>
                </a:cubicBezTo>
                <a:cubicBezTo>
                  <a:pt x="2779487" y="5663741"/>
                  <a:pt x="2773518" y="5695950"/>
                  <a:pt x="2753287" y="5695950"/>
                </a:cubicBezTo>
                <a:cubicBezTo>
                  <a:pt x="2743118" y="5695950"/>
                  <a:pt x="2731896" y="5691252"/>
                  <a:pt x="2728347" y="5685510"/>
                </a:cubicBezTo>
                <a:close/>
                <a:moveTo>
                  <a:pt x="4381879" y="5672595"/>
                </a:moveTo>
                <a:cubicBezTo>
                  <a:pt x="4356577" y="5642107"/>
                  <a:pt x="4393740" y="5595273"/>
                  <a:pt x="4426743" y="5616057"/>
                </a:cubicBezTo>
                <a:cubicBezTo>
                  <a:pt x="4449461" y="5630363"/>
                  <a:pt x="4452248" y="5652416"/>
                  <a:pt x="4433682" y="5670981"/>
                </a:cubicBezTo>
                <a:cubicBezTo>
                  <a:pt x="4414554" y="5690109"/>
                  <a:pt x="4396872" y="5690660"/>
                  <a:pt x="4381879" y="5672595"/>
                </a:cubicBezTo>
                <a:close/>
                <a:moveTo>
                  <a:pt x="1076764" y="5653617"/>
                </a:moveTo>
                <a:cubicBezTo>
                  <a:pt x="1051040" y="5622621"/>
                  <a:pt x="1093611" y="5585329"/>
                  <a:pt x="1122145" y="5613863"/>
                </a:cubicBezTo>
                <a:cubicBezTo>
                  <a:pt x="1134276" y="5625994"/>
                  <a:pt x="1135518" y="5633437"/>
                  <a:pt x="1127530" y="5646122"/>
                </a:cubicBezTo>
                <a:cubicBezTo>
                  <a:pt x="1113622" y="5668207"/>
                  <a:pt x="1091575" y="5671462"/>
                  <a:pt x="1076764" y="5653617"/>
                </a:cubicBezTo>
                <a:close/>
                <a:moveTo>
                  <a:pt x="1395108" y="5637841"/>
                </a:moveTo>
                <a:cubicBezTo>
                  <a:pt x="1387472" y="5613784"/>
                  <a:pt x="1401148" y="5597656"/>
                  <a:pt x="1425247" y="5602297"/>
                </a:cubicBezTo>
                <a:cubicBezTo>
                  <a:pt x="1446699" y="5606428"/>
                  <a:pt x="1454513" y="5638213"/>
                  <a:pt x="1436830" y="5649419"/>
                </a:cubicBezTo>
                <a:cubicBezTo>
                  <a:pt x="1415651" y="5662841"/>
                  <a:pt x="1401825" y="5659004"/>
                  <a:pt x="1395108" y="5637841"/>
                </a:cubicBezTo>
                <a:close/>
                <a:moveTo>
                  <a:pt x="4262196" y="5615988"/>
                </a:moveTo>
                <a:cubicBezTo>
                  <a:pt x="4238937" y="5598982"/>
                  <a:pt x="4251827" y="5562600"/>
                  <a:pt x="4281110" y="5562600"/>
                </a:cubicBezTo>
                <a:cubicBezTo>
                  <a:pt x="4304620" y="5562600"/>
                  <a:pt x="4317648" y="5582259"/>
                  <a:pt x="4309027" y="5604726"/>
                </a:cubicBezTo>
                <a:cubicBezTo>
                  <a:pt x="4301369" y="5624681"/>
                  <a:pt x="4280837" y="5629619"/>
                  <a:pt x="4262196" y="5615988"/>
                </a:cubicBezTo>
                <a:close/>
                <a:moveTo>
                  <a:pt x="2393156" y="5613441"/>
                </a:moveTo>
                <a:cubicBezTo>
                  <a:pt x="2369796" y="5604015"/>
                  <a:pt x="2385276" y="5543550"/>
                  <a:pt x="2411049" y="5543550"/>
                </a:cubicBezTo>
                <a:cubicBezTo>
                  <a:pt x="2420676" y="5543550"/>
                  <a:pt x="2447925" y="5571703"/>
                  <a:pt x="2447925" y="5581650"/>
                </a:cubicBezTo>
                <a:cubicBezTo>
                  <a:pt x="2447925" y="5591740"/>
                  <a:pt x="2420358" y="5620025"/>
                  <a:pt x="2411525" y="5618998"/>
                </a:cubicBezTo>
                <a:cubicBezTo>
                  <a:pt x="2407971" y="5618584"/>
                  <a:pt x="2399704" y="5616084"/>
                  <a:pt x="2393156" y="5613441"/>
                </a:cubicBezTo>
                <a:close/>
                <a:moveTo>
                  <a:pt x="2176466" y="5587754"/>
                </a:moveTo>
                <a:cubicBezTo>
                  <a:pt x="2159738" y="5562225"/>
                  <a:pt x="2165591" y="5537964"/>
                  <a:pt x="2191870" y="5523900"/>
                </a:cubicBezTo>
                <a:cubicBezTo>
                  <a:pt x="2218774" y="5509501"/>
                  <a:pt x="2247900" y="5528803"/>
                  <a:pt x="2247900" y="5561030"/>
                </a:cubicBezTo>
                <a:cubicBezTo>
                  <a:pt x="2247900" y="5610997"/>
                  <a:pt x="2202760" y="5627885"/>
                  <a:pt x="2176466" y="5587754"/>
                </a:cubicBezTo>
                <a:close/>
                <a:moveTo>
                  <a:pt x="4003661" y="5595198"/>
                </a:moveTo>
                <a:cubicBezTo>
                  <a:pt x="4000489" y="5586934"/>
                  <a:pt x="4005172" y="5573004"/>
                  <a:pt x="4014067" y="5564242"/>
                </a:cubicBezTo>
                <a:cubicBezTo>
                  <a:pt x="4029190" y="5549345"/>
                  <a:pt x="4031117" y="5549497"/>
                  <a:pt x="4043783" y="5566581"/>
                </a:cubicBezTo>
                <a:cubicBezTo>
                  <a:pt x="4053820" y="5580119"/>
                  <a:pt x="4054600" y="5588134"/>
                  <a:pt x="4046797" y="5597537"/>
                </a:cubicBezTo>
                <a:cubicBezTo>
                  <a:pt x="4032530" y="5614727"/>
                  <a:pt x="4010700" y="5613543"/>
                  <a:pt x="4003661" y="5595198"/>
                </a:cubicBezTo>
                <a:close/>
                <a:moveTo>
                  <a:pt x="2606954" y="5587841"/>
                </a:moveTo>
                <a:cubicBezTo>
                  <a:pt x="2604027" y="5580216"/>
                  <a:pt x="2606809" y="5566897"/>
                  <a:pt x="2613136" y="5558244"/>
                </a:cubicBezTo>
                <a:cubicBezTo>
                  <a:pt x="2628953" y="5536613"/>
                  <a:pt x="2659389" y="5549138"/>
                  <a:pt x="2655597" y="5575718"/>
                </a:cubicBezTo>
                <a:cubicBezTo>
                  <a:pt x="2652212" y="5599443"/>
                  <a:pt x="2614968" y="5608726"/>
                  <a:pt x="2606954" y="5587841"/>
                </a:cubicBezTo>
                <a:close/>
                <a:moveTo>
                  <a:pt x="2810210" y="5582276"/>
                </a:moveTo>
                <a:cubicBezTo>
                  <a:pt x="2794732" y="5553356"/>
                  <a:pt x="2798464" y="5535699"/>
                  <a:pt x="2823523" y="5519280"/>
                </a:cubicBezTo>
                <a:cubicBezTo>
                  <a:pt x="2866316" y="5491241"/>
                  <a:pt x="2909428" y="5538617"/>
                  <a:pt x="2879719" y="5581033"/>
                </a:cubicBezTo>
                <a:cubicBezTo>
                  <a:pt x="2862305" y="5605896"/>
                  <a:pt x="2823224" y="5606594"/>
                  <a:pt x="2810210" y="5582276"/>
                </a:cubicBezTo>
                <a:close/>
                <a:moveTo>
                  <a:pt x="1263647" y="5568058"/>
                </a:moveTo>
                <a:cubicBezTo>
                  <a:pt x="1257425" y="5551842"/>
                  <a:pt x="1280832" y="5529784"/>
                  <a:pt x="1294982" y="5538529"/>
                </a:cubicBezTo>
                <a:cubicBezTo>
                  <a:pt x="1300450" y="5541909"/>
                  <a:pt x="1304925" y="5552993"/>
                  <a:pt x="1304925" y="5563162"/>
                </a:cubicBezTo>
                <a:cubicBezTo>
                  <a:pt x="1304925" y="5584990"/>
                  <a:pt x="1271659" y="5588936"/>
                  <a:pt x="1263647" y="5568058"/>
                </a:cubicBezTo>
                <a:close/>
                <a:moveTo>
                  <a:pt x="2964083" y="5550491"/>
                </a:moveTo>
                <a:cubicBezTo>
                  <a:pt x="2946724" y="5529574"/>
                  <a:pt x="2967194" y="5506296"/>
                  <a:pt x="2986221" y="5525318"/>
                </a:cubicBezTo>
                <a:cubicBezTo>
                  <a:pt x="2999191" y="5538284"/>
                  <a:pt x="2999418" y="5542010"/>
                  <a:pt x="2987829" y="5551629"/>
                </a:cubicBezTo>
                <a:cubicBezTo>
                  <a:pt x="2977407" y="5560279"/>
                  <a:pt x="2971990" y="5560019"/>
                  <a:pt x="2964083" y="5550491"/>
                </a:cubicBezTo>
                <a:close/>
                <a:moveTo>
                  <a:pt x="4127328" y="5514386"/>
                </a:moveTo>
                <a:cubicBezTo>
                  <a:pt x="4063602" y="5490308"/>
                  <a:pt x="4097339" y="5403830"/>
                  <a:pt x="4162402" y="5424480"/>
                </a:cubicBezTo>
                <a:cubicBezTo>
                  <a:pt x="4182523" y="5430866"/>
                  <a:pt x="4196624" y="5467528"/>
                  <a:pt x="4187802" y="5490518"/>
                </a:cubicBezTo>
                <a:cubicBezTo>
                  <a:pt x="4179701" y="5511630"/>
                  <a:pt x="4150518" y="5523148"/>
                  <a:pt x="4127328" y="5514386"/>
                </a:cubicBezTo>
                <a:close/>
                <a:moveTo>
                  <a:pt x="1374856" y="5480675"/>
                </a:moveTo>
                <a:cubicBezTo>
                  <a:pt x="1353294" y="5447768"/>
                  <a:pt x="1367432" y="5425417"/>
                  <a:pt x="1412236" y="5421579"/>
                </a:cubicBezTo>
                <a:cubicBezTo>
                  <a:pt x="1453923" y="5418008"/>
                  <a:pt x="1467916" y="5445004"/>
                  <a:pt x="1443607" y="5482103"/>
                </a:cubicBezTo>
                <a:cubicBezTo>
                  <a:pt x="1423750" y="5512410"/>
                  <a:pt x="1395261" y="5511818"/>
                  <a:pt x="1374856" y="5480675"/>
                </a:cubicBezTo>
                <a:close/>
                <a:moveTo>
                  <a:pt x="2290197" y="5495010"/>
                </a:moveTo>
                <a:cubicBezTo>
                  <a:pt x="2278563" y="5476185"/>
                  <a:pt x="2309222" y="5454186"/>
                  <a:pt x="2323356" y="5471217"/>
                </a:cubicBezTo>
                <a:cubicBezTo>
                  <a:pt x="2329906" y="5479108"/>
                  <a:pt x="2332499" y="5490039"/>
                  <a:pt x="2329120" y="5495507"/>
                </a:cubicBezTo>
                <a:cubicBezTo>
                  <a:pt x="2321069" y="5508533"/>
                  <a:pt x="2298376" y="5508244"/>
                  <a:pt x="2290197" y="5495010"/>
                </a:cubicBezTo>
                <a:close/>
                <a:moveTo>
                  <a:pt x="1146927" y="5469585"/>
                </a:moveTo>
                <a:cubicBezTo>
                  <a:pt x="1127808" y="5456671"/>
                  <a:pt x="1125251" y="5421499"/>
                  <a:pt x="1142310" y="5406061"/>
                </a:cubicBezTo>
                <a:cubicBezTo>
                  <a:pt x="1161063" y="5389090"/>
                  <a:pt x="1209464" y="5404507"/>
                  <a:pt x="1209600" y="5427494"/>
                </a:cubicBezTo>
                <a:cubicBezTo>
                  <a:pt x="1209822" y="5464865"/>
                  <a:pt x="1174780" y="5488398"/>
                  <a:pt x="1146927" y="5469585"/>
                </a:cubicBezTo>
                <a:close/>
                <a:moveTo>
                  <a:pt x="2548617" y="5461907"/>
                </a:moveTo>
                <a:cubicBezTo>
                  <a:pt x="2540385" y="5453674"/>
                  <a:pt x="2533650" y="5441122"/>
                  <a:pt x="2533650" y="5434012"/>
                </a:cubicBezTo>
                <a:cubicBezTo>
                  <a:pt x="2533650" y="5421700"/>
                  <a:pt x="2558342" y="5391150"/>
                  <a:pt x="2568294" y="5391150"/>
                </a:cubicBezTo>
                <a:cubicBezTo>
                  <a:pt x="2586365" y="5391150"/>
                  <a:pt x="2609850" y="5414485"/>
                  <a:pt x="2609850" y="5432442"/>
                </a:cubicBezTo>
                <a:cubicBezTo>
                  <a:pt x="2609850" y="5473076"/>
                  <a:pt x="2576051" y="5489340"/>
                  <a:pt x="2548617" y="5461907"/>
                </a:cubicBezTo>
                <a:close/>
                <a:moveTo>
                  <a:pt x="4333212" y="5461789"/>
                </a:moveTo>
                <a:cubicBezTo>
                  <a:pt x="4318690" y="5444291"/>
                  <a:pt x="4331075" y="5416854"/>
                  <a:pt x="4355684" y="5412006"/>
                </a:cubicBezTo>
                <a:cubicBezTo>
                  <a:pt x="4379442" y="5407326"/>
                  <a:pt x="4394270" y="5443693"/>
                  <a:pt x="4376038" y="5461926"/>
                </a:cubicBezTo>
                <a:cubicBezTo>
                  <a:pt x="4357221" y="5480742"/>
                  <a:pt x="4348920" y="5480716"/>
                  <a:pt x="4333212" y="5461789"/>
                </a:cubicBezTo>
                <a:close/>
                <a:moveTo>
                  <a:pt x="2724150" y="5429250"/>
                </a:moveTo>
                <a:cubicBezTo>
                  <a:pt x="2724150" y="5416550"/>
                  <a:pt x="2730500" y="5410200"/>
                  <a:pt x="2743200" y="5410200"/>
                </a:cubicBezTo>
                <a:cubicBezTo>
                  <a:pt x="2755900" y="5410200"/>
                  <a:pt x="2762250" y="5416550"/>
                  <a:pt x="2762250" y="5429250"/>
                </a:cubicBezTo>
                <a:cubicBezTo>
                  <a:pt x="2762250" y="5441950"/>
                  <a:pt x="2755900" y="5448300"/>
                  <a:pt x="2743200" y="5448300"/>
                </a:cubicBezTo>
                <a:cubicBezTo>
                  <a:pt x="2730500" y="5448300"/>
                  <a:pt x="2724150" y="5441950"/>
                  <a:pt x="2724150" y="5429250"/>
                </a:cubicBezTo>
                <a:close/>
                <a:moveTo>
                  <a:pt x="2156539" y="5416122"/>
                </a:moveTo>
                <a:cubicBezTo>
                  <a:pt x="2148830" y="5396032"/>
                  <a:pt x="2159651" y="5381625"/>
                  <a:pt x="2182449" y="5381625"/>
                </a:cubicBezTo>
                <a:cubicBezTo>
                  <a:pt x="2196839" y="5381625"/>
                  <a:pt x="2200843" y="5386928"/>
                  <a:pt x="2198556" y="5402958"/>
                </a:cubicBezTo>
                <a:cubicBezTo>
                  <a:pt x="2195004" y="5427857"/>
                  <a:pt x="2164687" y="5437355"/>
                  <a:pt x="2156539" y="5416122"/>
                </a:cubicBezTo>
                <a:close/>
                <a:moveTo>
                  <a:pt x="2843025" y="5400372"/>
                </a:moveTo>
                <a:cubicBezTo>
                  <a:pt x="2839326" y="5394387"/>
                  <a:pt x="2840781" y="5385008"/>
                  <a:pt x="2846259" y="5379530"/>
                </a:cubicBezTo>
                <a:cubicBezTo>
                  <a:pt x="2859060" y="5366729"/>
                  <a:pt x="2888904" y="5377895"/>
                  <a:pt x="2883696" y="5393536"/>
                </a:cubicBezTo>
                <a:cubicBezTo>
                  <a:pt x="2878394" y="5409459"/>
                  <a:pt x="2851441" y="5413989"/>
                  <a:pt x="2843025" y="5400372"/>
                </a:cubicBezTo>
                <a:close/>
                <a:moveTo>
                  <a:pt x="2369236" y="5384006"/>
                </a:moveTo>
                <a:cubicBezTo>
                  <a:pt x="2334701" y="5345542"/>
                  <a:pt x="2384997" y="5282487"/>
                  <a:pt x="2424236" y="5315052"/>
                </a:cubicBezTo>
                <a:cubicBezTo>
                  <a:pt x="2444851" y="5332162"/>
                  <a:pt x="2442223" y="5378908"/>
                  <a:pt x="2419976" y="5390814"/>
                </a:cubicBezTo>
                <a:cubicBezTo>
                  <a:pt x="2394632" y="5404378"/>
                  <a:pt x="2386554" y="5403294"/>
                  <a:pt x="2369236" y="5384006"/>
                </a:cubicBezTo>
                <a:close/>
                <a:moveTo>
                  <a:pt x="4004402" y="5368531"/>
                </a:moveTo>
                <a:cubicBezTo>
                  <a:pt x="3992987" y="5338784"/>
                  <a:pt x="4004537" y="5319712"/>
                  <a:pt x="4033967" y="5319712"/>
                </a:cubicBezTo>
                <a:cubicBezTo>
                  <a:pt x="4075243" y="5319712"/>
                  <a:pt x="4077267" y="5375153"/>
                  <a:pt x="4036164" y="5379881"/>
                </a:cubicBezTo>
                <a:cubicBezTo>
                  <a:pt x="4019414" y="5381808"/>
                  <a:pt x="4007921" y="5377701"/>
                  <a:pt x="4004402" y="5368531"/>
                </a:cubicBezTo>
                <a:close/>
                <a:moveTo>
                  <a:pt x="4448175" y="5353050"/>
                </a:moveTo>
                <a:cubicBezTo>
                  <a:pt x="4448175" y="5342572"/>
                  <a:pt x="4449818" y="5334000"/>
                  <a:pt x="4451826" y="5334000"/>
                </a:cubicBezTo>
                <a:cubicBezTo>
                  <a:pt x="4453834" y="5334000"/>
                  <a:pt x="4457719" y="5342572"/>
                  <a:pt x="4460459" y="5353050"/>
                </a:cubicBezTo>
                <a:cubicBezTo>
                  <a:pt x="4463199" y="5363527"/>
                  <a:pt x="4461556" y="5372100"/>
                  <a:pt x="4456808" y="5372100"/>
                </a:cubicBezTo>
                <a:cubicBezTo>
                  <a:pt x="4452059" y="5372100"/>
                  <a:pt x="4448175" y="5363527"/>
                  <a:pt x="4448175" y="5353050"/>
                </a:cubicBezTo>
                <a:close/>
                <a:moveTo>
                  <a:pt x="1006398" y="5339266"/>
                </a:moveTo>
                <a:cubicBezTo>
                  <a:pt x="997248" y="5315421"/>
                  <a:pt x="1010226" y="5294629"/>
                  <a:pt x="1032293" y="5297777"/>
                </a:cubicBezTo>
                <a:cubicBezTo>
                  <a:pt x="1046741" y="5299839"/>
                  <a:pt x="1052512" y="5307459"/>
                  <a:pt x="1052512" y="5324475"/>
                </a:cubicBezTo>
                <a:cubicBezTo>
                  <a:pt x="1052512" y="5352227"/>
                  <a:pt x="1015881" y="5363977"/>
                  <a:pt x="1006398" y="5339266"/>
                </a:cubicBezTo>
                <a:close/>
                <a:moveTo>
                  <a:pt x="1276729" y="5339220"/>
                </a:moveTo>
                <a:cubicBezTo>
                  <a:pt x="1259499" y="5318458"/>
                  <a:pt x="1268773" y="5291564"/>
                  <a:pt x="1294420" y="5287922"/>
                </a:cubicBezTo>
                <a:cubicBezTo>
                  <a:pt x="1329665" y="5282917"/>
                  <a:pt x="1343960" y="5312654"/>
                  <a:pt x="1318532" y="5338082"/>
                </a:cubicBezTo>
                <a:cubicBezTo>
                  <a:pt x="1299971" y="5356642"/>
                  <a:pt x="1291383" y="5356876"/>
                  <a:pt x="1276729" y="5339220"/>
                </a:cubicBezTo>
                <a:close/>
                <a:moveTo>
                  <a:pt x="4171287" y="5337964"/>
                </a:moveTo>
                <a:cubicBezTo>
                  <a:pt x="4155512" y="5318956"/>
                  <a:pt x="4170670" y="5291137"/>
                  <a:pt x="4196800" y="5291137"/>
                </a:cubicBezTo>
                <a:cubicBezTo>
                  <a:pt x="4229870" y="5291137"/>
                  <a:pt x="4222946" y="5352094"/>
                  <a:pt x="4189785" y="5352904"/>
                </a:cubicBezTo>
                <a:cubicBezTo>
                  <a:pt x="4186497" y="5352984"/>
                  <a:pt x="4178173" y="5346261"/>
                  <a:pt x="4171287" y="5337964"/>
                </a:cubicBezTo>
                <a:close/>
                <a:moveTo>
                  <a:pt x="1448163" y="5310626"/>
                </a:moveTo>
                <a:cubicBezTo>
                  <a:pt x="1432520" y="5291776"/>
                  <a:pt x="1443020" y="5265007"/>
                  <a:pt x="1464439" y="5269132"/>
                </a:cubicBezTo>
                <a:cubicBezTo>
                  <a:pt x="1474828" y="5271133"/>
                  <a:pt x="1481137" y="5280996"/>
                  <a:pt x="1481137" y="5295236"/>
                </a:cubicBezTo>
                <a:cubicBezTo>
                  <a:pt x="1481137" y="5322837"/>
                  <a:pt x="1464675" y="5330520"/>
                  <a:pt x="1448163" y="5310626"/>
                </a:cubicBezTo>
                <a:close/>
                <a:moveTo>
                  <a:pt x="2230190" y="5302278"/>
                </a:moveTo>
                <a:cubicBezTo>
                  <a:pt x="2214006" y="5282776"/>
                  <a:pt x="2227284" y="5256223"/>
                  <a:pt x="2251493" y="5259677"/>
                </a:cubicBezTo>
                <a:cubicBezTo>
                  <a:pt x="2265907" y="5261734"/>
                  <a:pt x="2271712" y="5269362"/>
                  <a:pt x="2271712" y="5286244"/>
                </a:cubicBezTo>
                <a:cubicBezTo>
                  <a:pt x="2271712" y="5313417"/>
                  <a:pt x="2247268" y="5322856"/>
                  <a:pt x="2230190" y="5302278"/>
                </a:cubicBezTo>
                <a:close/>
                <a:moveTo>
                  <a:pt x="2675880" y="5294695"/>
                </a:moveTo>
                <a:cubicBezTo>
                  <a:pt x="2661673" y="5268149"/>
                  <a:pt x="2678520" y="5229225"/>
                  <a:pt x="2704215" y="5229225"/>
                </a:cubicBezTo>
                <a:cubicBezTo>
                  <a:pt x="2723852" y="5229225"/>
                  <a:pt x="2752725" y="5252679"/>
                  <a:pt x="2752725" y="5268631"/>
                </a:cubicBezTo>
                <a:cubicBezTo>
                  <a:pt x="2752725" y="5312325"/>
                  <a:pt x="2695671" y="5331675"/>
                  <a:pt x="2675880" y="5294695"/>
                </a:cubicBezTo>
                <a:close/>
                <a:moveTo>
                  <a:pt x="2514700" y="5291258"/>
                </a:moveTo>
                <a:cubicBezTo>
                  <a:pt x="2499233" y="5272622"/>
                  <a:pt x="2509220" y="5248275"/>
                  <a:pt x="2532331" y="5248275"/>
                </a:cubicBezTo>
                <a:cubicBezTo>
                  <a:pt x="2556715" y="5248275"/>
                  <a:pt x="2565035" y="5272678"/>
                  <a:pt x="2546852" y="5290861"/>
                </a:cubicBezTo>
                <a:cubicBezTo>
                  <a:pt x="2529013" y="5308701"/>
                  <a:pt x="2529174" y="5308699"/>
                  <a:pt x="2514700" y="5291258"/>
                </a:cubicBezTo>
                <a:close/>
                <a:moveTo>
                  <a:pt x="4296108" y="5286998"/>
                </a:moveTo>
                <a:cubicBezTo>
                  <a:pt x="4280750" y="5258302"/>
                  <a:pt x="4299354" y="5219700"/>
                  <a:pt x="4328541" y="5219700"/>
                </a:cubicBezTo>
                <a:cubicBezTo>
                  <a:pt x="4362695" y="5219700"/>
                  <a:pt x="4377975" y="5251985"/>
                  <a:pt x="4358144" y="5282251"/>
                </a:cubicBezTo>
                <a:cubicBezTo>
                  <a:pt x="4339907" y="5310085"/>
                  <a:pt x="4309701" y="5312396"/>
                  <a:pt x="4296108" y="5286998"/>
                </a:cubicBezTo>
                <a:close/>
                <a:moveTo>
                  <a:pt x="2868018" y="5277466"/>
                </a:moveTo>
                <a:cubicBezTo>
                  <a:pt x="2851800" y="5267440"/>
                  <a:pt x="2861013" y="5238750"/>
                  <a:pt x="2880451" y="5238750"/>
                </a:cubicBezTo>
                <a:cubicBezTo>
                  <a:pt x="2901364" y="5238750"/>
                  <a:pt x="2909181" y="5257826"/>
                  <a:pt x="2894345" y="5272657"/>
                </a:cubicBezTo>
                <a:cubicBezTo>
                  <a:pt x="2886160" y="5280839"/>
                  <a:pt x="2876367" y="5282628"/>
                  <a:pt x="2868018" y="5277466"/>
                </a:cubicBezTo>
                <a:close/>
                <a:moveTo>
                  <a:pt x="2105025" y="5229225"/>
                </a:moveTo>
                <a:cubicBezTo>
                  <a:pt x="2105025" y="5199117"/>
                  <a:pt x="2118230" y="5190730"/>
                  <a:pt x="2127519" y="5214937"/>
                </a:cubicBezTo>
                <a:cubicBezTo>
                  <a:pt x="2134026" y="5231894"/>
                  <a:pt x="2125572" y="5257800"/>
                  <a:pt x="2113530" y="5257800"/>
                </a:cubicBezTo>
                <a:cubicBezTo>
                  <a:pt x="2108852" y="5257800"/>
                  <a:pt x="2105025" y="5244941"/>
                  <a:pt x="2105025" y="5229225"/>
                </a:cubicBezTo>
                <a:close/>
                <a:moveTo>
                  <a:pt x="1105532" y="5230407"/>
                </a:moveTo>
                <a:cubicBezTo>
                  <a:pt x="1090841" y="5202957"/>
                  <a:pt x="1092948" y="5186748"/>
                  <a:pt x="1113639" y="5168023"/>
                </a:cubicBezTo>
                <a:cubicBezTo>
                  <a:pt x="1152976" y="5132423"/>
                  <a:pt x="1210901" y="5172929"/>
                  <a:pt x="1187666" y="5219789"/>
                </a:cubicBezTo>
                <a:cubicBezTo>
                  <a:pt x="1171980" y="5251422"/>
                  <a:pt x="1120352" y="5258097"/>
                  <a:pt x="1105532" y="5230407"/>
                </a:cubicBezTo>
                <a:close/>
                <a:moveTo>
                  <a:pt x="3976714" y="5210260"/>
                </a:moveTo>
                <a:cubicBezTo>
                  <a:pt x="3965442" y="5174745"/>
                  <a:pt x="3995835" y="5157788"/>
                  <a:pt x="4019550" y="5186362"/>
                </a:cubicBezTo>
                <a:cubicBezTo>
                  <a:pt x="4029010" y="5197761"/>
                  <a:pt x="4029010" y="5203538"/>
                  <a:pt x="4019550" y="5214937"/>
                </a:cubicBezTo>
                <a:cubicBezTo>
                  <a:pt x="4003025" y="5234848"/>
                  <a:pt x="3983854" y="5232755"/>
                  <a:pt x="3976714" y="5210260"/>
                </a:cubicBezTo>
                <a:close/>
                <a:moveTo>
                  <a:pt x="4445000" y="5213349"/>
                </a:moveTo>
                <a:cubicBezTo>
                  <a:pt x="4435119" y="5203469"/>
                  <a:pt x="4437533" y="5172075"/>
                  <a:pt x="4448175" y="5172075"/>
                </a:cubicBezTo>
                <a:cubicBezTo>
                  <a:pt x="4453413" y="5172075"/>
                  <a:pt x="4457700" y="5182790"/>
                  <a:pt x="4457700" y="5195887"/>
                </a:cubicBezTo>
                <a:cubicBezTo>
                  <a:pt x="4457700" y="5220824"/>
                  <a:pt x="4455499" y="5223849"/>
                  <a:pt x="4445000" y="5213349"/>
                </a:cubicBezTo>
                <a:close/>
                <a:moveTo>
                  <a:pt x="4112418" y="5199887"/>
                </a:moveTo>
                <a:cubicBezTo>
                  <a:pt x="4086092" y="5184553"/>
                  <a:pt x="4090570" y="5135926"/>
                  <a:pt x="4119523" y="5122734"/>
                </a:cubicBezTo>
                <a:cubicBezTo>
                  <a:pt x="4167135" y="5101041"/>
                  <a:pt x="4203219" y="5165289"/>
                  <a:pt x="4160305" y="5195347"/>
                </a:cubicBezTo>
                <a:cubicBezTo>
                  <a:pt x="4135687" y="5212590"/>
                  <a:pt x="4134433" y="5212709"/>
                  <a:pt x="4112418" y="5199887"/>
                </a:cubicBezTo>
                <a:close/>
                <a:moveTo>
                  <a:pt x="2280189" y="5177541"/>
                </a:moveTo>
                <a:cubicBezTo>
                  <a:pt x="2271523" y="5154958"/>
                  <a:pt x="2283785" y="5132151"/>
                  <a:pt x="2302639" y="5135782"/>
                </a:cubicBezTo>
                <a:cubicBezTo>
                  <a:pt x="2313184" y="5137813"/>
                  <a:pt x="2319337" y="5147677"/>
                  <a:pt x="2319337" y="5162550"/>
                </a:cubicBezTo>
                <a:cubicBezTo>
                  <a:pt x="2319337" y="5189702"/>
                  <a:pt x="2289273" y="5201214"/>
                  <a:pt x="2280189" y="5177541"/>
                </a:cubicBezTo>
                <a:close/>
                <a:moveTo>
                  <a:pt x="2448629" y="5173390"/>
                </a:moveTo>
                <a:cubicBezTo>
                  <a:pt x="2436136" y="5150047"/>
                  <a:pt x="2457546" y="5118793"/>
                  <a:pt x="2480101" y="5127448"/>
                </a:cubicBezTo>
                <a:cubicBezTo>
                  <a:pt x="2502059" y="5135875"/>
                  <a:pt x="2509534" y="5159987"/>
                  <a:pt x="2495449" y="5176958"/>
                </a:cubicBezTo>
                <a:cubicBezTo>
                  <a:pt x="2479447" y="5196239"/>
                  <a:pt x="2460066" y="5194762"/>
                  <a:pt x="2448629" y="5173390"/>
                </a:cubicBezTo>
                <a:close/>
                <a:moveTo>
                  <a:pt x="1319892" y="5166632"/>
                </a:moveTo>
                <a:cubicBezTo>
                  <a:pt x="1299610" y="5146350"/>
                  <a:pt x="1301068" y="5121367"/>
                  <a:pt x="1323730" y="5100858"/>
                </a:cubicBezTo>
                <a:cubicBezTo>
                  <a:pt x="1341341" y="5084921"/>
                  <a:pt x="1344066" y="5084841"/>
                  <a:pt x="1366593" y="5099601"/>
                </a:cubicBezTo>
                <a:cubicBezTo>
                  <a:pt x="1394947" y="5118179"/>
                  <a:pt x="1397520" y="5143854"/>
                  <a:pt x="1373231" y="5165836"/>
                </a:cubicBezTo>
                <a:cubicBezTo>
                  <a:pt x="1351484" y="5185516"/>
                  <a:pt x="1338964" y="5185703"/>
                  <a:pt x="1319892" y="5166632"/>
                </a:cubicBezTo>
                <a:close/>
                <a:moveTo>
                  <a:pt x="1482466" y="5174991"/>
                </a:moveTo>
                <a:cubicBezTo>
                  <a:pt x="1471082" y="5163607"/>
                  <a:pt x="1476315" y="5143500"/>
                  <a:pt x="1490662" y="5143500"/>
                </a:cubicBezTo>
                <a:cubicBezTo>
                  <a:pt x="1498520" y="5143500"/>
                  <a:pt x="1504950" y="5149676"/>
                  <a:pt x="1504950" y="5157225"/>
                </a:cubicBezTo>
                <a:cubicBezTo>
                  <a:pt x="1504950" y="5173138"/>
                  <a:pt x="1491355" y="5183880"/>
                  <a:pt x="1482466" y="5174991"/>
                </a:cubicBezTo>
                <a:close/>
                <a:moveTo>
                  <a:pt x="2797722" y="5151744"/>
                </a:moveTo>
                <a:cubicBezTo>
                  <a:pt x="2759291" y="5130236"/>
                  <a:pt x="2792247" y="5066720"/>
                  <a:pt x="2831060" y="5087492"/>
                </a:cubicBezTo>
                <a:cubicBezTo>
                  <a:pt x="2840363" y="5092471"/>
                  <a:pt x="2847975" y="5106959"/>
                  <a:pt x="2847975" y="5119687"/>
                </a:cubicBezTo>
                <a:cubicBezTo>
                  <a:pt x="2847975" y="5147713"/>
                  <a:pt x="2821125" y="5164840"/>
                  <a:pt x="2797722" y="5151744"/>
                </a:cubicBezTo>
                <a:close/>
                <a:moveTo>
                  <a:pt x="2603982" y="5120243"/>
                </a:moveTo>
                <a:cubicBezTo>
                  <a:pt x="2593802" y="5093714"/>
                  <a:pt x="2604870" y="5072106"/>
                  <a:pt x="2630145" y="5069165"/>
                </a:cubicBezTo>
                <a:cubicBezTo>
                  <a:pt x="2657639" y="5065967"/>
                  <a:pt x="2671318" y="5086313"/>
                  <a:pt x="2661811" y="5116266"/>
                </a:cubicBezTo>
                <a:cubicBezTo>
                  <a:pt x="2655064" y="5137526"/>
                  <a:pt x="2611757" y="5140504"/>
                  <a:pt x="2603982" y="5120243"/>
                </a:cubicBezTo>
                <a:close/>
                <a:moveTo>
                  <a:pt x="4344844" y="5125544"/>
                </a:moveTo>
                <a:cubicBezTo>
                  <a:pt x="4326052" y="5113635"/>
                  <a:pt x="4335565" y="5082055"/>
                  <a:pt x="4358953" y="5078702"/>
                </a:cubicBezTo>
                <a:cubicBezTo>
                  <a:pt x="4382837" y="5075278"/>
                  <a:pt x="4396366" y="5101773"/>
                  <a:pt x="4380498" y="5120894"/>
                </a:cubicBezTo>
                <a:cubicBezTo>
                  <a:pt x="4367942" y="5136023"/>
                  <a:pt x="4362499" y="5136732"/>
                  <a:pt x="4344844" y="5125544"/>
                </a:cubicBezTo>
                <a:close/>
                <a:moveTo>
                  <a:pt x="2159793" y="5095112"/>
                </a:moveTo>
                <a:cubicBezTo>
                  <a:pt x="2122795" y="5073562"/>
                  <a:pt x="2152415" y="5018209"/>
                  <a:pt x="2190141" y="5038399"/>
                </a:cubicBezTo>
                <a:cubicBezTo>
                  <a:pt x="2211986" y="5050090"/>
                  <a:pt x="2215889" y="5076450"/>
                  <a:pt x="2198370" y="5093970"/>
                </a:cubicBezTo>
                <a:cubicBezTo>
                  <a:pt x="2184721" y="5107618"/>
                  <a:pt x="2181432" y="5107715"/>
                  <a:pt x="2159793" y="5095112"/>
                </a:cubicBezTo>
                <a:close/>
                <a:moveTo>
                  <a:pt x="1087190" y="5054628"/>
                </a:moveTo>
                <a:cubicBezTo>
                  <a:pt x="1071006" y="5035126"/>
                  <a:pt x="1084284" y="5008573"/>
                  <a:pt x="1108493" y="5012027"/>
                </a:cubicBezTo>
                <a:cubicBezTo>
                  <a:pt x="1122907" y="5014084"/>
                  <a:pt x="1128712" y="5021712"/>
                  <a:pt x="1128712" y="5038594"/>
                </a:cubicBezTo>
                <a:cubicBezTo>
                  <a:pt x="1128712" y="5065767"/>
                  <a:pt x="1104268" y="5075206"/>
                  <a:pt x="1087190" y="5054628"/>
                </a:cubicBezTo>
                <a:close/>
                <a:moveTo>
                  <a:pt x="2324100" y="5038725"/>
                </a:moveTo>
                <a:cubicBezTo>
                  <a:pt x="2299203" y="5013828"/>
                  <a:pt x="2300067" y="4999101"/>
                  <a:pt x="2327963" y="4972894"/>
                </a:cubicBezTo>
                <a:cubicBezTo>
                  <a:pt x="2370368" y="4933057"/>
                  <a:pt x="2424953" y="4995695"/>
                  <a:pt x="2385665" y="5039108"/>
                </a:cubicBezTo>
                <a:cubicBezTo>
                  <a:pt x="2364222" y="5062802"/>
                  <a:pt x="2348076" y="5062701"/>
                  <a:pt x="2324100" y="5038725"/>
                </a:cubicBezTo>
                <a:close/>
                <a:moveTo>
                  <a:pt x="4030076" y="5044694"/>
                </a:moveTo>
                <a:cubicBezTo>
                  <a:pt x="4024106" y="5037500"/>
                  <a:pt x="4021769" y="5024973"/>
                  <a:pt x="4024884" y="5016856"/>
                </a:cubicBezTo>
                <a:cubicBezTo>
                  <a:pt x="4039195" y="4979562"/>
                  <a:pt x="4094074" y="4998988"/>
                  <a:pt x="4081987" y="5037069"/>
                </a:cubicBezTo>
                <a:cubicBezTo>
                  <a:pt x="4074593" y="5060367"/>
                  <a:pt x="4046507" y="5064492"/>
                  <a:pt x="4030076" y="5044694"/>
                </a:cubicBezTo>
                <a:close/>
                <a:moveTo>
                  <a:pt x="4221122" y="5049408"/>
                </a:moveTo>
                <a:cubicBezTo>
                  <a:pt x="4202575" y="5037651"/>
                  <a:pt x="4211290" y="4996729"/>
                  <a:pt x="4233232" y="4992542"/>
                </a:cubicBezTo>
                <a:cubicBezTo>
                  <a:pt x="4258506" y="4987720"/>
                  <a:pt x="4278906" y="5016850"/>
                  <a:pt x="4266495" y="5040040"/>
                </a:cubicBezTo>
                <a:cubicBezTo>
                  <a:pt x="4256264" y="5059158"/>
                  <a:pt x="4241360" y="5062235"/>
                  <a:pt x="4221122" y="5049408"/>
                </a:cubicBezTo>
                <a:close/>
                <a:moveTo>
                  <a:pt x="2498748" y="5023797"/>
                </a:moveTo>
                <a:cubicBezTo>
                  <a:pt x="2495598" y="5015586"/>
                  <a:pt x="2497694" y="5004195"/>
                  <a:pt x="2503406" y="4998483"/>
                </a:cubicBezTo>
                <a:cubicBezTo>
                  <a:pt x="2517159" y="4984730"/>
                  <a:pt x="2544090" y="5006206"/>
                  <a:pt x="2536827" y="5025133"/>
                </a:cubicBezTo>
                <a:cubicBezTo>
                  <a:pt x="2529859" y="5043291"/>
                  <a:pt x="2505906" y="5042450"/>
                  <a:pt x="2498748" y="5023797"/>
                </a:cubicBezTo>
                <a:close/>
                <a:moveTo>
                  <a:pt x="4421981" y="5012531"/>
                </a:moveTo>
                <a:cubicBezTo>
                  <a:pt x="4410194" y="5000744"/>
                  <a:pt x="4400550" y="4984670"/>
                  <a:pt x="4400550" y="4976812"/>
                </a:cubicBezTo>
                <a:cubicBezTo>
                  <a:pt x="4400550" y="4968954"/>
                  <a:pt x="4410194" y="4952880"/>
                  <a:pt x="4421981" y="4941093"/>
                </a:cubicBezTo>
                <a:lnTo>
                  <a:pt x="4443412" y="4919662"/>
                </a:lnTo>
                <a:lnTo>
                  <a:pt x="4446409" y="4950789"/>
                </a:lnTo>
                <a:cubicBezTo>
                  <a:pt x="4448058" y="4967909"/>
                  <a:pt x="4448058" y="4993626"/>
                  <a:pt x="4446409" y="5007939"/>
                </a:cubicBezTo>
                <a:lnTo>
                  <a:pt x="4443412" y="5033962"/>
                </a:lnTo>
                <a:lnTo>
                  <a:pt x="4421981" y="5012531"/>
                </a:lnTo>
                <a:close/>
                <a:moveTo>
                  <a:pt x="1216025" y="5013324"/>
                </a:moveTo>
                <a:cubicBezTo>
                  <a:pt x="1205918" y="5003218"/>
                  <a:pt x="1208672" y="4954743"/>
                  <a:pt x="1219741" y="4947902"/>
                </a:cubicBezTo>
                <a:cubicBezTo>
                  <a:pt x="1240259" y="4935221"/>
                  <a:pt x="1276350" y="4952554"/>
                  <a:pt x="1276350" y="4975088"/>
                </a:cubicBezTo>
                <a:cubicBezTo>
                  <a:pt x="1276350" y="5009669"/>
                  <a:pt x="1237190" y="5034490"/>
                  <a:pt x="1216025" y="5013324"/>
                </a:cubicBezTo>
                <a:close/>
                <a:moveTo>
                  <a:pt x="1373981" y="5013366"/>
                </a:moveTo>
                <a:cubicBezTo>
                  <a:pt x="1355429" y="5005881"/>
                  <a:pt x="1359915" y="4964351"/>
                  <a:pt x="1380463" y="4953354"/>
                </a:cubicBezTo>
                <a:cubicBezTo>
                  <a:pt x="1394343" y="4945925"/>
                  <a:pt x="1402516" y="4947177"/>
                  <a:pt x="1413801" y="4958461"/>
                </a:cubicBezTo>
                <a:cubicBezTo>
                  <a:pt x="1446351" y="4991012"/>
                  <a:pt x="1417425" y="5030896"/>
                  <a:pt x="1373981" y="5013366"/>
                </a:cubicBezTo>
                <a:close/>
                <a:moveTo>
                  <a:pt x="2673349" y="5013324"/>
                </a:moveTo>
                <a:cubicBezTo>
                  <a:pt x="2661749" y="5001724"/>
                  <a:pt x="2666786" y="4981575"/>
                  <a:pt x="2681287" y="4981575"/>
                </a:cubicBezTo>
                <a:cubicBezTo>
                  <a:pt x="2689225" y="4981575"/>
                  <a:pt x="2695575" y="4990041"/>
                  <a:pt x="2695575" y="5000625"/>
                </a:cubicBezTo>
                <a:cubicBezTo>
                  <a:pt x="2695575" y="5019601"/>
                  <a:pt x="2685425" y="5025400"/>
                  <a:pt x="2673349" y="5013324"/>
                </a:cubicBezTo>
                <a:close/>
                <a:moveTo>
                  <a:pt x="4107394" y="4938172"/>
                </a:moveTo>
                <a:cubicBezTo>
                  <a:pt x="4080405" y="4919268"/>
                  <a:pt x="4080329" y="4891534"/>
                  <a:pt x="4107214" y="4872703"/>
                </a:cubicBezTo>
                <a:cubicBezTo>
                  <a:pt x="4147927" y="4844187"/>
                  <a:pt x="4190721" y="4897420"/>
                  <a:pt x="4157021" y="4934658"/>
                </a:cubicBezTo>
                <a:cubicBezTo>
                  <a:pt x="4136966" y="4956818"/>
                  <a:pt x="4134286" y="4957008"/>
                  <a:pt x="4107394" y="4938172"/>
                </a:cubicBezTo>
                <a:close/>
                <a:moveTo>
                  <a:pt x="1009650" y="4924425"/>
                </a:moveTo>
                <a:cubicBezTo>
                  <a:pt x="1009650" y="4913947"/>
                  <a:pt x="1013936" y="4905375"/>
                  <a:pt x="1019175" y="4905375"/>
                </a:cubicBezTo>
                <a:cubicBezTo>
                  <a:pt x="1024413" y="4905375"/>
                  <a:pt x="1028700" y="4913947"/>
                  <a:pt x="1028700" y="4924425"/>
                </a:cubicBezTo>
                <a:cubicBezTo>
                  <a:pt x="1028700" y="4934902"/>
                  <a:pt x="1024413" y="4943475"/>
                  <a:pt x="1019175" y="4943475"/>
                </a:cubicBezTo>
                <a:cubicBezTo>
                  <a:pt x="1013936" y="4943475"/>
                  <a:pt x="1009650" y="4934902"/>
                  <a:pt x="1009650" y="4924425"/>
                </a:cubicBezTo>
                <a:close/>
                <a:moveTo>
                  <a:pt x="2783205" y="4932045"/>
                </a:moveTo>
                <a:cubicBezTo>
                  <a:pt x="2754587" y="4903427"/>
                  <a:pt x="2776187" y="4848225"/>
                  <a:pt x="2816002" y="4848225"/>
                </a:cubicBezTo>
                <a:cubicBezTo>
                  <a:pt x="2837114" y="4848225"/>
                  <a:pt x="2867025" y="4879779"/>
                  <a:pt x="2867025" y="4902051"/>
                </a:cubicBezTo>
                <a:cubicBezTo>
                  <a:pt x="2867025" y="4935159"/>
                  <a:pt x="2807587" y="4956427"/>
                  <a:pt x="2783205" y="4932045"/>
                </a:cubicBezTo>
                <a:close/>
                <a:moveTo>
                  <a:pt x="2994540" y="4899731"/>
                </a:moveTo>
                <a:cubicBezTo>
                  <a:pt x="2985397" y="4863305"/>
                  <a:pt x="3017266" y="4838119"/>
                  <a:pt x="3047953" y="4857519"/>
                </a:cubicBezTo>
                <a:cubicBezTo>
                  <a:pt x="3060169" y="4865242"/>
                  <a:pt x="3059492" y="4868564"/>
                  <a:pt x="3043191" y="4880883"/>
                </a:cubicBezTo>
                <a:cubicBezTo>
                  <a:pt x="3025475" y="4894270"/>
                  <a:pt x="3025371" y="4895264"/>
                  <a:pt x="3041650" y="4895547"/>
                </a:cubicBezTo>
                <a:cubicBezTo>
                  <a:pt x="3068149" y="4896006"/>
                  <a:pt x="3054874" y="4919237"/>
                  <a:pt x="3026166" y="4922644"/>
                </a:cubicBezTo>
                <a:cubicBezTo>
                  <a:pt x="3005651" y="4925078"/>
                  <a:pt x="2999846" y="4920873"/>
                  <a:pt x="2994540" y="4899731"/>
                </a:cubicBezTo>
                <a:close/>
                <a:moveTo>
                  <a:pt x="2422794" y="4900612"/>
                </a:moveTo>
                <a:cubicBezTo>
                  <a:pt x="2415248" y="4880948"/>
                  <a:pt x="2425479" y="4857750"/>
                  <a:pt x="2441697" y="4857750"/>
                </a:cubicBezTo>
                <a:cubicBezTo>
                  <a:pt x="2461194" y="4857750"/>
                  <a:pt x="2477782" y="4881425"/>
                  <a:pt x="2470882" y="4899405"/>
                </a:cubicBezTo>
                <a:cubicBezTo>
                  <a:pt x="2463415" y="4918864"/>
                  <a:pt x="2430119" y="4919700"/>
                  <a:pt x="2422794" y="4900612"/>
                </a:cubicBezTo>
                <a:close/>
                <a:moveTo>
                  <a:pt x="2213500" y="4891755"/>
                </a:moveTo>
                <a:cubicBezTo>
                  <a:pt x="2204017" y="4867041"/>
                  <a:pt x="2217309" y="4846614"/>
                  <a:pt x="2240713" y="4849938"/>
                </a:cubicBezTo>
                <a:cubicBezTo>
                  <a:pt x="2256455" y="4852173"/>
                  <a:pt x="2262187" y="4859343"/>
                  <a:pt x="2262187" y="4876800"/>
                </a:cubicBezTo>
                <a:cubicBezTo>
                  <a:pt x="2262187" y="4904916"/>
                  <a:pt x="2223152" y="4916907"/>
                  <a:pt x="2213500" y="4891755"/>
                </a:cubicBezTo>
                <a:close/>
                <a:moveTo>
                  <a:pt x="1127394" y="4881562"/>
                </a:moveTo>
                <a:cubicBezTo>
                  <a:pt x="1119848" y="4861898"/>
                  <a:pt x="1130079" y="4838700"/>
                  <a:pt x="1146297" y="4838700"/>
                </a:cubicBezTo>
                <a:cubicBezTo>
                  <a:pt x="1165794" y="4838700"/>
                  <a:pt x="1182382" y="4862375"/>
                  <a:pt x="1175482" y="4880355"/>
                </a:cubicBezTo>
                <a:cubicBezTo>
                  <a:pt x="1168015" y="4899814"/>
                  <a:pt x="1134719" y="4900650"/>
                  <a:pt x="1127394" y="4881562"/>
                </a:cubicBezTo>
                <a:close/>
                <a:moveTo>
                  <a:pt x="2581580" y="4867845"/>
                </a:moveTo>
                <a:cubicBezTo>
                  <a:pt x="2560035" y="4827589"/>
                  <a:pt x="2609239" y="4789246"/>
                  <a:pt x="2637989" y="4823888"/>
                </a:cubicBezTo>
                <a:cubicBezTo>
                  <a:pt x="2644272" y="4831457"/>
                  <a:pt x="2648011" y="4847531"/>
                  <a:pt x="2646299" y="4859606"/>
                </a:cubicBezTo>
                <a:cubicBezTo>
                  <a:pt x="2642011" y="4889859"/>
                  <a:pt x="2596465" y="4895657"/>
                  <a:pt x="2581580" y="4867845"/>
                </a:cubicBezTo>
                <a:close/>
                <a:moveTo>
                  <a:pt x="4276825" y="4872158"/>
                </a:moveTo>
                <a:cubicBezTo>
                  <a:pt x="4261296" y="4853447"/>
                  <a:pt x="4271379" y="4829175"/>
                  <a:pt x="4294682" y="4829175"/>
                </a:cubicBezTo>
                <a:cubicBezTo>
                  <a:pt x="4316926" y="4829175"/>
                  <a:pt x="4324975" y="4846767"/>
                  <a:pt x="4313202" y="4869656"/>
                </a:cubicBezTo>
                <a:cubicBezTo>
                  <a:pt x="4302714" y="4890049"/>
                  <a:pt x="4292269" y="4890767"/>
                  <a:pt x="4276825" y="4872158"/>
                </a:cubicBezTo>
                <a:close/>
                <a:moveTo>
                  <a:pt x="3175856" y="4864041"/>
                </a:moveTo>
                <a:cubicBezTo>
                  <a:pt x="3168704" y="4845404"/>
                  <a:pt x="3178174" y="4829175"/>
                  <a:pt x="3196199" y="4829175"/>
                </a:cubicBezTo>
                <a:cubicBezTo>
                  <a:pt x="3214103" y="4829175"/>
                  <a:pt x="3213831" y="4852175"/>
                  <a:pt x="3195750" y="4867181"/>
                </a:cubicBezTo>
                <a:cubicBezTo>
                  <a:pt x="3184293" y="4876689"/>
                  <a:pt x="3180478" y="4876087"/>
                  <a:pt x="3175856" y="4864041"/>
                </a:cubicBezTo>
                <a:close/>
                <a:moveTo>
                  <a:pt x="1250973" y="4842822"/>
                </a:moveTo>
                <a:cubicBezTo>
                  <a:pt x="1247823" y="4834611"/>
                  <a:pt x="1249919" y="4823220"/>
                  <a:pt x="1255631" y="4817508"/>
                </a:cubicBezTo>
                <a:cubicBezTo>
                  <a:pt x="1269384" y="4803755"/>
                  <a:pt x="1296315" y="4825231"/>
                  <a:pt x="1289052" y="4844158"/>
                </a:cubicBezTo>
                <a:cubicBezTo>
                  <a:pt x="1282084" y="4862316"/>
                  <a:pt x="1258131" y="4861475"/>
                  <a:pt x="1250973" y="4842822"/>
                </a:cubicBezTo>
                <a:close/>
                <a:moveTo>
                  <a:pt x="1391990" y="4845078"/>
                </a:moveTo>
                <a:cubicBezTo>
                  <a:pt x="1375806" y="4825576"/>
                  <a:pt x="1389084" y="4799023"/>
                  <a:pt x="1413293" y="4802477"/>
                </a:cubicBezTo>
                <a:cubicBezTo>
                  <a:pt x="1427707" y="4804534"/>
                  <a:pt x="1433512" y="4812162"/>
                  <a:pt x="1433512" y="4829044"/>
                </a:cubicBezTo>
                <a:cubicBezTo>
                  <a:pt x="1433512" y="4856217"/>
                  <a:pt x="1409068" y="4865656"/>
                  <a:pt x="1391990" y="4845078"/>
                </a:cubicBezTo>
                <a:close/>
                <a:moveTo>
                  <a:pt x="4406985" y="4844388"/>
                </a:moveTo>
                <a:cubicBezTo>
                  <a:pt x="4400141" y="4826551"/>
                  <a:pt x="4423343" y="4795902"/>
                  <a:pt x="4437205" y="4804469"/>
                </a:cubicBezTo>
                <a:cubicBezTo>
                  <a:pt x="4456091" y="4816141"/>
                  <a:pt x="4450577" y="4857750"/>
                  <a:pt x="4430144" y="4857750"/>
                </a:cubicBezTo>
                <a:cubicBezTo>
                  <a:pt x="4420227" y="4857750"/>
                  <a:pt x="4409805" y="4851737"/>
                  <a:pt x="4406985" y="4844388"/>
                </a:cubicBezTo>
                <a:close/>
                <a:moveTo>
                  <a:pt x="1025524" y="4803775"/>
                </a:moveTo>
                <a:cubicBezTo>
                  <a:pt x="1011708" y="4789958"/>
                  <a:pt x="1018781" y="4724400"/>
                  <a:pt x="1034088" y="4724400"/>
                </a:cubicBezTo>
                <a:cubicBezTo>
                  <a:pt x="1059826" y="4724400"/>
                  <a:pt x="1085850" y="4743381"/>
                  <a:pt x="1085850" y="4762154"/>
                </a:cubicBezTo>
                <a:cubicBezTo>
                  <a:pt x="1085850" y="4793811"/>
                  <a:pt x="1044257" y="4822507"/>
                  <a:pt x="1025524" y="4803775"/>
                </a:cubicBezTo>
                <a:close/>
                <a:moveTo>
                  <a:pt x="3962400" y="4757737"/>
                </a:moveTo>
                <a:cubicBezTo>
                  <a:pt x="3962400" y="4710707"/>
                  <a:pt x="3983557" y="4699293"/>
                  <a:pt x="4014107" y="4729842"/>
                </a:cubicBezTo>
                <a:cubicBezTo>
                  <a:pt x="4040949" y="4756685"/>
                  <a:pt x="4023429" y="4800600"/>
                  <a:pt x="3985877" y="4800600"/>
                </a:cubicBezTo>
                <a:cubicBezTo>
                  <a:pt x="3964402" y="4800600"/>
                  <a:pt x="3962400" y="4796944"/>
                  <a:pt x="3962400" y="4757737"/>
                </a:cubicBezTo>
                <a:close/>
                <a:moveTo>
                  <a:pt x="2909737" y="4775277"/>
                </a:moveTo>
                <a:cubicBezTo>
                  <a:pt x="2892468" y="4758007"/>
                  <a:pt x="2894798" y="4744273"/>
                  <a:pt x="2917419" y="4730004"/>
                </a:cubicBezTo>
                <a:cubicBezTo>
                  <a:pt x="2937503" y="4717335"/>
                  <a:pt x="2965821" y="4742175"/>
                  <a:pt x="2957126" y="4764834"/>
                </a:cubicBezTo>
                <a:cubicBezTo>
                  <a:pt x="2948438" y="4787474"/>
                  <a:pt x="2926721" y="4792260"/>
                  <a:pt x="2909737" y="4775277"/>
                </a:cubicBezTo>
                <a:close/>
                <a:moveTo>
                  <a:pt x="4191213" y="4777044"/>
                </a:moveTo>
                <a:cubicBezTo>
                  <a:pt x="4173051" y="4755161"/>
                  <a:pt x="4183350" y="4729162"/>
                  <a:pt x="4210180" y="4729162"/>
                </a:cubicBezTo>
                <a:cubicBezTo>
                  <a:pt x="4227268" y="4729162"/>
                  <a:pt x="4234686" y="4734950"/>
                  <a:pt x="4236821" y="4749949"/>
                </a:cubicBezTo>
                <a:cubicBezTo>
                  <a:pt x="4240713" y="4777286"/>
                  <a:pt x="4207694" y="4796902"/>
                  <a:pt x="4191213" y="4777044"/>
                </a:cubicBezTo>
                <a:close/>
                <a:moveTo>
                  <a:pt x="2113905" y="4761295"/>
                </a:moveTo>
                <a:cubicBezTo>
                  <a:pt x="2097009" y="4729724"/>
                  <a:pt x="2117061" y="4693717"/>
                  <a:pt x="2149388" y="4697581"/>
                </a:cubicBezTo>
                <a:cubicBezTo>
                  <a:pt x="2183914" y="4701707"/>
                  <a:pt x="2197577" y="4725651"/>
                  <a:pt x="2183295" y="4756997"/>
                </a:cubicBezTo>
                <a:cubicBezTo>
                  <a:pt x="2169122" y="4788103"/>
                  <a:pt x="2129563" y="4790553"/>
                  <a:pt x="2113905" y="4761295"/>
                </a:cubicBezTo>
                <a:close/>
                <a:moveTo>
                  <a:pt x="2327757" y="4767818"/>
                </a:moveTo>
                <a:cubicBezTo>
                  <a:pt x="2324859" y="4760266"/>
                  <a:pt x="2323981" y="4746336"/>
                  <a:pt x="2325806" y="4736862"/>
                </a:cubicBezTo>
                <a:cubicBezTo>
                  <a:pt x="2330316" y="4713440"/>
                  <a:pt x="2375017" y="4713358"/>
                  <a:pt x="2379524" y="4736763"/>
                </a:cubicBezTo>
                <a:cubicBezTo>
                  <a:pt x="2386076" y="4770783"/>
                  <a:pt x="2339595" y="4798667"/>
                  <a:pt x="2327757" y="4767818"/>
                </a:cubicBezTo>
                <a:close/>
                <a:moveTo>
                  <a:pt x="2695675" y="4767383"/>
                </a:moveTo>
                <a:cubicBezTo>
                  <a:pt x="2680208" y="4748747"/>
                  <a:pt x="2690195" y="4724400"/>
                  <a:pt x="2713306" y="4724400"/>
                </a:cubicBezTo>
                <a:cubicBezTo>
                  <a:pt x="2735835" y="4724400"/>
                  <a:pt x="2747402" y="4750721"/>
                  <a:pt x="2732673" y="4768469"/>
                </a:cubicBezTo>
                <a:cubicBezTo>
                  <a:pt x="2718771" y="4785220"/>
                  <a:pt x="2710271" y="4784970"/>
                  <a:pt x="2695675" y="4767383"/>
                </a:cubicBezTo>
                <a:close/>
                <a:moveTo>
                  <a:pt x="2497931" y="4755801"/>
                </a:moveTo>
                <a:cubicBezTo>
                  <a:pt x="2483249" y="4750358"/>
                  <a:pt x="2482234" y="4718342"/>
                  <a:pt x="2496464" y="4709547"/>
                </a:cubicBezTo>
                <a:cubicBezTo>
                  <a:pt x="2515564" y="4697742"/>
                  <a:pt x="2540209" y="4731590"/>
                  <a:pt x="2523784" y="4747070"/>
                </a:cubicBezTo>
                <a:cubicBezTo>
                  <a:pt x="2516113" y="4754300"/>
                  <a:pt x="2504479" y="4758229"/>
                  <a:pt x="2497931" y="4755801"/>
                </a:cubicBezTo>
                <a:close/>
                <a:moveTo>
                  <a:pt x="3082017" y="4728482"/>
                </a:moveTo>
                <a:cubicBezTo>
                  <a:pt x="3049654" y="4696118"/>
                  <a:pt x="3075091" y="4650506"/>
                  <a:pt x="3119313" y="4661605"/>
                </a:cubicBezTo>
                <a:cubicBezTo>
                  <a:pt x="3137700" y="4666220"/>
                  <a:pt x="3143250" y="4673754"/>
                  <a:pt x="3143250" y="4694101"/>
                </a:cubicBezTo>
                <a:cubicBezTo>
                  <a:pt x="3143250" y="4739291"/>
                  <a:pt x="3110958" y="4757422"/>
                  <a:pt x="3082017" y="4728482"/>
                </a:cubicBezTo>
                <a:close/>
                <a:moveTo>
                  <a:pt x="1276852" y="4720242"/>
                </a:moveTo>
                <a:cubicBezTo>
                  <a:pt x="1270007" y="4711995"/>
                  <a:pt x="1267207" y="4695599"/>
                  <a:pt x="1270441" y="4682711"/>
                </a:cubicBezTo>
                <a:cubicBezTo>
                  <a:pt x="1283175" y="4631976"/>
                  <a:pt x="1346283" y="4646359"/>
                  <a:pt x="1341200" y="4698839"/>
                </a:cubicBezTo>
                <a:cubicBezTo>
                  <a:pt x="1337829" y="4733629"/>
                  <a:pt x="1298750" y="4746628"/>
                  <a:pt x="1276852" y="4720242"/>
                </a:cubicBezTo>
                <a:close/>
                <a:moveTo>
                  <a:pt x="1466863" y="4719653"/>
                </a:moveTo>
                <a:cubicBezTo>
                  <a:pt x="1452581" y="4702444"/>
                  <a:pt x="1460947" y="4676775"/>
                  <a:pt x="1480838" y="4676775"/>
                </a:cubicBezTo>
                <a:cubicBezTo>
                  <a:pt x="1489953" y="4676775"/>
                  <a:pt x="1495425" y="4685496"/>
                  <a:pt x="1495425" y="4700025"/>
                </a:cubicBezTo>
                <a:cubicBezTo>
                  <a:pt x="1495425" y="4729058"/>
                  <a:pt x="1482207" y="4738142"/>
                  <a:pt x="1466863" y="4719653"/>
                </a:cubicBezTo>
                <a:close/>
                <a:moveTo>
                  <a:pt x="1182571" y="4701181"/>
                </a:moveTo>
                <a:cubicBezTo>
                  <a:pt x="1184381" y="4692443"/>
                  <a:pt x="1190148" y="4685520"/>
                  <a:pt x="1195387" y="4685796"/>
                </a:cubicBezTo>
                <a:cubicBezTo>
                  <a:pt x="1209525" y="4686543"/>
                  <a:pt x="1206928" y="4707853"/>
                  <a:pt x="1192096" y="4712796"/>
                </a:cubicBezTo>
                <a:cubicBezTo>
                  <a:pt x="1184084" y="4715467"/>
                  <a:pt x="1180514" y="4711113"/>
                  <a:pt x="1182571" y="4701181"/>
                </a:cubicBezTo>
                <a:close/>
                <a:moveTo>
                  <a:pt x="4312443" y="4695256"/>
                </a:moveTo>
                <a:cubicBezTo>
                  <a:pt x="4291721" y="4682944"/>
                  <a:pt x="4290801" y="4645008"/>
                  <a:pt x="4310742" y="4625067"/>
                </a:cubicBezTo>
                <a:cubicBezTo>
                  <a:pt x="4329967" y="4605843"/>
                  <a:pt x="4336503" y="4606224"/>
                  <a:pt x="4363584" y="4628153"/>
                </a:cubicBezTo>
                <a:cubicBezTo>
                  <a:pt x="4406749" y="4663106"/>
                  <a:pt x="4360491" y="4723803"/>
                  <a:pt x="4312443" y="4695256"/>
                </a:cubicBezTo>
                <a:close/>
                <a:moveTo>
                  <a:pt x="2784968" y="4682120"/>
                </a:moveTo>
                <a:cubicBezTo>
                  <a:pt x="2777435" y="4662489"/>
                  <a:pt x="2797704" y="4638257"/>
                  <a:pt x="2815837" y="4645215"/>
                </a:cubicBezTo>
                <a:cubicBezTo>
                  <a:pt x="2834843" y="4652509"/>
                  <a:pt x="2828405" y="4690059"/>
                  <a:pt x="2807464" y="4694050"/>
                </a:cubicBezTo>
                <a:cubicBezTo>
                  <a:pt x="2798281" y="4695800"/>
                  <a:pt x="2788157" y="4690432"/>
                  <a:pt x="2784968" y="4682120"/>
                </a:cubicBezTo>
                <a:close/>
                <a:moveTo>
                  <a:pt x="4105275" y="4676775"/>
                </a:moveTo>
                <a:cubicBezTo>
                  <a:pt x="4105275" y="4664498"/>
                  <a:pt x="4110098" y="4657745"/>
                  <a:pt x="4117181" y="4660106"/>
                </a:cubicBezTo>
                <a:cubicBezTo>
                  <a:pt x="4123729" y="4662289"/>
                  <a:pt x="4129087" y="4669790"/>
                  <a:pt x="4129087" y="4676775"/>
                </a:cubicBezTo>
                <a:cubicBezTo>
                  <a:pt x="4129087" y="4683760"/>
                  <a:pt x="4123729" y="4691260"/>
                  <a:pt x="4117181" y="4693443"/>
                </a:cubicBezTo>
                <a:cubicBezTo>
                  <a:pt x="4110098" y="4695804"/>
                  <a:pt x="4105275" y="4689051"/>
                  <a:pt x="4105275" y="4676775"/>
                </a:cubicBezTo>
                <a:close/>
                <a:moveTo>
                  <a:pt x="2569832" y="4633508"/>
                </a:moveTo>
                <a:cubicBezTo>
                  <a:pt x="2560383" y="4612769"/>
                  <a:pt x="2561722" y="4606368"/>
                  <a:pt x="2579158" y="4588933"/>
                </a:cubicBezTo>
                <a:cubicBezTo>
                  <a:pt x="2618352" y="4549738"/>
                  <a:pt x="2668371" y="4596687"/>
                  <a:pt x="2634690" y="4641056"/>
                </a:cubicBezTo>
                <a:cubicBezTo>
                  <a:pt x="2615882" y="4665832"/>
                  <a:pt x="2582806" y="4661983"/>
                  <a:pt x="2569832" y="4633508"/>
                </a:cubicBezTo>
                <a:close/>
                <a:moveTo>
                  <a:pt x="2245054" y="4642179"/>
                </a:moveTo>
                <a:cubicBezTo>
                  <a:pt x="2233795" y="4630920"/>
                  <a:pt x="2237634" y="4602897"/>
                  <a:pt x="2251145" y="4597712"/>
                </a:cubicBezTo>
                <a:cubicBezTo>
                  <a:pt x="2270343" y="4590345"/>
                  <a:pt x="2288320" y="4605302"/>
                  <a:pt x="2284446" y="4625419"/>
                </a:cubicBezTo>
                <a:cubicBezTo>
                  <a:pt x="2280913" y="4643765"/>
                  <a:pt x="2256870" y="4653995"/>
                  <a:pt x="2245054" y="4642179"/>
                </a:cubicBezTo>
                <a:close/>
                <a:moveTo>
                  <a:pt x="1100817" y="4614182"/>
                </a:moveTo>
                <a:cubicBezTo>
                  <a:pt x="1074442" y="4587807"/>
                  <a:pt x="1085409" y="4543425"/>
                  <a:pt x="1118301" y="4543425"/>
                </a:cubicBezTo>
                <a:cubicBezTo>
                  <a:pt x="1143381" y="4543425"/>
                  <a:pt x="1162050" y="4560205"/>
                  <a:pt x="1162050" y="4582749"/>
                </a:cubicBezTo>
                <a:cubicBezTo>
                  <a:pt x="1162050" y="4599933"/>
                  <a:pt x="1138060" y="4629150"/>
                  <a:pt x="1123950" y="4629150"/>
                </a:cubicBezTo>
                <a:cubicBezTo>
                  <a:pt x="1119459" y="4629150"/>
                  <a:pt x="1109050" y="4622414"/>
                  <a:pt x="1100817" y="4614182"/>
                </a:cubicBezTo>
                <a:close/>
                <a:moveTo>
                  <a:pt x="2067304" y="4605795"/>
                </a:moveTo>
                <a:cubicBezTo>
                  <a:pt x="2049043" y="4583792"/>
                  <a:pt x="2059170" y="4557712"/>
                  <a:pt x="2085975" y="4557712"/>
                </a:cubicBezTo>
                <a:cubicBezTo>
                  <a:pt x="2101071" y="4557712"/>
                  <a:pt x="2110710" y="4563860"/>
                  <a:pt x="2112824" y="4574838"/>
                </a:cubicBezTo>
                <a:cubicBezTo>
                  <a:pt x="2116122" y="4591964"/>
                  <a:pt x="2099539" y="4619625"/>
                  <a:pt x="2085975" y="4619625"/>
                </a:cubicBezTo>
                <a:cubicBezTo>
                  <a:pt x="2082019" y="4619625"/>
                  <a:pt x="2073617" y="4613401"/>
                  <a:pt x="2067304" y="4605795"/>
                </a:cubicBezTo>
                <a:close/>
                <a:moveTo>
                  <a:pt x="2997199" y="4603750"/>
                </a:moveTo>
                <a:cubicBezTo>
                  <a:pt x="2987199" y="4593749"/>
                  <a:pt x="2989786" y="4564256"/>
                  <a:pt x="3001289" y="4557147"/>
                </a:cubicBezTo>
                <a:cubicBezTo>
                  <a:pt x="3019872" y="4545662"/>
                  <a:pt x="3043679" y="4578064"/>
                  <a:pt x="3029346" y="4595334"/>
                </a:cubicBezTo>
                <a:cubicBezTo>
                  <a:pt x="3016067" y="4611334"/>
                  <a:pt x="3007125" y="4613675"/>
                  <a:pt x="2997199" y="4603750"/>
                </a:cubicBezTo>
                <a:close/>
                <a:moveTo>
                  <a:pt x="3233550" y="4600272"/>
                </a:moveTo>
                <a:cubicBezTo>
                  <a:pt x="3229851" y="4594287"/>
                  <a:pt x="3231306" y="4584908"/>
                  <a:pt x="3236784" y="4579430"/>
                </a:cubicBezTo>
                <a:cubicBezTo>
                  <a:pt x="3249585" y="4566629"/>
                  <a:pt x="3279429" y="4577795"/>
                  <a:pt x="3274221" y="4593436"/>
                </a:cubicBezTo>
                <a:cubicBezTo>
                  <a:pt x="3268919" y="4609359"/>
                  <a:pt x="3241966" y="4613889"/>
                  <a:pt x="3233550" y="4600272"/>
                </a:cubicBezTo>
                <a:close/>
                <a:moveTo>
                  <a:pt x="1367699" y="4585100"/>
                </a:moveTo>
                <a:cubicBezTo>
                  <a:pt x="1359620" y="4564046"/>
                  <a:pt x="1384082" y="4538866"/>
                  <a:pt x="1404866" y="4546842"/>
                </a:cubicBezTo>
                <a:cubicBezTo>
                  <a:pt x="1414535" y="4550552"/>
                  <a:pt x="1419390" y="4561109"/>
                  <a:pt x="1417511" y="4574338"/>
                </a:cubicBezTo>
                <a:cubicBezTo>
                  <a:pt x="1413713" y="4601085"/>
                  <a:pt x="1376887" y="4609041"/>
                  <a:pt x="1367699" y="4585100"/>
                </a:cubicBezTo>
                <a:close/>
                <a:moveTo>
                  <a:pt x="2383695" y="4579143"/>
                </a:moveTo>
                <a:cubicBezTo>
                  <a:pt x="2357076" y="4545472"/>
                  <a:pt x="2367844" y="4505325"/>
                  <a:pt x="2403492" y="4505325"/>
                </a:cubicBezTo>
                <a:cubicBezTo>
                  <a:pt x="2430476" y="4505325"/>
                  <a:pt x="2447925" y="4522156"/>
                  <a:pt x="2447925" y="4548187"/>
                </a:cubicBezTo>
                <a:cubicBezTo>
                  <a:pt x="2447925" y="4585301"/>
                  <a:pt x="2404940" y="4606018"/>
                  <a:pt x="2383695" y="4579143"/>
                </a:cubicBezTo>
                <a:close/>
                <a:moveTo>
                  <a:pt x="4082142" y="4566557"/>
                </a:moveTo>
                <a:cubicBezTo>
                  <a:pt x="4064378" y="4548792"/>
                  <a:pt x="4062576" y="4513733"/>
                  <a:pt x="4078605" y="4497705"/>
                </a:cubicBezTo>
                <a:cubicBezTo>
                  <a:pt x="4098789" y="4477520"/>
                  <a:pt x="4141538" y="4484142"/>
                  <a:pt x="4158538" y="4510087"/>
                </a:cubicBezTo>
                <a:cubicBezTo>
                  <a:pt x="4189763" y="4557743"/>
                  <a:pt x="4122815" y="4607230"/>
                  <a:pt x="4082142" y="4566557"/>
                </a:cubicBezTo>
                <a:close/>
                <a:moveTo>
                  <a:pt x="2809120" y="4547278"/>
                </a:moveTo>
                <a:cubicBezTo>
                  <a:pt x="2798616" y="4534621"/>
                  <a:pt x="2798819" y="4527984"/>
                  <a:pt x="2810335" y="4507561"/>
                </a:cubicBezTo>
                <a:cubicBezTo>
                  <a:pt x="2828604" y="4475162"/>
                  <a:pt x="2840515" y="4472418"/>
                  <a:pt x="2867621" y="4494367"/>
                </a:cubicBezTo>
                <a:cubicBezTo>
                  <a:pt x="2887551" y="4510505"/>
                  <a:pt x="2888840" y="4515490"/>
                  <a:pt x="2878792" y="4537543"/>
                </a:cubicBezTo>
                <a:cubicBezTo>
                  <a:pt x="2865680" y="4566321"/>
                  <a:pt x="2829159" y="4571424"/>
                  <a:pt x="2809120" y="4547278"/>
                </a:cubicBezTo>
                <a:close/>
                <a:moveTo>
                  <a:pt x="1244600" y="4527550"/>
                </a:moveTo>
                <a:cubicBezTo>
                  <a:pt x="1233694" y="4516644"/>
                  <a:pt x="1237661" y="4478542"/>
                  <a:pt x="1250156" y="4474184"/>
                </a:cubicBezTo>
                <a:cubicBezTo>
                  <a:pt x="1282937" y="4462749"/>
                  <a:pt x="1303208" y="4515685"/>
                  <a:pt x="1270808" y="4528118"/>
                </a:cubicBezTo>
                <a:cubicBezTo>
                  <a:pt x="1252152" y="4535277"/>
                  <a:pt x="1252331" y="4535281"/>
                  <a:pt x="1244600" y="4527550"/>
                </a:cubicBezTo>
                <a:close/>
                <a:moveTo>
                  <a:pt x="3308889" y="4520316"/>
                </a:moveTo>
                <a:cubicBezTo>
                  <a:pt x="3300223" y="4497733"/>
                  <a:pt x="3312485" y="4474926"/>
                  <a:pt x="3331339" y="4478557"/>
                </a:cubicBezTo>
                <a:cubicBezTo>
                  <a:pt x="3341884" y="4480588"/>
                  <a:pt x="3348037" y="4490452"/>
                  <a:pt x="3348037" y="4505325"/>
                </a:cubicBezTo>
                <a:cubicBezTo>
                  <a:pt x="3348037" y="4532477"/>
                  <a:pt x="3317973" y="4543989"/>
                  <a:pt x="3308889" y="4520316"/>
                </a:cubicBezTo>
                <a:close/>
                <a:moveTo>
                  <a:pt x="1956282" y="4510643"/>
                </a:moveTo>
                <a:cubicBezTo>
                  <a:pt x="1946137" y="4484204"/>
                  <a:pt x="1956971" y="4462462"/>
                  <a:pt x="1980292" y="4462462"/>
                </a:cubicBezTo>
                <a:cubicBezTo>
                  <a:pt x="2010338" y="4462462"/>
                  <a:pt x="2027358" y="4488900"/>
                  <a:pt x="2010437" y="4509289"/>
                </a:cubicBezTo>
                <a:cubicBezTo>
                  <a:pt x="1994800" y="4528130"/>
                  <a:pt x="1963295" y="4528918"/>
                  <a:pt x="1956282" y="4510643"/>
                </a:cubicBezTo>
                <a:close/>
                <a:moveTo>
                  <a:pt x="3111499" y="4518025"/>
                </a:moveTo>
                <a:cubicBezTo>
                  <a:pt x="3100857" y="4507382"/>
                  <a:pt x="3104403" y="4479702"/>
                  <a:pt x="3117837" y="4468552"/>
                </a:cubicBezTo>
                <a:cubicBezTo>
                  <a:pt x="3137615" y="4452138"/>
                  <a:pt x="3166433" y="4477296"/>
                  <a:pt x="3158062" y="4503669"/>
                </a:cubicBezTo>
                <a:cubicBezTo>
                  <a:pt x="3151809" y="4523371"/>
                  <a:pt x="3125085" y="4531610"/>
                  <a:pt x="3111499" y="4518025"/>
                </a:cubicBezTo>
                <a:close/>
                <a:moveTo>
                  <a:pt x="4273473" y="4510591"/>
                </a:moveTo>
                <a:cubicBezTo>
                  <a:pt x="4264323" y="4486746"/>
                  <a:pt x="4277301" y="4465954"/>
                  <a:pt x="4299368" y="4469102"/>
                </a:cubicBezTo>
                <a:cubicBezTo>
                  <a:pt x="4313816" y="4471164"/>
                  <a:pt x="4319587" y="4478784"/>
                  <a:pt x="4319587" y="4495800"/>
                </a:cubicBezTo>
                <a:cubicBezTo>
                  <a:pt x="4319587" y="4523552"/>
                  <a:pt x="4282956" y="4535302"/>
                  <a:pt x="4273473" y="4510591"/>
                </a:cubicBezTo>
                <a:close/>
                <a:moveTo>
                  <a:pt x="2177142" y="4480832"/>
                </a:moveTo>
                <a:cubicBezTo>
                  <a:pt x="2139986" y="4443675"/>
                  <a:pt x="2183237" y="4376139"/>
                  <a:pt x="2228631" y="4400433"/>
                </a:cubicBezTo>
                <a:cubicBezTo>
                  <a:pt x="2260865" y="4417684"/>
                  <a:pt x="2270502" y="4446096"/>
                  <a:pt x="2253119" y="4472626"/>
                </a:cubicBezTo>
                <a:cubicBezTo>
                  <a:pt x="2235590" y="4499379"/>
                  <a:pt x="2199579" y="4503269"/>
                  <a:pt x="2177142" y="4480832"/>
                </a:cubicBezTo>
                <a:close/>
                <a:moveTo>
                  <a:pt x="2676625" y="4481633"/>
                </a:moveTo>
                <a:cubicBezTo>
                  <a:pt x="2662647" y="4464791"/>
                  <a:pt x="2670384" y="4438650"/>
                  <a:pt x="2689347" y="4438650"/>
                </a:cubicBezTo>
                <a:cubicBezTo>
                  <a:pt x="2712826" y="4438650"/>
                  <a:pt x="2728350" y="4464974"/>
                  <a:pt x="2714625" y="4481512"/>
                </a:cubicBezTo>
                <a:cubicBezTo>
                  <a:pt x="2699717" y="4499475"/>
                  <a:pt x="2691454" y="4499501"/>
                  <a:pt x="2676625" y="4481633"/>
                </a:cubicBezTo>
                <a:close/>
                <a:moveTo>
                  <a:pt x="2524225" y="4472108"/>
                </a:moveTo>
                <a:cubicBezTo>
                  <a:pt x="2500642" y="4443692"/>
                  <a:pt x="2533744" y="4413979"/>
                  <a:pt x="2559874" y="4440109"/>
                </a:cubicBezTo>
                <a:cubicBezTo>
                  <a:pt x="2567431" y="4447666"/>
                  <a:pt x="2567921" y="4456581"/>
                  <a:pt x="2561444" y="4468684"/>
                </a:cubicBezTo>
                <a:cubicBezTo>
                  <a:pt x="2550050" y="4489972"/>
                  <a:pt x="2539831" y="4490913"/>
                  <a:pt x="2524225" y="4472108"/>
                </a:cubicBezTo>
                <a:close/>
                <a:moveTo>
                  <a:pt x="3463924" y="4470400"/>
                </a:moveTo>
                <a:cubicBezTo>
                  <a:pt x="3450146" y="4456621"/>
                  <a:pt x="3458446" y="4419803"/>
                  <a:pt x="3477647" y="4409527"/>
                </a:cubicBezTo>
                <a:cubicBezTo>
                  <a:pt x="3510517" y="4391936"/>
                  <a:pt x="3520782" y="4412915"/>
                  <a:pt x="3496197" y="4447441"/>
                </a:cubicBezTo>
                <a:cubicBezTo>
                  <a:pt x="3473400" y="4479456"/>
                  <a:pt x="3473155" y="4479630"/>
                  <a:pt x="3463924" y="4470400"/>
                </a:cubicBezTo>
                <a:close/>
                <a:moveTo>
                  <a:pt x="1386567" y="4452257"/>
                </a:moveTo>
                <a:cubicBezTo>
                  <a:pt x="1367118" y="4432808"/>
                  <a:pt x="1367632" y="4416528"/>
                  <a:pt x="1388268" y="4398318"/>
                </a:cubicBezTo>
                <a:cubicBezTo>
                  <a:pt x="1411488" y="4377829"/>
                  <a:pt x="1447800" y="4392366"/>
                  <a:pt x="1447800" y="4422150"/>
                </a:cubicBezTo>
                <a:cubicBezTo>
                  <a:pt x="1447800" y="4463377"/>
                  <a:pt x="1414205" y="4479895"/>
                  <a:pt x="1386567" y="4452257"/>
                </a:cubicBezTo>
                <a:close/>
                <a:moveTo>
                  <a:pt x="4407693" y="4450915"/>
                </a:moveTo>
                <a:cubicBezTo>
                  <a:pt x="4387175" y="4428108"/>
                  <a:pt x="4386409" y="4406713"/>
                  <a:pt x="4405542" y="4390833"/>
                </a:cubicBezTo>
                <a:cubicBezTo>
                  <a:pt x="4425812" y="4374011"/>
                  <a:pt x="4430781" y="4382767"/>
                  <a:pt x="4427339" y="4429243"/>
                </a:cubicBezTo>
                <a:cubicBezTo>
                  <a:pt x="4424447" y="4468301"/>
                  <a:pt x="4423888" y="4468917"/>
                  <a:pt x="4407693" y="4450915"/>
                </a:cubicBezTo>
                <a:close/>
                <a:moveTo>
                  <a:pt x="1806575" y="4441825"/>
                </a:moveTo>
                <a:cubicBezTo>
                  <a:pt x="1796574" y="4431824"/>
                  <a:pt x="1799161" y="4402331"/>
                  <a:pt x="1810664" y="4395222"/>
                </a:cubicBezTo>
                <a:cubicBezTo>
                  <a:pt x="1829247" y="4383737"/>
                  <a:pt x="1853054" y="4416139"/>
                  <a:pt x="1838721" y="4433409"/>
                </a:cubicBezTo>
                <a:cubicBezTo>
                  <a:pt x="1825442" y="4449409"/>
                  <a:pt x="1816500" y="4451750"/>
                  <a:pt x="1806575" y="4441825"/>
                </a:cubicBezTo>
                <a:close/>
                <a:moveTo>
                  <a:pt x="1124559" y="4425096"/>
                </a:moveTo>
                <a:cubicBezTo>
                  <a:pt x="1109773" y="4407280"/>
                  <a:pt x="1119155" y="4391025"/>
                  <a:pt x="1144224" y="4391025"/>
                </a:cubicBezTo>
                <a:cubicBezTo>
                  <a:pt x="1158463" y="4391025"/>
                  <a:pt x="1162594" y="4396329"/>
                  <a:pt x="1160331" y="4411710"/>
                </a:cubicBezTo>
                <a:cubicBezTo>
                  <a:pt x="1156527" y="4437558"/>
                  <a:pt x="1140026" y="4443733"/>
                  <a:pt x="1124559" y="4425096"/>
                </a:cubicBezTo>
                <a:close/>
                <a:moveTo>
                  <a:pt x="2959537" y="4432737"/>
                </a:moveTo>
                <a:cubicBezTo>
                  <a:pt x="2934324" y="4407524"/>
                  <a:pt x="2969458" y="4350300"/>
                  <a:pt x="2998792" y="4368802"/>
                </a:cubicBezTo>
                <a:cubicBezTo>
                  <a:pt x="3025350" y="4385555"/>
                  <a:pt x="3019513" y="4433321"/>
                  <a:pt x="2990493" y="4436706"/>
                </a:cubicBezTo>
                <a:cubicBezTo>
                  <a:pt x="2977200" y="4438256"/>
                  <a:pt x="2963270" y="4436470"/>
                  <a:pt x="2959537" y="4432737"/>
                </a:cubicBezTo>
                <a:close/>
                <a:moveTo>
                  <a:pt x="3259820" y="4399010"/>
                </a:moveTo>
                <a:cubicBezTo>
                  <a:pt x="3233916" y="4373106"/>
                  <a:pt x="3257016" y="4328706"/>
                  <a:pt x="3292811" y="4335600"/>
                </a:cubicBezTo>
                <a:cubicBezTo>
                  <a:pt x="3318826" y="4340610"/>
                  <a:pt x="3317037" y="4404294"/>
                  <a:pt x="3290776" y="4408058"/>
                </a:cubicBezTo>
                <a:cubicBezTo>
                  <a:pt x="3280237" y="4409569"/>
                  <a:pt x="3266307" y="4405497"/>
                  <a:pt x="3259820" y="4399010"/>
                </a:cubicBezTo>
                <a:close/>
                <a:moveTo>
                  <a:pt x="3995684" y="4390939"/>
                </a:moveTo>
                <a:cubicBezTo>
                  <a:pt x="3985438" y="4374360"/>
                  <a:pt x="4000980" y="4343400"/>
                  <a:pt x="4019550" y="4343400"/>
                </a:cubicBezTo>
                <a:cubicBezTo>
                  <a:pt x="4038119" y="4343400"/>
                  <a:pt x="4053661" y="4374360"/>
                  <a:pt x="4043415" y="4390939"/>
                </a:cubicBezTo>
                <a:cubicBezTo>
                  <a:pt x="4040148" y="4396225"/>
                  <a:pt x="4029409" y="4400550"/>
                  <a:pt x="4019550" y="4400550"/>
                </a:cubicBezTo>
                <a:cubicBezTo>
                  <a:pt x="4009690" y="4400550"/>
                  <a:pt x="3998951" y="4396225"/>
                  <a:pt x="3995684" y="4390939"/>
                </a:cubicBezTo>
                <a:close/>
                <a:moveTo>
                  <a:pt x="4156344" y="4386262"/>
                </a:moveTo>
                <a:cubicBezTo>
                  <a:pt x="4148798" y="4366598"/>
                  <a:pt x="4159029" y="4343400"/>
                  <a:pt x="4175247" y="4343400"/>
                </a:cubicBezTo>
                <a:cubicBezTo>
                  <a:pt x="4194744" y="4343400"/>
                  <a:pt x="4211332" y="4367075"/>
                  <a:pt x="4204432" y="4385055"/>
                </a:cubicBezTo>
                <a:cubicBezTo>
                  <a:pt x="4196965" y="4404514"/>
                  <a:pt x="4163669" y="4405350"/>
                  <a:pt x="4156344" y="4386262"/>
                </a:cubicBezTo>
                <a:close/>
                <a:moveTo>
                  <a:pt x="2397125" y="4384675"/>
                </a:moveTo>
                <a:cubicBezTo>
                  <a:pt x="2385468" y="4373018"/>
                  <a:pt x="2390593" y="4342871"/>
                  <a:pt x="2405183" y="4337272"/>
                </a:cubicBezTo>
                <a:cubicBezTo>
                  <a:pt x="2428262" y="4328416"/>
                  <a:pt x="2449370" y="4351476"/>
                  <a:pt x="2437864" y="4372975"/>
                </a:cubicBezTo>
                <a:cubicBezTo>
                  <a:pt x="2428182" y="4391066"/>
                  <a:pt x="2409019" y="4396569"/>
                  <a:pt x="2397125" y="4384675"/>
                </a:cubicBezTo>
                <a:close/>
                <a:moveTo>
                  <a:pt x="2040255" y="4370070"/>
                </a:moveTo>
                <a:cubicBezTo>
                  <a:pt x="2015067" y="4344882"/>
                  <a:pt x="2038378" y="4298598"/>
                  <a:pt x="2070117" y="4310778"/>
                </a:cubicBezTo>
                <a:cubicBezTo>
                  <a:pt x="2090824" y="4318723"/>
                  <a:pt x="2099562" y="4350841"/>
                  <a:pt x="2085595" y="4367669"/>
                </a:cubicBezTo>
                <a:cubicBezTo>
                  <a:pt x="2071637" y="4384488"/>
                  <a:pt x="2055526" y="4385341"/>
                  <a:pt x="2040255" y="4370070"/>
                </a:cubicBezTo>
                <a:close/>
                <a:moveTo>
                  <a:pt x="1288256" y="4356100"/>
                </a:moveTo>
                <a:cubicBezTo>
                  <a:pt x="1270737" y="4349092"/>
                  <a:pt x="1273761" y="4308331"/>
                  <a:pt x="1292328" y="4301206"/>
                </a:cubicBezTo>
                <a:cubicBezTo>
                  <a:pt x="1315661" y="4292252"/>
                  <a:pt x="1340820" y="4320140"/>
                  <a:pt x="1327895" y="4340630"/>
                </a:cubicBezTo>
                <a:cubicBezTo>
                  <a:pt x="1316500" y="4358695"/>
                  <a:pt x="1305488" y="4362992"/>
                  <a:pt x="1288256" y="4356100"/>
                </a:cubicBezTo>
                <a:close/>
                <a:moveTo>
                  <a:pt x="1909249" y="4352095"/>
                </a:moveTo>
                <a:cubicBezTo>
                  <a:pt x="1900937" y="4338645"/>
                  <a:pt x="1919295" y="4320287"/>
                  <a:pt x="1932745" y="4328599"/>
                </a:cubicBezTo>
                <a:cubicBezTo>
                  <a:pt x="1938440" y="4332119"/>
                  <a:pt x="1943100" y="4341175"/>
                  <a:pt x="1943100" y="4348724"/>
                </a:cubicBezTo>
                <a:cubicBezTo>
                  <a:pt x="1943100" y="4364761"/>
                  <a:pt x="1918586" y="4367201"/>
                  <a:pt x="1909249" y="4352095"/>
                </a:cubicBezTo>
                <a:close/>
                <a:moveTo>
                  <a:pt x="2573655" y="4341495"/>
                </a:moveTo>
                <a:cubicBezTo>
                  <a:pt x="2558440" y="4326280"/>
                  <a:pt x="2559080" y="4281667"/>
                  <a:pt x="2574699" y="4268705"/>
                </a:cubicBezTo>
                <a:cubicBezTo>
                  <a:pt x="2597187" y="4250041"/>
                  <a:pt x="2642758" y="4269564"/>
                  <a:pt x="2646257" y="4299361"/>
                </a:cubicBezTo>
                <a:cubicBezTo>
                  <a:pt x="2651565" y="4344573"/>
                  <a:pt x="2604213" y="4372053"/>
                  <a:pt x="2573655" y="4341495"/>
                </a:cubicBezTo>
                <a:close/>
                <a:moveTo>
                  <a:pt x="2759476" y="4346976"/>
                </a:moveTo>
                <a:cubicBezTo>
                  <a:pt x="2747997" y="4335497"/>
                  <a:pt x="2752011" y="4308224"/>
                  <a:pt x="2767012" y="4295775"/>
                </a:cubicBezTo>
                <a:cubicBezTo>
                  <a:pt x="2786114" y="4279921"/>
                  <a:pt x="2811933" y="4300419"/>
                  <a:pt x="2807953" y="4328279"/>
                </a:cubicBezTo>
                <a:cubicBezTo>
                  <a:pt x="2805136" y="4347993"/>
                  <a:pt x="2772919" y="4360419"/>
                  <a:pt x="2759476" y="4346976"/>
                </a:cubicBezTo>
                <a:close/>
                <a:moveTo>
                  <a:pt x="3092455" y="4333258"/>
                </a:moveTo>
                <a:cubicBezTo>
                  <a:pt x="3059740" y="4286552"/>
                  <a:pt x="3108034" y="4241914"/>
                  <a:pt x="3149591" y="4280448"/>
                </a:cubicBezTo>
                <a:cubicBezTo>
                  <a:pt x="3174124" y="4303196"/>
                  <a:pt x="3174413" y="4304693"/>
                  <a:pt x="3158862" y="4328426"/>
                </a:cubicBezTo>
                <a:cubicBezTo>
                  <a:pt x="3139500" y="4357976"/>
                  <a:pt x="3111210" y="4360035"/>
                  <a:pt x="3092455" y="4333258"/>
                </a:cubicBezTo>
                <a:close/>
                <a:moveTo>
                  <a:pt x="3425123" y="4318462"/>
                </a:moveTo>
                <a:cubicBezTo>
                  <a:pt x="3421673" y="4309471"/>
                  <a:pt x="3422989" y="4297975"/>
                  <a:pt x="3428047" y="4292917"/>
                </a:cubicBezTo>
                <a:cubicBezTo>
                  <a:pt x="3441811" y="4279153"/>
                  <a:pt x="3468976" y="4293286"/>
                  <a:pt x="3465313" y="4312305"/>
                </a:cubicBezTo>
                <a:cubicBezTo>
                  <a:pt x="3461020" y="4334594"/>
                  <a:pt x="3432963" y="4338892"/>
                  <a:pt x="3425123" y="4318462"/>
                </a:cubicBezTo>
                <a:close/>
                <a:moveTo>
                  <a:pt x="1111138" y="4306931"/>
                </a:moveTo>
                <a:cubicBezTo>
                  <a:pt x="1090413" y="4284029"/>
                  <a:pt x="1091217" y="4264389"/>
                  <a:pt x="1113716" y="4244028"/>
                </a:cubicBezTo>
                <a:cubicBezTo>
                  <a:pt x="1137831" y="4222205"/>
                  <a:pt x="1162779" y="4227978"/>
                  <a:pt x="1180456" y="4259472"/>
                </a:cubicBezTo>
                <a:cubicBezTo>
                  <a:pt x="1206458" y="4305797"/>
                  <a:pt x="1146971" y="4346525"/>
                  <a:pt x="1111138" y="4306931"/>
                </a:cubicBezTo>
                <a:close/>
                <a:moveTo>
                  <a:pt x="2259806" y="4318000"/>
                </a:moveTo>
                <a:cubicBezTo>
                  <a:pt x="2244102" y="4311718"/>
                  <a:pt x="2244575" y="4281816"/>
                  <a:pt x="2260587" y="4268527"/>
                </a:cubicBezTo>
                <a:cubicBezTo>
                  <a:pt x="2280587" y="4251929"/>
                  <a:pt x="2313148" y="4279688"/>
                  <a:pt x="2299607" y="4301793"/>
                </a:cubicBezTo>
                <a:cubicBezTo>
                  <a:pt x="2288121" y="4320543"/>
                  <a:pt x="2277240" y="4324973"/>
                  <a:pt x="2259806" y="4318000"/>
                </a:cubicBezTo>
                <a:close/>
                <a:moveTo>
                  <a:pt x="4272824" y="4299350"/>
                </a:moveTo>
                <a:cubicBezTo>
                  <a:pt x="4264745" y="4278296"/>
                  <a:pt x="4289207" y="4253116"/>
                  <a:pt x="4309991" y="4261092"/>
                </a:cubicBezTo>
                <a:cubicBezTo>
                  <a:pt x="4319660" y="4264802"/>
                  <a:pt x="4324515" y="4275359"/>
                  <a:pt x="4322636" y="4288588"/>
                </a:cubicBezTo>
                <a:cubicBezTo>
                  <a:pt x="4318838" y="4315335"/>
                  <a:pt x="4282012" y="4323291"/>
                  <a:pt x="4272824" y="4299350"/>
                </a:cubicBezTo>
                <a:close/>
                <a:moveTo>
                  <a:pt x="1739641" y="4298691"/>
                </a:moveTo>
                <a:cubicBezTo>
                  <a:pt x="1728257" y="4287307"/>
                  <a:pt x="1733490" y="4267200"/>
                  <a:pt x="1747837" y="4267200"/>
                </a:cubicBezTo>
                <a:cubicBezTo>
                  <a:pt x="1755695" y="4267200"/>
                  <a:pt x="1762125" y="4273376"/>
                  <a:pt x="1762125" y="4280925"/>
                </a:cubicBezTo>
                <a:cubicBezTo>
                  <a:pt x="1762125" y="4296838"/>
                  <a:pt x="1748530" y="4307580"/>
                  <a:pt x="1739641" y="4298691"/>
                </a:cubicBezTo>
                <a:close/>
                <a:moveTo>
                  <a:pt x="2901949" y="4298950"/>
                </a:moveTo>
                <a:cubicBezTo>
                  <a:pt x="2890674" y="4287674"/>
                  <a:pt x="2895204" y="4259864"/>
                  <a:pt x="2909191" y="4254497"/>
                </a:cubicBezTo>
                <a:cubicBezTo>
                  <a:pt x="2926609" y="4247813"/>
                  <a:pt x="2947042" y="4272086"/>
                  <a:pt x="2939827" y="4290891"/>
                </a:cubicBezTo>
                <a:cubicBezTo>
                  <a:pt x="2934134" y="4305726"/>
                  <a:pt x="2913183" y="4310183"/>
                  <a:pt x="2901949" y="4298950"/>
                </a:cubicBezTo>
                <a:close/>
                <a:moveTo>
                  <a:pt x="4082465" y="4283399"/>
                </a:moveTo>
                <a:cubicBezTo>
                  <a:pt x="4071205" y="4275165"/>
                  <a:pt x="4066611" y="4261616"/>
                  <a:pt x="4068739" y="4242917"/>
                </a:cubicBezTo>
                <a:cubicBezTo>
                  <a:pt x="4071725" y="4216671"/>
                  <a:pt x="4074666" y="4214791"/>
                  <a:pt x="4113187" y="4214494"/>
                </a:cubicBezTo>
                <a:cubicBezTo>
                  <a:pt x="4155921" y="4214164"/>
                  <a:pt x="4173910" y="4229213"/>
                  <a:pt x="4164804" y="4257675"/>
                </a:cubicBezTo>
                <a:cubicBezTo>
                  <a:pt x="4153620" y="4292631"/>
                  <a:pt x="4112612" y="4305442"/>
                  <a:pt x="4082465" y="4283399"/>
                </a:cubicBezTo>
                <a:close/>
                <a:moveTo>
                  <a:pt x="1843767" y="4261757"/>
                </a:moveTo>
                <a:cubicBezTo>
                  <a:pt x="1826215" y="4244205"/>
                  <a:pt x="1825264" y="4234454"/>
                  <a:pt x="1838660" y="4209423"/>
                </a:cubicBezTo>
                <a:cubicBezTo>
                  <a:pt x="1855821" y="4177358"/>
                  <a:pt x="1914525" y="4196268"/>
                  <a:pt x="1914525" y="4233862"/>
                </a:cubicBezTo>
                <a:cubicBezTo>
                  <a:pt x="1914525" y="4250539"/>
                  <a:pt x="1888339" y="4276725"/>
                  <a:pt x="1871662" y="4276725"/>
                </a:cubicBezTo>
                <a:cubicBezTo>
                  <a:pt x="1864552" y="4276725"/>
                  <a:pt x="1852000" y="4269989"/>
                  <a:pt x="1843767" y="4261757"/>
                </a:cubicBezTo>
                <a:close/>
                <a:moveTo>
                  <a:pt x="3581064" y="4257048"/>
                </a:moveTo>
                <a:cubicBezTo>
                  <a:pt x="3556274" y="4210727"/>
                  <a:pt x="3600924" y="4173967"/>
                  <a:pt x="3643184" y="4205906"/>
                </a:cubicBezTo>
                <a:cubicBezTo>
                  <a:pt x="3660717" y="4219158"/>
                  <a:pt x="3661043" y="4222106"/>
                  <a:pt x="3647628" y="4246085"/>
                </a:cubicBezTo>
                <a:cubicBezTo>
                  <a:pt x="3628973" y="4279428"/>
                  <a:pt x="3595952" y="4284866"/>
                  <a:pt x="3581064" y="4257048"/>
                </a:cubicBezTo>
                <a:close/>
                <a:moveTo>
                  <a:pt x="2095500" y="4242593"/>
                </a:moveTo>
                <a:cubicBezTo>
                  <a:pt x="2095500" y="4225773"/>
                  <a:pt x="2116005" y="4228702"/>
                  <a:pt x="2121892" y="4246364"/>
                </a:cubicBezTo>
                <a:cubicBezTo>
                  <a:pt x="2123965" y="4252585"/>
                  <a:pt x="2118875" y="4257675"/>
                  <a:pt x="2110581" y="4257675"/>
                </a:cubicBezTo>
                <a:cubicBezTo>
                  <a:pt x="2102286" y="4257675"/>
                  <a:pt x="2095500" y="4250888"/>
                  <a:pt x="2095500" y="4242593"/>
                </a:cubicBezTo>
                <a:close/>
                <a:moveTo>
                  <a:pt x="1391029" y="4224795"/>
                </a:moveTo>
                <a:cubicBezTo>
                  <a:pt x="1365810" y="4194407"/>
                  <a:pt x="1403020" y="4146643"/>
                  <a:pt x="1432714" y="4171287"/>
                </a:cubicBezTo>
                <a:cubicBezTo>
                  <a:pt x="1452172" y="4187436"/>
                  <a:pt x="1452184" y="4225379"/>
                  <a:pt x="1432733" y="4232843"/>
                </a:cubicBezTo>
                <a:cubicBezTo>
                  <a:pt x="1410466" y="4241388"/>
                  <a:pt x="1403720" y="4240086"/>
                  <a:pt x="1391029" y="4224795"/>
                </a:cubicBezTo>
                <a:close/>
                <a:moveTo>
                  <a:pt x="2386653" y="4220283"/>
                </a:moveTo>
                <a:cubicBezTo>
                  <a:pt x="2367123" y="4198703"/>
                  <a:pt x="2369792" y="4173445"/>
                  <a:pt x="2393156" y="4158732"/>
                </a:cubicBezTo>
                <a:cubicBezTo>
                  <a:pt x="2430442" y="4135251"/>
                  <a:pt x="2468454" y="4200056"/>
                  <a:pt x="2432721" y="4226185"/>
                </a:cubicBezTo>
                <a:cubicBezTo>
                  <a:pt x="2410383" y="4242519"/>
                  <a:pt x="2406303" y="4241996"/>
                  <a:pt x="2386653" y="4220283"/>
                </a:cubicBezTo>
                <a:close/>
                <a:moveTo>
                  <a:pt x="3248404" y="4224795"/>
                </a:moveTo>
                <a:cubicBezTo>
                  <a:pt x="3230469" y="4203184"/>
                  <a:pt x="3240249" y="4176712"/>
                  <a:pt x="3266167" y="4176712"/>
                </a:cubicBezTo>
                <a:cubicBezTo>
                  <a:pt x="3296213" y="4176712"/>
                  <a:pt x="3313233" y="4203150"/>
                  <a:pt x="3296312" y="4223539"/>
                </a:cubicBezTo>
                <a:cubicBezTo>
                  <a:pt x="3280710" y="4242338"/>
                  <a:pt x="3263342" y="4242794"/>
                  <a:pt x="3248404" y="4224795"/>
                </a:cubicBezTo>
                <a:close/>
                <a:moveTo>
                  <a:pt x="4385805" y="4215451"/>
                </a:moveTo>
                <a:cubicBezTo>
                  <a:pt x="4373993" y="4197424"/>
                  <a:pt x="4372961" y="4187904"/>
                  <a:pt x="4381158" y="4172588"/>
                </a:cubicBezTo>
                <a:cubicBezTo>
                  <a:pt x="4400282" y="4136855"/>
                  <a:pt x="4419600" y="4148500"/>
                  <a:pt x="4419600" y="4195762"/>
                </a:cubicBezTo>
                <a:cubicBezTo>
                  <a:pt x="4419600" y="4243625"/>
                  <a:pt x="4408501" y="4250091"/>
                  <a:pt x="4385805" y="4215451"/>
                </a:cubicBezTo>
                <a:close/>
                <a:moveTo>
                  <a:pt x="1697831" y="4203700"/>
                </a:moveTo>
                <a:cubicBezTo>
                  <a:pt x="1680749" y="4196867"/>
                  <a:pt x="1683123" y="4153377"/>
                  <a:pt x="1700951" y="4146536"/>
                </a:cubicBezTo>
                <a:cubicBezTo>
                  <a:pt x="1723514" y="4137877"/>
                  <a:pt x="1750091" y="4168221"/>
                  <a:pt x="1737470" y="4188230"/>
                </a:cubicBezTo>
                <a:cubicBezTo>
                  <a:pt x="1726075" y="4206295"/>
                  <a:pt x="1715063" y="4210592"/>
                  <a:pt x="1697831" y="4203700"/>
                </a:cubicBezTo>
                <a:close/>
                <a:moveTo>
                  <a:pt x="1222900" y="4186905"/>
                </a:moveTo>
                <a:cubicBezTo>
                  <a:pt x="1213417" y="4162191"/>
                  <a:pt x="1226709" y="4141764"/>
                  <a:pt x="1250113" y="4145088"/>
                </a:cubicBezTo>
                <a:cubicBezTo>
                  <a:pt x="1265855" y="4147323"/>
                  <a:pt x="1271587" y="4154493"/>
                  <a:pt x="1271587" y="4171950"/>
                </a:cubicBezTo>
                <a:cubicBezTo>
                  <a:pt x="1271587" y="4200066"/>
                  <a:pt x="1232552" y="4212057"/>
                  <a:pt x="1222900" y="4186905"/>
                </a:cubicBezTo>
                <a:close/>
                <a:moveTo>
                  <a:pt x="2168854" y="4194504"/>
                </a:moveTo>
                <a:cubicBezTo>
                  <a:pt x="2156397" y="4182047"/>
                  <a:pt x="2162094" y="4142808"/>
                  <a:pt x="2177201" y="4137011"/>
                </a:cubicBezTo>
                <a:cubicBezTo>
                  <a:pt x="2200203" y="4128184"/>
                  <a:pt x="2226332" y="4158705"/>
                  <a:pt x="2213380" y="4179272"/>
                </a:cubicBezTo>
                <a:cubicBezTo>
                  <a:pt x="2202024" y="4197304"/>
                  <a:pt x="2179395" y="4205045"/>
                  <a:pt x="2168854" y="4194504"/>
                </a:cubicBezTo>
                <a:close/>
                <a:moveTo>
                  <a:pt x="2701924" y="4194175"/>
                </a:moveTo>
                <a:cubicBezTo>
                  <a:pt x="2698432" y="4190682"/>
                  <a:pt x="2695575" y="4177823"/>
                  <a:pt x="2695575" y="4165600"/>
                </a:cubicBezTo>
                <a:cubicBezTo>
                  <a:pt x="2695575" y="4138942"/>
                  <a:pt x="2737366" y="4133484"/>
                  <a:pt x="2747107" y="4158869"/>
                </a:cubicBezTo>
                <a:cubicBezTo>
                  <a:pt x="2757207" y="4185189"/>
                  <a:pt x="2721129" y="4213379"/>
                  <a:pt x="2701924" y="4194175"/>
                </a:cubicBezTo>
                <a:close/>
                <a:moveTo>
                  <a:pt x="3032664" y="4177416"/>
                </a:moveTo>
                <a:cubicBezTo>
                  <a:pt x="3023998" y="4154833"/>
                  <a:pt x="3036260" y="4132026"/>
                  <a:pt x="3055114" y="4135657"/>
                </a:cubicBezTo>
                <a:cubicBezTo>
                  <a:pt x="3065659" y="4137688"/>
                  <a:pt x="3071812" y="4147552"/>
                  <a:pt x="3071812" y="4162425"/>
                </a:cubicBezTo>
                <a:cubicBezTo>
                  <a:pt x="3071812" y="4189577"/>
                  <a:pt x="3041748" y="4201089"/>
                  <a:pt x="3032664" y="4177416"/>
                </a:cubicBezTo>
                <a:close/>
                <a:moveTo>
                  <a:pt x="3406791" y="4179062"/>
                </a:moveTo>
                <a:cubicBezTo>
                  <a:pt x="3382996" y="4161663"/>
                  <a:pt x="3380041" y="4097083"/>
                  <a:pt x="3402033" y="4075091"/>
                </a:cubicBezTo>
                <a:cubicBezTo>
                  <a:pt x="3434554" y="4042570"/>
                  <a:pt x="3468542" y="4062953"/>
                  <a:pt x="3481224" y="4122583"/>
                </a:cubicBezTo>
                <a:cubicBezTo>
                  <a:pt x="3492346" y="4174876"/>
                  <a:pt x="3447551" y="4208867"/>
                  <a:pt x="3406791" y="4179062"/>
                </a:cubicBezTo>
                <a:close/>
                <a:moveTo>
                  <a:pt x="1073348" y="4175323"/>
                </a:moveTo>
                <a:cubicBezTo>
                  <a:pt x="1060262" y="4162237"/>
                  <a:pt x="1067050" y="4142026"/>
                  <a:pt x="1083468" y="4145188"/>
                </a:cubicBezTo>
                <a:cubicBezTo>
                  <a:pt x="1092636" y="4146953"/>
                  <a:pt x="1100137" y="4154411"/>
                  <a:pt x="1100137" y="4161761"/>
                </a:cubicBezTo>
                <a:cubicBezTo>
                  <a:pt x="1100137" y="4176800"/>
                  <a:pt x="1083332" y="4185307"/>
                  <a:pt x="1073348" y="4175323"/>
                </a:cubicBezTo>
                <a:close/>
                <a:moveTo>
                  <a:pt x="2505580" y="4167796"/>
                </a:moveTo>
                <a:cubicBezTo>
                  <a:pt x="2492018" y="4151455"/>
                  <a:pt x="2507564" y="4114800"/>
                  <a:pt x="2528056" y="4114800"/>
                </a:cubicBezTo>
                <a:cubicBezTo>
                  <a:pt x="2548233" y="4114800"/>
                  <a:pt x="2564392" y="4140591"/>
                  <a:pt x="2557607" y="4161967"/>
                </a:cubicBezTo>
                <a:cubicBezTo>
                  <a:pt x="2550445" y="4184532"/>
                  <a:pt x="2522105" y="4187707"/>
                  <a:pt x="2505580" y="4167796"/>
                </a:cubicBezTo>
                <a:close/>
                <a:moveTo>
                  <a:pt x="2859405" y="4170045"/>
                </a:moveTo>
                <a:cubicBezTo>
                  <a:pt x="2829958" y="4140598"/>
                  <a:pt x="2854167" y="4076700"/>
                  <a:pt x="2894768" y="4076700"/>
                </a:cubicBezTo>
                <a:cubicBezTo>
                  <a:pt x="2923185" y="4076700"/>
                  <a:pt x="2957340" y="4105222"/>
                  <a:pt x="2937092" y="4112043"/>
                </a:cubicBezTo>
                <a:cubicBezTo>
                  <a:pt x="2931100" y="4114061"/>
                  <a:pt x="2928391" y="4124103"/>
                  <a:pt x="2931072" y="4134357"/>
                </a:cubicBezTo>
                <a:cubicBezTo>
                  <a:pt x="2940869" y="4171821"/>
                  <a:pt x="2887672" y="4198312"/>
                  <a:pt x="2859405" y="4170045"/>
                </a:cubicBezTo>
                <a:close/>
                <a:moveTo>
                  <a:pt x="1972345" y="4144627"/>
                </a:moveTo>
                <a:cubicBezTo>
                  <a:pt x="1960854" y="4123155"/>
                  <a:pt x="1967624" y="4114800"/>
                  <a:pt x="1996512" y="4114800"/>
                </a:cubicBezTo>
                <a:cubicBezTo>
                  <a:pt x="2023663" y="4114800"/>
                  <a:pt x="2034028" y="4130391"/>
                  <a:pt x="2018953" y="4148554"/>
                </a:cubicBezTo>
                <a:cubicBezTo>
                  <a:pt x="2003164" y="4167579"/>
                  <a:pt x="1983753" y="4165943"/>
                  <a:pt x="1972345" y="4144627"/>
                </a:cubicBezTo>
                <a:close/>
                <a:moveTo>
                  <a:pt x="4217193" y="4151887"/>
                </a:moveTo>
                <a:cubicBezTo>
                  <a:pt x="4208025" y="4146684"/>
                  <a:pt x="4200525" y="4136670"/>
                  <a:pt x="4200525" y="4129633"/>
                </a:cubicBezTo>
                <a:cubicBezTo>
                  <a:pt x="4200525" y="4109629"/>
                  <a:pt x="4230771" y="4102864"/>
                  <a:pt x="4247119" y="4119212"/>
                </a:cubicBezTo>
                <a:cubicBezTo>
                  <a:pt x="4267470" y="4139563"/>
                  <a:pt x="4242849" y="4166446"/>
                  <a:pt x="4217193" y="4151887"/>
                </a:cubicBezTo>
                <a:close/>
                <a:moveTo>
                  <a:pt x="1577177" y="4135128"/>
                </a:moveTo>
                <a:cubicBezTo>
                  <a:pt x="1573074" y="4128489"/>
                  <a:pt x="1572289" y="4120485"/>
                  <a:pt x="1575433" y="4117341"/>
                </a:cubicBezTo>
                <a:cubicBezTo>
                  <a:pt x="1583958" y="4108816"/>
                  <a:pt x="1593252" y="4121354"/>
                  <a:pt x="1588648" y="4135166"/>
                </a:cubicBezTo>
                <a:cubicBezTo>
                  <a:pt x="1585422" y="4144845"/>
                  <a:pt x="1583178" y="4144838"/>
                  <a:pt x="1577177" y="4135128"/>
                </a:cubicBezTo>
                <a:close/>
                <a:moveTo>
                  <a:pt x="4048125" y="4129087"/>
                </a:moveTo>
                <a:cubicBezTo>
                  <a:pt x="4048125" y="4120197"/>
                  <a:pt x="4039129" y="4114800"/>
                  <a:pt x="4024312" y="4114800"/>
                </a:cubicBezTo>
                <a:cubicBezTo>
                  <a:pt x="3997502" y="4114800"/>
                  <a:pt x="3992267" y="4098311"/>
                  <a:pt x="4016164" y="4089140"/>
                </a:cubicBezTo>
                <a:cubicBezTo>
                  <a:pt x="4025443" y="4085580"/>
                  <a:pt x="4036549" y="4089584"/>
                  <a:pt x="4043408" y="4098964"/>
                </a:cubicBezTo>
                <a:cubicBezTo>
                  <a:pt x="4049777" y="4107674"/>
                  <a:pt x="4064024" y="4114800"/>
                  <a:pt x="4075069" y="4114800"/>
                </a:cubicBezTo>
                <a:cubicBezTo>
                  <a:pt x="4089007" y="4114800"/>
                  <a:pt x="4093474" y="4119171"/>
                  <a:pt x="4089669" y="4129087"/>
                </a:cubicBezTo>
                <a:cubicBezTo>
                  <a:pt x="4086654" y="4136945"/>
                  <a:pt x="4076072" y="4143375"/>
                  <a:pt x="4066155" y="4143375"/>
                </a:cubicBezTo>
                <a:cubicBezTo>
                  <a:pt x="4056238" y="4143375"/>
                  <a:pt x="4048125" y="4136945"/>
                  <a:pt x="4048125" y="4129087"/>
                </a:cubicBezTo>
                <a:close/>
                <a:moveTo>
                  <a:pt x="1268807" y="4099210"/>
                </a:moveTo>
                <a:cubicBezTo>
                  <a:pt x="1277382" y="4090635"/>
                  <a:pt x="1291159" y="4086214"/>
                  <a:pt x="1299423" y="4089386"/>
                </a:cubicBezTo>
                <a:cubicBezTo>
                  <a:pt x="1325316" y="4099321"/>
                  <a:pt x="1315821" y="4114800"/>
                  <a:pt x="1283833" y="4114800"/>
                </a:cubicBezTo>
                <a:cubicBezTo>
                  <a:pt x="1255482" y="4114800"/>
                  <a:pt x="1254371" y="4113646"/>
                  <a:pt x="1268807" y="4099210"/>
                </a:cubicBezTo>
                <a:close/>
                <a:moveTo>
                  <a:pt x="1685925" y="4096085"/>
                </a:moveTo>
                <a:cubicBezTo>
                  <a:pt x="1685925" y="4057113"/>
                  <a:pt x="1742815" y="4050145"/>
                  <a:pt x="1762389" y="4086719"/>
                </a:cubicBezTo>
                <a:cubicBezTo>
                  <a:pt x="1776586" y="4113246"/>
                  <a:pt x="1774726" y="4114800"/>
                  <a:pt x="1728787" y="4114800"/>
                </a:cubicBezTo>
                <a:cubicBezTo>
                  <a:pt x="1692530" y="4114800"/>
                  <a:pt x="1685925" y="4111915"/>
                  <a:pt x="1685925" y="4096085"/>
                </a:cubicBezTo>
                <a:close/>
                <a:moveTo>
                  <a:pt x="2066925" y="4096085"/>
                </a:moveTo>
                <a:cubicBezTo>
                  <a:pt x="2066925" y="4057113"/>
                  <a:pt x="2123815" y="4050145"/>
                  <a:pt x="2143389" y="4086719"/>
                </a:cubicBezTo>
                <a:cubicBezTo>
                  <a:pt x="2157586" y="4113246"/>
                  <a:pt x="2155726" y="4114800"/>
                  <a:pt x="2109787" y="4114800"/>
                </a:cubicBezTo>
                <a:cubicBezTo>
                  <a:pt x="2073530" y="4114800"/>
                  <a:pt x="2066925" y="4111915"/>
                  <a:pt x="2066925" y="4096085"/>
                </a:cubicBezTo>
                <a:close/>
                <a:moveTo>
                  <a:pt x="3107531" y="4102893"/>
                </a:moveTo>
                <a:cubicBezTo>
                  <a:pt x="3109714" y="4096345"/>
                  <a:pt x="3121501" y="4090987"/>
                  <a:pt x="3133725" y="4090987"/>
                </a:cubicBezTo>
                <a:cubicBezTo>
                  <a:pt x="3145948" y="4090987"/>
                  <a:pt x="3157735" y="4096345"/>
                  <a:pt x="3159918" y="4102893"/>
                </a:cubicBezTo>
                <a:cubicBezTo>
                  <a:pt x="3162536" y="4110747"/>
                  <a:pt x="3153621" y="4114800"/>
                  <a:pt x="3133725" y="4114800"/>
                </a:cubicBezTo>
                <a:cubicBezTo>
                  <a:pt x="3113828" y="4114800"/>
                  <a:pt x="3104913" y="4110747"/>
                  <a:pt x="3107531" y="4102893"/>
                </a:cubicBezTo>
                <a:close/>
                <a:moveTo>
                  <a:pt x="4147089" y="4082166"/>
                </a:moveTo>
                <a:cubicBezTo>
                  <a:pt x="4138423" y="4059583"/>
                  <a:pt x="4150685" y="4036776"/>
                  <a:pt x="4169539" y="4040407"/>
                </a:cubicBezTo>
                <a:cubicBezTo>
                  <a:pt x="4180084" y="4042438"/>
                  <a:pt x="4186237" y="4052302"/>
                  <a:pt x="4186237" y="4067175"/>
                </a:cubicBezTo>
                <a:cubicBezTo>
                  <a:pt x="4186237" y="4094327"/>
                  <a:pt x="4156173" y="4105839"/>
                  <a:pt x="4147089" y="4082166"/>
                </a:cubicBezTo>
                <a:close/>
                <a:moveTo>
                  <a:pt x="2578893" y="4075937"/>
                </a:moveTo>
                <a:cubicBezTo>
                  <a:pt x="2551294" y="4059861"/>
                  <a:pt x="2559056" y="4009347"/>
                  <a:pt x="2590800" y="3998452"/>
                </a:cubicBezTo>
                <a:cubicBezTo>
                  <a:pt x="2632851" y="3984020"/>
                  <a:pt x="2659532" y="4055208"/>
                  <a:pt x="2620001" y="4076364"/>
                </a:cubicBezTo>
                <a:cubicBezTo>
                  <a:pt x="2598074" y="4088099"/>
                  <a:pt x="2599806" y="4088117"/>
                  <a:pt x="2578893" y="4075937"/>
                </a:cubicBezTo>
                <a:close/>
                <a:moveTo>
                  <a:pt x="1432369" y="4062868"/>
                </a:moveTo>
                <a:cubicBezTo>
                  <a:pt x="1425585" y="4045190"/>
                  <a:pt x="1435483" y="4029075"/>
                  <a:pt x="1453124" y="4029075"/>
                </a:cubicBezTo>
                <a:cubicBezTo>
                  <a:pt x="1461415" y="4029075"/>
                  <a:pt x="1466850" y="4038504"/>
                  <a:pt x="1466850" y="4052887"/>
                </a:cubicBezTo>
                <a:cubicBezTo>
                  <a:pt x="1466850" y="4079059"/>
                  <a:pt x="1441408" y="4086424"/>
                  <a:pt x="1432369" y="4062868"/>
                </a:cubicBezTo>
                <a:close/>
                <a:moveTo>
                  <a:pt x="1135380" y="4055745"/>
                </a:moveTo>
                <a:cubicBezTo>
                  <a:pt x="1103126" y="4023491"/>
                  <a:pt x="1135864" y="3970801"/>
                  <a:pt x="1176619" y="3989370"/>
                </a:cubicBezTo>
                <a:cubicBezTo>
                  <a:pt x="1214815" y="4006773"/>
                  <a:pt x="1203505" y="4067175"/>
                  <a:pt x="1162050" y="4067175"/>
                </a:cubicBezTo>
                <a:cubicBezTo>
                  <a:pt x="1153668" y="4067175"/>
                  <a:pt x="1141666" y="4062031"/>
                  <a:pt x="1135380" y="4055745"/>
                </a:cubicBezTo>
                <a:close/>
                <a:moveTo>
                  <a:pt x="1944440" y="4054503"/>
                </a:moveTo>
                <a:cubicBezTo>
                  <a:pt x="1928256" y="4035001"/>
                  <a:pt x="1941534" y="4008448"/>
                  <a:pt x="1965743" y="4011902"/>
                </a:cubicBezTo>
                <a:cubicBezTo>
                  <a:pt x="1980157" y="4013959"/>
                  <a:pt x="1985962" y="4021587"/>
                  <a:pt x="1985962" y="4038469"/>
                </a:cubicBezTo>
                <a:cubicBezTo>
                  <a:pt x="1985962" y="4065642"/>
                  <a:pt x="1961518" y="4075081"/>
                  <a:pt x="1944440" y="4054503"/>
                </a:cubicBezTo>
                <a:close/>
                <a:moveTo>
                  <a:pt x="2367981" y="4052108"/>
                </a:moveTo>
                <a:cubicBezTo>
                  <a:pt x="2357948" y="4025962"/>
                  <a:pt x="2361620" y="4011005"/>
                  <a:pt x="2380559" y="4000869"/>
                </a:cubicBezTo>
                <a:cubicBezTo>
                  <a:pt x="2416413" y="3981681"/>
                  <a:pt x="2453907" y="4022725"/>
                  <a:pt x="2428495" y="4053344"/>
                </a:cubicBezTo>
                <a:cubicBezTo>
                  <a:pt x="2413208" y="4071763"/>
                  <a:pt x="2375226" y="4070988"/>
                  <a:pt x="2367981" y="4052108"/>
                </a:cubicBezTo>
                <a:close/>
                <a:moveTo>
                  <a:pt x="1038225" y="4042800"/>
                </a:moveTo>
                <a:cubicBezTo>
                  <a:pt x="1038225" y="4034633"/>
                  <a:pt x="1042511" y="4030599"/>
                  <a:pt x="1047750" y="4033837"/>
                </a:cubicBezTo>
                <a:cubicBezTo>
                  <a:pt x="1052988" y="4037075"/>
                  <a:pt x="1057275" y="4043757"/>
                  <a:pt x="1057275" y="4048687"/>
                </a:cubicBezTo>
                <a:cubicBezTo>
                  <a:pt x="1057275" y="4053616"/>
                  <a:pt x="1052988" y="4057650"/>
                  <a:pt x="1047750" y="4057650"/>
                </a:cubicBezTo>
                <a:cubicBezTo>
                  <a:pt x="1042511" y="4057650"/>
                  <a:pt x="1038225" y="4050967"/>
                  <a:pt x="1038225" y="4042800"/>
                </a:cubicBezTo>
                <a:close/>
                <a:moveTo>
                  <a:pt x="2199878" y="4042884"/>
                </a:moveTo>
                <a:cubicBezTo>
                  <a:pt x="2179755" y="4018637"/>
                  <a:pt x="2212844" y="3989937"/>
                  <a:pt x="2235175" y="4012268"/>
                </a:cubicBezTo>
                <a:cubicBezTo>
                  <a:pt x="2250743" y="4027836"/>
                  <a:pt x="2240330" y="4057650"/>
                  <a:pt x="2219325" y="4057650"/>
                </a:cubicBezTo>
                <a:cubicBezTo>
                  <a:pt x="2215369" y="4057650"/>
                  <a:pt x="2206618" y="4051005"/>
                  <a:pt x="2199878" y="4042884"/>
                </a:cubicBezTo>
                <a:close/>
                <a:moveTo>
                  <a:pt x="3259489" y="4042696"/>
                </a:moveTo>
                <a:cubicBezTo>
                  <a:pt x="3222171" y="4016557"/>
                  <a:pt x="3237422" y="3962400"/>
                  <a:pt x="3282101" y="3962400"/>
                </a:cubicBezTo>
                <a:cubicBezTo>
                  <a:pt x="3325968" y="3962400"/>
                  <a:pt x="3338326" y="4019196"/>
                  <a:pt x="3299970" y="4044526"/>
                </a:cubicBezTo>
                <a:cubicBezTo>
                  <a:pt x="3283388" y="4055476"/>
                  <a:pt x="3277346" y="4055203"/>
                  <a:pt x="3259489" y="4042696"/>
                </a:cubicBezTo>
                <a:close/>
                <a:moveTo>
                  <a:pt x="3628957" y="4040460"/>
                </a:moveTo>
                <a:cubicBezTo>
                  <a:pt x="3600284" y="4017242"/>
                  <a:pt x="3608604" y="3975022"/>
                  <a:pt x="3643581" y="3966243"/>
                </a:cubicBezTo>
                <a:cubicBezTo>
                  <a:pt x="3692872" y="3953872"/>
                  <a:pt x="3714475" y="4016143"/>
                  <a:pt x="3670874" y="4044916"/>
                </a:cubicBezTo>
                <a:cubicBezTo>
                  <a:pt x="3653291" y="4056519"/>
                  <a:pt x="3648109" y="4055968"/>
                  <a:pt x="3628957" y="4040460"/>
                </a:cubicBezTo>
                <a:close/>
                <a:moveTo>
                  <a:pt x="4337036" y="4042623"/>
                </a:moveTo>
                <a:cubicBezTo>
                  <a:pt x="4333864" y="4034359"/>
                  <a:pt x="4338285" y="4020582"/>
                  <a:pt x="4346860" y="4012007"/>
                </a:cubicBezTo>
                <a:cubicBezTo>
                  <a:pt x="4361296" y="3997571"/>
                  <a:pt x="4363603" y="3997571"/>
                  <a:pt x="4378039" y="4012007"/>
                </a:cubicBezTo>
                <a:cubicBezTo>
                  <a:pt x="4397513" y="4031481"/>
                  <a:pt x="4388575" y="4057650"/>
                  <a:pt x="4362450" y="4057650"/>
                </a:cubicBezTo>
                <a:cubicBezTo>
                  <a:pt x="4351643" y="4057650"/>
                  <a:pt x="4340207" y="4050888"/>
                  <a:pt x="4337036" y="4042623"/>
                </a:cubicBezTo>
                <a:close/>
                <a:moveTo>
                  <a:pt x="1586592" y="4023632"/>
                </a:moveTo>
                <a:cubicBezTo>
                  <a:pt x="1567798" y="4004837"/>
                  <a:pt x="1567794" y="3996165"/>
                  <a:pt x="1586573" y="3977386"/>
                </a:cubicBezTo>
                <a:cubicBezTo>
                  <a:pt x="1604898" y="3959061"/>
                  <a:pt x="1638300" y="3972973"/>
                  <a:pt x="1638300" y="3998930"/>
                </a:cubicBezTo>
                <a:cubicBezTo>
                  <a:pt x="1638300" y="4033801"/>
                  <a:pt x="1610191" y="4047230"/>
                  <a:pt x="1586592" y="4023632"/>
                </a:cubicBezTo>
                <a:close/>
                <a:moveTo>
                  <a:pt x="2746361" y="4023573"/>
                </a:moveTo>
                <a:cubicBezTo>
                  <a:pt x="2743189" y="4015309"/>
                  <a:pt x="2747610" y="4001532"/>
                  <a:pt x="2756185" y="3992957"/>
                </a:cubicBezTo>
                <a:cubicBezTo>
                  <a:pt x="2770621" y="3978521"/>
                  <a:pt x="2772928" y="3978521"/>
                  <a:pt x="2787364" y="3992957"/>
                </a:cubicBezTo>
                <a:cubicBezTo>
                  <a:pt x="2806838" y="4012431"/>
                  <a:pt x="2797900" y="4038600"/>
                  <a:pt x="2771775" y="4038600"/>
                </a:cubicBezTo>
                <a:cubicBezTo>
                  <a:pt x="2760968" y="4038600"/>
                  <a:pt x="2749532" y="4031838"/>
                  <a:pt x="2746361" y="4023573"/>
                </a:cubicBezTo>
                <a:close/>
                <a:moveTo>
                  <a:pt x="2977242" y="4023632"/>
                </a:moveTo>
                <a:cubicBezTo>
                  <a:pt x="2957735" y="4004124"/>
                  <a:pt x="2958345" y="3988413"/>
                  <a:pt x="2979631" y="3962126"/>
                </a:cubicBezTo>
                <a:cubicBezTo>
                  <a:pt x="2996506" y="3941286"/>
                  <a:pt x="2997696" y="3941155"/>
                  <a:pt x="3022494" y="3957403"/>
                </a:cubicBezTo>
                <a:cubicBezTo>
                  <a:pt x="3051846" y="3976636"/>
                  <a:pt x="3053851" y="3987907"/>
                  <a:pt x="3033172" y="4017430"/>
                </a:cubicBezTo>
                <a:cubicBezTo>
                  <a:pt x="3015714" y="4042355"/>
                  <a:pt x="2997937" y="4044326"/>
                  <a:pt x="2977242" y="4023632"/>
                </a:cubicBezTo>
                <a:close/>
                <a:moveTo>
                  <a:pt x="1776151" y="3990686"/>
                </a:moveTo>
                <a:cubicBezTo>
                  <a:pt x="1751068" y="3962970"/>
                  <a:pt x="1766557" y="3920715"/>
                  <a:pt x="1803357" y="3916467"/>
                </a:cubicBezTo>
                <a:cubicBezTo>
                  <a:pt x="1853271" y="3910707"/>
                  <a:pt x="1876865" y="3960858"/>
                  <a:pt x="1839956" y="3994261"/>
                </a:cubicBezTo>
                <a:cubicBezTo>
                  <a:pt x="1816786" y="4015229"/>
                  <a:pt x="1797378" y="4014142"/>
                  <a:pt x="1776151" y="3990686"/>
                </a:cubicBezTo>
                <a:close/>
                <a:moveTo>
                  <a:pt x="4036218" y="3999737"/>
                </a:moveTo>
                <a:cubicBezTo>
                  <a:pt x="3993826" y="3975045"/>
                  <a:pt x="4028209" y="3907707"/>
                  <a:pt x="4074318" y="3925118"/>
                </a:cubicBezTo>
                <a:cubicBezTo>
                  <a:pt x="4102352" y="3935704"/>
                  <a:pt x="4104356" y="3985698"/>
                  <a:pt x="4077326" y="4000164"/>
                </a:cubicBezTo>
                <a:cubicBezTo>
                  <a:pt x="4055399" y="4011899"/>
                  <a:pt x="4057131" y="4011917"/>
                  <a:pt x="4036218" y="3999737"/>
                </a:cubicBezTo>
                <a:close/>
                <a:moveTo>
                  <a:pt x="1308086" y="3985473"/>
                </a:moveTo>
                <a:cubicBezTo>
                  <a:pt x="1304914" y="3977209"/>
                  <a:pt x="1309597" y="3963279"/>
                  <a:pt x="1318492" y="3954517"/>
                </a:cubicBezTo>
                <a:cubicBezTo>
                  <a:pt x="1333613" y="3939622"/>
                  <a:pt x="1335512" y="3939730"/>
                  <a:pt x="1347715" y="3956182"/>
                </a:cubicBezTo>
                <a:cubicBezTo>
                  <a:pt x="1354893" y="3965859"/>
                  <a:pt x="1358459" y="3979789"/>
                  <a:pt x="1355639" y="3987138"/>
                </a:cubicBezTo>
                <a:cubicBezTo>
                  <a:pt x="1348682" y="4005266"/>
                  <a:pt x="1315231" y="4004095"/>
                  <a:pt x="1308086" y="3985473"/>
                </a:cubicBezTo>
                <a:close/>
                <a:moveTo>
                  <a:pt x="4229535" y="3986736"/>
                </a:moveTo>
                <a:cubicBezTo>
                  <a:pt x="4202443" y="3954093"/>
                  <a:pt x="4239808" y="3898909"/>
                  <a:pt x="4274343" y="3920558"/>
                </a:cubicBezTo>
                <a:cubicBezTo>
                  <a:pt x="4308332" y="3941865"/>
                  <a:pt x="4296106" y="4000500"/>
                  <a:pt x="4257675" y="4000500"/>
                </a:cubicBezTo>
                <a:cubicBezTo>
                  <a:pt x="4248480" y="4000500"/>
                  <a:pt x="4235817" y="3994306"/>
                  <a:pt x="4229535" y="3986736"/>
                </a:cubicBezTo>
                <a:close/>
                <a:moveTo>
                  <a:pt x="3120106" y="3965471"/>
                </a:moveTo>
                <a:cubicBezTo>
                  <a:pt x="3109897" y="3938868"/>
                  <a:pt x="3139346" y="3916314"/>
                  <a:pt x="3158839" y="3935807"/>
                </a:cubicBezTo>
                <a:cubicBezTo>
                  <a:pt x="3167414" y="3944382"/>
                  <a:pt x="3171835" y="3958159"/>
                  <a:pt x="3168663" y="3966423"/>
                </a:cubicBezTo>
                <a:cubicBezTo>
                  <a:pt x="3161024" y="3986331"/>
                  <a:pt x="3127861" y="3985680"/>
                  <a:pt x="3120106" y="3965471"/>
                </a:cubicBezTo>
                <a:close/>
                <a:moveTo>
                  <a:pt x="3420476" y="3968369"/>
                </a:moveTo>
                <a:cubicBezTo>
                  <a:pt x="3404608" y="3949248"/>
                  <a:pt x="3418137" y="3922753"/>
                  <a:pt x="3442021" y="3926177"/>
                </a:cubicBezTo>
                <a:cubicBezTo>
                  <a:pt x="3465409" y="3929530"/>
                  <a:pt x="3474922" y="3961110"/>
                  <a:pt x="3456130" y="3973019"/>
                </a:cubicBezTo>
                <a:cubicBezTo>
                  <a:pt x="3438475" y="3984207"/>
                  <a:pt x="3433032" y="3983498"/>
                  <a:pt x="3420476" y="3968369"/>
                </a:cubicBezTo>
                <a:close/>
                <a:moveTo>
                  <a:pt x="2838550" y="3957758"/>
                </a:moveTo>
                <a:cubicBezTo>
                  <a:pt x="2823083" y="3939122"/>
                  <a:pt x="2833070" y="3914775"/>
                  <a:pt x="2856181" y="3914775"/>
                </a:cubicBezTo>
                <a:cubicBezTo>
                  <a:pt x="2878710" y="3914775"/>
                  <a:pt x="2890277" y="3941096"/>
                  <a:pt x="2875548" y="3958844"/>
                </a:cubicBezTo>
                <a:cubicBezTo>
                  <a:pt x="2861646" y="3975595"/>
                  <a:pt x="2853146" y="3975345"/>
                  <a:pt x="2838550" y="3957758"/>
                </a:cubicBezTo>
                <a:close/>
                <a:moveTo>
                  <a:pt x="2079894" y="3948112"/>
                </a:moveTo>
                <a:cubicBezTo>
                  <a:pt x="2072348" y="3928448"/>
                  <a:pt x="2082579" y="3905250"/>
                  <a:pt x="2098797" y="3905250"/>
                </a:cubicBezTo>
                <a:cubicBezTo>
                  <a:pt x="2117864" y="3905250"/>
                  <a:pt x="2136743" y="3930943"/>
                  <a:pt x="2130202" y="3947991"/>
                </a:cubicBezTo>
                <a:cubicBezTo>
                  <a:pt x="2123061" y="3966599"/>
                  <a:pt x="2087022" y="3966686"/>
                  <a:pt x="2079894" y="3948112"/>
                </a:cubicBezTo>
                <a:close/>
                <a:moveTo>
                  <a:pt x="2663566" y="3946266"/>
                </a:moveTo>
                <a:cubicBezTo>
                  <a:pt x="2652182" y="3934882"/>
                  <a:pt x="2657415" y="3914775"/>
                  <a:pt x="2671762" y="3914775"/>
                </a:cubicBezTo>
                <a:cubicBezTo>
                  <a:pt x="2679620" y="3914775"/>
                  <a:pt x="2686050" y="3920951"/>
                  <a:pt x="2686050" y="3928500"/>
                </a:cubicBezTo>
                <a:cubicBezTo>
                  <a:pt x="2686050" y="3944413"/>
                  <a:pt x="2672455" y="3955155"/>
                  <a:pt x="2663566" y="3946266"/>
                </a:cubicBezTo>
                <a:close/>
                <a:moveTo>
                  <a:pt x="3787973" y="3946723"/>
                </a:moveTo>
                <a:cubicBezTo>
                  <a:pt x="3776197" y="3934947"/>
                  <a:pt x="3781097" y="3898329"/>
                  <a:pt x="3796116" y="3885864"/>
                </a:cubicBezTo>
                <a:cubicBezTo>
                  <a:pt x="3818329" y="3867429"/>
                  <a:pt x="3833432" y="3887339"/>
                  <a:pt x="3822382" y="3920490"/>
                </a:cubicBezTo>
                <a:cubicBezTo>
                  <a:pt x="3813315" y="3947691"/>
                  <a:pt x="3799485" y="3958235"/>
                  <a:pt x="3787973" y="3946723"/>
                </a:cubicBezTo>
                <a:close/>
                <a:moveTo>
                  <a:pt x="1047750" y="3895725"/>
                </a:moveTo>
                <a:cubicBezTo>
                  <a:pt x="1047750" y="3864417"/>
                  <a:pt x="1057962" y="3859311"/>
                  <a:pt x="1076325" y="3881437"/>
                </a:cubicBezTo>
                <a:cubicBezTo>
                  <a:pt x="1085785" y="3892836"/>
                  <a:pt x="1085785" y="3898613"/>
                  <a:pt x="1076325" y="3910012"/>
                </a:cubicBezTo>
                <a:cubicBezTo>
                  <a:pt x="1057962" y="3932138"/>
                  <a:pt x="1047750" y="3927032"/>
                  <a:pt x="1047750" y="3895725"/>
                </a:cubicBezTo>
                <a:close/>
                <a:moveTo>
                  <a:pt x="2481112" y="3908502"/>
                </a:moveTo>
                <a:cubicBezTo>
                  <a:pt x="2463843" y="3891232"/>
                  <a:pt x="2466173" y="3877498"/>
                  <a:pt x="2488794" y="3863229"/>
                </a:cubicBezTo>
                <a:cubicBezTo>
                  <a:pt x="2508878" y="3850560"/>
                  <a:pt x="2537196" y="3875400"/>
                  <a:pt x="2528501" y="3898059"/>
                </a:cubicBezTo>
                <a:cubicBezTo>
                  <a:pt x="2519813" y="3920699"/>
                  <a:pt x="2498096" y="3925485"/>
                  <a:pt x="2481112" y="3908502"/>
                </a:cubicBezTo>
                <a:close/>
                <a:moveTo>
                  <a:pt x="1447701" y="3900369"/>
                </a:moveTo>
                <a:cubicBezTo>
                  <a:pt x="1426014" y="3874237"/>
                  <a:pt x="1446579" y="3834426"/>
                  <a:pt x="1483622" y="3830832"/>
                </a:cubicBezTo>
                <a:cubicBezTo>
                  <a:pt x="1521565" y="3827152"/>
                  <a:pt x="1542939" y="3860335"/>
                  <a:pt x="1524644" y="3894520"/>
                </a:cubicBezTo>
                <a:cubicBezTo>
                  <a:pt x="1513006" y="3916267"/>
                  <a:pt x="1476470" y="3922567"/>
                  <a:pt x="1476229" y="3902868"/>
                </a:cubicBezTo>
                <a:cubicBezTo>
                  <a:pt x="1476116" y="3893697"/>
                  <a:pt x="1474282" y="3893801"/>
                  <a:pt x="1468244" y="3903319"/>
                </a:cubicBezTo>
                <a:cubicBezTo>
                  <a:pt x="1462015" y="3913140"/>
                  <a:pt x="1457798" y="3912534"/>
                  <a:pt x="1447701" y="3900369"/>
                </a:cubicBezTo>
                <a:close/>
                <a:moveTo>
                  <a:pt x="1221105" y="3893820"/>
                </a:moveTo>
                <a:cubicBezTo>
                  <a:pt x="1201203" y="3873918"/>
                  <a:pt x="1213929" y="3829050"/>
                  <a:pt x="1239474" y="3829050"/>
                </a:cubicBezTo>
                <a:cubicBezTo>
                  <a:pt x="1249101" y="3829050"/>
                  <a:pt x="1276350" y="3857203"/>
                  <a:pt x="1276350" y="3867150"/>
                </a:cubicBezTo>
                <a:cubicBezTo>
                  <a:pt x="1276350" y="3877096"/>
                  <a:pt x="1249101" y="3905250"/>
                  <a:pt x="1239474" y="3905250"/>
                </a:cubicBezTo>
                <a:cubicBezTo>
                  <a:pt x="1235657" y="3905250"/>
                  <a:pt x="1227391" y="3900106"/>
                  <a:pt x="1221105" y="3893820"/>
                </a:cubicBezTo>
                <a:close/>
                <a:moveTo>
                  <a:pt x="2253342" y="3890282"/>
                </a:moveTo>
                <a:cubicBezTo>
                  <a:pt x="2233455" y="3870394"/>
                  <a:pt x="2234416" y="3845110"/>
                  <a:pt x="2255793" y="3825763"/>
                </a:cubicBezTo>
                <a:cubicBezTo>
                  <a:pt x="2299774" y="3785961"/>
                  <a:pt x="2352975" y="3831436"/>
                  <a:pt x="2320469" y="3881047"/>
                </a:cubicBezTo>
                <a:cubicBezTo>
                  <a:pt x="2302448" y="3908550"/>
                  <a:pt x="2275340" y="3912279"/>
                  <a:pt x="2253342" y="3890282"/>
                </a:cubicBezTo>
                <a:close/>
                <a:moveTo>
                  <a:pt x="3525797" y="3896883"/>
                </a:moveTo>
                <a:cubicBezTo>
                  <a:pt x="3503434" y="3882707"/>
                  <a:pt x="3516207" y="3843337"/>
                  <a:pt x="3543169" y="3843337"/>
                </a:cubicBezTo>
                <a:cubicBezTo>
                  <a:pt x="3570101" y="3843337"/>
                  <a:pt x="3580277" y="3869361"/>
                  <a:pt x="3561970" y="3891420"/>
                </a:cubicBezTo>
                <a:cubicBezTo>
                  <a:pt x="3548798" y="3907291"/>
                  <a:pt x="3543484" y="3908093"/>
                  <a:pt x="3525797" y="3896883"/>
                </a:cubicBezTo>
                <a:close/>
                <a:moveTo>
                  <a:pt x="1943479" y="3872370"/>
                </a:moveTo>
                <a:cubicBezTo>
                  <a:pt x="1918177" y="3841882"/>
                  <a:pt x="1955340" y="3795048"/>
                  <a:pt x="1988343" y="3815832"/>
                </a:cubicBezTo>
                <a:cubicBezTo>
                  <a:pt x="2021322" y="3836600"/>
                  <a:pt x="2009573" y="3886200"/>
                  <a:pt x="1971675" y="3886200"/>
                </a:cubicBezTo>
                <a:cubicBezTo>
                  <a:pt x="1962480" y="3886200"/>
                  <a:pt x="1949792" y="3879976"/>
                  <a:pt x="1943479" y="3872370"/>
                </a:cubicBezTo>
                <a:close/>
                <a:moveTo>
                  <a:pt x="2714625" y="3857625"/>
                </a:moveTo>
                <a:cubicBezTo>
                  <a:pt x="2694102" y="3837102"/>
                  <a:pt x="2692266" y="3829704"/>
                  <a:pt x="2701636" y="3805286"/>
                </a:cubicBezTo>
                <a:cubicBezTo>
                  <a:pt x="2718280" y="3761914"/>
                  <a:pt x="2790825" y="3774696"/>
                  <a:pt x="2790825" y="3821001"/>
                </a:cubicBezTo>
                <a:cubicBezTo>
                  <a:pt x="2790825" y="3839670"/>
                  <a:pt x="2759169" y="3876675"/>
                  <a:pt x="2743200" y="3876675"/>
                </a:cubicBezTo>
                <a:cubicBezTo>
                  <a:pt x="2737961" y="3876675"/>
                  <a:pt x="2725102" y="3868102"/>
                  <a:pt x="2714625" y="3857625"/>
                </a:cubicBezTo>
                <a:close/>
                <a:moveTo>
                  <a:pt x="3257913" y="3862826"/>
                </a:moveTo>
                <a:cubicBezTo>
                  <a:pt x="3242270" y="3843976"/>
                  <a:pt x="3252770" y="3817207"/>
                  <a:pt x="3274189" y="3821332"/>
                </a:cubicBezTo>
                <a:cubicBezTo>
                  <a:pt x="3284578" y="3823333"/>
                  <a:pt x="3290887" y="3833196"/>
                  <a:pt x="3290887" y="3847436"/>
                </a:cubicBezTo>
                <a:cubicBezTo>
                  <a:pt x="3290887" y="3875037"/>
                  <a:pt x="3274425" y="3882720"/>
                  <a:pt x="3257913" y="3862826"/>
                </a:cubicBezTo>
                <a:close/>
                <a:moveTo>
                  <a:pt x="4120242" y="3861707"/>
                </a:moveTo>
                <a:cubicBezTo>
                  <a:pt x="4095468" y="3836932"/>
                  <a:pt x="4112799" y="3790950"/>
                  <a:pt x="4146912" y="3790950"/>
                </a:cubicBezTo>
                <a:cubicBezTo>
                  <a:pt x="4164846" y="3790950"/>
                  <a:pt x="4181475" y="3811572"/>
                  <a:pt x="4181475" y="3833812"/>
                </a:cubicBezTo>
                <a:cubicBezTo>
                  <a:pt x="4181475" y="3872999"/>
                  <a:pt x="4147165" y="3888629"/>
                  <a:pt x="4120242" y="3861707"/>
                </a:cubicBezTo>
                <a:close/>
                <a:moveTo>
                  <a:pt x="1692604" y="3861129"/>
                </a:moveTo>
                <a:cubicBezTo>
                  <a:pt x="1680286" y="3848811"/>
                  <a:pt x="1685765" y="3821624"/>
                  <a:pt x="1701805" y="3815469"/>
                </a:cubicBezTo>
                <a:cubicBezTo>
                  <a:pt x="1721880" y="3807765"/>
                  <a:pt x="1736352" y="3821749"/>
                  <a:pt x="1731952" y="3844597"/>
                </a:cubicBezTo>
                <a:cubicBezTo>
                  <a:pt x="1728455" y="3862758"/>
                  <a:pt x="1704357" y="3872882"/>
                  <a:pt x="1692604" y="3861129"/>
                </a:cubicBezTo>
                <a:close/>
                <a:moveTo>
                  <a:pt x="4321175" y="3860800"/>
                </a:moveTo>
                <a:cubicBezTo>
                  <a:pt x="4309899" y="3849524"/>
                  <a:pt x="4314429" y="3821714"/>
                  <a:pt x="4328416" y="3816347"/>
                </a:cubicBezTo>
                <a:cubicBezTo>
                  <a:pt x="4345834" y="3809663"/>
                  <a:pt x="4366267" y="3833936"/>
                  <a:pt x="4359052" y="3852741"/>
                </a:cubicBezTo>
                <a:cubicBezTo>
                  <a:pt x="4353359" y="3867576"/>
                  <a:pt x="4332408" y="3872033"/>
                  <a:pt x="4321175" y="3860800"/>
                </a:cubicBezTo>
                <a:close/>
                <a:moveTo>
                  <a:pt x="2918118" y="3824351"/>
                </a:moveTo>
                <a:cubicBezTo>
                  <a:pt x="2914819" y="3815753"/>
                  <a:pt x="2916687" y="3804152"/>
                  <a:pt x="2922270" y="3798570"/>
                </a:cubicBezTo>
                <a:cubicBezTo>
                  <a:pt x="2936782" y="3784057"/>
                  <a:pt x="2964279" y="3797321"/>
                  <a:pt x="2960488" y="3817005"/>
                </a:cubicBezTo>
                <a:cubicBezTo>
                  <a:pt x="2956265" y="3838930"/>
                  <a:pt x="2925744" y="3844222"/>
                  <a:pt x="2918118" y="3824351"/>
                </a:cubicBezTo>
                <a:close/>
                <a:moveTo>
                  <a:pt x="3085627" y="3823718"/>
                </a:moveTo>
                <a:cubicBezTo>
                  <a:pt x="3076811" y="3813095"/>
                  <a:pt x="3075865" y="3801559"/>
                  <a:pt x="3082309" y="3783237"/>
                </a:cubicBezTo>
                <a:cubicBezTo>
                  <a:pt x="3093383" y="3751747"/>
                  <a:pt x="3130035" y="3748382"/>
                  <a:pt x="3149105" y="3777104"/>
                </a:cubicBezTo>
                <a:cubicBezTo>
                  <a:pt x="3175247" y="3816474"/>
                  <a:pt x="3115828" y="3860107"/>
                  <a:pt x="3085627" y="3823718"/>
                </a:cubicBezTo>
                <a:close/>
                <a:moveTo>
                  <a:pt x="1337697" y="3809085"/>
                </a:moveTo>
                <a:cubicBezTo>
                  <a:pt x="1329300" y="3795498"/>
                  <a:pt x="1357098" y="3767700"/>
                  <a:pt x="1370685" y="3776097"/>
                </a:cubicBezTo>
                <a:cubicBezTo>
                  <a:pt x="1376427" y="3779646"/>
                  <a:pt x="1381125" y="3790868"/>
                  <a:pt x="1381125" y="3801037"/>
                </a:cubicBezTo>
                <a:cubicBezTo>
                  <a:pt x="1381125" y="3821268"/>
                  <a:pt x="1348916" y="3827237"/>
                  <a:pt x="1337697" y="3809085"/>
                </a:cubicBezTo>
                <a:close/>
                <a:moveTo>
                  <a:pt x="3636939" y="3807618"/>
                </a:moveTo>
                <a:cubicBezTo>
                  <a:pt x="3614132" y="3789243"/>
                  <a:pt x="3610030" y="3766534"/>
                  <a:pt x="3625521" y="3744418"/>
                </a:cubicBezTo>
                <a:cubicBezTo>
                  <a:pt x="3642425" y="3720284"/>
                  <a:pt x="3659786" y="3719027"/>
                  <a:pt x="3691272" y="3739657"/>
                </a:cubicBezTo>
                <a:cubicBezTo>
                  <a:pt x="3719727" y="3758302"/>
                  <a:pt x="3720958" y="3775216"/>
                  <a:pt x="3695700" y="3800475"/>
                </a:cubicBezTo>
                <a:cubicBezTo>
                  <a:pt x="3673709" y="3822465"/>
                  <a:pt x="3657770" y="3824403"/>
                  <a:pt x="3636939" y="3807618"/>
                </a:cubicBezTo>
                <a:close/>
                <a:moveTo>
                  <a:pt x="2109787" y="3800475"/>
                </a:moveTo>
                <a:cubicBezTo>
                  <a:pt x="2100993" y="3786245"/>
                  <a:pt x="2113229" y="3771900"/>
                  <a:pt x="2134162" y="3771900"/>
                </a:cubicBezTo>
                <a:cubicBezTo>
                  <a:pt x="2146300" y="3771900"/>
                  <a:pt x="2152650" y="3778443"/>
                  <a:pt x="2152650" y="3790950"/>
                </a:cubicBezTo>
                <a:cubicBezTo>
                  <a:pt x="2152650" y="3811153"/>
                  <a:pt x="2120765" y="3818238"/>
                  <a:pt x="2109787" y="3800475"/>
                </a:cubicBezTo>
                <a:close/>
                <a:moveTo>
                  <a:pt x="1586319" y="3791608"/>
                </a:moveTo>
                <a:cubicBezTo>
                  <a:pt x="1579275" y="3780210"/>
                  <a:pt x="1597193" y="3768917"/>
                  <a:pt x="1609880" y="3776758"/>
                </a:cubicBezTo>
                <a:cubicBezTo>
                  <a:pt x="1620532" y="3783342"/>
                  <a:pt x="1613539" y="3800475"/>
                  <a:pt x="1600200" y="3800475"/>
                </a:cubicBezTo>
                <a:cubicBezTo>
                  <a:pt x="1595579" y="3800475"/>
                  <a:pt x="1589333" y="3796484"/>
                  <a:pt x="1586319" y="3791608"/>
                </a:cubicBezTo>
                <a:close/>
                <a:moveTo>
                  <a:pt x="1067179" y="3777120"/>
                </a:moveTo>
                <a:cubicBezTo>
                  <a:pt x="1041877" y="3746632"/>
                  <a:pt x="1079040" y="3699798"/>
                  <a:pt x="1112043" y="3720582"/>
                </a:cubicBezTo>
                <a:cubicBezTo>
                  <a:pt x="1145022" y="3741350"/>
                  <a:pt x="1133273" y="3790950"/>
                  <a:pt x="1095375" y="3790950"/>
                </a:cubicBezTo>
                <a:cubicBezTo>
                  <a:pt x="1086180" y="3790950"/>
                  <a:pt x="1073492" y="3784726"/>
                  <a:pt x="1067179" y="3777120"/>
                </a:cubicBezTo>
                <a:close/>
                <a:moveTo>
                  <a:pt x="3371205" y="3770695"/>
                </a:moveTo>
                <a:cubicBezTo>
                  <a:pt x="3347752" y="3726873"/>
                  <a:pt x="3402012" y="3682047"/>
                  <a:pt x="3436620" y="3716655"/>
                </a:cubicBezTo>
                <a:cubicBezTo>
                  <a:pt x="3454118" y="3734153"/>
                  <a:pt x="3450220" y="3770068"/>
                  <a:pt x="3429626" y="3781089"/>
                </a:cubicBezTo>
                <a:cubicBezTo>
                  <a:pt x="3401392" y="3796200"/>
                  <a:pt x="3383114" y="3792947"/>
                  <a:pt x="3371205" y="3770695"/>
                </a:cubicBezTo>
                <a:close/>
                <a:moveTo>
                  <a:pt x="1800327" y="3767261"/>
                </a:moveTo>
                <a:cubicBezTo>
                  <a:pt x="1786337" y="3750403"/>
                  <a:pt x="1794530" y="3709448"/>
                  <a:pt x="1813336" y="3702231"/>
                </a:cubicBezTo>
                <a:cubicBezTo>
                  <a:pt x="1829914" y="3695870"/>
                  <a:pt x="1866900" y="3720859"/>
                  <a:pt x="1866900" y="3738422"/>
                </a:cubicBezTo>
                <a:cubicBezTo>
                  <a:pt x="1866900" y="3772396"/>
                  <a:pt x="1821067" y="3792251"/>
                  <a:pt x="1800327" y="3767261"/>
                </a:cubicBezTo>
                <a:close/>
                <a:moveTo>
                  <a:pt x="2558568" y="3766882"/>
                </a:moveTo>
                <a:cubicBezTo>
                  <a:pt x="2550101" y="3758416"/>
                  <a:pt x="2543175" y="3747815"/>
                  <a:pt x="2543175" y="3743325"/>
                </a:cubicBezTo>
                <a:cubicBezTo>
                  <a:pt x="2543175" y="3730094"/>
                  <a:pt x="2573084" y="3704082"/>
                  <a:pt x="2584081" y="3707747"/>
                </a:cubicBezTo>
                <a:cubicBezTo>
                  <a:pt x="2604088" y="3714416"/>
                  <a:pt x="2615079" y="3742429"/>
                  <a:pt x="2604358" y="3759426"/>
                </a:cubicBezTo>
                <a:cubicBezTo>
                  <a:pt x="2589893" y="3782357"/>
                  <a:pt x="2576262" y="3784577"/>
                  <a:pt x="2558568" y="3766882"/>
                </a:cubicBezTo>
                <a:close/>
                <a:moveTo>
                  <a:pt x="2358948" y="3739066"/>
                </a:moveTo>
                <a:cubicBezTo>
                  <a:pt x="2349798" y="3715221"/>
                  <a:pt x="2362776" y="3694429"/>
                  <a:pt x="2384843" y="3697577"/>
                </a:cubicBezTo>
                <a:cubicBezTo>
                  <a:pt x="2399291" y="3699639"/>
                  <a:pt x="2405062" y="3707259"/>
                  <a:pt x="2405062" y="3724275"/>
                </a:cubicBezTo>
                <a:cubicBezTo>
                  <a:pt x="2405062" y="3752027"/>
                  <a:pt x="2368431" y="3763777"/>
                  <a:pt x="2358948" y="3739066"/>
                </a:cubicBezTo>
                <a:close/>
                <a:moveTo>
                  <a:pt x="4029175" y="3729158"/>
                </a:moveTo>
                <a:cubicBezTo>
                  <a:pt x="4004540" y="3699475"/>
                  <a:pt x="4046334" y="3661252"/>
                  <a:pt x="4073605" y="3688523"/>
                </a:cubicBezTo>
                <a:cubicBezTo>
                  <a:pt x="4085047" y="3699965"/>
                  <a:pt x="4085821" y="3707231"/>
                  <a:pt x="4077294" y="3723163"/>
                </a:cubicBezTo>
                <a:cubicBezTo>
                  <a:pt x="4064668" y="3746756"/>
                  <a:pt x="4045737" y="3749114"/>
                  <a:pt x="4029175" y="3729158"/>
                </a:cubicBezTo>
                <a:close/>
                <a:moveTo>
                  <a:pt x="1440299" y="3712964"/>
                </a:moveTo>
                <a:cubicBezTo>
                  <a:pt x="1424670" y="3697335"/>
                  <a:pt x="1425776" y="3681450"/>
                  <a:pt x="1443515" y="3666728"/>
                </a:cubicBezTo>
                <a:cubicBezTo>
                  <a:pt x="1464636" y="3649199"/>
                  <a:pt x="1495176" y="3678864"/>
                  <a:pt x="1480295" y="3702455"/>
                </a:cubicBezTo>
                <a:cubicBezTo>
                  <a:pt x="1466917" y="3723664"/>
                  <a:pt x="1454311" y="3726976"/>
                  <a:pt x="1440299" y="3712964"/>
                </a:cubicBezTo>
                <a:close/>
                <a:moveTo>
                  <a:pt x="3220894" y="3715844"/>
                </a:moveTo>
                <a:cubicBezTo>
                  <a:pt x="3203122" y="3704582"/>
                  <a:pt x="3211070" y="3672844"/>
                  <a:pt x="3232705" y="3668678"/>
                </a:cubicBezTo>
                <a:cubicBezTo>
                  <a:pt x="3255553" y="3664278"/>
                  <a:pt x="3268393" y="3684963"/>
                  <a:pt x="3256550" y="3707093"/>
                </a:cubicBezTo>
                <a:cubicBezTo>
                  <a:pt x="3246324" y="3726199"/>
                  <a:pt x="3239772" y="3727807"/>
                  <a:pt x="3220894" y="3715844"/>
                </a:cubicBezTo>
                <a:close/>
                <a:moveTo>
                  <a:pt x="4297680" y="3712845"/>
                </a:moveTo>
                <a:cubicBezTo>
                  <a:pt x="4280434" y="3695599"/>
                  <a:pt x="4283942" y="3662640"/>
                  <a:pt x="4305055" y="3643533"/>
                </a:cubicBezTo>
                <a:cubicBezTo>
                  <a:pt x="4322666" y="3627596"/>
                  <a:pt x="4325391" y="3627516"/>
                  <a:pt x="4347918" y="3642276"/>
                </a:cubicBezTo>
                <a:cubicBezTo>
                  <a:pt x="4387975" y="3668523"/>
                  <a:pt x="4375189" y="3724275"/>
                  <a:pt x="4329112" y="3724275"/>
                </a:cubicBezTo>
                <a:cubicBezTo>
                  <a:pt x="4318111" y="3724275"/>
                  <a:pt x="4303966" y="3719131"/>
                  <a:pt x="4297680" y="3712845"/>
                </a:cubicBezTo>
                <a:close/>
                <a:moveTo>
                  <a:pt x="1645443" y="3704462"/>
                </a:moveTo>
                <a:cubicBezTo>
                  <a:pt x="1604824" y="3680803"/>
                  <a:pt x="1638806" y="3611459"/>
                  <a:pt x="1681489" y="3630907"/>
                </a:cubicBezTo>
                <a:cubicBezTo>
                  <a:pt x="1711081" y="3644390"/>
                  <a:pt x="1714208" y="3690088"/>
                  <a:pt x="1686551" y="3704889"/>
                </a:cubicBezTo>
                <a:cubicBezTo>
                  <a:pt x="1664624" y="3716624"/>
                  <a:pt x="1666356" y="3716642"/>
                  <a:pt x="1645443" y="3704462"/>
                </a:cubicBezTo>
                <a:close/>
                <a:moveTo>
                  <a:pt x="2200375" y="3700583"/>
                </a:moveTo>
                <a:cubicBezTo>
                  <a:pt x="2184908" y="3681947"/>
                  <a:pt x="2194895" y="3657600"/>
                  <a:pt x="2218006" y="3657600"/>
                </a:cubicBezTo>
                <a:cubicBezTo>
                  <a:pt x="2240535" y="3657600"/>
                  <a:pt x="2252102" y="3683921"/>
                  <a:pt x="2237373" y="3701669"/>
                </a:cubicBezTo>
                <a:cubicBezTo>
                  <a:pt x="2223471" y="3718420"/>
                  <a:pt x="2214971" y="3718170"/>
                  <a:pt x="2200375" y="3700583"/>
                </a:cubicBezTo>
                <a:close/>
                <a:moveTo>
                  <a:pt x="2977668" y="3700207"/>
                </a:moveTo>
                <a:cubicBezTo>
                  <a:pt x="2969201" y="3691741"/>
                  <a:pt x="2962275" y="3681140"/>
                  <a:pt x="2962275" y="3676650"/>
                </a:cubicBezTo>
                <a:cubicBezTo>
                  <a:pt x="2962275" y="3663419"/>
                  <a:pt x="2992184" y="3637407"/>
                  <a:pt x="3003181" y="3641072"/>
                </a:cubicBezTo>
                <a:cubicBezTo>
                  <a:pt x="3023188" y="3647741"/>
                  <a:pt x="3034179" y="3675754"/>
                  <a:pt x="3023458" y="3692751"/>
                </a:cubicBezTo>
                <a:cubicBezTo>
                  <a:pt x="3008993" y="3715682"/>
                  <a:pt x="2995362" y="3717902"/>
                  <a:pt x="2977668" y="3700207"/>
                </a:cubicBezTo>
                <a:close/>
                <a:moveTo>
                  <a:pt x="1230630" y="3693795"/>
                </a:moveTo>
                <a:cubicBezTo>
                  <a:pt x="1210445" y="3673610"/>
                  <a:pt x="1217067" y="3630861"/>
                  <a:pt x="1243012" y="3613861"/>
                </a:cubicBezTo>
                <a:cubicBezTo>
                  <a:pt x="1288493" y="3584061"/>
                  <a:pt x="1331996" y="3635591"/>
                  <a:pt x="1304589" y="3686801"/>
                </a:cubicBezTo>
                <a:cubicBezTo>
                  <a:pt x="1293414" y="3707682"/>
                  <a:pt x="1248741" y="3711906"/>
                  <a:pt x="1230630" y="3693795"/>
                </a:cubicBezTo>
                <a:close/>
                <a:moveTo>
                  <a:pt x="1992630" y="3693795"/>
                </a:moveTo>
                <a:cubicBezTo>
                  <a:pt x="1976127" y="3677292"/>
                  <a:pt x="1978571" y="3653406"/>
                  <a:pt x="1998618" y="3635263"/>
                </a:cubicBezTo>
                <a:cubicBezTo>
                  <a:pt x="2029768" y="3607073"/>
                  <a:pt x="2066925" y="3621813"/>
                  <a:pt x="2066925" y="3662362"/>
                </a:cubicBezTo>
                <a:cubicBezTo>
                  <a:pt x="2066925" y="3687893"/>
                  <a:pt x="2049593" y="3705225"/>
                  <a:pt x="2024062" y="3705225"/>
                </a:cubicBezTo>
                <a:cubicBezTo>
                  <a:pt x="2013061" y="3705225"/>
                  <a:pt x="1998916" y="3700081"/>
                  <a:pt x="1992630" y="3693795"/>
                </a:cubicBezTo>
                <a:close/>
                <a:moveTo>
                  <a:pt x="2774156" y="3698916"/>
                </a:moveTo>
                <a:cubicBezTo>
                  <a:pt x="2757185" y="3692068"/>
                  <a:pt x="2759408" y="3658092"/>
                  <a:pt x="2777276" y="3651236"/>
                </a:cubicBezTo>
                <a:cubicBezTo>
                  <a:pt x="2800766" y="3642221"/>
                  <a:pt x="2825703" y="3671865"/>
                  <a:pt x="2810271" y="3690459"/>
                </a:cubicBezTo>
                <a:cubicBezTo>
                  <a:pt x="2797450" y="3705908"/>
                  <a:pt x="2793674" y="3706792"/>
                  <a:pt x="2774156" y="3698916"/>
                </a:cubicBezTo>
                <a:close/>
                <a:moveTo>
                  <a:pt x="4153000" y="3681533"/>
                </a:moveTo>
                <a:cubicBezTo>
                  <a:pt x="4137471" y="3662822"/>
                  <a:pt x="4147554" y="3638550"/>
                  <a:pt x="4170857" y="3638550"/>
                </a:cubicBezTo>
                <a:cubicBezTo>
                  <a:pt x="4193101" y="3638550"/>
                  <a:pt x="4201150" y="3656142"/>
                  <a:pt x="4189377" y="3679031"/>
                </a:cubicBezTo>
                <a:cubicBezTo>
                  <a:pt x="4178889" y="3699424"/>
                  <a:pt x="4168444" y="3700142"/>
                  <a:pt x="4153000" y="3681533"/>
                </a:cubicBezTo>
                <a:close/>
                <a:moveTo>
                  <a:pt x="2452117" y="3615203"/>
                </a:moveTo>
                <a:cubicBezTo>
                  <a:pt x="2423567" y="3571631"/>
                  <a:pt x="2463897" y="3520635"/>
                  <a:pt x="2510216" y="3541739"/>
                </a:cubicBezTo>
                <a:cubicBezTo>
                  <a:pt x="2557082" y="3563093"/>
                  <a:pt x="2541938" y="3638550"/>
                  <a:pt x="2490787" y="3638550"/>
                </a:cubicBezTo>
                <a:cubicBezTo>
                  <a:pt x="2476491" y="3638550"/>
                  <a:pt x="2461473" y="3629483"/>
                  <a:pt x="2452117" y="3615203"/>
                </a:cubicBezTo>
                <a:close/>
                <a:moveTo>
                  <a:pt x="3118484" y="3621735"/>
                </a:moveTo>
                <a:cubicBezTo>
                  <a:pt x="3090821" y="3603260"/>
                  <a:pt x="3100826" y="3552825"/>
                  <a:pt x="3132155" y="3552825"/>
                </a:cubicBezTo>
                <a:cubicBezTo>
                  <a:pt x="3168412" y="3552825"/>
                  <a:pt x="3182692" y="3588221"/>
                  <a:pt x="3156857" y="3614057"/>
                </a:cubicBezTo>
                <a:cubicBezTo>
                  <a:pt x="3140209" y="3630705"/>
                  <a:pt x="3133827" y="3631982"/>
                  <a:pt x="3118484" y="3621735"/>
                </a:cubicBezTo>
                <a:close/>
                <a:moveTo>
                  <a:pt x="3328114" y="3615897"/>
                </a:moveTo>
                <a:cubicBezTo>
                  <a:pt x="3319941" y="3594599"/>
                  <a:pt x="3330998" y="3582464"/>
                  <a:pt x="3353270" y="3588288"/>
                </a:cubicBezTo>
                <a:cubicBezTo>
                  <a:pt x="3364688" y="3591274"/>
                  <a:pt x="3371548" y="3599741"/>
                  <a:pt x="3369820" y="3608715"/>
                </a:cubicBezTo>
                <a:cubicBezTo>
                  <a:pt x="3365905" y="3629046"/>
                  <a:pt x="3335189" y="3634335"/>
                  <a:pt x="3328114" y="3615897"/>
                </a:cubicBezTo>
                <a:close/>
                <a:moveTo>
                  <a:pt x="1876804" y="3605670"/>
                </a:moveTo>
                <a:cubicBezTo>
                  <a:pt x="1858543" y="3583667"/>
                  <a:pt x="1868670" y="3557587"/>
                  <a:pt x="1895475" y="3557587"/>
                </a:cubicBezTo>
                <a:cubicBezTo>
                  <a:pt x="1910571" y="3557587"/>
                  <a:pt x="1920210" y="3563735"/>
                  <a:pt x="1922324" y="3574713"/>
                </a:cubicBezTo>
                <a:cubicBezTo>
                  <a:pt x="1925622" y="3591839"/>
                  <a:pt x="1909039" y="3619500"/>
                  <a:pt x="1895475" y="3619500"/>
                </a:cubicBezTo>
                <a:cubicBezTo>
                  <a:pt x="1891519" y="3619500"/>
                  <a:pt x="1883117" y="3613276"/>
                  <a:pt x="1876804" y="3605670"/>
                </a:cubicBezTo>
                <a:close/>
                <a:moveTo>
                  <a:pt x="1492250" y="3584575"/>
                </a:moveTo>
                <a:cubicBezTo>
                  <a:pt x="1480828" y="3573153"/>
                  <a:pt x="1485585" y="3545458"/>
                  <a:pt x="1499911" y="3539961"/>
                </a:cubicBezTo>
                <a:cubicBezTo>
                  <a:pt x="1518054" y="3532999"/>
                  <a:pt x="1543825" y="3558770"/>
                  <a:pt x="1536863" y="3576913"/>
                </a:cubicBezTo>
                <a:cubicBezTo>
                  <a:pt x="1531366" y="3591239"/>
                  <a:pt x="1503671" y="3595996"/>
                  <a:pt x="1492250" y="3584575"/>
                </a:cubicBezTo>
                <a:close/>
                <a:moveTo>
                  <a:pt x="2276575" y="3576758"/>
                </a:moveTo>
                <a:cubicBezTo>
                  <a:pt x="2260748" y="3557688"/>
                  <a:pt x="2271291" y="3533775"/>
                  <a:pt x="2295525" y="3533775"/>
                </a:cubicBezTo>
                <a:cubicBezTo>
                  <a:pt x="2306331" y="3533775"/>
                  <a:pt x="2317661" y="3540258"/>
                  <a:pt x="2320702" y="3548183"/>
                </a:cubicBezTo>
                <a:cubicBezTo>
                  <a:pt x="2326175" y="3562446"/>
                  <a:pt x="2309400" y="3590925"/>
                  <a:pt x="2295525" y="3590925"/>
                </a:cubicBezTo>
                <a:cubicBezTo>
                  <a:pt x="2291569" y="3590925"/>
                  <a:pt x="2283041" y="3584550"/>
                  <a:pt x="2276575" y="3576758"/>
                </a:cubicBezTo>
                <a:close/>
                <a:moveTo>
                  <a:pt x="2851605" y="3566722"/>
                </a:moveTo>
                <a:cubicBezTo>
                  <a:pt x="2831374" y="3535844"/>
                  <a:pt x="2845675" y="3499005"/>
                  <a:pt x="2881372" y="3490046"/>
                </a:cubicBezTo>
                <a:cubicBezTo>
                  <a:pt x="2930676" y="3477671"/>
                  <a:pt x="2963678" y="3540887"/>
                  <a:pt x="2925806" y="3575161"/>
                </a:cubicBezTo>
                <a:cubicBezTo>
                  <a:pt x="2900509" y="3598054"/>
                  <a:pt x="2869851" y="3594568"/>
                  <a:pt x="2851605" y="3566722"/>
                </a:cubicBezTo>
                <a:close/>
                <a:moveTo>
                  <a:pt x="1098536" y="3566373"/>
                </a:moveTo>
                <a:cubicBezTo>
                  <a:pt x="1095364" y="3558109"/>
                  <a:pt x="1100047" y="3544179"/>
                  <a:pt x="1108942" y="3535417"/>
                </a:cubicBezTo>
                <a:cubicBezTo>
                  <a:pt x="1124063" y="3520522"/>
                  <a:pt x="1125962" y="3520630"/>
                  <a:pt x="1138165" y="3537082"/>
                </a:cubicBezTo>
                <a:cubicBezTo>
                  <a:pt x="1145343" y="3546759"/>
                  <a:pt x="1148909" y="3560689"/>
                  <a:pt x="1146089" y="3568038"/>
                </a:cubicBezTo>
                <a:cubicBezTo>
                  <a:pt x="1139132" y="3586166"/>
                  <a:pt x="1105681" y="3584995"/>
                  <a:pt x="1098536" y="3566373"/>
                </a:cubicBezTo>
                <a:close/>
                <a:moveTo>
                  <a:pt x="1346223" y="3566472"/>
                </a:moveTo>
                <a:cubicBezTo>
                  <a:pt x="1338285" y="3545784"/>
                  <a:pt x="1358439" y="3526329"/>
                  <a:pt x="1372864" y="3540754"/>
                </a:cubicBezTo>
                <a:cubicBezTo>
                  <a:pt x="1385057" y="3552947"/>
                  <a:pt x="1377503" y="3581400"/>
                  <a:pt x="1362075" y="3581400"/>
                </a:cubicBezTo>
                <a:cubicBezTo>
                  <a:pt x="1356507" y="3581400"/>
                  <a:pt x="1349374" y="3574682"/>
                  <a:pt x="1346223" y="3566472"/>
                </a:cubicBezTo>
                <a:close/>
                <a:moveTo>
                  <a:pt x="2664226" y="3575451"/>
                </a:moveTo>
                <a:cubicBezTo>
                  <a:pt x="2652747" y="3563972"/>
                  <a:pt x="2656761" y="3536699"/>
                  <a:pt x="2671762" y="3524250"/>
                </a:cubicBezTo>
                <a:cubicBezTo>
                  <a:pt x="2690864" y="3508396"/>
                  <a:pt x="2716683" y="3528894"/>
                  <a:pt x="2712703" y="3556754"/>
                </a:cubicBezTo>
                <a:cubicBezTo>
                  <a:pt x="2709886" y="3576468"/>
                  <a:pt x="2677669" y="3588894"/>
                  <a:pt x="2664226" y="3575451"/>
                </a:cubicBezTo>
                <a:close/>
                <a:moveTo>
                  <a:pt x="2097144" y="3553841"/>
                </a:moveTo>
                <a:cubicBezTo>
                  <a:pt x="2070377" y="3537298"/>
                  <a:pt x="2083428" y="3476625"/>
                  <a:pt x="2113754" y="3476625"/>
                </a:cubicBezTo>
                <a:cubicBezTo>
                  <a:pt x="2128503" y="3476625"/>
                  <a:pt x="2154818" y="3514385"/>
                  <a:pt x="2149580" y="3528034"/>
                </a:cubicBezTo>
                <a:cubicBezTo>
                  <a:pt x="2142177" y="3547327"/>
                  <a:pt x="2111240" y="3562553"/>
                  <a:pt x="2097144" y="3553841"/>
                </a:cubicBezTo>
                <a:close/>
                <a:moveTo>
                  <a:pt x="1689393" y="3538601"/>
                </a:moveTo>
                <a:cubicBezTo>
                  <a:pt x="1686094" y="3530003"/>
                  <a:pt x="1687962" y="3518402"/>
                  <a:pt x="1693545" y="3512820"/>
                </a:cubicBezTo>
                <a:cubicBezTo>
                  <a:pt x="1708057" y="3498307"/>
                  <a:pt x="1735554" y="3511571"/>
                  <a:pt x="1731763" y="3531255"/>
                </a:cubicBezTo>
                <a:cubicBezTo>
                  <a:pt x="1727540" y="3553180"/>
                  <a:pt x="1697019" y="3558472"/>
                  <a:pt x="1689393" y="3538601"/>
                </a:cubicBezTo>
                <a:close/>
                <a:moveTo>
                  <a:pt x="4232261" y="3537798"/>
                </a:moveTo>
                <a:cubicBezTo>
                  <a:pt x="4229089" y="3529534"/>
                  <a:pt x="4233510" y="3515757"/>
                  <a:pt x="4242085" y="3507182"/>
                </a:cubicBezTo>
                <a:cubicBezTo>
                  <a:pt x="4261578" y="3487689"/>
                  <a:pt x="4291027" y="3510243"/>
                  <a:pt x="4280818" y="3536846"/>
                </a:cubicBezTo>
                <a:cubicBezTo>
                  <a:pt x="4273063" y="3557055"/>
                  <a:pt x="4239900" y="3557706"/>
                  <a:pt x="4232261" y="3537798"/>
                </a:cubicBezTo>
                <a:close/>
                <a:moveTo>
                  <a:pt x="4086594" y="3524940"/>
                </a:moveTo>
                <a:cubicBezTo>
                  <a:pt x="4074697" y="3502710"/>
                  <a:pt x="4082397" y="3479343"/>
                  <a:pt x="4105734" y="3466854"/>
                </a:cubicBezTo>
                <a:cubicBezTo>
                  <a:pt x="4138640" y="3449243"/>
                  <a:pt x="4168951" y="3504388"/>
                  <a:pt x="4141470" y="3531870"/>
                </a:cubicBezTo>
                <a:cubicBezTo>
                  <a:pt x="4124326" y="3549013"/>
                  <a:pt x="4097677" y="3545648"/>
                  <a:pt x="4086594" y="3524940"/>
                </a:cubicBezTo>
                <a:close/>
                <a:moveTo>
                  <a:pt x="1209775" y="3491033"/>
                </a:moveTo>
                <a:cubicBezTo>
                  <a:pt x="1194308" y="3472397"/>
                  <a:pt x="1204295" y="3448050"/>
                  <a:pt x="1227406" y="3448050"/>
                </a:cubicBezTo>
                <a:cubicBezTo>
                  <a:pt x="1251790" y="3448050"/>
                  <a:pt x="1260110" y="3472453"/>
                  <a:pt x="1241927" y="3490636"/>
                </a:cubicBezTo>
                <a:cubicBezTo>
                  <a:pt x="1224088" y="3508476"/>
                  <a:pt x="1224249" y="3508474"/>
                  <a:pt x="1209775" y="3491033"/>
                </a:cubicBezTo>
                <a:close/>
                <a:moveTo>
                  <a:pt x="3987246" y="3471122"/>
                </a:moveTo>
                <a:cubicBezTo>
                  <a:pt x="3979453" y="3450813"/>
                  <a:pt x="3997515" y="3428452"/>
                  <a:pt x="4015987" y="3435540"/>
                </a:cubicBezTo>
                <a:cubicBezTo>
                  <a:pt x="4034398" y="3442606"/>
                  <a:pt x="4028852" y="3480328"/>
                  <a:pt x="4008842" y="3484139"/>
                </a:cubicBezTo>
                <a:cubicBezTo>
                  <a:pt x="4000333" y="3485759"/>
                  <a:pt x="3990615" y="3479902"/>
                  <a:pt x="3987246" y="3471122"/>
                </a:cubicBezTo>
                <a:close/>
                <a:moveTo>
                  <a:pt x="1777405" y="3456102"/>
                </a:moveTo>
                <a:cubicBezTo>
                  <a:pt x="1751815" y="3419567"/>
                  <a:pt x="1788558" y="3378888"/>
                  <a:pt x="1828055" y="3400026"/>
                </a:cubicBezTo>
                <a:cubicBezTo>
                  <a:pt x="1851545" y="3412598"/>
                  <a:pt x="1853753" y="3440786"/>
                  <a:pt x="1832882" y="3461657"/>
                </a:cubicBezTo>
                <a:cubicBezTo>
                  <a:pt x="1812333" y="3482205"/>
                  <a:pt x="1794433" y="3480413"/>
                  <a:pt x="1777405" y="3456102"/>
                </a:cubicBezTo>
                <a:close/>
                <a:moveTo>
                  <a:pt x="1958375" y="3461477"/>
                </a:moveTo>
                <a:cubicBezTo>
                  <a:pt x="1950684" y="3441434"/>
                  <a:pt x="1959248" y="3429000"/>
                  <a:pt x="1980743" y="3429000"/>
                </a:cubicBezTo>
                <a:cubicBezTo>
                  <a:pt x="1999467" y="3429000"/>
                  <a:pt x="2009571" y="3445350"/>
                  <a:pt x="2002815" y="3464718"/>
                </a:cubicBezTo>
                <a:cubicBezTo>
                  <a:pt x="1996876" y="3481745"/>
                  <a:pt x="1965268" y="3479440"/>
                  <a:pt x="1958375" y="3461477"/>
                </a:cubicBezTo>
                <a:close/>
                <a:moveTo>
                  <a:pt x="2517675" y="3451851"/>
                </a:moveTo>
                <a:cubicBezTo>
                  <a:pt x="2509555" y="3430690"/>
                  <a:pt x="2534922" y="3416674"/>
                  <a:pt x="2551445" y="3433192"/>
                </a:cubicBezTo>
                <a:cubicBezTo>
                  <a:pt x="2558614" y="3440358"/>
                  <a:pt x="2561575" y="3450919"/>
                  <a:pt x="2558027" y="3456660"/>
                </a:cubicBezTo>
                <a:cubicBezTo>
                  <a:pt x="2548444" y="3472165"/>
                  <a:pt x="2524369" y="3469296"/>
                  <a:pt x="2517675" y="3451851"/>
                </a:cubicBezTo>
                <a:close/>
                <a:moveTo>
                  <a:pt x="1564005" y="3446145"/>
                </a:moveTo>
                <a:cubicBezTo>
                  <a:pt x="1535567" y="3417707"/>
                  <a:pt x="1567107" y="3373189"/>
                  <a:pt x="1602335" y="3392042"/>
                </a:cubicBezTo>
                <a:cubicBezTo>
                  <a:pt x="1630413" y="3407069"/>
                  <a:pt x="1617756" y="3457575"/>
                  <a:pt x="1585912" y="3457575"/>
                </a:cubicBezTo>
                <a:cubicBezTo>
                  <a:pt x="1580149" y="3457575"/>
                  <a:pt x="1570291" y="3452431"/>
                  <a:pt x="1564005" y="3446145"/>
                </a:cubicBezTo>
                <a:close/>
                <a:moveTo>
                  <a:pt x="1354455" y="3436620"/>
                </a:moveTo>
                <a:cubicBezTo>
                  <a:pt x="1316540" y="3398705"/>
                  <a:pt x="1360451" y="3338814"/>
                  <a:pt x="1404840" y="3367899"/>
                </a:cubicBezTo>
                <a:cubicBezTo>
                  <a:pt x="1432909" y="3386291"/>
                  <a:pt x="1433944" y="3393167"/>
                  <a:pt x="1413367" y="3424572"/>
                </a:cubicBezTo>
                <a:cubicBezTo>
                  <a:pt x="1396744" y="3449941"/>
                  <a:pt x="1372694" y="3454859"/>
                  <a:pt x="1354455" y="3436620"/>
                </a:cubicBezTo>
                <a:close/>
                <a:moveTo>
                  <a:pt x="4344740" y="3435378"/>
                </a:moveTo>
                <a:cubicBezTo>
                  <a:pt x="4328556" y="3415876"/>
                  <a:pt x="4341834" y="3389323"/>
                  <a:pt x="4366043" y="3392777"/>
                </a:cubicBezTo>
                <a:cubicBezTo>
                  <a:pt x="4380457" y="3394834"/>
                  <a:pt x="4386262" y="3402462"/>
                  <a:pt x="4386262" y="3419344"/>
                </a:cubicBezTo>
                <a:cubicBezTo>
                  <a:pt x="4386262" y="3446517"/>
                  <a:pt x="4361818" y="3455956"/>
                  <a:pt x="4344740" y="3435378"/>
                </a:cubicBezTo>
                <a:close/>
                <a:moveTo>
                  <a:pt x="2349937" y="3432612"/>
                </a:moveTo>
                <a:cubicBezTo>
                  <a:pt x="2336628" y="3419303"/>
                  <a:pt x="2343448" y="3381885"/>
                  <a:pt x="2360884" y="3372554"/>
                </a:cubicBezTo>
                <a:cubicBezTo>
                  <a:pt x="2385942" y="3359143"/>
                  <a:pt x="2412589" y="3380437"/>
                  <a:pt x="2408348" y="3410483"/>
                </a:cubicBezTo>
                <a:cubicBezTo>
                  <a:pt x="2405073" y="3433682"/>
                  <a:pt x="2365862" y="3448537"/>
                  <a:pt x="2349937" y="3432612"/>
                </a:cubicBezTo>
                <a:close/>
                <a:moveTo>
                  <a:pt x="2815966" y="3431916"/>
                </a:moveTo>
                <a:cubicBezTo>
                  <a:pt x="2805239" y="3421189"/>
                  <a:pt x="2809432" y="3409950"/>
                  <a:pt x="2824162" y="3409950"/>
                </a:cubicBezTo>
                <a:cubicBezTo>
                  <a:pt x="2832020" y="3409950"/>
                  <a:pt x="2838450" y="3413983"/>
                  <a:pt x="2838450" y="3418912"/>
                </a:cubicBezTo>
                <a:cubicBezTo>
                  <a:pt x="2838450" y="3430923"/>
                  <a:pt x="2823575" y="3439525"/>
                  <a:pt x="2815966" y="3431916"/>
                </a:cubicBezTo>
                <a:close/>
                <a:moveTo>
                  <a:pt x="2630805" y="3408045"/>
                </a:moveTo>
                <a:cubicBezTo>
                  <a:pt x="2606031" y="3383271"/>
                  <a:pt x="2616941" y="3359457"/>
                  <a:pt x="2650033" y="3366075"/>
                </a:cubicBezTo>
                <a:cubicBezTo>
                  <a:pt x="2691038" y="3374276"/>
                  <a:pt x="2699986" y="3385127"/>
                  <a:pt x="2681219" y="3403894"/>
                </a:cubicBezTo>
                <a:cubicBezTo>
                  <a:pt x="2662740" y="3422373"/>
                  <a:pt x="2646472" y="3423712"/>
                  <a:pt x="2630805" y="3408045"/>
                </a:cubicBezTo>
                <a:close/>
                <a:moveTo>
                  <a:pt x="2185842" y="3390442"/>
                </a:moveTo>
                <a:cubicBezTo>
                  <a:pt x="2179177" y="3369444"/>
                  <a:pt x="2195111" y="3343275"/>
                  <a:pt x="2214562" y="3343275"/>
                </a:cubicBezTo>
                <a:cubicBezTo>
                  <a:pt x="2234013" y="3343275"/>
                  <a:pt x="2249947" y="3369444"/>
                  <a:pt x="2243282" y="3390442"/>
                </a:cubicBezTo>
                <a:cubicBezTo>
                  <a:pt x="2239341" y="3402858"/>
                  <a:pt x="2228901" y="3409950"/>
                  <a:pt x="2214562" y="3409950"/>
                </a:cubicBezTo>
                <a:cubicBezTo>
                  <a:pt x="2200223" y="3409950"/>
                  <a:pt x="2189783" y="3402858"/>
                  <a:pt x="2185842" y="3390442"/>
                </a:cubicBezTo>
                <a:close/>
                <a:moveTo>
                  <a:pt x="4172168" y="3372068"/>
                </a:moveTo>
                <a:cubicBezTo>
                  <a:pt x="4148304" y="3348204"/>
                  <a:pt x="4147803" y="3331789"/>
                  <a:pt x="4170318" y="3311413"/>
                </a:cubicBezTo>
                <a:cubicBezTo>
                  <a:pt x="4192844" y="3291028"/>
                  <a:pt x="4203379" y="3291541"/>
                  <a:pt x="4223719" y="3314017"/>
                </a:cubicBezTo>
                <a:cubicBezTo>
                  <a:pt x="4258520" y="3352471"/>
                  <a:pt x="4208687" y="3408587"/>
                  <a:pt x="4172168" y="3372068"/>
                </a:cubicBezTo>
                <a:close/>
                <a:moveTo>
                  <a:pt x="1127650" y="3367755"/>
                </a:moveTo>
                <a:cubicBezTo>
                  <a:pt x="1118167" y="3343041"/>
                  <a:pt x="1131459" y="3322614"/>
                  <a:pt x="1154863" y="3325938"/>
                </a:cubicBezTo>
                <a:cubicBezTo>
                  <a:pt x="1170605" y="3328173"/>
                  <a:pt x="1176337" y="3335343"/>
                  <a:pt x="1176337" y="3352800"/>
                </a:cubicBezTo>
                <a:cubicBezTo>
                  <a:pt x="1176337" y="3380916"/>
                  <a:pt x="1137302" y="3392907"/>
                  <a:pt x="1127650" y="3367755"/>
                </a:cubicBezTo>
                <a:close/>
                <a:moveTo>
                  <a:pt x="4057253" y="3357084"/>
                </a:moveTo>
                <a:cubicBezTo>
                  <a:pt x="4037130" y="3332837"/>
                  <a:pt x="4070219" y="3304137"/>
                  <a:pt x="4092550" y="3326468"/>
                </a:cubicBezTo>
                <a:cubicBezTo>
                  <a:pt x="4108118" y="3342036"/>
                  <a:pt x="4097705" y="3371850"/>
                  <a:pt x="4076700" y="3371850"/>
                </a:cubicBezTo>
                <a:cubicBezTo>
                  <a:pt x="4072744" y="3371850"/>
                  <a:pt x="4063993" y="3365205"/>
                  <a:pt x="4057253" y="3357084"/>
                </a:cubicBezTo>
                <a:close/>
                <a:moveTo>
                  <a:pt x="1873448" y="3346648"/>
                </a:moveTo>
                <a:cubicBezTo>
                  <a:pt x="1860362" y="3333562"/>
                  <a:pt x="1867150" y="3313351"/>
                  <a:pt x="1883568" y="3316513"/>
                </a:cubicBezTo>
                <a:cubicBezTo>
                  <a:pt x="1892736" y="3318278"/>
                  <a:pt x="1900237" y="3325736"/>
                  <a:pt x="1900237" y="3333086"/>
                </a:cubicBezTo>
                <a:cubicBezTo>
                  <a:pt x="1900237" y="3348125"/>
                  <a:pt x="1883432" y="3356632"/>
                  <a:pt x="1873448" y="3346648"/>
                </a:cubicBezTo>
                <a:close/>
                <a:moveTo>
                  <a:pt x="2024742" y="3328307"/>
                </a:moveTo>
                <a:cubicBezTo>
                  <a:pt x="2003127" y="3306692"/>
                  <a:pt x="2006103" y="3298765"/>
                  <a:pt x="2038245" y="3292337"/>
                </a:cubicBezTo>
                <a:cubicBezTo>
                  <a:pt x="2092901" y="3281405"/>
                  <a:pt x="2119751" y="3315476"/>
                  <a:pt x="2071067" y="3333985"/>
                </a:cubicBezTo>
                <a:cubicBezTo>
                  <a:pt x="2040209" y="3345717"/>
                  <a:pt x="2042425" y="3345989"/>
                  <a:pt x="2024742" y="3328307"/>
                </a:cubicBezTo>
                <a:close/>
                <a:moveTo>
                  <a:pt x="2485988" y="3286057"/>
                </a:moveTo>
                <a:cubicBezTo>
                  <a:pt x="2469730" y="3255677"/>
                  <a:pt x="2496744" y="3216982"/>
                  <a:pt x="2526521" y="3227997"/>
                </a:cubicBezTo>
                <a:cubicBezTo>
                  <a:pt x="2560520" y="3240574"/>
                  <a:pt x="2557295" y="3299331"/>
                  <a:pt x="2522384" y="3303364"/>
                </a:cubicBezTo>
                <a:cubicBezTo>
                  <a:pt x="2504165" y="3305469"/>
                  <a:pt x="2493719" y="3300501"/>
                  <a:pt x="2485988" y="3286057"/>
                </a:cubicBezTo>
                <a:close/>
                <a:moveTo>
                  <a:pt x="1270525" y="3282030"/>
                </a:moveTo>
                <a:cubicBezTo>
                  <a:pt x="1261042" y="3257316"/>
                  <a:pt x="1274334" y="3236889"/>
                  <a:pt x="1297738" y="3240213"/>
                </a:cubicBezTo>
                <a:cubicBezTo>
                  <a:pt x="1313480" y="3242448"/>
                  <a:pt x="1319212" y="3249618"/>
                  <a:pt x="1319212" y="3267075"/>
                </a:cubicBezTo>
                <a:cubicBezTo>
                  <a:pt x="1319212" y="3295191"/>
                  <a:pt x="1280177" y="3307182"/>
                  <a:pt x="1270525" y="3282030"/>
                </a:cubicBezTo>
                <a:close/>
                <a:moveTo>
                  <a:pt x="4291874" y="3280175"/>
                </a:moveTo>
                <a:cubicBezTo>
                  <a:pt x="4283795" y="3259121"/>
                  <a:pt x="4308257" y="3233941"/>
                  <a:pt x="4329041" y="3241917"/>
                </a:cubicBezTo>
                <a:cubicBezTo>
                  <a:pt x="4338710" y="3245627"/>
                  <a:pt x="4343565" y="3256184"/>
                  <a:pt x="4341686" y="3269413"/>
                </a:cubicBezTo>
                <a:cubicBezTo>
                  <a:pt x="4337888" y="3296160"/>
                  <a:pt x="4301062" y="3304116"/>
                  <a:pt x="4291874" y="3280175"/>
                </a:cubicBezTo>
                <a:close/>
                <a:moveTo>
                  <a:pt x="2312657" y="3214283"/>
                </a:moveTo>
                <a:cubicBezTo>
                  <a:pt x="2303258" y="3193653"/>
                  <a:pt x="2304527" y="3187164"/>
                  <a:pt x="2321226" y="3170465"/>
                </a:cubicBezTo>
                <a:cubicBezTo>
                  <a:pt x="2345631" y="3146060"/>
                  <a:pt x="2381250" y="3160066"/>
                  <a:pt x="2381250" y="3194067"/>
                </a:cubicBezTo>
                <a:cubicBezTo>
                  <a:pt x="2381250" y="3240279"/>
                  <a:pt x="2331220" y="3255024"/>
                  <a:pt x="2312657" y="3214283"/>
                </a:cubicBezTo>
                <a:close/>
                <a:moveTo>
                  <a:pt x="3995023" y="3225787"/>
                </a:moveTo>
                <a:cubicBezTo>
                  <a:pt x="3981890" y="3191563"/>
                  <a:pt x="3994973" y="3148012"/>
                  <a:pt x="4018388" y="3148012"/>
                </a:cubicBezTo>
                <a:cubicBezTo>
                  <a:pt x="4051357" y="3148012"/>
                  <a:pt x="4069807" y="3179540"/>
                  <a:pt x="4054670" y="3210014"/>
                </a:cubicBezTo>
                <a:cubicBezTo>
                  <a:pt x="4041244" y="3237040"/>
                  <a:pt x="4003202" y="3247100"/>
                  <a:pt x="3995023" y="3225787"/>
                </a:cubicBezTo>
                <a:close/>
                <a:moveTo>
                  <a:pt x="2196492" y="3203490"/>
                </a:moveTo>
                <a:cubicBezTo>
                  <a:pt x="2204684" y="3169386"/>
                  <a:pt x="2205805" y="3168254"/>
                  <a:pt x="2224344" y="3175368"/>
                </a:cubicBezTo>
                <a:cubicBezTo>
                  <a:pt x="2247771" y="3184357"/>
                  <a:pt x="2238322" y="3223544"/>
                  <a:pt x="2211821" y="3227303"/>
                </a:cubicBezTo>
                <a:cubicBezTo>
                  <a:pt x="2192331" y="3230067"/>
                  <a:pt x="2190713" y="3227553"/>
                  <a:pt x="2196492" y="3203490"/>
                </a:cubicBezTo>
                <a:close/>
                <a:moveTo>
                  <a:pt x="4114800" y="3187278"/>
                </a:moveTo>
                <a:cubicBezTo>
                  <a:pt x="4114800" y="3143780"/>
                  <a:pt x="4126372" y="3129075"/>
                  <a:pt x="4137593" y="3158316"/>
                </a:cubicBezTo>
                <a:cubicBezTo>
                  <a:pt x="4147326" y="3183680"/>
                  <a:pt x="4144081" y="3207006"/>
                  <a:pt x="4129087" y="3219450"/>
                </a:cubicBezTo>
                <a:cubicBezTo>
                  <a:pt x="4116737" y="3229699"/>
                  <a:pt x="4114800" y="3225335"/>
                  <a:pt x="4114800" y="3187278"/>
                </a:cubicBezTo>
                <a:close/>
                <a:moveTo>
                  <a:pt x="1124285" y="3172451"/>
                </a:moveTo>
                <a:cubicBezTo>
                  <a:pt x="1110032" y="3145819"/>
                  <a:pt x="1112079" y="3129274"/>
                  <a:pt x="1131843" y="3111388"/>
                </a:cubicBezTo>
                <a:cubicBezTo>
                  <a:pt x="1156473" y="3089099"/>
                  <a:pt x="1178160" y="3091809"/>
                  <a:pt x="1196263" y="3119437"/>
                </a:cubicBezTo>
                <a:cubicBezTo>
                  <a:pt x="1210716" y="3141496"/>
                  <a:pt x="1210716" y="3145003"/>
                  <a:pt x="1196263" y="3167062"/>
                </a:cubicBezTo>
                <a:cubicBezTo>
                  <a:pt x="1177322" y="3195969"/>
                  <a:pt x="1138430" y="3198881"/>
                  <a:pt x="1124285" y="3172451"/>
                </a:cubicBezTo>
                <a:close/>
                <a:moveTo>
                  <a:pt x="1352985" y="3167586"/>
                </a:moveTo>
                <a:cubicBezTo>
                  <a:pt x="1336999" y="3148325"/>
                  <a:pt x="1344376" y="3110757"/>
                  <a:pt x="1364913" y="3106842"/>
                </a:cubicBezTo>
                <a:cubicBezTo>
                  <a:pt x="1404394" y="3099315"/>
                  <a:pt x="1426203" y="3152797"/>
                  <a:pt x="1391276" y="3171489"/>
                </a:cubicBezTo>
                <a:cubicBezTo>
                  <a:pt x="1367690" y="3184112"/>
                  <a:pt x="1366608" y="3184002"/>
                  <a:pt x="1352985" y="3167586"/>
                </a:cubicBezTo>
                <a:close/>
                <a:moveTo>
                  <a:pt x="4221599" y="3170039"/>
                </a:moveTo>
                <a:cubicBezTo>
                  <a:pt x="4205970" y="3154410"/>
                  <a:pt x="4207076" y="3138525"/>
                  <a:pt x="4224815" y="3123803"/>
                </a:cubicBezTo>
                <a:cubicBezTo>
                  <a:pt x="4245936" y="3106274"/>
                  <a:pt x="4276476" y="3135939"/>
                  <a:pt x="4261595" y="3159530"/>
                </a:cubicBezTo>
                <a:cubicBezTo>
                  <a:pt x="4248217" y="3180739"/>
                  <a:pt x="4235611" y="3184051"/>
                  <a:pt x="4221599" y="3170039"/>
                </a:cubicBezTo>
                <a:close/>
                <a:moveTo>
                  <a:pt x="2419729" y="3100845"/>
                </a:moveTo>
                <a:cubicBezTo>
                  <a:pt x="2401468" y="3078842"/>
                  <a:pt x="2411595" y="3052762"/>
                  <a:pt x="2438400" y="3052762"/>
                </a:cubicBezTo>
                <a:cubicBezTo>
                  <a:pt x="2453496" y="3052762"/>
                  <a:pt x="2463135" y="3058910"/>
                  <a:pt x="2465249" y="3069888"/>
                </a:cubicBezTo>
                <a:cubicBezTo>
                  <a:pt x="2468547" y="3087014"/>
                  <a:pt x="2451964" y="3114675"/>
                  <a:pt x="2438400" y="3114675"/>
                </a:cubicBezTo>
                <a:cubicBezTo>
                  <a:pt x="2434444" y="3114675"/>
                  <a:pt x="2426042" y="3108451"/>
                  <a:pt x="2419729" y="3100845"/>
                </a:cubicBezTo>
                <a:close/>
                <a:moveTo>
                  <a:pt x="4339743" y="3100132"/>
                </a:moveTo>
                <a:cubicBezTo>
                  <a:pt x="4317928" y="3078317"/>
                  <a:pt x="4320641" y="3042152"/>
                  <a:pt x="4345393" y="3024815"/>
                </a:cubicBezTo>
                <a:cubicBezTo>
                  <a:pt x="4373363" y="3005224"/>
                  <a:pt x="4383359" y="3017620"/>
                  <a:pt x="4379729" y="3067396"/>
                </a:cubicBezTo>
                <a:cubicBezTo>
                  <a:pt x="4376424" y="3112721"/>
                  <a:pt x="4363177" y="3123566"/>
                  <a:pt x="4339743" y="3100132"/>
                </a:cubicBezTo>
                <a:close/>
                <a:moveTo>
                  <a:pt x="1244600" y="3051175"/>
                </a:moveTo>
                <a:cubicBezTo>
                  <a:pt x="1224149" y="3030724"/>
                  <a:pt x="1244299" y="2995983"/>
                  <a:pt x="1270727" y="3006125"/>
                </a:cubicBezTo>
                <a:cubicBezTo>
                  <a:pt x="1290280" y="3013628"/>
                  <a:pt x="1290335" y="3044250"/>
                  <a:pt x="1270808" y="3051743"/>
                </a:cubicBezTo>
                <a:cubicBezTo>
                  <a:pt x="1252152" y="3058902"/>
                  <a:pt x="1252331" y="3058906"/>
                  <a:pt x="1244600" y="3051175"/>
                </a:cubicBezTo>
                <a:close/>
                <a:moveTo>
                  <a:pt x="4030793" y="3036093"/>
                </a:moveTo>
                <a:cubicBezTo>
                  <a:pt x="4032467" y="3024306"/>
                  <a:pt x="4040266" y="3014662"/>
                  <a:pt x="4048125" y="3014662"/>
                </a:cubicBezTo>
                <a:cubicBezTo>
                  <a:pt x="4055983" y="3014662"/>
                  <a:pt x="4063782" y="3024306"/>
                  <a:pt x="4065456" y="3036093"/>
                </a:cubicBezTo>
                <a:cubicBezTo>
                  <a:pt x="4067798" y="3052588"/>
                  <a:pt x="4063806" y="3057525"/>
                  <a:pt x="4048125" y="3057525"/>
                </a:cubicBezTo>
                <a:cubicBezTo>
                  <a:pt x="4032443" y="3057525"/>
                  <a:pt x="4028451" y="3052588"/>
                  <a:pt x="4030793" y="3036093"/>
                </a:cubicBezTo>
                <a:close/>
                <a:moveTo>
                  <a:pt x="4121656" y="3035733"/>
                </a:moveTo>
                <a:cubicBezTo>
                  <a:pt x="4114103" y="3016052"/>
                  <a:pt x="4128851" y="2998015"/>
                  <a:pt x="4149278" y="3001949"/>
                </a:cubicBezTo>
                <a:cubicBezTo>
                  <a:pt x="4174585" y="3006823"/>
                  <a:pt x="4172722" y="3042447"/>
                  <a:pt x="4146968" y="3046122"/>
                </a:cubicBezTo>
                <a:cubicBezTo>
                  <a:pt x="4135848" y="3047709"/>
                  <a:pt x="4124457" y="3043034"/>
                  <a:pt x="4121656" y="3035733"/>
                </a:cubicBezTo>
                <a:close/>
                <a:moveTo>
                  <a:pt x="1111250" y="3022600"/>
                </a:moveTo>
                <a:cubicBezTo>
                  <a:pt x="1090799" y="3002149"/>
                  <a:pt x="1110949" y="2967408"/>
                  <a:pt x="1137377" y="2977550"/>
                </a:cubicBezTo>
                <a:cubicBezTo>
                  <a:pt x="1156930" y="2985053"/>
                  <a:pt x="1156985" y="3015675"/>
                  <a:pt x="1137458" y="3023168"/>
                </a:cubicBezTo>
                <a:cubicBezTo>
                  <a:pt x="1118802" y="3030327"/>
                  <a:pt x="1118981" y="3030331"/>
                  <a:pt x="1111250" y="3022600"/>
                </a:cubicBezTo>
                <a:close/>
                <a:moveTo>
                  <a:pt x="2287905" y="3007995"/>
                </a:moveTo>
                <a:cubicBezTo>
                  <a:pt x="2260818" y="2980908"/>
                  <a:pt x="2287314" y="2936312"/>
                  <a:pt x="2323642" y="2947842"/>
                </a:cubicBezTo>
                <a:cubicBezTo>
                  <a:pt x="2355800" y="2958048"/>
                  <a:pt x="2343941" y="3019425"/>
                  <a:pt x="2309812" y="3019425"/>
                </a:cubicBezTo>
                <a:cubicBezTo>
                  <a:pt x="2304049" y="3019425"/>
                  <a:pt x="2294191" y="3014281"/>
                  <a:pt x="2287905" y="3007995"/>
                </a:cubicBezTo>
                <a:close/>
                <a:moveTo>
                  <a:pt x="4224840" y="2991663"/>
                </a:moveTo>
                <a:cubicBezTo>
                  <a:pt x="4221773" y="2986701"/>
                  <a:pt x="4223324" y="2980132"/>
                  <a:pt x="4228286" y="2977065"/>
                </a:cubicBezTo>
                <a:cubicBezTo>
                  <a:pt x="4233248" y="2973998"/>
                  <a:pt x="4239817" y="2975549"/>
                  <a:pt x="4242884" y="2980511"/>
                </a:cubicBezTo>
                <a:cubicBezTo>
                  <a:pt x="4245951" y="2985473"/>
                  <a:pt x="4244400" y="2992042"/>
                  <a:pt x="4239438" y="2995109"/>
                </a:cubicBezTo>
                <a:cubicBezTo>
                  <a:pt x="4234476" y="2998176"/>
                  <a:pt x="4227907" y="2996625"/>
                  <a:pt x="4224840" y="2991663"/>
                </a:cubicBezTo>
                <a:close/>
                <a:moveTo>
                  <a:pt x="2488339" y="2970304"/>
                </a:moveTo>
                <a:cubicBezTo>
                  <a:pt x="2467822" y="2949787"/>
                  <a:pt x="2474147" y="2907105"/>
                  <a:pt x="2500238" y="2890009"/>
                </a:cubicBezTo>
                <a:cubicBezTo>
                  <a:pt x="2538159" y="2865163"/>
                  <a:pt x="2554240" y="2878258"/>
                  <a:pt x="2550844" y="2931221"/>
                </a:cubicBezTo>
                <a:cubicBezTo>
                  <a:pt x="2548255" y="2971603"/>
                  <a:pt x="2545325" y="2976867"/>
                  <a:pt x="2524058" y="2979353"/>
                </a:cubicBezTo>
                <a:cubicBezTo>
                  <a:pt x="2510924" y="2980887"/>
                  <a:pt x="2494850" y="2976815"/>
                  <a:pt x="2488339" y="2970304"/>
                </a:cubicBezTo>
                <a:close/>
                <a:moveTo>
                  <a:pt x="1352929" y="2957970"/>
                </a:moveTo>
                <a:cubicBezTo>
                  <a:pt x="1333095" y="2934071"/>
                  <a:pt x="1344880" y="2909887"/>
                  <a:pt x="1376362" y="2909887"/>
                </a:cubicBezTo>
                <a:cubicBezTo>
                  <a:pt x="1396043" y="2909887"/>
                  <a:pt x="1405682" y="2915109"/>
                  <a:pt x="1407974" y="2927013"/>
                </a:cubicBezTo>
                <a:cubicBezTo>
                  <a:pt x="1411756" y="2946651"/>
                  <a:pt x="1394005" y="2971800"/>
                  <a:pt x="1376362" y="2971800"/>
                </a:cubicBezTo>
                <a:cubicBezTo>
                  <a:pt x="1369787" y="2971800"/>
                  <a:pt x="1359242" y="2965576"/>
                  <a:pt x="1352929" y="2957970"/>
                </a:cubicBezTo>
                <a:close/>
                <a:moveTo>
                  <a:pt x="4062952" y="2903005"/>
                </a:moveTo>
                <a:cubicBezTo>
                  <a:pt x="4043356" y="2875027"/>
                  <a:pt x="4044249" y="2861375"/>
                  <a:pt x="4067175" y="2838450"/>
                </a:cubicBezTo>
                <a:cubicBezTo>
                  <a:pt x="4092313" y="2813311"/>
                  <a:pt x="4110684" y="2814418"/>
                  <a:pt x="4139045" y="2842779"/>
                </a:cubicBezTo>
                <a:cubicBezTo>
                  <a:pt x="4167387" y="2871121"/>
                  <a:pt x="4168036" y="2880463"/>
                  <a:pt x="4143375" y="2905125"/>
                </a:cubicBezTo>
                <a:cubicBezTo>
                  <a:pt x="4118098" y="2930401"/>
                  <a:pt x="4081465" y="2929435"/>
                  <a:pt x="4062952" y="2903005"/>
                </a:cubicBezTo>
                <a:close/>
                <a:moveTo>
                  <a:pt x="4293387" y="2913503"/>
                </a:moveTo>
                <a:cubicBezTo>
                  <a:pt x="4271224" y="2901100"/>
                  <a:pt x="4272185" y="2870124"/>
                  <a:pt x="4295113" y="2857854"/>
                </a:cubicBezTo>
                <a:cubicBezTo>
                  <a:pt x="4313058" y="2848250"/>
                  <a:pt x="4343400" y="2865483"/>
                  <a:pt x="4343400" y="2885279"/>
                </a:cubicBezTo>
                <a:cubicBezTo>
                  <a:pt x="4343400" y="2903637"/>
                  <a:pt x="4309721" y="2922644"/>
                  <a:pt x="4293387" y="2913503"/>
                </a:cubicBezTo>
                <a:close/>
                <a:moveTo>
                  <a:pt x="1167492" y="2880632"/>
                </a:moveTo>
                <a:cubicBezTo>
                  <a:pt x="1140070" y="2853209"/>
                  <a:pt x="1154987" y="2809875"/>
                  <a:pt x="1191849" y="2809875"/>
                </a:cubicBezTo>
                <a:cubicBezTo>
                  <a:pt x="1209415" y="2809875"/>
                  <a:pt x="1238250" y="2833973"/>
                  <a:pt x="1238250" y="2848655"/>
                </a:cubicBezTo>
                <a:cubicBezTo>
                  <a:pt x="1238250" y="2860132"/>
                  <a:pt x="1202782" y="2895600"/>
                  <a:pt x="1191305" y="2895600"/>
                </a:cubicBezTo>
                <a:cubicBezTo>
                  <a:pt x="1186440" y="2895600"/>
                  <a:pt x="1175725" y="2888864"/>
                  <a:pt x="1167492" y="2880632"/>
                </a:cubicBezTo>
                <a:close/>
                <a:moveTo>
                  <a:pt x="1403336" y="2794848"/>
                </a:moveTo>
                <a:cubicBezTo>
                  <a:pt x="1400164" y="2786584"/>
                  <a:pt x="1404585" y="2772807"/>
                  <a:pt x="1413160" y="2764232"/>
                </a:cubicBezTo>
                <a:cubicBezTo>
                  <a:pt x="1427596" y="2749796"/>
                  <a:pt x="1428750" y="2750907"/>
                  <a:pt x="1428750" y="2779258"/>
                </a:cubicBezTo>
                <a:cubicBezTo>
                  <a:pt x="1428750" y="2811246"/>
                  <a:pt x="1413271" y="2820741"/>
                  <a:pt x="1403336" y="2794848"/>
                </a:cubicBezTo>
                <a:close/>
                <a:moveTo>
                  <a:pt x="2297430" y="2798445"/>
                </a:moveTo>
                <a:cubicBezTo>
                  <a:pt x="2280597" y="2781612"/>
                  <a:pt x="2283520" y="2748396"/>
                  <a:pt x="2303418" y="2730388"/>
                </a:cubicBezTo>
                <a:cubicBezTo>
                  <a:pt x="2325741" y="2710186"/>
                  <a:pt x="2336487" y="2710525"/>
                  <a:pt x="2355961" y="2732043"/>
                </a:cubicBezTo>
                <a:cubicBezTo>
                  <a:pt x="2385770" y="2764982"/>
                  <a:pt x="2370140" y="2809875"/>
                  <a:pt x="2328862" y="2809875"/>
                </a:cubicBezTo>
                <a:cubicBezTo>
                  <a:pt x="2317861" y="2809875"/>
                  <a:pt x="2303716" y="2804731"/>
                  <a:pt x="2297430" y="2798445"/>
                </a:cubicBezTo>
                <a:close/>
                <a:moveTo>
                  <a:pt x="2469356" y="2803525"/>
                </a:moveTo>
                <a:cubicBezTo>
                  <a:pt x="2452274" y="2796692"/>
                  <a:pt x="2454648" y="2753202"/>
                  <a:pt x="2472476" y="2746361"/>
                </a:cubicBezTo>
                <a:cubicBezTo>
                  <a:pt x="2495039" y="2737702"/>
                  <a:pt x="2521616" y="2768046"/>
                  <a:pt x="2508995" y="2788055"/>
                </a:cubicBezTo>
                <a:cubicBezTo>
                  <a:pt x="2497600" y="2806120"/>
                  <a:pt x="2486588" y="2810417"/>
                  <a:pt x="2469356" y="2803525"/>
                </a:cubicBezTo>
                <a:close/>
                <a:moveTo>
                  <a:pt x="4165500" y="2766051"/>
                </a:moveTo>
                <a:cubicBezTo>
                  <a:pt x="4158195" y="2747014"/>
                  <a:pt x="4181363" y="2731249"/>
                  <a:pt x="4197258" y="2744441"/>
                </a:cubicBezTo>
                <a:cubicBezTo>
                  <a:pt x="4211671" y="2756403"/>
                  <a:pt x="4203336" y="2781300"/>
                  <a:pt x="4184919" y="2781300"/>
                </a:cubicBezTo>
                <a:cubicBezTo>
                  <a:pt x="4177457" y="2781300"/>
                  <a:pt x="4168718" y="2774438"/>
                  <a:pt x="4165500" y="2766051"/>
                </a:cubicBezTo>
                <a:close/>
                <a:moveTo>
                  <a:pt x="1273063" y="2706731"/>
                </a:moveTo>
                <a:cubicBezTo>
                  <a:pt x="1243254" y="2673792"/>
                  <a:pt x="1258884" y="2628900"/>
                  <a:pt x="1300162" y="2628900"/>
                </a:cubicBezTo>
                <a:cubicBezTo>
                  <a:pt x="1342255" y="2628900"/>
                  <a:pt x="1358244" y="2678849"/>
                  <a:pt x="1325606" y="2708386"/>
                </a:cubicBezTo>
                <a:cubicBezTo>
                  <a:pt x="1303283" y="2728588"/>
                  <a:pt x="1292537" y="2728249"/>
                  <a:pt x="1273063" y="2706731"/>
                </a:cubicBezTo>
                <a:close/>
                <a:moveTo>
                  <a:pt x="4286350" y="2709983"/>
                </a:moveTo>
                <a:cubicBezTo>
                  <a:pt x="4272265" y="2693012"/>
                  <a:pt x="4279740" y="2668900"/>
                  <a:pt x="4301698" y="2660473"/>
                </a:cubicBezTo>
                <a:cubicBezTo>
                  <a:pt x="4324253" y="2651818"/>
                  <a:pt x="4345663" y="2683072"/>
                  <a:pt x="4333170" y="2706415"/>
                </a:cubicBezTo>
                <a:cubicBezTo>
                  <a:pt x="4321733" y="2727787"/>
                  <a:pt x="4302352" y="2729264"/>
                  <a:pt x="4286350" y="2709983"/>
                </a:cubicBezTo>
                <a:close/>
                <a:moveTo>
                  <a:pt x="1130217" y="2698667"/>
                </a:moveTo>
                <a:cubicBezTo>
                  <a:pt x="1126770" y="2695220"/>
                  <a:pt x="1123950" y="2686685"/>
                  <a:pt x="1123950" y="2679700"/>
                </a:cubicBezTo>
                <a:cubicBezTo>
                  <a:pt x="1123950" y="2665510"/>
                  <a:pt x="1148504" y="2662313"/>
                  <a:pt x="1156620" y="2675445"/>
                </a:cubicBezTo>
                <a:cubicBezTo>
                  <a:pt x="1163102" y="2685934"/>
                  <a:pt x="1138831" y="2707281"/>
                  <a:pt x="1130217" y="2698667"/>
                </a:cubicBezTo>
                <a:close/>
                <a:moveTo>
                  <a:pt x="4099194" y="2681287"/>
                </a:moveTo>
                <a:cubicBezTo>
                  <a:pt x="4091648" y="2661623"/>
                  <a:pt x="4101879" y="2638425"/>
                  <a:pt x="4118097" y="2638425"/>
                </a:cubicBezTo>
                <a:cubicBezTo>
                  <a:pt x="4141576" y="2638425"/>
                  <a:pt x="4157100" y="2664749"/>
                  <a:pt x="4143375" y="2681287"/>
                </a:cubicBezTo>
                <a:cubicBezTo>
                  <a:pt x="4136853" y="2689145"/>
                  <a:pt x="4125478" y="2695575"/>
                  <a:pt x="4118097" y="2695575"/>
                </a:cubicBezTo>
                <a:cubicBezTo>
                  <a:pt x="4110716" y="2695575"/>
                  <a:pt x="4102209" y="2689145"/>
                  <a:pt x="4099194" y="2681287"/>
                </a:cubicBezTo>
                <a:close/>
                <a:moveTo>
                  <a:pt x="2235200" y="2632075"/>
                </a:moveTo>
                <a:cubicBezTo>
                  <a:pt x="2223924" y="2620799"/>
                  <a:pt x="2228454" y="2592989"/>
                  <a:pt x="2242441" y="2587622"/>
                </a:cubicBezTo>
                <a:cubicBezTo>
                  <a:pt x="2259859" y="2580938"/>
                  <a:pt x="2280292" y="2605211"/>
                  <a:pt x="2273077" y="2624016"/>
                </a:cubicBezTo>
                <a:cubicBezTo>
                  <a:pt x="2267384" y="2638851"/>
                  <a:pt x="2246433" y="2643308"/>
                  <a:pt x="2235200" y="2632075"/>
                </a:cubicBezTo>
                <a:close/>
                <a:moveTo>
                  <a:pt x="1438654" y="2596020"/>
                </a:moveTo>
                <a:cubicBezTo>
                  <a:pt x="1415415" y="2568018"/>
                  <a:pt x="1446154" y="2523670"/>
                  <a:pt x="1479842" y="2536597"/>
                </a:cubicBezTo>
                <a:cubicBezTo>
                  <a:pt x="1509048" y="2547804"/>
                  <a:pt x="1493383" y="2609850"/>
                  <a:pt x="1461348" y="2609850"/>
                </a:cubicBezTo>
                <a:cubicBezTo>
                  <a:pt x="1455179" y="2609850"/>
                  <a:pt x="1444967" y="2603626"/>
                  <a:pt x="1438654" y="2596020"/>
                </a:cubicBezTo>
                <a:close/>
                <a:moveTo>
                  <a:pt x="2390540" y="2595280"/>
                </a:moveTo>
                <a:cubicBezTo>
                  <a:pt x="2381295" y="2584139"/>
                  <a:pt x="2380972" y="2575172"/>
                  <a:pt x="2389170" y="2557180"/>
                </a:cubicBezTo>
                <a:cubicBezTo>
                  <a:pt x="2401674" y="2529736"/>
                  <a:pt x="2433736" y="2525885"/>
                  <a:pt x="2446302" y="2550318"/>
                </a:cubicBezTo>
                <a:cubicBezTo>
                  <a:pt x="2467258" y="2591063"/>
                  <a:pt x="2419200" y="2629813"/>
                  <a:pt x="2390540" y="2595280"/>
                </a:cubicBezTo>
                <a:close/>
                <a:moveTo>
                  <a:pt x="4040425" y="2580560"/>
                </a:moveTo>
                <a:cubicBezTo>
                  <a:pt x="4042302" y="2574928"/>
                  <a:pt x="4047910" y="2570321"/>
                  <a:pt x="4052887" y="2570321"/>
                </a:cubicBezTo>
                <a:cubicBezTo>
                  <a:pt x="4057864" y="2570321"/>
                  <a:pt x="4063472" y="2574928"/>
                  <a:pt x="4065349" y="2580560"/>
                </a:cubicBezTo>
                <a:cubicBezTo>
                  <a:pt x="4067226" y="2586192"/>
                  <a:pt x="4061618" y="2590800"/>
                  <a:pt x="4052887" y="2590800"/>
                </a:cubicBezTo>
                <a:cubicBezTo>
                  <a:pt x="4044156" y="2590800"/>
                  <a:pt x="4038548" y="2586192"/>
                  <a:pt x="4040425" y="2580560"/>
                </a:cubicBezTo>
                <a:close/>
                <a:moveTo>
                  <a:pt x="4183789" y="2560729"/>
                </a:moveTo>
                <a:cubicBezTo>
                  <a:pt x="4167689" y="2544629"/>
                  <a:pt x="4168833" y="2500469"/>
                  <a:pt x="4185713" y="2486460"/>
                </a:cubicBezTo>
                <a:cubicBezTo>
                  <a:pt x="4204829" y="2470594"/>
                  <a:pt x="4238742" y="2477534"/>
                  <a:pt x="4253842" y="2500401"/>
                </a:cubicBezTo>
                <a:cubicBezTo>
                  <a:pt x="4280684" y="2541052"/>
                  <a:pt x="4218051" y="2594991"/>
                  <a:pt x="4183789" y="2560729"/>
                </a:cubicBezTo>
                <a:close/>
                <a:moveTo>
                  <a:pt x="1090351" y="2542886"/>
                </a:moveTo>
                <a:cubicBezTo>
                  <a:pt x="1066919" y="2516994"/>
                  <a:pt x="1080749" y="2475664"/>
                  <a:pt x="1117125" y="2462872"/>
                </a:cubicBezTo>
                <a:cubicBezTo>
                  <a:pt x="1149730" y="2451405"/>
                  <a:pt x="1173956" y="2471761"/>
                  <a:pt x="1173956" y="2510625"/>
                </a:cubicBezTo>
                <a:cubicBezTo>
                  <a:pt x="1173956" y="2558033"/>
                  <a:pt x="1122150" y="2578024"/>
                  <a:pt x="1090351" y="2542886"/>
                </a:cubicBezTo>
                <a:close/>
                <a:moveTo>
                  <a:pt x="1308086" y="2509098"/>
                </a:moveTo>
                <a:cubicBezTo>
                  <a:pt x="1304914" y="2500834"/>
                  <a:pt x="1309335" y="2487057"/>
                  <a:pt x="1317910" y="2478482"/>
                </a:cubicBezTo>
                <a:cubicBezTo>
                  <a:pt x="1340005" y="2456387"/>
                  <a:pt x="1372871" y="2485351"/>
                  <a:pt x="1352946" y="2509359"/>
                </a:cubicBezTo>
                <a:cubicBezTo>
                  <a:pt x="1337151" y="2528391"/>
                  <a:pt x="1315440" y="2528265"/>
                  <a:pt x="1308086" y="2509098"/>
                </a:cubicBezTo>
                <a:close/>
                <a:moveTo>
                  <a:pt x="2175847" y="2481334"/>
                </a:moveTo>
                <a:cubicBezTo>
                  <a:pt x="2167501" y="2436848"/>
                  <a:pt x="2176123" y="2417295"/>
                  <a:pt x="2202421" y="2421063"/>
                </a:cubicBezTo>
                <a:cubicBezTo>
                  <a:pt x="2234000" y="2425587"/>
                  <a:pt x="2247146" y="2470070"/>
                  <a:pt x="2224348" y="2495261"/>
                </a:cubicBezTo>
                <a:cubicBezTo>
                  <a:pt x="2198751" y="2523545"/>
                  <a:pt x="2182913" y="2518997"/>
                  <a:pt x="2175847" y="2481334"/>
                </a:cubicBezTo>
                <a:close/>
                <a:moveTo>
                  <a:pt x="4000500" y="2480889"/>
                </a:moveTo>
                <a:cubicBezTo>
                  <a:pt x="4000500" y="2450105"/>
                  <a:pt x="4002385" y="2447157"/>
                  <a:pt x="4015247" y="2457831"/>
                </a:cubicBezTo>
                <a:cubicBezTo>
                  <a:pt x="4032052" y="2471779"/>
                  <a:pt x="4030246" y="2506391"/>
                  <a:pt x="4012406" y="2512266"/>
                </a:cubicBezTo>
                <a:cubicBezTo>
                  <a:pt x="4004317" y="2514930"/>
                  <a:pt x="4000500" y="2504869"/>
                  <a:pt x="4000500" y="2480889"/>
                </a:cubicBezTo>
                <a:close/>
                <a:moveTo>
                  <a:pt x="2506980" y="2484120"/>
                </a:moveTo>
                <a:cubicBezTo>
                  <a:pt x="2490147" y="2467287"/>
                  <a:pt x="2493070" y="2434071"/>
                  <a:pt x="2512968" y="2416063"/>
                </a:cubicBezTo>
                <a:cubicBezTo>
                  <a:pt x="2542871" y="2389002"/>
                  <a:pt x="2552700" y="2396884"/>
                  <a:pt x="2552700" y="2447925"/>
                </a:cubicBezTo>
                <a:cubicBezTo>
                  <a:pt x="2552700" y="2497613"/>
                  <a:pt x="2534713" y="2511853"/>
                  <a:pt x="2506980" y="2484120"/>
                </a:cubicBezTo>
                <a:close/>
                <a:moveTo>
                  <a:pt x="2349500" y="2422525"/>
                </a:moveTo>
                <a:cubicBezTo>
                  <a:pt x="2338594" y="2411619"/>
                  <a:pt x="2342561" y="2373517"/>
                  <a:pt x="2355056" y="2369159"/>
                </a:cubicBezTo>
                <a:cubicBezTo>
                  <a:pt x="2387837" y="2357724"/>
                  <a:pt x="2408108" y="2410660"/>
                  <a:pt x="2375708" y="2423093"/>
                </a:cubicBezTo>
                <a:cubicBezTo>
                  <a:pt x="2357052" y="2430252"/>
                  <a:pt x="2357231" y="2430256"/>
                  <a:pt x="2349500" y="2422525"/>
                </a:cubicBezTo>
                <a:close/>
                <a:moveTo>
                  <a:pt x="4283404" y="2413329"/>
                </a:moveTo>
                <a:cubicBezTo>
                  <a:pt x="4271904" y="2401829"/>
                  <a:pt x="4276119" y="2364470"/>
                  <a:pt x="4289495" y="2359337"/>
                </a:cubicBezTo>
                <a:cubicBezTo>
                  <a:pt x="4310017" y="2351462"/>
                  <a:pt x="4326276" y="2367287"/>
                  <a:pt x="4322802" y="2391754"/>
                </a:cubicBezTo>
                <a:cubicBezTo>
                  <a:pt x="4319652" y="2413934"/>
                  <a:pt x="4296621" y="2426546"/>
                  <a:pt x="4283404" y="2413329"/>
                </a:cubicBezTo>
                <a:close/>
                <a:moveTo>
                  <a:pt x="1221105" y="2388870"/>
                </a:moveTo>
                <a:cubicBezTo>
                  <a:pt x="1192889" y="2360654"/>
                  <a:pt x="1222343" y="2318926"/>
                  <a:pt x="1255646" y="2339933"/>
                </a:cubicBezTo>
                <a:cubicBezTo>
                  <a:pt x="1277301" y="2353593"/>
                  <a:pt x="1279207" y="2367506"/>
                  <a:pt x="1261807" y="2384906"/>
                </a:cubicBezTo>
                <a:cubicBezTo>
                  <a:pt x="1243412" y="2403302"/>
                  <a:pt x="1236235" y="2404000"/>
                  <a:pt x="1221105" y="2388870"/>
                </a:cubicBezTo>
                <a:close/>
                <a:moveTo>
                  <a:pt x="4162055" y="2385567"/>
                </a:moveTo>
                <a:cubicBezTo>
                  <a:pt x="4147014" y="2367444"/>
                  <a:pt x="4158111" y="2340930"/>
                  <a:pt x="4179064" y="2344924"/>
                </a:cubicBezTo>
                <a:cubicBezTo>
                  <a:pt x="4200005" y="2348915"/>
                  <a:pt x="4206443" y="2386465"/>
                  <a:pt x="4187437" y="2393759"/>
                </a:cubicBezTo>
                <a:cubicBezTo>
                  <a:pt x="4179685" y="2396733"/>
                  <a:pt x="4168263" y="2393047"/>
                  <a:pt x="4162055" y="2385567"/>
                </a:cubicBezTo>
                <a:close/>
                <a:moveTo>
                  <a:pt x="1432490" y="2377258"/>
                </a:moveTo>
                <a:cubicBezTo>
                  <a:pt x="1423027" y="2352598"/>
                  <a:pt x="1436853" y="2316309"/>
                  <a:pt x="1458305" y="2309501"/>
                </a:cubicBezTo>
                <a:cubicBezTo>
                  <a:pt x="1490897" y="2299156"/>
                  <a:pt x="1500406" y="2318572"/>
                  <a:pt x="1479924" y="2353642"/>
                </a:cubicBezTo>
                <a:cubicBezTo>
                  <a:pt x="1458949" y="2389557"/>
                  <a:pt x="1440697" y="2398644"/>
                  <a:pt x="1432490" y="2377258"/>
                </a:cubicBezTo>
                <a:close/>
                <a:moveTo>
                  <a:pt x="4002405" y="2341245"/>
                </a:moveTo>
                <a:cubicBezTo>
                  <a:pt x="3996118" y="2334958"/>
                  <a:pt x="3990975" y="2320813"/>
                  <a:pt x="3990975" y="2309812"/>
                </a:cubicBezTo>
                <a:cubicBezTo>
                  <a:pt x="3990975" y="2264904"/>
                  <a:pt x="4050078" y="2249435"/>
                  <a:pt x="4068359" y="2289557"/>
                </a:cubicBezTo>
                <a:cubicBezTo>
                  <a:pt x="4088747" y="2334305"/>
                  <a:pt x="4036450" y="2375290"/>
                  <a:pt x="4002405" y="2341245"/>
                </a:cubicBezTo>
                <a:close/>
                <a:moveTo>
                  <a:pt x="4406424" y="2309276"/>
                </a:moveTo>
                <a:cubicBezTo>
                  <a:pt x="4397233" y="2285325"/>
                  <a:pt x="4399168" y="2277856"/>
                  <a:pt x="4419947" y="2257077"/>
                </a:cubicBezTo>
                <a:cubicBezTo>
                  <a:pt x="4445651" y="2231373"/>
                  <a:pt x="4459141" y="2240922"/>
                  <a:pt x="4446867" y="2276132"/>
                </a:cubicBezTo>
                <a:cubicBezTo>
                  <a:pt x="4433809" y="2313590"/>
                  <a:pt x="4414235" y="2329631"/>
                  <a:pt x="4406424" y="2309276"/>
                </a:cubicBezTo>
                <a:close/>
                <a:moveTo>
                  <a:pt x="1053192" y="2299607"/>
                </a:moveTo>
                <a:cubicBezTo>
                  <a:pt x="1033373" y="2279787"/>
                  <a:pt x="1034309" y="2263921"/>
                  <a:pt x="1056482" y="2243854"/>
                </a:cubicBezTo>
                <a:cubicBezTo>
                  <a:pt x="1092483" y="2211274"/>
                  <a:pt x="1137492" y="2268647"/>
                  <a:pt x="1102995" y="2303145"/>
                </a:cubicBezTo>
                <a:cubicBezTo>
                  <a:pt x="1087471" y="2318668"/>
                  <a:pt x="1071090" y="2317504"/>
                  <a:pt x="1053192" y="2299607"/>
                </a:cubicBezTo>
                <a:close/>
                <a:moveTo>
                  <a:pt x="2257860" y="2281761"/>
                </a:moveTo>
                <a:cubicBezTo>
                  <a:pt x="2230768" y="2249118"/>
                  <a:pt x="2268133" y="2193934"/>
                  <a:pt x="2302668" y="2215583"/>
                </a:cubicBezTo>
                <a:cubicBezTo>
                  <a:pt x="2325163" y="2229685"/>
                  <a:pt x="2328563" y="2261126"/>
                  <a:pt x="2309639" y="2280050"/>
                </a:cubicBezTo>
                <a:cubicBezTo>
                  <a:pt x="2290502" y="2299187"/>
                  <a:pt x="2272807" y="2299772"/>
                  <a:pt x="2257860" y="2281761"/>
                </a:cubicBezTo>
                <a:close/>
                <a:moveTo>
                  <a:pt x="2428478" y="2280759"/>
                </a:moveTo>
                <a:cubicBezTo>
                  <a:pt x="2408355" y="2256512"/>
                  <a:pt x="2441444" y="2227812"/>
                  <a:pt x="2463775" y="2250143"/>
                </a:cubicBezTo>
                <a:cubicBezTo>
                  <a:pt x="2479343" y="2265711"/>
                  <a:pt x="2468930" y="2295525"/>
                  <a:pt x="2447925" y="2295525"/>
                </a:cubicBezTo>
                <a:cubicBezTo>
                  <a:pt x="2443969" y="2295525"/>
                  <a:pt x="2435218" y="2288880"/>
                  <a:pt x="2428478" y="2280759"/>
                </a:cubicBezTo>
                <a:close/>
                <a:moveTo>
                  <a:pt x="4149722" y="2253358"/>
                </a:moveTo>
                <a:cubicBezTo>
                  <a:pt x="4141626" y="2232260"/>
                  <a:pt x="4166812" y="2215945"/>
                  <a:pt x="4181031" y="2233077"/>
                </a:cubicBezTo>
                <a:cubicBezTo>
                  <a:pt x="4187416" y="2240771"/>
                  <a:pt x="4189874" y="2251539"/>
                  <a:pt x="4186495" y="2257007"/>
                </a:cubicBezTo>
                <a:cubicBezTo>
                  <a:pt x="4177612" y="2271379"/>
                  <a:pt x="4155807" y="2269216"/>
                  <a:pt x="4149722" y="2253358"/>
                </a:cubicBezTo>
                <a:close/>
                <a:moveTo>
                  <a:pt x="1348806" y="2232833"/>
                </a:moveTo>
                <a:cubicBezTo>
                  <a:pt x="1341080" y="2212699"/>
                  <a:pt x="1340950" y="2213235"/>
                  <a:pt x="1357588" y="2196597"/>
                </a:cubicBezTo>
                <a:cubicBezTo>
                  <a:pt x="1382335" y="2171850"/>
                  <a:pt x="1416712" y="2199493"/>
                  <a:pt x="1403619" y="2233612"/>
                </a:cubicBezTo>
                <a:cubicBezTo>
                  <a:pt x="1396357" y="2252537"/>
                  <a:pt x="1356148" y="2251965"/>
                  <a:pt x="1348806" y="2232833"/>
                </a:cubicBezTo>
                <a:close/>
                <a:moveTo>
                  <a:pt x="4272878" y="2225935"/>
                </a:moveTo>
                <a:cubicBezTo>
                  <a:pt x="4237145" y="2199806"/>
                  <a:pt x="4275157" y="2135001"/>
                  <a:pt x="4312443" y="2158482"/>
                </a:cubicBezTo>
                <a:cubicBezTo>
                  <a:pt x="4335807" y="2173195"/>
                  <a:pt x="4338476" y="2198453"/>
                  <a:pt x="4318946" y="2220033"/>
                </a:cubicBezTo>
                <a:cubicBezTo>
                  <a:pt x="4299296" y="2241746"/>
                  <a:pt x="4295216" y="2242269"/>
                  <a:pt x="4272878" y="2225935"/>
                </a:cubicBezTo>
                <a:close/>
                <a:moveTo>
                  <a:pt x="1201725" y="2194591"/>
                </a:moveTo>
                <a:cubicBezTo>
                  <a:pt x="1156970" y="2163244"/>
                  <a:pt x="1208570" y="2081786"/>
                  <a:pt x="1254836" y="2110748"/>
                </a:cubicBezTo>
                <a:cubicBezTo>
                  <a:pt x="1281210" y="2127257"/>
                  <a:pt x="1281725" y="2176379"/>
                  <a:pt x="1255715" y="2194597"/>
                </a:cubicBezTo>
                <a:cubicBezTo>
                  <a:pt x="1229001" y="2213308"/>
                  <a:pt x="1228448" y="2213308"/>
                  <a:pt x="1201725" y="2194591"/>
                </a:cubicBezTo>
                <a:close/>
                <a:moveTo>
                  <a:pt x="4002881" y="2184400"/>
                </a:moveTo>
                <a:cubicBezTo>
                  <a:pt x="3986323" y="2177776"/>
                  <a:pt x="3987990" y="2147934"/>
                  <a:pt x="4005740" y="2133203"/>
                </a:cubicBezTo>
                <a:cubicBezTo>
                  <a:pt x="4017944" y="2123075"/>
                  <a:pt x="4023287" y="2123730"/>
                  <a:pt x="4036535" y="2136978"/>
                </a:cubicBezTo>
                <a:cubicBezTo>
                  <a:pt x="4060521" y="2160964"/>
                  <a:pt x="4034823" y="2197176"/>
                  <a:pt x="4002881" y="2184400"/>
                </a:cubicBezTo>
                <a:close/>
                <a:moveTo>
                  <a:pt x="2146286" y="2166198"/>
                </a:moveTo>
                <a:cubicBezTo>
                  <a:pt x="2143114" y="2157934"/>
                  <a:pt x="2147535" y="2144157"/>
                  <a:pt x="2156110" y="2135582"/>
                </a:cubicBezTo>
                <a:cubicBezTo>
                  <a:pt x="2178205" y="2113487"/>
                  <a:pt x="2211071" y="2142451"/>
                  <a:pt x="2191146" y="2166459"/>
                </a:cubicBezTo>
                <a:cubicBezTo>
                  <a:pt x="2175351" y="2185491"/>
                  <a:pt x="2153640" y="2185365"/>
                  <a:pt x="2146286" y="2166198"/>
                </a:cubicBezTo>
                <a:close/>
                <a:moveTo>
                  <a:pt x="2500992" y="2156732"/>
                </a:moveTo>
                <a:cubicBezTo>
                  <a:pt x="2461924" y="2117664"/>
                  <a:pt x="2504603" y="2060234"/>
                  <a:pt x="2553326" y="2086310"/>
                </a:cubicBezTo>
                <a:cubicBezTo>
                  <a:pt x="2576589" y="2098760"/>
                  <a:pt x="2577117" y="2135315"/>
                  <a:pt x="2554331" y="2155936"/>
                </a:cubicBezTo>
                <a:cubicBezTo>
                  <a:pt x="2532584" y="2175616"/>
                  <a:pt x="2520064" y="2175803"/>
                  <a:pt x="2500992" y="2156732"/>
                </a:cubicBezTo>
                <a:close/>
                <a:moveTo>
                  <a:pt x="2308669" y="2119768"/>
                </a:moveTo>
                <a:cubicBezTo>
                  <a:pt x="2302034" y="2102477"/>
                  <a:pt x="2311671" y="2085975"/>
                  <a:pt x="2328405" y="2085975"/>
                </a:cubicBezTo>
                <a:cubicBezTo>
                  <a:pt x="2345784" y="2085975"/>
                  <a:pt x="2353592" y="2109822"/>
                  <a:pt x="2340500" y="2122914"/>
                </a:cubicBezTo>
                <a:cubicBezTo>
                  <a:pt x="2325991" y="2137423"/>
                  <a:pt x="2315028" y="2136340"/>
                  <a:pt x="2308669" y="2119768"/>
                </a:cubicBezTo>
                <a:close/>
                <a:moveTo>
                  <a:pt x="4108932" y="2119868"/>
                </a:moveTo>
                <a:cubicBezTo>
                  <a:pt x="4094642" y="2082628"/>
                  <a:pt x="4129503" y="2043999"/>
                  <a:pt x="4160043" y="2063232"/>
                </a:cubicBezTo>
                <a:cubicBezTo>
                  <a:pt x="4196013" y="2085884"/>
                  <a:pt x="4180487" y="2133600"/>
                  <a:pt x="4137147" y="2133600"/>
                </a:cubicBezTo>
                <a:cubicBezTo>
                  <a:pt x="4124527" y="2133600"/>
                  <a:pt x="4111831" y="2127420"/>
                  <a:pt x="4108932" y="2119868"/>
                </a:cubicBezTo>
                <a:close/>
                <a:moveTo>
                  <a:pt x="2733305" y="2109342"/>
                </a:moveTo>
                <a:cubicBezTo>
                  <a:pt x="2718264" y="2091219"/>
                  <a:pt x="2729361" y="2064705"/>
                  <a:pt x="2750314" y="2068699"/>
                </a:cubicBezTo>
                <a:cubicBezTo>
                  <a:pt x="2771255" y="2072690"/>
                  <a:pt x="2777693" y="2110240"/>
                  <a:pt x="2758687" y="2117534"/>
                </a:cubicBezTo>
                <a:cubicBezTo>
                  <a:pt x="2750935" y="2120508"/>
                  <a:pt x="2739513" y="2116822"/>
                  <a:pt x="2733305" y="2109342"/>
                </a:cubicBezTo>
                <a:close/>
                <a:moveTo>
                  <a:pt x="2005015" y="2105029"/>
                </a:moveTo>
                <a:cubicBezTo>
                  <a:pt x="1990009" y="2080749"/>
                  <a:pt x="2009334" y="2046546"/>
                  <a:pt x="2036300" y="2049655"/>
                </a:cubicBezTo>
                <a:cubicBezTo>
                  <a:pt x="2074321" y="2054039"/>
                  <a:pt x="2074809" y="2108323"/>
                  <a:pt x="2036868" y="2112714"/>
                </a:cubicBezTo>
                <a:cubicBezTo>
                  <a:pt x="2022956" y="2114324"/>
                  <a:pt x="2008622" y="2110866"/>
                  <a:pt x="2005015" y="2105029"/>
                </a:cubicBezTo>
                <a:close/>
                <a:moveTo>
                  <a:pt x="2924175" y="2101281"/>
                </a:moveTo>
                <a:cubicBezTo>
                  <a:pt x="2924175" y="2082948"/>
                  <a:pt x="2952365" y="2073798"/>
                  <a:pt x="2968244" y="2086976"/>
                </a:cubicBezTo>
                <a:cubicBezTo>
                  <a:pt x="2989205" y="2104372"/>
                  <a:pt x="2983486" y="2114550"/>
                  <a:pt x="2952750" y="2114550"/>
                </a:cubicBezTo>
                <a:cubicBezTo>
                  <a:pt x="2934675" y="2114550"/>
                  <a:pt x="2924175" y="2109674"/>
                  <a:pt x="2924175" y="2101281"/>
                </a:cubicBezTo>
                <a:close/>
                <a:moveTo>
                  <a:pt x="4383405" y="2093595"/>
                </a:moveTo>
                <a:cubicBezTo>
                  <a:pt x="4360727" y="2070917"/>
                  <a:pt x="4376961" y="2028825"/>
                  <a:pt x="4408383" y="2028825"/>
                </a:cubicBezTo>
                <a:cubicBezTo>
                  <a:pt x="4419421" y="2028825"/>
                  <a:pt x="4419707" y="2031506"/>
                  <a:pt x="4409926" y="2043291"/>
                </a:cubicBezTo>
                <a:cubicBezTo>
                  <a:pt x="4400138" y="2055085"/>
                  <a:pt x="4400806" y="2060946"/>
                  <a:pt x="4413543" y="2075020"/>
                </a:cubicBezTo>
                <a:cubicBezTo>
                  <a:pt x="4437145" y="2101099"/>
                  <a:pt x="4408539" y="2118729"/>
                  <a:pt x="4383405" y="2093595"/>
                </a:cubicBezTo>
                <a:close/>
                <a:moveTo>
                  <a:pt x="1076764" y="2072217"/>
                </a:moveTo>
                <a:cubicBezTo>
                  <a:pt x="1051040" y="2041221"/>
                  <a:pt x="1093611" y="2003929"/>
                  <a:pt x="1122145" y="2032463"/>
                </a:cubicBezTo>
                <a:cubicBezTo>
                  <a:pt x="1134276" y="2044594"/>
                  <a:pt x="1135518" y="2052037"/>
                  <a:pt x="1127530" y="2064722"/>
                </a:cubicBezTo>
                <a:cubicBezTo>
                  <a:pt x="1113622" y="2086807"/>
                  <a:pt x="1091575" y="2090062"/>
                  <a:pt x="1076764" y="2072217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1395108" y="2056441"/>
                </a:moveTo>
                <a:cubicBezTo>
                  <a:pt x="1387472" y="2032384"/>
                  <a:pt x="1401148" y="2016256"/>
                  <a:pt x="1425247" y="2020897"/>
                </a:cubicBezTo>
                <a:cubicBezTo>
                  <a:pt x="1446699" y="2025028"/>
                  <a:pt x="1454513" y="2056813"/>
                  <a:pt x="1436830" y="2068019"/>
                </a:cubicBezTo>
                <a:cubicBezTo>
                  <a:pt x="1415651" y="2081441"/>
                  <a:pt x="1401825" y="2077604"/>
                  <a:pt x="1395108" y="2056441"/>
                </a:cubicBezTo>
                <a:close/>
                <a:moveTo>
                  <a:pt x="3257929" y="2053095"/>
                </a:moveTo>
                <a:cubicBezTo>
                  <a:pt x="3232710" y="2022707"/>
                  <a:pt x="3269920" y="1974943"/>
                  <a:pt x="3299614" y="1999587"/>
                </a:cubicBezTo>
                <a:cubicBezTo>
                  <a:pt x="3317532" y="2014458"/>
                  <a:pt x="3319175" y="2039589"/>
                  <a:pt x="3303270" y="2055495"/>
                </a:cubicBezTo>
                <a:cubicBezTo>
                  <a:pt x="3287998" y="2070766"/>
                  <a:pt x="3271887" y="2069913"/>
                  <a:pt x="3257929" y="2053095"/>
                </a:cubicBezTo>
                <a:close/>
                <a:moveTo>
                  <a:pt x="3057525" y="2028825"/>
                </a:moveTo>
                <a:cubicBezTo>
                  <a:pt x="3046465" y="2008160"/>
                  <a:pt x="3059241" y="1971675"/>
                  <a:pt x="3077536" y="1971675"/>
                </a:cubicBezTo>
                <a:cubicBezTo>
                  <a:pt x="3098122" y="1971675"/>
                  <a:pt x="3124200" y="1992089"/>
                  <a:pt x="3124200" y="2008205"/>
                </a:cubicBezTo>
                <a:cubicBezTo>
                  <a:pt x="3124200" y="2046974"/>
                  <a:pt x="3075327" y="2062088"/>
                  <a:pt x="3057525" y="2028825"/>
                </a:cubicBezTo>
                <a:close/>
                <a:moveTo>
                  <a:pt x="3440430" y="2036445"/>
                </a:moveTo>
                <a:cubicBezTo>
                  <a:pt x="3424401" y="2020416"/>
                  <a:pt x="3426203" y="1985357"/>
                  <a:pt x="3443967" y="1967592"/>
                </a:cubicBezTo>
                <a:cubicBezTo>
                  <a:pt x="3463591" y="1947968"/>
                  <a:pt x="3479630" y="1948683"/>
                  <a:pt x="3498961" y="1970043"/>
                </a:cubicBezTo>
                <a:cubicBezTo>
                  <a:pt x="3528770" y="2002982"/>
                  <a:pt x="3513140" y="2047875"/>
                  <a:pt x="3471862" y="2047875"/>
                </a:cubicBezTo>
                <a:cubicBezTo>
                  <a:pt x="3460861" y="2047875"/>
                  <a:pt x="3446716" y="2042731"/>
                  <a:pt x="3440430" y="2036445"/>
                </a:cubicBezTo>
                <a:close/>
                <a:moveTo>
                  <a:pt x="4262196" y="2034588"/>
                </a:moveTo>
                <a:cubicBezTo>
                  <a:pt x="4238937" y="2017582"/>
                  <a:pt x="4251827" y="1981200"/>
                  <a:pt x="4281110" y="1981200"/>
                </a:cubicBezTo>
                <a:cubicBezTo>
                  <a:pt x="4304620" y="1981200"/>
                  <a:pt x="4317648" y="2000859"/>
                  <a:pt x="4309027" y="2023326"/>
                </a:cubicBezTo>
                <a:cubicBezTo>
                  <a:pt x="4301369" y="2043281"/>
                  <a:pt x="4280837" y="2048219"/>
                  <a:pt x="4262196" y="2034588"/>
                </a:cubicBezTo>
                <a:close/>
                <a:moveTo>
                  <a:pt x="2393156" y="2032041"/>
                </a:moveTo>
                <a:cubicBezTo>
                  <a:pt x="2377204" y="2025605"/>
                  <a:pt x="2377983" y="1986243"/>
                  <a:pt x="2394330" y="1972676"/>
                </a:cubicBezTo>
                <a:cubicBezTo>
                  <a:pt x="2422468" y="1949324"/>
                  <a:pt x="2456266" y="1985916"/>
                  <a:pt x="2438030" y="2019990"/>
                </a:cubicBezTo>
                <a:cubicBezTo>
                  <a:pt x="2428313" y="2038146"/>
                  <a:pt x="2416288" y="2041375"/>
                  <a:pt x="2393156" y="2032041"/>
                </a:cubicBezTo>
                <a:close/>
                <a:moveTo>
                  <a:pt x="1900830" y="2013769"/>
                </a:moveTo>
                <a:cubicBezTo>
                  <a:pt x="1877391" y="1990331"/>
                  <a:pt x="1905819" y="1947295"/>
                  <a:pt x="1934575" y="1962685"/>
                </a:cubicBezTo>
                <a:cubicBezTo>
                  <a:pt x="1955012" y="1973623"/>
                  <a:pt x="1958245" y="2000344"/>
                  <a:pt x="1941195" y="2017395"/>
                </a:cubicBezTo>
                <a:cubicBezTo>
                  <a:pt x="1926117" y="2032472"/>
                  <a:pt x="1918883" y="2031822"/>
                  <a:pt x="1900830" y="2013769"/>
                </a:cubicBezTo>
                <a:close/>
                <a:moveTo>
                  <a:pt x="2176466" y="2006354"/>
                </a:moveTo>
                <a:cubicBezTo>
                  <a:pt x="2159738" y="1980825"/>
                  <a:pt x="2165591" y="1956564"/>
                  <a:pt x="2191870" y="1942500"/>
                </a:cubicBezTo>
                <a:cubicBezTo>
                  <a:pt x="2218774" y="1928101"/>
                  <a:pt x="2247900" y="1947403"/>
                  <a:pt x="2247900" y="1979630"/>
                </a:cubicBezTo>
                <a:cubicBezTo>
                  <a:pt x="2247900" y="2029597"/>
                  <a:pt x="2202760" y="2046485"/>
                  <a:pt x="2176466" y="2006354"/>
                </a:cubicBezTo>
                <a:close/>
                <a:moveTo>
                  <a:pt x="4003661" y="2013798"/>
                </a:moveTo>
                <a:cubicBezTo>
                  <a:pt x="4000489" y="2005534"/>
                  <a:pt x="4005172" y="1991604"/>
                  <a:pt x="4014067" y="1982842"/>
                </a:cubicBezTo>
                <a:cubicBezTo>
                  <a:pt x="4029190" y="1967945"/>
                  <a:pt x="4031117" y="1968097"/>
                  <a:pt x="4043783" y="1985181"/>
                </a:cubicBezTo>
                <a:cubicBezTo>
                  <a:pt x="4053820" y="1998719"/>
                  <a:pt x="4054600" y="2006734"/>
                  <a:pt x="4046797" y="2016137"/>
                </a:cubicBezTo>
                <a:cubicBezTo>
                  <a:pt x="4032530" y="2033327"/>
                  <a:pt x="4010700" y="2032143"/>
                  <a:pt x="4003661" y="2013798"/>
                </a:cubicBezTo>
                <a:close/>
                <a:moveTo>
                  <a:pt x="2606954" y="2006441"/>
                </a:moveTo>
                <a:cubicBezTo>
                  <a:pt x="2604027" y="1998816"/>
                  <a:pt x="2606809" y="1985497"/>
                  <a:pt x="2613136" y="1976844"/>
                </a:cubicBezTo>
                <a:cubicBezTo>
                  <a:pt x="2628953" y="1955213"/>
                  <a:pt x="2659389" y="1967738"/>
                  <a:pt x="2655597" y="1994318"/>
                </a:cubicBezTo>
                <a:cubicBezTo>
                  <a:pt x="2652212" y="2018043"/>
                  <a:pt x="2614968" y="2027326"/>
                  <a:pt x="2606954" y="2006441"/>
                </a:cubicBezTo>
                <a:close/>
                <a:moveTo>
                  <a:pt x="2811780" y="2007870"/>
                </a:moveTo>
                <a:cubicBezTo>
                  <a:pt x="2782044" y="1978134"/>
                  <a:pt x="2817320" y="1916059"/>
                  <a:pt x="2856827" y="1928599"/>
                </a:cubicBezTo>
                <a:cubicBezTo>
                  <a:pt x="2867686" y="1932045"/>
                  <a:pt x="2881156" y="1943434"/>
                  <a:pt x="2886762" y="1953908"/>
                </a:cubicBezTo>
                <a:cubicBezTo>
                  <a:pt x="2908662" y="1994830"/>
                  <a:pt x="2844741" y="2040831"/>
                  <a:pt x="2811780" y="2007870"/>
                </a:cubicBezTo>
                <a:close/>
                <a:moveTo>
                  <a:pt x="1557998" y="1994788"/>
                </a:moveTo>
                <a:cubicBezTo>
                  <a:pt x="1549777" y="1986566"/>
                  <a:pt x="1543115" y="1976930"/>
                  <a:pt x="1543195" y="1973375"/>
                </a:cubicBezTo>
                <a:cubicBezTo>
                  <a:pt x="1543999" y="1937758"/>
                  <a:pt x="1602911" y="1933456"/>
                  <a:pt x="1607921" y="1968649"/>
                </a:cubicBezTo>
                <a:cubicBezTo>
                  <a:pt x="1612067" y="1997773"/>
                  <a:pt x="1578539" y="2015328"/>
                  <a:pt x="1557998" y="1994788"/>
                </a:cubicBezTo>
                <a:close/>
                <a:moveTo>
                  <a:pt x="1263647" y="1986658"/>
                </a:moveTo>
                <a:cubicBezTo>
                  <a:pt x="1257425" y="1970442"/>
                  <a:pt x="1280832" y="1948384"/>
                  <a:pt x="1294982" y="1957129"/>
                </a:cubicBezTo>
                <a:cubicBezTo>
                  <a:pt x="1300450" y="1960509"/>
                  <a:pt x="1304925" y="1971593"/>
                  <a:pt x="1304925" y="1981762"/>
                </a:cubicBezTo>
                <a:cubicBezTo>
                  <a:pt x="1304925" y="2003590"/>
                  <a:pt x="1271659" y="2007536"/>
                  <a:pt x="1263647" y="1986658"/>
                </a:cubicBezTo>
                <a:close/>
                <a:moveTo>
                  <a:pt x="3677029" y="1976894"/>
                </a:moveTo>
                <a:cubicBezTo>
                  <a:pt x="3662758" y="1959699"/>
                  <a:pt x="3671955" y="1927889"/>
                  <a:pt x="3693597" y="1919584"/>
                </a:cubicBezTo>
                <a:cubicBezTo>
                  <a:pt x="3717561" y="1910388"/>
                  <a:pt x="3746177" y="1948546"/>
                  <a:pt x="3733326" y="1972559"/>
                </a:cubicBezTo>
                <a:cubicBezTo>
                  <a:pt x="3721797" y="1994101"/>
                  <a:pt x="3693141" y="1996308"/>
                  <a:pt x="3677029" y="1976894"/>
                </a:cubicBezTo>
                <a:close/>
                <a:moveTo>
                  <a:pt x="2964697" y="1970287"/>
                </a:moveTo>
                <a:cubicBezTo>
                  <a:pt x="2951950" y="1957540"/>
                  <a:pt x="2959695" y="1933575"/>
                  <a:pt x="2976562" y="1933575"/>
                </a:cubicBezTo>
                <a:cubicBezTo>
                  <a:pt x="2994148" y="1933575"/>
                  <a:pt x="3001411" y="1958957"/>
                  <a:pt x="2987199" y="1970751"/>
                </a:cubicBezTo>
                <a:cubicBezTo>
                  <a:pt x="2978762" y="1977754"/>
                  <a:pt x="2972025" y="1977615"/>
                  <a:pt x="2964697" y="1970287"/>
                </a:cubicBezTo>
                <a:close/>
                <a:moveTo>
                  <a:pt x="2051073" y="1956747"/>
                </a:moveTo>
                <a:cubicBezTo>
                  <a:pt x="2043135" y="1936059"/>
                  <a:pt x="2063289" y="1916604"/>
                  <a:pt x="2077714" y="1931029"/>
                </a:cubicBezTo>
                <a:cubicBezTo>
                  <a:pt x="2089907" y="1943222"/>
                  <a:pt x="2082353" y="1971675"/>
                  <a:pt x="2066925" y="1971675"/>
                </a:cubicBezTo>
                <a:cubicBezTo>
                  <a:pt x="2061357" y="1971675"/>
                  <a:pt x="2054224" y="1964957"/>
                  <a:pt x="2051073" y="1956747"/>
                </a:cubicBezTo>
                <a:close/>
                <a:moveTo>
                  <a:pt x="940621" y="1939027"/>
                </a:moveTo>
                <a:cubicBezTo>
                  <a:pt x="897813" y="1915351"/>
                  <a:pt x="899032" y="1905826"/>
                  <a:pt x="946992" y="1889221"/>
                </a:cubicBezTo>
                <a:cubicBezTo>
                  <a:pt x="990572" y="1874133"/>
                  <a:pt x="1000125" y="1878574"/>
                  <a:pt x="1000125" y="1913920"/>
                </a:cubicBezTo>
                <a:cubicBezTo>
                  <a:pt x="1000125" y="1954420"/>
                  <a:pt x="982159" y="1962001"/>
                  <a:pt x="940621" y="1939027"/>
                </a:cubicBezTo>
                <a:close/>
                <a:moveTo>
                  <a:pt x="3901148" y="1937638"/>
                </a:moveTo>
                <a:cubicBezTo>
                  <a:pt x="3873474" y="1909963"/>
                  <a:pt x="3900612" y="1868175"/>
                  <a:pt x="3934486" y="1886304"/>
                </a:cubicBezTo>
                <a:cubicBezTo>
                  <a:pt x="3944600" y="1891716"/>
                  <a:pt x="3952875" y="1904416"/>
                  <a:pt x="3952875" y="1914525"/>
                </a:cubicBezTo>
                <a:cubicBezTo>
                  <a:pt x="3952875" y="1941770"/>
                  <a:pt x="3919980" y="1956469"/>
                  <a:pt x="3901148" y="1937638"/>
                </a:cubicBezTo>
                <a:close/>
                <a:moveTo>
                  <a:pt x="3334751" y="1930019"/>
                </a:moveTo>
                <a:cubicBezTo>
                  <a:pt x="3318883" y="1910898"/>
                  <a:pt x="3332412" y="1884403"/>
                  <a:pt x="3356296" y="1887827"/>
                </a:cubicBezTo>
                <a:cubicBezTo>
                  <a:pt x="3379684" y="1891180"/>
                  <a:pt x="3389197" y="1922760"/>
                  <a:pt x="3370405" y="1934669"/>
                </a:cubicBezTo>
                <a:cubicBezTo>
                  <a:pt x="3352750" y="1945857"/>
                  <a:pt x="3347307" y="1945148"/>
                  <a:pt x="3334751" y="1930019"/>
                </a:cubicBezTo>
                <a:close/>
                <a:moveTo>
                  <a:pt x="4127328" y="1932986"/>
                </a:moveTo>
                <a:cubicBezTo>
                  <a:pt x="4063602" y="1908908"/>
                  <a:pt x="4097339" y="1822430"/>
                  <a:pt x="4162402" y="1843080"/>
                </a:cubicBezTo>
                <a:cubicBezTo>
                  <a:pt x="4182523" y="1849466"/>
                  <a:pt x="4196624" y="1886128"/>
                  <a:pt x="4187802" y="1909118"/>
                </a:cubicBezTo>
                <a:cubicBezTo>
                  <a:pt x="4179701" y="1930230"/>
                  <a:pt x="4150518" y="1941748"/>
                  <a:pt x="4127328" y="1932986"/>
                </a:cubicBezTo>
                <a:close/>
                <a:moveTo>
                  <a:pt x="1374856" y="1899275"/>
                </a:moveTo>
                <a:cubicBezTo>
                  <a:pt x="1353294" y="1866368"/>
                  <a:pt x="1367432" y="1844017"/>
                  <a:pt x="1412236" y="1840179"/>
                </a:cubicBezTo>
                <a:cubicBezTo>
                  <a:pt x="1453923" y="1836608"/>
                  <a:pt x="1467916" y="1863604"/>
                  <a:pt x="1443607" y="1900703"/>
                </a:cubicBezTo>
                <a:cubicBezTo>
                  <a:pt x="1423750" y="1931010"/>
                  <a:pt x="1395261" y="1930418"/>
                  <a:pt x="1374856" y="1899275"/>
                </a:cubicBezTo>
                <a:close/>
                <a:moveTo>
                  <a:pt x="2290197" y="1913610"/>
                </a:moveTo>
                <a:cubicBezTo>
                  <a:pt x="2278563" y="1894785"/>
                  <a:pt x="2309222" y="1872786"/>
                  <a:pt x="2323356" y="1889817"/>
                </a:cubicBezTo>
                <a:cubicBezTo>
                  <a:pt x="2329906" y="1897708"/>
                  <a:pt x="2332499" y="1908639"/>
                  <a:pt x="2329120" y="1914107"/>
                </a:cubicBezTo>
                <a:cubicBezTo>
                  <a:pt x="2321069" y="1927133"/>
                  <a:pt x="2298376" y="1926844"/>
                  <a:pt x="2290197" y="1913610"/>
                </a:cubicBezTo>
                <a:close/>
                <a:moveTo>
                  <a:pt x="3545018" y="1902618"/>
                </a:moveTo>
                <a:cubicBezTo>
                  <a:pt x="3546692" y="1890831"/>
                  <a:pt x="3554491" y="1881187"/>
                  <a:pt x="3562350" y="1881187"/>
                </a:cubicBezTo>
                <a:cubicBezTo>
                  <a:pt x="3570208" y="1881187"/>
                  <a:pt x="3578007" y="1890831"/>
                  <a:pt x="3579681" y="1902618"/>
                </a:cubicBezTo>
                <a:cubicBezTo>
                  <a:pt x="3582023" y="1919113"/>
                  <a:pt x="3578031" y="1924050"/>
                  <a:pt x="3562350" y="1924050"/>
                </a:cubicBezTo>
                <a:cubicBezTo>
                  <a:pt x="3546668" y="1924050"/>
                  <a:pt x="3542676" y="1919113"/>
                  <a:pt x="3545018" y="1902618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3178174" y="1908174"/>
                </a:moveTo>
                <a:cubicBezTo>
                  <a:pt x="3166899" y="1896899"/>
                  <a:pt x="3171429" y="1869089"/>
                  <a:pt x="3185416" y="1863722"/>
                </a:cubicBezTo>
                <a:cubicBezTo>
                  <a:pt x="3202834" y="1857038"/>
                  <a:pt x="3223267" y="1881311"/>
                  <a:pt x="3216052" y="1900116"/>
                </a:cubicBezTo>
                <a:cubicBezTo>
                  <a:pt x="3210359" y="1914951"/>
                  <a:pt x="3189408" y="1919408"/>
                  <a:pt x="3178174" y="1908174"/>
                </a:cubicBezTo>
                <a:close/>
                <a:moveTo>
                  <a:pt x="1146927" y="1888185"/>
                </a:moveTo>
                <a:cubicBezTo>
                  <a:pt x="1127808" y="1875271"/>
                  <a:pt x="1125251" y="1840099"/>
                  <a:pt x="1142310" y="1824661"/>
                </a:cubicBezTo>
                <a:cubicBezTo>
                  <a:pt x="1161063" y="1807690"/>
                  <a:pt x="1209464" y="1823107"/>
                  <a:pt x="1209600" y="1846094"/>
                </a:cubicBezTo>
                <a:cubicBezTo>
                  <a:pt x="1209822" y="1883465"/>
                  <a:pt x="1174780" y="1906998"/>
                  <a:pt x="1146927" y="1888185"/>
                </a:cubicBezTo>
                <a:close/>
                <a:moveTo>
                  <a:pt x="2548617" y="1880507"/>
                </a:moveTo>
                <a:cubicBezTo>
                  <a:pt x="2540385" y="1872274"/>
                  <a:pt x="2533650" y="1859722"/>
                  <a:pt x="2533650" y="1852612"/>
                </a:cubicBezTo>
                <a:cubicBezTo>
                  <a:pt x="2533650" y="1840300"/>
                  <a:pt x="2558342" y="1809750"/>
                  <a:pt x="2568294" y="1809750"/>
                </a:cubicBezTo>
                <a:cubicBezTo>
                  <a:pt x="2586365" y="1809750"/>
                  <a:pt x="2609850" y="1833085"/>
                  <a:pt x="2609850" y="1851042"/>
                </a:cubicBezTo>
                <a:cubicBezTo>
                  <a:pt x="2609850" y="1891676"/>
                  <a:pt x="2576051" y="1907940"/>
                  <a:pt x="2548617" y="1880507"/>
                </a:cubicBezTo>
                <a:close/>
                <a:moveTo>
                  <a:pt x="4333212" y="1880389"/>
                </a:moveTo>
                <a:cubicBezTo>
                  <a:pt x="4318690" y="1862891"/>
                  <a:pt x="4331075" y="1835454"/>
                  <a:pt x="4355684" y="1830606"/>
                </a:cubicBezTo>
                <a:cubicBezTo>
                  <a:pt x="4379442" y="1825926"/>
                  <a:pt x="4394270" y="1862293"/>
                  <a:pt x="4376038" y="1880526"/>
                </a:cubicBezTo>
                <a:cubicBezTo>
                  <a:pt x="4357221" y="1899342"/>
                  <a:pt x="4348920" y="1899316"/>
                  <a:pt x="4333212" y="1880389"/>
                </a:cubicBezTo>
                <a:close/>
                <a:moveTo>
                  <a:pt x="2725868" y="1845468"/>
                </a:moveTo>
                <a:cubicBezTo>
                  <a:pt x="2727542" y="1833681"/>
                  <a:pt x="2735341" y="1824037"/>
                  <a:pt x="2743200" y="1824037"/>
                </a:cubicBezTo>
                <a:cubicBezTo>
                  <a:pt x="2751058" y="1824037"/>
                  <a:pt x="2758857" y="1833681"/>
                  <a:pt x="2760531" y="1845468"/>
                </a:cubicBezTo>
                <a:cubicBezTo>
                  <a:pt x="2762873" y="1861963"/>
                  <a:pt x="2758881" y="1866900"/>
                  <a:pt x="2743200" y="1866900"/>
                </a:cubicBezTo>
                <a:cubicBezTo>
                  <a:pt x="2727518" y="1866900"/>
                  <a:pt x="2723526" y="1861963"/>
                  <a:pt x="2725868" y="1845468"/>
                </a:cubicBezTo>
                <a:close/>
                <a:moveTo>
                  <a:pt x="1596117" y="1842407"/>
                </a:moveTo>
                <a:cubicBezTo>
                  <a:pt x="1584850" y="1831139"/>
                  <a:pt x="1583602" y="1822965"/>
                  <a:pt x="1591029" y="1809088"/>
                </a:cubicBezTo>
                <a:cubicBezTo>
                  <a:pt x="1608377" y="1776672"/>
                  <a:pt x="1647825" y="1790671"/>
                  <a:pt x="1647825" y="1829243"/>
                </a:cubicBezTo>
                <a:cubicBezTo>
                  <a:pt x="1647825" y="1848372"/>
                  <a:pt x="1611365" y="1857654"/>
                  <a:pt x="1596117" y="1842407"/>
                </a:cubicBezTo>
                <a:close/>
                <a:moveTo>
                  <a:pt x="3763193" y="1835943"/>
                </a:moveTo>
                <a:cubicBezTo>
                  <a:pt x="3752174" y="1806761"/>
                  <a:pt x="3767438" y="1781175"/>
                  <a:pt x="3795866" y="1781175"/>
                </a:cubicBezTo>
                <a:cubicBezTo>
                  <a:pt x="3812803" y="1781175"/>
                  <a:pt x="3820801" y="1787708"/>
                  <a:pt x="3825169" y="1805111"/>
                </a:cubicBezTo>
                <a:cubicBezTo>
                  <a:pt x="3836754" y="1851269"/>
                  <a:pt x="3779698" y="1879654"/>
                  <a:pt x="3763193" y="1835943"/>
                </a:cubicBezTo>
                <a:close/>
                <a:moveTo>
                  <a:pt x="1964055" y="1836420"/>
                </a:moveTo>
                <a:cubicBezTo>
                  <a:pt x="1935823" y="1808188"/>
                  <a:pt x="1956953" y="1752600"/>
                  <a:pt x="1995916" y="1752600"/>
                </a:cubicBezTo>
                <a:cubicBezTo>
                  <a:pt x="2019293" y="1752600"/>
                  <a:pt x="2047875" y="1780145"/>
                  <a:pt x="2047875" y="1802675"/>
                </a:cubicBezTo>
                <a:cubicBezTo>
                  <a:pt x="2047875" y="1839079"/>
                  <a:pt x="1990009" y="1862374"/>
                  <a:pt x="1964055" y="1836420"/>
                </a:cubicBezTo>
                <a:close/>
                <a:moveTo>
                  <a:pt x="2156539" y="1834722"/>
                </a:moveTo>
                <a:cubicBezTo>
                  <a:pt x="2148830" y="1814632"/>
                  <a:pt x="2159651" y="1800225"/>
                  <a:pt x="2182449" y="1800225"/>
                </a:cubicBezTo>
                <a:cubicBezTo>
                  <a:pt x="2196839" y="1800225"/>
                  <a:pt x="2200843" y="1805528"/>
                  <a:pt x="2198556" y="1821558"/>
                </a:cubicBezTo>
                <a:cubicBezTo>
                  <a:pt x="2195004" y="1846457"/>
                  <a:pt x="2164687" y="1855955"/>
                  <a:pt x="2156539" y="1834722"/>
                </a:cubicBezTo>
                <a:close/>
                <a:moveTo>
                  <a:pt x="2991556" y="1829506"/>
                </a:moveTo>
                <a:cubicBezTo>
                  <a:pt x="2955124" y="1793074"/>
                  <a:pt x="3001263" y="1733211"/>
                  <a:pt x="3039267" y="1767604"/>
                </a:cubicBezTo>
                <a:cubicBezTo>
                  <a:pt x="3061421" y="1787653"/>
                  <a:pt x="3062686" y="1812752"/>
                  <a:pt x="3042557" y="1832882"/>
                </a:cubicBezTo>
                <a:cubicBezTo>
                  <a:pt x="3023068" y="1852370"/>
                  <a:pt x="3013807" y="1851757"/>
                  <a:pt x="2991556" y="1829506"/>
                </a:cubicBezTo>
                <a:close/>
                <a:moveTo>
                  <a:pt x="2844799" y="1831974"/>
                </a:moveTo>
                <a:cubicBezTo>
                  <a:pt x="2833524" y="1820699"/>
                  <a:pt x="2838054" y="1792889"/>
                  <a:pt x="2852041" y="1787522"/>
                </a:cubicBezTo>
                <a:cubicBezTo>
                  <a:pt x="2873178" y="1779411"/>
                  <a:pt x="2891245" y="1806330"/>
                  <a:pt x="2876550" y="1824037"/>
                </a:cubicBezTo>
                <a:cubicBezTo>
                  <a:pt x="2863647" y="1839584"/>
                  <a:pt x="2854656" y="1841831"/>
                  <a:pt x="2844799" y="1831974"/>
                </a:cubicBezTo>
                <a:close/>
                <a:moveTo>
                  <a:pt x="3416629" y="1832304"/>
                </a:moveTo>
                <a:cubicBezTo>
                  <a:pt x="3400299" y="1815974"/>
                  <a:pt x="3410128" y="1789400"/>
                  <a:pt x="3431381" y="1792418"/>
                </a:cubicBezTo>
                <a:cubicBezTo>
                  <a:pt x="3445391" y="1794408"/>
                  <a:pt x="3452812" y="1802013"/>
                  <a:pt x="3452812" y="1814382"/>
                </a:cubicBezTo>
                <a:cubicBezTo>
                  <a:pt x="3452812" y="1833275"/>
                  <a:pt x="3429264" y="1844939"/>
                  <a:pt x="3416629" y="1832304"/>
                </a:cubicBezTo>
                <a:close/>
                <a:moveTo>
                  <a:pt x="2369236" y="1802606"/>
                </a:moveTo>
                <a:cubicBezTo>
                  <a:pt x="2334701" y="1764142"/>
                  <a:pt x="2384997" y="1701087"/>
                  <a:pt x="2424236" y="1733652"/>
                </a:cubicBezTo>
                <a:cubicBezTo>
                  <a:pt x="2444851" y="1750762"/>
                  <a:pt x="2442223" y="1797508"/>
                  <a:pt x="2419976" y="1809414"/>
                </a:cubicBezTo>
                <a:cubicBezTo>
                  <a:pt x="2394632" y="1822978"/>
                  <a:pt x="2386554" y="1821894"/>
                  <a:pt x="2369236" y="1802606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3249930" y="1788795"/>
                </a:moveTo>
                <a:cubicBezTo>
                  <a:pt x="3216486" y="1755351"/>
                  <a:pt x="3261048" y="1692395"/>
                  <a:pt x="3299970" y="1718098"/>
                </a:cubicBezTo>
                <a:cubicBezTo>
                  <a:pt x="3325029" y="1734647"/>
                  <a:pt x="3329492" y="1765021"/>
                  <a:pt x="3309764" y="1784750"/>
                </a:cubicBezTo>
                <a:cubicBezTo>
                  <a:pt x="3291479" y="1803034"/>
                  <a:pt x="3265898" y="1804763"/>
                  <a:pt x="3249930" y="1788795"/>
                </a:cubicBezTo>
                <a:close/>
                <a:moveTo>
                  <a:pt x="3586702" y="1779055"/>
                </a:moveTo>
                <a:cubicBezTo>
                  <a:pt x="3567106" y="1751077"/>
                  <a:pt x="3567999" y="1737425"/>
                  <a:pt x="3590925" y="1714500"/>
                </a:cubicBezTo>
                <a:cubicBezTo>
                  <a:pt x="3623656" y="1681768"/>
                  <a:pt x="3667125" y="1700786"/>
                  <a:pt x="3667125" y="1747837"/>
                </a:cubicBezTo>
                <a:cubicBezTo>
                  <a:pt x="3667125" y="1796229"/>
                  <a:pt x="3613352" y="1817103"/>
                  <a:pt x="3586702" y="1779055"/>
                </a:cubicBezTo>
                <a:close/>
                <a:moveTo>
                  <a:pt x="4004402" y="1787131"/>
                </a:moveTo>
                <a:cubicBezTo>
                  <a:pt x="3992987" y="1757384"/>
                  <a:pt x="4004537" y="1738312"/>
                  <a:pt x="4033967" y="1738312"/>
                </a:cubicBezTo>
                <a:cubicBezTo>
                  <a:pt x="4075243" y="1738312"/>
                  <a:pt x="4077267" y="1793753"/>
                  <a:pt x="4036164" y="1798481"/>
                </a:cubicBezTo>
                <a:cubicBezTo>
                  <a:pt x="4019414" y="1800408"/>
                  <a:pt x="4007921" y="1796301"/>
                  <a:pt x="4004402" y="1787131"/>
                </a:cubicBezTo>
                <a:close/>
                <a:moveTo>
                  <a:pt x="4454723" y="1794073"/>
                </a:moveTo>
                <a:cubicBezTo>
                  <a:pt x="4440050" y="1779400"/>
                  <a:pt x="4448556" y="1752600"/>
                  <a:pt x="4467887" y="1752600"/>
                </a:cubicBezTo>
                <a:cubicBezTo>
                  <a:pt x="4482703" y="1752600"/>
                  <a:pt x="4486843" y="1757737"/>
                  <a:pt x="4484556" y="1773285"/>
                </a:cubicBezTo>
                <a:cubicBezTo>
                  <a:pt x="4481395" y="1794766"/>
                  <a:pt x="4466085" y="1805435"/>
                  <a:pt x="4454723" y="1794073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1276729" y="1757820"/>
                </a:moveTo>
                <a:cubicBezTo>
                  <a:pt x="1259499" y="1737058"/>
                  <a:pt x="1268773" y="1710164"/>
                  <a:pt x="1294420" y="1706522"/>
                </a:cubicBezTo>
                <a:cubicBezTo>
                  <a:pt x="1329665" y="1701517"/>
                  <a:pt x="1343960" y="1731254"/>
                  <a:pt x="1318532" y="1756682"/>
                </a:cubicBezTo>
                <a:cubicBezTo>
                  <a:pt x="1299971" y="1775242"/>
                  <a:pt x="1291383" y="1775476"/>
                  <a:pt x="1276729" y="1757820"/>
                </a:cubicBezTo>
                <a:close/>
                <a:moveTo>
                  <a:pt x="4171287" y="1756564"/>
                </a:moveTo>
                <a:cubicBezTo>
                  <a:pt x="4155512" y="1737556"/>
                  <a:pt x="4170670" y="1709737"/>
                  <a:pt x="4196800" y="1709737"/>
                </a:cubicBezTo>
                <a:cubicBezTo>
                  <a:pt x="4229870" y="1709737"/>
                  <a:pt x="4222946" y="1770694"/>
                  <a:pt x="4189785" y="1771504"/>
                </a:cubicBezTo>
                <a:cubicBezTo>
                  <a:pt x="4186497" y="1771584"/>
                  <a:pt x="4178173" y="1764861"/>
                  <a:pt x="4171287" y="1756564"/>
                </a:cubicBezTo>
                <a:close/>
                <a:moveTo>
                  <a:pt x="1448163" y="1729226"/>
                </a:moveTo>
                <a:cubicBezTo>
                  <a:pt x="1432520" y="1710376"/>
                  <a:pt x="1443020" y="1683607"/>
                  <a:pt x="1464439" y="1687732"/>
                </a:cubicBezTo>
                <a:cubicBezTo>
                  <a:pt x="1474828" y="1689733"/>
                  <a:pt x="1481137" y="1699596"/>
                  <a:pt x="1481137" y="1713836"/>
                </a:cubicBezTo>
                <a:cubicBezTo>
                  <a:pt x="1481137" y="1741437"/>
                  <a:pt x="1464675" y="1749120"/>
                  <a:pt x="1448163" y="1729226"/>
                </a:cubicBezTo>
                <a:close/>
                <a:moveTo>
                  <a:pt x="2230190" y="1720878"/>
                </a:moveTo>
                <a:cubicBezTo>
                  <a:pt x="2214006" y="1701376"/>
                  <a:pt x="2227284" y="1674823"/>
                  <a:pt x="2251493" y="1678277"/>
                </a:cubicBezTo>
                <a:cubicBezTo>
                  <a:pt x="2265907" y="1680334"/>
                  <a:pt x="2271712" y="1687962"/>
                  <a:pt x="2271712" y="1704844"/>
                </a:cubicBezTo>
                <a:cubicBezTo>
                  <a:pt x="2271712" y="1732017"/>
                  <a:pt x="2247268" y="1741456"/>
                  <a:pt x="2230190" y="1720878"/>
                </a:cubicBezTo>
                <a:close/>
                <a:moveTo>
                  <a:pt x="2675880" y="1713295"/>
                </a:moveTo>
                <a:cubicBezTo>
                  <a:pt x="2661673" y="1686749"/>
                  <a:pt x="2678520" y="1647825"/>
                  <a:pt x="2704215" y="1647825"/>
                </a:cubicBezTo>
                <a:cubicBezTo>
                  <a:pt x="2727214" y="1647825"/>
                  <a:pt x="2752725" y="1672226"/>
                  <a:pt x="2752725" y="1694225"/>
                </a:cubicBezTo>
                <a:cubicBezTo>
                  <a:pt x="2752725" y="1734296"/>
                  <a:pt x="2694811" y="1748668"/>
                  <a:pt x="2675880" y="1713295"/>
                </a:cubicBezTo>
                <a:close/>
                <a:moveTo>
                  <a:pt x="3116297" y="1716881"/>
                </a:moveTo>
                <a:cubicBezTo>
                  <a:pt x="3103918" y="1692813"/>
                  <a:pt x="3112916" y="1676400"/>
                  <a:pt x="3138487" y="1676400"/>
                </a:cubicBezTo>
                <a:cubicBezTo>
                  <a:pt x="3150711" y="1676400"/>
                  <a:pt x="3162633" y="1681757"/>
                  <a:pt x="3164981" y="1688306"/>
                </a:cubicBezTo>
                <a:cubicBezTo>
                  <a:pt x="3171082" y="1705320"/>
                  <a:pt x="3154551" y="1733550"/>
                  <a:pt x="3138487" y="1733550"/>
                </a:cubicBezTo>
                <a:cubicBezTo>
                  <a:pt x="3130998" y="1733550"/>
                  <a:pt x="3121012" y="1726049"/>
                  <a:pt x="3116297" y="1716881"/>
                </a:cubicBezTo>
                <a:close/>
                <a:moveTo>
                  <a:pt x="3873499" y="1727199"/>
                </a:moveTo>
                <a:cubicBezTo>
                  <a:pt x="3859544" y="1713244"/>
                  <a:pt x="3867578" y="1685925"/>
                  <a:pt x="3885637" y="1685925"/>
                </a:cubicBezTo>
                <a:cubicBezTo>
                  <a:pt x="3909951" y="1685925"/>
                  <a:pt x="3919309" y="1702321"/>
                  <a:pt x="3904903" y="1719679"/>
                </a:cubicBezTo>
                <a:cubicBezTo>
                  <a:pt x="3892329" y="1734831"/>
                  <a:pt x="3883294" y="1736994"/>
                  <a:pt x="3873499" y="1727199"/>
                </a:cubicBezTo>
                <a:close/>
                <a:moveTo>
                  <a:pt x="2514700" y="1709858"/>
                </a:moveTo>
                <a:cubicBezTo>
                  <a:pt x="2499233" y="1691222"/>
                  <a:pt x="2509220" y="1666875"/>
                  <a:pt x="2532331" y="1666875"/>
                </a:cubicBezTo>
                <a:cubicBezTo>
                  <a:pt x="2556715" y="1666875"/>
                  <a:pt x="2565035" y="1691278"/>
                  <a:pt x="2546852" y="1709461"/>
                </a:cubicBezTo>
                <a:cubicBezTo>
                  <a:pt x="2529013" y="1727301"/>
                  <a:pt x="2529174" y="1727299"/>
                  <a:pt x="2514700" y="1709858"/>
                </a:cubicBezTo>
                <a:close/>
                <a:moveTo>
                  <a:pt x="4296108" y="1705598"/>
                </a:moveTo>
                <a:cubicBezTo>
                  <a:pt x="4280750" y="1676902"/>
                  <a:pt x="4299354" y="1638300"/>
                  <a:pt x="4328541" y="1638300"/>
                </a:cubicBezTo>
                <a:cubicBezTo>
                  <a:pt x="4362695" y="1638300"/>
                  <a:pt x="4377975" y="1670585"/>
                  <a:pt x="4358144" y="1700851"/>
                </a:cubicBezTo>
                <a:cubicBezTo>
                  <a:pt x="4339907" y="1728685"/>
                  <a:pt x="4309701" y="1730996"/>
                  <a:pt x="4296108" y="1705598"/>
                </a:cubicBezTo>
                <a:close/>
                <a:moveTo>
                  <a:pt x="735334" y="1702664"/>
                </a:moveTo>
                <a:cubicBezTo>
                  <a:pt x="703238" y="1687209"/>
                  <a:pt x="709677" y="1644155"/>
                  <a:pt x="744690" y="1640110"/>
                </a:cubicBezTo>
                <a:cubicBezTo>
                  <a:pt x="776971" y="1636381"/>
                  <a:pt x="796641" y="1666317"/>
                  <a:pt x="781050" y="1695450"/>
                </a:cubicBezTo>
                <a:cubicBezTo>
                  <a:pt x="769561" y="1716915"/>
                  <a:pt x="766075" y="1717465"/>
                  <a:pt x="735334" y="1702664"/>
                </a:cubicBezTo>
                <a:close/>
                <a:moveTo>
                  <a:pt x="2868018" y="1696066"/>
                </a:moveTo>
                <a:cubicBezTo>
                  <a:pt x="2851800" y="1686040"/>
                  <a:pt x="2861013" y="1657350"/>
                  <a:pt x="2880451" y="1657350"/>
                </a:cubicBezTo>
                <a:cubicBezTo>
                  <a:pt x="2901364" y="1657350"/>
                  <a:pt x="2909181" y="1676426"/>
                  <a:pt x="2894345" y="1691257"/>
                </a:cubicBezTo>
                <a:cubicBezTo>
                  <a:pt x="2886160" y="1699439"/>
                  <a:pt x="2876367" y="1701228"/>
                  <a:pt x="2868018" y="1696066"/>
                </a:cubicBezTo>
                <a:close/>
                <a:moveTo>
                  <a:pt x="3429100" y="1690808"/>
                </a:moveTo>
                <a:cubicBezTo>
                  <a:pt x="3413633" y="1672172"/>
                  <a:pt x="3423620" y="1647825"/>
                  <a:pt x="3446731" y="1647825"/>
                </a:cubicBezTo>
                <a:cubicBezTo>
                  <a:pt x="3469260" y="1647825"/>
                  <a:pt x="3480827" y="1674146"/>
                  <a:pt x="3466098" y="1691894"/>
                </a:cubicBezTo>
                <a:cubicBezTo>
                  <a:pt x="3452196" y="1708645"/>
                  <a:pt x="3443696" y="1708395"/>
                  <a:pt x="3429100" y="1690808"/>
                </a:cubicBezTo>
                <a:close/>
                <a:moveTo>
                  <a:pt x="2073275" y="1679574"/>
                </a:moveTo>
                <a:cubicBezTo>
                  <a:pt x="2062215" y="1668515"/>
                  <a:pt x="2066410" y="1631534"/>
                  <a:pt x="2080005" y="1620251"/>
                </a:cubicBezTo>
                <a:cubicBezTo>
                  <a:pt x="2108143" y="1596899"/>
                  <a:pt x="2141941" y="1633491"/>
                  <a:pt x="2123705" y="1667565"/>
                </a:cubicBezTo>
                <a:cubicBezTo>
                  <a:pt x="2114100" y="1685511"/>
                  <a:pt x="2085922" y="1692222"/>
                  <a:pt x="2073275" y="1679574"/>
                </a:cubicBezTo>
                <a:close/>
                <a:moveTo>
                  <a:pt x="1879869" y="1662112"/>
                </a:moveTo>
                <a:cubicBezTo>
                  <a:pt x="1872323" y="1642448"/>
                  <a:pt x="1882554" y="1619250"/>
                  <a:pt x="1898772" y="1619250"/>
                </a:cubicBezTo>
                <a:cubicBezTo>
                  <a:pt x="1918269" y="1619250"/>
                  <a:pt x="1934857" y="1642925"/>
                  <a:pt x="1927957" y="1660905"/>
                </a:cubicBezTo>
                <a:cubicBezTo>
                  <a:pt x="1920490" y="1680364"/>
                  <a:pt x="1887194" y="1681200"/>
                  <a:pt x="1879869" y="1662112"/>
                </a:cubicBezTo>
                <a:close/>
                <a:moveTo>
                  <a:pt x="1105532" y="1649007"/>
                </a:moveTo>
                <a:cubicBezTo>
                  <a:pt x="1090841" y="1621557"/>
                  <a:pt x="1092948" y="1605348"/>
                  <a:pt x="1113639" y="1586623"/>
                </a:cubicBezTo>
                <a:cubicBezTo>
                  <a:pt x="1152976" y="1551023"/>
                  <a:pt x="1210901" y="1591529"/>
                  <a:pt x="1187666" y="1638389"/>
                </a:cubicBezTo>
                <a:cubicBezTo>
                  <a:pt x="1171980" y="1670022"/>
                  <a:pt x="1120352" y="1676697"/>
                  <a:pt x="1105532" y="1649007"/>
                </a:cubicBezTo>
                <a:close/>
                <a:moveTo>
                  <a:pt x="1573530" y="1655445"/>
                </a:moveTo>
                <a:cubicBezTo>
                  <a:pt x="1556555" y="1638470"/>
                  <a:pt x="1559649" y="1612175"/>
                  <a:pt x="1581150" y="1590675"/>
                </a:cubicBezTo>
                <a:cubicBezTo>
                  <a:pt x="1606939" y="1564885"/>
                  <a:pt x="1634640" y="1566709"/>
                  <a:pt x="1653463" y="1595437"/>
                </a:cubicBezTo>
                <a:cubicBezTo>
                  <a:pt x="1683707" y="1641595"/>
                  <a:pt x="1612864" y="1694779"/>
                  <a:pt x="1573530" y="1655445"/>
                </a:cubicBezTo>
                <a:close/>
                <a:moveTo>
                  <a:pt x="3750004" y="1660854"/>
                </a:moveTo>
                <a:cubicBezTo>
                  <a:pt x="3740453" y="1651303"/>
                  <a:pt x="3741751" y="1621346"/>
                  <a:pt x="3751990" y="1615018"/>
                </a:cubicBezTo>
                <a:cubicBezTo>
                  <a:pt x="3768723" y="1604677"/>
                  <a:pt x="3791985" y="1621475"/>
                  <a:pt x="3789072" y="1641796"/>
                </a:cubicBezTo>
                <a:cubicBezTo>
                  <a:pt x="3786186" y="1661925"/>
                  <a:pt x="3762587" y="1673437"/>
                  <a:pt x="3750004" y="1660854"/>
                </a:cubicBezTo>
                <a:close/>
                <a:moveTo>
                  <a:pt x="3975369" y="1633537"/>
                </a:moveTo>
                <a:cubicBezTo>
                  <a:pt x="3967823" y="1613873"/>
                  <a:pt x="3978054" y="1590675"/>
                  <a:pt x="3994272" y="1590675"/>
                </a:cubicBezTo>
                <a:cubicBezTo>
                  <a:pt x="4017751" y="1590675"/>
                  <a:pt x="4033275" y="1616999"/>
                  <a:pt x="4019550" y="1633537"/>
                </a:cubicBezTo>
                <a:cubicBezTo>
                  <a:pt x="4013028" y="1641395"/>
                  <a:pt x="4001653" y="1647825"/>
                  <a:pt x="3994272" y="1647825"/>
                </a:cubicBezTo>
                <a:cubicBezTo>
                  <a:pt x="3986891" y="1647825"/>
                  <a:pt x="3978384" y="1641395"/>
                  <a:pt x="3975369" y="1633537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2983444" y="1623472"/>
                </a:moveTo>
                <a:cubicBezTo>
                  <a:pt x="2945668" y="1597013"/>
                  <a:pt x="2961140" y="1543050"/>
                  <a:pt x="3006502" y="1543050"/>
                </a:cubicBezTo>
                <a:cubicBezTo>
                  <a:pt x="3049747" y="1543050"/>
                  <a:pt x="3065645" y="1598125"/>
                  <a:pt x="3030560" y="1626393"/>
                </a:cubicBezTo>
                <a:cubicBezTo>
                  <a:pt x="3011754" y="1641546"/>
                  <a:pt x="3009005" y="1641376"/>
                  <a:pt x="2983444" y="1623472"/>
                </a:cubicBezTo>
                <a:close/>
                <a:moveTo>
                  <a:pt x="4445000" y="1631949"/>
                </a:moveTo>
                <a:cubicBezTo>
                  <a:pt x="4431256" y="1618206"/>
                  <a:pt x="4439047" y="1590675"/>
                  <a:pt x="4456680" y="1590675"/>
                </a:cubicBezTo>
                <a:cubicBezTo>
                  <a:pt x="4478459" y="1590675"/>
                  <a:pt x="4488899" y="1612815"/>
                  <a:pt x="4474100" y="1627614"/>
                </a:cubicBezTo>
                <a:cubicBezTo>
                  <a:pt x="4461870" y="1639844"/>
                  <a:pt x="4454058" y="1641008"/>
                  <a:pt x="4445000" y="1631949"/>
                </a:cubicBezTo>
                <a:close/>
                <a:moveTo>
                  <a:pt x="4112418" y="1618487"/>
                </a:moveTo>
                <a:cubicBezTo>
                  <a:pt x="4086092" y="1603153"/>
                  <a:pt x="4090570" y="1554526"/>
                  <a:pt x="4119523" y="1541334"/>
                </a:cubicBezTo>
                <a:cubicBezTo>
                  <a:pt x="4167135" y="1519641"/>
                  <a:pt x="4203219" y="1583889"/>
                  <a:pt x="4160305" y="1613947"/>
                </a:cubicBezTo>
                <a:cubicBezTo>
                  <a:pt x="4135687" y="1631190"/>
                  <a:pt x="4134433" y="1631309"/>
                  <a:pt x="4112418" y="1618487"/>
                </a:cubicBezTo>
                <a:close/>
                <a:moveTo>
                  <a:pt x="3535397" y="1602581"/>
                </a:moveTo>
                <a:cubicBezTo>
                  <a:pt x="3523624" y="1579692"/>
                  <a:pt x="3531673" y="1562100"/>
                  <a:pt x="3553917" y="1562100"/>
                </a:cubicBezTo>
                <a:cubicBezTo>
                  <a:pt x="3577220" y="1562100"/>
                  <a:pt x="3587303" y="1586372"/>
                  <a:pt x="3571774" y="1605083"/>
                </a:cubicBezTo>
                <a:cubicBezTo>
                  <a:pt x="3556330" y="1623692"/>
                  <a:pt x="3545885" y="1622974"/>
                  <a:pt x="3535397" y="1602581"/>
                </a:cubicBezTo>
                <a:close/>
                <a:moveTo>
                  <a:pt x="2280189" y="1596141"/>
                </a:moveTo>
                <a:cubicBezTo>
                  <a:pt x="2271523" y="1573558"/>
                  <a:pt x="2283785" y="1550751"/>
                  <a:pt x="2302639" y="1554382"/>
                </a:cubicBezTo>
                <a:cubicBezTo>
                  <a:pt x="2325290" y="1558744"/>
                  <a:pt x="2325290" y="1603555"/>
                  <a:pt x="2302639" y="1607917"/>
                </a:cubicBezTo>
                <a:cubicBezTo>
                  <a:pt x="2293456" y="1609685"/>
                  <a:pt x="2283353" y="1604386"/>
                  <a:pt x="2280189" y="1596141"/>
                </a:cubicBezTo>
                <a:close/>
                <a:moveTo>
                  <a:pt x="2448629" y="1591990"/>
                </a:moveTo>
                <a:cubicBezTo>
                  <a:pt x="2436136" y="1568647"/>
                  <a:pt x="2457546" y="1537393"/>
                  <a:pt x="2480101" y="1546048"/>
                </a:cubicBezTo>
                <a:cubicBezTo>
                  <a:pt x="2502059" y="1554475"/>
                  <a:pt x="2509534" y="1578587"/>
                  <a:pt x="2495449" y="1595558"/>
                </a:cubicBezTo>
                <a:cubicBezTo>
                  <a:pt x="2479447" y="1614839"/>
                  <a:pt x="2460066" y="1613362"/>
                  <a:pt x="2448629" y="1591990"/>
                </a:cubicBezTo>
                <a:close/>
                <a:moveTo>
                  <a:pt x="1319892" y="1585232"/>
                </a:moveTo>
                <a:cubicBezTo>
                  <a:pt x="1299610" y="1564950"/>
                  <a:pt x="1301068" y="1539967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394947" y="1536779"/>
                  <a:pt x="1397520" y="1562454"/>
                  <a:pt x="1373231" y="1584436"/>
                </a:cubicBezTo>
                <a:cubicBezTo>
                  <a:pt x="1351484" y="1604116"/>
                  <a:pt x="1338964" y="1604303"/>
                  <a:pt x="1319892" y="1585232"/>
                </a:cubicBezTo>
                <a:close/>
                <a:moveTo>
                  <a:pt x="1482466" y="1593591"/>
                </a:moveTo>
                <a:cubicBezTo>
                  <a:pt x="1471082" y="1582207"/>
                  <a:pt x="1476315" y="1562100"/>
                  <a:pt x="1490662" y="1562100"/>
                </a:cubicBezTo>
                <a:cubicBezTo>
                  <a:pt x="1498520" y="1562100"/>
                  <a:pt x="1504950" y="1568276"/>
                  <a:pt x="1504950" y="1575825"/>
                </a:cubicBezTo>
                <a:cubicBezTo>
                  <a:pt x="1504950" y="1591738"/>
                  <a:pt x="1491355" y="1602480"/>
                  <a:pt x="1482466" y="1593591"/>
                </a:cubicBezTo>
                <a:close/>
                <a:moveTo>
                  <a:pt x="3171825" y="1571625"/>
                </a:moveTo>
                <a:cubicBezTo>
                  <a:pt x="3171825" y="1559348"/>
                  <a:pt x="3176648" y="1552595"/>
                  <a:pt x="3183731" y="1554956"/>
                </a:cubicBezTo>
                <a:cubicBezTo>
                  <a:pt x="3190279" y="1557139"/>
                  <a:pt x="3195637" y="1564639"/>
                  <a:pt x="3195637" y="1571625"/>
                </a:cubicBezTo>
                <a:cubicBezTo>
                  <a:pt x="3195637" y="1578610"/>
                  <a:pt x="3190279" y="1586110"/>
                  <a:pt x="3183731" y="1588293"/>
                </a:cubicBezTo>
                <a:cubicBezTo>
                  <a:pt x="3176648" y="1590654"/>
                  <a:pt x="3171825" y="1583901"/>
                  <a:pt x="3171825" y="1571625"/>
                </a:cubicBezTo>
                <a:close/>
                <a:moveTo>
                  <a:pt x="3301092" y="1575707"/>
                </a:moveTo>
                <a:cubicBezTo>
                  <a:pt x="3278590" y="1553204"/>
                  <a:pt x="3282548" y="1517257"/>
                  <a:pt x="3309471" y="1499617"/>
                </a:cubicBezTo>
                <a:cubicBezTo>
                  <a:pt x="3339171" y="1480156"/>
                  <a:pt x="3370020" y="1489373"/>
                  <a:pt x="3382173" y="1521338"/>
                </a:cubicBezTo>
                <a:cubicBezTo>
                  <a:pt x="3401453" y="1572049"/>
                  <a:pt x="3339187" y="1613801"/>
                  <a:pt x="3301092" y="1575707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2792730" y="1569720"/>
                </a:moveTo>
                <a:cubicBezTo>
                  <a:pt x="2762534" y="1539524"/>
                  <a:pt x="2794471" y="1486511"/>
                  <a:pt x="2831060" y="1506092"/>
                </a:cubicBezTo>
                <a:cubicBezTo>
                  <a:pt x="2853682" y="1518199"/>
                  <a:pt x="2852740" y="1558879"/>
                  <a:pt x="2829551" y="1571289"/>
                </a:cubicBezTo>
                <a:cubicBezTo>
                  <a:pt x="2806590" y="1583578"/>
                  <a:pt x="2806588" y="1583578"/>
                  <a:pt x="2792730" y="1569720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3840694" y="1556797"/>
                </a:moveTo>
                <a:cubicBezTo>
                  <a:pt x="3796742" y="1526012"/>
                  <a:pt x="3818171" y="1473617"/>
                  <a:pt x="3872882" y="1478097"/>
                </a:cubicBezTo>
                <a:cubicBezTo>
                  <a:pt x="3906807" y="1480875"/>
                  <a:pt x="3910264" y="1483730"/>
                  <a:pt x="3912928" y="1511178"/>
                </a:cubicBezTo>
                <a:cubicBezTo>
                  <a:pt x="3915114" y="1533693"/>
                  <a:pt x="3910407" y="1545029"/>
                  <a:pt x="3894140" y="1556422"/>
                </a:cubicBezTo>
                <a:cubicBezTo>
                  <a:pt x="3867485" y="1575092"/>
                  <a:pt x="3866821" y="1575097"/>
                  <a:pt x="3840694" y="1556797"/>
                </a:cubicBezTo>
                <a:close/>
                <a:moveTo>
                  <a:pt x="4543864" y="1557867"/>
                </a:moveTo>
                <a:cubicBezTo>
                  <a:pt x="4518140" y="1526871"/>
                  <a:pt x="4560711" y="1489579"/>
                  <a:pt x="4589245" y="1518113"/>
                </a:cubicBezTo>
                <a:cubicBezTo>
                  <a:pt x="4601376" y="1530244"/>
                  <a:pt x="4602618" y="1537687"/>
                  <a:pt x="4594630" y="1550372"/>
                </a:cubicBezTo>
                <a:cubicBezTo>
                  <a:pt x="4580722" y="1572457"/>
                  <a:pt x="4558675" y="1575712"/>
                  <a:pt x="4543864" y="1557867"/>
                </a:cubicBezTo>
                <a:close/>
                <a:moveTo>
                  <a:pt x="763444" y="1544144"/>
                </a:moveTo>
                <a:cubicBezTo>
                  <a:pt x="744652" y="1532235"/>
                  <a:pt x="754165" y="1500655"/>
                  <a:pt x="777553" y="1497302"/>
                </a:cubicBezTo>
                <a:cubicBezTo>
                  <a:pt x="801437" y="1493878"/>
                  <a:pt x="814966" y="1520373"/>
                  <a:pt x="799098" y="1539494"/>
                </a:cubicBezTo>
                <a:cubicBezTo>
                  <a:pt x="786542" y="1554623"/>
                  <a:pt x="781099" y="1555332"/>
                  <a:pt x="763444" y="1544144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2603982" y="1538843"/>
                </a:moveTo>
                <a:cubicBezTo>
                  <a:pt x="2593802" y="1512314"/>
                  <a:pt x="2604870" y="1490706"/>
                  <a:pt x="2630145" y="1487765"/>
                </a:cubicBezTo>
                <a:cubicBezTo>
                  <a:pt x="2657639" y="1484567"/>
                  <a:pt x="2671318" y="1504913"/>
                  <a:pt x="2661811" y="1534866"/>
                </a:cubicBezTo>
                <a:cubicBezTo>
                  <a:pt x="2655064" y="1556126"/>
                  <a:pt x="2611757" y="1559104"/>
                  <a:pt x="2603982" y="1538843"/>
                </a:cubicBezTo>
                <a:close/>
                <a:moveTo>
                  <a:pt x="4344844" y="1544144"/>
                </a:moveTo>
                <a:cubicBezTo>
                  <a:pt x="4326052" y="1532235"/>
                  <a:pt x="4335565" y="1500655"/>
                  <a:pt x="4358953" y="1497302"/>
                </a:cubicBezTo>
                <a:cubicBezTo>
                  <a:pt x="4382837" y="1493878"/>
                  <a:pt x="4396366" y="1520373"/>
                  <a:pt x="4380498" y="1539494"/>
                </a:cubicBezTo>
                <a:cubicBezTo>
                  <a:pt x="4367942" y="1554623"/>
                  <a:pt x="4362499" y="1555332"/>
                  <a:pt x="4344844" y="1544144"/>
                </a:cubicBezTo>
                <a:close/>
                <a:moveTo>
                  <a:pt x="2159793" y="1513712"/>
                </a:moveTo>
                <a:cubicBezTo>
                  <a:pt x="2122795" y="1492162"/>
                  <a:pt x="2152415" y="1436809"/>
                  <a:pt x="2190141" y="1456999"/>
                </a:cubicBezTo>
                <a:cubicBezTo>
                  <a:pt x="2211986" y="1468690"/>
                  <a:pt x="2215889" y="1495050"/>
                  <a:pt x="2198370" y="1512570"/>
                </a:cubicBezTo>
                <a:cubicBezTo>
                  <a:pt x="2184721" y="1526218"/>
                  <a:pt x="2181432" y="1526315"/>
                  <a:pt x="2159793" y="1513712"/>
                </a:cubicBezTo>
                <a:close/>
                <a:moveTo>
                  <a:pt x="3661268" y="1500770"/>
                </a:moveTo>
                <a:cubicBezTo>
                  <a:pt x="3653735" y="1481139"/>
                  <a:pt x="3674004" y="1456907"/>
                  <a:pt x="3692137" y="1463865"/>
                </a:cubicBezTo>
                <a:cubicBezTo>
                  <a:pt x="3711143" y="1471159"/>
                  <a:pt x="3704705" y="1508709"/>
                  <a:pt x="3683764" y="1512700"/>
                </a:cubicBezTo>
                <a:cubicBezTo>
                  <a:pt x="3674581" y="1514450"/>
                  <a:pt x="3664457" y="1509082"/>
                  <a:pt x="3661268" y="1500770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3095960" y="1467476"/>
                </a:moveTo>
                <a:cubicBezTo>
                  <a:pt x="3083209" y="1443651"/>
                  <a:pt x="3083361" y="1442374"/>
                  <a:pt x="3101048" y="1424686"/>
                </a:cubicBezTo>
                <a:cubicBezTo>
                  <a:pt x="3119373" y="1406361"/>
                  <a:pt x="3152775" y="1420273"/>
                  <a:pt x="3152775" y="1446230"/>
                </a:cubicBezTo>
                <a:cubicBezTo>
                  <a:pt x="3152775" y="1483560"/>
                  <a:pt x="3112607" y="1498581"/>
                  <a:pt x="3095960" y="1467476"/>
                </a:cubicBezTo>
                <a:close/>
                <a:moveTo>
                  <a:pt x="4668590" y="1473228"/>
                </a:moveTo>
                <a:cubicBezTo>
                  <a:pt x="4652406" y="1453726"/>
                  <a:pt x="4665684" y="1427173"/>
                  <a:pt x="4689893" y="1430627"/>
                </a:cubicBezTo>
                <a:cubicBezTo>
                  <a:pt x="4704307" y="1432684"/>
                  <a:pt x="4710112" y="1440312"/>
                  <a:pt x="4710112" y="1457194"/>
                </a:cubicBezTo>
                <a:cubicBezTo>
                  <a:pt x="4710112" y="1484367"/>
                  <a:pt x="4685668" y="1493806"/>
                  <a:pt x="4668590" y="1473228"/>
                </a:cubicBezTo>
                <a:close/>
                <a:moveTo>
                  <a:pt x="639722" y="1468008"/>
                </a:moveTo>
                <a:cubicBezTo>
                  <a:pt x="621175" y="1456251"/>
                  <a:pt x="629890" y="1415329"/>
                  <a:pt x="651832" y="1411142"/>
                </a:cubicBezTo>
                <a:cubicBezTo>
                  <a:pt x="677106" y="1406320"/>
                  <a:pt x="697506" y="1435450"/>
                  <a:pt x="685095" y="1458640"/>
                </a:cubicBezTo>
                <a:cubicBezTo>
                  <a:pt x="674864" y="1477758"/>
                  <a:pt x="659960" y="1480835"/>
                  <a:pt x="639722" y="146800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24100" y="1457325"/>
                </a:moveTo>
                <a:cubicBezTo>
                  <a:pt x="2299203" y="1432428"/>
                  <a:pt x="2300067" y="1417701"/>
                  <a:pt x="2327963" y="1391494"/>
                </a:cubicBezTo>
                <a:cubicBezTo>
                  <a:pt x="2370368" y="1351657"/>
                  <a:pt x="2424953" y="1414295"/>
                  <a:pt x="2385665" y="1457708"/>
                </a:cubicBezTo>
                <a:cubicBezTo>
                  <a:pt x="2364222" y="1481402"/>
                  <a:pt x="2348076" y="1481301"/>
                  <a:pt x="2324100" y="1457325"/>
                </a:cubicBezTo>
                <a:close/>
                <a:moveTo>
                  <a:pt x="4030076" y="1463294"/>
                </a:moveTo>
                <a:cubicBezTo>
                  <a:pt x="4024106" y="1456100"/>
                  <a:pt x="4021769" y="1443573"/>
                  <a:pt x="4024884" y="1435456"/>
                </a:cubicBezTo>
                <a:cubicBezTo>
                  <a:pt x="4039195" y="1398162"/>
                  <a:pt x="4094074" y="1417588"/>
                  <a:pt x="4081987" y="1455669"/>
                </a:cubicBezTo>
                <a:cubicBezTo>
                  <a:pt x="4074593" y="1478967"/>
                  <a:pt x="4046507" y="1483092"/>
                  <a:pt x="4030076" y="1463294"/>
                </a:cubicBezTo>
                <a:close/>
                <a:moveTo>
                  <a:pt x="4221122" y="1468008"/>
                </a:moveTo>
                <a:cubicBezTo>
                  <a:pt x="4202575" y="1456251"/>
                  <a:pt x="4211290" y="1415329"/>
                  <a:pt x="4233232" y="1411142"/>
                </a:cubicBezTo>
                <a:cubicBezTo>
                  <a:pt x="4258506" y="1406320"/>
                  <a:pt x="4278906" y="1435450"/>
                  <a:pt x="4266495" y="1458640"/>
                </a:cubicBezTo>
                <a:cubicBezTo>
                  <a:pt x="4256264" y="1477758"/>
                  <a:pt x="4241360" y="1480835"/>
                  <a:pt x="4221122" y="1468008"/>
                </a:cubicBezTo>
                <a:close/>
                <a:moveTo>
                  <a:pt x="2909014" y="1453722"/>
                </a:moveTo>
                <a:cubicBezTo>
                  <a:pt x="2901305" y="1433632"/>
                  <a:pt x="2912126" y="1419225"/>
                  <a:pt x="2934924" y="1419225"/>
                </a:cubicBezTo>
                <a:cubicBezTo>
                  <a:pt x="2949314" y="1419225"/>
                  <a:pt x="2953318" y="1424528"/>
                  <a:pt x="2951031" y="1440558"/>
                </a:cubicBezTo>
                <a:cubicBezTo>
                  <a:pt x="2947479" y="1465457"/>
                  <a:pt x="2917162" y="1474955"/>
                  <a:pt x="2909014" y="1453722"/>
                </a:cubicBezTo>
                <a:close/>
                <a:moveTo>
                  <a:pt x="3488055" y="1455420"/>
                </a:moveTo>
                <a:cubicBezTo>
                  <a:pt x="3481768" y="1449133"/>
                  <a:pt x="3476625" y="1434988"/>
                  <a:pt x="3476625" y="1423987"/>
                </a:cubicBezTo>
                <a:cubicBezTo>
                  <a:pt x="3476625" y="1379079"/>
                  <a:pt x="3535728" y="1363610"/>
                  <a:pt x="3554009" y="1403732"/>
                </a:cubicBezTo>
                <a:cubicBezTo>
                  <a:pt x="3574397" y="1448480"/>
                  <a:pt x="3522100" y="1489465"/>
                  <a:pt x="3488055" y="1455420"/>
                </a:cubicBezTo>
                <a:close/>
                <a:moveTo>
                  <a:pt x="2498748" y="1442397"/>
                </a:moveTo>
                <a:cubicBezTo>
                  <a:pt x="2495598" y="1434186"/>
                  <a:pt x="2497694" y="1422795"/>
                  <a:pt x="2503406" y="1417083"/>
                </a:cubicBezTo>
                <a:cubicBezTo>
                  <a:pt x="2517159" y="1403330"/>
                  <a:pt x="2544090" y="1424806"/>
                  <a:pt x="2536827" y="1443733"/>
                </a:cubicBezTo>
                <a:cubicBezTo>
                  <a:pt x="2529859" y="1461891"/>
                  <a:pt x="2505906" y="1461050"/>
                  <a:pt x="2498748" y="1442397"/>
                </a:cubicBez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4419600" y="1428750"/>
                </a:moveTo>
                <a:cubicBezTo>
                  <a:pt x="4409122" y="1418272"/>
                  <a:pt x="4400550" y="1403270"/>
                  <a:pt x="4400550" y="1395412"/>
                </a:cubicBezTo>
                <a:cubicBezTo>
                  <a:pt x="4400550" y="1374992"/>
                  <a:pt x="4435289" y="1343025"/>
                  <a:pt x="4457480" y="1343025"/>
                </a:cubicBezTo>
                <a:cubicBezTo>
                  <a:pt x="4502729" y="1343025"/>
                  <a:pt x="4514779" y="1425298"/>
                  <a:pt x="4471938" y="1441738"/>
                </a:cubicBezTo>
                <a:cubicBezTo>
                  <a:pt x="4447520" y="1451108"/>
                  <a:pt x="4440122" y="1449272"/>
                  <a:pt x="44196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2673349" y="1431924"/>
                </a:moveTo>
                <a:cubicBezTo>
                  <a:pt x="2661749" y="1420324"/>
                  <a:pt x="2666786" y="1400175"/>
                  <a:pt x="2681287" y="1400175"/>
                </a:cubicBezTo>
                <a:cubicBezTo>
                  <a:pt x="2689225" y="1400175"/>
                  <a:pt x="2695575" y="1408641"/>
                  <a:pt x="2695575" y="1419225"/>
                </a:cubicBezTo>
                <a:cubicBezTo>
                  <a:pt x="2695575" y="1438201"/>
                  <a:pt x="2685425" y="1444000"/>
                  <a:pt x="2673349" y="1431924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3270543" y="1376426"/>
                </a:moveTo>
                <a:cubicBezTo>
                  <a:pt x="3267244" y="1367828"/>
                  <a:pt x="3269112" y="1356227"/>
                  <a:pt x="3274695" y="1350645"/>
                </a:cubicBezTo>
                <a:cubicBezTo>
                  <a:pt x="3289207" y="1336132"/>
                  <a:pt x="3316704" y="1349396"/>
                  <a:pt x="3312913" y="1369080"/>
                </a:cubicBezTo>
                <a:cubicBezTo>
                  <a:pt x="3308690" y="1391005"/>
                  <a:pt x="3278169" y="1396297"/>
                  <a:pt x="3270543" y="1376426"/>
                </a:cubicBezTo>
                <a:close/>
                <a:moveTo>
                  <a:pt x="3754397" y="1372758"/>
                </a:moveTo>
                <a:cubicBezTo>
                  <a:pt x="3732034" y="1358582"/>
                  <a:pt x="3744807" y="1319212"/>
                  <a:pt x="3771769" y="1319212"/>
                </a:cubicBezTo>
                <a:cubicBezTo>
                  <a:pt x="3798701" y="1319212"/>
                  <a:pt x="3808877" y="1345236"/>
                  <a:pt x="3790570" y="1367295"/>
                </a:cubicBezTo>
                <a:cubicBezTo>
                  <a:pt x="3777398" y="1383166"/>
                  <a:pt x="3772084" y="1383968"/>
                  <a:pt x="3754397" y="1372758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4107394" y="1356772"/>
                </a:moveTo>
                <a:cubicBezTo>
                  <a:pt x="4080405" y="1337868"/>
                  <a:pt x="4080329" y="1310134"/>
                  <a:pt x="4107214" y="1291303"/>
                </a:cubicBezTo>
                <a:cubicBezTo>
                  <a:pt x="4147927" y="1262787"/>
                  <a:pt x="4190721" y="1316020"/>
                  <a:pt x="4157021" y="1353258"/>
                </a:cubicBezTo>
                <a:cubicBezTo>
                  <a:pt x="4136966" y="1375418"/>
                  <a:pt x="4134286" y="1375608"/>
                  <a:pt x="4107394" y="1356772"/>
                </a:cubicBezTo>
                <a:close/>
                <a:moveTo>
                  <a:pt x="4566143" y="1357895"/>
                </a:moveTo>
                <a:cubicBezTo>
                  <a:pt x="4558610" y="1338264"/>
                  <a:pt x="4578879" y="1314032"/>
                  <a:pt x="4597012" y="1320990"/>
                </a:cubicBezTo>
                <a:cubicBezTo>
                  <a:pt x="4616018" y="1328284"/>
                  <a:pt x="4609580" y="1365834"/>
                  <a:pt x="4588639" y="1369825"/>
                </a:cubicBezTo>
                <a:cubicBezTo>
                  <a:pt x="4579456" y="1371575"/>
                  <a:pt x="4569332" y="1366207"/>
                  <a:pt x="4566143" y="1357895"/>
                </a:cubicBezTo>
                <a:close/>
                <a:moveTo>
                  <a:pt x="560372" y="1324286"/>
                </a:moveTo>
                <a:cubicBezTo>
                  <a:pt x="556522" y="1283919"/>
                  <a:pt x="560299" y="1278484"/>
                  <a:pt x="579120" y="1297305"/>
                </a:cubicBezTo>
                <a:cubicBezTo>
                  <a:pt x="594436" y="1312621"/>
                  <a:pt x="593577" y="1338179"/>
                  <a:pt x="577292" y="1351695"/>
                </a:cubicBezTo>
                <a:cubicBezTo>
                  <a:pt x="566407" y="1360729"/>
                  <a:pt x="563379" y="1355825"/>
                  <a:pt x="560372" y="1324286"/>
                </a:cubicBezTo>
                <a:close/>
                <a:moveTo>
                  <a:pt x="2783205" y="1350645"/>
                </a:moveTo>
                <a:cubicBezTo>
                  <a:pt x="2754587" y="1322027"/>
                  <a:pt x="2776187" y="1266825"/>
                  <a:pt x="2816002" y="1266825"/>
                </a:cubicBezTo>
                <a:cubicBezTo>
                  <a:pt x="2837114" y="1266825"/>
                  <a:pt x="2867025" y="1298379"/>
                  <a:pt x="2867025" y="1320651"/>
                </a:cubicBezTo>
                <a:cubicBezTo>
                  <a:pt x="2867025" y="1353759"/>
                  <a:pt x="2807587" y="1375027"/>
                  <a:pt x="2783205" y="1350645"/>
                </a:cubicBezTo>
                <a:close/>
                <a:moveTo>
                  <a:pt x="3918489" y="1348491"/>
                </a:moveTo>
                <a:cubicBezTo>
                  <a:pt x="3909823" y="1325908"/>
                  <a:pt x="3922085" y="1303101"/>
                  <a:pt x="3940939" y="1306732"/>
                </a:cubicBezTo>
                <a:cubicBezTo>
                  <a:pt x="3951484" y="1308763"/>
                  <a:pt x="3957637" y="1318627"/>
                  <a:pt x="3957637" y="1333500"/>
                </a:cubicBezTo>
                <a:cubicBezTo>
                  <a:pt x="3957637" y="1360652"/>
                  <a:pt x="3927573" y="1372164"/>
                  <a:pt x="3918489" y="1348491"/>
                </a:cubicBezTo>
                <a:close/>
                <a:moveTo>
                  <a:pt x="3007518" y="1342262"/>
                </a:moveTo>
                <a:cubicBezTo>
                  <a:pt x="2976558" y="1324229"/>
                  <a:pt x="2995496" y="1266825"/>
                  <a:pt x="3032405" y="1266825"/>
                </a:cubicBezTo>
                <a:cubicBezTo>
                  <a:pt x="3042357" y="1266825"/>
                  <a:pt x="3067050" y="1297375"/>
                  <a:pt x="3067050" y="1309687"/>
                </a:cubicBezTo>
                <a:cubicBezTo>
                  <a:pt x="3067050" y="1323218"/>
                  <a:pt x="3041792" y="1352759"/>
                  <a:pt x="3030650" y="1352260"/>
                </a:cubicBezTo>
                <a:cubicBezTo>
                  <a:pt x="3027096" y="1352101"/>
                  <a:pt x="3016686" y="1347601"/>
                  <a:pt x="3007518" y="1342262"/>
                </a:cubicBezTo>
                <a:close/>
                <a:moveTo>
                  <a:pt x="2422794" y="1319212"/>
                </a:moveTo>
                <a:cubicBezTo>
                  <a:pt x="2415248" y="1299548"/>
                  <a:pt x="2425479" y="1276350"/>
                  <a:pt x="2441697" y="1276350"/>
                </a:cubicBezTo>
                <a:cubicBezTo>
                  <a:pt x="2461194" y="1276350"/>
                  <a:pt x="2477782" y="1300025"/>
                  <a:pt x="2470882" y="1318005"/>
                </a:cubicBezTo>
                <a:cubicBezTo>
                  <a:pt x="2463415" y="1337464"/>
                  <a:pt x="2430119" y="1338300"/>
                  <a:pt x="2422794" y="1319212"/>
                </a:cubicBezTo>
                <a:close/>
                <a:moveTo>
                  <a:pt x="3575764" y="1320372"/>
                </a:moveTo>
                <a:cubicBezTo>
                  <a:pt x="3568055" y="1300282"/>
                  <a:pt x="3578876" y="1285875"/>
                  <a:pt x="3601674" y="1285875"/>
                </a:cubicBezTo>
                <a:cubicBezTo>
                  <a:pt x="3616064" y="1285875"/>
                  <a:pt x="3620068" y="1291178"/>
                  <a:pt x="3617781" y="1307208"/>
                </a:cubicBezTo>
                <a:cubicBezTo>
                  <a:pt x="3614229" y="1332107"/>
                  <a:pt x="3583912" y="1341605"/>
                  <a:pt x="3575764" y="1320372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3394600" y="1300830"/>
                </a:moveTo>
                <a:cubicBezTo>
                  <a:pt x="3385117" y="1276116"/>
                  <a:pt x="3398409" y="1255689"/>
                  <a:pt x="3421813" y="1259013"/>
                </a:cubicBezTo>
                <a:cubicBezTo>
                  <a:pt x="3437555" y="1261248"/>
                  <a:pt x="3443287" y="1268418"/>
                  <a:pt x="3443287" y="1285875"/>
                </a:cubicBezTo>
                <a:cubicBezTo>
                  <a:pt x="3443287" y="1313991"/>
                  <a:pt x="3404252" y="1325982"/>
                  <a:pt x="3394600" y="1300830"/>
                </a:cubicBezTo>
                <a:close/>
                <a:moveTo>
                  <a:pt x="4708794" y="1300162"/>
                </a:moveTo>
                <a:cubicBezTo>
                  <a:pt x="4701248" y="1280498"/>
                  <a:pt x="4711479" y="1257300"/>
                  <a:pt x="4727697" y="1257300"/>
                </a:cubicBezTo>
                <a:cubicBezTo>
                  <a:pt x="4747194" y="1257300"/>
                  <a:pt x="4763782" y="1280975"/>
                  <a:pt x="4756882" y="1298955"/>
                </a:cubicBezTo>
                <a:cubicBezTo>
                  <a:pt x="4749415" y="1318414"/>
                  <a:pt x="4716119" y="1319250"/>
                  <a:pt x="4708794" y="1300162"/>
                </a:cubicBezTo>
                <a:close/>
                <a:moveTo>
                  <a:pt x="695425" y="1290758"/>
                </a:moveTo>
                <a:cubicBezTo>
                  <a:pt x="679896" y="1272047"/>
                  <a:pt x="689979" y="1247775"/>
                  <a:pt x="713282" y="1247775"/>
                </a:cubicBezTo>
                <a:cubicBezTo>
                  <a:pt x="735526" y="1247775"/>
                  <a:pt x="743575" y="1265367"/>
                  <a:pt x="731802" y="1288256"/>
                </a:cubicBezTo>
                <a:cubicBezTo>
                  <a:pt x="721314" y="1308649"/>
                  <a:pt x="710869" y="1309367"/>
                  <a:pt x="695425" y="1290758"/>
                </a:cubicBezTo>
                <a:close/>
                <a:moveTo>
                  <a:pt x="2581580" y="1286445"/>
                </a:moveTo>
                <a:cubicBezTo>
                  <a:pt x="2560035" y="1246189"/>
                  <a:pt x="2609239" y="1207846"/>
                  <a:pt x="2637989" y="1242488"/>
                </a:cubicBezTo>
                <a:cubicBezTo>
                  <a:pt x="2644272" y="1250057"/>
                  <a:pt x="2648011" y="1266131"/>
                  <a:pt x="2646299" y="1278206"/>
                </a:cubicBezTo>
                <a:cubicBezTo>
                  <a:pt x="2642011" y="1308459"/>
                  <a:pt x="2596465" y="1314257"/>
                  <a:pt x="2581580" y="1286445"/>
                </a:cubicBezTo>
                <a:close/>
                <a:moveTo>
                  <a:pt x="4276825" y="1290758"/>
                </a:moveTo>
                <a:cubicBezTo>
                  <a:pt x="4261296" y="1272047"/>
                  <a:pt x="4271379" y="1247775"/>
                  <a:pt x="4294682" y="1247775"/>
                </a:cubicBezTo>
                <a:cubicBezTo>
                  <a:pt x="4316926" y="1247775"/>
                  <a:pt x="4324975" y="1265367"/>
                  <a:pt x="4313202" y="1288256"/>
                </a:cubicBezTo>
                <a:cubicBezTo>
                  <a:pt x="4302714" y="1308649"/>
                  <a:pt x="4292269" y="1309367"/>
                  <a:pt x="4276825" y="1290758"/>
                </a:cubicBez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3178174" y="1289049"/>
                </a:moveTo>
                <a:cubicBezTo>
                  <a:pt x="3164219" y="1275094"/>
                  <a:pt x="3172253" y="1247775"/>
                  <a:pt x="3190312" y="1247775"/>
                </a:cubicBezTo>
                <a:cubicBezTo>
                  <a:pt x="3212755" y="1247775"/>
                  <a:pt x="3221501" y="1259920"/>
                  <a:pt x="3213699" y="1280252"/>
                </a:cubicBezTo>
                <a:cubicBezTo>
                  <a:pt x="3207731" y="1295804"/>
                  <a:pt x="3189455" y="1300330"/>
                  <a:pt x="3178174" y="1289049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4407179" y="1263491"/>
                </a:moveTo>
                <a:cubicBezTo>
                  <a:pt x="4399231" y="1242780"/>
                  <a:pt x="4423295" y="1214925"/>
                  <a:pt x="4442703" y="1222372"/>
                </a:cubicBezTo>
                <a:cubicBezTo>
                  <a:pt x="4466060" y="1231335"/>
                  <a:pt x="4458498" y="1270794"/>
                  <a:pt x="4432718" y="1274472"/>
                </a:cubicBezTo>
                <a:cubicBezTo>
                  <a:pt x="4421598" y="1276059"/>
                  <a:pt x="4410105" y="1271117"/>
                  <a:pt x="4407179" y="1263491"/>
                </a:cubicBezTo>
                <a:close/>
                <a:moveTo>
                  <a:pt x="3821906" y="1250340"/>
                </a:moveTo>
                <a:cubicBezTo>
                  <a:pt x="3805851" y="1244740"/>
                  <a:pt x="3806739" y="1212964"/>
                  <a:pt x="3823126" y="1206675"/>
                </a:cubicBezTo>
                <a:cubicBezTo>
                  <a:pt x="3837803" y="1201043"/>
                  <a:pt x="3857625" y="1216957"/>
                  <a:pt x="3857625" y="1234373"/>
                </a:cubicBezTo>
                <a:cubicBezTo>
                  <a:pt x="3857625" y="1247783"/>
                  <a:pt x="3838756" y="1256218"/>
                  <a:pt x="3821906" y="1250340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3655218" y="1218176"/>
                </a:moveTo>
                <a:cubicBezTo>
                  <a:pt x="3634005" y="1206152"/>
                  <a:pt x="3632723" y="1154162"/>
                  <a:pt x="3653444" y="1146211"/>
                </a:cubicBezTo>
                <a:cubicBezTo>
                  <a:pt x="3678621" y="1136550"/>
                  <a:pt x="3716448" y="1159580"/>
                  <a:pt x="3713019" y="1182481"/>
                </a:cubicBezTo>
                <a:cubicBezTo>
                  <a:pt x="3708824" y="1210498"/>
                  <a:pt x="3676687" y="1230344"/>
                  <a:pt x="3655218" y="1218176"/>
                </a:cubicBezTo>
                <a:close/>
                <a:moveTo>
                  <a:pt x="4595355" y="1205551"/>
                </a:moveTo>
                <a:cubicBezTo>
                  <a:pt x="4578075" y="1179179"/>
                  <a:pt x="4589914" y="1143000"/>
                  <a:pt x="4615823" y="1143000"/>
                </a:cubicBezTo>
                <a:cubicBezTo>
                  <a:pt x="4660911" y="1143000"/>
                  <a:pt x="4682037" y="1184001"/>
                  <a:pt x="4652282" y="1213757"/>
                </a:cubicBezTo>
                <a:cubicBezTo>
                  <a:pt x="4631073" y="1234965"/>
                  <a:pt x="4612912" y="1232347"/>
                  <a:pt x="4595355" y="1205551"/>
                </a:cubicBezTo>
                <a:close/>
                <a:moveTo>
                  <a:pt x="3954780" y="1207770"/>
                </a:moveTo>
                <a:cubicBezTo>
                  <a:pt x="3938989" y="1191979"/>
                  <a:pt x="3940457" y="1157257"/>
                  <a:pt x="3957513" y="1143102"/>
                </a:cubicBezTo>
                <a:cubicBezTo>
                  <a:pt x="3976595" y="1127266"/>
                  <a:pt x="4016836" y="1138495"/>
                  <a:pt x="4024205" y="1161712"/>
                </a:cubicBezTo>
                <a:cubicBezTo>
                  <a:pt x="4037633" y="1204019"/>
                  <a:pt x="3985569" y="1238559"/>
                  <a:pt x="3954780" y="1207770"/>
                </a:cubicBezTo>
                <a:close/>
                <a:moveTo>
                  <a:pt x="609813" y="1195644"/>
                </a:moveTo>
                <a:cubicBezTo>
                  <a:pt x="591651" y="1173761"/>
                  <a:pt x="601950" y="1147762"/>
                  <a:pt x="628780" y="1147762"/>
                </a:cubicBezTo>
                <a:cubicBezTo>
                  <a:pt x="645868" y="1147762"/>
                  <a:pt x="653286" y="1153550"/>
                  <a:pt x="655421" y="1168549"/>
                </a:cubicBezTo>
                <a:cubicBezTo>
                  <a:pt x="659313" y="1195886"/>
                  <a:pt x="626294" y="1215502"/>
                  <a:pt x="609813" y="1195644"/>
                </a:cubicBezTo>
                <a:close/>
                <a:moveTo>
                  <a:pt x="2909737" y="1193877"/>
                </a:moveTo>
                <a:cubicBezTo>
                  <a:pt x="2892468" y="1176607"/>
                  <a:pt x="2894798" y="1162873"/>
                  <a:pt x="2917419" y="1148604"/>
                </a:cubicBezTo>
                <a:cubicBezTo>
                  <a:pt x="2937503" y="1135935"/>
                  <a:pt x="2965821" y="1160775"/>
                  <a:pt x="2957126" y="1183434"/>
                </a:cubicBezTo>
                <a:cubicBezTo>
                  <a:pt x="2948438" y="1206074"/>
                  <a:pt x="2926721" y="1210860"/>
                  <a:pt x="2909737" y="1193877"/>
                </a:cubicBezTo>
                <a:close/>
                <a:moveTo>
                  <a:pt x="3266430" y="1189420"/>
                </a:moveTo>
                <a:cubicBezTo>
                  <a:pt x="3251127" y="1160827"/>
                  <a:pt x="3269080" y="1123950"/>
                  <a:pt x="3298303" y="1123950"/>
                </a:cubicBezTo>
                <a:cubicBezTo>
                  <a:pt x="3325787" y="1123950"/>
                  <a:pt x="3343275" y="1140617"/>
                  <a:pt x="3343275" y="1166812"/>
                </a:cubicBezTo>
                <a:cubicBezTo>
                  <a:pt x="3343275" y="1209977"/>
                  <a:pt x="3286388" y="1226713"/>
                  <a:pt x="3266430" y="1189420"/>
                </a:cubicBezTo>
                <a:close/>
                <a:moveTo>
                  <a:pt x="4191213" y="1195644"/>
                </a:moveTo>
                <a:cubicBezTo>
                  <a:pt x="4173051" y="1173761"/>
                  <a:pt x="4183350" y="1147762"/>
                  <a:pt x="4210180" y="1147762"/>
                </a:cubicBezTo>
                <a:cubicBezTo>
                  <a:pt x="4227268" y="1147762"/>
                  <a:pt x="4234686" y="1153550"/>
                  <a:pt x="4236821" y="1168549"/>
                </a:cubicBezTo>
                <a:cubicBezTo>
                  <a:pt x="4240713" y="1195886"/>
                  <a:pt x="4207694" y="1215502"/>
                  <a:pt x="4191213" y="1195644"/>
                </a:cubicBezTo>
                <a:close/>
                <a:moveTo>
                  <a:pt x="2113905" y="1179895"/>
                </a:moveTo>
                <a:cubicBezTo>
                  <a:pt x="2097009" y="1148324"/>
                  <a:pt x="2117061" y="1112317"/>
                  <a:pt x="2149388" y="1116181"/>
                </a:cubicBezTo>
                <a:cubicBezTo>
                  <a:pt x="2183914" y="1120307"/>
                  <a:pt x="2197577" y="1144251"/>
                  <a:pt x="2183295" y="1175597"/>
                </a:cubicBezTo>
                <a:cubicBezTo>
                  <a:pt x="2169122" y="1206703"/>
                  <a:pt x="2129563" y="1209153"/>
                  <a:pt x="2113905" y="117989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2695675" y="1185983"/>
                </a:moveTo>
                <a:cubicBezTo>
                  <a:pt x="2680208" y="1167347"/>
                  <a:pt x="2690195" y="1143000"/>
                  <a:pt x="2713306" y="1143000"/>
                </a:cubicBezTo>
                <a:cubicBezTo>
                  <a:pt x="2735835" y="1143000"/>
                  <a:pt x="2747402" y="1169321"/>
                  <a:pt x="2732673" y="1187069"/>
                </a:cubicBezTo>
                <a:cubicBezTo>
                  <a:pt x="2718771" y="1203820"/>
                  <a:pt x="2710271" y="1203570"/>
                  <a:pt x="2695675" y="1185983"/>
                </a:cubicBezTo>
                <a:close/>
                <a:moveTo>
                  <a:pt x="2497931" y="1174401"/>
                </a:moveTo>
                <a:cubicBezTo>
                  <a:pt x="2483249" y="1168958"/>
                  <a:pt x="2482234" y="1136942"/>
                  <a:pt x="2496464" y="1128147"/>
                </a:cubicBezTo>
                <a:cubicBezTo>
                  <a:pt x="2515564" y="1116342"/>
                  <a:pt x="2540209" y="1150190"/>
                  <a:pt x="2523784" y="1165670"/>
                </a:cubicBezTo>
                <a:cubicBezTo>
                  <a:pt x="2516113" y="1172900"/>
                  <a:pt x="2504479" y="1176829"/>
                  <a:pt x="2497931" y="1174401"/>
                </a:cubicBezTo>
                <a:close/>
                <a:moveTo>
                  <a:pt x="3481989" y="1163947"/>
                </a:moveTo>
                <a:cubicBezTo>
                  <a:pt x="3468651" y="1121923"/>
                  <a:pt x="3507158" y="1096640"/>
                  <a:pt x="3534437" y="1129510"/>
                </a:cubicBezTo>
                <a:cubicBezTo>
                  <a:pt x="3543486" y="1140414"/>
                  <a:pt x="3544200" y="1148996"/>
                  <a:pt x="3537012" y="1160467"/>
                </a:cubicBezTo>
                <a:cubicBezTo>
                  <a:pt x="3522365" y="1183839"/>
                  <a:pt x="3488973" y="1185951"/>
                  <a:pt x="3481989" y="1163947"/>
                </a:cubicBezTo>
                <a:close/>
                <a:moveTo>
                  <a:pt x="896809" y="1150174"/>
                </a:moveTo>
                <a:cubicBezTo>
                  <a:pt x="881241" y="1134606"/>
                  <a:pt x="883192" y="1105312"/>
                  <a:pt x="900233" y="1098772"/>
                </a:cubicBezTo>
                <a:cubicBezTo>
                  <a:pt x="917026" y="1092328"/>
                  <a:pt x="942975" y="1111009"/>
                  <a:pt x="942975" y="1129543"/>
                </a:cubicBezTo>
                <a:cubicBezTo>
                  <a:pt x="942975" y="1148861"/>
                  <a:pt x="910160" y="1163525"/>
                  <a:pt x="896809" y="1150174"/>
                </a:cubicBezTo>
                <a:close/>
                <a:moveTo>
                  <a:pt x="3082017" y="1147082"/>
                </a:moveTo>
                <a:cubicBezTo>
                  <a:pt x="3049654" y="1114718"/>
                  <a:pt x="3075091" y="1069106"/>
                  <a:pt x="3119313" y="1080205"/>
                </a:cubicBezTo>
                <a:cubicBezTo>
                  <a:pt x="3137700" y="1084820"/>
                  <a:pt x="3143250" y="1092354"/>
                  <a:pt x="3143250" y="1112701"/>
                </a:cubicBezTo>
                <a:cubicBezTo>
                  <a:pt x="3143250" y="1157891"/>
                  <a:pt x="3110958" y="1176022"/>
                  <a:pt x="3082017" y="1147082"/>
                </a:cubicBezTo>
                <a:close/>
                <a:moveTo>
                  <a:pt x="4478209" y="1150174"/>
                </a:moveTo>
                <a:cubicBezTo>
                  <a:pt x="4462641" y="1134606"/>
                  <a:pt x="4464592" y="1105312"/>
                  <a:pt x="4481633" y="1098772"/>
                </a:cubicBezTo>
                <a:cubicBezTo>
                  <a:pt x="4498426" y="1092328"/>
                  <a:pt x="4524375" y="1111009"/>
                  <a:pt x="4524375" y="1129543"/>
                </a:cubicBezTo>
                <a:cubicBezTo>
                  <a:pt x="4524375" y="1148861"/>
                  <a:pt x="4491560" y="1163525"/>
                  <a:pt x="4478209" y="1150174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4763971" y="1119781"/>
                </a:moveTo>
                <a:cubicBezTo>
                  <a:pt x="4765781" y="1111043"/>
                  <a:pt x="4771548" y="1104120"/>
                  <a:pt x="4776787" y="1104396"/>
                </a:cubicBezTo>
                <a:cubicBezTo>
                  <a:pt x="4790925" y="1105143"/>
                  <a:pt x="4788328" y="1126453"/>
                  <a:pt x="4773496" y="1131396"/>
                </a:cubicBezTo>
                <a:cubicBezTo>
                  <a:pt x="4765484" y="1134067"/>
                  <a:pt x="4761914" y="1129713"/>
                  <a:pt x="4763971" y="1119781"/>
                </a:cubicBezTo>
                <a:close/>
                <a:moveTo>
                  <a:pt x="731043" y="1113856"/>
                </a:moveTo>
                <a:cubicBezTo>
                  <a:pt x="710321" y="1101544"/>
                  <a:pt x="709401" y="1063608"/>
                  <a:pt x="729342" y="1043667"/>
                </a:cubicBezTo>
                <a:cubicBezTo>
                  <a:pt x="748567" y="1024443"/>
                  <a:pt x="755103" y="1024824"/>
                  <a:pt x="782184" y="1046753"/>
                </a:cubicBezTo>
                <a:cubicBezTo>
                  <a:pt x="825349" y="1081706"/>
                  <a:pt x="779091" y="1142403"/>
                  <a:pt x="731043" y="1113856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4312443" y="1113856"/>
                </a:moveTo>
                <a:cubicBezTo>
                  <a:pt x="4291721" y="1101544"/>
                  <a:pt x="4290801" y="1063608"/>
                  <a:pt x="4310742" y="1043667"/>
                </a:cubicBezTo>
                <a:cubicBezTo>
                  <a:pt x="4329967" y="1024443"/>
                  <a:pt x="4336503" y="1024824"/>
                  <a:pt x="4363584" y="1046753"/>
                </a:cubicBezTo>
                <a:cubicBezTo>
                  <a:pt x="4406749" y="1081706"/>
                  <a:pt x="4360491" y="1142403"/>
                  <a:pt x="4312443" y="1113856"/>
                </a:cubicBezTo>
                <a:close/>
                <a:moveTo>
                  <a:pt x="2784968" y="1100720"/>
                </a:moveTo>
                <a:cubicBezTo>
                  <a:pt x="2777435" y="1081089"/>
                  <a:pt x="2797704" y="1056857"/>
                  <a:pt x="2815837" y="1063815"/>
                </a:cubicBezTo>
                <a:cubicBezTo>
                  <a:pt x="2834843" y="1071109"/>
                  <a:pt x="2828405" y="1108659"/>
                  <a:pt x="2807464" y="1112650"/>
                </a:cubicBezTo>
                <a:cubicBezTo>
                  <a:pt x="2798281" y="1114400"/>
                  <a:pt x="2788157" y="1109032"/>
                  <a:pt x="2784968" y="1100720"/>
                </a:cubicBezTo>
                <a:close/>
                <a:moveTo>
                  <a:pt x="4105275" y="1095375"/>
                </a:moveTo>
                <a:cubicBezTo>
                  <a:pt x="4105275" y="1083098"/>
                  <a:pt x="4110098" y="1076345"/>
                  <a:pt x="4117181" y="1078706"/>
                </a:cubicBezTo>
                <a:cubicBezTo>
                  <a:pt x="4123729" y="1080889"/>
                  <a:pt x="4129087" y="1088390"/>
                  <a:pt x="4129087" y="1095375"/>
                </a:cubicBezTo>
                <a:cubicBezTo>
                  <a:pt x="4129087" y="1102360"/>
                  <a:pt x="4123729" y="1109860"/>
                  <a:pt x="4117181" y="1112043"/>
                </a:cubicBezTo>
                <a:cubicBezTo>
                  <a:pt x="4110098" y="1114404"/>
                  <a:pt x="4105275" y="1107651"/>
                  <a:pt x="4105275" y="1095375"/>
                </a:cubicBezTo>
                <a:close/>
                <a:moveTo>
                  <a:pt x="3794569" y="1091068"/>
                </a:moveTo>
                <a:cubicBezTo>
                  <a:pt x="3787301" y="1072127"/>
                  <a:pt x="3798068" y="1057275"/>
                  <a:pt x="3819068" y="1057275"/>
                </a:cubicBezTo>
                <a:cubicBezTo>
                  <a:pt x="3837792" y="1057275"/>
                  <a:pt x="3847896" y="1073625"/>
                  <a:pt x="3841140" y="1092993"/>
                </a:cubicBezTo>
                <a:cubicBezTo>
                  <a:pt x="3835411" y="1109419"/>
                  <a:pt x="3801066" y="1107999"/>
                  <a:pt x="3794569" y="1091068"/>
                </a:cubicBezTo>
                <a:close/>
                <a:moveTo>
                  <a:pt x="2569832" y="1052108"/>
                </a:moveTo>
                <a:cubicBezTo>
                  <a:pt x="2553560" y="1016395"/>
                  <a:pt x="2588020" y="981935"/>
                  <a:pt x="2623733" y="998207"/>
                </a:cubicBezTo>
                <a:cubicBezTo>
                  <a:pt x="2650221" y="1010276"/>
                  <a:pt x="2654397" y="1033696"/>
                  <a:pt x="2634690" y="1059656"/>
                </a:cubicBezTo>
                <a:cubicBezTo>
                  <a:pt x="2615882" y="1084432"/>
                  <a:pt x="2582806" y="1080583"/>
                  <a:pt x="2569832" y="1052108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5054" y="1060779"/>
                </a:moveTo>
                <a:cubicBezTo>
                  <a:pt x="2233795" y="1049520"/>
                  <a:pt x="2237634" y="1021497"/>
                  <a:pt x="2251145" y="1016312"/>
                </a:cubicBezTo>
                <a:cubicBezTo>
                  <a:pt x="2270343" y="1008945"/>
                  <a:pt x="2288320" y="1023902"/>
                  <a:pt x="2284446" y="1044019"/>
                </a:cubicBezTo>
                <a:cubicBezTo>
                  <a:pt x="2280913" y="1062365"/>
                  <a:pt x="2256870" y="1072595"/>
                  <a:pt x="2245054" y="1060779"/>
                </a:cubicBezTo>
                <a:close/>
                <a:moveTo>
                  <a:pt x="3397651" y="1060851"/>
                </a:moveTo>
                <a:cubicBezTo>
                  <a:pt x="3386172" y="1049372"/>
                  <a:pt x="3390186" y="1022099"/>
                  <a:pt x="3405187" y="1009650"/>
                </a:cubicBezTo>
                <a:cubicBezTo>
                  <a:pt x="3424289" y="993796"/>
                  <a:pt x="3450108" y="1014294"/>
                  <a:pt x="3446128" y="1042154"/>
                </a:cubicBezTo>
                <a:cubicBezTo>
                  <a:pt x="3443311" y="1061868"/>
                  <a:pt x="3411094" y="1074294"/>
                  <a:pt x="3397651" y="1060851"/>
                </a:cubicBezTo>
                <a:close/>
                <a:moveTo>
                  <a:pt x="1100817" y="1032782"/>
                </a:moveTo>
                <a:cubicBezTo>
                  <a:pt x="1074442" y="1006407"/>
                  <a:pt x="1085409" y="962025"/>
                  <a:pt x="1118301" y="962025"/>
                </a:cubicBezTo>
                <a:cubicBezTo>
                  <a:pt x="1143381" y="962025"/>
                  <a:pt x="1162050" y="978805"/>
                  <a:pt x="1162050" y="1001349"/>
                </a:cubicBezTo>
                <a:cubicBezTo>
                  <a:pt x="1162050" y="1018533"/>
                  <a:pt x="1138060" y="1047750"/>
                  <a:pt x="1123950" y="1047750"/>
                </a:cubicBezTo>
                <a:cubicBezTo>
                  <a:pt x="1119459" y="1047750"/>
                  <a:pt x="1109050" y="1041014"/>
                  <a:pt x="1100817" y="1032782"/>
                </a:cubicBezTo>
                <a:close/>
                <a:moveTo>
                  <a:pt x="4682217" y="1032782"/>
                </a:moveTo>
                <a:cubicBezTo>
                  <a:pt x="4655842" y="1006407"/>
                  <a:pt x="4666809" y="962025"/>
                  <a:pt x="4699701" y="962025"/>
                </a:cubicBezTo>
                <a:cubicBezTo>
                  <a:pt x="4724781" y="962025"/>
                  <a:pt x="4743450" y="978805"/>
                  <a:pt x="4743450" y="1001349"/>
                </a:cubicBezTo>
                <a:cubicBezTo>
                  <a:pt x="4743450" y="1018533"/>
                  <a:pt x="4719460" y="1047750"/>
                  <a:pt x="4705350" y="1047750"/>
                </a:cubicBezTo>
                <a:cubicBezTo>
                  <a:pt x="4700859" y="1047750"/>
                  <a:pt x="4690450" y="1041014"/>
                  <a:pt x="4682217" y="1032782"/>
                </a:cubicBezTo>
                <a:close/>
                <a:moveTo>
                  <a:pt x="2067304" y="1024395"/>
                </a:moveTo>
                <a:cubicBezTo>
                  <a:pt x="2049043" y="1002392"/>
                  <a:pt x="2059170" y="976312"/>
                  <a:pt x="2085975" y="976312"/>
                </a:cubicBezTo>
                <a:cubicBezTo>
                  <a:pt x="2101071" y="976312"/>
                  <a:pt x="2110710" y="982460"/>
                  <a:pt x="2112824" y="993438"/>
                </a:cubicBezTo>
                <a:cubicBezTo>
                  <a:pt x="2116122" y="1010564"/>
                  <a:pt x="2099539" y="1038225"/>
                  <a:pt x="2085975" y="1038225"/>
                </a:cubicBezTo>
                <a:cubicBezTo>
                  <a:pt x="2082019" y="1038225"/>
                  <a:pt x="2073617" y="1032001"/>
                  <a:pt x="2067304" y="1024395"/>
                </a:cubicBezTo>
                <a:close/>
                <a:moveTo>
                  <a:pt x="3927744" y="1023937"/>
                </a:moveTo>
                <a:cubicBezTo>
                  <a:pt x="3919318" y="1001980"/>
                  <a:pt x="3931853" y="979304"/>
                  <a:pt x="3950464" y="982833"/>
                </a:cubicBezTo>
                <a:cubicBezTo>
                  <a:pt x="3976530" y="987776"/>
                  <a:pt x="3979029" y="1038225"/>
                  <a:pt x="3953208" y="1038225"/>
                </a:cubicBezTo>
                <a:cubicBezTo>
                  <a:pt x="3942218" y="1038225"/>
                  <a:pt x="3930759" y="1031795"/>
                  <a:pt x="3927744" y="1023937"/>
                </a:cubicBezTo>
                <a:close/>
                <a:moveTo>
                  <a:pt x="2997199" y="1022350"/>
                </a:moveTo>
                <a:cubicBezTo>
                  <a:pt x="2987199" y="1012349"/>
                  <a:pt x="2989786" y="982856"/>
                  <a:pt x="3001289" y="975747"/>
                </a:cubicBezTo>
                <a:cubicBezTo>
                  <a:pt x="3019872" y="964262"/>
                  <a:pt x="3043679" y="996664"/>
                  <a:pt x="3029346" y="1013934"/>
                </a:cubicBezTo>
                <a:cubicBezTo>
                  <a:pt x="3016067" y="1029934"/>
                  <a:pt x="3007125" y="1032275"/>
                  <a:pt x="2997199" y="1022350"/>
                </a:cubicBezTo>
                <a:close/>
                <a:moveTo>
                  <a:pt x="3233550" y="1018872"/>
                </a:moveTo>
                <a:cubicBezTo>
                  <a:pt x="3229851" y="1012887"/>
                  <a:pt x="3231306" y="1003508"/>
                  <a:pt x="3236784" y="998030"/>
                </a:cubicBezTo>
                <a:cubicBezTo>
                  <a:pt x="3249585" y="985229"/>
                  <a:pt x="3279429" y="996395"/>
                  <a:pt x="3274221" y="1012036"/>
                </a:cubicBezTo>
                <a:cubicBezTo>
                  <a:pt x="3268919" y="1027959"/>
                  <a:pt x="3241966" y="1032489"/>
                  <a:pt x="3233550" y="1018872"/>
                </a:cubicBezTo>
                <a:close/>
                <a:moveTo>
                  <a:pt x="3621405" y="1017270"/>
                </a:moveTo>
                <a:cubicBezTo>
                  <a:pt x="3601472" y="997337"/>
                  <a:pt x="3607821" y="954350"/>
                  <a:pt x="3633148" y="937755"/>
                </a:cubicBezTo>
                <a:cubicBezTo>
                  <a:pt x="3662068" y="918806"/>
                  <a:pt x="3692600" y="932073"/>
                  <a:pt x="3701478" y="967446"/>
                </a:cubicBezTo>
                <a:cubicBezTo>
                  <a:pt x="3712544" y="1011535"/>
                  <a:pt x="3652827" y="1048692"/>
                  <a:pt x="3621405" y="1017270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902101" y="1003701"/>
                </a:moveTo>
                <a:cubicBezTo>
                  <a:pt x="889186" y="990786"/>
                  <a:pt x="895463" y="962634"/>
                  <a:pt x="913399" y="953035"/>
                </a:cubicBezTo>
                <a:cubicBezTo>
                  <a:pt x="935008" y="941470"/>
                  <a:pt x="955930" y="960892"/>
                  <a:pt x="950807" y="987761"/>
                </a:cubicBezTo>
                <a:cubicBezTo>
                  <a:pt x="947488" y="1005174"/>
                  <a:pt x="914402" y="1016002"/>
                  <a:pt x="902101" y="1003701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83695" y="997743"/>
                </a:moveTo>
                <a:cubicBezTo>
                  <a:pt x="2357076" y="964072"/>
                  <a:pt x="2367844" y="923925"/>
                  <a:pt x="2403492" y="923925"/>
                </a:cubicBezTo>
                <a:cubicBezTo>
                  <a:pt x="2430476" y="923925"/>
                  <a:pt x="2447925" y="940756"/>
                  <a:pt x="2447925" y="966787"/>
                </a:cubicBezTo>
                <a:cubicBezTo>
                  <a:pt x="2447925" y="1003901"/>
                  <a:pt x="2404940" y="1024618"/>
                  <a:pt x="2383695" y="997743"/>
                </a:cubicBezTo>
                <a:close/>
                <a:moveTo>
                  <a:pt x="4483501" y="1003701"/>
                </a:moveTo>
                <a:cubicBezTo>
                  <a:pt x="4470586" y="990786"/>
                  <a:pt x="4476863" y="962634"/>
                  <a:pt x="4494799" y="953035"/>
                </a:cubicBezTo>
                <a:cubicBezTo>
                  <a:pt x="4516408" y="941470"/>
                  <a:pt x="4537330" y="960892"/>
                  <a:pt x="4532207" y="987761"/>
                </a:cubicBezTo>
                <a:cubicBezTo>
                  <a:pt x="4528888" y="1005174"/>
                  <a:pt x="4495802" y="1016002"/>
                  <a:pt x="4483501" y="1003701"/>
                </a:cubicBezTo>
                <a:close/>
                <a:moveTo>
                  <a:pt x="4082142" y="985157"/>
                </a:moveTo>
                <a:cubicBezTo>
                  <a:pt x="4064378" y="967392"/>
                  <a:pt x="4062576" y="932333"/>
                  <a:pt x="4078605" y="916305"/>
                </a:cubicBezTo>
                <a:cubicBezTo>
                  <a:pt x="4098789" y="896120"/>
                  <a:pt x="4141538" y="902742"/>
                  <a:pt x="4158538" y="928687"/>
                </a:cubicBezTo>
                <a:cubicBezTo>
                  <a:pt x="4189763" y="976343"/>
                  <a:pt x="4122815" y="1025830"/>
                  <a:pt x="4082142" y="985157"/>
                </a:cubicBezTo>
                <a:close/>
                <a:moveTo>
                  <a:pt x="2809120" y="965878"/>
                </a:moveTo>
                <a:cubicBezTo>
                  <a:pt x="2798616" y="953221"/>
                  <a:pt x="2798819" y="946584"/>
                  <a:pt x="2810335" y="926161"/>
                </a:cubicBezTo>
                <a:cubicBezTo>
                  <a:pt x="2828604" y="893762"/>
                  <a:pt x="2840515" y="891018"/>
                  <a:pt x="2867621" y="912967"/>
                </a:cubicBezTo>
                <a:cubicBezTo>
                  <a:pt x="2887551" y="929105"/>
                  <a:pt x="2888840" y="934090"/>
                  <a:pt x="2878792" y="956143"/>
                </a:cubicBezTo>
                <a:cubicBezTo>
                  <a:pt x="2865680" y="984921"/>
                  <a:pt x="2829159" y="990024"/>
                  <a:pt x="2809120" y="965878"/>
                </a:cubicBezTo>
                <a:close/>
                <a:moveTo>
                  <a:pt x="1244600" y="946150"/>
                </a:moveTo>
                <a:cubicBezTo>
                  <a:pt x="1233694" y="935244"/>
                  <a:pt x="1237661" y="897142"/>
                  <a:pt x="1250156" y="892784"/>
                </a:cubicBezTo>
                <a:cubicBezTo>
                  <a:pt x="1282937" y="881349"/>
                  <a:pt x="1303208" y="934285"/>
                  <a:pt x="1270808" y="946718"/>
                </a:cubicBezTo>
                <a:cubicBezTo>
                  <a:pt x="1252152" y="953877"/>
                  <a:pt x="1252331" y="953881"/>
                  <a:pt x="1244600" y="946150"/>
                </a:cubicBezTo>
                <a:close/>
                <a:moveTo>
                  <a:pt x="3308889" y="938916"/>
                </a:moveTo>
                <a:cubicBezTo>
                  <a:pt x="3300223" y="916333"/>
                  <a:pt x="3312485" y="893526"/>
                  <a:pt x="3331339" y="897157"/>
                </a:cubicBezTo>
                <a:cubicBezTo>
                  <a:pt x="3341884" y="899188"/>
                  <a:pt x="3348037" y="909052"/>
                  <a:pt x="3348037" y="923925"/>
                </a:cubicBezTo>
                <a:cubicBezTo>
                  <a:pt x="3348037" y="951077"/>
                  <a:pt x="3317973" y="962589"/>
                  <a:pt x="3308889" y="938916"/>
                </a:cubicBezTo>
                <a:close/>
                <a:moveTo>
                  <a:pt x="691424" y="927500"/>
                </a:moveTo>
                <a:cubicBezTo>
                  <a:pt x="683345" y="906446"/>
                  <a:pt x="707807" y="881266"/>
                  <a:pt x="728591" y="889242"/>
                </a:cubicBezTo>
                <a:cubicBezTo>
                  <a:pt x="738260" y="892952"/>
                  <a:pt x="743115" y="903509"/>
                  <a:pt x="741236" y="916738"/>
                </a:cubicBezTo>
                <a:cubicBezTo>
                  <a:pt x="737438" y="943485"/>
                  <a:pt x="700612" y="951441"/>
                  <a:pt x="691424" y="927500"/>
                </a:cubicBezTo>
                <a:close/>
                <a:moveTo>
                  <a:pt x="1956282" y="929243"/>
                </a:moveTo>
                <a:cubicBezTo>
                  <a:pt x="1946137" y="902804"/>
                  <a:pt x="1956971" y="881062"/>
                  <a:pt x="1980292" y="881062"/>
                </a:cubicBezTo>
                <a:cubicBezTo>
                  <a:pt x="2010338" y="881062"/>
                  <a:pt x="2027358" y="907500"/>
                  <a:pt x="2010437" y="927889"/>
                </a:cubicBezTo>
                <a:cubicBezTo>
                  <a:pt x="1994800" y="946730"/>
                  <a:pt x="1963295" y="947518"/>
                  <a:pt x="1956282" y="929243"/>
                </a:cubicBezTo>
                <a:close/>
                <a:moveTo>
                  <a:pt x="3111499" y="936625"/>
                </a:moveTo>
                <a:cubicBezTo>
                  <a:pt x="3100857" y="925982"/>
                  <a:pt x="3104403" y="898302"/>
                  <a:pt x="3117837" y="887152"/>
                </a:cubicBezTo>
                <a:cubicBezTo>
                  <a:pt x="3137615" y="870738"/>
                  <a:pt x="3166433" y="895896"/>
                  <a:pt x="3158062" y="922269"/>
                </a:cubicBezTo>
                <a:cubicBezTo>
                  <a:pt x="3151809" y="941971"/>
                  <a:pt x="3125085" y="950210"/>
                  <a:pt x="3111499" y="936625"/>
                </a:cubicBezTo>
                <a:close/>
                <a:moveTo>
                  <a:pt x="4273473" y="929191"/>
                </a:moveTo>
                <a:cubicBezTo>
                  <a:pt x="4264323" y="905346"/>
                  <a:pt x="4277301" y="884554"/>
                  <a:pt x="4299368" y="887702"/>
                </a:cubicBezTo>
                <a:cubicBezTo>
                  <a:pt x="4313816" y="889764"/>
                  <a:pt x="4319587" y="897384"/>
                  <a:pt x="4319587" y="914400"/>
                </a:cubicBezTo>
                <a:cubicBezTo>
                  <a:pt x="4319587" y="942152"/>
                  <a:pt x="4282956" y="953902"/>
                  <a:pt x="4273473" y="929191"/>
                </a:cubicBezTo>
                <a:close/>
                <a:moveTo>
                  <a:pt x="2177142" y="899432"/>
                </a:moveTo>
                <a:cubicBezTo>
                  <a:pt x="2139986" y="862275"/>
                  <a:pt x="2183237" y="794739"/>
                  <a:pt x="2228631" y="819033"/>
                </a:cubicBezTo>
                <a:cubicBezTo>
                  <a:pt x="2260865" y="836284"/>
                  <a:pt x="2270502" y="864696"/>
                  <a:pt x="2253119" y="891226"/>
                </a:cubicBezTo>
                <a:cubicBezTo>
                  <a:pt x="2235590" y="917979"/>
                  <a:pt x="2199579" y="921869"/>
                  <a:pt x="2177142" y="899432"/>
                </a:cubicBezTo>
                <a:close/>
                <a:moveTo>
                  <a:pt x="2676625" y="900233"/>
                </a:moveTo>
                <a:cubicBezTo>
                  <a:pt x="2662647" y="883391"/>
                  <a:pt x="2670384" y="857250"/>
                  <a:pt x="2689347" y="857250"/>
                </a:cubicBezTo>
                <a:cubicBezTo>
                  <a:pt x="2712826" y="857250"/>
                  <a:pt x="2728350" y="883574"/>
                  <a:pt x="2714625" y="900112"/>
                </a:cubicBezTo>
                <a:cubicBezTo>
                  <a:pt x="2699717" y="918075"/>
                  <a:pt x="2691454" y="918101"/>
                  <a:pt x="2676625" y="900233"/>
                </a:cubicBezTo>
                <a:close/>
                <a:moveTo>
                  <a:pt x="3473338" y="896981"/>
                </a:moveTo>
                <a:cubicBezTo>
                  <a:pt x="3438721" y="858729"/>
                  <a:pt x="3471083" y="805318"/>
                  <a:pt x="3514725" y="828675"/>
                </a:cubicBezTo>
                <a:cubicBezTo>
                  <a:pt x="3540171" y="842293"/>
                  <a:pt x="3540574" y="891040"/>
                  <a:pt x="3515351" y="904539"/>
                </a:cubicBezTo>
                <a:cubicBezTo>
                  <a:pt x="3491480" y="917314"/>
                  <a:pt x="3491790" y="917370"/>
                  <a:pt x="3473338" y="896981"/>
                </a:cubicBezTo>
                <a:close/>
                <a:moveTo>
                  <a:pt x="993798" y="889947"/>
                </a:moveTo>
                <a:cubicBezTo>
                  <a:pt x="985860" y="869259"/>
                  <a:pt x="1006014" y="849804"/>
                  <a:pt x="1020439" y="864229"/>
                </a:cubicBezTo>
                <a:cubicBezTo>
                  <a:pt x="1032632" y="876422"/>
                  <a:pt x="1025078" y="904875"/>
                  <a:pt x="1009650" y="904875"/>
                </a:cubicBezTo>
                <a:cubicBezTo>
                  <a:pt x="1004082" y="904875"/>
                  <a:pt x="996949" y="898157"/>
                  <a:pt x="993798" y="889947"/>
                </a:cubicBezTo>
                <a:close/>
                <a:moveTo>
                  <a:pt x="2524225" y="890708"/>
                </a:moveTo>
                <a:cubicBezTo>
                  <a:pt x="2500642" y="862292"/>
                  <a:pt x="2533744" y="832579"/>
                  <a:pt x="2559874" y="858709"/>
                </a:cubicBezTo>
                <a:cubicBezTo>
                  <a:pt x="2567431" y="866266"/>
                  <a:pt x="2567921" y="875181"/>
                  <a:pt x="2561444" y="887284"/>
                </a:cubicBezTo>
                <a:cubicBezTo>
                  <a:pt x="2550050" y="908572"/>
                  <a:pt x="2539831" y="909513"/>
                  <a:pt x="2524225" y="890708"/>
                </a:cubicBezTo>
                <a:close/>
                <a:moveTo>
                  <a:pt x="3844591" y="884724"/>
                </a:moveTo>
                <a:cubicBezTo>
                  <a:pt x="3826501" y="858898"/>
                  <a:pt x="3838025" y="825011"/>
                  <a:pt x="3866329" y="820800"/>
                </a:cubicBezTo>
                <a:cubicBezTo>
                  <a:pt x="3893194" y="816803"/>
                  <a:pt x="3914775" y="834832"/>
                  <a:pt x="3914775" y="861273"/>
                </a:cubicBezTo>
                <a:cubicBezTo>
                  <a:pt x="3914775" y="904744"/>
                  <a:pt x="3869264" y="919950"/>
                  <a:pt x="3844591" y="884724"/>
                </a:cubicBezTo>
                <a:close/>
                <a:moveTo>
                  <a:pt x="4575198" y="889947"/>
                </a:moveTo>
                <a:cubicBezTo>
                  <a:pt x="4567260" y="869259"/>
                  <a:pt x="4587414" y="849804"/>
                  <a:pt x="4601839" y="864229"/>
                </a:cubicBezTo>
                <a:cubicBezTo>
                  <a:pt x="4614032" y="876422"/>
                  <a:pt x="4606478" y="904875"/>
                  <a:pt x="4591050" y="904875"/>
                </a:cubicBezTo>
                <a:cubicBezTo>
                  <a:pt x="4585482" y="904875"/>
                  <a:pt x="4578349" y="898157"/>
                  <a:pt x="4575198" y="889947"/>
                </a:cubicBezTo>
                <a:close/>
                <a:moveTo>
                  <a:pt x="825388" y="868406"/>
                </a:moveTo>
                <a:cubicBezTo>
                  <a:pt x="801993" y="842554"/>
                  <a:pt x="805948" y="831365"/>
                  <a:pt x="842776" y="819211"/>
                </a:cubicBezTo>
                <a:cubicBezTo>
                  <a:pt x="881650" y="806381"/>
                  <a:pt x="895350" y="812220"/>
                  <a:pt x="895350" y="841619"/>
                </a:cubicBezTo>
                <a:cubicBezTo>
                  <a:pt x="895350" y="884276"/>
                  <a:pt x="854058" y="900086"/>
                  <a:pt x="825388" y="868406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4407168" y="868825"/>
                </a:moveTo>
                <a:cubicBezTo>
                  <a:pt x="4386067" y="845509"/>
                  <a:pt x="4386754" y="825967"/>
                  <a:pt x="4409392" y="805480"/>
                </a:cubicBezTo>
                <a:cubicBezTo>
                  <a:pt x="4433513" y="783651"/>
                  <a:pt x="4465294" y="793855"/>
                  <a:pt x="4473367" y="826021"/>
                </a:cubicBezTo>
                <a:cubicBezTo>
                  <a:pt x="4485384" y="873898"/>
                  <a:pt x="4438937" y="903930"/>
                  <a:pt x="4407168" y="868825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1124559" y="843696"/>
                </a:moveTo>
                <a:cubicBezTo>
                  <a:pt x="1109773" y="825880"/>
                  <a:pt x="1119155" y="809625"/>
                  <a:pt x="1144224" y="809625"/>
                </a:cubicBezTo>
                <a:cubicBezTo>
                  <a:pt x="1158463" y="809625"/>
                  <a:pt x="1162594" y="814929"/>
                  <a:pt x="1160331" y="830310"/>
                </a:cubicBezTo>
                <a:cubicBezTo>
                  <a:pt x="1156527" y="856158"/>
                  <a:pt x="1140026" y="862333"/>
                  <a:pt x="1124559" y="843696"/>
                </a:cubicBezTo>
                <a:close/>
                <a:moveTo>
                  <a:pt x="2959537" y="851337"/>
                </a:moveTo>
                <a:cubicBezTo>
                  <a:pt x="2934324" y="826124"/>
                  <a:pt x="2969458" y="768900"/>
                  <a:pt x="2998792" y="787402"/>
                </a:cubicBezTo>
                <a:cubicBezTo>
                  <a:pt x="3025350" y="804155"/>
                  <a:pt x="3019513" y="851921"/>
                  <a:pt x="2990493" y="855306"/>
                </a:cubicBezTo>
                <a:cubicBezTo>
                  <a:pt x="2977200" y="856856"/>
                  <a:pt x="2963270" y="855070"/>
                  <a:pt x="2959537" y="851337"/>
                </a:cubicBezTo>
                <a:close/>
                <a:moveTo>
                  <a:pt x="4705541" y="843192"/>
                </a:moveTo>
                <a:cubicBezTo>
                  <a:pt x="4698028" y="834140"/>
                  <a:pt x="4697305" y="828675"/>
                  <a:pt x="4703621" y="828675"/>
                </a:cubicBezTo>
                <a:cubicBezTo>
                  <a:pt x="4715133" y="828675"/>
                  <a:pt x="4728554" y="846745"/>
                  <a:pt x="4721948" y="853351"/>
                </a:cubicBezTo>
                <a:cubicBezTo>
                  <a:pt x="4719551" y="855748"/>
                  <a:pt x="4712167" y="851177"/>
                  <a:pt x="4705541" y="843192"/>
                </a:cubicBezTo>
                <a:close/>
                <a:moveTo>
                  <a:pt x="3605212" y="828675"/>
                </a:moveTo>
                <a:cubicBezTo>
                  <a:pt x="3601410" y="822523"/>
                  <a:pt x="3602586" y="813203"/>
                  <a:pt x="3607824" y="807965"/>
                </a:cubicBezTo>
                <a:cubicBezTo>
                  <a:pt x="3614174" y="801615"/>
                  <a:pt x="3619654" y="802168"/>
                  <a:pt x="3624262" y="809625"/>
                </a:cubicBezTo>
                <a:cubicBezTo>
                  <a:pt x="3628064" y="815776"/>
                  <a:pt x="3626888" y="825096"/>
                  <a:pt x="3621650" y="830334"/>
                </a:cubicBezTo>
                <a:cubicBezTo>
                  <a:pt x="3615300" y="836684"/>
                  <a:pt x="3609820" y="836131"/>
                  <a:pt x="3605212" y="828675"/>
                </a:cubicBezTo>
                <a:close/>
                <a:moveTo>
                  <a:pt x="3259820" y="817610"/>
                </a:moveTo>
                <a:cubicBezTo>
                  <a:pt x="3233916" y="791706"/>
                  <a:pt x="3257016" y="747306"/>
                  <a:pt x="3292811" y="754200"/>
                </a:cubicBezTo>
                <a:cubicBezTo>
                  <a:pt x="3318826" y="759210"/>
                  <a:pt x="3317037" y="822894"/>
                  <a:pt x="3290776" y="826658"/>
                </a:cubicBezTo>
                <a:cubicBezTo>
                  <a:pt x="3280237" y="828169"/>
                  <a:pt x="3266307" y="824097"/>
                  <a:pt x="3259820" y="817610"/>
                </a:cubicBezTo>
                <a:close/>
                <a:moveTo>
                  <a:pt x="3704630" y="798988"/>
                </a:moveTo>
                <a:cubicBezTo>
                  <a:pt x="3696103" y="783056"/>
                  <a:pt x="3696877" y="775790"/>
                  <a:pt x="3708319" y="764348"/>
                </a:cubicBezTo>
                <a:cubicBezTo>
                  <a:pt x="3735590" y="737077"/>
                  <a:pt x="3777384" y="775300"/>
                  <a:pt x="3752749" y="804983"/>
                </a:cubicBezTo>
                <a:cubicBezTo>
                  <a:pt x="3736187" y="824939"/>
                  <a:pt x="3717256" y="822581"/>
                  <a:pt x="3704630" y="798988"/>
                </a:cubicBezTo>
                <a:close/>
                <a:moveTo>
                  <a:pt x="3995684" y="809539"/>
                </a:moveTo>
                <a:cubicBezTo>
                  <a:pt x="3985438" y="792960"/>
                  <a:pt x="4000980" y="762000"/>
                  <a:pt x="4019550" y="762000"/>
                </a:cubicBezTo>
                <a:cubicBezTo>
                  <a:pt x="4038119" y="762000"/>
                  <a:pt x="4053661" y="792960"/>
                  <a:pt x="4043415" y="809539"/>
                </a:cubicBezTo>
                <a:cubicBezTo>
                  <a:pt x="4040148" y="814825"/>
                  <a:pt x="4029409" y="819150"/>
                  <a:pt x="4019550" y="819150"/>
                </a:cubicBezTo>
                <a:cubicBezTo>
                  <a:pt x="4009690" y="819150"/>
                  <a:pt x="3998951" y="814825"/>
                  <a:pt x="3995684" y="809539"/>
                </a:cubicBezTo>
                <a:close/>
                <a:moveTo>
                  <a:pt x="4156344" y="804862"/>
                </a:moveTo>
                <a:cubicBezTo>
                  <a:pt x="4148798" y="785198"/>
                  <a:pt x="4159029" y="762000"/>
                  <a:pt x="4175247" y="762000"/>
                </a:cubicBezTo>
                <a:cubicBezTo>
                  <a:pt x="4194744" y="762000"/>
                  <a:pt x="4211332" y="785675"/>
                  <a:pt x="4204432" y="803655"/>
                </a:cubicBezTo>
                <a:cubicBezTo>
                  <a:pt x="4196965" y="823114"/>
                  <a:pt x="4163669" y="823950"/>
                  <a:pt x="4156344" y="804862"/>
                </a:cubicBezTo>
                <a:close/>
                <a:moveTo>
                  <a:pt x="2397125" y="803275"/>
                </a:moveTo>
                <a:cubicBezTo>
                  <a:pt x="2385468" y="791618"/>
                  <a:pt x="2390593" y="761471"/>
                  <a:pt x="2405183" y="755872"/>
                </a:cubicBezTo>
                <a:cubicBezTo>
                  <a:pt x="2428262" y="747016"/>
                  <a:pt x="2449370" y="770076"/>
                  <a:pt x="2437864" y="791575"/>
                </a:cubicBezTo>
                <a:cubicBezTo>
                  <a:pt x="2428182" y="809666"/>
                  <a:pt x="2409019" y="815169"/>
                  <a:pt x="2397125" y="803275"/>
                </a:cubicBezTo>
                <a:close/>
                <a:moveTo>
                  <a:pt x="2040255" y="788670"/>
                </a:moveTo>
                <a:cubicBezTo>
                  <a:pt x="2015067" y="763482"/>
                  <a:pt x="2038378" y="717198"/>
                  <a:pt x="2070117" y="729378"/>
                </a:cubicBezTo>
                <a:cubicBezTo>
                  <a:pt x="2090824" y="737323"/>
                  <a:pt x="2099562" y="769441"/>
                  <a:pt x="2085595" y="786269"/>
                </a:cubicBezTo>
                <a:cubicBezTo>
                  <a:pt x="2071637" y="803088"/>
                  <a:pt x="2055526" y="803941"/>
                  <a:pt x="2040255" y="788670"/>
                </a:cubicBezTo>
                <a:close/>
                <a:moveTo>
                  <a:pt x="1288256" y="774700"/>
                </a:moveTo>
                <a:cubicBezTo>
                  <a:pt x="1270737" y="767692"/>
                  <a:pt x="1273761" y="726931"/>
                  <a:pt x="1292328" y="719806"/>
                </a:cubicBezTo>
                <a:cubicBezTo>
                  <a:pt x="1315661" y="710852"/>
                  <a:pt x="1340820" y="738740"/>
                  <a:pt x="1327895" y="759230"/>
                </a:cubicBezTo>
                <a:cubicBezTo>
                  <a:pt x="1316500" y="777295"/>
                  <a:pt x="1305488" y="781592"/>
                  <a:pt x="1288256" y="774700"/>
                </a:cubicBezTo>
                <a:close/>
                <a:moveTo>
                  <a:pt x="1909249" y="770695"/>
                </a:moveTo>
                <a:cubicBezTo>
                  <a:pt x="1905729" y="764999"/>
                  <a:pt x="1907246" y="755943"/>
                  <a:pt x="1912620" y="750570"/>
                </a:cubicBezTo>
                <a:cubicBezTo>
                  <a:pt x="1924637" y="738552"/>
                  <a:pt x="1943100" y="748701"/>
                  <a:pt x="1943100" y="767324"/>
                </a:cubicBezTo>
                <a:cubicBezTo>
                  <a:pt x="1943100" y="783361"/>
                  <a:pt x="1918586" y="785801"/>
                  <a:pt x="1909249" y="770695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2573655" y="760095"/>
                </a:moveTo>
                <a:cubicBezTo>
                  <a:pt x="2558440" y="744880"/>
                  <a:pt x="2559080" y="700267"/>
                  <a:pt x="2574699" y="687305"/>
                </a:cubicBezTo>
                <a:cubicBezTo>
                  <a:pt x="2597187" y="668641"/>
                  <a:pt x="2642758" y="688164"/>
                  <a:pt x="2646257" y="717961"/>
                </a:cubicBezTo>
                <a:cubicBezTo>
                  <a:pt x="2651565" y="763173"/>
                  <a:pt x="2604213" y="790653"/>
                  <a:pt x="2573655" y="760095"/>
                </a:cubicBezTo>
                <a:close/>
                <a:moveTo>
                  <a:pt x="2759476" y="765576"/>
                </a:moveTo>
                <a:cubicBezTo>
                  <a:pt x="2747997" y="754097"/>
                  <a:pt x="2752011" y="726824"/>
                  <a:pt x="2767012" y="714375"/>
                </a:cubicBezTo>
                <a:cubicBezTo>
                  <a:pt x="2786114" y="698521"/>
                  <a:pt x="2811933" y="719019"/>
                  <a:pt x="2807953" y="746879"/>
                </a:cubicBezTo>
                <a:cubicBezTo>
                  <a:pt x="2805136" y="766593"/>
                  <a:pt x="2772919" y="779019"/>
                  <a:pt x="2759476" y="765576"/>
                </a:cubicBezTo>
                <a:close/>
                <a:moveTo>
                  <a:pt x="3092455" y="751858"/>
                </a:moveTo>
                <a:cubicBezTo>
                  <a:pt x="3059740" y="705152"/>
                  <a:pt x="3108034" y="660514"/>
                  <a:pt x="3149591" y="699048"/>
                </a:cubicBezTo>
                <a:cubicBezTo>
                  <a:pt x="3174124" y="721796"/>
                  <a:pt x="3174413" y="723293"/>
                  <a:pt x="3158862" y="747026"/>
                </a:cubicBezTo>
                <a:cubicBezTo>
                  <a:pt x="3139500" y="776576"/>
                  <a:pt x="3111210" y="778635"/>
                  <a:pt x="3092455" y="751858"/>
                </a:cubicBezTo>
                <a:close/>
                <a:moveTo>
                  <a:pt x="4532685" y="745929"/>
                </a:moveTo>
                <a:cubicBezTo>
                  <a:pt x="4521177" y="731782"/>
                  <a:pt x="4521701" y="730641"/>
                  <a:pt x="4537060" y="736404"/>
                </a:cubicBezTo>
                <a:cubicBezTo>
                  <a:pt x="4546656" y="740004"/>
                  <a:pt x="4558443" y="742950"/>
                  <a:pt x="4563254" y="742950"/>
                </a:cubicBezTo>
                <a:cubicBezTo>
                  <a:pt x="4568064" y="742950"/>
                  <a:pt x="4572000" y="747236"/>
                  <a:pt x="4572000" y="752475"/>
                </a:cubicBezTo>
                <a:cubicBezTo>
                  <a:pt x="4572000" y="767666"/>
                  <a:pt x="4546977" y="763499"/>
                  <a:pt x="4532685" y="745929"/>
                </a:cubicBezTo>
                <a:close/>
                <a:moveTo>
                  <a:pt x="3425123" y="737062"/>
                </a:moveTo>
                <a:cubicBezTo>
                  <a:pt x="3421673" y="728071"/>
                  <a:pt x="3422989" y="716575"/>
                  <a:pt x="3428047" y="711517"/>
                </a:cubicBezTo>
                <a:cubicBezTo>
                  <a:pt x="3441811" y="697753"/>
                  <a:pt x="3468976" y="711886"/>
                  <a:pt x="3465313" y="730905"/>
                </a:cubicBezTo>
                <a:cubicBezTo>
                  <a:pt x="3461020" y="753194"/>
                  <a:pt x="3432963" y="757492"/>
                  <a:pt x="3425123" y="737062"/>
                </a:cubicBezTo>
                <a:close/>
                <a:moveTo>
                  <a:pt x="1138237" y="733425"/>
                </a:moveTo>
                <a:cubicBezTo>
                  <a:pt x="1164454" y="722158"/>
                  <a:pt x="1173775" y="722158"/>
                  <a:pt x="1166812" y="733425"/>
                </a:cubicBezTo>
                <a:cubicBezTo>
                  <a:pt x="1163574" y="738663"/>
                  <a:pt x="1151534" y="742648"/>
                  <a:pt x="1140056" y="742280"/>
                </a:cubicBezTo>
                <a:cubicBezTo>
                  <a:pt x="1119936" y="741635"/>
                  <a:pt x="1119871" y="741317"/>
                  <a:pt x="1138237" y="733425"/>
                </a:cubicBezTo>
                <a:close/>
                <a:moveTo>
                  <a:pt x="2259806" y="736600"/>
                </a:moveTo>
                <a:cubicBezTo>
                  <a:pt x="2244102" y="730318"/>
                  <a:pt x="2244575" y="700416"/>
                  <a:pt x="2260587" y="687127"/>
                </a:cubicBezTo>
                <a:cubicBezTo>
                  <a:pt x="2280587" y="670529"/>
                  <a:pt x="2313148" y="698288"/>
                  <a:pt x="2299607" y="720393"/>
                </a:cubicBezTo>
                <a:cubicBezTo>
                  <a:pt x="2288121" y="739143"/>
                  <a:pt x="2277240" y="743573"/>
                  <a:pt x="2259806" y="736600"/>
                </a:cubicBezTo>
                <a:close/>
                <a:moveTo>
                  <a:pt x="4272824" y="717950"/>
                </a:moveTo>
                <a:cubicBezTo>
                  <a:pt x="4264745" y="696896"/>
                  <a:pt x="4289207" y="671716"/>
                  <a:pt x="4309991" y="679692"/>
                </a:cubicBezTo>
                <a:cubicBezTo>
                  <a:pt x="4319660" y="683402"/>
                  <a:pt x="4324515" y="693959"/>
                  <a:pt x="4322636" y="707188"/>
                </a:cubicBezTo>
                <a:cubicBezTo>
                  <a:pt x="4318838" y="733935"/>
                  <a:pt x="4282012" y="741891"/>
                  <a:pt x="4272824" y="717950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2901949" y="717550"/>
                </a:moveTo>
                <a:cubicBezTo>
                  <a:pt x="2890674" y="706274"/>
                  <a:pt x="2895204" y="678464"/>
                  <a:pt x="2909191" y="673097"/>
                </a:cubicBezTo>
                <a:cubicBezTo>
                  <a:pt x="2926609" y="666413"/>
                  <a:pt x="2947042" y="690686"/>
                  <a:pt x="2939827" y="709491"/>
                </a:cubicBezTo>
                <a:cubicBezTo>
                  <a:pt x="2934134" y="724326"/>
                  <a:pt x="2913183" y="728783"/>
                  <a:pt x="2901949" y="717550"/>
                </a:cubicBezTo>
                <a:close/>
                <a:moveTo>
                  <a:pt x="3853871" y="709260"/>
                </a:moveTo>
                <a:cubicBezTo>
                  <a:pt x="3835159" y="690548"/>
                  <a:pt x="3834693" y="681828"/>
                  <a:pt x="3851655" y="667751"/>
                </a:cubicBezTo>
                <a:cubicBezTo>
                  <a:pt x="3868893" y="653445"/>
                  <a:pt x="3895725" y="664344"/>
                  <a:pt x="3895725" y="685652"/>
                </a:cubicBezTo>
                <a:cubicBezTo>
                  <a:pt x="3895725" y="713730"/>
                  <a:pt x="3871823" y="727212"/>
                  <a:pt x="3853871" y="709260"/>
                </a:cubicBezTo>
                <a:close/>
                <a:moveTo>
                  <a:pt x="4083843" y="704087"/>
                </a:moveTo>
                <a:cubicBezTo>
                  <a:pt x="4066535" y="694005"/>
                  <a:pt x="4060438" y="643462"/>
                  <a:pt x="4075414" y="634207"/>
                </a:cubicBezTo>
                <a:cubicBezTo>
                  <a:pt x="4094686" y="622296"/>
                  <a:pt x="4167253" y="653318"/>
                  <a:pt x="4164147" y="672140"/>
                </a:cubicBezTo>
                <a:cubicBezTo>
                  <a:pt x="4158200" y="708178"/>
                  <a:pt x="4118193" y="724094"/>
                  <a:pt x="4083843" y="704087"/>
                </a:cubicBezTo>
                <a:close/>
                <a:moveTo>
                  <a:pt x="1843767" y="680357"/>
                </a:moveTo>
                <a:cubicBezTo>
                  <a:pt x="1818525" y="655115"/>
                  <a:pt x="1836469" y="609600"/>
                  <a:pt x="1871662" y="609600"/>
                </a:cubicBezTo>
                <a:cubicBezTo>
                  <a:pt x="1888339" y="609600"/>
                  <a:pt x="1914525" y="635785"/>
                  <a:pt x="1914525" y="652462"/>
                </a:cubicBezTo>
                <a:cubicBezTo>
                  <a:pt x="1914525" y="669139"/>
                  <a:pt x="1888339" y="695325"/>
                  <a:pt x="1871662" y="695325"/>
                </a:cubicBezTo>
                <a:cubicBezTo>
                  <a:pt x="1864552" y="695325"/>
                  <a:pt x="1852000" y="688589"/>
                  <a:pt x="1843767" y="680357"/>
                </a:cubicBezTo>
                <a:close/>
                <a:moveTo>
                  <a:pt x="3580755" y="675070"/>
                </a:moveTo>
                <a:cubicBezTo>
                  <a:pt x="3566946" y="649268"/>
                  <a:pt x="3583212" y="609468"/>
                  <a:pt x="3607389" y="609902"/>
                </a:cubicBezTo>
                <a:cubicBezTo>
                  <a:pt x="3648046" y="610632"/>
                  <a:pt x="3672594" y="657470"/>
                  <a:pt x="3646170" y="683895"/>
                </a:cubicBezTo>
                <a:cubicBezTo>
                  <a:pt x="3627969" y="702095"/>
                  <a:pt x="3592669" y="697333"/>
                  <a:pt x="3580755" y="675070"/>
                </a:cubicBezTo>
                <a:close/>
                <a:moveTo>
                  <a:pt x="2095500" y="661193"/>
                </a:moveTo>
                <a:cubicBezTo>
                  <a:pt x="2095500" y="644373"/>
                  <a:pt x="2116005" y="647302"/>
                  <a:pt x="2121892" y="664964"/>
                </a:cubicBezTo>
                <a:cubicBezTo>
                  <a:pt x="2123965" y="671185"/>
                  <a:pt x="2118875" y="676275"/>
                  <a:pt x="2110581" y="676275"/>
                </a:cubicBezTo>
                <a:cubicBezTo>
                  <a:pt x="2102286" y="676275"/>
                  <a:pt x="2095500" y="669488"/>
                  <a:pt x="2095500" y="661193"/>
                </a:cubicBezTo>
                <a:close/>
                <a:moveTo>
                  <a:pt x="2386653" y="638883"/>
                </a:moveTo>
                <a:cubicBezTo>
                  <a:pt x="2367123" y="617303"/>
                  <a:pt x="2369792" y="592045"/>
                  <a:pt x="2393156" y="577332"/>
                </a:cubicBezTo>
                <a:cubicBezTo>
                  <a:pt x="2430442" y="553851"/>
                  <a:pt x="2468454" y="618656"/>
                  <a:pt x="2432721" y="644785"/>
                </a:cubicBezTo>
                <a:cubicBezTo>
                  <a:pt x="2410383" y="661119"/>
                  <a:pt x="2406303" y="660596"/>
                  <a:pt x="2386653" y="638883"/>
                </a:cubicBezTo>
                <a:close/>
                <a:moveTo>
                  <a:pt x="3248404" y="643395"/>
                </a:moveTo>
                <a:cubicBezTo>
                  <a:pt x="3230469" y="621784"/>
                  <a:pt x="3240249" y="595312"/>
                  <a:pt x="3266167" y="595312"/>
                </a:cubicBezTo>
                <a:cubicBezTo>
                  <a:pt x="3296213" y="595312"/>
                  <a:pt x="3313233" y="621750"/>
                  <a:pt x="3296312" y="642139"/>
                </a:cubicBezTo>
                <a:cubicBezTo>
                  <a:pt x="3280710" y="660938"/>
                  <a:pt x="3263342" y="661394"/>
                  <a:pt x="3248404" y="643395"/>
                </a:cubicBezTo>
                <a:close/>
                <a:moveTo>
                  <a:pt x="2168525" y="612775"/>
                </a:moveTo>
                <a:cubicBezTo>
                  <a:pt x="2152718" y="596968"/>
                  <a:pt x="2163878" y="581025"/>
                  <a:pt x="2190750" y="581025"/>
                </a:cubicBezTo>
                <a:cubicBezTo>
                  <a:pt x="2221189" y="581025"/>
                  <a:pt x="2226423" y="589166"/>
                  <a:pt x="2207895" y="607695"/>
                </a:cubicBezTo>
                <a:cubicBezTo>
                  <a:pt x="2195248" y="620341"/>
                  <a:pt x="2178280" y="622530"/>
                  <a:pt x="2168525" y="612775"/>
                </a:cubicBezTo>
                <a:close/>
                <a:moveTo>
                  <a:pt x="2701924" y="612775"/>
                </a:moveTo>
                <a:cubicBezTo>
                  <a:pt x="2698432" y="609282"/>
                  <a:pt x="2695575" y="596423"/>
                  <a:pt x="2695575" y="584200"/>
                </a:cubicBezTo>
                <a:cubicBezTo>
                  <a:pt x="2695575" y="557542"/>
                  <a:pt x="2737366" y="552084"/>
                  <a:pt x="2747107" y="577469"/>
                </a:cubicBezTo>
                <a:cubicBezTo>
                  <a:pt x="2757207" y="603789"/>
                  <a:pt x="2721129" y="631979"/>
                  <a:pt x="2701924" y="612775"/>
                </a:cubicBezTo>
                <a:close/>
                <a:moveTo>
                  <a:pt x="3740479" y="613104"/>
                </a:moveTo>
                <a:cubicBezTo>
                  <a:pt x="3727085" y="599710"/>
                  <a:pt x="3734366" y="590550"/>
                  <a:pt x="3758406" y="590550"/>
                </a:cubicBezTo>
                <a:cubicBezTo>
                  <a:pt x="3773855" y="590550"/>
                  <a:pt x="3781537" y="594980"/>
                  <a:pt x="3779048" y="602456"/>
                </a:cubicBezTo>
                <a:cubicBezTo>
                  <a:pt x="3774463" y="616226"/>
                  <a:pt x="3750278" y="622903"/>
                  <a:pt x="3740479" y="613104"/>
                </a:cubicBezTo>
                <a:close/>
                <a:moveTo>
                  <a:pt x="3032664" y="596016"/>
                </a:moveTo>
                <a:cubicBezTo>
                  <a:pt x="3023998" y="573433"/>
                  <a:pt x="3036260" y="550626"/>
                  <a:pt x="3055114" y="554257"/>
                </a:cubicBezTo>
                <a:cubicBezTo>
                  <a:pt x="3065659" y="556288"/>
                  <a:pt x="3071812" y="566152"/>
                  <a:pt x="3071812" y="581025"/>
                </a:cubicBezTo>
                <a:cubicBezTo>
                  <a:pt x="3071812" y="608177"/>
                  <a:pt x="3041748" y="619689"/>
                  <a:pt x="3032664" y="596016"/>
                </a:cubicBezTo>
                <a:close/>
                <a:moveTo>
                  <a:pt x="3407568" y="599312"/>
                </a:moveTo>
                <a:cubicBezTo>
                  <a:pt x="3375080" y="580389"/>
                  <a:pt x="3387166" y="558865"/>
                  <a:pt x="3426618" y="565386"/>
                </a:cubicBezTo>
                <a:cubicBezTo>
                  <a:pt x="3446264" y="568633"/>
                  <a:pt x="3468359" y="571337"/>
                  <a:pt x="3475720" y="571395"/>
                </a:cubicBezTo>
                <a:cubicBezTo>
                  <a:pt x="3485946" y="571475"/>
                  <a:pt x="3485036" y="575992"/>
                  <a:pt x="3471862" y="590550"/>
                </a:cubicBezTo>
                <a:cubicBezTo>
                  <a:pt x="3452921" y="611479"/>
                  <a:pt x="3433096" y="614180"/>
                  <a:pt x="3407568" y="599312"/>
                </a:cubicBezTo>
                <a:close/>
                <a:moveTo>
                  <a:pt x="2506323" y="587292"/>
                </a:moveTo>
                <a:cubicBezTo>
                  <a:pt x="2492241" y="570324"/>
                  <a:pt x="2502113" y="561975"/>
                  <a:pt x="2536256" y="561975"/>
                </a:cubicBezTo>
                <a:cubicBezTo>
                  <a:pt x="2557881" y="561975"/>
                  <a:pt x="2562945" y="565408"/>
                  <a:pt x="2558481" y="577041"/>
                </a:cubicBezTo>
                <a:cubicBezTo>
                  <a:pt x="2555301" y="585328"/>
                  <a:pt x="2552700" y="593900"/>
                  <a:pt x="2552700" y="596091"/>
                </a:cubicBezTo>
                <a:cubicBezTo>
                  <a:pt x="2552700" y="605806"/>
                  <a:pt x="2515893" y="598823"/>
                  <a:pt x="2506323" y="587292"/>
                </a:cubicBezTo>
                <a:close/>
                <a:moveTo>
                  <a:pt x="2859405" y="588645"/>
                </a:moveTo>
                <a:cubicBezTo>
                  <a:pt x="2835878" y="565118"/>
                  <a:pt x="2846879" y="552450"/>
                  <a:pt x="2890837" y="552450"/>
                </a:cubicBezTo>
                <a:cubicBezTo>
                  <a:pt x="2919656" y="552450"/>
                  <a:pt x="2933700" y="556506"/>
                  <a:pt x="2933700" y="564832"/>
                </a:cubicBezTo>
                <a:cubicBezTo>
                  <a:pt x="2933700" y="583382"/>
                  <a:pt x="2913397" y="600075"/>
                  <a:pt x="2890837" y="600075"/>
                </a:cubicBezTo>
                <a:cubicBezTo>
                  <a:pt x="2879836" y="600075"/>
                  <a:pt x="2865691" y="594931"/>
                  <a:pt x="2859405" y="588645"/>
                </a:cubicBezTo>
                <a:close/>
              </a:path>
            </a:pathLst>
          </a:custGeom>
          <a:solidFill>
            <a:srgbClr val="7A1732">
              <a:alpha val="60000"/>
            </a:srgbClr>
          </a:solidFill>
          <a:ln>
            <a:noFill/>
          </a:ln>
        </p:spPr>
      </p:sp>
      <p:sp>
        <p:nvSpPr>
          <p:cNvPr id="6" name="TEXT: [how long does one really take?]"/>
          <p:cNvSpPr/>
          <p:nvPr/>
        </p:nvSpPr>
        <p:spPr>
          <a:xfrm rot="120000">
            <a:off x="2257425" y="1119188"/>
            <a:ext cx="7296150" cy="214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[how long does</a:t>
            </a:r>
          </a:p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one really take?]</a:t>
            </a:r>
          </a:p>
        </p:txBody>
      </p:sp>
      <p:sp>
        <p:nvSpPr>
          <p:cNvPr id="7" name="TEXT: [watch it get made]"/>
          <p:cNvSpPr/>
          <p:nvPr/>
        </p:nvSpPr>
        <p:spPr>
          <a:xfrm rot="120000">
            <a:off x="233362" y="12239625"/>
            <a:ext cx="63912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[watch it get made]</a:t>
            </a:r>
          </a:p>
        </p:txBody>
      </p:sp>
      <p:sp>
        <p:nvSpPr>
          <p:cNvPr id="8" name="arrow"/>
          <p:cNvSpPr/>
          <p:nvPr/>
        </p:nvSpPr>
        <p:spPr>
          <a:xfrm rot="120000">
            <a:off x="6429375" y="12368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loading ba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762000"/>
            <a:ext cx="7086600" cy="1333500"/>
          </a:xfrm>
          <a:prstGeom prst="rect">
            <a:avLst/>
          </a:prstGeom>
        </p:spPr>
      </p:pic>
      <p:sp>
        <p:nvSpPr>
          <p:cNvPr id="4" name="TEXT: 0%"/>
          <p:cNvSpPr/>
          <p:nvPr/>
        </p:nvSpPr>
        <p:spPr>
          <a:xfrm>
            <a:off x="8291512" y="1057275"/>
            <a:ext cx="1133475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0%</a:t>
            </a:r>
          </a:p>
        </p:txBody>
      </p:sp>
      <p:sp>
        <p:nvSpPr>
          <p:cNvPr id="5" name="TEXT: it starts as"/>
          <p:cNvSpPr/>
          <p:nvPr/>
        </p:nvSpPr>
        <p:spPr>
          <a:xfrm rot="180000">
            <a:off x="985838" y="2619375"/>
            <a:ext cx="4314825" cy="1047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l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it starts as</a:t>
            </a:r>
          </a:p>
        </p:txBody>
      </p:sp>
      <p:pic>
        <p:nvPicPr>
          <p:cNvPr id="6" name="torn paper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590550" y="4019550"/>
            <a:ext cx="7200900" cy="8534400"/>
          </a:xfrm>
          <a:prstGeom prst="rect">
            <a:avLst/>
          </a:prstGeom>
        </p:spPr>
      </p:pic>
      <p:sp>
        <p:nvSpPr>
          <p:cNvPr id="7" name="PHOTO: Raw materials"/>
          <p:cNvSpPr/>
          <p:nvPr/>
        </p:nvSpPr>
        <p:spPr>
          <a:xfrm rot="240000">
            <a:off x="1238250" y="4667250"/>
            <a:ext cx="5905500" cy="72390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8" name="hourglass" descr="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6419850" y="6419850"/>
            <a:ext cx="3924300" cy="7162800"/>
          </a:xfrm>
          <a:prstGeom prst="rect">
            <a:avLst/>
          </a:prstGeom>
        </p:spPr>
      </p:pic>
      <p:sp>
        <p:nvSpPr>
          <p:cNvPr id="9" name="hourglass pattern"/>
          <p:cNvSpPr/>
          <p:nvPr/>
        </p:nvSpPr>
        <p:spPr>
          <a:xfrm rot="-360000">
            <a:off x="6419850" y="6419850"/>
            <a:ext cx="3924300" cy="7162800"/>
          </a:xfrm>
          <a:custGeom>
            <a:avLst/>
            <a:gdLst/>
            <a:ahLst/>
            <a:cxnLst/>
            <a:rect l="0" t="0" r="r" b="b"/>
            <a:pathLst>
              <a:path w="3924300" h="7162800">
                <a:moveTo>
                  <a:pt x="1824996" y="6602377"/>
                </a:moveTo>
                <a:cubicBezTo>
                  <a:pt x="1818159" y="6591314"/>
                  <a:pt x="1846219" y="6553200"/>
                  <a:pt x="1861201" y="6553200"/>
                </a:cubicBezTo>
                <a:cubicBezTo>
                  <a:pt x="1878733" y="6553200"/>
                  <a:pt x="1908050" y="6588183"/>
                  <a:pt x="1900608" y="6600224"/>
                </a:cubicBezTo>
                <a:cubicBezTo>
                  <a:pt x="1893218" y="6612181"/>
                  <a:pt x="1832131" y="6613920"/>
                  <a:pt x="1824996" y="6602377"/>
                </a:cubicBezTo>
                <a:close/>
                <a:moveTo>
                  <a:pt x="2107406" y="6598443"/>
                </a:moveTo>
                <a:cubicBezTo>
                  <a:pt x="2109589" y="6591895"/>
                  <a:pt x="2123519" y="6586537"/>
                  <a:pt x="2138362" y="6586537"/>
                </a:cubicBezTo>
                <a:cubicBezTo>
                  <a:pt x="2153205" y="6586537"/>
                  <a:pt x="2167135" y="6591895"/>
                  <a:pt x="2169318" y="6598443"/>
                </a:cubicBezTo>
                <a:cubicBezTo>
                  <a:pt x="2172012" y="6606525"/>
                  <a:pt x="2162069" y="6610350"/>
                  <a:pt x="2138362" y="6610350"/>
                </a:cubicBezTo>
                <a:cubicBezTo>
                  <a:pt x="2114655" y="6610350"/>
                  <a:pt x="2104712" y="6606525"/>
                  <a:pt x="2107406" y="6598443"/>
                </a:cubicBezTo>
                <a:close/>
                <a:moveTo>
                  <a:pt x="2287905" y="6589395"/>
                </a:moveTo>
                <a:cubicBezTo>
                  <a:pt x="2260818" y="6562308"/>
                  <a:pt x="2287314" y="6517712"/>
                  <a:pt x="2323642" y="6529242"/>
                </a:cubicBezTo>
                <a:cubicBezTo>
                  <a:pt x="2348977" y="6537283"/>
                  <a:pt x="2349685" y="6577607"/>
                  <a:pt x="2324726" y="6590964"/>
                </a:cubicBezTo>
                <a:cubicBezTo>
                  <a:pt x="2301765" y="6603253"/>
                  <a:pt x="2301763" y="6603253"/>
                  <a:pt x="2287905" y="6589395"/>
                </a:cubicBezTo>
                <a:close/>
                <a:moveTo>
                  <a:pt x="1491358" y="6582771"/>
                </a:moveTo>
                <a:cubicBezTo>
                  <a:pt x="1473682" y="6575846"/>
                  <a:pt x="1473657" y="6575331"/>
                  <a:pt x="1490668" y="6568803"/>
                </a:cubicBezTo>
                <a:cubicBezTo>
                  <a:pt x="1501629" y="6564597"/>
                  <a:pt x="1513886" y="6567579"/>
                  <a:pt x="1522969" y="6576662"/>
                </a:cubicBezTo>
                <a:cubicBezTo>
                  <a:pt x="1539683" y="6593376"/>
                  <a:pt x="1525451" y="6596126"/>
                  <a:pt x="1491358" y="6582771"/>
                </a:cubicBezTo>
                <a:close/>
                <a:moveTo>
                  <a:pt x="1987879" y="6556704"/>
                </a:moveTo>
                <a:cubicBezTo>
                  <a:pt x="1975148" y="6543973"/>
                  <a:pt x="1981276" y="6507583"/>
                  <a:pt x="1997178" y="6501481"/>
                </a:cubicBezTo>
                <a:cubicBezTo>
                  <a:pt x="2020946" y="6492360"/>
                  <a:pt x="2045662" y="6520419"/>
                  <a:pt x="2032405" y="6541472"/>
                </a:cubicBezTo>
                <a:cubicBezTo>
                  <a:pt x="2021049" y="6559504"/>
                  <a:pt x="1998420" y="6567245"/>
                  <a:pt x="1987879" y="6556704"/>
                </a:cubicBezTo>
                <a:close/>
                <a:moveTo>
                  <a:pt x="2487930" y="6551295"/>
                </a:moveTo>
                <a:cubicBezTo>
                  <a:pt x="2459359" y="6522724"/>
                  <a:pt x="2488778" y="6457950"/>
                  <a:pt x="2530326" y="6457950"/>
                </a:cubicBezTo>
                <a:cubicBezTo>
                  <a:pt x="2549277" y="6457950"/>
                  <a:pt x="2571750" y="6486370"/>
                  <a:pt x="2571750" y="6510337"/>
                </a:cubicBezTo>
                <a:cubicBezTo>
                  <a:pt x="2571750" y="6553142"/>
                  <a:pt x="2516684" y="6580049"/>
                  <a:pt x="2487930" y="6551295"/>
                </a:cubicBezTo>
                <a:close/>
                <a:moveTo>
                  <a:pt x="1352929" y="6539370"/>
                </a:moveTo>
                <a:cubicBezTo>
                  <a:pt x="1333095" y="6515471"/>
                  <a:pt x="1344880" y="6491287"/>
                  <a:pt x="1376362" y="6491287"/>
                </a:cubicBezTo>
                <a:cubicBezTo>
                  <a:pt x="1396043" y="6491287"/>
                  <a:pt x="1405682" y="6496509"/>
                  <a:pt x="1407974" y="6508413"/>
                </a:cubicBezTo>
                <a:cubicBezTo>
                  <a:pt x="1411756" y="6528051"/>
                  <a:pt x="1394005" y="6553200"/>
                  <a:pt x="1376362" y="6553200"/>
                </a:cubicBezTo>
                <a:cubicBezTo>
                  <a:pt x="1369787" y="6553200"/>
                  <a:pt x="1359242" y="6546976"/>
                  <a:pt x="1352929" y="6539370"/>
                </a:cubicBezTo>
                <a:close/>
                <a:moveTo>
                  <a:pt x="2862449" y="6505877"/>
                </a:moveTo>
                <a:cubicBezTo>
                  <a:pt x="2841440" y="6471883"/>
                  <a:pt x="2895330" y="6427083"/>
                  <a:pt x="2924967" y="6453904"/>
                </a:cubicBezTo>
                <a:cubicBezTo>
                  <a:pt x="2949222" y="6475855"/>
                  <a:pt x="2948039" y="6493382"/>
                  <a:pt x="2921793" y="6500926"/>
                </a:cubicBezTo>
                <a:cubicBezTo>
                  <a:pt x="2910006" y="6504314"/>
                  <a:pt x="2893222" y="6509063"/>
                  <a:pt x="2884495" y="6511480"/>
                </a:cubicBezTo>
                <a:cubicBezTo>
                  <a:pt x="2875768" y="6513897"/>
                  <a:pt x="2865847" y="6511375"/>
                  <a:pt x="2862449" y="6505877"/>
                </a:cubicBezTo>
                <a:close/>
                <a:moveTo>
                  <a:pt x="992207" y="6494718"/>
                </a:moveTo>
                <a:cubicBezTo>
                  <a:pt x="965933" y="6487150"/>
                  <a:pt x="962448" y="6483203"/>
                  <a:pt x="971942" y="6471764"/>
                </a:cubicBezTo>
                <a:cubicBezTo>
                  <a:pt x="992801" y="6446631"/>
                  <a:pt x="1038225" y="6461316"/>
                  <a:pt x="1038225" y="6493192"/>
                </a:cubicBezTo>
                <a:cubicBezTo>
                  <a:pt x="1038225" y="6507239"/>
                  <a:pt x="1035945" y="6507315"/>
                  <a:pt x="992207" y="6494718"/>
                </a:cubicBezTo>
                <a:close/>
                <a:moveTo>
                  <a:pt x="1765593" y="6491351"/>
                </a:moveTo>
                <a:cubicBezTo>
                  <a:pt x="1762294" y="6482753"/>
                  <a:pt x="1764162" y="6471152"/>
                  <a:pt x="1769745" y="6465570"/>
                </a:cubicBezTo>
                <a:cubicBezTo>
                  <a:pt x="1784257" y="6451057"/>
                  <a:pt x="1811754" y="6464321"/>
                  <a:pt x="1807963" y="6484005"/>
                </a:cubicBezTo>
                <a:cubicBezTo>
                  <a:pt x="1803740" y="6505930"/>
                  <a:pt x="1773219" y="6511222"/>
                  <a:pt x="1765593" y="6491351"/>
                </a:cubicBezTo>
                <a:close/>
                <a:moveTo>
                  <a:pt x="1581485" y="6477626"/>
                </a:moveTo>
                <a:cubicBezTo>
                  <a:pt x="1560746" y="6438875"/>
                  <a:pt x="1587890" y="6396267"/>
                  <a:pt x="1629398" y="6402415"/>
                </a:cubicBezTo>
                <a:cubicBezTo>
                  <a:pt x="1655072" y="6406218"/>
                  <a:pt x="1678063" y="6439011"/>
                  <a:pt x="1659731" y="6445680"/>
                </a:cubicBezTo>
                <a:cubicBezTo>
                  <a:pt x="1653182" y="6448063"/>
                  <a:pt x="1647825" y="6454194"/>
                  <a:pt x="1647825" y="6459305"/>
                </a:cubicBezTo>
                <a:cubicBezTo>
                  <a:pt x="1647825" y="6464417"/>
                  <a:pt x="1652111" y="6465950"/>
                  <a:pt x="1657350" y="6462712"/>
                </a:cubicBezTo>
                <a:cubicBezTo>
                  <a:pt x="1670686" y="6454469"/>
                  <a:pt x="1669266" y="6470798"/>
                  <a:pt x="1655445" y="6484620"/>
                </a:cubicBezTo>
                <a:cubicBezTo>
                  <a:pt x="1637333" y="6502731"/>
                  <a:pt x="1592660" y="6498507"/>
                  <a:pt x="1581485" y="6477626"/>
                </a:cubicBezTo>
                <a:close/>
                <a:moveTo>
                  <a:pt x="2721173" y="6489898"/>
                </a:moveTo>
                <a:cubicBezTo>
                  <a:pt x="2707690" y="6476415"/>
                  <a:pt x="2715320" y="6457950"/>
                  <a:pt x="2734373" y="6457950"/>
                </a:cubicBezTo>
                <a:cubicBezTo>
                  <a:pt x="2747688" y="6457950"/>
                  <a:pt x="2753118" y="6463122"/>
                  <a:pt x="2751042" y="6473829"/>
                </a:cubicBezTo>
                <a:cubicBezTo>
                  <a:pt x="2747642" y="6491360"/>
                  <a:pt x="2731382" y="6500107"/>
                  <a:pt x="2721173" y="6489898"/>
                </a:cubicBezTo>
                <a:close/>
                <a:moveTo>
                  <a:pt x="1167492" y="6462032"/>
                </a:moveTo>
                <a:cubicBezTo>
                  <a:pt x="1140070" y="6434609"/>
                  <a:pt x="1154987" y="6391275"/>
                  <a:pt x="1191849" y="6391275"/>
                </a:cubicBezTo>
                <a:cubicBezTo>
                  <a:pt x="1209415" y="6391275"/>
                  <a:pt x="1238250" y="6415373"/>
                  <a:pt x="1238250" y="6430055"/>
                </a:cubicBezTo>
                <a:cubicBezTo>
                  <a:pt x="1238250" y="6441532"/>
                  <a:pt x="1202782" y="6477000"/>
                  <a:pt x="1191305" y="6477000"/>
                </a:cubicBezTo>
                <a:cubicBezTo>
                  <a:pt x="1186440" y="6477000"/>
                  <a:pt x="1175725" y="6470264"/>
                  <a:pt x="1167492" y="6462032"/>
                </a:cubicBezTo>
                <a:close/>
                <a:moveTo>
                  <a:pt x="2171566" y="6462551"/>
                </a:moveTo>
                <a:cubicBezTo>
                  <a:pt x="2161104" y="6449945"/>
                  <a:pt x="2161640" y="6444877"/>
                  <a:pt x="2174831" y="6431686"/>
                </a:cubicBezTo>
                <a:cubicBezTo>
                  <a:pt x="2193378" y="6413138"/>
                  <a:pt x="2213602" y="6426477"/>
                  <a:pt x="2208312" y="6453767"/>
                </a:cubicBezTo>
                <a:cubicBezTo>
                  <a:pt x="2203858" y="6476741"/>
                  <a:pt x="2186739" y="6480834"/>
                  <a:pt x="2171566" y="6462551"/>
                </a:cubicBezTo>
                <a:close/>
                <a:moveTo>
                  <a:pt x="1905000" y="6424612"/>
                </a:moveTo>
                <a:cubicBezTo>
                  <a:pt x="1905000" y="6399109"/>
                  <a:pt x="1936977" y="6389694"/>
                  <a:pt x="1945440" y="6412706"/>
                </a:cubicBezTo>
                <a:cubicBezTo>
                  <a:pt x="1952661" y="6432342"/>
                  <a:pt x="1942672" y="6448425"/>
                  <a:pt x="1923256" y="6448425"/>
                </a:cubicBezTo>
                <a:cubicBezTo>
                  <a:pt x="1910132" y="6448425"/>
                  <a:pt x="1905000" y="6441729"/>
                  <a:pt x="1905000" y="6424612"/>
                </a:cubicBezTo>
                <a:close/>
                <a:moveTo>
                  <a:pt x="3049905" y="6436995"/>
                </a:moveTo>
                <a:cubicBezTo>
                  <a:pt x="3024945" y="6412035"/>
                  <a:pt x="3050858" y="6375327"/>
                  <a:pt x="3085642" y="6386367"/>
                </a:cubicBezTo>
                <a:cubicBezTo>
                  <a:pt x="3116516" y="6396166"/>
                  <a:pt x="3104869" y="6448425"/>
                  <a:pt x="3071812" y="6448425"/>
                </a:cubicBezTo>
                <a:cubicBezTo>
                  <a:pt x="3066049" y="6448425"/>
                  <a:pt x="3056191" y="6443281"/>
                  <a:pt x="3049905" y="6436995"/>
                </a:cubicBezTo>
                <a:close/>
                <a:moveTo>
                  <a:pt x="2649974" y="6408539"/>
                </a:moveTo>
                <a:cubicBezTo>
                  <a:pt x="2634345" y="6392910"/>
                  <a:pt x="2635451" y="6377025"/>
                  <a:pt x="2653190" y="6362303"/>
                </a:cubicBezTo>
                <a:cubicBezTo>
                  <a:pt x="2674311" y="6344774"/>
                  <a:pt x="2704851" y="6374439"/>
                  <a:pt x="2689970" y="6398030"/>
                </a:cubicBezTo>
                <a:cubicBezTo>
                  <a:pt x="2676592" y="6419239"/>
                  <a:pt x="2663986" y="6422551"/>
                  <a:pt x="2649974" y="6408539"/>
                </a:cubicBezTo>
                <a:close/>
                <a:moveTo>
                  <a:pt x="1409800" y="6386633"/>
                </a:moveTo>
                <a:cubicBezTo>
                  <a:pt x="1385165" y="6356950"/>
                  <a:pt x="1426959" y="6318727"/>
                  <a:pt x="1454230" y="6345998"/>
                </a:cubicBezTo>
                <a:cubicBezTo>
                  <a:pt x="1465672" y="6357440"/>
                  <a:pt x="1466446" y="6364706"/>
                  <a:pt x="1457919" y="6380638"/>
                </a:cubicBezTo>
                <a:cubicBezTo>
                  <a:pt x="1445293" y="6404231"/>
                  <a:pt x="1426362" y="6406589"/>
                  <a:pt x="1409800" y="6386633"/>
                </a:cubicBezTo>
                <a:close/>
                <a:moveTo>
                  <a:pt x="2034503" y="6388360"/>
                </a:moveTo>
                <a:cubicBezTo>
                  <a:pt x="1998786" y="6362243"/>
                  <a:pt x="2036754" y="6297468"/>
                  <a:pt x="2074068" y="6320858"/>
                </a:cubicBezTo>
                <a:cubicBezTo>
                  <a:pt x="2096563" y="6334960"/>
                  <a:pt x="2099963" y="6366401"/>
                  <a:pt x="2081039" y="6385325"/>
                </a:cubicBezTo>
                <a:cubicBezTo>
                  <a:pt x="2062322" y="6404041"/>
                  <a:pt x="2056470" y="6404422"/>
                  <a:pt x="2034503" y="6388360"/>
                </a:cubicBezTo>
                <a:close/>
                <a:moveTo>
                  <a:pt x="2297430" y="6379845"/>
                </a:moveTo>
                <a:cubicBezTo>
                  <a:pt x="2281401" y="6363816"/>
                  <a:pt x="2283203" y="6328757"/>
                  <a:pt x="2300967" y="6310992"/>
                </a:cubicBezTo>
                <a:cubicBezTo>
                  <a:pt x="2320591" y="6291368"/>
                  <a:pt x="2336630" y="6292083"/>
                  <a:pt x="2355961" y="6313443"/>
                </a:cubicBezTo>
                <a:cubicBezTo>
                  <a:pt x="2385770" y="6346382"/>
                  <a:pt x="2370140" y="6391275"/>
                  <a:pt x="2328862" y="6391275"/>
                </a:cubicBezTo>
                <a:cubicBezTo>
                  <a:pt x="2317861" y="6391275"/>
                  <a:pt x="2303716" y="6386131"/>
                  <a:pt x="2297430" y="6379845"/>
                </a:cubicBezTo>
                <a:close/>
                <a:moveTo>
                  <a:pt x="2469356" y="6384925"/>
                </a:moveTo>
                <a:cubicBezTo>
                  <a:pt x="2452274" y="6378092"/>
                  <a:pt x="2454648" y="6334602"/>
                  <a:pt x="2472476" y="6327761"/>
                </a:cubicBezTo>
                <a:cubicBezTo>
                  <a:pt x="2495039" y="6319102"/>
                  <a:pt x="2521616" y="6349446"/>
                  <a:pt x="2508995" y="6369455"/>
                </a:cubicBezTo>
                <a:cubicBezTo>
                  <a:pt x="2497600" y="6387520"/>
                  <a:pt x="2486588" y="6391817"/>
                  <a:pt x="2469356" y="6384925"/>
                </a:cubicBezTo>
                <a:close/>
                <a:moveTo>
                  <a:pt x="834117" y="6366782"/>
                </a:moveTo>
                <a:cubicBezTo>
                  <a:pt x="825885" y="6358549"/>
                  <a:pt x="819150" y="6345486"/>
                  <a:pt x="819150" y="6337752"/>
                </a:cubicBezTo>
                <a:cubicBezTo>
                  <a:pt x="819150" y="6324286"/>
                  <a:pt x="863070" y="6276975"/>
                  <a:pt x="875571" y="6276975"/>
                </a:cubicBezTo>
                <a:cubicBezTo>
                  <a:pt x="893317" y="6276975"/>
                  <a:pt x="923925" y="6309543"/>
                  <a:pt x="923925" y="6328426"/>
                </a:cubicBezTo>
                <a:cubicBezTo>
                  <a:pt x="923925" y="6372959"/>
                  <a:pt x="865323" y="6397987"/>
                  <a:pt x="834117" y="6366782"/>
                </a:cubicBezTo>
                <a:close/>
                <a:moveTo>
                  <a:pt x="3173730" y="6370320"/>
                </a:moveTo>
                <a:cubicBezTo>
                  <a:pt x="3146643" y="6343233"/>
                  <a:pt x="3173139" y="6298637"/>
                  <a:pt x="3209467" y="6310167"/>
                </a:cubicBezTo>
                <a:cubicBezTo>
                  <a:pt x="3241625" y="6320373"/>
                  <a:pt x="3229766" y="6381750"/>
                  <a:pt x="3195637" y="6381750"/>
                </a:cubicBezTo>
                <a:cubicBezTo>
                  <a:pt x="3189874" y="6381750"/>
                  <a:pt x="3180016" y="6376606"/>
                  <a:pt x="3173730" y="6370320"/>
                </a:cubicBezTo>
                <a:close/>
                <a:moveTo>
                  <a:pt x="2924041" y="6348251"/>
                </a:moveTo>
                <a:cubicBezTo>
                  <a:pt x="2913579" y="6335645"/>
                  <a:pt x="2914115" y="6330577"/>
                  <a:pt x="2927306" y="6317386"/>
                </a:cubicBezTo>
                <a:cubicBezTo>
                  <a:pt x="2945853" y="6298838"/>
                  <a:pt x="2966077" y="6312177"/>
                  <a:pt x="2960787" y="6339467"/>
                </a:cubicBezTo>
                <a:cubicBezTo>
                  <a:pt x="2956333" y="6362441"/>
                  <a:pt x="2939214" y="6366534"/>
                  <a:pt x="2924041" y="6348251"/>
                </a:cubicBezTo>
                <a:close/>
                <a:moveTo>
                  <a:pt x="1734055" y="6339496"/>
                </a:moveTo>
                <a:cubicBezTo>
                  <a:pt x="1725489" y="6329174"/>
                  <a:pt x="1725360" y="6320851"/>
                  <a:pt x="1733531" y="6305584"/>
                </a:cubicBezTo>
                <a:cubicBezTo>
                  <a:pt x="1745670" y="6282903"/>
                  <a:pt x="1769418" y="6283398"/>
                  <a:pt x="1784051" y="6306636"/>
                </a:cubicBezTo>
                <a:cubicBezTo>
                  <a:pt x="1806086" y="6341631"/>
                  <a:pt x="1760624" y="6371510"/>
                  <a:pt x="1734055" y="6339496"/>
                </a:cubicBezTo>
                <a:close/>
                <a:moveTo>
                  <a:pt x="1025524" y="6337299"/>
                </a:moveTo>
                <a:cubicBezTo>
                  <a:pt x="1014249" y="6326024"/>
                  <a:pt x="1018779" y="6298214"/>
                  <a:pt x="1032766" y="6292847"/>
                </a:cubicBezTo>
                <a:cubicBezTo>
                  <a:pt x="1053903" y="6284736"/>
                  <a:pt x="1071970" y="6311655"/>
                  <a:pt x="1057275" y="6329362"/>
                </a:cubicBezTo>
                <a:cubicBezTo>
                  <a:pt x="1044372" y="6344909"/>
                  <a:pt x="1035381" y="6347156"/>
                  <a:pt x="1025524" y="6337299"/>
                </a:cubicBezTo>
                <a:close/>
                <a:moveTo>
                  <a:pt x="2750343" y="6314312"/>
                </a:moveTo>
                <a:cubicBezTo>
                  <a:pt x="2724944" y="6299518"/>
                  <a:pt x="2728772" y="6252051"/>
                  <a:pt x="2756848" y="6233655"/>
                </a:cubicBezTo>
                <a:cubicBezTo>
                  <a:pt x="2801597" y="6204334"/>
                  <a:pt x="2845438" y="6255116"/>
                  <a:pt x="2815207" y="6301253"/>
                </a:cubicBezTo>
                <a:cubicBezTo>
                  <a:pt x="2799003" y="6325984"/>
                  <a:pt x="2777735" y="6330266"/>
                  <a:pt x="2750343" y="6314312"/>
                </a:cubicBezTo>
                <a:close/>
                <a:moveTo>
                  <a:pt x="704950" y="6291383"/>
                </a:moveTo>
                <a:cubicBezTo>
                  <a:pt x="690865" y="6274412"/>
                  <a:pt x="698340" y="6250300"/>
                  <a:pt x="720298" y="6241873"/>
                </a:cubicBezTo>
                <a:cubicBezTo>
                  <a:pt x="742853" y="6233218"/>
                  <a:pt x="764263" y="6264472"/>
                  <a:pt x="751770" y="6287815"/>
                </a:cubicBezTo>
                <a:cubicBezTo>
                  <a:pt x="740333" y="6309187"/>
                  <a:pt x="720952" y="6310664"/>
                  <a:pt x="704950" y="6291383"/>
                </a:cubicBezTo>
                <a:close/>
                <a:moveTo>
                  <a:pt x="1273063" y="6288131"/>
                </a:moveTo>
                <a:cubicBezTo>
                  <a:pt x="1243254" y="6255192"/>
                  <a:pt x="1258884" y="6210300"/>
                  <a:pt x="1300162" y="6210300"/>
                </a:cubicBezTo>
                <a:cubicBezTo>
                  <a:pt x="1342255" y="6210300"/>
                  <a:pt x="1358244" y="6260249"/>
                  <a:pt x="1325606" y="6289786"/>
                </a:cubicBezTo>
                <a:cubicBezTo>
                  <a:pt x="1303283" y="6309988"/>
                  <a:pt x="1292537" y="6309649"/>
                  <a:pt x="1273063" y="6288131"/>
                </a:cubicBezTo>
                <a:close/>
                <a:moveTo>
                  <a:pt x="1544955" y="6294120"/>
                </a:moveTo>
                <a:cubicBezTo>
                  <a:pt x="1516249" y="6265414"/>
                  <a:pt x="1544741" y="6222928"/>
                  <a:pt x="1585788" y="6233230"/>
                </a:cubicBezTo>
                <a:cubicBezTo>
                  <a:pt x="1625361" y="6243162"/>
                  <a:pt x="1613143" y="6305550"/>
                  <a:pt x="1571625" y="6305550"/>
                </a:cubicBezTo>
                <a:cubicBezTo>
                  <a:pt x="1563243" y="6305550"/>
                  <a:pt x="1551241" y="6300406"/>
                  <a:pt x="1544955" y="6294120"/>
                </a:cubicBezTo>
                <a:close/>
                <a:moveTo>
                  <a:pt x="2164556" y="6298851"/>
                </a:moveTo>
                <a:cubicBezTo>
                  <a:pt x="2149874" y="6293408"/>
                  <a:pt x="2148859" y="6261392"/>
                  <a:pt x="2163089" y="6252597"/>
                </a:cubicBezTo>
                <a:cubicBezTo>
                  <a:pt x="2182189" y="6240792"/>
                  <a:pt x="2206834" y="6274640"/>
                  <a:pt x="2190409" y="6290120"/>
                </a:cubicBezTo>
                <a:cubicBezTo>
                  <a:pt x="2182738" y="6297350"/>
                  <a:pt x="2171104" y="6301279"/>
                  <a:pt x="2164556" y="6298851"/>
                </a:cubicBezTo>
                <a:close/>
                <a:moveTo>
                  <a:pt x="1130217" y="6280067"/>
                </a:moveTo>
                <a:cubicBezTo>
                  <a:pt x="1126770" y="6276620"/>
                  <a:pt x="1123950" y="6268084"/>
                  <a:pt x="1123950" y="6261099"/>
                </a:cubicBezTo>
                <a:cubicBezTo>
                  <a:pt x="1123950" y="6246910"/>
                  <a:pt x="1148504" y="6243713"/>
                  <a:pt x="1156620" y="6256845"/>
                </a:cubicBezTo>
                <a:cubicBezTo>
                  <a:pt x="1163102" y="6267334"/>
                  <a:pt x="1138831" y="6288681"/>
                  <a:pt x="1130217" y="6280067"/>
                </a:cubicBezTo>
                <a:close/>
                <a:moveTo>
                  <a:pt x="1878544" y="6271672"/>
                </a:moveTo>
                <a:cubicBezTo>
                  <a:pt x="1839964" y="6244649"/>
                  <a:pt x="1862661" y="6181725"/>
                  <a:pt x="1910988" y="6181725"/>
                </a:cubicBezTo>
                <a:cubicBezTo>
                  <a:pt x="1952447" y="6181725"/>
                  <a:pt x="1968473" y="6240629"/>
                  <a:pt x="1935206" y="6270736"/>
                </a:cubicBezTo>
                <a:cubicBezTo>
                  <a:pt x="1913623" y="6290268"/>
                  <a:pt x="1905290" y="6290406"/>
                  <a:pt x="1878544" y="6271672"/>
                </a:cubicBezTo>
                <a:close/>
                <a:moveTo>
                  <a:pt x="2546889" y="6263391"/>
                </a:moveTo>
                <a:cubicBezTo>
                  <a:pt x="2538223" y="6240808"/>
                  <a:pt x="2550485" y="6218001"/>
                  <a:pt x="2569339" y="6221632"/>
                </a:cubicBezTo>
                <a:cubicBezTo>
                  <a:pt x="2579884" y="6223663"/>
                  <a:pt x="2586037" y="6233527"/>
                  <a:pt x="2586037" y="6248400"/>
                </a:cubicBezTo>
                <a:cubicBezTo>
                  <a:pt x="2586037" y="6275552"/>
                  <a:pt x="2555973" y="6287064"/>
                  <a:pt x="2546889" y="6263391"/>
                </a:cubicBezTo>
                <a:close/>
                <a:moveTo>
                  <a:pt x="3015524" y="6251975"/>
                </a:moveTo>
                <a:cubicBezTo>
                  <a:pt x="3007445" y="6230921"/>
                  <a:pt x="3031907" y="6205741"/>
                  <a:pt x="3052691" y="6213717"/>
                </a:cubicBezTo>
                <a:cubicBezTo>
                  <a:pt x="3062360" y="6217427"/>
                  <a:pt x="3067215" y="6227984"/>
                  <a:pt x="3065336" y="6241213"/>
                </a:cubicBezTo>
                <a:cubicBezTo>
                  <a:pt x="3061538" y="6267960"/>
                  <a:pt x="3024712" y="6275916"/>
                  <a:pt x="3015524" y="6251975"/>
                </a:cubicBezTo>
                <a:close/>
                <a:moveTo>
                  <a:pt x="1671124" y="6218995"/>
                </a:moveTo>
                <a:cubicBezTo>
                  <a:pt x="1661308" y="6203112"/>
                  <a:pt x="1683385" y="6184900"/>
                  <a:pt x="1696525" y="6198040"/>
                </a:cubicBezTo>
                <a:cubicBezTo>
                  <a:pt x="1707516" y="6209031"/>
                  <a:pt x="1700637" y="6229350"/>
                  <a:pt x="1685925" y="6229350"/>
                </a:cubicBezTo>
                <a:cubicBezTo>
                  <a:pt x="1681304" y="6229350"/>
                  <a:pt x="1674644" y="6224690"/>
                  <a:pt x="1671124" y="6218995"/>
                </a:cubicBezTo>
                <a:close/>
                <a:moveTo>
                  <a:pt x="3233758" y="6216255"/>
                </a:moveTo>
                <a:cubicBezTo>
                  <a:pt x="3211389" y="6199899"/>
                  <a:pt x="3218341" y="6158751"/>
                  <a:pt x="3244095" y="6155071"/>
                </a:cubicBezTo>
                <a:cubicBezTo>
                  <a:pt x="3269336" y="6151465"/>
                  <a:pt x="3289485" y="6175182"/>
                  <a:pt x="3281786" y="6199437"/>
                </a:cubicBezTo>
                <a:cubicBezTo>
                  <a:pt x="3274033" y="6223867"/>
                  <a:pt x="3253839" y="6230939"/>
                  <a:pt x="3233758" y="6216255"/>
                </a:cubicBezTo>
                <a:close/>
                <a:moveTo>
                  <a:pt x="940129" y="6213804"/>
                </a:moveTo>
                <a:cubicBezTo>
                  <a:pt x="927672" y="6201347"/>
                  <a:pt x="933369" y="6162108"/>
                  <a:pt x="948476" y="6156311"/>
                </a:cubicBezTo>
                <a:cubicBezTo>
                  <a:pt x="971478" y="6147484"/>
                  <a:pt x="997607" y="6178005"/>
                  <a:pt x="984655" y="6198572"/>
                </a:cubicBezTo>
                <a:cubicBezTo>
                  <a:pt x="973299" y="6216604"/>
                  <a:pt x="950670" y="6224345"/>
                  <a:pt x="940129" y="6213804"/>
                </a:cubicBezTo>
                <a:close/>
                <a:moveTo>
                  <a:pt x="2235200" y="6213474"/>
                </a:moveTo>
                <a:cubicBezTo>
                  <a:pt x="2223924" y="6202199"/>
                  <a:pt x="2228454" y="6174389"/>
                  <a:pt x="2242441" y="6169022"/>
                </a:cubicBezTo>
                <a:cubicBezTo>
                  <a:pt x="2259859" y="6162338"/>
                  <a:pt x="2280292" y="6186611"/>
                  <a:pt x="2273077" y="6205416"/>
                </a:cubicBezTo>
                <a:cubicBezTo>
                  <a:pt x="2267384" y="6220251"/>
                  <a:pt x="2246433" y="6224708"/>
                  <a:pt x="2235200" y="6213474"/>
                </a:cubicBezTo>
                <a:close/>
                <a:moveTo>
                  <a:pt x="2066853" y="6186401"/>
                </a:moveTo>
                <a:cubicBezTo>
                  <a:pt x="2057860" y="6175565"/>
                  <a:pt x="2057285" y="6168504"/>
                  <a:pt x="2064783" y="6161006"/>
                </a:cubicBezTo>
                <a:cubicBezTo>
                  <a:pt x="2079233" y="6146556"/>
                  <a:pt x="2107093" y="6159213"/>
                  <a:pt x="2103347" y="6178525"/>
                </a:cubicBezTo>
                <a:cubicBezTo>
                  <a:pt x="2099070" y="6200580"/>
                  <a:pt x="2081727" y="6204323"/>
                  <a:pt x="2066853" y="6186401"/>
                </a:cubicBezTo>
                <a:close/>
                <a:moveTo>
                  <a:pt x="1440180" y="6179820"/>
                </a:moveTo>
                <a:cubicBezTo>
                  <a:pt x="1416255" y="6155895"/>
                  <a:pt x="1434064" y="6115050"/>
                  <a:pt x="1468419" y="6115050"/>
                </a:cubicBezTo>
                <a:cubicBezTo>
                  <a:pt x="1494809" y="6115050"/>
                  <a:pt x="1506751" y="6146339"/>
                  <a:pt x="1489669" y="6170727"/>
                </a:cubicBezTo>
                <a:cubicBezTo>
                  <a:pt x="1473535" y="6193761"/>
                  <a:pt x="1457134" y="6196774"/>
                  <a:pt x="1440180" y="6179820"/>
                </a:cubicBezTo>
                <a:close/>
                <a:moveTo>
                  <a:pt x="2390540" y="6176680"/>
                </a:moveTo>
                <a:cubicBezTo>
                  <a:pt x="2381295" y="6165539"/>
                  <a:pt x="2380972" y="6156572"/>
                  <a:pt x="2389170" y="6138580"/>
                </a:cubicBezTo>
                <a:cubicBezTo>
                  <a:pt x="2401674" y="6111136"/>
                  <a:pt x="2433736" y="6107285"/>
                  <a:pt x="2446302" y="6131718"/>
                </a:cubicBezTo>
                <a:cubicBezTo>
                  <a:pt x="2467258" y="6172463"/>
                  <a:pt x="2419200" y="6211213"/>
                  <a:pt x="2390540" y="6176680"/>
                </a:cubicBezTo>
                <a:close/>
                <a:moveTo>
                  <a:pt x="2853398" y="6166738"/>
                </a:moveTo>
                <a:cubicBezTo>
                  <a:pt x="2823006" y="6136345"/>
                  <a:pt x="2846115" y="6088079"/>
                  <a:pt x="2885130" y="6100462"/>
                </a:cubicBezTo>
                <a:cubicBezTo>
                  <a:pt x="2905427" y="6106904"/>
                  <a:pt x="2919746" y="6137197"/>
                  <a:pt x="2909971" y="6153013"/>
                </a:cubicBezTo>
                <a:cubicBezTo>
                  <a:pt x="2896252" y="6175211"/>
                  <a:pt x="2868584" y="6181923"/>
                  <a:pt x="2853398" y="6166738"/>
                </a:cubicBezTo>
                <a:close/>
                <a:moveTo>
                  <a:pt x="602389" y="6142129"/>
                </a:moveTo>
                <a:cubicBezTo>
                  <a:pt x="586289" y="6126029"/>
                  <a:pt x="587433" y="6081869"/>
                  <a:pt x="604313" y="6067860"/>
                </a:cubicBezTo>
                <a:cubicBezTo>
                  <a:pt x="623429" y="6051994"/>
                  <a:pt x="657342" y="6058934"/>
                  <a:pt x="672442" y="6081801"/>
                </a:cubicBezTo>
                <a:cubicBezTo>
                  <a:pt x="699284" y="6122452"/>
                  <a:pt x="636651" y="6176391"/>
                  <a:pt x="602389" y="6142129"/>
                </a:cubicBezTo>
                <a:close/>
                <a:moveTo>
                  <a:pt x="1765593" y="6138926"/>
                </a:moveTo>
                <a:cubicBezTo>
                  <a:pt x="1762294" y="6130328"/>
                  <a:pt x="1764162" y="6118727"/>
                  <a:pt x="1769745" y="6113145"/>
                </a:cubicBezTo>
                <a:cubicBezTo>
                  <a:pt x="1784257" y="6098632"/>
                  <a:pt x="1811754" y="6111896"/>
                  <a:pt x="1807963" y="6131580"/>
                </a:cubicBezTo>
                <a:cubicBezTo>
                  <a:pt x="1803740" y="6153505"/>
                  <a:pt x="1773219" y="6158797"/>
                  <a:pt x="1765593" y="6138926"/>
                </a:cubicBezTo>
                <a:close/>
                <a:moveTo>
                  <a:pt x="2678906" y="6146190"/>
                </a:moveTo>
                <a:cubicBezTo>
                  <a:pt x="2663324" y="6140755"/>
                  <a:pt x="2663693" y="6120126"/>
                  <a:pt x="2679609" y="6106917"/>
                </a:cubicBezTo>
                <a:cubicBezTo>
                  <a:pt x="2688816" y="6099276"/>
                  <a:pt x="2695240" y="6099475"/>
                  <a:pt x="2703421" y="6107656"/>
                </a:cubicBezTo>
                <a:cubicBezTo>
                  <a:pt x="2725835" y="6130070"/>
                  <a:pt x="2708919" y="6156660"/>
                  <a:pt x="2678906" y="6146190"/>
                </a:cubicBezTo>
                <a:close/>
                <a:moveTo>
                  <a:pt x="826879" y="6136611"/>
                </a:moveTo>
                <a:cubicBezTo>
                  <a:pt x="797379" y="6129856"/>
                  <a:pt x="798536" y="6072228"/>
                  <a:pt x="828361" y="6062761"/>
                </a:cubicBezTo>
                <a:cubicBezTo>
                  <a:pt x="856800" y="6053735"/>
                  <a:pt x="876300" y="6067533"/>
                  <a:pt x="876300" y="6096683"/>
                </a:cubicBezTo>
                <a:cubicBezTo>
                  <a:pt x="876300" y="6125626"/>
                  <a:pt x="854791" y="6143002"/>
                  <a:pt x="826879" y="6136611"/>
                </a:cubicBezTo>
                <a:close/>
                <a:moveTo>
                  <a:pt x="1090351" y="6124286"/>
                </a:moveTo>
                <a:cubicBezTo>
                  <a:pt x="1066919" y="6098394"/>
                  <a:pt x="1080749" y="6057064"/>
                  <a:pt x="1117125" y="6044272"/>
                </a:cubicBezTo>
                <a:cubicBezTo>
                  <a:pt x="1149730" y="6032805"/>
                  <a:pt x="1173956" y="6053161"/>
                  <a:pt x="1173956" y="6092025"/>
                </a:cubicBezTo>
                <a:cubicBezTo>
                  <a:pt x="1173956" y="6139433"/>
                  <a:pt x="1122150" y="6159424"/>
                  <a:pt x="1090351" y="6124286"/>
                </a:cubicBezTo>
                <a:close/>
                <a:moveTo>
                  <a:pt x="3068955" y="6122670"/>
                </a:moveTo>
                <a:cubicBezTo>
                  <a:pt x="3062668" y="6116383"/>
                  <a:pt x="3057525" y="6100095"/>
                  <a:pt x="3057525" y="6086475"/>
                </a:cubicBezTo>
                <a:cubicBezTo>
                  <a:pt x="3057525" y="6072854"/>
                  <a:pt x="3062668" y="6056566"/>
                  <a:pt x="3068955" y="6050280"/>
                </a:cubicBezTo>
                <a:cubicBezTo>
                  <a:pt x="3075241" y="6043993"/>
                  <a:pt x="3091529" y="6038850"/>
                  <a:pt x="3105150" y="6038850"/>
                </a:cubicBezTo>
                <a:cubicBezTo>
                  <a:pt x="3118770" y="6038850"/>
                  <a:pt x="3135058" y="6043993"/>
                  <a:pt x="3141345" y="6050280"/>
                </a:cubicBezTo>
                <a:cubicBezTo>
                  <a:pt x="3147631" y="6056566"/>
                  <a:pt x="3152775" y="6072854"/>
                  <a:pt x="3152775" y="6086475"/>
                </a:cubicBezTo>
                <a:cubicBezTo>
                  <a:pt x="3152775" y="6100095"/>
                  <a:pt x="3147631" y="6116383"/>
                  <a:pt x="3141345" y="6122670"/>
                </a:cubicBezTo>
                <a:cubicBezTo>
                  <a:pt x="3135058" y="6128956"/>
                  <a:pt x="3118770" y="6134100"/>
                  <a:pt x="3105150" y="6134100"/>
                </a:cubicBezTo>
                <a:cubicBezTo>
                  <a:pt x="3091529" y="6134100"/>
                  <a:pt x="3075241" y="6128956"/>
                  <a:pt x="3068955" y="6122670"/>
                </a:cubicBezTo>
                <a:close/>
                <a:moveTo>
                  <a:pt x="1635672" y="6104244"/>
                </a:moveTo>
                <a:cubicBezTo>
                  <a:pt x="1597241" y="6082736"/>
                  <a:pt x="1630197" y="6019220"/>
                  <a:pt x="1669010" y="6039992"/>
                </a:cubicBezTo>
                <a:cubicBezTo>
                  <a:pt x="1678313" y="6044971"/>
                  <a:pt x="1685925" y="6059459"/>
                  <a:pt x="1685925" y="6072187"/>
                </a:cubicBezTo>
                <a:cubicBezTo>
                  <a:pt x="1685925" y="6100213"/>
                  <a:pt x="1659075" y="6117340"/>
                  <a:pt x="1635672" y="6104244"/>
                </a:cubicBezTo>
                <a:close/>
                <a:moveTo>
                  <a:pt x="1308086" y="6090498"/>
                </a:moveTo>
                <a:cubicBezTo>
                  <a:pt x="1304914" y="6082234"/>
                  <a:pt x="1309335" y="6068457"/>
                  <a:pt x="1317910" y="6059882"/>
                </a:cubicBezTo>
                <a:cubicBezTo>
                  <a:pt x="1340005" y="6037787"/>
                  <a:pt x="1372871" y="6066751"/>
                  <a:pt x="1352946" y="6090759"/>
                </a:cubicBezTo>
                <a:cubicBezTo>
                  <a:pt x="1337151" y="6109791"/>
                  <a:pt x="1315440" y="6109665"/>
                  <a:pt x="1308086" y="6090498"/>
                </a:cubicBezTo>
                <a:close/>
                <a:moveTo>
                  <a:pt x="2158888" y="6078581"/>
                </a:moveTo>
                <a:cubicBezTo>
                  <a:pt x="2138182" y="6055700"/>
                  <a:pt x="2138964" y="6036042"/>
                  <a:pt x="2161389" y="6015748"/>
                </a:cubicBezTo>
                <a:cubicBezTo>
                  <a:pt x="2204603" y="5976640"/>
                  <a:pt x="2263391" y="6033519"/>
                  <a:pt x="2224348" y="6076661"/>
                </a:cubicBezTo>
                <a:cubicBezTo>
                  <a:pt x="2202635" y="6100653"/>
                  <a:pt x="2179478" y="6101332"/>
                  <a:pt x="2158888" y="6078581"/>
                </a:cubicBezTo>
                <a:close/>
                <a:moveTo>
                  <a:pt x="3305175" y="6081712"/>
                </a:moveTo>
                <a:cubicBezTo>
                  <a:pt x="3286780" y="6059548"/>
                  <a:pt x="3311677" y="6031745"/>
                  <a:pt x="3331853" y="6051920"/>
                </a:cubicBezTo>
                <a:cubicBezTo>
                  <a:pt x="3345975" y="6066043"/>
                  <a:pt x="3341787" y="6096000"/>
                  <a:pt x="3325690" y="6096000"/>
                </a:cubicBezTo>
                <a:cubicBezTo>
                  <a:pt x="3320928" y="6096000"/>
                  <a:pt x="3311696" y="6089570"/>
                  <a:pt x="3305175" y="6081712"/>
                </a:cubicBezTo>
                <a:close/>
                <a:moveTo>
                  <a:pt x="1901825" y="6070599"/>
                </a:moveTo>
                <a:cubicBezTo>
                  <a:pt x="1890591" y="6059366"/>
                  <a:pt x="1895048" y="6038415"/>
                  <a:pt x="1909883" y="6032722"/>
                </a:cubicBezTo>
                <a:cubicBezTo>
                  <a:pt x="1928688" y="6025507"/>
                  <a:pt x="1952961" y="6045940"/>
                  <a:pt x="1946277" y="6063358"/>
                </a:cubicBezTo>
                <a:cubicBezTo>
                  <a:pt x="1940910" y="6077345"/>
                  <a:pt x="1913100" y="6081875"/>
                  <a:pt x="1901825" y="6070599"/>
                </a:cubicBezTo>
                <a:close/>
                <a:moveTo>
                  <a:pt x="2506980" y="6065520"/>
                </a:moveTo>
                <a:cubicBezTo>
                  <a:pt x="2490147" y="6048687"/>
                  <a:pt x="2493070" y="6015471"/>
                  <a:pt x="2512968" y="5997463"/>
                </a:cubicBezTo>
                <a:cubicBezTo>
                  <a:pt x="2537598" y="5975174"/>
                  <a:pt x="2559285" y="5977884"/>
                  <a:pt x="2577388" y="6005512"/>
                </a:cubicBezTo>
                <a:cubicBezTo>
                  <a:pt x="2606360" y="6049730"/>
                  <a:pt x="2544183" y="6102723"/>
                  <a:pt x="2506980" y="6065520"/>
                </a:cubicBezTo>
                <a:close/>
                <a:moveTo>
                  <a:pt x="2745105" y="6017895"/>
                </a:moveTo>
                <a:cubicBezTo>
                  <a:pt x="2721180" y="5993970"/>
                  <a:pt x="2738989" y="5953125"/>
                  <a:pt x="2773344" y="5953125"/>
                </a:cubicBezTo>
                <a:cubicBezTo>
                  <a:pt x="2787512" y="5953125"/>
                  <a:pt x="2809875" y="5978564"/>
                  <a:pt x="2809875" y="5994680"/>
                </a:cubicBezTo>
                <a:cubicBezTo>
                  <a:pt x="2809875" y="6019515"/>
                  <a:pt x="2763386" y="6036176"/>
                  <a:pt x="2745105" y="6017895"/>
                </a:cubicBezTo>
                <a:close/>
                <a:moveTo>
                  <a:pt x="2930854" y="6023304"/>
                </a:moveTo>
                <a:cubicBezTo>
                  <a:pt x="2918536" y="6010986"/>
                  <a:pt x="2924015" y="5983799"/>
                  <a:pt x="2940055" y="5977644"/>
                </a:cubicBezTo>
                <a:cubicBezTo>
                  <a:pt x="2960130" y="5969940"/>
                  <a:pt x="2974602" y="5983924"/>
                  <a:pt x="2970202" y="6006772"/>
                </a:cubicBezTo>
                <a:cubicBezTo>
                  <a:pt x="2966705" y="6024933"/>
                  <a:pt x="2942607" y="6035057"/>
                  <a:pt x="2930854" y="6023304"/>
                </a:cubicBezTo>
                <a:close/>
                <a:moveTo>
                  <a:pt x="2016125" y="6013449"/>
                </a:moveTo>
                <a:cubicBezTo>
                  <a:pt x="2005482" y="6002807"/>
                  <a:pt x="2009028" y="5975127"/>
                  <a:pt x="2022462" y="5963977"/>
                </a:cubicBezTo>
                <a:cubicBezTo>
                  <a:pt x="2042240" y="5947563"/>
                  <a:pt x="2071058" y="5972721"/>
                  <a:pt x="2062687" y="5999094"/>
                </a:cubicBezTo>
                <a:cubicBezTo>
                  <a:pt x="2056434" y="6018796"/>
                  <a:pt x="2029710" y="6027035"/>
                  <a:pt x="2016125" y="6013449"/>
                </a:cubicBezTo>
                <a:close/>
                <a:moveTo>
                  <a:pt x="965469" y="5995987"/>
                </a:moveTo>
                <a:cubicBezTo>
                  <a:pt x="957110" y="5974203"/>
                  <a:pt x="968820" y="5953125"/>
                  <a:pt x="989281" y="5953125"/>
                </a:cubicBezTo>
                <a:cubicBezTo>
                  <a:pt x="1011810" y="5953125"/>
                  <a:pt x="1023377" y="5979446"/>
                  <a:pt x="1008648" y="5997194"/>
                </a:cubicBezTo>
                <a:cubicBezTo>
                  <a:pt x="994317" y="6014461"/>
                  <a:pt x="972322" y="6013847"/>
                  <a:pt x="965469" y="5995987"/>
                </a:cubicBezTo>
                <a:close/>
                <a:moveTo>
                  <a:pt x="2349500" y="6003924"/>
                </a:moveTo>
                <a:cubicBezTo>
                  <a:pt x="2338594" y="5993019"/>
                  <a:pt x="2342561" y="5954917"/>
                  <a:pt x="2355056" y="5950559"/>
                </a:cubicBezTo>
                <a:cubicBezTo>
                  <a:pt x="2387837" y="5939124"/>
                  <a:pt x="2408108" y="5992060"/>
                  <a:pt x="2375708" y="6004493"/>
                </a:cubicBezTo>
                <a:cubicBezTo>
                  <a:pt x="2357052" y="6011652"/>
                  <a:pt x="2357231" y="6011656"/>
                  <a:pt x="2349500" y="6003924"/>
                </a:cubicBezTo>
                <a:close/>
                <a:moveTo>
                  <a:pt x="702004" y="5994729"/>
                </a:moveTo>
                <a:cubicBezTo>
                  <a:pt x="690504" y="5983229"/>
                  <a:pt x="694719" y="5945870"/>
                  <a:pt x="708095" y="5940737"/>
                </a:cubicBezTo>
                <a:cubicBezTo>
                  <a:pt x="728617" y="5932862"/>
                  <a:pt x="744876" y="5948687"/>
                  <a:pt x="741402" y="5973154"/>
                </a:cubicBezTo>
                <a:cubicBezTo>
                  <a:pt x="738252" y="5995334"/>
                  <a:pt x="715221" y="6007946"/>
                  <a:pt x="702004" y="5994729"/>
                </a:cubicBezTo>
                <a:close/>
                <a:moveTo>
                  <a:pt x="581557" y="5968053"/>
                </a:moveTo>
                <a:cubicBezTo>
                  <a:pt x="567646" y="5951292"/>
                  <a:pt x="579520" y="5922871"/>
                  <a:pt x="598892" y="5926560"/>
                </a:cubicBezTo>
                <a:cubicBezTo>
                  <a:pt x="618902" y="5930371"/>
                  <a:pt x="624448" y="5968093"/>
                  <a:pt x="606037" y="5975159"/>
                </a:cubicBezTo>
                <a:cubicBezTo>
                  <a:pt x="598285" y="5978133"/>
                  <a:pt x="587269" y="5974936"/>
                  <a:pt x="581557" y="5968053"/>
                </a:cubicBezTo>
                <a:close/>
                <a:moveTo>
                  <a:pt x="1221105" y="5970270"/>
                </a:moveTo>
                <a:cubicBezTo>
                  <a:pt x="1192889" y="5942054"/>
                  <a:pt x="1222343" y="5900326"/>
                  <a:pt x="1255646" y="5921333"/>
                </a:cubicBezTo>
                <a:cubicBezTo>
                  <a:pt x="1277301" y="5934993"/>
                  <a:pt x="1279207" y="5948906"/>
                  <a:pt x="1261807" y="5966306"/>
                </a:cubicBezTo>
                <a:cubicBezTo>
                  <a:pt x="1243412" y="5984702"/>
                  <a:pt x="1236235" y="5985400"/>
                  <a:pt x="1221105" y="5970270"/>
                </a:cubicBezTo>
                <a:close/>
                <a:moveTo>
                  <a:pt x="1440180" y="5970270"/>
                </a:moveTo>
                <a:cubicBezTo>
                  <a:pt x="1424151" y="5954241"/>
                  <a:pt x="1425953" y="5919182"/>
                  <a:pt x="1443717" y="5901417"/>
                </a:cubicBezTo>
                <a:cubicBezTo>
                  <a:pt x="1482200" y="5862934"/>
                  <a:pt x="1540529" y="5912191"/>
                  <a:pt x="1510588" y="5957887"/>
                </a:cubicBezTo>
                <a:cubicBezTo>
                  <a:pt x="1493869" y="5983403"/>
                  <a:pt x="1459379" y="5989469"/>
                  <a:pt x="1440180" y="5970270"/>
                </a:cubicBezTo>
                <a:close/>
                <a:moveTo>
                  <a:pt x="3197224" y="5965824"/>
                </a:moveTo>
                <a:cubicBezTo>
                  <a:pt x="3187224" y="5955824"/>
                  <a:pt x="3189811" y="5926331"/>
                  <a:pt x="3201314" y="5919222"/>
                </a:cubicBezTo>
                <a:cubicBezTo>
                  <a:pt x="3219897" y="5907737"/>
                  <a:pt x="3243704" y="5940139"/>
                  <a:pt x="3229371" y="5957409"/>
                </a:cubicBezTo>
                <a:cubicBezTo>
                  <a:pt x="3216092" y="5973409"/>
                  <a:pt x="3207150" y="5975750"/>
                  <a:pt x="3197224" y="5965824"/>
                </a:cubicBezTo>
                <a:close/>
                <a:moveTo>
                  <a:pt x="3349624" y="5965824"/>
                </a:moveTo>
                <a:cubicBezTo>
                  <a:pt x="3339653" y="5955853"/>
                  <a:pt x="3342205" y="5915025"/>
                  <a:pt x="3352800" y="5915025"/>
                </a:cubicBezTo>
                <a:cubicBezTo>
                  <a:pt x="3358038" y="5915025"/>
                  <a:pt x="3362325" y="5927883"/>
                  <a:pt x="3362325" y="5943600"/>
                </a:cubicBezTo>
                <a:cubicBezTo>
                  <a:pt x="3362325" y="5973192"/>
                  <a:pt x="3360386" y="5976586"/>
                  <a:pt x="3349624" y="5965824"/>
                </a:cubicBezTo>
                <a:close/>
                <a:moveTo>
                  <a:pt x="1773555" y="5951220"/>
                </a:moveTo>
                <a:cubicBezTo>
                  <a:pt x="1737420" y="5915085"/>
                  <a:pt x="1778840" y="5854598"/>
                  <a:pt x="1825242" y="5875740"/>
                </a:cubicBezTo>
                <a:cubicBezTo>
                  <a:pt x="1866683" y="5894622"/>
                  <a:pt x="1850829" y="5962650"/>
                  <a:pt x="1804987" y="5962650"/>
                </a:cubicBezTo>
                <a:cubicBezTo>
                  <a:pt x="1793986" y="5962650"/>
                  <a:pt x="1779841" y="5957506"/>
                  <a:pt x="1773555" y="5951220"/>
                </a:cubicBezTo>
                <a:close/>
                <a:moveTo>
                  <a:pt x="1616404" y="5947104"/>
                </a:moveTo>
                <a:cubicBezTo>
                  <a:pt x="1605145" y="5935845"/>
                  <a:pt x="1608984" y="5907822"/>
                  <a:pt x="1622495" y="5902637"/>
                </a:cubicBezTo>
                <a:cubicBezTo>
                  <a:pt x="1641693" y="5895270"/>
                  <a:pt x="1659670" y="5910227"/>
                  <a:pt x="1655796" y="5930344"/>
                </a:cubicBezTo>
                <a:cubicBezTo>
                  <a:pt x="1652263" y="5948690"/>
                  <a:pt x="1628220" y="5958920"/>
                  <a:pt x="1616404" y="5947104"/>
                </a:cubicBezTo>
                <a:close/>
                <a:moveTo>
                  <a:pt x="3040856" y="5936901"/>
                </a:moveTo>
                <a:cubicBezTo>
                  <a:pt x="3034307" y="5934473"/>
                  <a:pt x="3028950" y="5922129"/>
                  <a:pt x="3028950" y="5909468"/>
                </a:cubicBezTo>
                <a:cubicBezTo>
                  <a:pt x="3028950" y="5882659"/>
                  <a:pt x="3063789" y="5876396"/>
                  <a:pt x="3073413" y="5901476"/>
                </a:cubicBezTo>
                <a:cubicBezTo>
                  <a:pt x="3080194" y="5919144"/>
                  <a:pt x="3058024" y="5943266"/>
                  <a:pt x="3040856" y="5936901"/>
                </a:cubicBezTo>
                <a:close/>
                <a:moveTo>
                  <a:pt x="828787" y="5896186"/>
                </a:moveTo>
                <a:cubicBezTo>
                  <a:pt x="804578" y="5850950"/>
                  <a:pt x="848741" y="5806880"/>
                  <a:pt x="887129" y="5837966"/>
                </a:cubicBezTo>
                <a:cubicBezTo>
                  <a:pt x="906123" y="5853346"/>
                  <a:pt x="907908" y="5859728"/>
                  <a:pt x="899745" y="5883071"/>
                </a:cubicBezTo>
                <a:cubicBezTo>
                  <a:pt x="887448" y="5918237"/>
                  <a:pt x="844807" y="5926117"/>
                  <a:pt x="828787" y="5896186"/>
                </a:cubicBezTo>
                <a:close/>
                <a:moveTo>
                  <a:pt x="2587622" y="5901433"/>
                </a:moveTo>
                <a:cubicBezTo>
                  <a:pt x="2581400" y="5885217"/>
                  <a:pt x="2604807" y="5863159"/>
                  <a:pt x="2618957" y="5871904"/>
                </a:cubicBezTo>
                <a:cubicBezTo>
                  <a:pt x="2624425" y="5875284"/>
                  <a:pt x="2628900" y="5886368"/>
                  <a:pt x="2628900" y="5896537"/>
                </a:cubicBezTo>
                <a:cubicBezTo>
                  <a:pt x="2628900" y="5918365"/>
                  <a:pt x="2595634" y="5922311"/>
                  <a:pt x="2587622" y="5901433"/>
                </a:cubicBezTo>
                <a:close/>
                <a:moveTo>
                  <a:pt x="2120198" y="5890087"/>
                </a:moveTo>
                <a:cubicBezTo>
                  <a:pt x="2116748" y="5881096"/>
                  <a:pt x="2118064" y="5869600"/>
                  <a:pt x="2123122" y="5864542"/>
                </a:cubicBezTo>
                <a:cubicBezTo>
                  <a:pt x="2136886" y="5850778"/>
                  <a:pt x="2164051" y="5864911"/>
                  <a:pt x="2160388" y="5883930"/>
                </a:cubicBezTo>
                <a:cubicBezTo>
                  <a:pt x="2156095" y="5906219"/>
                  <a:pt x="2128038" y="5910517"/>
                  <a:pt x="2120198" y="5890087"/>
                </a:cubicBezTo>
                <a:close/>
                <a:moveTo>
                  <a:pt x="1053192" y="5881007"/>
                </a:moveTo>
                <a:cubicBezTo>
                  <a:pt x="1033373" y="5861187"/>
                  <a:pt x="1034309" y="5845321"/>
                  <a:pt x="1056482" y="5825254"/>
                </a:cubicBezTo>
                <a:cubicBezTo>
                  <a:pt x="1092483" y="5792674"/>
                  <a:pt x="1137492" y="5850047"/>
                  <a:pt x="1102995" y="5884545"/>
                </a:cubicBezTo>
                <a:cubicBezTo>
                  <a:pt x="1087471" y="5900068"/>
                  <a:pt x="1071090" y="5898904"/>
                  <a:pt x="1053192" y="5881007"/>
                </a:cubicBezTo>
                <a:close/>
                <a:moveTo>
                  <a:pt x="2843031" y="5867199"/>
                </a:moveTo>
                <a:cubicBezTo>
                  <a:pt x="2826341" y="5848758"/>
                  <a:pt x="2826006" y="5844880"/>
                  <a:pt x="2839084" y="5821505"/>
                </a:cubicBezTo>
                <a:cubicBezTo>
                  <a:pt x="2868015" y="5769790"/>
                  <a:pt x="2938093" y="5800001"/>
                  <a:pt x="2918593" y="5855782"/>
                </a:cubicBezTo>
                <a:cubicBezTo>
                  <a:pt x="2906804" y="5889502"/>
                  <a:pt x="2868458" y="5895297"/>
                  <a:pt x="2843031" y="5867199"/>
                </a:cubicBezTo>
                <a:close/>
                <a:moveTo>
                  <a:pt x="1959193" y="5865934"/>
                </a:moveTo>
                <a:cubicBezTo>
                  <a:pt x="1937421" y="5853750"/>
                  <a:pt x="1938716" y="5813266"/>
                  <a:pt x="1961265" y="5801198"/>
                </a:cubicBezTo>
                <a:cubicBezTo>
                  <a:pt x="1989244" y="5786224"/>
                  <a:pt x="2025738" y="5818521"/>
                  <a:pt x="2011307" y="5845486"/>
                </a:cubicBezTo>
                <a:cubicBezTo>
                  <a:pt x="1998010" y="5870331"/>
                  <a:pt x="1979810" y="5877472"/>
                  <a:pt x="1959193" y="5865934"/>
                </a:cubicBezTo>
                <a:close/>
                <a:moveTo>
                  <a:pt x="2257860" y="5863161"/>
                </a:moveTo>
                <a:cubicBezTo>
                  <a:pt x="2230768" y="5830518"/>
                  <a:pt x="2268133" y="5775334"/>
                  <a:pt x="2302668" y="5796983"/>
                </a:cubicBezTo>
                <a:cubicBezTo>
                  <a:pt x="2325163" y="5811085"/>
                  <a:pt x="2328563" y="5842526"/>
                  <a:pt x="2309639" y="5861450"/>
                </a:cubicBezTo>
                <a:cubicBezTo>
                  <a:pt x="2290502" y="5880587"/>
                  <a:pt x="2272807" y="5881172"/>
                  <a:pt x="2257860" y="5863161"/>
                </a:cubicBezTo>
                <a:close/>
                <a:moveTo>
                  <a:pt x="2428478" y="5862159"/>
                </a:moveTo>
                <a:cubicBezTo>
                  <a:pt x="2408355" y="5837912"/>
                  <a:pt x="2441444" y="5809212"/>
                  <a:pt x="2463775" y="5831543"/>
                </a:cubicBezTo>
                <a:cubicBezTo>
                  <a:pt x="2479343" y="5847111"/>
                  <a:pt x="2468930" y="5876925"/>
                  <a:pt x="2447925" y="5876925"/>
                </a:cubicBezTo>
                <a:cubicBezTo>
                  <a:pt x="2443969" y="5876925"/>
                  <a:pt x="2435218" y="5870280"/>
                  <a:pt x="2428478" y="5862159"/>
                </a:cubicBezTo>
                <a:close/>
                <a:moveTo>
                  <a:pt x="3201590" y="5830237"/>
                </a:moveTo>
                <a:cubicBezTo>
                  <a:pt x="3170775" y="5810718"/>
                  <a:pt x="3196564" y="5743575"/>
                  <a:pt x="3234877" y="5743575"/>
                </a:cubicBezTo>
                <a:cubicBezTo>
                  <a:pt x="3268247" y="5743575"/>
                  <a:pt x="3289681" y="5802883"/>
                  <a:pt x="3265170" y="5827395"/>
                </a:cubicBezTo>
                <a:cubicBezTo>
                  <a:pt x="3251845" y="5840719"/>
                  <a:pt x="3220360" y="5842126"/>
                  <a:pt x="3201590" y="5830237"/>
                </a:cubicBezTo>
                <a:close/>
                <a:moveTo>
                  <a:pt x="1348806" y="5814233"/>
                </a:moveTo>
                <a:cubicBezTo>
                  <a:pt x="1341080" y="5794099"/>
                  <a:pt x="1340950" y="5794635"/>
                  <a:pt x="1357588" y="5777997"/>
                </a:cubicBezTo>
                <a:cubicBezTo>
                  <a:pt x="1382335" y="5753250"/>
                  <a:pt x="1416712" y="5780893"/>
                  <a:pt x="1403619" y="5815012"/>
                </a:cubicBezTo>
                <a:cubicBezTo>
                  <a:pt x="1396357" y="5833937"/>
                  <a:pt x="1356148" y="5833365"/>
                  <a:pt x="1348806" y="5814233"/>
                </a:cubicBezTo>
                <a:close/>
                <a:moveTo>
                  <a:pt x="691478" y="5807335"/>
                </a:moveTo>
                <a:cubicBezTo>
                  <a:pt x="655745" y="5781206"/>
                  <a:pt x="693757" y="5716401"/>
                  <a:pt x="731043" y="5739882"/>
                </a:cubicBezTo>
                <a:cubicBezTo>
                  <a:pt x="754407" y="5754595"/>
                  <a:pt x="757076" y="5779853"/>
                  <a:pt x="737546" y="5801433"/>
                </a:cubicBezTo>
                <a:cubicBezTo>
                  <a:pt x="717896" y="5823146"/>
                  <a:pt x="713816" y="5823669"/>
                  <a:pt x="691478" y="5807335"/>
                </a:cubicBezTo>
                <a:close/>
                <a:moveTo>
                  <a:pt x="1663700" y="5813424"/>
                </a:moveTo>
                <a:cubicBezTo>
                  <a:pt x="1660207" y="5809932"/>
                  <a:pt x="1657350" y="5799216"/>
                  <a:pt x="1657350" y="5789612"/>
                </a:cubicBezTo>
                <a:cubicBezTo>
                  <a:pt x="1657350" y="5769672"/>
                  <a:pt x="1691376" y="5765023"/>
                  <a:pt x="1698015" y="5784056"/>
                </a:cubicBezTo>
                <a:cubicBezTo>
                  <a:pt x="1707149" y="5810240"/>
                  <a:pt x="1682020" y="5831745"/>
                  <a:pt x="1663700" y="5813424"/>
                </a:cubicBezTo>
                <a:close/>
                <a:moveTo>
                  <a:pt x="2664226" y="5813826"/>
                </a:moveTo>
                <a:cubicBezTo>
                  <a:pt x="2653233" y="5802833"/>
                  <a:pt x="2656512" y="5775281"/>
                  <a:pt x="2670162" y="5763952"/>
                </a:cubicBezTo>
                <a:cubicBezTo>
                  <a:pt x="2687711" y="5749388"/>
                  <a:pt x="2717828" y="5772238"/>
                  <a:pt x="2713182" y="5796592"/>
                </a:cubicBezTo>
                <a:cubicBezTo>
                  <a:pt x="2709665" y="5815024"/>
                  <a:pt x="2676944" y="5826544"/>
                  <a:pt x="2664226" y="5813826"/>
                </a:cubicBezTo>
                <a:close/>
                <a:moveTo>
                  <a:pt x="3038078" y="5795484"/>
                </a:moveTo>
                <a:cubicBezTo>
                  <a:pt x="3017955" y="5771237"/>
                  <a:pt x="3051044" y="5742537"/>
                  <a:pt x="3073375" y="5764868"/>
                </a:cubicBezTo>
                <a:cubicBezTo>
                  <a:pt x="3088943" y="5780436"/>
                  <a:pt x="3078530" y="5810250"/>
                  <a:pt x="3057525" y="5810250"/>
                </a:cubicBezTo>
                <a:cubicBezTo>
                  <a:pt x="3053569" y="5810250"/>
                  <a:pt x="3044818" y="5803605"/>
                  <a:pt x="3038078" y="5795484"/>
                </a:cubicBezTo>
                <a:close/>
                <a:moveTo>
                  <a:pt x="1201725" y="5775991"/>
                </a:moveTo>
                <a:cubicBezTo>
                  <a:pt x="1156970" y="5744644"/>
                  <a:pt x="1208570" y="5663186"/>
                  <a:pt x="1254836" y="5692148"/>
                </a:cubicBezTo>
                <a:cubicBezTo>
                  <a:pt x="1281210" y="5708657"/>
                  <a:pt x="1281725" y="5757779"/>
                  <a:pt x="1255715" y="5775997"/>
                </a:cubicBezTo>
                <a:cubicBezTo>
                  <a:pt x="1229001" y="5794708"/>
                  <a:pt x="1228448" y="5794708"/>
                  <a:pt x="1201725" y="5775991"/>
                </a:cubicBezTo>
                <a:close/>
                <a:moveTo>
                  <a:pt x="1506855" y="5760720"/>
                </a:moveTo>
                <a:cubicBezTo>
                  <a:pt x="1473022" y="5726887"/>
                  <a:pt x="1512286" y="5674518"/>
                  <a:pt x="1551102" y="5701705"/>
                </a:cubicBezTo>
                <a:cubicBezTo>
                  <a:pt x="1575413" y="5718733"/>
                  <a:pt x="1577205" y="5736633"/>
                  <a:pt x="1556657" y="5757182"/>
                </a:cubicBezTo>
                <a:cubicBezTo>
                  <a:pt x="1538759" y="5775079"/>
                  <a:pt x="1522378" y="5776243"/>
                  <a:pt x="1506855" y="5760720"/>
                </a:cubicBezTo>
                <a:close/>
                <a:moveTo>
                  <a:pt x="1819654" y="5758319"/>
                </a:moveTo>
                <a:cubicBezTo>
                  <a:pt x="1793197" y="5726441"/>
                  <a:pt x="1835705" y="5687615"/>
                  <a:pt x="1864995" y="5716905"/>
                </a:cubicBezTo>
                <a:cubicBezTo>
                  <a:pt x="1880058" y="5731968"/>
                  <a:pt x="1879421" y="5739217"/>
                  <a:pt x="1861457" y="5757182"/>
                </a:cubicBezTo>
                <a:cubicBezTo>
                  <a:pt x="1842896" y="5775742"/>
                  <a:pt x="1834308" y="5775976"/>
                  <a:pt x="1819654" y="5758319"/>
                </a:cubicBezTo>
                <a:close/>
                <a:moveTo>
                  <a:pt x="2146286" y="5747598"/>
                </a:moveTo>
                <a:cubicBezTo>
                  <a:pt x="2143114" y="5739334"/>
                  <a:pt x="2147535" y="5725557"/>
                  <a:pt x="2156110" y="5716982"/>
                </a:cubicBezTo>
                <a:cubicBezTo>
                  <a:pt x="2178205" y="5694887"/>
                  <a:pt x="2211071" y="5723851"/>
                  <a:pt x="2191146" y="5747859"/>
                </a:cubicBezTo>
                <a:cubicBezTo>
                  <a:pt x="2175351" y="5766891"/>
                  <a:pt x="2153640" y="5766765"/>
                  <a:pt x="2146286" y="5747598"/>
                </a:cubicBezTo>
                <a:close/>
                <a:moveTo>
                  <a:pt x="963026" y="5740019"/>
                </a:moveTo>
                <a:cubicBezTo>
                  <a:pt x="948677" y="5722729"/>
                  <a:pt x="959644" y="5695950"/>
                  <a:pt x="981075" y="5695950"/>
                </a:cubicBezTo>
                <a:cubicBezTo>
                  <a:pt x="1004337" y="5695950"/>
                  <a:pt x="1012035" y="5720779"/>
                  <a:pt x="994277" y="5738536"/>
                </a:cubicBezTo>
                <a:cubicBezTo>
                  <a:pt x="976553" y="5756260"/>
                  <a:pt x="976507" y="5756262"/>
                  <a:pt x="963026" y="5740019"/>
                </a:cubicBezTo>
                <a:close/>
                <a:moveTo>
                  <a:pt x="2500992" y="5738132"/>
                </a:moveTo>
                <a:cubicBezTo>
                  <a:pt x="2461924" y="5699064"/>
                  <a:pt x="2504603" y="5641634"/>
                  <a:pt x="2553326" y="5667710"/>
                </a:cubicBezTo>
                <a:cubicBezTo>
                  <a:pt x="2576589" y="5680160"/>
                  <a:pt x="2577117" y="5716715"/>
                  <a:pt x="2554331" y="5737336"/>
                </a:cubicBezTo>
                <a:cubicBezTo>
                  <a:pt x="2532584" y="5757016"/>
                  <a:pt x="2520064" y="5757203"/>
                  <a:pt x="2500992" y="5738132"/>
                </a:cubicBezTo>
                <a:close/>
                <a:moveTo>
                  <a:pt x="2930524" y="5718174"/>
                </a:moveTo>
                <a:cubicBezTo>
                  <a:pt x="2918066" y="5705716"/>
                  <a:pt x="2924452" y="5669306"/>
                  <a:pt x="2940153" y="5663281"/>
                </a:cubicBezTo>
                <a:cubicBezTo>
                  <a:pt x="2962528" y="5654695"/>
                  <a:pt x="2984775" y="5679597"/>
                  <a:pt x="2976899" y="5704412"/>
                </a:cubicBezTo>
                <a:cubicBezTo>
                  <a:pt x="2970800" y="5723629"/>
                  <a:pt x="2943948" y="5731598"/>
                  <a:pt x="2930524" y="5718174"/>
                </a:cubicBezTo>
                <a:close/>
                <a:moveTo>
                  <a:pt x="2308669" y="5701168"/>
                </a:moveTo>
                <a:cubicBezTo>
                  <a:pt x="2302034" y="5683877"/>
                  <a:pt x="2311671" y="5667375"/>
                  <a:pt x="2328405" y="5667375"/>
                </a:cubicBezTo>
                <a:cubicBezTo>
                  <a:pt x="2345784" y="5667375"/>
                  <a:pt x="2353592" y="5691222"/>
                  <a:pt x="2340500" y="5704314"/>
                </a:cubicBezTo>
                <a:cubicBezTo>
                  <a:pt x="2325991" y="5718823"/>
                  <a:pt x="2315028" y="5717740"/>
                  <a:pt x="2308669" y="5701168"/>
                </a:cubicBezTo>
                <a:close/>
                <a:moveTo>
                  <a:pt x="2009877" y="5691311"/>
                </a:moveTo>
                <a:cubicBezTo>
                  <a:pt x="2003006" y="5683031"/>
                  <a:pt x="2000681" y="5666953"/>
                  <a:pt x="2004281" y="5652610"/>
                </a:cubicBezTo>
                <a:cubicBezTo>
                  <a:pt x="2012594" y="5619486"/>
                  <a:pt x="2060476" y="5622141"/>
                  <a:pt x="2065274" y="5655993"/>
                </a:cubicBezTo>
                <a:cubicBezTo>
                  <a:pt x="2071029" y="5696587"/>
                  <a:pt x="2033901" y="5720257"/>
                  <a:pt x="2009877" y="5691311"/>
                </a:cubicBezTo>
                <a:close/>
                <a:moveTo>
                  <a:pt x="2733305" y="5690742"/>
                </a:moveTo>
                <a:cubicBezTo>
                  <a:pt x="2718264" y="5672619"/>
                  <a:pt x="2729361" y="5646105"/>
                  <a:pt x="2750314" y="5650099"/>
                </a:cubicBezTo>
                <a:cubicBezTo>
                  <a:pt x="2771255" y="5654090"/>
                  <a:pt x="2777693" y="5691640"/>
                  <a:pt x="2758687" y="5698934"/>
                </a:cubicBezTo>
                <a:cubicBezTo>
                  <a:pt x="2750935" y="5701908"/>
                  <a:pt x="2739513" y="5698222"/>
                  <a:pt x="2733305" y="5690742"/>
                </a:cubicBezTo>
                <a:close/>
                <a:moveTo>
                  <a:pt x="3145328" y="5694478"/>
                </a:moveTo>
                <a:cubicBezTo>
                  <a:pt x="3150271" y="5679646"/>
                  <a:pt x="3171581" y="5677049"/>
                  <a:pt x="3172328" y="5691187"/>
                </a:cubicBezTo>
                <a:cubicBezTo>
                  <a:pt x="3172604" y="5696426"/>
                  <a:pt x="3165681" y="5702193"/>
                  <a:pt x="3156943" y="5704003"/>
                </a:cubicBezTo>
                <a:cubicBezTo>
                  <a:pt x="3147011" y="5706060"/>
                  <a:pt x="3142657" y="5702490"/>
                  <a:pt x="3145328" y="5694478"/>
                </a:cubicBezTo>
                <a:close/>
                <a:moveTo>
                  <a:pt x="800479" y="5672595"/>
                </a:moveTo>
                <a:cubicBezTo>
                  <a:pt x="775177" y="5642107"/>
                  <a:pt x="812340" y="5595273"/>
                  <a:pt x="845343" y="5616057"/>
                </a:cubicBezTo>
                <a:cubicBezTo>
                  <a:pt x="868061" y="5630363"/>
                  <a:pt x="870848" y="5652416"/>
                  <a:pt x="852282" y="5670981"/>
                </a:cubicBezTo>
                <a:cubicBezTo>
                  <a:pt x="833154" y="5690109"/>
                  <a:pt x="815472" y="5690660"/>
                  <a:pt x="800479" y="5672595"/>
                </a:cubicBezTo>
                <a:close/>
                <a:moveTo>
                  <a:pt x="1076764" y="5653617"/>
                </a:moveTo>
                <a:cubicBezTo>
                  <a:pt x="1051040" y="5622621"/>
                  <a:pt x="1093611" y="5585329"/>
                  <a:pt x="1122145" y="5613863"/>
                </a:cubicBezTo>
                <a:cubicBezTo>
                  <a:pt x="1134276" y="5625994"/>
                  <a:pt x="1135518" y="5633437"/>
                  <a:pt x="1127530" y="5646122"/>
                </a:cubicBezTo>
                <a:cubicBezTo>
                  <a:pt x="1113622" y="5668207"/>
                  <a:pt x="1091575" y="5671462"/>
                  <a:pt x="1076764" y="5653617"/>
                </a:cubicBezTo>
                <a:close/>
                <a:moveTo>
                  <a:pt x="1676207" y="5647965"/>
                </a:moveTo>
                <a:cubicBezTo>
                  <a:pt x="1655676" y="5609601"/>
                  <a:pt x="1689386" y="5567341"/>
                  <a:pt x="1731694" y="5578404"/>
                </a:cubicBezTo>
                <a:cubicBezTo>
                  <a:pt x="1759320" y="5585629"/>
                  <a:pt x="1766976" y="5615690"/>
                  <a:pt x="1748407" y="5644028"/>
                </a:cubicBezTo>
                <a:cubicBezTo>
                  <a:pt x="1729402" y="5673034"/>
                  <a:pt x="1690751" y="5675141"/>
                  <a:pt x="1676207" y="5647965"/>
                </a:cubicBezTo>
                <a:close/>
                <a:moveTo>
                  <a:pt x="1395108" y="5637841"/>
                </a:moveTo>
                <a:cubicBezTo>
                  <a:pt x="1387472" y="5613784"/>
                  <a:pt x="1401148" y="5597656"/>
                  <a:pt x="1425247" y="5602297"/>
                </a:cubicBezTo>
                <a:cubicBezTo>
                  <a:pt x="1446699" y="5606428"/>
                  <a:pt x="1454513" y="5638213"/>
                  <a:pt x="1436830" y="5649419"/>
                </a:cubicBezTo>
                <a:cubicBezTo>
                  <a:pt x="1415651" y="5662841"/>
                  <a:pt x="1401825" y="5659004"/>
                  <a:pt x="1395108" y="5637841"/>
                </a:cubicBezTo>
                <a:close/>
                <a:moveTo>
                  <a:pt x="3057834" y="5610803"/>
                </a:moveTo>
                <a:cubicBezTo>
                  <a:pt x="3050326" y="5596773"/>
                  <a:pt x="3050237" y="5585741"/>
                  <a:pt x="3057525" y="5572125"/>
                </a:cubicBezTo>
                <a:cubicBezTo>
                  <a:pt x="3076478" y="5536709"/>
                  <a:pt x="3109912" y="5551906"/>
                  <a:pt x="3109912" y="5595937"/>
                </a:cubicBezTo>
                <a:cubicBezTo>
                  <a:pt x="3109912" y="5631786"/>
                  <a:pt x="3074477" y="5641901"/>
                  <a:pt x="3057834" y="5610803"/>
                </a:cubicBezTo>
                <a:close/>
                <a:moveTo>
                  <a:pt x="2393156" y="5613441"/>
                </a:moveTo>
                <a:cubicBezTo>
                  <a:pt x="2377204" y="5607005"/>
                  <a:pt x="2377983" y="5567643"/>
                  <a:pt x="2394330" y="5554076"/>
                </a:cubicBezTo>
                <a:cubicBezTo>
                  <a:pt x="2422468" y="5530724"/>
                  <a:pt x="2456266" y="5567316"/>
                  <a:pt x="2438030" y="5601390"/>
                </a:cubicBezTo>
                <a:cubicBezTo>
                  <a:pt x="2428313" y="5619546"/>
                  <a:pt x="2416288" y="5622775"/>
                  <a:pt x="2393156" y="5613441"/>
                </a:cubicBezTo>
                <a:close/>
                <a:moveTo>
                  <a:pt x="1900830" y="5595169"/>
                </a:moveTo>
                <a:cubicBezTo>
                  <a:pt x="1877391" y="5571731"/>
                  <a:pt x="1905819" y="5528695"/>
                  <a:pt x="1934575" y="5544085"/>
                </a:cubicBezTo>
                <a:cubicBezTo>
                  <a:pt x="1955012" y="5555023"/>
                  <a:pt x="1958245" y="5581744"/>
                  <a:pt x="1941195" y="5598795"/>
                </a:cubicBezTo>
                <a:cubicBezTo>
                  <a:pt x="1926117" y="5613872"/>
                  <a:pt x="1918883" y="5613222"/>
                  <a:pt x="1900830" y="5595169"/>
                </a:cubicBezTo>
                <a:close/>
                <a:moveTo>
                  <a:pt x="2176466" y="5587754"/>
                </a:moveTo>
                <a:cubicBezTo>
                  <a:pt x="2159738" y="5562225"/>
                  <a:pt x="2165591" y="5537964"/>
                  <a:pt x="2191870" y="5523900"/>
                </a:cubicBezTo>
                <a:cubicBezTo>
                  <a:pt x="2218774" y="5509501"/>
                  <a:pt x="2247900" y="5528803"/>
                  <a:pt x="2247900" y="5561030"/>
                </a:cubicBezTo>
                <a:cubicBezTo>
                  <a:pt x="2247900" y="5610997"/>
                  <a:pt x="2202760" y="5627885"/>
                  <a:pt x="2176466" y="5587754"/>
                </a:cubicBezTo>
                <a:close/>
                <a:moveTo>
                  <a:pt x="2606954" y="5587841"/>
                </a:moveTo>
                <a:cubicBezTo>
                  <a:pt x="2604027" y="5580216"/>
                  <a:pt x="2606809" y="5566897"/>
                  <a:pt x="2613136" y="5558244"/>
                </a:cubicBezTo>
                <a:cubicBezTo>
                  <a:pt x="2628953" y="5536613"/>
                  <a:pt x="2659389" y="5549138"/>
                  <a:pt x="2655597" y="5575718"/>
                </a:cubicBezTo>
                <a:cubicBezTo>
                  <a:pt x="2652212" y="5599443"/>
                  <a:pt x="2614968" y="5608726"/>
                  <a:pt x="2606954" y="5587841"/>
                </a:cubicBezTo>
                <a:close/>
                <a:moveTo>
                  <a:pt x="2811780" y="5589270"/>
                </a:moveTo>
                <a:cubicBezTo>
                  <a:pt x="2782044" y="5559534"/>
                  <a:pt x="2817320" y="5497459"/>
                  <a:pt x="2856827" y="5509999"/>
                </a:cubicBezTo>
                <a:cubicBezTo>
                  <a:pt x="2867686" y="5513445"/>
                  <a:pt x="2881156" y="5524834"/>
                  <a:pt x="2886762" y="5535308"/>
                </a:cubicBezTo>
                <a:cubicBezTo>
                  <a:pt x="2908662" y="5576230"/>
                  <a:pt x="2844741" y="5622231"/>
                  <a:pt x="2811780" y="5589270"/>
                </a:cubicBezTo>
                <a:close/>
                <a:moveTo>
                  <a:pt x="1557998" y="5576188"/>
                </a:moveTo>
                <a:cubicBezTo>
                  <a:pt x="1549777" y="5567966"/>
                  <a:pt x="1543115" y="5558330"/>
                  <a:pt x="1543195" y="5554775"/>
                </a:cubicBezTo>
                <a:cubicBezTo>
                  <a:pt x="1543999" y="5519158"/>
                  <a:pt x="1602911" y="5514856"/>
                  <a:pt x="1607921" y="5550049"/>
                </a:cubicBezTo>
                <a:cubicBezTo>
                  <a:pt x="1612067" y="5579173"/>
                  <a:pt x="1578539" y="5596728"/>
                  <a:pt x="1557998" y="5576188"/>
                </a:cubicBezTo>
                <a:close/>
                <a:moveTo>
                  <a:pt x="1263647" y="5568058"/>
                </a:moveTo>
                <a:cubicBezTo>
                  <a:pt x="1257425" y="5551842"/>
                  <a:pt x="1280832" y="5529784"/>
                  <a:pt x="1294982" y="5538529"/>
                </a:cubicBezTo>
                <a:cubicBezTo>
                  <a:pt x="1300450" y="5541909"/>
                  <a:pt x="1304925" y="5552993"/>
                  <a:pt x="1304925" y="5563162"/>
                </a:cubicBezTo>
                <a:cubicBezTo>
                  <a:pt x="1304925" y="5584990"/>
                  <a:pt x="1271659" y="5588936"/>
                  <a:pt x="1263647" y="5568058"/>
                </a:cubicBezTo>
                <a:close/>
                <a:moveTo>
                  <a:pt x="914878" y="5548888"/>
                </a:moveTo>
                <a:cubicBezTo>
                  <a:pt x="891852" y="5521144"/>
                  <a:pt x="906680" y="5484450"/>
                  <a:pt x="946456" y="5470746"/>
                </a:cubicBezTo>
                <a:cubicBezTo>
                  <a:pt x="990461" y="5455584"/>
                  <a:pt x="1000125" y="5459920"/>
                  <a:pt x="1000125" y="5494826"/>
                </a:cubicBezTo>
                <a:cubicBezTo>
                  <a:pt x="1000125" y="5542511"/>
                  <a:pt x="940806" y="5580129"/>
                  <a:pt x="914878" y="5548888"/>
                </a:cubicBezTo>
                <a:close/>
                <a:moveTo>
                  <a:pt x="2964697" y="5551687"/>
                </a:moveTo>
                <a:cubicBezTo>
                  <a:pt x="2951950" y="5538940"/>
                  <a:pt x="2959695" y="5514975"/>
                  <a:pt x="2976562" y="5514975"/>
                </a:cubicBezTo>
                <a:cubicBezTo>
                  <a:pt x="2994148" y="5514975"/>
                  <a:pt x="3001411" y="5540357"/>
                  <a:pt x="2987199" y="5552151"/>
                </a:cubicBezTo>
                <a:cubicBezTo>
                  <a:pt x="2978762" y="5559154"/>
                  <a:pt x="2972025" y="5559015"/>
                  <a:pt x="2964697" y="5551687"/>
                </a:cubicBezTo>
                <a:close/>
                <a:moveTo>
                  <a:pt x="2051073" y="5538147"/>
                </a:moveTo>
                <a:cubicBezTo>
                  <a:pt x="2043135" y="5517459"/>
                  <a:pt x="2063289" y="5498004"/>
                  <a:pt x="2077714" y="5512429"/>
                </a:cubicBezTo>
                <a:cubicBezTo>
                  <a:pt x="2089907" y="5524622"/>
                  <a:pt x="2082353" y="5553075"/>
                  <a:pt x="2066925" y="5553075"/>
                </a:cubicBezTo>
                <a:cubicBezTo>
                  <a:pt x="2061357" y="5553075"/>
                  <a:pt x="2054224" y="5546357"/>
                  <a:pt x="2051073" y="5538147"/>
                </a:cubicBezTo>
                <a:close/>
                <a:moveTo>
                  <a:pt x="1374856" y="5480675"/>
                </a:moveTo>
                <a:cubicBezTo>
                  <a:pt x="1353294" y="5447768"/>
                  <a:pt x="1367432" y="5425417"/>
                  <a:pt x="1412236" y="5421579"/>
                </a:cubicBezTo>
                <a:cubicBezTo>
                  <a:pt x="1453923" y="5418008"/>
                  <a:pt x="1467916" y="5445004"/>
                  <a:pt x="1443607" y="5482103"/>
                </a:cubicBezTo>
                <a:cubicBezTo>
                  <a:pt x="1423750" y="5512410"/>
                  <a:pt x="1395261" y="5511818"/>
                  <a:pt x="1374856" y="5480675"/>
                </a:cubicBezTo>
                <a:close/>
                <a:moveTo>
                  <a:pt x="2290197" y="5495010"/>
                </a:moveTo>
                <a:cubicBezTo>
                  <a:pt x="2278563" y="5476185"/>
                  <a:pt x="2309222" y="5454186"/>
                  <a:pt x="2323356" y="5471217"/>
                </a:cubicBezTo>
                <a:cubicBezTo>
                  <a:pt x="2329906" y="5479108"/>
                  <a:pt x="2332499" y="5490039"/>
                  <a:pt x="2329120" y="5495507"/>
                </a:cubicBezTo>
                <a:cubicBezTo>
                  <a:pt x="2321069" y="5508533"/>
                  <a:pt x="2298376" y="5508244"/>
                  <a:pt x="2290197" y="5495010"/>
                </a:cubicBezTo>
                <a:close/>
                <a:moveTo>
                  <a:pt x="1784643" y="5481701"/>
                </a:moveTo>
                <a:cubicBezTo>
                  <a:pt x="1781344" y="5473103"/>
                  <a:pt x="1783212" y="5461502"/>
                  <a:pt x="1788795" y="5455920"/>
                </a:cubicBezTo>
                <a:cubicBezTo>
                  <a:pt x="1803307" y="5441407"/>
                  <a:pt x="1830804" y="5454671"/>
                  <a:pt x="1827013" y="5474355"/>
                </a:cubicBezTo>
                <a:cubicBezTo>
                  <a:pt x="1822790" y="5496280"/>
                  <a:pt x="1792269" y="5501572"/>
                  <a:pt x="1784643" y="5481701"/>
                </a:cubicBezTo>
                <a:close/>
                <a:moveTo>
                  <a:pt x="1146927" y="5469585"/>
                </a:moveTo>
                <a:cubicBezTo>
                  <a:pt x="1127808" y="5456671"/>
                  <a:pt x="1125251" y="5421499"/>
                  <a:pt x="1142310" y="5406061"/>
                </a:cubicBezTo>
                <a:cubicBezTo>
                  <a:pt x="1161063" y="5389090"/>
                  <a:pt x="1209464" y="5404507"/>
                  <a:pt x="1209600" y="5427494"/>
                </a:cubicBezTo>
                <a:cubicBezTo>
                  <a:pt x="1209822" y="5464865"/>
                  <a:pt x="1174780" y="5488398"/>
                  <a:pt x="1146927" y="5469585"/>
                </a:cubicBezTo>
                <a:close/>
                <a:moveTo>
                  <a:pt x="2548617" y="5461907"/>
                </a:moveTo>
                <a:cubicBezTo>
                  <a:pt x="2540385" y="5453674"/>
                  <a:pt x="2533650" y="5441122"/>
                  <a:pt x="2533650" y="5434012"/>
                </a:cubicBezTo>
                <a:cubicBezTo>
                  <a:pt x="2533650" y="5421700"/>
                  <a:pt x="2558342" y="5391150"/>
                  <a:pt x="2568294" y="5391150"/>
                </a:cubicBezTo>
                <a:cubicBezTo>
                  <a:pt x="2586365" y="5391150"/>
                  <a:pt x="2609850" y="5414485"/>
                  <a:pt x="2609850" y="5432442"/>
                </a:cubicBezTo>
                <a:cubicBezTo>
                  <a:pt x="2609850" y="5473076"/>
                  <a:pt x="2576051" y="5489340"/>
                  <a:pt x="2548617" y="5461907"/>
                </a:cubicBezTo>
                <a:close/>
                <a:moveTo>
                  <a:pt x="1596117" y="5423807"/>
                </a:moveTo>
                <a:cubicBezTo>
                  <a:pt x="1584850" y="5412539"/>
                  <a:pt x="1583602" y="5404365"/>
                  <a:pt x="1591029" y="5390488"/>
                </a:cubicBezTo>
                <a:cubicBezTo>
                  <a:pt x="1608377" y="5358072"/>
                  <a:pt x="1647825" y="5372071"/>
                  <a:pt x="1647825" y="5410643"/>
                </a:cubicBezTo>
                <a:cubicBezTo>
                  <a:pt x="1647825" y="5429772"/>
                  <a:pt x="1611365" y="5439054"/>
                  <a:pt x="1596117" y="5423807"/>
                </a:cubicBezTo>
                <a:close/>
                <a:moveTo>
                  <a:pt x="1964055" y="5417820"/>
                </a:moveTo>
                <a:cubicBezTo>
                  <a:pt x="1935823" y="5389588"/>
                  <a:pt x="1956953" y="5334000"/>
                  <a:pt x="1995916" y="5334000"/>
                </a:cubicBezTo>
                <a:cubicBezTo>
                  <a:pt x="2019293" y="5334000"/>
                  <a:pt x="2047875" y="5361545"/>
                  <a:pt x="2047875" y="5384075"/>
                </a:cubicBezTo>
                <a:cubicBezTo>
                  <a:pt x="2047875" y="5420479"/>
                  <a:pt x="1990009" y="5443774"/>
                  <a:pt x="1964055" y="5417820"/>
                </a:cubicBezTo>
                <a:close/>
                <a:moveTo>
                  <a:pt x="2156539" y="5416122"/>
                </a:moveTo>
                <a:cubicBezTo>
                  <a:pt x="2148830" y="5396032"/>
                  <a:pt x="2159651" y="5381625"/>
                  <a:pt x="2182449" y="5381625"/>
                </a:cubicBezTo>
                <a:cubicBezTo>
                  <a:pt x="2196839" y="5381625"/>
                  <a:pt x="2200843" y="5386928"/>
                  <a:pt x="2198556" y="5402958"/>
                </a:cubicBezTo>
                <a:cubicBezTo>
                  <a:pt x="2195004" y="5427857"/>
                  <a:pt x="2164687" y="5437355"/>
                  <a:pt x="2156539" y="5416122"/>
                </a:cubicBezTo>
                <a:close/>
                <a:moveTo>
                  <a:pt x="2991556" y="5410906"/>
                </a:moveTo>
                <a:cubicBezTo>
                  <a:pt x="2955124" y="5374474"/>
                  <a:pt x="3001263" y="5314611"/>
                  <a:pt x="3039267" y="5349004"/>
                </a:cubicBezTo>
                <a:cubicBezTo>
                  <a:pt x="3061421" y="5369053"/>
                  <a:pt x="3062686" y="5394152"/>
                  <a:pt x="3042557" y="5414282"/>
                </a:cubicBezTo>
                <a:cubicBezTo>
                  <a:pt x="3023068" y="5433770"/>
                  <a:pt x="3013807" y="5433157"/>
                  <a:pt x="2991556" y="5410906"/>
                </a:cubicBezTo>
                <a:close/>
                <a:moveTo>
                  <a:pt x="2844799" y="5413374"/>
                </a:moveTo>
                <a:cubicBezTo>
                  <a:pt x="2833524" y="5402099"/>
                  <a:pt x="2838054" y="5374289"/>
                  <a:pt x="2852041" y="5368922"/>
                </a:cubicBezTo>
                <a:cubicBezTo>
                  <a:pt x="2873178" y="5360811"/>
                  <a:pt x="2891245" y="5387730"/>
                  <a:pt x="2876550" y="5405437"/>
                </a:cubicBezTo>
                <a:cubicBezTo>
                  <a:pt x="2863647" y="5420984"/>
                  <a:pt x="2854656" y="5423231"/>
                  <a:pt x="2844799" y="5413374"/>
                </a:cubicBezTo>
                <a:close/>
                <a:moveTo>
                  <a:pt x="2369236" y="5384006"/>
                </a:moveTo>
                <a:cubicBezTo>
                  <a:pt x="2334701" y="5345542"/>
                  <a:pt x="2384997" y="5282487"/>
                  <a:pt x="2424236" y="5315052"/>
                </a:cubicBezTo>
                <a:cubicBezTo>
                  <a:pt x="2444851" y="5332162"/>
                  <a:pt x="2442223" y="5378908"/>
                  <a:pt x="2419976" y="5390814"/>
                </a:cubicBezTo>
                <a:cubicBezTo>
                  <a:pt x="2394632" y="5404378"/>
                  <a:pt x="2386554" y="5403294"/>
                  <a:pt x="2369236" y="5384006"/>
                </a:cubicBezTo>
                <a:close/>
                <a:moveTo>
                  <a:pt x="870698" y="5368585"/>
                </a:moveTo>
                <a:cubicBezTo>
                  <a:pt x="863549" y="5349955"/>
                  <a:pt x="873289" y="5334000"/>
                  <a:pt x="891812" y="5334000"/>
                </a:cubicBezTo>
                <a:cubicBezTo>
                  <a:pt x="901163" y="5334000"/>
                  <a:pt x="905134" y="5341240"/>
                  <a:pt x="903156" y="5354685"/>
                </a:cubicBezTo>
                <a:cubicBezTo>
                  <a:pt x="899460" y="5379802"/>
                  <a:pt x="878454" y="5388798"/>
                  <a:pt x="870698" y="5368585"/>
                </a:cubicBezTo>
                <a:close/>
                <a:moveTo>
                  <a:pt x="1743177" y="5348411"/>
                </a:moveTo>
                <a:cubicBezTo>
                  <a:pt x="1728697" y="5330964"/>
                  <a:pt x="1737629" y="5290502"/>
                  <a:pt x="1757656" y="5282817"/>
                </a:cubicBezTo>
                <a:cubicBezTo>
                  <a:pt x="1778692" y="5274745"/>
                  <a:pt x="1809750" y="5296971"/>
                  <a:pt x="1809750" y="5320098"/>
                </a:cubicBezTo>
                <a:cubicBezTo>
                  <a:pt x="1809750" y="5358689"/>
                  <a:pt x="1766850" y="5376934"/>
                  <a:pt x="1743177" y="5348411"/>
                </a:cubicBezTo>
                <a:close/>
                <a:moveTo>
                  <a:pt x="1006398" y="5339266"/>
                </a:moveTo>
                <a:cubicBezTo>
                  <a:pt x="997248" y="5315421"/>
                  <a:pt x="1010226" y="5294629"/>
                  <a:pt x="1032293" y="5297777"/>
                </a:cubicBezTo>
                <a:cubicBezTo>
                  <a:pt x="1046741" y="5299839"/>
                  <a:pt x="1052512" y="5307459"/>
                  <a:pt x="1052512" y="5324475"/>
                </a:cubicBezTo>
                <a:cubicBezTo>
                  <a:pt x="1052512" y="5352227"/>
                  <a:pt x="1015881" y="5363977"/>
                  <a:pt x="1006398" y="5339266"/>
                </a:cubicBezTo>
                <a:close/>
                <a:moveTo>
                  <a:pt x="1276729" y="5339220"/>
                </a:moveTo>
                <a:cubicBezTo>
                  <a:pt x="1259499" y="5318458"/>
                  <a:pt x="1268773" y="5291564"/>
                  <a:pt x="1294420" y="5287922"/>
                </a:cubicBezTo>
                <a:cubicBezTo>
                  <a:pt x="1329665" y="5282917"/>
                  <a:pt x="1343960" y="5312654"/>
                  <a:pt x="1318532" y="5338082"/>
                </a:cubicBezTo>
                <a:cubicBezTo>
                  <a:pt x="1299971" y="5356642"/>
                  <a:pt x="1291383" y="5356876"/>
                  <a:pt x="1276729" y="5339220"/>
                </a:cubicBezTo>
                <a:close/>
                <a:moveTo>
                  <a:pt x="1448163" y="5310626"/>
                </a:moveTo>
                <a:cubicBezTo>
                  <a:pt x="1432520" y="5291776"/>
                  <a:pt x="1443020" y="5265007"/>
                  <a:pt x="1464439" y="5269132"/>
                </a:cubicBezTo>
                <a:cubicBezTo>
                  <a:pt x="1474828" y="5271133"/>
                  <a:pt x="1481137" y="5280996"/>
                  <a:pt x="1481137" y="5295236"/>
                </a:cubicBezTo>
                <a:cubicBezTo>
                  <a:pt x="1481137" y="5322837"/>
                  <a:pt x="1464675" y="5330520"/>
                  <a:pt x="1448163" y="5310626"/>
                </a:cubicBezTo>
                <a:close/>
                <a:moveTo>
                  <a:pt x="2230190" y="5302278"/>
                </a:moveTo>
                <a:cubicBezTo>
                  <a:pt x="2214006" y="5282776"/>
                  <a:pt x="2227284" y="5256223"/>
                  <a:pt x="2251493" y="5259677"/>
                </a:cubicBezTo>
                <a:cubicBezTo>
                  <a:pt x="2265907" y="5261734"/>
                  <a:pt x="2271712" y="5269362"/>
                  <a:pt x="2271712" y="5286244"/>
                </a:cubicBezTo>
                <a:cubicBezTo>
                  <a:pt x="2271712" y="5313417"/>
                  <a:pt x="2247268" y="5322856"/>
                  <a:pt x="2230190" y="5302278"/>
                </a:cubicBezTo>
                <a:close/>
                <a:moveTo>
                  <a:pt x="2676189" y="5295273"/>
                </a:moveTo>
                <a:cubicBezTo>
                  <a:pt x="2651384" y="5248924"/>
                  <a:pt x="2701843" y="5207839"/>
                  <a:pt x="2736516" y="5246152"/>
                </a:cubicBezTo>
                <a:cubicBezTo>
                  <a:pt x="2749266" y="5260240"/>
                  <a:pt x="2749873" y="5267030"/>
                  <a:pt x="2740135" y="5286633"/>
                </a:cubicBezTo>
                <a:cubicBezTo>
                  <a:pt x="2724612" y="5317883"/>
                  <a:pt x="2690739" y="5322460"/>
                  <a:pt x="2676189" y="5295273"/>
                </a:cubicBezTo>
                <a:close/>
                <a:moveTo>
                  <a:pt x="2514700" y="5291258"/>
                </a:moveTo>
                <a:cubicBezTo>
                  <a:pt x="2499233" y="5272622"/>
                  <a:pt x="2509220" y="5248275"/>
                  <a:pt x="2532331" y="5248275"/>
                </a:cubicBezTo>
                <a:cubicBezTo>
                  <a:pt x="2556715" y="5248275"/>
                  <a:pt x="2565035" y="5272678"/>
                  <a:pt x="2546852" y="5290861"/>
                </a:cubicBezTo>
                <a:cubicBezTo>
                  <a:pt x="2529013" y="5308701"/>
                  <a:pt x="2529174" y="5308699"/>
                  <a:pt x="2514700" y="5291258"/>
                </a:cubicBezTo>
                <a:close/>
                <a:moveTo>
                  <a:pt x="2868018" y="5277466"/>
                </a:moveTo>
                <a:cubicBezTo>
                  <a:pt x="2851800" y="5267440"/>
                  <a:pt x="2861013" y="5238750"/>
                  <a:pt x="2880451" y="5238750"/>
                </a:cubicBezTo>
                <a:cubicBezTo>
                  <a:pt x="2901364" y="5238750"/>
                  <a:pt x="2909181" y="5257826"/>
                  <a:pt x="2894345" y="5272657"/>
                </a:cubicBezTo>
                <a:cubicBezTo>
                  <a:pt x="2886160" y="5280839"/>
                  <a:pt x="2876367" y="5282628"/>
                  <a:pt x="2868018" y="5277466"/>
                </a:cubicBezTo>
                <a:close/>
                <a:moveTo>
                  <a:pt x="2073275" y="5260974"/>
                </a:moveTo>
                <a:cubicBezTo>
                  <a:pt x="2062215" y="5249915"/>
                  <a:pt x="2066410" y="5212934"/>
                  <a:pt x="2080005" y="5201651"/>
                </a:cubicBezTo>
                <a:cubicBezTo>
                  <a:pt x="2108143" y="5178299"/>
                  <a:pt x="2141941" y="5214891"/>
                  <a:pt x="2123705" y="5248965"/>
                </a:cubicBezTo>
                <a:cubicBezTo>
                  <a:pt x="2114100" y="5266911"/>
                  <a:pt x="2085922" y="5273622"/>
                  <a:pt x="2073275" y="5260974"/>
                </a:cubicBezTo>
                <a:close/>
                <a:moveTo>
                  <a:pt x="1879869" y="5243512"/>
                </a:moveTo>
                <a:cubicBezTo>
                  <a:pt x="1872323" y="5223848"/>
                  <a:pt x="1882554" y="5200650"/>
                  <a:pt x="1898772" y="5200650"/>
                </a:cubicBezTo>
                <a:cubicBezTo>
                  <a:pt x="1918269" y="5200650"/>
                  <a:pt x="1934857" y="5224325"/>
                  <a:pt x="1927957" y="5242305"/>
                </a:cubicBezTo>
                <a:cubicBezTo>
                  <a:pt x="1920490" y="5261764"/>
                  <a:pt x="1887194" y="5262600"/>
                  <a:pt x="1879869" y="5243512"/>
                </a:cubicBezTo>
                <a:close/>
                <a:moveTo>
                  <a:pt x="1105532" y="5230407"/>
                </a:moveTo>
                <a:cubicBezTo>
                  <a:pt x="1090841" y="5202957"/>
                  <a:pt x="1092948" y="5186748"/>
                  <a:pt x="1113639" y="5168023"/>
                </a:cubicBezTo>
                <a:cubicBezTo>
                  <a:pt x="1152976" y="5132423"/>
                  <a:pt x="1210901" y="5172929"/>
                  <a:pt x="1187666" y="5219789"/>
                </a:cubicBezTo>
                <a:cubicBezTo>
                  <a:pt x="1171980" y="5251422"/>
                  <a:pt x="1120352" y="5258097"/>
                  <a:pt x="1105532" y="5230407"/>
                </a:cubicBezTo>
                <a:close/>
                <a:moveTo>
                  <a:pt x="1573530" y="5236845"/>
                </a:moveTo>
                <a:cubicBezTo>
                  <a:pt x="1556555" y="5219870"/>
                  <a:pt x="1559649" y="5193575"/>
                  <a:pt x="1581150" y="5172075"/>
                </a:cubicBezTo>
                <a:cubicBezTo>
                  <a:pt x="1606939" y="5146285"/>
                  <a:pt x="1634640" y="5148109"/>
                  <a:pt x="1653463" y="5176837"/>
                </a:cubicBezTo>
                <a:cubicBezTo>
                  <a:pt x="1683707" y="5222995"/>
                  <a:pt x="1612864" y="5276179"/>
                  <a:pt x="1573530" y="5236845"/>
                </a:cubicBezTo>
                <a:close/>
                <a:moveTo>
                  <a:pt x="860869" y="5205868"/>
                </a:moveTo>
                <a:cubicBezTo>
                  <a:pt x="854234" y="5188577"/>
                  <a:pt x="863871" y="5172075"/>
                  <a:pt x="880605" y="5172075"/>
                </a:cubicBezTo>
                <a:cubicBezTo>
                  <a:pt x="897984" y="5172075"/>
                  <a:pt x="905792" y="5195922"/>
                  <a:pt x="892700" y="5209014"/>
                </a:cubicBezTo>
                <a:cubicBezTo>
                  <a:pt x="878191" y="5223523"/>
                  <a:pt x="867228" y="5222440"/>
                  <a:pt x="860869" y="5205868"/>
                </a:cubicBezTo>
                <a:close/>
                <a:moveTo>
                  <a:pt x="2983444" y="5204872"/>
                </a:moveTo>
                <a:cubicBezTo>
                  <a:pt x="2960413" y="5188741"/>
                  <a:pt x="2955518" y="5154066"/>
                  <a:pt x="2973705" y="5135880"/>
                </a:cubicBezTo>
                <a:cubicBezTo>
                  <a:pt x="2991589" y="5117995"/>
                  <a:pt x="3026466" y="5122446"/>
                  <a:pt x="3041978" y="5144593"/>
                </a:cubicBezTo>
                <a:cubicBezTo>
                  <a:pt x="3057469" y="5166709"/>
                  <a:pt x="3053367" y="5189418"/>
                  <a:pt x="3030560" y="5207793"/>
                </a:cubicBezTo>
                <a:cubicBezTo>
                  <a:pt x="3011754" y="5222946"/>
                  <a:pt x="3009005" y="5222776"/>
                  <a:pt x="2983444" y="5204872"/>
                </a:cubicBezTo>
                <a:close/>
                <a:moveTo>
                  <a:pt x="2280189" y="5177541"/>
                </a:moveTo>
                <a:cubicBezTo>
                  <a:pt x="2271523" y="5154958"/>
                  <a:pt x="2283785" y="5132151"/>
                  <a:pt x="2302639" y="5135782"/>
                </a:cubicBezTo>
                <a:cubicBezTo>
                  <a:pt x="2313184" y="5137813"/>
                  <a:pt x="2319337" y="5147677"/>
                  <a:pt x="2319337" y="5162550"/>
                </a:cubicBezTo>
                <a:cubicBezTo>
                  <a:pt x="2319337" y="5189702"/>
                  <a:pt x="2289273" y="5201214"/>
                  <a:pt x="2280189" y="5177541"/>
                </a:cubicBezTo>
                <a:close/>
                <a:moveTo>
                  <a:pt x="2448629" y="5173390"/>
                </a:moveTo>
                <a:cubicBezTo>
                  <a:pt x="2436136" y="5150047"/>
                  <a:pt x="2457546" y="5118793"/>
                  <a:pt x="2480101" y="5127448"/>
                </a:cubicBezTo>
                <a:cubicBezTo>
                  <a:pt x="2502059" y="5135875"/>
                  <a:pt x="2509534" y="5159987"/>
                  <a:pt x="2495449" y="5176958"/>
                </a:cubicBezTo>
                <a:cubicBezTo>
                  <a:pt x="2479447" y="5196239"/>
                  <a:pt x="2460066" y="5194762"/>
                  <a:pt x="2448629" y="5173390"/>
                </a:cubicBezTo>
                <a:close/>
                <a:moveTo>
                  <a:pt x="1319892" y="5166632"/>
                </a:moveTo>
                <a:cubicBezTo>
                  <a:pt x="1302066" y="5148805"/>
                  <a:pt x="1300535" y="5123124"/>
                  <a:pt x="1316355" y="5107305"/>
                </a:cubicBezTo>
                <a:cubicBezTo>
                  <a:pt x="1353350" y="5070309"/>
                  <a:pt x="1411474" y="5123752"/>
                  <a:pt x="1376397" y="5162511"/>
                </a:cubicBezTo>
                <a:cubicBezTo>
                  <a:pt x="1355601" y="5185490"/>
                  <a:pt x="1339896" y="5186636"/>
                  <a:pt x="1319892" y="5166632"/>
                </a:cubicBezTo>
                <a:close/>
                <a:moveTo>
                  <a:pt x="1482466" y="5174991"/>
                </a:moveTo>
                <a:cubicBezTo>
                  <a:pt x="1471082" y="5163607"/>
                  <a:pt x="1476315" y="5143500"/>
                  <a:pt x="1490662" y="5143500"/>
                </a:cubicBezTo>
                <a:cubicBezTo>
                  <a:pt x="1498520" y="5143500"/>
                  <a:pt x="1504950" y="5149676"/>
                  <a:pt x="1504950" y="5157225"/>
                </a:cubicBezTo>
                <a:cubicBezTo>
                  <a:pt x="1504950" y="5173138"/>
                  <a:pt x="1491355" y="5183880"/>
                  <a:pt x="1482466" y="5174991"/>
                </a:cubicBezTo>
                <a:close/>
                <a:moveTo>
                  <a:pt x="1752542" y="5148192"/>
                </a:moveTo>
                <a:cubicBezTo>
                  <a:pt x="1742002" y="5135493"/>
                  <a:pt x="1742413" y="5130554"/>
                  <a:pt x="1755060" y="5117906"/>
                </a:cubicBezTo>
                <a:cubicBezTo>
                  <a:pt x="1775487" y="5097480"/>
                  <a:pt x="1802418" y="5108829"/>
                  <a:pt x="1798511" y="5136216"/>
                </a:cubicBezTo>
                <a:cubicBezTo>
                  <a:pt x="1794790" y="5162304"/>
                  <a:pt x="1769683" y="5168846"/>
                  <a:pt x="1752542" y="5148192"/>
                </a:cubicBezTo>
                <a:close/>
                <a:moveTo>
                  <a:pt x="962464" y="5139267"/>
                </a:moveTo>
                <a:cubicBezTo>
                  <a:pt x="936740" y="5108271"/>
                  <a:pt x="979311" y="5070979"/>
                  <a:pt x="1007845" y="5099513"/>
                </a:cubicBezTo>
                <a:cubicBezTo>
                  <a:pt x="1019976" y="5111644"/>
                  <a:pt x="1021218" y="5119087"/>
                  <a:pt x="1013230" y="5131772"/>
                </a:cubicBezTo>
                <a:cubicBezTo>
                  <a:pt x="999322" y="5153857"/>
                  <a:pt x="977275" y="5157112"/>
                  <a:pt x="962464" y="5139267"/>
                </a:cubicBezTo>
                <a:close/>
                <a:moveTo>
                  <a:pt x="2819400" y="5119687"/>
                </a:moveTo>
                <a:cubicBezTo>
                  <a:pt x="2819400" y="5095980"/>
                  <a:pt x="2823224" y="5086037"/>
                  <a:pt x="2831306" y="5088731"/>
                </a:cubicBezTo>
                <a:cubicBezTo>
                  <a:pt x="2837854" y="5090914"/>
                  <a:pt x="2843212" y="5104844"/>
                  <a:pt x="2843212" y="5119687"/>
                </a:cubicBezTo>
                <a:cubicBezTo>
                  <a:pt x="2843212" y="5134530"/>
                  <a:pt x="2837854" y="5148460"/>
                  <a:pt x="2831306" y="5150643"/>
                </a:cubicBezTo>
                <a:cubicBezTo>
                  <a:pt x="2823224" y="5153337"/>
                  <a:pt x="2819400" y="5143394"/>
                  <a:pt x="2819400" y="5119687"/>
                </a:cubicBezTo>
                <a:close/>
                <a:moveTo>
                  <a:pt x="1948300" y="5111466"/>
                </a:moveTo>
                <a:cubicBezTo>
                  <a:pt x="1919270" y="5082436"/>
                  <a:pt x="1918657" y="5076069"/>
                  <a:pt x="1942103" y="5047115"/>
                </a:cubicBezTo>
                <a:cubicBezTo>
                  <a:pt x="1969695" y="5013041"/>
                  <a:pt x="2014537" y="5030856"/>
                  <a:pt x="2014537" y="5075892"/>
                </a:cubicBezTo>
                <a:cubicBezTo>
                  <a:pt x="2014537" y="5125716"/>
                  <a:pt x="1980715" y="5143881"/>
                  <a:pt x="1948300" y="5111466"/>
                </a:cubicBezTo>
                <a:close/>
                <a:moveTo>
                  <a:pt x="2603982" y="5120243"/>
                </a:moveTo>
                <a:cubicBezTo>
                  <a:pt x="2594737" y="5096149"/>
                  <a:pt x="2604654" y="5072152"/>
                  <a:pt x="2625068" y="5069221"/>
                </a:cubicBezTo>
                <a:cubicBezTo>
                  <a:pt x="2650582" y="5065558"/>
                  <a:pt x="2670312" y="5089482"/>
                  <a:pt x="2662382" y="5114467"/>
                </a:cubicBezTo>
                <a:cubicBezTo>
                  <a:pt x="2655117" y="5137357"/>
                  <a:pt x="2612179" y="5141604"/>
                  <a:pt x="2603982" y="5120243"/>
                </a:cubicBezTo>
                <a:close/>
                <a:moveTo>
                  <a:pt x="2159793" y="5095112"/>
                </a:moveTo>
                <a:cubicBezTo>
                  <a:pt x="2122795" y="5073562"/>
                  <a:pt x="2152415" y="5018209"/>
                  <a:pt x="2190141" y="5038399"/>
                </a:cubicBezTo>
                <a:cubicBezTo>
                  <a:pt x="2211986" y="5050090"/>
                  <a:pt x="2215889" y="5076450"/>
                  <a:pt x="2198370" y="5093970"/>
                </a:cubicBezTo>
                <a:cubicBezTo>
                  <a:pt x="2184721" y="5107618"/>
                  <a:pt x="2181432" y="5107715"/>
                  <a:pt x="2159793" y="5095112"/>
                </a:cubicBezTo>
                <a:close/>
                <a:moveTo>
                  <a:pt x="1086851" y="5054219"/>
                </a:moveTo>
                <a:cubicBezTo>
                  <a:pt x="1072368" y="5036768"/>
                  <a:pt x="1083546" y="5010150"/>
                  <a:pt x="1105356" y="5010150"/>
                </a:cubicBezTo>
                <a:cubicBezTo>
                  <a:pt x="1127693" y="5010150"/>
                  <a:pt x="1136322" y="5024274"/>
                  <a:pt x="1128685" y="5048335"/>
                </a:cubicBezTo>
                <a:cubicBezTo>
                  <a:pt x="1121706" y="5070322"/>
                  <a:pt x="1102462" y="5073029"/>
                  <a:pt x="1086851" y="5054219"/>
                </a:cubicBezTo>
                <a:close/>
                <a:moveTo>
                  <a:pt x="1527268" y="5043029"/>
                </a:moveTo>
                <a:cubicBezTo>
                  <a:pt x="1518511" y="5020209"/>
                  <a:pt x="1553301" y="4997825"/>
                  <a:pt x="1570806" y="5015016"/>
                </a:cubicBezTo>
                <a:cubicBezTo>
                  <a:pt x="1581845" y="5025856"/>
                  <a:pt x="1582064" y="5030908"/>
                  <a:pt x="1572021" y="5043009"/>
                </a:cubicBezTo>
                <a:cubicBezTo>
                  <a:pt x="1556313" y="5061936"/>
                  <a:pt x="1534528" y="5061946"/>
                  <a:pt x="1527268" y="5043029"/>
                </a:cubicBezTo>
                <a:close/>
                <a:moveTo>
                  <a:pt x="2324100" y="5038725"/>
                </a:moveTo>
                <a:cubicBezTo>
                  <a:pt x="2298617" y="5013242"/>
                  <a:pt x="2300099" y="4996376"/>
                  <a:pt x="2329880" y="4972951"/>
                </a:cubicBezTo>
                <a:cubicBezTo>
                  <a:pt x="2359991" y="4949266"/>
                  <a:pt x="2387223" y="4959346"/>
                  <a:pt x="2396860" y="4997744"/>
                </a:cubicBezTo>
                <a:cubicBezTo>
                  <a:pt x="2401720" y="5017105"/>
                  <a:pt x="2398217" y="5026901"/>
                  <a:pt x="2381630" y="5040332"/>
                </a:cubicBezTo>
                <a:cubicBezTo>
                  <a:pt x="2354405" y="5062377"/>
                  <a:pt x="2347561" y="5062186"/>
                  <a:pt x="2324100" y="5038725"/>
                </a:cubicBezTo>
                <a:close/>
                <a:moveTo>
                  <a:pt x="2909014" y="5035122"/>
                </a:moveTo>
                <a:cubicBezTo>
                  <a:pt x="2901305" y="5015032"/>
                  <a:pt x="2912126" y="5000625"/>
                  <a:pt x="2934924" y="5000625"/>
                </a:cubicBezTo>
                <a:cubicBezTo>
                  <a:pt x="2949314" y="5000625"/>
                  <a:pt x="2953318" y="5005928"/>
                  <a:pt x="2951031" y="5021958"/>
                </a:cubicBezTo>
                <a:cubicBezTo>
                  <a:pt x="2947479" y="5046857"/>
                  <a:pt x="2917162" y="5056355"/>
                  <a:pt x="2909014" y="5035122"/>
                </a:cubicBezTo>
                <a:close/>
                <a:moveTo>
                  <a:pt x="2498748" y="5023797"/>
                </a:moveTo>
                <a:cubicBezTo>
                  <a:pt x="2490080" y="5001209"/>
                  <a:pt x="2510396" y="4985278"/>
                  <a:pt x="2528601" y="5000387"/>
                </a:cubicBezTo>
                <a:cubicBezTo>
                  <a:pt x="2539882" y="5009750"/>
                  <a:pt x="2540835" y="5015779"/>
                  <a:pt x="2532601" y="5025701"/>
                </a:cubicBezTo>
                <a:cubicBezTo>
                  <a:pt x="2518337" y="5042887"/>
                  <a:pt x="2505803" y="5042182"/>
                  <a:pt x="2498748" y="5023797"/>
                </a:cubicBezTo>
                <a:close/>
                <a:moveTo>
                  <a:pt x="893859" y="4976812"/>
                </a:moveTo>
                <a:cubicBezTo>
                  <a:pt x="890239" y="4931300"/>
                  <a:pt x="897856" y="4922088"/>
                  <a:pt x="914066" y="4952376"/>
                </a:cubicBezTo>
                <a:cubicBezTo>
                  <a:pt x="920616" y="4964614"/>
                  <a:pt x="920807" y="4979008"/>
                  <a:pt x="914637" y="4995238"/>
                </a:cubicBezTo>
                <a:cubicBezTo>
                  <a:pt x="901635" y="5029435"/>
                  <a:pt x="897771" y="5026008"/>
                  <a:pt x="893859" y="4976812"/>
                </a:cubicBezTo>
                <a:close/>
                <a:moveTo>
                  <a:pt x="1221105" y="5008245"/>
                </a:moveTo>
                <a:cubicBezTo>
                  <a:pt x="1192345" y="4979485"/>
                  <a:pt x="1221556" y="4933870"/>
                  <a:pt x="1256691" y="4952674"/>
                </a:cubicBezTo>
                <a:cubicBezTo>
                  <a:pt x="1281456" y="4965928"/>
                  <a:pt x="1282125" y="4996863"/>
                  <a:pt x="1257926" y="5009814"/>
                </a:cubicBezTo>
                <a:cubicBezTo>
                  <a:pt x="1234965" y="5022103"/>
                  <a:pt x="1234963" y="5022103"/>
                  <a:pt x="1221105" y="5008245"/>
                </a:cubicBezTo>
                <a:close/>
                <a:moveTo>
                  <a:pt x="2673091" y="5013066"/>
                </a:moveTo>
                <a:cubicBezTo>
                  <a:pt x="2661707" y="5001682"/>
                  <a:pt x="2666940" y="4981575"/>
                  <a:pt x="2681287" y="4981575"/>
                </a:cubicBezTo>
                <a:cubicBezTo>
                  <a:pt x="2689145" y="4981575"/>
                  <a:pt x="2695575" y="4987751"/>
                  <a:pt x="2695575" y="4995300"/>
                </a:cubicBezTo>
                <a:cubicBezTo>
                  <a:pt x="2695575" y="5011213"/>
                  <a:pt x="2681980" y="5021955"/>
                  <a:pt x="2673091" y="5013066"/>
                </a:cubicBezTo>
                <a:close/>
                <a:moveTo>
                  <a:pt x="1687830" y="4998720"/>
                </a:moveTo>
                <a:cubicBezTo>
                  <a:pt x="1661131" y="4972021"/>
                  <a:pt x="1687103" y="4926994"/>
                  <a:pt x="1722687" y="4938288"/>
                </a:cubicBezTo>
                <a:cubicBezTo>
                  <a:pt x="1746693" y="4945907"/>
                  <a:pt x="1755156" y="4968525"/>
                  <a:pt x="1742705" y="4991790"/>
                </a:cubicBezTo>
                <a:cubicBezTo>
                  <a:pt x="1731622" y="5012498"/>
                  <a:pt x="1704973" y="5015863"/>
                  <a:pt x="1687830" y="4998720"/>
                </a:cubicBezTo>
                <a:close/>
                <a:moveTo>
                  <a:pt x="1858819" y="4963420"/>
                </a:moveTo>
                <a:cubicBezTo>
                  <a:pt x="1841502" y="4952714"/>
                  <a:pt x="1848772" y="4920662"/>
                  <a:pt x="1869419" y="4916686"/>
                </a:cubicBezTo>
                <a:cubicBezTo>
                  <a:pt x="1878542" y="4914929"/>
                  <a:pt x="1888723" y="4920570"/>
                  <a:pt x="1892043" y="4929222"/>
                </a:cubicBezTo>
                <a:cubicBezTo>
                  <a:pt x="1899837" y="4949532"/>
                  <a:pt x="1876016" y="4974052"/>
                  <a:pt x="1858819" y="4963420"/>
                </a:cubicBezTo>
                <a:close/>
                <a:moveTo>
                  <a:pt x="2057779" y="4958220"/>
                </a:moveTo>
                <a:cubicBezTo>
                  <a:pt x="2039518" y="4936217"/>
                  <a:pt x="2049645" y="4910137"/>
                  <a:pt x="2076450" y="4910137"/>
                </a:cubicBezTo>
                <a:cubicBezTo>
                  <a:pt x="2091546" y="4910137"/>
                  <a:pt x="2101185" y="4916285"/>
                  <a:pt x="2103299" y="4927263"/>
                </a:cubicBezTo>
                <a:cubicBezTo>
                  <a:pt x="2106597" y="4944389"/>
                  <a:pt x="2090014" y="4972050"/>
                  <a:pt x="2076450" y="4972050"/>
                </a:cubicBezTo>
                <a:cubicBezTo>
                  <a:pt x="2072494" y="4972050"/>
                  <a:pt x="2064092" y="4965826"/>
                  <a:pt x="2057779" y="4958220"/>
                </a:cubicBezTo>
                <a:close/>
                <a:moveTo>
                  <a:pt x="984743" y="4939295"/>
                </a:moveTo>
                <a:cubicBezTo>
                  <a:pt x="977210" y="4919664"/>
                  <a:pt x="997479" y="4895432"/>
                  <a:pt x="1015612" y="4902390"/>
                </a:cubicBezTo>
                <a:cubicBezTo>
                  <a:pt x="1034618" y="4909684"/>
                  <a:pt x="1028180" y="4947234"/>
                  <a:pt x="1007239" y="4951225"/>
                </a:cubicBezTo>
                <a:cubicBezTo>
                  <a:pt x="998056" y="4952975"/>
                  <a:pt x="987932" y="4947607"/>
                  <a:pt x="984743" y="4939295"/>
                </a:cubicBezTo>
                <a:close/>
                <a:moveTo>
                  <a:pt x="2809875" y="4895850"/>
                </a:moveTo>
                <a:cubicBezTo>
                  <a:pt x="2809875" y="4842587"/>
                  <a:pt x="2826250" y="4832350"/>
                  <a:pt x="2852197" y="4869394"/>
                </a:cubicBezTo>
                <a:cubicBezTo>
                  <a:pt x="2870922" y="4896128"/>
                  <a:pt x="2870890" y="4909674"/>
                  <a:pt x="2852057" y="4928507"/>
                </a:cubicBezTo>
                <a:cubicBezTo>
                  <a:pt x="2823236" y="4957328"/>
                  <a:pt x="2809875" y="4946984"/>
                  <a:pt x="2809875" y="4895850"/>
                </a:cubicBezTo>
                <a:close/>
                <a:moveTo>
                  <a:pt x="2778124" y="4927599"/>
                </a:moveTo>
                <a:cubicBezTo>
                  <a:pt x="2768271" y="4917746"/>
                  <a:pt x="2770644" y="4869097"/>
                  <a:pt x="2781300" y="4862512"/>
                </a:cubicBezTo>
                <a:cubicBezTo>
                  <a:pt x="2787052" y="4858957"/>
                  <a:pt x="2790825" y="4871938"/>
                  <a:pt x="2790825" y="4895287"/>
                </a:cubicBezTo>
                <a:cubicBezTo>
                  <a:pt x="2790825" y="4934771"/>
                  <a:pt x="2789265" y="4938740"/>
                  <a:pt x="2778124" y="4927599"/>
                </a:cubicBezTo>
                <a:close/>
                <a:moveTo>
                  <a:pt x="3007518" y="4923662"/>
                </a:moveTo>
                <a:cubicBezTo>
                  <a:pt x="2976558" y="4905629"/>
                  <a:pt x="2995496" y="4848225"/>
                  <a:pt x="3032405" y="4848225"/>
                </a:cubicBezTo>
                <a:cubicBezTo>
                  <a:pt x="3042357" y="4848225"/>
                  <a:pt x="3067050" y="4878775"/>
                  <a:pt x="3067050" y="4891087"/>
                </a:cubicBezTo>
                <a:cubicBezTo>
                  <a:pt x="3067050" y="4904618"/>
                  <a:pt x="3041792" y="4934159"/>
                  <a:pt x="3030650" y="4933660"/>
                </a:cubicBezTo>
                <a:cubicBezTo>
                  <a:pt x="3027096" y="4933501"/>
                  <a:pt x="3016686" y="4929001"/>
                  <a:pt x="3007518" y="4923662"/>
                </a:cubicBezTo>
                <a:close/>
                <a:moveTo>
                  <a:pt x="2422794" y="4900612"/>
                </a:moveTo>
                <a:cubicBezTo>
                  <a:pt x="2415248" y="4880948"/>
                  <a:pt x="2425479" y="4857750"/>
                  <a:pt x="2441697" y="4857750"/>
                </a:cubicBezTo>
                <a:cubicBezTo>
                  <a:pt x="2465176" y="4857750"/>
                  <a:pt x="2480700" y="4884074"/>
                  <a:pt x="2466975" y="4900612"/>
                </a:cubicBezTo>
                <a:cubicBezTo>
                  <a:pt x="2460453" y="4908470"/>
                  <a:pt x="2449078" y="4914900"/>
                  <a:pt x="2441697" y="4914900"/>
                </a:cubicBezTo>
                <a:cubicBezTo>
                  <a:pt x="2434316" y="4914900"/>
                  <a:pt x="2425809" y="4908470"/>
                  <a:pt x="2422794" y="4900612"/>
                </a:cubicBezTo>
                <a:close/>
                <a:moveTo>
                  <a:pt x="2213500" y="4891755"/>
                </a:moveTo>
                <a:cubicBezTo>
                  <a:pt x="2204017" y="4867041"/>
                  <a:pt x="2217309" y="4846614"/>
                  <a:pt x="2240713" y="4849938"/>
                </a:cubicBezTo>
                <a:cubicBezTo>
                  <a:pt x="2256455" y="4852173"/>
                  <a:pt x="2262187" y="4859343"/>
                  <a:pt x="2262187" y="4876800"/>
                </a:cubicBezTo>
                <a:cubicBezTo>
                  <a:pt x="2262187" y="4904916"/>
                  <a:pt x="2223152" y="4916907"/>
                  <a:pt x="2213500" y="4891755"/>
                </a:cubicBezTo>
                <a:close/>
                <a:moveTo>
                  <a:pt x="1130629" y="4889829"/>
                </a:moveTo>
                <a:cubicBezTo>
                  <a:pt x="1119370" y="4878570"/>
                  <a:pt x="1123209" y="4850547"/>
                  <a:pt x="1136720" y="4845362"/>
                </a:cubicBezTo>
                <a:cubicBezTo>
                  <a:pt x="1155918" y="4837995"/>
                  <a:pt x="1173895" y="4852952"/>
                  <a:pt x="1170021" y="4873069"/>
                </a:cubicBezTo>
                <a:cubicBezTo>
                  <a:pt x="1166488" y="4891415"/>
                  <a:pt x="1142445" y="4901645"/>
                  <a:pt x="1130629" y="4889829"/>
                </a:cubicBezTo>
                <a:close/>
                <a:moveTo>
                  <a:pt x="2581580" y="4867845"/>
                </a:moveTo>
                <a:cubicBezTo>
                  <a:pt x="2560035" y="4827589"/>
                  <a:pt x="2609239" y="4789246"/>
                  <a:pt x="2637989" y="4823888"/>
                </a:cubicBezTo>
                <a:cubicBezTo>
                  <a:pt x="2644272" y="4831457"/>
                  <a:pt x="2648011" y="4847531"/>
                  <a:pt x="2646299" y="4859606"/>
                </a:cubicBezTo>
                <a:cubicBezTo>
                  <a:pt x="2642011" y="4889859"/>
                  <a:pt x="2596465" y="4895657"/>
                  <a:pt x="2581580" y="4867845"/>
                </a:cubicBezTo>
                <a:close/>
                <a:moveTo>
                  <a:pt x="1250973" y="4842822"/>
                </a:moveTo>
                <a:cubicBezTo>
                  <a:pt x="1243035" y="4822134"/>
                  <a:pt x="1263189" y="4802679"/>
                  <a:pt x="1277614" y="4817104"/>
                </a:cubicBezTo>
                <a:cubicBezTo>
                  <a:pt x="1289807" y="4829297"/>
                  <a:pt x="1282253" y="4857750"/>
                  <a:pt x="1266825" y="4857750"/>
                </a:cubicBezTo>
                <a:cubicBezTo>
                  <a:pt x="1261257" y="4857750"/>
                  <a:pt x="1254124" y="4851032"/>
                  <a:pt x="1250973" y="4842822"/>
                </a:cubicBezTo>
                <a:close/>
                <a:moveTo>
                  <a:pt x="1933677" y="4843586"/>
                </a:moveTo>
                <a:cubicBezTo>
                  <a:pt x="1919096" y="4826016"/>
                  <a:pt x="1928181" y="4785657"/>
                  <a:pt x="1948470" y="4777872"/>
                </a:cubicBezTo>
                <a:cubicBezTo>
                  <a:pt x="1971237" y="4769135"/>
                  <a:pt x="2000250" y="4788996"/>
                  <a:pt x="2000250" y="4813317"/>
                </a:cubicBezTo>
                <a:cubicBezTo>
                  <a:pt x="2000250" y="4853672"/>
                  <a:pt x="1957993" y="4872885"/>
                  <a:pt x="1933677" y="4843586"/>
                </a:cubicBezTo>
                <a:close/>
                <a:moveTo>
                  <a:pt x="1753940" y="4816503"/>
                </a:moveTo>
                <a:cubicBezTo>
                  <a:pt x="1737756" y="4797001"/>
                  <a:pt x="1751034" y="4770448"/>
                  <a:pt x="1775243" y="4773902"/>
                </a:cubicBezTo>
                <a:cubicBezTo>
                  <a:pt x="1789657" y="4775959"/>
                  <a:pt x="1795462" y="4783587"/>
                  <a:pt x="1795462" y="4800469"/>
                </a:cubicBezTo>
                <a:cubicBezTo>
                  <a:pt x="1795462" y="4827642"/>
                  <a:pt x="1771018" y="4837081"/>
                  <a:pt x="1753940" y="4816503"/>
                </a:cubicBezTo>
                <a:close/>
                <a:moveTo>
                  <a:pt x="1013955" y="4786951"/>
                </a:moveTo>
                <a:cubicBezTo>
                  <a:pt x="996675" y="4760579"/>
                  <a:pt x="1008514" y="4724400"/>
                  <a:pt x="1034423" y="4724400"/>
                </a:cubicBezTo>
                <a:cubicBezTo>
                  <a:pt x="1079511" y="4724400"/>
                  <a:pt x="1100637" y="4765401"/>
                  <a:pt x="1070882" y="4795157"/>
                </a:cubicBezTo>
                <a:cubicBezTo>
                  <a:pt x="1049673" y="4816365"/>
                  <a:pt x="1031512" y="4813747"/>
                  <a:pt x="1013955" y="4786951"/>
                </a:cubicBezTo>
                <a:close/>
                <a:moveTo>
                  <a:pt x="2909737" y="4775277"/>
                </a:moveTo>
                <a:cubicBezTo>
                  <a:pt x="2892468" y="4758007"/>
                  <a:pt x="2894798" y="4744273"/>
                  <a:pt x="2917419" y="4730004"/>
                </a:cubicBezTo>
                <a:cubicBezTo>
                  <a:pt x="2937503" y="4717335"/>
                  <a:pt x="2965821" y="4742175"/>
                  <a:pt x="2957126" y="4764834"/>
                </a:cubicBezTo>
                <a:cubicBezTo>
                  <a:pt x="2948438" y="4787474"/>
                  <a:pt x="2926721" y="4792260"/>
                  <a:pt x="2909737" y="4775277"/>
                </a:cubicBezTo>
                <a:close/>
                <a:moveTo>
                  <a:pt x="2119992" y="4766582"/>
                </a:moveTo>
                <a:cubicBezTo>
                  <a:pt x="2102440" y="4749030"/>
                  <a:pt x="2101489" y="4739279"/>
                  <a:pt x="2114885" y="4714248"/>
                </a:cubicBezTo>
                <a:cubicBezTo>
                  <a:pt x="2132963" y="4680469"/>
                  <a:pt x="2190750" y="4696390"/>
                  <a:pt x="2190750" y="4735149"/>
                </a:cubicBezTo>
                <a:cubicBezTo>
                  <a:pt x="2190750" y="4754787"/>
                  <a:pt x="2166027" y="4781550"/>
                  <a:pt x="2147887" y="4781550"/>
                </a:cubicBezTo>
                <a:cubicBezTo>
                  <a:pt x="2140777" y="4781550"/>
                  <a:pt x="2128225" y="4774814"/>
                  <a:pt x="2119992" y="4766582"/>
                </a:cubicBezTo>
                <a:close/>
                <a:moveTo>
                  <a:pt x="2327757" y="4767818"/>
                </a:moveTo>
                <a:cubicBezTo>
                  <a:pt x="2324859" y="4760266"/>
                  <a:pt x="2323981" y="4746336"/>
                  <a:pt x="2325806" y="4736862"/>
                </a:cubicBezTo>
                <a:cubicBezTo>
                  <a:pt x="2330316" y="4713440"/>
                  <a:pt x="2375017" y="4713358"/>
                  <a:pt x="2379524" y="4736763"/>
                </a:cubicBezTo>
                <a:cubicBezTo>
                  <a:pt x="2386076" y="4770783"/>
                  <a:pt x="2339595" y="4798667"/>
                  <a:pt x="2327757" y="4767818"/>
                </a:cubicBezTo>
                <a:close/>
                <a:moveTo>
                  <a:pt x="2695675" y="4767383"/>
                </a:moveTo>
                <a:cubicBezTo>
                  <a:pt x="2672092" y="4738967"/>
                  <a:pt x="2705194" y="4709254"/>
                  <a:pt x="2731324" y="4735384"/>
                </a:cubicBezTo>
                <a:cubicBezTo>
                  <a:pt x="2738881" y="4742941"/>
                  <a:pt x="2739371" y="4751856"/>
                  <a:pt x="2732894" y="4763959"/>
                </a:cubicBezTo>
                <a:cubicBezTo>
                  <a:pt x="2721500" y="4785247"/>
                  <a:pt x="2711281" y="4786188"/>
                  <a:pt x="2695675" y="4767383"/>
                </a:cubicBezTo>
                <a:close/>
                <a:moveTo>
                  <a:pt x="2497931" y="4755801"/>
                </a:moveTo>
                <a:cubicBezTo>
                  <a:pt x="2483249" y="4750358"/>
                  <a:pt x="2482234" y="4718342"/>
                  <a:pt x="2496464" y="4709547"/>
                </a:cubicBezTo>
                <a:cubicBezTo>
                  <a:pt x="2515564" y="4697742"/>
                  <a:pt x="2540209" y="4731590"/>
                  <a:pt x="2523784" y="4747070"/>
                </a:cubicBezTo>
                <a:cubicBezTo>
                  <a:pt x="2516113" y="4754300"/>
                  <a:pt x="2504479" y="4758229"/>
                  <a:pt x="2497931" y="4755801"/>
                </a:cubicBezTo>
                <a:close/>
                <a:moveTo>
                  <a:pt x="896809" y="4731574"/>
                </a:moveTo>
                <a:cubicBezTo>
                  <a:pt x="881241" y="4716006"/>
                  <a:pt x="883192" y="4686712"/>
                  <a:pt x="900233" y="4680172"/>
                </a:cubicBezTo>
                <a:cubicBezTo>
                  <a:pt x="917026" y="4673728"/>
                  <a:pt x="942975" y="4692409"/>
                  <a:pt x="942975" y="4710943"/>
                </a:cubicBezTo>
                <a:cubicBezTo>
                  <a:pt x="942975" y="4730261"/>
                  <a:pt x="910160" y="4744925"/>
                  <a:pt x="896809" y="4731574"/>
                </a:cubicBezTo>
                <a:close/>
                <a:moveTo>
                  <a:pt x="1276659" y="4715453"/>
                </a:moveTo>
                <a:cubicBezTo>
                  <a:pt x="1252911" y="4671080"/>
                  <a:pt x="1310536" y="4636555"/>
                  <a:pt x="1337241" y="4679156"/>
                </a:cubicBezTo>
                <a:cubicBezTo>
                  <a:pt x="1344823" y="4691251"/>
                  <a:pt x="1344823" y="4700398"/>
                  <a:pt x="1337241" y="4712493"/>
                </a:cubicBezTo>
                <a:cubicBezTo>
                  <a:pt x="1321812" y="4737106"/>
                  <a:pt x="1289103" y="4738704"/>
                  <a:pt x="1276659" y="4715453"/>
                </a:cubicBezTo>
                <a:close/>
                <a:moveTo>
                  <a:pt x="1653511" y="4699138"/>
                </a:moveTo>
                <a:cubicBezTo>
                  <a:pt x="1661930" y="4664102"/>
                  <a:pt x="1664811" y="4661376"/>
                  <a:pt x="1678725" y="4675290"/>
                </a:cubicBezTo>
                <a:cubicBezTo>
                  <a:pt x="1691414" y="4687979"/>
                  <a:pt x="1679737" y="4715349"/>
                  <a:pt x="1658635" y="4722384"/>
                </a:cubicBezTo>
                <a:cubicBezTo>
                  <a:pt x="1650332" y="4725151"/>
                  <a:pt x="1648863" y="4718484"/>
                  <a:pt x="1653511" y="4699138"/>
                </a:cubicBezTo>
                <a:close/>
                <a:moveTo>
                  <a:pt x="3072267" y="4712493"/>
                </a:moveTo>
                <a:cubicBezTo>
                  <a:pt x="3068276" y="4703325"/>
                  <a:pt x="3068276" y="4688324"/>
                  <a:pt x="3072267" y="4679156"/>
                </a:cubicBezTo>
                <a:cubicBezTo>
                  <a:pt x="3079177" y="4663281"/>
                  <a:pt x="3079712" y="4663281"/>
                  <a:pt x="3083509" y="4679156"/>
                </a:cubicBezTo>
                <a:cubicBezTo>
                  <a:pt x="3085702" y="4688324"/>
                  <a:pt x="3085702" y="4703325"/>
                  <a:pt x="3083509" y="4712493"/>
                </a:cubicBezTo>
                <a:cubicBezTo>
                  <a:pt x="3079712" y="4728368"/>
                  <a:pt x="3079177" y="4728368"/>
                  <a:pt x="3072267" y="4712493"/>
                </a:cubicBezTo>
                <a:close/>
                <a:moveTo>
                  <a:pt x="1185566" y="4704871"/>
                </a:moveTo>
                <a:cubicBezTo>
                  <a:pt x="1176516" y="4690227"/>
                  <a:pt x="1188913" y="4680778"/>
                  <a:pt x="1201138" y="4693003"/>
                </a:cubicBezTo>
                <a:cubicBezTo>
                  <a:pt x="1207979" y="4699844"/>
                  <a:pt x="1208143" y="4705172"/>
                  <a:pt x="1201638" y="4709192"/>
                </a:cubicBezTo>
                <a:cubicBezTo>
                  <a:pt x="1196304" y="4712488"/>
                  <a:pt x="1189072" y="4710544"/>
                  <a:pt x="1185566" y="4704871"/>
                </a:cubicBezTo>
                <a:close/>
                <a:moveTo>
                  <a:pt x="1914625" y="4691183"/>
                </a:moveTo>
                <a:cubicBezTo>
                  <a:pt x="1899096" y="4672472"/>
                  <a:pt x="1909179" y="4648200"/>
                  <a:pt x="1932482" y="4648200"/>
                </a:cubicBezTo>
                <a:cubicBezTo>
                  <a:pt x="1954726" y="4648200"/>
                  <a:pt x="1962775" y="4665792"/>
                  <a:pt x="1951002" y="4688681"/>
                </a:cubicBezTo>
                <a:cubicBezTo>
                  <a:pt x="1940514" y="4709074"/>
                  <a:pt x="1930069" y="4709792"/>
                  <a:pt x="1914625" y="4691183"/>
                </a:cubicBezTo>
                <a:close/>
                <a:moveTo>
                  <a:pt x="2800350" y="4668342"/>
                </a:moveTo>
                <a:cubicBezTo>
                  <a:pt x="2800350" y="4645976"/>
                  <a:pt x="2803760" y="4640581"/>
                  <a:pt x="2815141" y="4644948"/>
                </a:cubicBezTo>
                <a:cubicBezTo>
                  <a:pt x="2832212" y="4651499"/>
                  <a:pt x="2830065" y="4687626"/>
                  <a:pt x="2812256" y="4693491"/>
                </a:cubicBezTo>
                <a:cubicBezTo>
                  <a:pt x="2804475" y="4696053"/>
                  <a:pt x="2800350" y="4687339"/>
                  <a:pt x="2800350" y="4668342"/>
                </a:cubicBezTo>
                <a:close/>
                <a:moveTo>
                  <a:pt x="2569832" y="4633508"/>
                </a:moveTo>
                <a:cubicBezTo>
                  <a:pt x="2553286" y="4597194"/>
                  <a:pt x="2585771" y="4565777"/>
                  <a:pt x="2622543" y="4582531"/>
                </a:cubicBezTo>
                <a:cubicBezTo>
                  <a:pt x="2652102" y="4595999"/>
                  <a:pt x="2655270" y="4619572"/>
                  <a:pt x="2630531" y="4641961"/>
                </a:cubicBezTo>
                <a:cubicBezTo>
                  <a:pt x="2605511" y="4664603"/>
                  <a:pt x="2582543" y="4661405"/>
                  <a:pt x="2569832" y="4633508"/>
                </a:cubicBezTo>
                <a:close/>
                <a:moveTo>
                  <a:pt x="1769268" y="4637912"/>
                </a:moveTo>
                <a:cubicBezTo>
                  <a:pt x="1748434" y="4625776"/>
                  <a:pt x="1747310" y="4578722"/>
                  <a:pt x="1767456" y="4562002"/>
                </a:cubicBezTo>
                <a:cubicBezTo>
                  <a:pt x="1790553" y="4542833"/>
                  <a:pt x="1832848" y="4561470"/>
                  <a:pt x="1836460" y="4592409"/>
                </a:cubicBezTo>
                <a:cubicBezTo>
                  <a:pt x="1841365" y="4634411"/>
                  <a:pt x="1805249" y="4658868"/>
                  <a:pt x="1769268" y="4637912"/>
                </a:cubicBezTo>
                <a:close/>
                <a:moveTo>
                  <a:pt x="2245054" y="4642179"/>
                </a:moveTo>
                <a:cubicBezTo>
                  <a:pt x="2233795" y="4630920"/>
                  <a:pt x="2237634" y="4602897"/>
                  <a:pt x="2251145" y="4597712"/>
                </a:cubicBezTo>
                <a:cubicBezTo>
                  <a:pt x="2270343" y="4590345"/>
                  <a:pt x="2288320" y="4605302"/>
                  <a:pt x="2284446" y="4625419"/>
                </a:cubicBezTo>
                <a:cubicBezTo>
                  <a:pt x="2280913" y="4643765"/>
                  <a:pt x="2256870" y="4653995"/>
                  <a:pt x="2245054" y="4642179"/>
                </a:cubicBezTo>
                <a:close/>
                <a:moveTo>
                  <a:pt x="1100817" y="4614182"/>
                </a:moveTo>
                <a:cubicBezTo>
                  <a:pt x="1074442" y="4587807"/>
                  <a:pt x="1085409" y="4543425"/>
                  <a:pt x="1118301" y="4543425"/>
                </a:cubicBezTo>
                <a:cubicBezTo>
                  <a:pt x="1143381" y="4543425"/>
                  <a:pt x="1162050" y="4560205"/>
                  <a:pt x="1162050" y="4582749"/>
                </a:cubicBezTo>
                <a:cubicBezTo>
                  <a:pt x="1162050" y="4599933"/>
                  <a:pt x="1138060" y="4629150"/>
                  <a:pt x="1123950" y="4629150"/>
                </a:cubicBezTo>
                <a:cubicBezTo>
                  <a:pt x="1119459" y="4629150"/>
                  <a:pt x="1109050" y="4622414"/>
                  <a:pt x="1100817" y="4614182"/>
                </a:cubicBezTo>
                <a:close/>
                <a:moveTo>
                  <a:pt x="2067567" y="4606111"/>
                </a:moveTo>
                <a:cubicBezTo>
                  <a:pt x="2051536" y="4586795"/>
                  <a:pt x="2063854" y="4552950"/>
                  <a:pt x="2086915" y="4552950"/>
                </a:cubicBezTo>
                <a:cubicBezTo>
                  <a:pt x="2109398" y="4552950"/>
                  <a:pt x="2121196" y="4578383"/>
                  <a:pt x="2108241" y="4598921"/>
                </a:cubicBezTo>
                <a:cubicBezTo>
                  <a:pt x="2094941" y="4620006"/>
                  <a:pt x="2081125" y="4622448"/>
                  <a:pt x="2067567" y="4606111"/>
                </a:cubicBezTo>
                <a:close/>
                <a:moveTo>
                  <a:pt x="2997199" y="4603750"/>
                </a:moveTo>
                <a:cubicBezTo>
                  <a:pt x="2987199" y="4593749"/>
                  <a:pt x="2989786" y="4564256"/>
                  <a:pt x="3001289" y="4557147"/>
                </a:cubicBezTo>
                <a:cubicBezTo>
                  <a:pt x="3019872" y="4545662"/>
                  <a:pt x="3043679" y="4578064"/>
                  <a:pt x="3029346" y="4595334"/>
                </a:cubicBezTo>
                <a:cubicBezTo>
                  <a:pt x="3016067" y="4611334"/>
                  <a:pt x="3007125" y="4613675"/>
                  <a:pt x="2997199" y="4603750"/>
                </a:cubicBezTo>
                <a:close/>
                <a:moveTo>
                  <a:pt x="1377950" y="4594225"/>
                </a:moveTo>
                <a:cubicBezTo>
                  <a:pt x="1367949" y="4584224"/>
                  <a:pt x="1370536" y="4554731"/>
                  <a:pt x="1382039" y="4547622"/>
                </a:cubicBezTo>
                <a:cubicBezTo>
                  <a:pt x="1396859" y="4538462"/>
                  <a:pt x="1422965" y="4567562"/>
                  <a:pt x="1416063" y="4585548"/>
                </a:cubicBezTo>
                <a:cubicBezTo>
                  <a:pt x="1410172" y="4600900"/>
                  <a:pt x="1389362" y="4605637"/>
                  <a:pt x="1377950" y="4594225"/>
                </a:cubicBezTo>
                <a:close/>
                <a:moveTo>
                  <a:pt x="902101" y="4585101"/>
                </a:moveTo>
                <a:cubicBezTo>
                  <a:pt x="889186" y="4572186"/>
                  <a:pt x="895463" y="4544034"/>
                  <a:pt x="913399" y="4534435"/>
                </a:cubicBezTo>
                <a:cubicBezTo>
                  <a:pt x="935008" y="4522870"/>
                  <a:pt x="955930" y="4542292"/>
                  <a:pt x="950807" y="4569161"/>
                </a:cubicBezTo>
                <a:cubicBezTo>
                  <a:pt x="947488" y="4586574"/>
                  <a:pt x="914402" y="4597402"/>
                  <a:pt x="902101" y="4585101"/>
                </a:cubicBezTo>
                <a:close/>
                <a:moveTo>
                  <a:pt x="2387015" y="4578674"/>
                </a:moveTo>
                <a:cubicBezTo>
                  <a:pt x="2361816" y="4560247"/>
                  <a:pt x="2369656" y="4511055"/>
                  <a:pt x="2398443" y="4506975"/>
                </a:cubicBezTo>
                <a:cubicBezTo>
                  <a:pt x="2443385" y="4500603"/>
                  <a:pt x="2468398" y="4560372"/>
                  <a:pt x="2429501" y="4581189"/>
                </a:cubicBezTo>
                <a:cubicBezTo>
                  <a:pt x="2406488" y="4593505"/>
                  <a:pt x="2407370" y="4593557"/>
                  <a:pt x="2387015" y="4578674"/>
                </a:cubicBezTo>
                <a:close/>
                <a:moveTo>
                  <a:pt x="2809120" y="4547278"/>
                </a:moveTo>
                <a:cubicBezTo>
                  <a:pt x="2798616" y="4534621"/>
                  <a:pt x="2798819" y="4527984"/>
                  <a:pt x="2810335" y="4507561"/>
                </a:cubicBezTo>
                <a:cubicBezTo>
                  <a:pt x="2828604" y="4475162"/>
                  <a:pt x="2840515" y="4472418"/>
                  <a:pt x="2867621" y="4494367"/>
                </a:cubicBezTo>
                <a:cubicBezTo>
                  <a:pt x="2887551" y="4510505"/>
                  <a:pt x="2888840" y="4515490"/>
                  <a:pt x="2878792" y="4537543"/>
                </a:cubicBezTo>
                <a:cubicBezTo>
                  <a:pt x="2865680" y="4566321"/>
                  <a:pt x="2829159" y="4571424"/>
                  <a:pt x="2809120" y="4547278"/>
                </a:cubicBezTo>
                <a:close/>
                <a:moveTo>
                  <a:pt x="1238250" y="4501581"/>
                </a:moveTo>
                <a:cubicBezTo>
                  <a:pt x="1238250" y="4474391"/>
                  <a:pt x="1260865" y="4462855"/>
                  <a:pt x="1276719" y="4481957"/>
                </a:cubicBezTo>
                <a:cubicBezTo>
                  <a:pt x="1292062" y="4500444"/>
                  <a:pt x="1281275" y="4524375"/>
                  <a:pt x="1257598" y="4524375"/>
                </a:cubicBezTo>
                <a:cubicBezTo>
                  <a:pt x="1243540" y="4524375"/>
                  <a:pt x="1238250" y="4518142"/>
                  <a:pt x="1238250" y="4501581"/>
                </a:cubicBezTo>
                <a:close/>
                <a:moveTo>
                  <a:pt x="1956282" y="4510643"/>
                </a:moveTo>
                <a:cubicBezTo>
                  <a:pt x="1946137" y="4484204"/>
                  <a:pt x="1956971" y="4462462"/>
                  <a:pt x="1980292" y="4462462"/>
                </a:cubicBezTo>
                <a:cubicBezTo>
                  <a:pt x="2010338" y="4462462"/>
                  <a:pt x="2027358" y="4488900"/>
                  <a:pt x="2010437" y="4509289"/>
                </a:cubicBezTo>
                <a:cubicBezTo>
                  <a:pt x="1994800" y="4528130"/>
                  <a:pt x="1963295" y="4528918"/>
                  <a:pt x="1956282" y="4510643"/>
                </a:cubicBezTo>
                <a:close/>
                <a:moveTo>
                  <a:pt x="2176609" y="4476912"/>
                </a:moveTo>
                <a:cubicBezTo>
                  <a:pt x="2148311" y="4445643"/>
                  <a:pt x="2166482" y="4405312"/>
                  <a:pt x="2208867" y="4405312"/>
                </a:cubicBezTo>
                <a:cubicBezTo>
                  <a:pt x="2251182" y="4405312"/>
                  <a:pt x="2271507" y="4432950"/>
                  <a:pt x="2254462" y="4467314"/>
                </a:cubicBezTo>
                <a:cubicBezTo>
                  <a:pt x="2239038" y="4498412"/>
                  <a:pt x="2200379" y="4503178"/>
                  <a:pt x="2176609" y="4476912"/>
                </a:cubicBezTo>
                <a:close/>
                <a:moveTo>
                  <a:pt x="993798" y="4471347"/>
                </a:moveTo>
                <a:cubicBezTo>
                  <a:pt x="985860" y="4450659"/>
                  <a:pt x="1006014" y="4431204"/>
                  <a:pt x="1020439" y="4445629"/>
                </a:cubicBezTo>
                <a:cubicBezTo>
                  <a:pt x="1032632" y="4457822"/>
                  <a:pt x="1025078" y="4486275"/>
                  <a:pt x="1009650" y="4486275"/>
                </a:cubicBezTo>
                <a:cubicBezTo>
                  <a:pt x="1004082" y="4486275"/>
                  <a:pt x="996949" y="4479557"/>
                  <a:pt x="993798" y="4471347"/>
                </a:cubicBezTo>
                <a:close/>
                <a:moveTo>
                  <a:pt x="2524488" y="4472426"/>
                </a:moveTo>
                <a:cubicBezTo>
                  <a:pt x="2508845" y="4453576"/>
                  <a:pt x="2519345" y="4426807"/>
                  <a:pt x="2540764" y="4430932"/>
                </a:cubicBezTo>
                <a:cubicBezTo>
                  <a:pt x="2551153" y="4432933"/>
                  <a:pt x="2557462" y="4442796"/>
                  <a:pt x="2557462" y="4457036"/>
                </a:cubicBezTo>
                <a:cubicBezTo>
                  <a:pt x="2557462" y="4484637"/>
                  <a:pt x="2541000" y="4492320"/>
                  <a:pt x="2524488" y="4472426"/>
                </a:cubicBezTo>
                <a:close/>
                <a:moveTo>
                  <a:pt x="857250" y="4420692"/>
                </a:moveTo>
                <a:cubicBezTo>
                  <a:pt x="857250" y="4381710"/>
                  <a:pt x="859978" y="4373619"/>
                  <a:pt x="871619" y="4378087"/>
                </a:cubicBezTo>
                <a:cubicBezTo>
                  <a:pt x="902317" y="4389866"/>
                  <a:pt x="899978" y="4454569"/>
                  <a:pt x="868475" y="4465070"/>
                </a:cubicBezTo>
                <a:cubicBezTo>
                  <a:pt x="860845" y="4467613"/>
                  <a:pt x="857250" y="4453399"/>
                  <a:pt x="857250" y="4420692"/>
                </a:cubicBezTo>
                <a:close/>
                <a:moveTo>
                  <a:pt x="1387475" y="4451350"/>
                </a:moveTo>
                <a:cubicBezTo>
                  <a:pt x="1378831" y="4442706"/>
                  <a:pt x="1379725" y="4417503"/>
                  <a:pt x="1389204" y="4402562"/>
                </a:cubicBezTo>
                <a:cubicBezTo>
                  <a:pt x="1398380" y="4388099"/>
                  <a:pt x="1447800" y="4402744"/>
                  <a:pt x="1447800" y="4419926"/>
                </a:cubicBezTo>
                <a:cubicBezTo>
                  <a:pt x="1447800" y="4425603"/>
                  <a:pt x="1443653" y="4427686"/>
                  <a:pt x="1438586" y="4424555"/>
                </a:cubicBezTo>
                <a:cubicBezTo>
                  <a:pt x="1433519" y="4421423"/>
                  <a:pt x="1423915" y="4427599"/>
                  <a:pt x="1417245" y="4438280"/>
                </a:cubicBezTo>
                <a:cubicBezTo>
                  <a:pt x="1404427" y="4458805"/>
                  <a:pt x="1397827" y="4461702"/>
                  <a:pt x="1387475" y="4451350"/>
                </a:cubicBezTo>
                <a:close/>
                <a:moveTo>
                  <a:pt x="1806575" y="4441825"/>
                </a:moveTo>
                <a:cubicBezTo>
                  <a:pt x="1796574" y="4431824"/>
                  <a:pt x="1799161" y="4402331"/>
                  <a:pt x="1810664" y="4395222"/>
                </a:cubicBezTo>
                <a:cubicBezTo>
                  <a:pt x="1829247" y="4383737"/>
                  <a:pt x="1853054" y="4416139"/>
                  <a:pt x="1838721" y="4433409"/>
                </a:cubicBezTo>
                <a:cubicBezTo>
                  <a:pt x="1825442" y="4449409"/>
                  <a:pt x="1816500" y="4451750"/>
                  <a:pt x="1806575" y="4441825"/>
                </a:cubicBezTo>
                <a:close/>
                <a:moveTo>
                  <a:pt x="1124296" y="4424779"/>
                </a:moveTo>
                <a:cubicBezTo>
                  <a:pt x="1111206" y="4409008"/>
                  <a:pt x="1118634" y="4391025"/>
                  <a:pt x="1138237" y="4391025"/>
                </a:cubicBezTo>
                <a:cubicBezTo>
                  <a:pt x="1155753" y="4391025"/>
                  <a:pt x="1163450" y="4404866"/>
                  <a:pt x="1156299" y="4423502"/>
                </a:cubicBezTo>
                <a:cubicBezTo>
                  <a:pt x="1149070" y="4442339"/>
                  <a:pt x="1139196" y="4442733"/>
                  <a:pt x="1124296" y="4424779"/>
                </a:cubicBezTo>
                <a:close/>
                <a:moveTo>
                  <a:pt x="2959537" y="4432737"/>
                </a:moveTo>
                <a:cubicBezTo>
                  <a:pt x="2934324" y="4407524"/>
                  <a:pt x="2969458" y="4350300"/>
                  <a:pt x="2998792" y="4368802"/>
                </a:cubicBezTo>
                <a:cubicBezTo>
                  <a:pt x="3025350" y="4385555"/>
                  <a:pt x="3019513" y="4433321"/>
                  <a:pt x="2990493" y="4436706"/>
                </a:cubicBezTo>
                <a:cubicBezTo>
                  <a:pt x="2977200" y="4438256"/>
                  <a:pt x="2963270" y="4436470"/>
                  <a:pt x="2959537" y="4432737"/>
                </a:cubicBezTo>
                <a:close/>
                <a:moveTo>
                  <a:pt x="2400663" y="4377176"/>
                </a:moveTo>
                <a:cubicBezTo>
                  <a:pt x="2385020" y="4358326"/>
                  <a:pt x="2395520" y="4331557"/>
                  <a:pt x="2416939" y="4335682"/>
                </a:cubicBezTo>
                <a:cubicBezTo>
                  <a:pt x="2427328" y="4337683"/>
                  <a:pt x="2433637" y="4347546"/>
                  <a:pt x="2433637" y="4361786"/>
                </a:cubicBezTo>
                <a:cubicBezTo>
                  <a:pt x="2433637" y="4389387"/>
                  <a:pt x="2417175" y="4397070"/>
                  <a:pt x="2400663" y="4377176"/>
                </a:cubicBezTo>
                <a:close/>
                <a:moveTo>
                  <a:pt x="2040255" y="4370070"/>
                </a:moveTo>
                <a:cubicBezTo>
                  <a:pt x="2023102" y="4352917"/>
                  <a:pt x="2026480" y="4326275"/>
                  <a:pt x="2047213" y="4315179"/>
                </a:cubicBezTo>
                <a:cubicBezTo>
                  <a:pt x="2066895" y="4304645"/>
                  <a:pt x="2095500" y="4323458"/>
                  <a:pt x="2095500" y="4346937"/>
                </a:cubicBezTo>
                <a:cubicBezTo>
                  <a:pt x="2095500" y="4361475"/>
                  <a:pt x="2076185" y="4381500"/>
                  <a:pt x="2062162" y="4381500"/>
                </a:cubicBezTo>
                <a:cubicBezTo>
                  <a:pt x="2056399" y="4381500"/>
                  <a:pt x="2046541" y="4376356"/>
                  <a:pt x="2040255" y="4370070"/>
                </a:cubicBezTo>
                <a:close/>
                <a:moveTo>
                  <a:pt x="1287780" y="4351020"/>
                </a:moveTo>
                <a:cubicBezTo>
                  <a:pt x="1272659" y="4335899"/>
                  <a:pt x="1273327" y="4319665"/>
                  <a:pt x="1289628" y="4306137"/>
                </a:cubicBezTo>
                <a:cubicBezTo>
                  <a:pt x="1302619" y="4295355"/>
                  <a:pt x="1333500" y="4314017"/>
                  <a:pt x="1333500" y="4332650"/>
                </a:cubicBezTo>
                <a:cubicBezTo>
                  <a:pt x="1333500" y="4341013"/>
                  <a:pt x="1312944" y="4362450"/>
                  <a:pt x="1304925" y="4362450"/>
                </a:cubicBezTo>
                <a:cubicBezTo>
                  <a:pt x="1301781" y="4362450"/>
                  <a:pt x="1294066" y="4357306"/>
                  <a:pt x="1287780" y="4351020"/>
                </a:cubicBezTo>
                <a:close/>
                <a:moveTo>
                  <a:pt x="1909104" y="4351860"/>
                </a:moveTo>
                <a:cubicBezTo>
                  <a:pt x="1901923" y="4340241"/>
                  <a:pt x="1923316" y="4322772"/>
                  <a:pt x="1935501" y="4330303"/>
                </a:cubicBezTo>
                <a:cubicBezTo>
                  <a:pt x="1939680" y="4332886"/>
                  <a:pt x="1943100" y="4341175"/>
                  <a:pt x="1943100" y="4348724"/>
                </a:cubicBezTo>
                <a:cubicBezTo>
                  <a:pt x="1943100" y="4364887"/>
                  <a:pt x="1918555" y="4367151"/>
                  <a:pt x="1909104" y="4351860"/>
                </a:cubicBezTo>
                <a:close/>
                <a:moveTo>
                  <a:pt x="2572085" y="4334501"/>
                </a:moveTo>
                <a:cubicBezTo>
                  <a:pt x="2541141" y="4276681"/>
                  <a:pt x="2569808" y="4266668"/>
                  <a:pt x="2603244" y="4323617"/>
                </a:cubicBezTo>
                <a:cubicBezTo>
                  <a:pt x="2620116" y="4352353"/>
                  <a:pt x="2620076" y="4352925"/>
                  <a:pt x="2601198" y="4352925"/>
                </a:cubicBezTo>
                <a:cubicBezTo>
                  <a:pt x="2590609" y="4352925"/>
                  <a:pt x="2577508" y="4344634"/>
                  <a:pt x="2572085" y="4334501"/>
                </a:cubicBezTo>
                <a:close/>
                <a:moveTo>
                  <a:pt x="2781300" y="4319214"/>
                </a:moveTo>
                <a:cubicBezTo>
                  <a:pt x="2781300" y="4288430"/>
                  <a:pt x="2783185" y="4285482"/>
                  <a:pt x="2796047" y="4296156"/>
                </a:cubicBezTo>
                <a:cubicBezTo>
                  <a:pt x="2812852" y="4310104"/>
                  <a:pt x="2811046" y="4344716"/>
                  <a:pt x="2793206" y="4350591"/>
                </a:cubicBezTo>
                <a:cubicBezTo>
                  <a:pt x="2785117" y="4353255"/>
                  <a:pt x="2781300" y="4343194"/>
                  <a:pt x="2781300" y="4319214"/>
                </a:cubicBezTo>
                <a:close/>
                <a:moveTo>
                  <a:pt x="954405" y="4331970"/>
                </a:moveTo>
                <a:cubicBezTo>
                  <a:pt x="937723" y="4315288"/>
                  <a:pt x="940402" y="4297822"/>
                  <a:pt x="961363" y="4286604"/>
                </a:cubicBezTo>
                <a:cubicBezTo>
                  <a:pt x="979123" y="4277099"/>
                  <a:pt x="1009650" y="4294166"/>
                  <a:pt x="1009650" y="4313600"/>
                </a:cubicBezTo>
                <a:cubicBezTo>
                  <a:pt x="1009650" y="4324162"/>
                  <a:pt x="988129" y="4343400"/>
                  <a:pt x="976312" y="4343400"/>
                </a:cubicBezTo>
                <a:cubicBezTo>
                  <a:pt x="970549" y="4343400"/>
                  <a:pt x="960691" y="4338256"/>
                  <a:pt x="954405" y="4331970"/>
                </a:cubicBezTo>
                <a:close/>
                <a:moveTo>
                  <a:pt x="3083674" y="4321968"/>
                </a:moveTo>
                <a:cubicBezTo>
                  <a:pt x="3081219" y="4315420"/>
                  <a:pt x="3082603" y="4301490"/>
                  <a:pt x="3086748" y="4291012"/>
                </a:cubicBezTo>
                <a:cubicBezTo>
                  <a:pt x="3092886" y="4275499"/>
                  <a:pt x="3094410" y="4277710"/>
                  <a:pt x="3094955" y="4302918"/>
                </a:cubicBezTo>
                <a:cubicBezTo>
                  <a:pt x="3095651" y="4335110"/>
                  <a:pt x="3091334" y="4342401"/>
                  <a:pt x="3083674" y="4321968"/>
                </a:cubicBezTo>
                <a:close/>
                <a:moveTo>
                  <a:pt x="1111138" y="4306931"/>
                </a:moveTo>
                <a:cubicBezTo>
                  <a:pt x="1090650" y="4284291"/>
                  <a:pt x="1091179" y="4264424"/>
                  <a:pt x="1112793" y="4244863"/>
                </a:cubicBezTo>
                <a:cubicBezTo>
                  <a:pt x="1146525" y="4214336"/>
                  <a:pt x="1162050" y="4224378"/>
                  <a:pt x="1162050" y="4276725"/>
                </a:cubicBezTo>
                <a:cubicBezTo>
                  <a:pt x="1162050" y="4329536"/>
                  <a:pt x="1142235" y="4341292"/>
                  <a:pt x="1111138" y="4306931"/>
                </a:cubicBezTo>
                <a:close/>
                <a:moveTo>
                  <a:pt x="2257525" y="4310183"/>
                </a:moveTo>
                <a:cubicBezTo>
                  <a:pt x="2242058" y="4291547"/>
                  <a:pt x="2252045" y="4267200"/>
                  <a:pt x="2275156" y="4267200"/>
                </a:cubicBezTo>
                <a:cubicBezTo>
                  <a:pt x="2297685" y="4267200"/>
                  <a:pt x="2309252" y="4293521"/>
                  <a:pt x="2294523" y="4311269"/>
                </a:cubicBezTo>
                <a:cubicBezTo>
                  <a:pt x="2280621" y="4328020"/>
                  <a:pt x="2272121" y="4327770"/>
                  <a:pt x="2257525" y="4310183"/>
                </a:cubicBezTo>
                <a:close/>
                <a:moveTo>
                  <a:pt x="1739641" y="4298691"/>
                </a:moveTo>
                <a:cubicBezTo>
                  <a:pt x="1728257" y="4287307"/>
                  <a:pt x="1733490" y="4267200"/>
                  <a:pt x="1747837" y="4267200"/>
                </a:cubicBezTo>
                <a:cubicBezTo>
                  <a:pt x="1755695" y="4267200"/>
                  <a:pt x="1762125" y="4273376"/>
                  <a:pt x="1762125" y="4280925"/>
                </a:cubicBezTo>
                <a:cubicBezTo>
                  <a:pt x="1762125" y="4296838"/>
                  <a:pt x="1748530" y="4307580"/>
                  <a:pt x="1739641" y="4298691"/>
                </a:cubicBezTo>
                <a:close/>
                <a:moveTo>
                  <a:pt x="2901949" y="4298950"/>
                </a:moveTo>
                <a:cubicBezTo>
                  <a:pt x="2890674" y="4287674"/>
                  <a:pt x="2895204" y="4259864"/>
                  <a:pt x="2909191" y="4254497"/>
                </a:cubicBezTo>
                <a:cubicBezTo>
                  <a:pt x="2926609" y="4247813"/>
                  <a:pt x="2947042" y="4272086"/>
                  <a:pt x="2939827" y="4290891"/>
                </a:cubicBezTo>
                <a:cubicBezTo>
                  <a:pt x="2934134" y="4305726"/>
                  <a:pt x="2913183" y="4310183"/>
                  <a:pt x="2901949" y="4298950"/>
                </a:cubicBezTo>
                <a:close/>
                <a:moveTo>
                  <a:pt x="1843767" y="4261757"/>
                </a:moveTo>
                <a:cubicBezTo>
                  <a:pt x="1826215" y="4244205"/>
                  <a:pt x="1825264" y="4234454"/>
                  <a:pt x="1838660" y="4209423"/>
                </a:cubicBezTo>
                <a:cubicBezTo>
                  <a:pt x="1855821" y="4177358"/>
                  <a:pt x="1914525" y="4196268"/>
                  <a:pt x="1914525" y="4233862"/>
                </a:cubicBezTo>
                <a:cubicBezTo>
                  <a:pt x="1914525" y="4250539"/>
                  <a:pt x="1888339" y="4276725"/>
                  <a:pt x="1871662" y="4276725"/>
                </a:cubicBezTo>
                <a:cubicBezTo>
                  <a:pt x="1864552" y="4276725"/>
                  <a:pt x="1852000" y="4269989"/>
                  <a:pt x="1843767" y="4261757"/>
                </a:cubicBezTo>
                <a:close/>
                <a:moveTo>
                  <a:pt x="2097325" y="4247435"/>
                </a:moveTo>
                <a:cubicBezTo>
                  <a:pt x="2099202" y="4241803"/>
                  <a:pt x="2104810" y="4237196"/>
                  <a:pt x="2109787" y="4237196"/>
                </a:cubicBezTo>
                <a:cubicBezTo>
                  <a:pt x="2114764" y="4237196"/>
                  <a:pt x="2120372" y="4241803"/>
                  <a:pt x="2122249" y="4247435"/>
                </a:cubicBezTo>
                <a:cubicBezTo>
                  <a:pt x="2124126" y="4253067"/>
                  <a:pt x="2118518" y="4257675"/>
                  <a:pt x="2109787" y="4257675"/>
                </a:cubicBezTo>
                <a:cubicBezTo>
                  <a:pt x="2101056" y="4257675"/>
                  <a:pt x="2095448" y="4253067"/>
                  <a:pt x="2097325" y="4247435"/>
                </a:cubicBezTo>
                <a:close/>
                <a:moveTo>
                  <a:pt x="847725" y="4196135"/>
                </a:moveTo>
                <a:cubicBezTo>
                  <a:pt x="847725" y="4164542"/>
                  <a:pt x="851239" y="4152466"/>
                  <a:pt x="859631" y="4155221"/>
                </a:cubicBezTo>
                <a:cubicBezTo>
                  <a:pt x="877659" y="4161139"/>
                  <a:pt x="879737" y="4214389"/>
                  <a:pt x="862498" y="4228696"/>
                </a:cubicBezTo>
                <a:cubicBezTo>
                  <a:pt x="849506" y="4239479"/>
                  <a:pt x="847725" y="4235553"/>
                  <a:pt x="847725" y="4196135"/>
                </a:cubicBezTo>
                <a:close/>
                <a:moveTo>
                  <a:pt x="1396092" y="4223657"/>
                </a:moveTo>
                <a:cubicBezTo>
                  <a:pt x="1366208" y="4193773"/>
                  <a:pt x="1383029" y="4165581"/>
                  <a:pt x="1424528" y="4175997"/>
                </a:cubicBezTo>
                <a:cubicBezTo>
                  <a:pt x="1449607" y="4182291"/>
                  <a:pt x="1455555" y="4208009"/>
                  <a:pt x="1436370" y="4227195"/>
                </a:cubicBezTo>
                <a:cubicBezTo>
                  <a:pt x="1421306" y="4242258"/>
                  <a:pt x="1414057" y="4241621"/>
                  <a:pt x="1396092" y="4223657"/>
                </a:cubicBezTo>
                <a:close/>
                <a:moveTo>
                  <a:pt x="2381585" y="4210676"/>
                </a:moveTo>
                <a:cubicBezTo>
                  <a:pt x="2368899" y="4186973"/>
                  <a:pt x="2369047" y="4185512"/>
                  <a:pt x="2385844" y="4168715"/>
                </a:cubicBezTo>
                <a:cubicBezTo>
                  <a:pt x="2403725" y="4150835"/>
                  <a:pt x="2435959" y="4158781"/>
                  <a:pt x="2443633" y="4182960"/>
                </a:cubicBezTo>
                <a:cubicBezTo>
                  <a:pt x="2456123" y="4222311"/>
                  <a:pt x="2400991" y="4246937"/>
                  <a:pt x="2381585" y="4210676"/>
                </a:cubicBezTo>
                <a:close/>
                <a:moveTo>
                  <a:pt x="1697831" y="4203700"/>
                </a:moveTo>
                <a:cubicBezTo>
                  <a:pt x="1680749" y="4196867"/>
                  <a:pt x="1683123" y="4153377"/>
                  <a:pt x="1700951" y="4146536"/>
                </a:cubicBezTo>
                <a:cubicBezTo>
                  <a:pt x="1723514" y="4137877"/>
                  <a:pt x="1750091" y="4168221"/>
                  <a:pt x="1737470" y="4188230"/>
                </a:cubicBezTo>
                <a:cubicBezTo>
                  <a:pt x="1726075" y="4206295"/>
                  <a:pt x="1715063" y="4210592"/>
                  <a:pt x="1697831" y="4203700"/>
                </a:cubicBezTo>
                <a:close/>
                <a:moveTo>
                  <a:pt x="2168854" y="4194504"/>
                </a:moveTo>
                <a:cubicBezTo>
                  <a:pt x="2156397" y="4182047"/>
                  <a:pt x="2162094" y="4142808"/>
                  <a:pt x="2177201" y="4137011"/>
                </a:cubicBezTo>
                <a:cubicBezTo>
                  <a:pt x="2200203" y="4128184"/>
                  <a:pt x="2226332" y="4158705"/>
                  <a:pt x="2213380" y="4179272"/>
                </a:cubicBezTo>
                <a:cubicBezTo>
                  <a:pt x="2202024" y="4197304"/>
                  <a:pt x="2179395" y="4205045"/>
                  <a:pt x="2168854" y="4194504"/>
                </a:cubicBezTo>
                <a:close/>
                <a:moveTo>
                  <a:pt x="3032664" y="4177416"/>
                </a:moveTo>
                <a:cubicBezTo>
                  <a:pt x="3023998" y="4154833"/>
                  <a:pt x="3036260" y="4132026"/>
                  <a:pt x="3055114" y="4135657"/>
                </a:cubicBezTo>
                <a:cubicBezTo>
                  <a:pt x="3065659" y="4137688"/>
                  <a:pt x="3071812" y="4147552"/>
                  <a:pt x="3071812" y="4162425"/>
                </a:cubicBezTo>
                <a:cubicBezTo>
                  <a:pt x="3071812" y="4189577"/>
                  <a:pt x="3041748" y="4201089"/>
                  <a:pt x="3032664" y="4177416"/>
                </a:cubicBezTo>
                <a:close/>
                <a:moveTo>
                  <a:pt x="1073348" y="4175323"/>
                </a:moveTo>
                <a:cubicBezTo>
                  <a:pt x="1060262" y="4162237"/>
                  <a:pt x="1067050" y="4142026"/>
                  <a:pt x="1083468" y="4145188"/>
                </a:cubicBezTo>
                <a:cubicBezTo>
                  <a:pt x="1092636" y="4146953"/>
                  <a:pt x="1100137" y="4154411"/>
                  <a:pt x="1100137" y="4161761"/>
                </a:cubicBezTo>
                <a:cubicBezTo>
                  <a:pt x="1100137" y="4176800"/>
                  <a:pt x="1083332" y="4185307"/>
                  <a:pt x="1073348" y="4175323"/>
                </a:cubicBezTo>
                <a:close/>
                <a:moveTo>
                  <a:pt x="2859405" y="4170045"/>
                </a:moveTo>
                <a:cubicBezTo>
                  <a:pt x="2829958" y="4140598"/>
                  <a:pt x="2854167" y="4076700"/>
                  <a:pt x="2894768" y="4076700"/>
                </a:cubicBezTo>
                <a:cubicBezTo>
                  <a:pt x="2923185" y="4076700"/>
                  <a:pt x="2957340" y="4105222"/>
                  <a:pt x="2937092" y="4112043"/>
                </a:cubicBezTo>
                <a:cubicBezTo>
                  <a:pt x="2931100" y="4114061"/>
                  <a:pt x="2928391" y="4124103"/>
                  <a:pt x="2931072" y="4134357"/>
                </a:cubicBezTo>
                <a:cubicBezTo>
                  <a:pt x="2940869" y="4171821"/>
                  <a:pt x="2887672" y="4198312"/>
                  <a:pt x="2859405" y="4170045"/>
                </a:cubicBezTo>
                <a:close/>
                <a:moveTo>
                  <a:pt x="1972345" y="4144627"/>
                </a:moveTo>
                <a:cubicBezTo>
                  <a:pt x="1960965" y="4123363"/>
                  <a:pt x="1967609" y="4114800"/>
                  <a:pt x="1995487" y="4114800"/>
                </a:cubicBezTo>
                <a:cubicBezTo>
                  <a:pt x="2006838" y="4114800"/>
                  <a:pt x="2018831" y="4117506"/>
                  <a:pt x="2022139" y="4120814"/>
                </a:cubicBezTo>
                <a:cubicBezTo>
                  <a:pt x="2031451" y="4130126"/>
                  <a:pt x="2010764" y="4162425"/>
                  <a:pt x="1995487" y="4162425"/>
                </a:cubicBezTo>
                <a:cubicBezTo>
                  <a:pt x="1987998" y="4162425"/>
                  <a:pt x="1977584" y="4154416"/>
                  <a:pt x="1972345" y="4144627"/>
                </a:cubicBezTo>
                <a:close/>
                <a:moveTo>
                  <a:pt x="1549400" y="4146550"/>
                </a:moveTo>
                <a:cubicBezTo>
                  <a:pt x="1534940" y="4132090"/>
                  <a:pt x="1544450" y="4114800"/>
                  <a:pt x="1566862" y="4114800"/>
                </a:cubicBezTo>
                <a:cubicBezTo>
                  <a:pt x="1594110" y="4114800"/>
                  <a:pt x="1596301" y="4120059"/>
                  <a:pt x="1577067" y="4139292"/>
                </a:cubicBezTo>
                <a:cubicBezTo>
                  <a:pt x="1561702" y="4154657"/>
                  <a:pt x="1558379" y="4155529"/>
                  <a:pt x="1549400" y="4146550"/>
                </a:cubicBezTo>
                <a:close/>
                <a:moveTo>
                  <a:pt x="925547" y="4126706"/>
                </a:moveTo>
                <a:cubicBezTo>
                  <a:pt x="914045" y="4104343"/>
                  <a:pt x="921679" y="4086225"/>
                  <a:pt x="942602" y="4086225"/>
                </a:cubicBezTo>
                <a:cubicBezTo>
                  <a:pt x="964778" y="4086225"/>
                  <a:pt x="984742" y="4110552"/>
                  <a:pt x="977677" y="4128966"/>
                </a:cubicBezTo>
                <a:cubicBezTo>
                  <a:pt x="970125" y="4148644"/>
                  <a:pt x="936070" y="4147167"/>
                  <a:pt x="925547" y="4126706"/>
                </a:cubicBezTo>
                <a:close/>
                <a:moveTo>
                  <a:pt x="1685925" y="4096085"/>
                </a:moveTo>
                <a:cubicBezTo>
                  <a:pt x="1685925" y="4057113"/>
                  <a:pt x="1742815" y="4050145"/>
                  <a:pt x="1762389" y="4086719"/>
                </a:cubicBezTo>
                <a:cubicBezTo>
                  <a:pt x="1776586" y="4113246"/>
                  <a:pt x="1774726" y="4114800"/>
                  <a:pt x="1728787" y="4114800"/>
                </a:cubicBezTo>
                <a:cubicBezTo>
                  <a:pt x="1692530" y="4114800"/>
                  <a:pt x="1685925" y="4111915"/>
                  <a:pt x="1685925" y="4096085"/>
                </a:cubicBezTo>
                <a:close/>
                <a:moveTo>
                  <a:pt x="2066925" y="4101192"/>
                </a:moveTo>
                <a:cubicBezTo>
                  <a:pt x="2066925" y="4085938"/>
                  <a:pt x="2092119" y="4057650"/>
                  <a:pt x="2105705" y="4057650"/>
                </a:cubicBezTo>
                <a:cubicBezTo>
                  <a:pt x="2120397" y="4057650"/>
                  <a:pt x="2153755" y="4095780"/>
                  <a:pt x="2147672" y="4105622"/>
                </a:cubicBezTo>
                <a:cubicBezTo>
                  <a:pt x="2138258" y="4120854"/>
                  <a:pt x="2066925" y="4116941"/>
                  <a:pt x="2066925" y="4101192"/>
                </a:cubicBezTo>
                <a:close/>
                <a:moveTo>
                  <a:pt x="1032598" y="4054069"/>
                </a:moveTo>
                <a:cubicBezTo>
                  <a:pt x="1024528" y="4033040"/>
                  <a:pt x="1035264" y="4022304"/>
                  <a:pt x="1049813" y="4036853"/>
                </a:cubicBezTo>
                <a:cubicBezTo>
                  <a:pt x="1058404" y="4045444"/>
                  <a:pt x="1058440" y="4050769"/>
                  <a:pt x="1049967" y="4059242"/>
                </a:cubicBezTo>
                <a:cubicBezTo>
                  <a:pt x="1041493" y="4067716"/>
                  <a:pt x="1037362" y="4066486"/>
                  <a:pt x="1032598" y="4054069"/>
                </a:cubicBezTo>
                <a:close/>
                <a:moveTo>
                  <a:pt x="1135380" y="4055745"/>
                </a:moveTo>
                <a:cubicBezTo>
                  <a:pt x="1111793" y="4032158"/>
                  <a:pt x="1128046" y="3981450"/>
                  <a:pt x="1159192" y="3981450"/>
                </a:cubicBezTo>
                <a:cubicBezTo>
                  <a:pt x="1167518" y="3981450"/>
                  <a:pt x="1171575" y="3995493"/>
                  <a:pt x="1171575" y="4024312"/>
                </a:cubicBezTo>
                <a:cubicBezTo>
                  <a:pt x="1171575" y="4068270"/>
                  <a:pt x="1158906" y="4079271"/>
                  <a:pt x="1135380" y="4055745"/>
                </a:cubicBezTo>
                <a:close/>
                <a:moveTo>
                  <a:pt x="1944440" y="4054503"/>
                </a:moveTo>
                <a:cubicBezTo>
                  <a:pt x="1928256" y="4035001"/>
                  <a:pt x="1941534" y="4008448"/>
                  <a:pt x="1965743" y="4011902"/>
                </a:cubicBezTo>
                <a:cubicBezTo>
                  <a:pt x="1980157" y="4013959"/>
                  <a:pt x="1985962" y="4021587"/>
                  <a:pt x="1985962" y="4038469"/>
                </a:cubicBezTo>
                <a:cubicBezTo>
                  <a:pt x="1985962" y="4065642"/>
                  <a:pt x="1961518" y="4075081"/>
                  <a:pt x="1944440" y="4054503"/>
                </a:cubicBezTo>
                <a:close/>
                <a:moveTo>
                  <a:pt x="2206823" y="4051498"/>
                </a:moveTo>
                <a:cubicBezTo>
                  <a:pt x="2192150" y="4036825"/>
                  <a:pt x="2200656" y="4010025"/>
                  <a:pt x="2219987" y="4010025"/>
                </a:cubicBezTo>
                <a:cubicBezTo>
                  <a:pt x="2234803" y="4010025"/>
                  <a:pt x="2238943" y="4015162"/>
                  <a:pt x="2236656" y="4030710"/>
                </a:cubicBezTo>
                <a:cubicBezTo>
                  <a:pt x="2233495" y="4052191"/>
                  <a:pt x="2218185" y="4062860"/>
                  <a:pt x="2206823" y="4051498"/>
                </a:cubicBezTo>
                <a:close/>
                <a:moveTo>
                  <a:pt x="2766708" y="4018591"/>
                </a:moveTo>
                <a:cubicBezTo>
                  <a:pt x="2758297" y="3992092"/>
                  <a:pt x="2774513" y="3976083"/>
                  <a:pt x="2790389" y="3995212"/>
                </a:cubicBezTo>
                <a:cubicBezTo>
                  <a:pt x="2803124" y="4010557"/>
                  <a:pt x="2797858" y="4038600"/>
                  <a:pt x="2782240" y="4038600"/>
                </a:cubicBezTo>
                <a:cubicBezTo>
                  <a:pt x="2777190" y="4038600"/>
                  <a:pt x="2770200" y="4029596"/>
                  <a:pt x="2766708" y="4018591"/>
                </a:cubicBezTo>
                <a:close/>
                <a:moveTo>
                  <a:pt x="2977242" y="4023632"/>
                </a:moveTo>
                <a:cubicBezTo>
                  <a:pt x="2957735" y="4004124"/>
                  <a:pt x="2958345" y="3988413"/>
                  <a:pt x="2979631" y="3962126"/>
                </a:cubicBezTo>
                <a:cubicBezTo>
                  <a:pt x="2996506" y="3941286"/>
                  <a:pt x="2997696" y="3941155"/>
                  <a:pt x="3022494" y="3957403"/>
                </a:cubicBezTo>
                <a:cubicBezTo>
                  <a:pt x="3051846" y="3976636"/>
                  <a:pt x="3053851" y="3987907"/>
                  <a:pt x="3033172" y="4017430"/>
                </a:cubicBezTo>
                <a:cubicBezTo>
                  <a:pt x="3015714" y="4042355"/>
                  <a:pt x="2997937" y="4044326"/>
                  <a:pt x="2977242" y="4023632"/>
                </a:cubicBezTo>
                <a:close/>
                <a:moveTo>
                  <a:pt x="1577705" y="4014787"/>
                </a:moveTo>
                <a:cubicBezTo>
                  <a:pt x="1564875" y="3981353"/>
                  <a:pt x="1596116" y="3955111"/>
                  <a:pt x="1624253" y="3975686"/>
                </a:cubicBezTo>
                <a:cubicBezTo>
                  <a:pt x="1647512" y="3992692"/>
                  <a:pt x="1634622" y="4029075"/>
                  <a:pt x="1605339" y="4029075"/>
                </a:cubicBezTo>
                <a:cubicBezTo>
                  <a:pt x="1593156" y="4029075"/>
                  <a:pt x="1580720" y="4022645"/>
                  <a:pt x="1577705" y="4014787"/>
                </a:cubicBezTo>
                <a:close/>
                <a:moveTo>
                  <a:pt x="1776151" y="3990686"/>
                </a:moveTo>
                <a:cubicBezTo>
                  <a:pt x="1751068" y="3962970"/>
                  <a:pt x="1766557" y="3920715"/>
                  <a:pt x="1803357" y="3916467"/>
                </a:cubicBezTo>
                <a:cubicBezTo>
                  <a:pt x="1853271" y="3910707"/>
                  <a:pt x="1876865" y="3960858"/>
                  <a:pt x="1839956" y="3994261"/>
                </a:cubicBezTo>
                <a:cubicBezTo>
                  <a:pt x="1816786" y="4015229"/>
                  <a:pt x="1797378" y="4014142"/>
                  <a:pt x="1776151" y="3990686"/>
                </a:cubicBezTo>
                <a:close/>
                <a:moveTo>
                  <a:pt x="891267" y="3985532"/>
                </a:moveTo>
                <a:cubicBezTo>
                  <a:pt x="861069" y="3955333"/>
                  <a:pt x="883649" y="3905250"/>
                  <a:pt x="927462" y="3905250"/>
                </a:cubicBezTo>
                <a:cubicBezTo>
                  <a:pt x="970681" y="3905250"/>
                  <a:pt x="987283" y="3954733"/>
                  <a:pt x="954131" y="3984736"/>
                </a:cubicBezTo>
                <a:cubicBezTo>
                  <a:pt x="932255" y="4004533"/>
                  <a:pt x="910544" y="4004808"/>
                  <a:pt x="891267" y="3985532"/>
                </a:cubicBezTo>
                <a:close/>
                <a:moveTo>
                  <a:pt x="2838550" y="3957758"/>
                </a:moveTo>
                <a:cubicBezTo>
                  <a:pt x="2823083" y="3939122"/>
                  <a:pt x="2833070" y="3914775"/>
                  <a:pt x="2856181" y="3914775"/>
                </a:cubicBezTo>
                <a:cubicBezTo>
                  <a:pt x="2878710" y="3914775"/>
                  <a:pt x="2890277" y="3941096"/>
                  <a:pt x="2875548" y="3958844"/>
                </a:cubicBezTo>
                <a:cubicBezTo>
                  <a:pt x="2861646" y="3975595"/>
                  <a:pt x="2853146" y="3975345"/>
                  <a:pt x="2838550" y="3957758"/>
                </a:cubicBezTo>
                <a:close/>
                <a:moveTo>
                  <a:pt x="2079894" y="3948112"/>
                </a:moveTo>
                <a:cubicBezTo>
                  <a:pt x="2072348" y="3928448"/>
                  <a:pt x="2082579" y="3905250"/>
                  <a:pt x="2098797" y="3905250"/>
                </a:cubicBezTo>
                <a:cubicBezTo>
                  <a:pt x="2118294" y="3905250"/>
                  <a:pt x="2134882" y="3928925"/>
                  <a:pt x="2127982" y="3946905"/>
                </a:cubicBezTo>
                <a:cubicBezTo>
                  <a:pt x="2120515" y="3966364"/>
                  <a:pt x="2087219" y="3967200"/>
                  <a:pt x="2079894" y="3948112"/>
                </a:cubicBezTo>
                <a:close/>
                <a:moveTo>
                  <a:pt x="1044574" y="3917950"/>
                </a:moveTo>
                <a:cubicBezTo>
                  <a:pt x="1034574" y="3907949"/>
                  <a:pt x="1037161" y="3878456"/>
                  <a:pt x="1048664" y="3871347"/>
                </a:cubicBezTo>
                <a:cubicBezTo>
                  <a:pt x="1067247" y="3859862"/>
                  <a:pt x="1091054" y="3892264"/>
                  <a:pt x="1076721" y="3909534"/>
                </a:cubicBezTo>
                <a:cubicBezTo>
                  <a:pt x="1063442" y="3925534"/>
                  <a:pt x="1054500" y="3927875"/>
                  <a:pt x="1044574" y="3917950"/>
                </a:cubicBezTo>
                <a:close/>
                <a:moveTo>
                  <a:pt x="1945005" y="3874770"/>
                </a:moveTo>
                <a:cubicBezTo>
                  <a:pt x="1914503" y="3844268"/>
                  <a:pt x="1946690" y="3799898"/>
                  <a:pt x="1986244" y="3817920"/>
                </a:cubicBezTo>
                <a:cubicBezTo>
                  <a:pt x="2022939" y="3834639"/>
                  <a:pt x="2011937" y="3886200"/>
                  <a:pt x="1971675" y="3886200"/>
                </a:cubicBezTo>
                <a:cubicBezTo>
                  <a:pt x="1963293" y="3886200"/>
                  <a:pt x="1951291" y="3881056"/>
                  <a:pt x="1945005" y="3874770"/>
                </a:cubicBezTo>
                <a:close/>
                <a:moveTo>
                  <a:pt x="1692604" y="3861129"/>
                </a:moveTo>
                <a:cubicBezTo>
                  <a:pt x="1680286" y="3848811"/>
                  <a:pt x="1685765" y="3821624"/>
                  <a:pt x="1701805" y="3815469"/>
                </a:cubicBezTo>
                <a:cubicBezTo>
                  <a:pt x="1721880" y="3807765"/>
                  <a:pt x="1736352" y="3821749"/>
                  <a:pt x="1731952" y="3844597"/>
                </a:cubicBezTo>
                <a:cubicBezTo>
                  <a:pt x="1728455" y="3862758"/>
                  <a:pt x="1704357" y="3872882"/>
                  <a:pt x="1692604" y="3861129"/>
                </a:cubicBezTo>
                <a:close/>
                <a:moveTo>
                  <a:pt x="2762552" y="3825502"/>
                </a:moveTo>
                <a:cubicBezTo>
                  <a:pt x="2762290" y="3785311"/>
                  <a:pt x="2764164" y="3780681"/>
                  <a:pt x="2776537" y="3790950"/>
                </a:cubicBezTo>
                <a:cubicBezTo>
                  <a:pt x="2794647" y="3805979"/>
                  <a:pt x="2794762" y="3829728"/>
                  <a:pt x="2776840" y="3853423"/>
                </a:cubicBezTo>
                <a:cubicBezTo>
                  <a:pt x="2763920" y="3870505"/>
                  <a:pt x="2762832" y="3868380"/>
                  <a:pt x="2762552" y="3825502"/>
                </a:cubicBezTo>
                <a:close/>
                <a:moveTo>
                  <a:pt x="2918118" y="3824351"/>
                </a:moveTo>
                <a:cubicBezTo>
                  <a:pt x="2914819" y="3815753"/>
                  <a:pt x="2916687" y="3804152"/>
                  <a:pt x="2922270" y="3798570"/>
                </a:cubicBezTo>
                <a:cubicBezTo>
                  <a:pt x="2936782" y="3784057"/>
                  <a:pt x="2964279" y="3797321"/>
                  <a:pt x="2960488" y="3817005"/>
                </a:cubicBezTo>
                <a:cubicBezTo>
                  <a:pt x="2956265" y="3838930"/>
                  <a:pt x="2925744" y="3844222"/>
                  <a:pt x="2918118" y="3824351"/>
                </a:cubicBezTo>
                <a:close/>
                <a:moveTo>
                  <a:pt x="3079817" y="3814236"/>
                </a:moveTo>
                <a:cubicBezTo>
                  <a:pt x="3076691" y="3806089"/>
                  <a:pt x="3078678" y="3790015"/>
                  <a:pt x="3084234" y="3778517"/>
                </a:cubicBezTo>
                <a:cubicBezTo>
                  <a:pt x="3093322" y="3759709"/>
                  <a:pt x="3094400" y="3761195"/>
                  <a:pt x="3094980" y="3793331"/>
                </a:cubicBezTo>
                <a:cubicBezTo>
                  <a:pt x="3095655" y="3830751"/>
                  <a:pt x="3089442" y="3839318"/>
                  <a:pt x="3079817" y="3814236"/>
                </a:cubicBezTo>
                <a:close/>
                <a:moveTo>
                  <a:pt x="2109274" y="3799645"/>
                </a:moveTo>
                <a:cubicBezTo>
                  <a:pt x="2100962" y="3786195"/>
                  <a:pt x="2119320" y="3767837"/>
                  <a:pt x="2132770" y="3776149"/>
                </a:cubicBezTo>
                <a:cubicBezTo>
                  <a:pt x="2138465" y="3779669"/>
                  <a:pt x="2143125" y="3788725"/>
                  <a:pt x="2143125" y="3796274"/>
                </a:cubicBezTo>
                <a:cubicBezTo>
                  <a:pt x="2143125" y="3812311"/>
                  <a:pt x="2118611" y="3814751"/>
                  <a:pt x="2109274" y="3799645"/>
                </a:cubicBezTo>
                <a:close/>
                <a:moveTo>
                  <a:pt x="885825" y="3781425"/>
                </a:moveTo>
                <a:cubicBezTo>
                  <a:pt x="864420" y="3741430"/>
                  <a:pt x="905889" y="3707600"/>
                  <a:pt x="937532" y="3739242"/>
                </a:cubicBezTo>
                <a:cubicBezTo>
                  <a:pt x="955239" y="3756950"/>
                  <a:pt x="955391" y="3758223"/>
                  <a:pt x="942639" y="3782051"/>
                </a:cubicBezTo>
                <a:cubicBezTo>
                  <a:pt x="929818" y="3806008"/>
                  <a:pt x="898798" y="3805666"/>
                  <a:pt x="885825" y="3781425"/>
                </a:cubicBezTo>
                <a:close/>
                <a:moveTo>
                  <a:pt x="1586319" y="3791608"/>
                </a:moveTo>
                <a:cubicBezTo>
                  <a:pt x="1579275" y="3780210"/>
                  <a:pt x="1597193" y="3768917"/>
                  <a:pt x="1609880" y="3776758"/>
                </a:cubicBezTo>
                <a:cubicBezTo>
                  <a:pt x="1620532" y="3783342"/>
                  <a:pt x="1613539" y="3800475"/>
                  <a:pt x="1600200" y="3800475"/>
                </a:cubicBezTo>
                <a:cubicBezTo>
                  <a:pt x="1595579" y="3800475"/>
                  <a:pt x="1589333" y="3796484"/>
                  <a:pt x="1586319" y="3791608"/>
                </a:cubicBezTo>
                <a:close/>
                <a:moveTo>
                  <a:pt x="1067179" y="3777120"/>
                </a:moveTo>
                <a:cubicBezTo>
                  <a:pt x="1041877" y="3746632"/>
                  <a:pt x="1079040" y="3699798"/>
                  <a:pt x="1112043" y="3720582"/>
                </a:cubicBezTo>
                <a:cubicBezTo>
                  <a:pt x="1145022" y="3741350"/>
                  <a:pt x="1133273" y="3790950"/>
                  <a:pt x="1095375" y="3790950"/>
                </a:cubicBezTo>
                <a:cubicBezTo>
                  <a:pt x="1086180" y="3790950"/>
                  <a:pt x="1073492" y="3784726"/>
                  <a:pt x="1067179" y="3777120"/>
                </a:cubicBezTo>
                <a:close/>
                <a:moveTo>
                  <a:pt x="1800327" y="3767261"/>
                </a:moveTo>
                <a:cubicBezTo>
                  <a:pt x="1786337" y="3750403"/>
                  <a:pt x="1794530" y="3709448"/>
                  <a:pt x="1813336" y="3702231"/>
                </a:cubicBezTo>
                <a:cubicBezTo>
                  <a:pt x="1829914" y="3695870"/>
                  <a:pt x="1866900" y="3720859"/>
                  <a:pt x="1866900" y="3738422"/>
                </a:cubicBezTo>
                <a:cubicBezTo>
                  <a:pt x="1866900" y="3772396"/>
                  <a:pt x="1821067" y="3792251"/>
                  <a:pt x="1800327" y="3767261"/>
                </a:cubicBezTo>
                <a:close/>
                <a:moveTo>
                  <a:pt x="1645443" y="3704462"/>
                </a:moveTo>
                <a:cubicBezTo>
                  <a:pt x="1604824" y="3680803"/>
                  <a:pt x="1638806" y="3611459"/>
                  <a:pt x="1681489" y="3630907"/>
                </a:cubicBezTo>
                <a:cubicBezTo>
                  <a:pt x="1711081" y="3644390"/>
                  <a:pt x="1714208" y="3690088"/>
                  <a:pt x="1686551" y="3704889"/>
                </a:cubicBezTo>
                <a:cubicBezTo>
                  <a:pt x="1664624" y="3716624"/>
                  <a:pt x="1666356" y="3716642"/>
                  <a:pt x="1645443" y="3704462"/>
                </a:cubicBezTo>
                <a:close/>
                <a:moveTo>
                  <a:pt x="2977668" y="3700207"/>
                </a:moveTo>
                <a:cubicBezTo>
                  <a:pt x="2969201" y="3691741"/>
                  <a:pt x="2962275" y="3681140"/>
                  <a:pt x="2962275" y="3676650"/>
                </a:cubicBezTo>
                <a:cubicBezTo>
                  <a:pt x="2962275" y="3663419"/>
                  <a:pt x="2992184" y="3637407"/>
                  <a:pt x="3003181" y="3641072"/>
                </a:cubicBezTo>
                <a:cubicBezTo>
                  <a:pt x="3023188" y="3647741"/>
                  <a:pt x="3034179" y="3675754"/>
                  <a:pt x="3023458" y="3692751"/>
                </a:cubicBezTo>
                <a:cubicBezTo>
                  <a:pt x="3008993" y="3715682"/>
                  <a:pt x="2995362" y="3717902"/>
                  <a:pt x="2977668" y="3700207"/>
                </a:cubicBezTo>
                <a:close/>
                <a:moveTo>
                  <a:pt x="1990617" y="3690808"/>
                </a:moveTo>
                <a:cubicBezTo>
                  <a:pt x="1978137" y="3675770"/>
                  <a:pt x="1990278" y="3629973"/>
                  <a:pt x="2007189" y="3628296"/>
                </a:cubicBezTo>
                <a:cubicBezTo>
                  <a:pt x="2011230" y="3627895"/>
                  <a:pt x="2022286" y="3626095"/>
                  <a:pt x="2031757" y="3624295"/>
                </a:cubicBezTo>
                <a:cubicBezTo>
                  <a:pt x="2054197" y="3620032"/>
                  <a:pt x="2074845" y="3661963"/>
                  <a:pt x="2061064" y="3683810"/>
                </a:cubicBezTo>
                <a:cubicBezTo>
                  <a:pt x="2047900" y="3704680"/>
                  <a:pt x="2005616" y="3708880"/>
                  <a:pt x="1990617" y="3690808"/>
                </a:cubicBezTo>
                <a:close/>
                <a:moveTo>
                  <a:pt x="2771875" y="3691058"/>
                </a:moveTo>
                <a:cubicBezTo>
                  <a:pt x="2757897" y="3674216"/>
                  <a:pt x="2765634" y="3648075"/>
                  <a:pt x="2784597" y="3648075"/>
                </a:cubicBezTo>
                <a:cubicBezTo>
                  <a:pt x="2808076" y="3648075"/>
                  <a:pt x="2823600" y="3674399"/>
                  <a:pt x="2809875" y="3690937"/>
                </a:cubicBezTo>
                <a:cubicBezTo>
                  <a:pt x="2794967" y="3708900"/>
                  <a:pt x="2786704" y="3708926"/>
                  <a:pt x="2771875" y="3691058"/>
                </a:cubicBezTo>
                <a:close/>
                <a:moveTo>
                  <a:pt x="980678" y="3633309"/>
                </a:moveTo>
                <a:cubicBezTo>
                  <a:pt x="960555" y="3609062"/>
                  <a:pt x="993644" y="3580362"/>
                  <a:pt x="1015975" y="3602693"/>
                </a:cubicBezTo>
                <a:cubicBezTo>
                  <a:pt x="1031543" y="3618261"/>
                  <a:pt x="1021130" y="3648075"/>
                  <a:pt x="1000125" y="3648075"/>
                </a:cubicBezTo>
                <a:cubicBezTo>
                  <a:pt x="996169" y="3648075"/>
                  <a:pt x="987418" y="3641430"/>
                  <a:pt x="980678" y="3633309"/>
                </a:cubicBezTo>
                <a:close/>
                <a:moveTo>
                  <a:pt x="1876804" y="3605670"/>
                </a:moveTo>
                <a:cubicBezTo>
                  <a:pt x="1858543" y="3583667"/>
                  <a:pt x="1868670" y="3557587"/>
                  <a:pt x="1895475" y="3557587"/>
                </a:cubicBezTo>
                <a:cubicBezTo>
                  <a:pt x="1910571" y="3557587"/>
                  <a:pt x="1920210" y="3563735"/>
                  <a:pt x="1922324" y="3574713"/>
                </a:cubicBezTo>
                <a:cubicBezTo>
                  <a:pt x="1925622" y="3591839"/>
                  <a:pt x="1909039" y="3619500"/>
                  <a:pt x="1895475" y="3619500"/>
                </a:cubicBezTo>
                <a:cubicBezTo>
                  <a:pt x="1891519" y="3619500"/>
                  <a:pt x="1883117" y="3613276"/>
                  <a:pt x="1876804" y="3605670"/>
                </a:cubicBezTo>
                <a:close/>
                <a:moveTo>
                  <a:pt x="2851605" y="3566722"/>
                </a:moveTo>
                <a:cubicBezTo>
                  <a:pt x="2831374" y="3535844"/>
                  <a:pt x="2845675" y="3499005"/>
                  <a:pt x="2881372" y="3490046"/>
                </a:cubicBezTo>
                <a:cubicBezTo>
                  <a:pt x="2930676" y="3477671"/>
                  <a:pt x="2963678" y="3540887"/>
                  <a:pt x="2925806" y="3575161"/>
                </a:cubicBezTo>
                <a:cubicBezTo>
                  <a:pt x="2900509" y="3598054"/>
                  <a:pt x="2869851" y="3594568"/>
                  <a:pt x="2851605" y="3566722"/>
                </a:cubicBezTo>
                <a:close/>
                <a:moveTo>
                  <a:pt x="844951" y="3575451"/>
                </a:moveTo>
                <a:cubicBezTo>
                  <a:pt x="832676" y="3563176"/>
                  <a:pt x="837941" y="3523751"/>
                  <a:pt x="852608" y="3518122"/>
                </a:cubicBezTo>
                <a:cubicBezTo>
                  <a:pt x="872849" y="3510356"/>
                  <a:pt x="896816" y="3533038"/>
                  <a:pt x="893428" y="3556754"/>
                </a:cubicBezTo>
                <a:cubicBezTo>
                  <a:pt x="890611" y="3576468"/>
                  <a:pt x="858394" y="3588894"/>
                  <a:pt x="844951" y="3575451"/>
                </a:cubicBezTo>
                <a:close/>
                <a:moveTo>
                  <a:pt x="1098536" y="3566373"/>
                </a:moveTo>
                <a:cubicBezTo>
                  <a:pt x="1095364" y="3558109"/>
                  <a:pt x="1100047" y="3544179"/>
                  <a:pt x="1108942" y="3535417"/>
                </a:cubicBezTo>
                <a:cubicBezTo>
                  <a:pt x="1124063" y="3520522"/>
                  <a:pt x="1125962" y="3520630"/>
                  <a:pt x="1138165" y="3537082"/>
                </a:cubicBezTo>
                <a:cubicBezTo>
                  <a:pt x="1145343" y="3546759"/>
                  <a:pt x="1148909" y="3560689"/>
                  <a:pt x="1146089" y="3568038"/>
                </a:cubicBezTo>
                <a:cubicBezTo>
                  <a:pt x="1139132" y="3586166"/>
                  <a:pt x="1105681" y="3584995"/>
                  <a:pt x="1098536" y="3566373"/>
                </a:cubicBezTo>
                <a:close/>
                <a:moveTo>
                  <a:pt x="1689393" y="3538601"/>
                </a:moveTo>
                <a:cubicBezTo>
                  <a:pt x="1686094" y="3530003"/>
                  <a:pt x="1687962" y="3518402"/>
                  <a:pt x="1693545" y="3512820"/>
                </a:cubicBezTo>
                <a:cubicBezTo>
                  <a:pt x="1708057" y="3498307"/>
                  <a:pt x="1735554" y="3511571"/>
                  <a:pt x="1731763" y="3531255"/>
                </a:cubicBezTo>
                <a:cubicBezTo>
                  <a:pt x="1727540" y="3553180"/>
                  <a:pt x="1697019" y="3558472"/>
                  <a:pt x="1689393" y="3538601"/>
                </a:cubicBezTo>
                <a:close/>
                <a:moveTo>
                  <a:pt x="2085975" y="3530178"/>
                </a:moveTo>
                <a:cubicBezTo>
                  <a:pt x="2085975" y="3502655"/>
                  <a:pt x="2106553" y="3483679"/>
                  <a:pt x="2127630" y="3491767"/>
                </a:cubicBezTo>
                <a:cubicBezTo>
                  <a:pt x="2146745" y="3499102"/>
                  <a:pt x="2146749" y="3500339"/>
                  <a:pt x="2127742" y="3529347"/>
                </a:cubicBezTo>
                <a:cubicBezTo>
                  <a:pt x="2108096" y="3559330"/>
                  <a:pt x="2085975" y="3559770"/>
                  <a:pt x="2085975" y="3530178"/>
                </a:cubicBezTo>
                <a:close/>
                <a:moveTo>
                  <a:pt x="952500" y="3457575"/>
                </a:moveTo>
                <a:cubicBezTo>
                  <a:pt x="929574" y="3434649"/>
                  <a:pt x="928681" y="3420997"/>
                  <a:pt x="948277" y="3393019"/>
                </a:cubicBezTo>
                <a:cubicBezTo>
                  <a:pt x="964408" y="3369988"/>
                  <a:pt x="999083" y="3365093"/>
                  <a:pt x="1017270" y="3383280"/>
                </a:cubicBezTo>
                <a:cubicBezTo>
                  <a:pt x="1036215" y="3402225"/>
                  <a:pt x="1030852" y="3445462"/>
                  <a:pt x="1007530" y="3461797"/>
                </a:cubicBezTo>
                <a:cubicBezTo>
                  <a:pt x="980287" y="3480879"/>
                  <a:pt x="975431" y="3480506"/>
                  <a:pt x="952500" y="3457575"/>
                </a:cubicBezTo>
                <a:close/>
                <a:moveTo>
                  <a:pt x="1777405" y="3456102"/>
                </a:moveTo>
                <a:cubicBezTo>
                  <a:pt x="1751815" y="3419567"/>
                  <a:pt x="1788558" y="3378888"/>
                  <a:pt x="1828055" y="3400026"/>
                </a:cubicBezTo>
                <a:cubicBezTo>
                  <a:pt x="1851545" y="3412598"/>
                  <a:pt x="1853753" y="3440786"/>
                  <a:pt x="1832882" y="3461657"/>
                </a:cubicBezTo>
                <a:cubicBezTo>
                  <a:pt x="1812333" y="3482205"/>
                  <a:pt x="1794433" y="3480413"/>
                  <a:pt x="1777405" y="3456102"/>
                </a:cubicBezTo>
                <a:close/>
                <a:moveTo>
                  <a:pt x="1958375" y="3461477"/>
                </a:moveTo>
                <a:cubicBezTo>
                  <a:pt x="1950684" y="3441434"/>
                  <a:pt x="1959248" y="3429000"/>
                  <a:pt x="1980743" y="3429000"/>
                </a:cubicBezTo>
                <a:cubicBezTo>
                  <a:pt x="1999467" y="3429000"/>
                  <a:pt x="2009571" y="3445350"/>
                  <a:pt x="2002815" y="3464718"/>
                </a:cubicBezTo>
                <a:cubicBezTo>
                  <a:pt x="1996876" y="3481745"/>
                  <a:pt x="1965268" y="3479440"/>
                  <a:pt x="1958375" y="3461477"/>
                </a:cubicBezTo>
                <a:close/>
                <a:moveTo>
                  <a:pt x="3035299" y="3470275"/>
                </a:moveTo>
                <a:cubicBezTo>
                  <a:pt x="3023097" y="3458072"/>
                  <a:pt x="3029085" y="3430986"/>
                  <a:pt x="3045367" y="3424738"/>
                </a:cubicBezTo>
                <a:cubicBezTo>
                  <a:pt x="3067495" y="3416246"/>
                  <a:pt x="3090155" y="3445973"/>
                  <a:pt x="3075247" y="3463937"/>
                </a:cubicBezTo>
                <a:cubicBezTo>
                  <a:pt x="3063905" y="3477602"/>
                  <a:pt x="3045541" y="3480516"/>
                  <a:pt x="3035299" y="3470275"/>
                </a:cubicBezTo>
                <a:close/>
                <a:moveTo>
                  <a:pt x="1566080" y="3444684"/>
                </a:moveTo>
                <a:cubicBezTo>
                  <a:pt x="1555795" y="3417881"/>
                  <a:pt x="1565985" y="3386137"/>
                  <a:pt x="1584874" y="3386137"/>
                </a:cubicBezTo>
                <a:cubicBezTo>
                  <a:pt x="1610466" y="3386137"/>
                  <a:pt x="1626842" y="3414826"/>
                  <a:pt x="1613417" y="3436143"/>
                </a:cubicBezTo>
                <a:cubicBezTo>
                  <a:pt x="1599669" y="3457975"/>
                  <a:pt x="1573025" y="3462782"/>
                  <a:pt x="1566080" y="3444684"/>
                </a:cubicBezTo>
                <a:close/>
                <a:moveTo>
                  <a:pt x="2811021" y="3425618"/>
                </a:moveTo>
                <a:cubicBezTo>
                  <a:pt x="2802720" y="3415617"/>
                  <a:pt x="2803254" y="3409871"/>
                  <a:pt x="2813256" y="3401571"/>
                </a:cubicBezTo>
                <a:cubicBezTo>
                  <a:pt x="2823257" y="3393270"/>
                  <a:pt x="2829003" y="3393804"/>
                  <a:pt x="2837303" y="3403806"/>
                </a:cubicBezTo>
                <a:cubicBezTo>
                  <a:pt x="2845604" y="3413807"/>
                  <a:pt x="2845070" y="3419553"/>
                  <a:pt x="2835068" y="3427853"/>
                </a:cubicBezTo>
                <a:cubicBezTo>
                  <a:pt x="2825067" y="3436154"/>
                  <a:pt x="2819321" y="3435620"/>
                  <a:pt x="2811021" y="3425618"/>
                </a:cubicBezTo>
                <a:close/>
                <a:moveTo>
                  <a:pt x="2195512" y="3400425"/>
                </a:moveTo>
                <a:cubicBezTo>
                  <a:pt x="2187239" y="3387039"/>
                  <a:pt x="2198423" y="3372025"/>
                  <a:pt x="2217505" y="3370900"/>
                </a:cubicBezTo>
                <a:cubicBezTo>
                  <a:pt x="2227531" y="3370309"/>
                  <a:pt x="2224622" y="3367072"/>
                  <a:pt x="2209800" y="3362325"/>
                </a:cubicBezTo>
                <a:lnTo>
                  <a:pt x="2185987" y="3354698"/>
                </a:lnTo>
                <a:lnTo>
                  <a:pt x="2211162" y="3353749"/>
                </a:lnTo>
                <a:cubicBezTo>
                  <a:pt x="2226280" y="3353179"/>
                  <a:pt x="2238711" y="3358989"/>
                  <a:pt x="2242282" y="3368294"/>
                </a:cubicBezTo>
                <a:cubicBezTo>
                  <a:pt x="2253071" y="3396410"/>
                  <a:pt x="2210925" y="3425363"/>
                  <a:pt x="2195512" y="3400425"/>
                </a:cubicBezTo>
                <a:close/>
                <a:moveTo>
                  <a:pt x="1127394" y="3367087"/>
                </a:moveTo>
                <a:cubicBezTo>
                  <a:pt x="1119638" y="3346875"/>
                  <a:pt x="1130243" y="3324225"/>
                  <a:pt x="1147463" y="3324225"/>
                </a:cubicBezTo>
                <a:cubicBezTo>
                  <a:pt x="1157320" y="3324225"/>
                  <a:pt x="1162050" y="3333489"/>
                  <a:pt x="1162050" y="3352800"/>
                </a:cubicBezTo>
                <a:cubicBezTo>
                  <a:pt x="1162050" y="3383454"/>
                  <a:pt x="1137550" y="3393554"/>
                  <a:pt x="1127394" y="3367087"/>
                </a:cubicBezTo>
                <a:close/>
                <a:moveTo>
                  <a:pt x="2901949" y="3375025"/>
                </a:moveTo>
                <a:cubicBezTo>
                  <a:pt x="2890674" y="3363749"/>
                  <a:pt x="2895204" y="3335939"/>
                  <a:pt x="2909191" y="3330572"/>
                </a:cubicBezTo>
                <a:cubicBezTo>
                  <a:pt x="2927055" y="3323717"/>
                  <a:pt x="2945156" y="3346207"/>
                  <a:pt x="2937607" y="3365880"/>
                </a:cubicBezTo>
                <a:cubicBezTo>
                  <a:pt x="2931526" y="3381728"/>
                  <a:pt x="2913321" y="3386396"/>
                  <a:pt x="2901949" y="3375025"/>
                </a:cubicBezTo>
                <a:close/>
                <a:moveTo>
                  <a:pt x="1870098" y="3337872"/>
                </a:moveTo>
                <a:cubicBezTo>
                  <a:pt x="1862591" y="3318309"/>
                  <a:pt x="1877658" y="3303689"/>
                  <a:pt x="1894561" y="3314135"/>
                </a:cubicBezTo>
                <a:cubicBezTo>
                  <a:pt x="1908956" y="3323031"/>
                  <a:pt x="1902326" y="3352800"/>
                  <a:pt x="1885950" y="3352800"/>
                </a:cubicBezTo>
                <a:cubicBezTo>
                  <a:pt x="1880382" y="3352800"/>
                  <a:pt x="1873249" y="3346082"/>
                  <a:pt x="1870098" y="3337872"/>
                </a:cubicBezTo>
                <a:close/>
                <a:moveTo>
                  <a:pt x="1653449" y="3327800"/>
                </a:moveTo>
                <a:cubicBezTo>
                  <a:pt x="1645370" y="3306746"/>
                  <a:pt x="1669832" y="3281566"/>
                  <a:pt x="1690616" y="3289542"/>
                </a:cubicBezTo>
                <a:cubicBezTo>
                  <a:pt x="1700285" y="3293252"/>
                  <a:pt x="1705140" y="3303809"/>
                  <a:pt x="1703261" y="3317038"/>
                </a:cubicBezTo>
                <a:cubicBezTo>
                  <a:pt x="1699463" y="3343785"/>
                  <a:pt x="1662637" y="3351741"/>
                  <a:pt x="1653449" y="3327800"/>
                </a:cubicBezTo>
                <a:close/>
                <a:moveTo>
                  <a:pt x="2026905" y="3331413"/>
                </a:moveTo>
                <a:cubicBezTo>
                  <a:pt x="1988224" y="3301014"/>
                  <a:pt x="2008377" y="3238500"/>
                  <a:pt x="2056859" y="3238500"/>
                </a:cubicBezTo>
                <a:cubicBezTo>
                  <a:pt x="2075162" y="3238500"/>
                  <a:pt x="2105025" y="3271166"/>
                  <a:pt x="2105025" y="3291186"/>
                </a:cubicBezTo>
                <a:cubicBezTo>
                  <a:pt x="2105025" y="3323857"/>
                  <a:pt x="2052022" y="3351151"/>
                  <a:pt x="2026905" y="3331413"/>
                </a:cubicBezTo>
                <a:close/>
                <a:moveTo>
                  <a:pt x="3062967" y="3328307"/>
                </a:moveTo>
                <a:cubicBezTo>
                  <a:pt x="3039985" y="3305325"/>
                  <a:pt x="3046645" y="3257550"/>
                  <a:pt x="3072831" y="3257550"/>
                </a:cubicBezTo>
                <a:cubicBezTo>
                  <a:pt x="3082207" y="3257550"/>
                  <a:pt x="3086100" y="3270125"/>
                  <a:pt x="3086100" y="3300412"/>
                </a:cubicBezTo>
                <a:cubicBezTo>
                  <a:pt x="3086100" y="3347934"/>
                  <a:pt x="3084511" y="3349850"/>
                  <a:pt x="3062967" y="3328307"/>
                </a:cubicBezTo>
                <a:close/>
                <a:moveTo>
                  <a:pt x="2772077" y="3274218"/>
                </a:moveTo>
                <a:cubicBezTo>
                  <a:pt x="2771740" y="3234374"/>
                  <a:pt x="2776097" y="3230031"/>
                  <a:pt x="2790120" y="3256234"/>
                </a:cubicBezTo>
                <a:cubicBezTo>
                  <a:pt x="2796949" y="3268993"/>
                  <a:pt x="2795792" y="3279013"/>
                  <a:pt x="2785996" y="3291952"/>
                </a:cubicBezTo>
                <a:cubicBezTo>
                  <a:pt x="2773407" y="3308581"/>
                  <a:pt x="2772358" y="3307245"/>
                  <a:pt x="2772077" y="3274218"/>
                </a:cubicBezTo>
                <a:close/>
                <a:moveTo>
                  <a:pt x="1010029" y="3281820"/>
                </a:moveTo>
                <a:cubicBezTo>
                  <a:pt x="984810" y="3251432"/>
                  <a:pt x="1022020" y="3203668"/>
                  <a:pt x="1051714" y="3228312"/>
                </a:cubicBezTo>
                <a:cubicBezTo>
                  <a:pt x="1069632" y="3243183"/>
                  <a:pt x="1071275" y="3268314"/>
                  <a:pt x="1055370" y="3284220"/>
                </a:cubicBezTo>
                <a:cubicBezTo>
                  <a:pt x="1040098" y="3299491"/>
                  <a:pt x="1023987" y="3298638"/>
                  <a:pt x="1010029" y="3281820"/>
                </a:cubicBezTo>
                <a:close/>
                <a:moveTo>
                  <a:pt x="852342" y="3266617"/>
                </a:moveTo>
                <a:cubicBezTo>
                  <a:pt x="845557" y="3245241"/>
                  <a:pt x="861716" y="3219450"/>
                  <a:pt x="881893" y="3219450"/>
                </a:cubicBezTo>
                <a:cubicBezTo>
                  <a:pt x="902385" y="3219450"/>
                  <a:pt x="917931" y="3256105"/>
                  <a:pt x="904369" y="3272446"/>
                </a:cubicBezTo>
                <a:cubicBezTo>
                  <a:pt x="887844" y="3292357"/>
                  <a:pt x="859504" y="3289182"/>
                  <a:pt x="852342" y="3266617"/>
                </a:cubicBezTo>
                <a:close/>
                <a:moveTo>
                  <a:pt x="1757902" y="3226855"/>
                </a:moveTo>
                <a:cubicBezTo>
                  <a:pt x="1738635" y="3199348"/>
                  <a:pt x="1739205" y="3187804"/>
                  <a:pt x="1760792" y="3168268"/>
                </a:cubicBezTo>
                <a:cubicBezTo>
                  <a:pt x="1788304" y="3143370"/>
                  <a:pt x="1828800" y="3162164"/>
                  <a:pt x="1828800" y="3199829"/>
                </a:cubicBezTo>
                <a:cubicBezTo>
                  <a:pt x="1828800" y="3245868"/>
                  <a:pt x="1783353" y="3263192"/>
                  <a:pt x="1757902" y="3226855"/>
                </a:cubicBezTo>
                <a:close/>
                <a:moveTo>
                  <a:pt x="2908839" y="3224916"/>
                </a:moveTo>
                <a:cubicBezTo>
                  <a:pt x="2900173" y="3202333"/>
                  <a:pt x="2912435" y="3179526"/>
                  <a:pt x="2931289" y="3183157"/>
                </a:cubicBezTo>
                <a:cubicBezTo>
                  <a:pt x="2941834" y="3185188"/>
                  <a:pt x="2947987" y="3195052"/>
                  <a:pt x="2947987" y="3209925"/>
                </a:cubicBezTo>
                <a:cubicBezTo>
                  <a:pt x="2947987" y="3237077"/>
                  <a:pt x="2917923" y="3248589"/>
                  <a:pt x="2908839" y="3224916"/>
                </a:cubicBezTo>
                <a:close/>
                <a:moveTo>
                  <a:pt x="2184925" y="3215355"/>
                </a:moveTo>
                <a:cubicBezTo>
                  <a:pt x="2175442" y="3190641"/>
                  <a:pt x="2188734" y="3170214"/>
                  <a:pt x="2212138" y="3173538"/>
                </a:cubicBezTo>
                <a:cubicBezTo>
                  <a:pt x="2227880" y="3175773"/>
                  <a:pt x="2233612" y="3182943"/>
                  <a:pt x="2233612" y="3200400"/>
                </a:cubicBezTo>
                <a:cubicBezTo>
                  <a:pt x="2233612" y="3228516"/>
                  <a:pt x="2194577" y="3240507"/>
                  <a:pt x="2184925" y="3215355"/>
                </a:cubicBezTo>
                <a:close/>
                <a:moveTo>
                  <a:pt x="2309457" y="3208805"/>
                </a:moveTo>
                <a:cubicBezTo>
                  <a:pt x="2301341" y="3183235"/>
                  <a:pt x="2332389" y="3149243"/>
                  <a:pt x="2355691" y="3158185"/>
                </a:cubicBezTo>
                <a:cubicBezTo>
                  <a:pt x="2377806" y="3166671"/>
                  <a:pt x="2375754" y="3183768"/>
                  <a:pt x="2349679" y="3208264"/>
                </a:cubicBezTo>
                <a:cubicBezTo>
                  <a:pt x="2322284" y="3234000"/>
                  <a:pt x="2317474" y="3234065"/>
                  <a:pt x="2309457" y="3208805"/>
                </a:cubicBezTo>
                <a:close/>
                <a:moveTo>
                  <a:pt x="1554480" y="3198495"/>
                </a:moveTo>
                <a:cubicBezTo>
                  <a:pt x="1538984" y="3182999"/>
                  <a:pt x="1540046" y="3148075"/>
                  <a:pt x="1556426" y="3134481"/>
                </a:cubicBezTo>
                <a:cubicBezTo>
                  <a:pt x="1572920" y="3120792"/>
                  <a:pt x="1618768" y="3130911"/>
                  <a:pt x="1626033" y="3149845"/>
                </a:cubicBezTo>
                <a:cubicBezTo>
                  <a:pt x="1641579" y="3190357"/>
                  <a:pt x="1584887" y="3228902"/>
                  <a:pt x="1554480" y="3198495"/>
                </a:cubicBezTo>
                <a:close/>
                <a:moveTo>
                  <a:pt x="1124285" y="3172451"/>
                </a:moveTo>
                <a:cubicBezTo>
                  <a:pt x="1109771" y="3145332"/>
                  <a:pt x="1112139" y="3129220"/>
                  <a:pt x="1133475" y="3109912"/>
                </a:cubicBezTo>
                <a:cubicBezTo>
                  <a:pt x="1152290" y="3092884"/>
                  <a:pt x="1152525" y="3093275"/>
                  <a:pt x="1152525" y="3141773"/>
                </a:cubicBezTo>
                <a:cubicBezTo>
                  <a:pt x="1152525" y="3192507"/>
                  <a:pt x="1141454" y="3204533"/>
                  <a:pt x="1124285" y="3172451"/>
                </a:cubicBezTo>
                <a:close/>
                <a:moveTo>
                  <a:pt x="1949851" y="3165876"/>
                </a:moveTo>
                <a:cubicBezTo>
                  <a:pt x="1937237" y="3153262"/>
                  <a:pt x="1943031" y="3116739"/>
                  <a:pt x="1958594" y="3110767"/>
                </a:cubicBezTo>
                <a:cubicBezTo>
                  <a:pt x="1979704" y="3102666"/>
                  <a:pt x="2001795" y="3122911"/>
                  <a:pt x="1998328" y="3147179"/>
                </a:cubicBezTo>
                <a:cubicBezTo>
                  <a:pt x="1995511" y="3166893"/>
                  <a:pt x="1963294" y="3179319"/>
                  <a:pt x="1949851" y="3165876"/>
                </a:cubicBezTo>
                <a:close/>
                <a:moveTo>
                  <a:pt x="3059906" y="3165516"/>
                </a:moveTo>
                <a:cubicBezTo>
                  <a:pt x="3042710" y="3158578"/>
                  <a:pt x="3044767" y="3114675"/>
                  <a:pt x="3062287" y="3114675"/>
                </a:cubicBezTo>
                <a:cubicBezTo>
                  <a:pt x="3071812" y="3114675"/>
                  <a:pt x="3076575" y="3124200"/>
                  <a:pt x="3076575" y="3143250"/>
                </a:cubicBezTo>
                <a:cubicBezTo>
                  <a:pt x="3076575" y="3158966"/>
                  <a:pt x="3075503" y="3171486"/>
                  <a:pt x="3074193" y="3171073"/>
                </a:cubicBezTo>
                <a:cubicBezTo>
                  <a:pt x="3072884" y="3170659"/>
                  <a:pt x="3066454" y="3168159"/>
                  <a:pt x="3059906" y="3165516"/>
                </a:cubicBezTo>
                <a:close/>
                <a:moveTo>
                  <a:pt x="1378299" y="3128663"/>
                </a:moveTo>
                <a:cubicBezTo>
                  <a:pt x="1359685" y="3103088"/>
                  <a:pt x="1362826" y="3099784"/>
                  <a:pt x="1391276" y="3115010"/>
                </a:cubicBezTo>
                <a:cubicBezTo>
                  <a:pt x="1401409" y="3120433"/>
                  <a:pt x="1409700" y="3131148"/>
                  <a:pt x="1409700" y="3138822"/>
                </a:cubicBezTo>
                <a:cubicBezTo>
                  <a:pt x="1409700" y="3159257"/>
                  <a:pt x="1397752" y="3155391"/>
                  <a:pt x="1378299" y="3128663"/>
                </a:cubicBezTo>
                <a:close/>
                <a:moveTo>
                  <a:pt x="2800785" y="3119961"/>
                </a:moveTo>
                <a:cubicBezTo>
                  <a:pt x="2773693" y="3087318"/>
                  <a:pt x="2811058" y="3032134"/>
                  <a:pt x="2845593" y="3053783"/>
                </a:cubicBezTo>
                <a:cubicBezTo>
                  <a:pt x="2879582" y="3075090"/>
                  <a:pt x="2867356" y="3133725"/>
                  <a:pt x="2828925" y="3133725"/>
                </a:cubicBezTo>
                <a:cubicBezTo>
                  <a:pt x="2819730" y="3133725"/>
                  <a:pt x="2807067" y="3127531"/>
                  <a:pt x="2800785" y="3119961"/>
                </a:cubicBezTo>
                <a:close/>
                <a:moveTo>
                  <a:pt x="937107" y="3110468"/>
                </a:moveTo>
                <a:cubicBezTo>
                  <a:pt x="934209" y="3102916"/>
                  <a:pt x="933331" y="3088986"/>
                  <a:pt x="935156" y="3079512"/>
                </a:cubicBezTo>
                <a:cubicBezTo>
                  <a:pt x="939666" y="3056090"/>
                  <a:pt x="984367" y="3056008"/>
                  <a:pt x="988874" y="3079413"/>
                </a:cubicBezTo>
                <a:cubicBezTo>
                  <a:pt x="995426" y="3113433"/>
                  <a:pt x="948945" y="3141317"/>
                  <a:pt x="937107" y="3110468"/>
                </a:cubicBezTo>
                <a:close/>
                <a:moveTo>
                  <a:pt x="2413269" y="3090862"/>
                </a:moveTo>
                <a:cubicBezTo>
                  <a:pt x="2404843" y="3068904"/>
                  <a:pt x="2416679" y="3048000"/>
                  <a:pt x="2437538" y="3048000"/>
                </a:cubicBezTo>
                <a:cubicBezTo>
                  <a:pt x="2461115" y="3048000"/>
                  <a:pt x="2469957" y="3061698"/>
                  <a:pt x="2462185" y="3086185"/>
                </a:cubicBezTo>
                <a:cubicBezTo>
                  <a:pt x="2455139" y="3108383"/>
                  <a:pt x="2421236" y="3111625"/>
                  <a:pt x="2413269" y="3090862"/>
                </a:cubicBezTo>
                <a:close/>
                <a:moveTo>
                  <a:pt x="2115028" y="3072388"/>
                </a:moveTo>
                <a:cubicBezTo>
                  <a:pt x="2108769" y="3064847"/>
                  <a:pt x="2105029" y="3046630"/>
                  <a:pt x="2106717" y="3031907"/>
                </a:cubicBezTo>
                <a:cubicBezTo>
                  <a:pt x="2111085" y="2993814"/>
                  <a:pt x="2167827" y="2986392"/>
                  <a:pt x="2176945" y="3022721"/>
                </a:cubicBezTo>
                <a:cubicBezTo>
                  <a:pt x="2188884" y="3070287"/>
                  <a:pt x="2143498" y="3106693"/>
                  <a:pt x="2115028" y="3072388"/>
                </a:cubicBezTo>
                <a:close/>
                <a:moveTo>
                  <a:pt x="1680068" y="3062870"/>
                </a:moveTo>
                <a:cubicBezTo>
                  <a:pt x="1672535" y="3043239"/>
                  <a:pt x="1692804" y="3019007"/>
                  <a:pt x="1710937" y="3025965"/>
                </a:cubicBezTo>
                <a:cubicBezTo>
                  <a:pt x="1729943" y="3033259"/>
                  <a:pt x="1723505" y="3070809"/>
                  <a:pt x="1702564" y="3074800"/>
                </a:cubicBezTo>
                <a:cubicBezTo>
                  <a:pt x="1693381" y="3076550"/>
                  <a:pt x="1683257" y="3071182"/>
                  <a:pt x="1680068" y="3062870"/>
                </a:cubicBezTo>
                <a:close/>
                <a:moveTo>
                  <a:pt x="2965989" y="3053466"/>
                </a:moveTo>
                <a:cubicBezTo>
                  <a:pt x="2957323" y="3030883"/>
                  <a:pt x="2969585" y="3008076"/>
                  <a:pt x="2988439" y="3011707"/>
                </a:cubicBezTo>
                <a:cubicBezTo>
                  <a:pt x="2998984" y="3013738"/>
                  <a:pt x="3005137" y="3023602"/>
                  <a:pt x="3005137" y="3038475"/>
                </a:cubicBezTo>
                <a:cubicBezTo>
                  <a:pt x="3005137" y="3065627"/>
                  <a:pt x="2975073" y="3077139"/>
                  <a:pt x="2965989" y="3053466"/>
                </a:cubicBezTo>
                <a:close/>
                <a:moveTo>
                  <a:pt x="1834555" y="3037002"/>
                </a:moveTo>
                <a:cubicBezTo>
                  <a:pt x="1807344" y="2998152"/>
                  <a:pt x="1851538" y="2954945"/>
                  <a:pt x="1886304" y="2986408"/>
                </a:cubicBezTo>
                <a:cubicBezTo>
                  <a:pt x="1909584" y="3007476"/>
                  <a:pt x="1909908" y="3021555"/>
                  <a:pt x="1887581" y="3041761"/>
                </a:cubicBezTo>
                <a:cubicBezTo>
                  <a:pt x="1864377" y="3062760"/>
                  <a:pt x="1851807" y="3061632"/>
                  <a:pt x="1834555" y="3037002"/>
                </a:cubicBezTo>
                <a:close/>
                <a:moveTo>
                  <a:pt x="1482725" y="3041650"/>
                </a:moveTo>
                <a:cubicBezTo>
                  <a:pt x="1470266" y="3029191"/>
                  <a:pt x="1476652" y="2992781"/>
                  <a:pt x="1492353" y="2986756"/>
                </a:cubicBezTo>
                <a:cubicBezTo>
                  <a:pt x="1514728" y="2978170"/>
                  <a:pt x="1536975" y="3003072"/>
                  <a:pt x="1529099" y="3027887"/>
                </a:cubicBezTo>
                <a:cubicBezTo>
                  <a:pt x="1523000" y="3047104"/>
                  <a:pt x="1496148" y="3055073"/>
                  <a:pt x="1482725" y="3041650"/>
                </a:cubicBezTo>
                <a:close/>
                <a:moveTo>
                  <a:pt x="1111250" y="3022600"/>
                </a:moveTo>
                <a:cubicBezTo>
                  <a:pt x="1101047" y="3012397"/>
                  <a:pt x="1103936" y="2983044"/>
                  <a:pt x="1115869" y="2975669"/>
                </a:cubicBezTo>
                <a:cubicBezTo>
                  <a:pt x="1132548" y="2965361"/>
                  <a:pt x="1154827" y="3000411"/>
                  <a:pt x="1141672" y="3016262"/>
                </a:cubicBezTo>
                <a:cubicBezTo>
                  <a:pt x="1130026" y="3030295"/>
                  <a:pt x="1120855" y="3032205"/>
                  <a:pt x="1111250" y="3022600"/>
                </a:cubicBezTo>
                <a:close/>
                <a:moveTo>
                  <a:pt x="2287905" y="3007995"/>
                </a:moveTo>
                <a:cubicBezTo>
                  <a:pt x="2260818" y="2980908"/>
                  <a:pt x="2287314" y="2936312"/>
                  <a:pt x="2323642" y="2947842"/>
                </a:cubicBezTo>
                <a:cubicBezTo>
                  <a:pt x="2355800" y="2958048"/>
                  <a:pt x="2343941" y="3019425"/>
                  <a:pt x="2309812" y="3019425"/>
                </a:cubicBezTo>
                <a:cubicBezTo>
                  <a:pt x="2304049" y="3019425"/>
                  <a:pt x="2294191" y="3014281"/>
                  <a:pt x="2287905" y="3007995"/>
                </a:cubicBezTo>
                <a:close/>
                <a:moveTo>
                  <a:pt x="1987879" y="2975304"/>
                </a:moveTo>
                <a:cubicBezTo>
                  <a:pt x="1975148" y="2962573"/>
                  <a:pt x="1981276" y="2926183"/>
                  <a:pt x="1997178" y="2920081"/>
                </a:cubicBezTo>
                <a:cubicBezTo>
                  <a:pt x="2020946" y="2910960"/>
                  <a:pt x="2045662" y="2939019"/>
                  <a:pt x="2032405" y="2960072"/>
                </a:cubicBezTo>
                <a:cubicBezTo>
                  <a:pt x="2021049" y="2978104"/>
                  <a:pt x="1998420" y="2985845"/>
                  <a:pt x="1987879" y="2975304"/>
                </a:cubicBezTo>
                <a:close/>
                <a:moveTo>
                  <a:pt x="2487930" y="2969895"/>
                </a:moveTo>
                <a:cubicBezTo>
                  <a:pt x="2459359" y="2941324"/>
                  <a:pt x="2488778" y="2876550"/>
                  <a:pt x="2530326" y="2876550"/>
                </a:cubicBezTo>
                <a:cubicBezTo>
                  <a:pt x="2549030" y="2876550"/>
                  <a:pt x="2571750" y="2904845"/>
                  <a:pt x="2571750" y="2928141"/>
                </a:cubicBezTo>
                <a:cubicBezTo>
                  <a:pt x="2571750" y="2969345"/>
                  <a:pt x="2515433" y="2997398"/>
                  <a:pt x="2487930" y="2969895"/>
                </a:cubicBezTo>
                <a:close/>
                <a:moveTo>
                  <a:pt x="1352929" y="2957970"/>
                </a:moveTo>
                <a:cubicBezTo>
                  <a:pt x="1333095" y="2934071"/>
                  <a:pt x="1344880" y="2909887"/>
                  <a:pt x="1376362" y="2909887"/>
                </a:cubicBezTo>
                <a:cubicBezTo>
                  <a:pt x="1396043" y="2909887"/>
                  <a:pt x="1405682" y="2915109"/>
                  <a:pt x="1407974" y="2927013"/>
                </a:cubicBezTo>
                <a:cubicBezTo>
                  <a:pt x="1411756" y="2946651"/>
                  <a:pt x="1394005" y="2971800"/>
                  <a:pt x="1376362" y="2971800"/>
                </a:cubicBezTo>
                <a:cubicBezTo>
                  <a:pt x="1369787" y="2971800"/>
                  <a:pt x="1359242" y="2965576"/>
                  <a:pt x="1352929" y="2957970"/>
                </a:cubicBezTo>
                <a:close/>
                <a:moveTo>
                  <a:pt x="971929" y="2938920"/>
                </a:moveTo>
                <a:cubicBezTo>
                  <a:pt x="946627" y="2908432"/>
                  <a:pt x="983790" y="2861598"/>
                  <a:pt x="1016793" y="2882382"/>
                </a:cubicBezTo>
                <a:cubicBezTo>
                  <a:pt x="1049772" y="2903150"/>
                  <a:pt x="1038023" y="2952750"/>
                  <a:pt x="1000125" y="2952750"/>
                </a:cubicBezTo>
                <a:cubicBezTo>
                  <a:pt x="990930" y="2952750"/>
                  <a:pt x="978242" y="2946526"/>
                  <a:pt x="971929" y="2938920"/>
                </a:cubicBezTo>
                <a:close/>
                <a:moveTo>
                  <a:pt x="2872405" y="2934382"/>
                </a:moveTo>
                <a:cubicBezTo>
                  <a:pt x="2838724" y="2897166"/>
                  <a:pt x="2888051" y="2839096"/>
                  <a:pt x="2924967" y="2872504"/>
                </a:cubicBezTo>
                <a:cubicBezTo>
                  <a:pt x="2947121" y="2892553"/>
                  <a:pt x="2948386" y="2917652"/>
                  <a:pt x="2928257" y="2937782"/>
                </a:cubicBezTo>
                <a:cubicBezTo>
                  <a:pt x="2908412" y="2957626"/>
                  <a:pt x="2892568" y="2956662"/>
                  <a:pt x="2872405" y="2934382"/>
                </a:cubicBezTo>
                <a:close/>
                <a:moveTo>
                  <a:pt x="1765593" y="2909951"/>
                </a:moveTo>
                <a:cubicBezTo>
                  <a:pt x="1762294" y="2901353"/>
                  <a:pt x="1764162" y="2889752"/>
                  <a:pt x="1769745" y="2884170"/>
                </a:cubicBezTo>
                <a:cubicBezTo>
                  <a:pt x="1784257" y="2869657"/>
                  <a:pt x="1811754" y="2882921"/>
                  <a:pt x="1807963" y="2902605"/>
                </a:cubicBezTo>
                <a:cubicBezTo>
                  <a:pt x="1803740" y="2924530"/>
                  <a:pt x="1773219" y="2929822"/>
                  <a:pt x="1765593" y="2909951"/>
                </a:cubicBezTo>
                <a:close/>
                <a:moveTo>
                  <a:pt x="1581485" y="2896226"/>
                </a:moveTo>
                <a:cubicBezTo>
                  <a:pt x="1560746" y="2857475"/>
                  <a:pt x="1587890" y="2814867"/>
                  <a:pt x="1629398" y="2821015"/>
                </a:cubicBezTo>
                <a:cubicBezTo>
                  <a:pt x="1655072" y="2824818"/>
                  <a:pt x="1678063" y="2857611"/>
                  <a:pt x="1659731" y="2864280"/>
                </a:cubicBezTo>
                <a:cubicBezTo>
                  <a:pt x="1653182" y="2866663"/>
                  <a:pt x="1647825" y="2872794"/>
                  <a:pt x="1647825" y="2877905"/>
                </a:cubicBezTo>
                <a:cubicBezTo>
                  <a:pt x="1647825" y="2883017"/>
                  <a:pt x="1652111" y="2884550"/>
                  <a:pt x="1657350" y="2881312"/>
                </a:cubicBezTo>
                <a:cubicBezTo>
                  <a:pt x="1670686" y="2873069"/>
                  <a:pt x="1669266" y="2889398"/>
                  <a:pt x="1655445" y="2903220"/>
                </a:cubicBezTo>
                <a:cubicBezTo>
                  <a:pt x="1637333" y="2921331"/>
                  <a:pt x="1592660" y="2917107"/>
                  <a:pt x="1581485" y="2896226"/>
                </a:cubicBezTo>
                <a:close/>
                <a:moveTo>
                  <a:pt x="2171566" y="2881151"/>
                </a:moveTo>
                <a:cubicBezTo>
                  <a:pt x="2161104" y="2868545"/>
                  <a:pt x="2161640" y="2863477"/>
                  <a:pt x="2174831" y="2850286"/>
                </a:cubicBezTo>
                <a:cubicBezTo>
                  <a:pt x="2193378" y="2831738"/>
                  <a:pt x="2213602" y="2845077"/>
                  <a:pt x="2208312" y="2872367"/>
                </a:cubicBezTo>
                <a:cubicBezTo>
                  <a:pt x="2203858" y="2895341"/>
                  <a:pt x="2186739" y="2899434"/>
                  <a:pt x="2171566" y="2881151"/>
                </a:cubicBezTo>
                <a:close/>
                <a:moveTo>
                  <a:pt x="1195732" y="2845593"/>
                </a:moveTo>
                <a:cubicBezTo>
                  <a:pt x="1180691" y="2809839"/>
                  <a:pt x="1182227" y="2805925"/>
                  <a:pt x="1208077" y="2814130"/>
                </a:cubicBezTo>
                <a:cubicBezTo>
                  <a:pt x="1229814" y="2821029"/>
                  <a:pt x="1240103" y="2841585"/>
                  <a:pt x="1232169" y="2862262"/>
                </a:cubicBezTo>
                <a:cubicBezTo>
                  <a:pt x="1223387" y="2885148"/>
                  <a:pt x="1209747" y="2878908"/>
                  <a:pt x="1195732" y="2845593"/>
                </a:cubicBezTo>
                <a:close/>
                <a:moveTo>
                  <a:pt x="1905000" y="2843212"/>
                </a:moveTo>
                <a:cubicBezTo>
                  <a:pt x="1905000" y="2817709"/>
                  <a:pt x="1936977" y="2808294"/>
                  <a:pt x="1945440" y="2831306"/>
                </a:cubicBezTo>
                <a:cubicBezTo>
                  <a:pt x="1952661" y="2850942"/>
                  <a:pt x="1942672" y="2867025"/>
                  <a:pt x="1923256" y="2867025"/>
                </a:cubicBezTo>
                <a:cubicBezTo>
                  <a:pt x="1910132" y="2867025"/>
                  <a:pt x="1905000" y="2860329"/>
                  <a:pt x="1905000" y="2843212"/>
                </a:cubicBezTo>
                <a:close/>
                <a:moveTo>
                  <a:pt x="3049905" y="2855595"/>
                </a:moveTo>
                <a:cubicBezTo>
                  <a:pt x="3034513" y="2840203"/>
                  <a:pt x="3035513" y="2824190"/>
                  <a:pt x="3052762" y="2809875"/>
                </a:cubicBezTo>
                <a:cubicBezTo>
                  <a:pt x="3065015" y="2799706"/>
                  <a:pt x="3067050" y="2802931"/>
                  <a:pt x="3067050" y="2832521"/>
                </a:cubicBezTo>
                <a:cubicBezTo>
                  <a:pt x="3067050" y="2870817"/>
                  <a:pt x="3066230" y="2871920"/>
                  <a:pt x="3049905" y="2855595"/>
                </a:cubicBezTo>
                <a:close/>
                <a:moveTo>
                  <a:pt x="1409800" y="2805233"/>
                </a:moveTo>
                <a:cubicBezTo>
                  <a:pt x="1385165" y="2775550"/>
                  <a:pt x="1426959" y="2737327"/>
                  <a:pt x="1454230" y="2764598"/>
                </a:cubicBezTo>
                <a:cubicBezTo>
                  <a:pt x="1465672" y="2776040"/>
                  <a:pt x="1466446" y="2783306"/>
                  <a:pt x="1457919" y="2799238"/>
                </a:cubicBezTo>
                <a:cubicBezTo>
                  <a:pt x="1445293" y="2822831"/>
                  <a:pt x="1426362" y="2825189"/>
                  <a:pt x="1409800" y="2805233"/>
                </a:cubicBezTo>
                <a:close/>
                <a:moveTo>
                  <a:pt x="2034503" y="2806960"/>
                </a:moveTo>
                <a:cubicBezTo>
                  <a:pt x="1998786" y="2780843"/>
                  <a:pt x="2036754" y="2716068"/>
                  <a:pt x="2074068" y="2739458"/>
                </a:cubicBezTo>
                <a:cubicBezTo>
                  <a:pt x="2096563" y="2753560"/>
                  <a:pt x="2099963" y="2785001"/>
                  <a:pt x="2081039" y="2803925"/>
                </a:cubicBezTo>
                <a:cubicBezTo>
                  <a:pt x="2062322" y="2822641"/>
                  <a:pt x="2056470" y="2823022"/>
                  <a:pt x="2034503" y="2806960"/>
                </a:cubicBezTo>
                <a:close/>
                <a:moveTo>
                  <a:pt x="2638425" y="2806236"/>
                </a:moveTo>
                <a:cubicBezTo>
                  <a:pt x="2638425" y="2798378"/>
                  <a:pt x="2642711" y="2789300"/>
                  <a:pt x="2647950" y="2786062"/>
                </a:cubicBezTo>
                <a:cubicBezTo>
                  <a:pt x="2653188" y="2782824"/>
                  <a:pt x="2657475" y="2786605"/>
                  <a:pt x="2657475" y="2794463"/>
                </a:cubicBezTo>
                <a:cubicBezTo>
                  <a:pt x="2657475" y="2802321"/>
                  <a:pt x="2653188" y="2811399"/>
                  <a:pt x="2647950" y="2814637"/>
                </a:cubicBezTo>
                <a:cubicBezTo>
                  <a:pt x="2642711" y="2817875"/>
                  <a:pt x="2638425" y="2814094"/>
                  <a:pt x="2638425" y="2806236"/>
                </a:cubicBezTo>
                <a:close/>
                <a:moveTo>
                  <a:pt x="2297430" y="2798445"/>
                </a:moveTo>
                <a:cubicBezTo>
                  <a:pt x="2281401" y="2782416"/>
                  <a:pt x="2283203" y="2747357"/>
                  <a:pt x="2300967" y="2729592"/>
                </a:cubicBezTo>
                <a:cubicBezTo>
                  <a:pt x="2320591" y="2709968"/>
                  <a:pt x="2336630" y="2710683"/>
                  <a:pt x="2355961" y="2732043"/>
                </a:cubicBezTo>
                <a:cubicBezTo>
                  <a:pt x="2385770" y="2764982"/>
                  <a:pt x="2370140" y="2809875"/>
                  <a:pt x="2328862" y="2809875"/>
                </a:cubicBezTo>
                <a:cubicBezTo>
                  <a:pt x="2317861" y="2809875"/>
                  <a:pt x="2303716" y="2804731"/>
                  <a:pt x="2297430" y="2798445"/>
                </a:cubicBezTo>
                <a:close/>
                <a:moveTo>
                  <a:pt x="2469356" y="2803525"/>
                </a:moveTo>
                <a:cubicBezTo>
                  <a:pt x="2452274" y="2796692"/>
                  <a:pt x="2454648" y="2753202"/>
                  <a:pt x="2472476" y="2746361"/>
                </a:cubicBezTo>
                <a:cubicBezTo>
                  <a:pt x="2495039" y="2737702"/>
                  <a:pt x="2521616" y="2768046"/>
                  <a:pt x="2508995" y="2788055"/>
                </a:cubicBezTo>
                <a:cubicBezTo>
                  <a:pt x="2497600" y="2806120"/>
                  <a:pt x="2486588" y="2810417"/>
                  <a:pt x="2469356" y="2803525"/>
                </a:cubicBezTo>
                <a:close/>
                <a:moveTo>
                  <a:pt x="866775" y="2753287"/>
                </a:moveTo>
                <a:cubicBezTo>
                  <a:pt x="866775" y="2699304"/>
                  <a:pt x="874345" y="2690503"/>
                  <a:pt x="903322" y="2710799"/>
                </a:cubicBezTo>
                <a:cubicBezTo>
                  <a:pt x="928493" y="2728430"/>
                  <a:pt x="929999" y="2763325"/>
                  <a:pt x="906506" y="2784586"/>
                </a:cubicBezTo>
                <a:cubicBezTo>
                  <a:pt x="876690" y="2811569"/>
                  <a:pt x="866775" y="2803758"/>
                  <a:pt x="866775" y="2753287"/>
                </a:cubicBezTo>
                <a:close/>
                <a:moveTo>
                  <a:pt x="2924041" y="2766851"/>
                </a:moveTo>
                <a:cubicBezTo>
                  <a:pt x="2913579" y="2754245"/>
                  <a:pt x="2914115" y="2749177"/>
                  <a:pt x="2927306" y="2735986"/>
                </a:cubicBezTo>
                <a:cubicBezTo>
                  <a:pt x="2945853" y="2717438"/>
                  <a:pt x="2966077" y="2730777"/>
                  <a:pt x="2960787" y="2758067"/>
                </a:cubicBezTo>
                <a:cubicBezTo>
                  <a:pt x="2956333" y="2781041"/>
                  <a:pt x="2939214" y="2785134"/>
                  <a:pt x="2924041" y="2766851"/>
                </a:cubicBezTo>
                <a:close/>
                <a:moveTo>
                  <a:pt x="1734055" y="2758096"/>
                </a:moveTo>
                <a:cubicBezTo>
                  <a:pt x="1725489" y="2747774"/>
                  <a:pt x="1725360" y="2739451"/>
                  <a:pt x="1733531" y="2724184"/>
                </a:cubicBezTo>
                <a:cubicBezTo>
                  <a:pt x="1745670" y="2701503"/>
                  <a:pt x="1769418" y="2701998"/>
                  <a:pt x="1784051" y="2725236"/>
                </a:cubicBezTo>
                <a:cubicBezTo>
                  <a:pt x="1806086" y="2760231"/>
                  <a:pt x="1760624" y="2790110"/>
                  <a:pt x="1734055" y="2758096"/>
                </a:cubicBezTo>
                <a:close/>
                <a:moveTo>
                  <a:pt x="1025524" y="2755900"/>
                </a:moveTo>
                <a:cubicBezTo>
                  <a:pt x="1014249" y="2744624"/>
                  <a:pt x="1018779" y="2716814"/>
                  <a:pt x="1032766" y="2711447"/>
                </a:cubicBezTo>
                <a:cubicBezTo>
                  <a:pt x="1053903" y="2703336"/>
                  <a:pt x="1071970" y="2730255"/>
                  <a:pt x="1057275" y="2747962"/>
                </a:cubicBezTo>
                <a:cubicBezTo>
                  <a:pt x="1044372" y="2763509"/>
                  <a:pt x="1035381" y="2765756"/>
                  <a:pt x="1025524" y="2755900"/>
                </a:cubicBezTo>
                <a:close/>
                <a:moveTo>
                  <a:pt x="2781300" y="2695575"/>
                </a:moveTo>
                <a:cubicBezTo>
                  <a:pt x="2781300" y="2642017"/>
                  <a:pt x="2801862" y="2629467"/>
                  <a:pt x="2820955" y="2671372"/>
                </a:cubicBezTo>
                <a:cubicBezTo>
                  <a:pt x="2829501" y="2690128"/>
                  <a:pt x="2828468" y="2699615"/>
                  <a:pt x="2815769" y="2718997"/>
                </a:cubicBezTo>
                <a:cubicBezTo>
                  <a:pt x="2791842" y="2755513"/>
                  <a:pt x="2781300" y="2748350"/>
                  <a:pt x="2781300" y="2695575"/>
                </a:cubicBezTo>
                <a:close/>
                <a:moveTo>
                  <a:pt x="1273063" y="2706731"/>
                </a:moveTo>
                <a:cubicBezTo>
                  <a:pt x="1243254" y="2673792"/>
                  <a:pt x="1258884" y="2628900"/>
                  <a:pt x="1300162" y="2628900"/>
                </a:cubicBezTo>
                <a:cubicBezTo>
                  <a:pt x="1342255" y="2628900"/>
                  <a:pt x="1358244" y="2678849"/>
                  <a:pt x="1325606" y="2708386"/>
                </a:cubicBezTo>
                <a:cubicBezTo>
                  <a:pt x="1303283" y="2728588"/>
                  <a:pt x="1292537" y="2728249"/>
                  <a:pt x="1273063" y="2706731"/>
                </a:cubicBezTo>
                <a:close/>
                <a:moveTo>
                  <a:pt x="1544955" y="2712720"/>
                </a:moveTo>
                <a:cubicBezTo>
                  <a:pt x="1516249" y="2684014"/>
                  <a:pt x="1544741" y="2641528"/>
                  <a:pt x="1585788" y="2651830"/>
                </a:cubicBezTo>
                <a:cubicBezTo>
                  <a:pt x="1625361" y="2661762"/>
                  <a:pt x="1613143" y="2724150"/>
                  <a:pt x="1571625" y="2724150"/>
                </a:cubicBezTo>
                <a:cubicBezTo>
                  <a:pt x="1563243" y="2724150"/>
                  <a:pt x="1551241" y="2719006"/>
                  <a:pt x="1544955" y="2712720"/>
                </a:cubicBezTo>
                <a:close/>
                <a:moveTo>
                  <a:pt x="2164556" y="2717451"/>
                </a:moveTo>
                <a:cubicBezTo>
                  <a:pt x="2149874" y="2712008"/>
                  <a:pt x="2148859" y="2679992"/>
                  <a:pt x="2163089" y="2671197"/>
                </a:cubicBezTo>
                <a:cubicBezTo>
                  <a:pt x="2182189" y="2659392"/>
                  <a:pt x="2206834" y="2693240"/>
                  <a:pt x="2190409" y="2708720"/>
                </a:cubicBezTo>
                <a:cubicBezTo>
                  <a:pt x="2182738" y="2715950"/>
                  <a:pt x="2171104" y="2719879"/>
                  <a:pt x="2164556" y="2717451"/>
                </a:cubicBezTo>
                <a:close/>
                <a:moveTo>
                  <a:pt x="1878544" y="2690272"/>
                </a:moveTo>
                <a:cubicBezTo>
                  <a:pt x="1839964" y="2663249"/>
                  <a:pt x="1862661" y="2600325"/>
                  <a:pt x="1910988" y="2600325"/>
                </a:cubicBezTo>
                <a:cubicBezTo>
                  <a:pt x="1952447" y="2600325"/>
                  <a:pt x="1968473" y="2659229"/>
                  <a:pt x="1935206" y="2689336"/>
                </a:cubicBezTo>
                <a:cubicBezTo>
                  <a:pt x="1913623" y="2708868"/>
                  <a:pt x="1905290" y="2709006"/>
                  <a:pt x="1878544" y="2690272"/>
                </a:cubicBezTo>
                <a:close/>
                <a:moveTo>
                  <a:pt x="1123950" y="2681287"/>
                </a:moveTo>
                <a:cubicBezTo>
                  <a:pt x="1123950" y="2671477"/>
                  <a:pt x="1130192" y="2666805"/>
                  <a:pt x="1140618" y="2668813"/>
                </a:cubicBezTo>
                <a:cubicBezTo>
                  <a:pt x="1160695" y="2672679"/>
                  <a:pt x="1159429" y="2689584"/>
                  <a:pt x="1138740" y="2693892"/>
                </a:cubicBezTo>
                <a:cubicBezTo>
                  <a:pt x="1130111" y="2695688"/>
                  <a:pt x="1123950" y="2690438"/>
                  <a:pt x="1123950" y="2681287"/>
                </a:cubicBezTo>
                <a:close/>
                <a:moveTo>
                  <a:pt x="2546889" y="2681991"/>
                </a:moveTo>
                <a:cubicBezTo>
                  <a:pt x="2538223" y="2659408"/>
                  <a:pt x="2550485" y="2636601"/>
                  <a:pt x="2569339" y="2640232"/>
                </a:cubicBezTo>
                <a:cubicBezTo>
                  <a:pt x="2579884" y="2642263"/>
                  <a:pt x="2586037" y="2652127"/>
                  <a:pt x="2586037" y="2667000"/>
                </a:cubicBezTo>
                <a:cubicBezTo>
                  <a:pt x="2586037" y="2694152"/>
                  <a:pt x="2555973" y="2705664"/>
                  <a:pt x="2546889" y="2681991"/>
                </a:cubicBezTo>
                <a:close/>
                <a:moveTo>
                  <a:pt x="3015331" y="2670071"/>
                </a:moveTo>
                <a:cubicBezTo>
                  <a:pt x="3008140" y="2651331"/>
                  <a:pt x="3031874" y="2623696"/>
                  <a:pt x="3047085" y="2633097"/>
                </a:cubicBezTo>
                <a:cubicBezTo>
                  <a:pt x="3052827" y="2636646"/>
                  <a:pt x="3057525" y="2650011"/>
                  <a:pt x="3057525" y="2662799"/>
                </a:cubicBezTo>
                <a:cubicBezTo>
                  <a:pt x="3057525" y="2690217"/>
                  <a:pt x="3025200" y="2695788"/>
                  <a:pt x="3015331" y="2670071"/>
                </a:cubicBezTo>
                <a:close/>
                <a:moveTo>
                  <a:pt x="1671124" y="2637595"/>
                </a:moveTo>
                <a:cubicBezTo>
                  <a:pt x="1661308" y="2621712"/>
                  <a:pt x="1683385" y="2603500"/>
                  <a:pt x="1696525" y="2616640"/>
                </a:cubicBezTo>
                <a:cubicBezTo>
                  <a:pt x="1707516" y="2627631"/>
                  <a:pt x="1700637" y="2647950"/>
                  <a:pt x="1685925" y="2647950"/>
                </a:cubicBezTo>
                <a:cubicBezTo>
                  <a:pt x="1681304" y="2647950"/>
                  <a:pt x="1674644" y="2643290"/>
                  <a:pt x="1671124" y="2637595"/>
                </a:cubicBezTo>
                <a:close/>
                <a:moveTo>
                  <a:pt x="940129" y="2632404"/>
                </a:moveTo>
                <a:cubicBezTo>
                  <a:pt x="927672" y="2619947"/>
                  <a:pt x="933369" y="2580708"/>
                  <a:pt x="948476" y="2574911"/>
                </a:cubicBezTo>
                <a:cubicBezTo>
                  <a:pt x="971478" y="2566084"/>
                  <a:pt x="997607" y="2596605"/>
                  <a:pt x="984655" y="2617172"/>
                </a:cubicBezTo>
                <a:cubicBezTo>
                  <a:pt x="973299" y="2635204"/>
                  <a:pt x="950670" y="2642945"/>
                  <a:pt x="940129" y="2632404"/>
                </a:cubicBezTo>
                <a:close/>
                <a:moveTo>
                  <a:pt x="2235200" y="2632075"/>
                </a:moveTo>
                <a:cubicBezTo>
                  <a:pt x="2223924" y="2620799"/>
                  <a:pt x="2228454" y="2592989"/>
                  <a:pt x="2242441" y="2587622"/>
                </a:cubicBezTo>
                <a:cubicBezTo>
                  <a:pt x="2259859" y="2580938"/>
                  <a:pt x="2280292" y="2605211"/>
                  <a:pt x="2273077" y="2624016"/>
                </a:cubicBezTo>
                <a:cubicBezTo>
                  <a:pt x="2267384" y="2638851"/>
                  <a:pt x="2246433" y="2643308"/>
                  <a:pt x="2235200" y="2632075"/>
                </a:cubicBezTo>
                <a:close/>
                <a:moveTo>
                  <a:pt x="2066853" y="2605001"/>
                </a:moveTo>
                <a:cubicBezTo>
                  <a:pt x="2057860" y="2594165"/>
                  <a:pt x="2057285" y="2587104"/>
                  <a:pt x="2064783" y="2579606"/>
                </a:cubicBezTo>
                <a:cubicBezTo>
                  <a:pt x="2079233" y="2565156"/>
                  <a:pt x="2107093" y="2577813"/>
                  <a:pt x="2103347" y="2597125"/>
                </a:cubicBezTo>
                <a:cubicBezTo>
                  <a:pt x="2099070" y="2619180"/>
                  <a:pt x="2081727" y="2622923"/>
                  <a:pt x="2066853" y="2605001"/>
                </a:cubicBezTo>
                <a:close/>
                <a:moveTo>
                  <a:pt x="1440180" y="2598420"/>
                </a:moveTo>
                <a:cubicBezTo>
                  <a:pt x="1416255" y="2574495"/>
                  <a:pt x="1434064" y="2533650"/>
                  <a:pt x="1468419" y="2533650"/>
                </a:cubicBezTo>
                <a:cubicBezTo>
                  <a:pt x="1494809" y="2533650"/>
                  <a:pt x="1506751" y="2564939"/>
                  <a:pt x="1489669" y="2589327"/>
                </a:cubicBezTo>
                <a:cubicBezTo>
                  <a:pt x="1473535" y="2612361"/>
                  <a:pt x="1457134" y="2615374"/>
                  <a:pt x="1440180" y="2598420"/>
                </a:cubicBezTo>
                <a:close/>
                <a:moveTo>
                  <a:pt x="2391154" y="2596019"/>
                </a:moveTo>
                <a:cubicBezTo>
                  <a:pt x="2384780" y="2588339"/>
                  <a:pt x="2382507" y="2573268"/>
                  <a:pt x="2386043" y="2562128"/>
                </a:cubicBezTo>
                <a:cubicBezTo>
                  <a:pt x="2395355" y="2532789"/>
                  <a:pt x="2441953" y="2539388"/>
                  <a:pt x="2446377" y="2570672"/>
                </a:cubicBezTo>
                <a:cubicBezTo>
                  <a:pt x="2451332" y="2605718"/>
                  <a:pt x="2413583" y="2623044"/>
                  <a:pt x="2391154" y="2596019"/>
                </a:cubicBezTo>
                <a:close/>
                <a:moveTo>
                  <a:pt x="2853398" y="2585338"/>
                </a:moveTo>
                <a:cubicBezTo>
                  <a:pt x="2823006" y="2554945"/>
                  <a:pt x="2846115" y="2506679"/>
                  <a:pt x="2885130" y="2519062"/>
                </a:cubicBezTo>
                <a:cubicBezTo>
                  <a:pt x="2905427" y="2525504"/>
                  <a:pt x="2919746" y="2555797"/>
                  <a:pt x="2909971" y="2571613"/>
                </a:cubicBezTo>
                <a:cubicBezTo>
                  <a:pt x="2896252" y="2593811"/>
                  <a:pt x="2868584" y="2600523"/>
                  <a:pt x="2853398" y="2585338"/>
                </a:cubicBezTo>
                <a:close/>
                <a:moveTo>
                  <a:pt x="1765593" y="2557526"/>
                </a:moveTo>
                <a:cubicBezTo>
                  <a:pt x="1762294" y="2548928"/>
                  <a:pt x="1764162" y="2537327"/>
                  <a:pt x="1769745" y="2531745"/>
                </a:cubicBezTo>
                <a:cubicBezTo>
                  <a:pt x="1784257" y="2517232"/>
                  <a:pt x="1811754" y="2530496"/>
                  <a:pt x="1807963" y="2550180"/>
                </a:cubicBezTo>
                <a:cubicBezTo>
                  <a:pt x="1803740" y="2572105"/>
                  <a:pt x="1773219" y="2577397"/>
                  <a:pt x="1765593" y="2557526"/>
                </a:cubicBezTo>
                <a:close/>
                <a:moveTo>
                  <a:pt x="1090351" y="2542886"/>
                </a:moveTo>
                <a:cubicBezTo>
                  <a:pt x="1066919" y="2516994"/>
                  <a:pt x="1080749" y="2475664"/>
                  <a:pt x="1117125" y="2462872"/>
                </a:cubicBezTo>
                <a:cubicBezTo>
                  <a:pt x="1149730" y="2451405"/>
                  <a:pt x="1173956" y="2471761"/>
                  <a:pt x="1173956" y="2510625"/>
                </a:cubicBezTo>
                <a:cubicBezTo>
                  <a:pt x="1173956" y="2558033"/>
                  <a:pt x="1122150" y="2578024"/>
                  <a:pt x="1090351" y="2542886"/>
                </a:cubicBezTo>
                <a:close/>
                <a:moveTo>
                  <a:pt x="1635672" y="2522844"/>
                </a:moveTo>
                <a:cubicBezTo>
                  <a:pt x="1597241" y="2501336"/>
                  <a:pt x="1630197" y="2437820"/>
                  <a:pt x="1669010" y="2458592"/>
                </a:cubicBezTo>
                <a:cubicBezTo>
                  <a:pt x="1678313" y="2463571"/>
                  <a:pt x="1685925" y="2478059"/>
                  <a:pt x="1685925" y="2490787"/>
                </a:cubicBezTo>
                <a:cubicBezTo>
                  <a:pt x="1685925" y="2518813"/>
                  <a:pt x="1659075" y="2535940"/>
                  <a:pt x="1635672" y="2522844"/>
                </a:cubicBezTo>
                <a:close/>
                <a:moveTo>
                  <a:pt x="1308086" y="2509098"/>
                </a:moveTo>
                <a:cubicBezTo>
                  <a:pt x="1304914" y="2500834"/>
                  <a:pt x="1309335" y="2487057"/>
                  <a:pt x="1317910" y="2478482"/>
                </a:cubicBezTo>
                <a:cubicBezTo>
                  <a:pt x="1340005" y="2456387"/>
                  <a:pt x="1372871" y="2485351"/>
                  <a:pt x="1352946" y="2509359"/>
                </a:cubicBezTo>
                <a:cubicBezTo>
                  <a:pt x="1337151" y="2528391"/>
                  <a:pt x="1315440" y="2528265"/>
                  <a:pt x="1308086" y="2509098"/>
                </a:cubicBezTo>
                <a:close/>
                <a:moveTo>
                  <a:pt x="2158888" y="2497181"/>
                </a:moveTo>
                <a:cubicBezTo>
                  <a:pt x="2126482" y="2461372"/>
                  <a:pt x="2142835" y="2443772"/>
                  <a:pt x="2193940" y="2459457"/>
                </a:cubicBezTo>
                <a:cubicBezTo>
                  <a:pt x="2230105" y="2470556"/>
                  <a:pt x="2237068" y="2483521"/>
                  <a:pt x="2217420" y="2503170"/>
                </a:cubicBezTo>
                <a:cubicBezTo>
                  <a:pt x="2200917" y="2519672"/>
                  <a:pt x="2177031" y="2517228"/>
                  <a:pt x="2158888" y="2497181"/>
                </a:cubicBezTo>
                <a:close/>
                <a:moveTo>
                  <a:pt x="1901825" y="2489200"/>
                </a:moveTo>
                <a:cubicBezTo>
                  <a:pt x="1890591" y="2477966"/>
                  <a:pt x="1895048" y="2457015"/>
                  <a:pt x="1909883" y="2451322"/>
                </a:cubicBezTo>
                <a:cubicBezTo>
                  <a:pt x="1928688" y="2444107"/>
                  <a:pt x="1952961" y="2464540"/>
                  <a:pt x="1946277" y="2481958"/>
                </a:cubicBezTo>
                <a:cubicBezTo>
                  <a:pt x="1940910" y="2495945"/>
                  <a:pt x="1913100" y="2500475"/>
                  <a:pt x="1901825" y="2489200"/>
                </a:cubicBezTo>
                <a:close/>
                <a:moveTo>
                  <a:pt x="2930854" y="2441904"/>
                </a:moveTo>
                <a:cubicBezTo>
                  <a:pt x="2918536" y="2429586"/>
                  <a:pt x="2924015" y="2402399"/>
                  <a:pt x="2940055" y="2396244"/>
                </a:cubicBezTo>
                <a:cubicBezTo>
                  <a:pt x="2960130" y="2388540"/>
                  <a:pt x="2974602" y="2402524"/>
                  <a:pt x="2970202" y="2425372"/>
                </a:cubicBezTo>
                <a:cubicBezTo>
                  <a:pt x="2966705" y="2443533"/>
                  <a:pt x="2942607" y="2453657"/>
                  <a:pt x="2930854" y="2441904"/>
                </a:cubicBezTo>
                <a:close/>
                <a:moveTo>
                  <a:pt x="2016125" y="2432050"/>
                </a:moveTo>
                <a:cubicBezTo>
                  <a:pt x="2003174" y="2419099"/>
                  <a:pt x="2010462" y="2409825"/>
                  <a:pt x="2033587" y="2409825"/>
                </a:cubicBezTo>
                <a:cubicBezTo>
                  <a:pt x="2048404" y="2409825"/>
                  <a:pt x="2057400" y="2415222"/>
                  <a:pt x="2057400" y="2424112"/>
                </a:cubicBezTo>
                <a:cubicBezTo>
                  <a:pt x="2057400" y="2438399"/>
                  <a:pt x="2028107" y="2444032"/>
                  <a:pt x="2016125" y="2432050"/>
                </a:cubicBezTo>
                <a:close/>
                <a:moveTo>
                  <a:pt x="2781300" y="2409825"/>
                </a:moveTo>
                <a:cubicBezTo>
                  <a:pt x="2781300" y="2379717"/>
                  <a:pt x="2794505" y="2371330"/>
                  <a:pt x="2803794" y="2395537"/>
                </a:cubicBezTo>
                <a:cubicBezTo>
                  <a:pt x="2810301" y="2412494"/>
                  <a:pt x="2801847" y="2438400"/>
                  <a:pt x="2789805" y="2438400"/>
                </a:cubicBezTo>
                <a:cubicBezTo>
                  <a:pt x="2785127" y="2438400"/>
                  <a:pt x="2781300" y="2425541"/>
                  <a:pt x="2781300" y="2409825"/>
                </a:cubicBezTo>
                <a:close/>
                <a:moveTo>
                  <a:pt x="965469" y="2414587"/>
                </a:moveTo>
                <a:cubicBezTo>
                  <a:pt x="957110" y="2392803"/>
                  <a:pt x="968820" y="2371725"/>
                  <a:pt x="989281" y="2371725"/>
                </a:cubicBezTo>
                <a:cubicBezTo>
                  <a:pt x="1011810" y="2371725"/>
                  <a:pt x="1023377" y="2398046"/>
                  <a:pt x="1008648" y="2415794"/>
                </a:cubicBezTo>
                <a:cubicBezTo>
                  <a:pt x="994317" y="2433061"/>
                  <a:pt x="972322" y="2432447"/>
                  <a:pt x="965469" y="2414587"/>
                </a:cubicBezTo>
                <a:close/>
                <a:moveTo>
                  <a:pt x="1224257" y="2391252"/>
                </a:moveTo>
                <a:cubicBezTo>
                  <a:pt x="1219382" y="2383364"/>
                  <a:pt x="1246466" y="2362200"/>
                  <a:pt x="1261436" y="2362200"/>
                </a:cubicBezTo>
                <a:cubicBezTo>
                  <a:pt x="1273728" y="2362200"/>
                  <a:pt x="1265646" y="2389189"/>
                  <a:pt x="1251758" y="2394518"/>
                </a:cubicBezTo>
                <a:cubicBezTo>
                  <a:pt x="1232094" y="2402064"/>
                  <a:pt x="1230848" y="2401916"/>
                  <a:pt x="1224257" y="2391252"/>
                </a:cubicBezTo>
                <a:close/>
                <a:moveTo>
                  <a:pt x="1440180" y="2388870"/>
                </a:moveTo>
                <a:cubicBezTo>
                  <a:pt x="1412569" y="2361259"/>
                  <a:pt x="1426551" y="2337727"/>
                  <a:pt x="1471435" y="2336263"/>
                </a:cubicBezTo>
                <a:cubicBezTo>
                  <a:pt x="1521586" y="2334627"/>
                  <a:pt x="1531337" y="2344821"/>
                  <a:pt x="1510313" y="2376906"/>
                </a:cubicBezTo>
                <a:cubicBezTo>
                  <a:pt x="1493859" y="2402019"/>
                  <a:pt x="1459235" y="2407925"/>
                  <a:pt x="1440180" y="2388870"/>
                </a:cubicBezTo>
                <a:close/>
                <a:moveTo>
                  <a:pt x="1773555" y="2369820"/>
                </a:moveTo>
                <a:cubicBezTo>
                  <a:pt x="1737420" y="2333685"/>
                  <a:pt x="1778840" y="2273198"/>
                  <a:pt x="1825242" y="2294340"/>
                </a:cubicBezTo>
                <a:cubicBezTo>
                  <a:pt x="1866683" y="2313222"/>
                  <a:pt x="1850829" y="2381250"/>
                  <a:pt x="1804987" y="2381250"/>
                </a:cubicBezTo>
                <a:cubicBezTo>
                  <a:pt x="1793986" y="2381250"/>
                  <a:pt x="1779841" y="2376106"/>
                  <a:pt x="1773555" y="2369820"/>
                </a:cubicBezTo>
                <a:close/>
                <a:moveTo>
                  <a:pt x="1616404" y="2365704"/>
                </a:moveTo>
                <a:cubicBezTo>
                  <a:pt x="1605145" y="2354445"/>
                  <a:pt x="1608984" y="2326422"/>
                  <a:pt x="1622495" y="2321237"/>
                </a:cubicBezTo>
                <a:cubicBezTo>
                  <a:pt x="1641693" y="2313870"/>
                  <a:pt x="1659670" y="2328827"/>
                  <a:pt x="1655796" y="2348944"/>
                </a:cubicBezTo>
                <a:cubicBezTo>
                  <a:pt x="1652263" y="2367290"/>
                  <a:pt x="1628220" y="2377520"/>
                  <a:pt x="1616404" y="2365704"/>
                </a:cubicBezTo>
                <a:close/>
                <a:moveTo>
                  <a:pt x="3028950" y="2328862"/>
                </a:moveTo>
                <a:cubicBezTo>
                  <a:pt x="3028950" y="2315765"/>
                  <a:pt x="3033236" y="2305050"/>
                  <a:pt x="3038475" y="2305050"/>
                </a:cubicBezTo>
                <a:cubicBezTo>
                  <a:pt x="3043713" y="2305050"/>
                  <a:pt x="3048000" y="2315765"/>
                  <a:pt x="3048000" y="2328862"/>
                </a:cubicBezTo>
                <a:cubicBezTo>
                  <a:pt x="3048000" y="2341959"/>
                  <a:pt x="3043713" y="2352675"/>
                  <a:pt x="3038475" y="2352675"/>
                </a:cubicBezTo>
                <a:cubicBezTo>
                  <a:pt x="3033236" y="2352675"/>
                  <a:pt x="3028950" y="2341959"/>
                  <a:pt x="3028950" y="2328862"/>
                </a:cubicBezTo>
                <a:close/>
                <a:moveTo>
                  <a:pt x="876300" y="2283958"/>
                </a:moveTo>
                <a:cubicBezTo>
                  <a:pt x="876300" y="2246858"/>
                  <a:pt x="877475" y="2244993"/>
                  <a:pt x="891822" y="2259340"/>
                </a:cubicBezTo>
                <a:cubicBezTo>
                  <a:pt x="902315" y="2269833"/>
                  <a:pt x="905343" y="2282838"/>
                  <a:pt x="901165" y="2299481"/>
                </a:cubicBezTo>
                <a:cubicBezTo>
                  <a:pt x="891522" y="2337904"/>
                  <a:pt x="876300" y="2328401"/>
                  <a:pt x="876300" y="2283958"/>
                </a:cubicBezTo>
                <a:close/>
                <a:moveTo>
                  <a:pt x="1053192" y="2299607"/>
                </a:moveTo>
                <a:cubicBezTo>
                  <a:pt x="1033373" y="2279787"/>
                  <a:pt x="1034309" y="2263921"/>
                  <a:pt x="1056482" y="2243854"/>
                </a:cubicBezTo>
                <a:cubicBezTo>
                  <a:pt x="1092483" y="2211274"/>
                  <a:pt x="1137492" y="2268647"/>
                  <a:pt x="1102995" y="2303145"/>
                </a:cubicBezTo>
                <a:cubicBezTo>
                  <a:pt x="1087471" y="2318668"/>
                  <a:pt x="1071090" y="2317504"/>
                  <a:pt x="1053192" y="2299607"/>
                </a:cubicBezTo>
                <a:close/>
                <a:moveTo>
                  <a:pt x="2843031" y="2285799"/>
                </a:moveTo>
                <a:cubicBezTo>
                  <a:pt x="2826341" y="2267358"/>
                  <a:pt x="2826006" y="2263480"/>
                  <a:pt x="2839084" y="2240105"/>
                </a:cubicBezTo>
                <a:cubicBezTo>
                  <a:pt x="2868015" y="2188390"/>
                  <a:pt x="2938093" y="2218601"/>
                  <a:pt x="2918593" y="2274382"/>
                </a:cubicBezTo>
                <a:cubicBezTo>
                  <a:pt x="2906804" y="2308102"/>
                  <a:pt x="2868458" y="2313897"/>
                  <a:pt x="2843031" y="2285799"/>
                </a:cubicBezTo>
                <a:close/>
                <a:moveTo>
                  <a:pt x="1663700" y="2232025"/>
                </a:moveTo>
                <a:cubicBezTo>
                  <a:pt x="1660207" y="2228532"/>
                  <a:pt x="1657350" y="2217816"/>
                  <a:pt x="1657350" y="2208212"/>
                </a:cubicBezTo>
                <a:cubicBezTo>
                  <a:pt x="1657350" y="2188272"/>
                  <a:pt x="1691376" y="2183623"/>
                  <a:pt x="1698015" y="2202656"/>
                </a:cubicBezTo>
                <a:cubicBezTo>
                  <a:pt x="1707149" y="2228840"/>
                  <a:pt x="1682020" y="2250345"/>
                  <a:pt x="1663700" y="2232025"/>
                </a:cubicBezTo>
                <a:close/>
                <a:moveTo>
                  <a:pt x="3033199" y="2208970"/>
                </a:moveTo>
                <a:cubicBezTo>
                  <a:pt x="3029679" y="2203274"/>
                  <a:pt x="3031569" y="2193845"/>
                  <a:pt x="3037399" y="2188015"/>
                </a:cubicBezTo>
                <a:cubicBezTo>
                  <a:pt x="3045183" y="2180231"/>
                  <a:pt x="3048000" y="2182983"/>
                  <a:pt x="3048000" y="2198370"/>
                </a:cubicBezTo>
                <a:cubicBezTo>
                  <a:pt x="3048000" y="2221368"/>
                  <a:pt x="3043052" y="2224911"/>
                  <a:pt x="3033199" y="2208970"/>
                </a:cubicBezTo>
                <a:close/>
                <a:moveTo>
                  <a:pt x="1819654" y="2176919"/>
                </a:moveTo>
                <a:cubicBezTo>
                  <a:pt x="1805595" y="2159979"/>
                  <a:pt x="1815480" y="2124075"/>
                  <a:pt x="1834204" y="2124075"/>
                </a:cubicBezTo>
                <a:cubicBezTo>
                  <a:pt x="1843449" y="2124075"/>
                  <a:pt x="1847850" y="2134826"/>
                  <a:pt x="1847850" y="2157412"/>
                </a:cubicBezTo>
                <a:cubicBezTo>
                  <a:pt x="1847850" y="2192892"/>
                  <a:pt x="1838359" y="2199458"/>
                  <a:pt x="1819654" y="2176919"/>
                </a:cubicBezTo>
                <a:close/>
                <a:moveTo>
                  <a:pt x="963026" y="2158619"/>
                </a:moveTo>
                <a:cubicBezTo>
                  <a:pt x="948677" y="2141329"/>
                  <a:pt x="959644" y="2114550"/>
                  <a:pt x="981075" y="2114550"/>
                </a:cubicBezTo>
                <a:cubicBezTo>
                  <a:pt x="1004337" y="2114550"/>
                  <a:pt x="1012035" y="2139379"/>
                  <a:pt x="994277" y="2157136"/>
                </a:cubicBezTo>
                <a:cubicBezTo>
                  <a:pt x="976553" y="2174860"/>
                  <a:pt x="976507" y="2174862"/>
                  <a:pt x="963026" y="2158619"/>
                </a:cubicBezTo>
                <a:close/>
                <a:moveTo>
                  <a:pt x="2930524" y="2136775"/>
                </a:moveTo>
                <a:cubicBezTo>
                  <a:pt x="2918066" y="2124316"/>
                  <a:pt x="2924452" y="2087906"/>
                  <a:pt x="2940153" y="2081881"/>
                </a:cubicBezTo>
                <a:cubicBezTo>
                  <a:pt x="2962528" y="2073295"/>
                  <a:pt x="2984775" y="2098197"/>
                  <a:pt x="2976899" y="2123012"/>
                </a:cubicBezTo>
                <a:cubicBezTo>
                  <a:pt x="2970800" y="2142229"/>
                  <a:pt x="2943948" y="2150198"/>
                  <a:pt x="2930524" y="2136775"/>
                </a:cubicBezTo>
                <a:close/>
                <a:moveTo>
                  <a:pt x="1075662" y="2070889"/>
                </a:moveTo>
                <a:cubicBezTo>
                  <a:pt x="1060982" y="2053201"/>
                  <a:pt x="1073611" y="2025935"/>
                  <a:pt x="1098777" y="2020982"/>
                </a:cubicBezTo>
                <a:cubicBezTo>
                  <a:pt x="1110946" y="2018587"/>
                  <a:pt x="1114425" y="2025470"/>
                  <a:pt x="1114425" y="2051939"/>
                </a:cubicBezTo>
                <a:cubicBezTo>
                  <a:pt x="1114425" y="2088972"/>
                  <a:pt x="1097526" y="2097233"/>
                  <a:pt x="1075662" y="2070889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2811780" y="2007870"/>
                </a:moveTo>
                <a:cubicBezTo>
                  <a:pt x="2782044" y="1978134"/>
                  <a:pt x="2817320" y="1916059"/>
                  <a:pt x="2856827" y="1928599"/>
                </a:cubicBezTo>
                <a:cubicBezTo>
                  <a:pt x="2867686" y="1932045"/>
                  <a:pt x="2881156" y="1943434"/>
                  <a:pt x="2886762" y="1953908"/>
                </a:cubicBezTo>
                <a:cubicBezTo>
                  <a:pt x="2908662" y="1994830"/>
                  <a:pt x="2844741" y="2040831"/>
                  <a:pt x="2811780" y="2007870"/>
                </a:cubicBezTo>
                <a:close/>
                <a:moveTo>
                  <a:pt x="914878" y="1967488"/>
                </a:moveTo>
                <a:cubicBezTo>
                  <a:pt x="891852" y="1939744"/>
                  <a:pt x="906680" y="1903050"/>
                  <a:pt x="946456" y="1889346"/>
                </a:cubicBezTo>
                <a:cubicBezTo>
                  <a:pt x="990461" y="1874184"/>
                  <a:pt x="1000125" y="1878520"/>
                  <a:pt x="1000125" y="1913426"/>
                </a:cubicBezTo>
                <a:cubicBezTo>
                  <a:pt x="1000125" y="1961111"/>
                  <a:pt x="940806" y="1998729"/>
                  <a:pt x="914878" y="1967488"/>
                </a:cubicBezTo>
                <a:close/>
                <a:moveTo>
                  <a:pt x="2964697" y="1970287"/>
                </a:moveTo>
                <a:cubicBezTo>
                  <a:pt x="2951950" y="1957540"/>
                  <a:pt x="2959695" y="1933575"/>
                  <a:pt x="2976562" y="1933575"/>
                </a:cubicBezTo>
                <a:cubicBezTo>
                  <a:pt x="2994148" y="1933575"/>
                  <a:pt x="3001411" y="1958957"/>
                  <a:pt x="2987199" y="1970751"/>
                </a:cubicBezTo>
                <a:cubicBezTo>
                  <a:pt x="2978762" y="1977754"/>
                  <a:pt x="2972025" y="1977615"/>
                  <a:pt x="2964697" y="1970287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1146360" y="1887982"/>
                </a:moveTo>
                <a:cubicBezTo>
                  <a:pt x="1124572" y="1874428"/>
                  <a:pt x="1129081" y="1819275"/>
                  <a:pt x="1151976" y="1819275"/>
                </a:cubicBezTo>
                <a:cubicBezTo>
                  <a:pt x="1162438" y="1819275"/>
                  <a:pt x="1169685" y="1859420"/>
                  <a:pt x="1162778" y="1879111"/>
                </a:cubicBezTo>
                <a:cubicBezTo>
                  <a:pt x="1159684" y="1887930"/>
                  <a:pt x="1152509" y="1891807"/>
                  <a:pt x="1146360" y="1887982"/>
                </a:cubicBezTo>
                <a:close/>
                <a:moveTo>
                  <a:pt x="1609725" y="1839439"/>
                </a:moveTo>
                <a:cubicBezTo>
                  <a:pt x="1609725" y="1829205"/>
                  <a:pt x="1607123" y="1814053"/>
                  <a:pt x="1603943" y="1805766"/>
                </a:cubicBezTo>
                <a:cubicBezTo>
                  <a:pt x="1599859" y="1795122"/>
                  <a:pt x="1603754" y="1790700"/>
                  <a:pt x="1617211" y="1790700"/>
                </a:cubicBezTo>
                <a:cubicBezTo>
                  <a:pt x="1634506" y="1790700"/>
                  <a:pt x="1647825" y="1807469"/>
                  <a:pt x="1647825" y="1829243"/>
                </a:cubicBezTo>
                <a:cubicBezTo>
                  <a:pt x="1647825" y="1833869"/>
                  <a:pt x="1639252" y="1842242"/>
                  <a:pt x="1628775" y="1847850"/>
                </a:cubicBezTo>
                <a:cubicBezTo>
                  <a:pt x="1612747" y="1856427"/>
                  <a:pt x="1609725" y="1855093"/>
                  <a:pt x="1609725" y="1839439"/>
                </a:cubicBezTo>
                <a:close/>
                <a:moveTo>
                  <a:pt x="2992152" y="1830102"/>
                </a:moveTo>
                <a:cubicBezTo>
                  <a:pt x="2969803" y="1807753"/>
                  <a:pt x="2974607" y="1775915"/>
                  <a:pt x="3002587" y="1760940"/>
                </a:cubicBezTo>
                <a:cubicBezTo>
                  <a:pt x="3028945" y="1746834"/>
                  <a:pt x="3040394" y="1761730"/>
                  <a:pt x="3036743" y="1805377"/>
                </a:cubicBezTo>
                <a:cubicBezTo>
                  <a:pt x="3033170" y="1848090"/>
                  <a:pt x="3018355" y="1856305"/>
                  <a:pt x="2992152" y="1830102"/>
                </a:cubicBezTo>
                <a:close/>
                <a:moveTo>
                  <a:pt x="2844799" y="1831974"/>
                </a:moveTo>
                <a:cubicBezTo>
                  <a:pt x="2833524" y="1820699"/>
                  <a:pt x="2838054" y="1792889"/>
                  <a:pt x="2852041" y="1787522"/>
                </a:cubicBezTo>
                <a:cubicBezTo>
                  <a:pt x="2873178" y="1779411"/>
                  <a:pt x="2891245" y="1806330"/>
                  <a:pt x="2876550" y="1824037"/>
                </a:cubicBezTo>
                <a:cubicBezTo>
                  <a:pt x="2863647" y="1839584"/>
                  <a:pt x="2854656" y="1841831"/>
                  <a:pt x="2844799" y="1831974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2868018" y="1696066"/>
                </a:moveTo>
                <a:cubicBezTo>
                  <a:pt x="2851800" y="1686040"/>
                  <a:pt x="2861013" y="1657350"/>
                  <a:pt x="2880451" y="1657350"/>
                </a:cubicBezTo>
                <a:cubicBezTo>
                  <a:pt x="2901364" y="1657350"/>
                  <a:pt x="2909181" y="1676426"/>
                  <a:pt x="2894345" y="1691257"/>
                </a:cubicBezTo>
                <a:cubicBezTo>
                  <a:pt x="2886160" y="1699439"/>
                  <a:pt x="2876367" y="1701228"/>
                  <a:pt x="2868018" y="1696066"/>
                </a:cubicBezTo>
                <a:close/>
                <a:moveTo>
                  <a:pt x="1105235" y="1648451"/>
                </a:moveTo>
                <a:cubicBezTo>
                  <a:pt x="1088359" y="1616918"/>
                  <a:pt x="1107141" y="1571625"/>
                  <a:pt x="1137092" y="1571625"/>
                </a:cubicBezTo>
                <a:cubicBezTo>
                  <a:pt x="1145604" y="1571625"/>
                  <a:pt x="1171575" y="1632370"/>
                  <a:pt x="1171575" y="1652281"/>
                </a:cubicBezTo>
                <a:cubicBezTo>
                  <a:pt x="1171575" y="1674546"/>
                  <a:pt x="1117531" y="1671426"/>
                  <a:pt x="1105235" y="1648451"/>
                </a:cubicBezTo>
                <a:close/>
                <a:moveTo>
                  <a:pt x="1600200" y="1652587"/>
                </a:moveTo>
                <a:cubicBezTo>
                  <a:pt x="1600200" y="1644729"/>
                  <a:pt x="1596372" y="1638300"/>
                  <a:pt x="1591694" y="1638300"/>
                </a:cubicBezTo>
                <a:cubicBezTo>
                  <a:pt x="1574480" y="1638300"/>
                  <a:pt x="1571542" y="1606553"/>
                  <a:pt x="1587159" y="1589297"/>
                </a:cubicBezTo>
                <a:cubicBezTo>
                  <a:pt x="1624715" y="1547798"/>
                  <a:pt x="1684250" y="1596075"/>
                  <a:pt x="1653463" y="1643062"/>
                </a:cubicBezTo>
                <a:cubicBezTo>
                  <a:pt x="1636436" y="1669049"/>
                  <a:pt x="1600200" y="1675529"/>
                  <a:pt x="1600200" y="1652587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2983444" y="1623472"/>
                </a:moveTo>
                <a:cubicBezTo>
                  <a:pt x="2945668" y="1597013"/>
                  <a:pt x="2961140" y="1543050"/>
                  <a:pt x="3006502" y="1543050"/>
                </a:cubicBezTo>
                <a:cubicBezTo>
                  <a:pt x="3049747" y="1543050"/>
                  <a:pt x="3065645" y="1598125"/>
                  <a:pt x="3030560" y="1626393"/>
                </a:cubicBezTo>
                <a:cubicBezTo>
                  <a:pt x="3011754" y="1641546"/>
                  <a:pt x="3009005" y="1641376"/>
                  <a:pt x="2983444" y="1623472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2792730" y="1569720"/>
                </a:moveTo>
                <a:cubicBezTo>
                  <a:pt x="2762534" y="1539524"/>
                  <a:pt x="2794471" y="1486511"/>
                  <a:pt x="2831060" y="1506092"/>
                </a:cubicBezTo>
                <a:cubicBezTo>
                  <a:pt x="2853682" y="1518199"/>
                  <a:pt x="2852740" y="1558879"/>
                  <a:pt x="2829551" y="1571289"/>
                </a:cubicBezTo>
                <a:cubicBezTo>
                  <a:pt x="2806590" y="1583578"/>
                  <a:pt x="2806588" y="1583578"/>
                  <a:pt x="2792730" y="1569720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1304925" y="1544526"/>
                </a:moveTo>
                <a:cubicBezTo>
                  <a:pt x="1304925" y="1540099"/>
                  <a:pt x="1313387" y="1528818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402096" y="1541464"/>
                  <a:pt x="1396017" y="1552575"/>
                  <a:pt x="1347787" y="1552575"/>
                </a:cubicBezTo>
                <a:cubicBezTo>
                  <a:pt x="1324213" y="1552575"/>
                  <a:pt x="1304925" y="1548953"/>
                  <a:pt x="1304925" y="1544526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2159793" y="1513712"/>
                </a:moveTo>
                <a:cubicBezTo>
                  <a:pt x="2122795" y="1492162"/>
                  <a:pt x="2152415" y="1436809"/>
                  <a:pt x="2190141" y="1456999"/>
                </a:cubicBezTo>
                <a:cubicBezTo>
                  <a:pt x="2211986" y="1468690"/>
                  <a:pt x="2215889" y="1495050"/>
                  <a:pt x="2198370" y="1512570"/>
                </a:cubicBezTo>
                <a:cubicBezTo>
                  <a:pt x="2184721" y="1526218"/>
                  <a:pt x="2181432" y="1526315"/>
                  <a:pt x="2159793" y="1513712"/>
                </a:cubicBezTo>
                <a:close/>
                <a:moveTo>
                  <a:pt x="2602395" y="1505739"/>
                </a:moveTo>
                <a:cubicBezTo>
                  <a:pt x="2606142" y="1485950"/>
                  <a:pt x="2657475" y="1479179"/>
                  <a:pt x="2657475" y="1498473"/>
                </a:cubicBezTo>
                <a:cubicBezTo>
                  <a:pt x="2657475" y="1506610"/>
                  <a:pt x="2645538" y="1514064"/>
                  <a:pt x="2628508" y="1516564"/>
                </a:cubicBezTo>
                <a:cubicBezTo>
                  <a:pt x="2605887" y="1519884"/>
                  <a:pt x="2600166" y="1517512"/>
                  <a:pt x="2602395" y="1505739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24100" y="1457325"/>
                </a:moveTo>
                <a:cubicBezTo>
                  <a:pt x="2299203" y="1432428"/>
                  <a:pt x="2300067" y="1417701"/>
                  <a:pt x="2327963" y="1391494"/>
                </a:cubicBezTo>
                <a:cubicBezTo>
                  <a:pt x="2370368" y="1351657"/>
                  <a:pt x="2424953" y="1414295"/>
                  <a:pt x="2385665" y="1457708"/>
                </a:cubicBezTo>
                <a:cubicBezTo>
                  <a:pt x="2364222" y="1481402"/>
                  <a:pt x="2348076" y="1481301"/>
                  <a:pt x="2324100" y="1457325"/>
                </a:cubicBezTo>
                <a:close/>
                <a:moveTo>
                  <a:pt x="2909014" y="1453722"/>
                </a:moveTo>
                <a:cubicBezTo>
                  <a:pt x="2901305" y="1433632"/>
                  <a:pt x="2912126" y="1419225"/>
                  <a:pt x="2934924" y="1419225"/>
                </a:cubicBezTo>
                <a:cubicBezTo>
                  <a:pt x="2949314" y="1419225"/>
                  <a:pt x="2953318" y="1424528"/>
                  <a:pt x="2951031" y="1440558"/>
                </a:cubicBezTo>
                <a:cubicBezTo>
                  <a:pt x="2947479" y="1465457"/>
                  <a:pt x="2917162" y="1474955"/>
                  <a:pt x="2909014" y="1453722"/>
                </a:cubicBezTo>
                <a:close/>
                <a:moveTo>
                  <a:pt x="2498748" y="1442397"/>
                </a:moveTo>
                <a:cubicBezTo>
                  <a:pt x="2495598" y="1434186"/>
                  <a:pt x="2497694" y="1422795"/>
                  <a:pt x="2503406" y="1417083"/>
                </a:cubicBezTo>
                <a:cubicBezTo>
                  <a:pt x="2517159" y="1403330"/>
                  <a:pt x="2544090" y="1424806"/>
                  <a:pt x="2536827" y="1443733"/>
                </a:cubicBezTo>
                <a:cubicBezTo>
                  <a:pt x="2529859" y="1461891"/>
                  <a:pt x="2505906" y="1461050"/>
                  <a:pt x="2498748" y="1442397"/>
                </a:cubicBez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2673349" y="1431924"/>
                </a:moveTo>
                <a:cubicBezTo>
                  <a:pt x="2661749" y="1420324"/>
                  <a:pt x="2666786" y="1400175"/>
                  <a:pt x="2681287" y="1400175"/>
                </a:cubicBezTo>
                <a:cubicBezTo>
                  <a:pt x="2689225" y="1400175"/>
                  <a:pt x="2695575" y="1408641"/>
                  <a:pt x="2695575" y="1419225"/>
                </a:cubicBezTo>
                <a:cubicBezTo>
                  <a:pt x="2695575" y="1438201"/>
                  <a:pt x="2685425" y="1444000"/>
                  <a:pt x="2673349" y="1431924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2783205" y="1350645"/>
                </a:moveTo>
                <a:cubicBezTo>
                  <a:pt x="2754587" y="1322027"/>
                  <a:pt x="2776187" y="1266825"/>
                  <a:pt x="2816002" y="1266825"/>
                </a:cubicBezTo>
                <a:cubicBezTo>
                  <a:pt x="2837114" y="1266825"/>
                  <a:pt x="2867025" y="1298379"/>
                  <a:pt x="2867025" y="1320651"/>
                </a:cubicBezTo>
                <a:cubicBezTo>
                  <a:pt x="2867025" y="1353759"/>
                  <a:pt x="2807587" y="1375027"/>
                  <a:pt x="2783205" y="1350645"/>
                </a:cubicBezTo>
                <a:close/>
                <a:moveTo>
                  <a:pt x="3007518" y="1342262"/>
                </a:moveTo>
                <a:cubicBezTo>
                  <a:pt x="2976558" y="1324229"/>
                  <a:pt x="2995496" y="1266825"/>
                  <a:pt x="3032405" y="1266825"/>
                </a:cubicBezTo>
                <a:cubicBezTo>
                  <a:pt x="3042357" y="1266825"/>
                  <a:pt x="3067050" y="1297375"/>
                  <a:pt x="3067050" y="1309687"/>
                </a:cubicBezTo>
                <a:cubicBezTo>
                  <a:pt x="3067050" y="1323218"/>
                  <a:pt x="3041792" y="1352759"/>
                  <a:pt x="3030650" y="1352260"/>
                </a:cubicBezTo>
                <a:cubicBezTo>
                  <a:pt x="3027096" y="1352101"/>
                  <a:pt x="3016686" y="1347601"/>
                  <a:pt x="3007518" y="1342262"/>
                </a:cubicBezTo>
                <a:close/>
                <a:moveTo>
                  <a:pt x="2422794" y="1319212"/>
                </a:moveTo>
                <a:cubicBezTo>
                  <a:pt x="2415248" y="1299548"/>
                  <a:pt x="2425479" y="1276350"/>
                  <a:pt x="2441697" y="1276350"/>
                </a:cubicBezTo>
                <a:cubicBezTo>
                  <a:pt x="2461194" y="1276350"/>
                  <a:pt x="2477782" y="1300025"/>
                  <a:pt x="2470882" y="1318005"/>
                </a:cubicBezTo>
                <a:cubicBezTo>
                  <a:pt x="2463415" y="1337464"/>
                  <a:pt x="2430119" y="1338300"/>
                  <a:pt x="2422794" y="1319212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695425" y="1290758"/>
                </a:moveTo>
                <a:cubicBezTo>
                  <a:pt x="679896" y="1272047"/>
                  <a:pt x="689979" y="1247775"/>
                  <a:pt x="713282" y="1247775"/>
                </a:cubicBezTo>
                <a:cubicBezTo>
                  <a:pt x="735526" y="1247775"/>
                  <a:pt x="743575" y="1265367"/>
                  <a:pt x="731802" y="1288256"/>
                </a:cubicBezTo>
                <a:cubicBezTo>
                  <a:pt x="721314" y="1308649"/>
                  <a:pt x="710869" y="1309367"/>
                  <a:pt x="695425" y="1290758"/>
                </a:cubicBezTo>
                <a:close/>
                <a:moveTo>
                  <a:pt x="2581580" y="1286445"/>
                </a:moveTo>
                <a:cubicBezTo>
                  <a:pt x="2560035" y="1246189"/>
                  <a:pt x="2609239" y="1207846"/>
                  <a:pt x="2637989" y="1242488"/>
                </a:cubicBezTo>
                <a:cubicBezTo>
                  <a:pt x="2644272" y="1250057"/>
                  <a:pt x="2648011" y="1266131"/>
                  <a:pt x="2646299" y="1278206"/>
                </a:cubicBezTo>
                <a:cubicBezTo>
                  <a:pt x="2642011" y="1308459"/>
                  <a:pt x="2596465" y="1314257"/>
                  <a:pt x="2581580" y="1286445"/>
                </a:cubicBez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609813" y="1195644"/>
                </a:moveTo>
                <a:cubicBezTo>
                  <a:pt x="591651" y="1173761"/>
                  <a:pt x="601950" y="1147762"/>
                  <a:pt x="628780" y="1147762"/>
                </a:cubicBezTo>
                <a:cubicBezTo>
                  <a:pt x="645868" y="1147762"/>
                  <a:pt x="653286" y="1153550"/>
                  <a:pt x="655421" y="1168549"/>
                </a:cubicBezTo>
                <a:cubicBezTo>
                  <a:pt x="659313" y="1195886"/>
                  <a:pt x="626294" y="1215502"/>
                  <a:pt x="609813" y="1195644"/>
                </a:cubicBezTo>
                <a:close/>
                <a:moveTo>
                  <a:pt x="2909737" y="1193877"/>
                </a:moveTo>
                <a:cubicBezTo>
                  <a:pt x="2892468" y="1176607"/>
                  <a:pt x="2894798" y="1162873"/>
                  <a:pt x="2917419" y="1148604"/>
                </a:cubicBezTo>
                <a:cubicBezTo>
                  <a:pt x="2937503" y="1135935"/>
                  <a:pt x="2965821" y="1160775"/>
                  <a:pt x="2957126" y="1183434"/>
                </a:cubicBezTo>
                <a:cubicBezTo>
                  <a:pt x="2948438" y="1206074"/>
                  <a:pt x="2926721" y="1210860"/>
                  <a:pt x="2909737" y="1193877"/>
                </a:cubicBezTo>
                <a:close/>
                <a:moveTo>
                  <a:pt x="2113905" y="1179895"/>
                </a:moveTo>
                <a:cubicBezTo>
                  <a:pt x="2097009" y="1148324"/>
                  <a:pt x="2117061" y="1112317"/>
                  <a:pt x="2149388" y="1116181"/>
                </a:cubicBezTo>
                <a:cubicBezTo>
                  <a:pt x="2183914" y="1120307"/>
                  <a:pt x="2197577" y="1144251"/>
                  <a:pt x="2183295" y="1175597"/>
                </a:cubicBezTo>
                <a:cubicBezTo>
                  <a:pt x="2169122" y="1206703"/>
                  <a:pt x="2129563" y="1209153"/>
                  <a:pt x="2113905" y="117989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2695675" y="1185983"/>
                </a:moveTo>
                <a:cubicBezTo>
                  <a:pt x="2680208" y="1167347"/>
                  <a:pt x="2690195" y="1143000"/>
                  <a:pt x="2713306" y="1143000"/>
                </a:cubicBezTo>
                <a:cubicBezTo>
                  <a:pt x="2735835" y="1143000"/>
                  <a:pt x="2747402" y="1169321"/>
                  <a:pt x="2732673" y="1187069"/>
                </a:cubicBezTo>
                <a:cubicBezTo>
                  <a:pt x="2718771" y="1203820"/>
                  <a:pt x="2710271" y="1203570"/>
                  <a:pt x="2695675" y="1185983"/>
                </a:cubicBezTo>
                <a:close/>
                <a:moveTo>
                  <a:pt x="2497931" y="1174401"/>
                </a:moveTo>
                <a:cubicBezTo>
                  <a:pt x="2483249" y="1168958"/>
                  <a:pt x="2482234" y="1136942"/>
                  <a:pt x="2496464" y="1128147"/>
                </a:cubicBezTo>
                <a:cubicBezTo>
                  <a:pt x="2515564" y="1116342"/>
                  <a:pt x="2540209" y="1150190"/>
                  <a:pt x="2523784" y="1165670"/>
                </a:cubicBezTo>
                <a:cubicBezTo>
                  <a:pt x="2516113" y="1172900"/>
                  <a:pt x="2504479" y="1176829"/>
                  <a:pt x="2497931" y="1174401"/>
                </a:cubicBezTo>
                <a:close/>
                <a:moveTo>
                  <a:pt x="3257612" y="1171014"/>
                </a:moveTo>
                <a:cubicBezTo>
                  <a:pt x="3257537" y="1153232"/>
                  <a:pt x="3282412" y="1117062"/>
                  <a:pt x="3289702" y="1124352"/>
                </a:cubicBezTo>
                <a:cubicBezTo>
                  <a:pt x="3292526" y="1127176"/>
                  <a:pt x="3286475" y="1142171"/>
                  <a:pt x="3276256" y="1157674"/>
                </a:cubicBezTo>
                <a:cubicBezTo>
                  <a:pt x="3265072" y="1174640"/>
                  <a:pt x="3257650" y="1179951"/>
                  <a:pt x="3257612" y="1171014"/>
                </a:cubicBezTo>
                <a:close/>
                <a:moveTo>
                  <a:pt x="896809" y="1150174"/>
                </a:moveTo>
                <a:cubicBezTo>
                  <a:pt x="881241" y="1134606"/>
                  <a:pt x="883192" y="1105312"/>
                  <a:pt x="900233" y="1098772"/>
                </a:cubicBezTo>
                <a:cubicBezTo>
                  <a:pt x="917026" y="1092328"/>
                  <a:pt x="942975" y="1111009"/>
                  <a:pt x="942975" y="1129543"/>
                </a:cubicBezTo>
                <a:cubicBezTo>
                  <a:pt x="942975" y="1148861"/>
                  <a:pt x="910160" y="1163525"/>
                  <a:pt x="896809" y="1150174"/>
                </a:cubicBezTo>
                <a:close/>
                <a:moveTo>
                  <a:pt x="3082017" y="1147082"/>
                </a:moveTo>
                <a:cubicBezTo>
                  <a:pt x="3049654" y="1114718"/>
                  <a:pt x="3075091" y="1069106"/>
                  <a:pt x="3119313" y="1080205"/>
                </a:cubicBezTo>
                <a:cubicBezTo>
                  <a:pt x="3137700" y="1084820"/>
                  <a:pt x="3143250" y="1092354"/>
                  <a:pt x="3143250" y="1112701"/>
                </a:cubicBezTo>
                <a:cubicBezTo>
                  <a:pt x="3143250" y="1157891"/>
                  <a:pt x="3110958" y="1176022"/>
                  <a:pt x="3082017" y="1147082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731043" y="1113856"/>
                </a:moveTo>
                <a:cubicBezTo>
                  <a:pt x="710321" y="1101544"/>
                  <a:pt x="709401" y="1063608"/>
                  <a:pt x="729342" y="1043667"/>
                </a:cubicBezTo>
                <a:cubicBezTo>
                  <a:pt x="748567" y="1024443"/>
                  <a:pt x="755103" y="1024824"/>
                  <a:pt x="782184" y="1046753"/>
                </a:cubicBezTo>
                <a:cubicBezTo>
                  <a:pt x="825349" y="1081706"/>
                  <a:pt x="779091" y="1142403"/>
                  <a:pt x="731043" y="1113856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2784968" y="1100720"/>
                </a:moveTo>
                <a:cubicBezTo>
                  <a:pt x="2777435" y="1081089"/>
                  <a:pt x="2797704" y="1056857"/>
                  <a:pt x="2815837" y="1063815"/>
                </a:cubicBezTo>
                <a:cubicBezTo>
                  <a:pt x="2834843" y="1071109"/>
                  <a:pt x="2828405" y="1108659"/>
                  <a:pt x="2807464" y="1112650"/>
                </a:cubicBezTo>
                <a:cubicBezTo>
                  <a:pt x="2798281" y="1114400"/>
                  <a:pt x="2788157" y="1109032"/>
                  <a:pt x="2784968" y="1100720"/>
                </a:cubicBezTo>
                <a:close/>
                <a:moveTo>
                  <a:pt x="2569832" y="1052108"/>
                </a:moveTo>
                <a:cubicBezTo>
                  <a:pt x="2553560" y="1016395"/>
                  <a:pt x="2588020" y="981935"/>
                  <a:pt x="2623733" y="998207"/>
                </a:cubicBezTo>
                <a:cubicBezTo>
                  <a:pt x="2650221" y="1010276"/>
                  <a:pt x="2654397" y="1033696"/>
                  <a:pt x="2634690" y="1059656"/>
                </a:cubicBezTo>
                <a:cubicBezTo>
                  <a:pt x="2615882" y="1084432"/>
                  <a:pt x="2582806" y="1080583"/>
                  <a:pt x="2569832" y="1052108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5054" y="1060779"/>
                </a:moveTo>
                <a:cubicBezTo>
                  <a:pt x="2233795" y="1049520"/>
                  <a:pt x="2237634" y="1021497"/>
                  <a:pt x="2251145" y="1016312"/>
                </a:cubicBezTo>
                <a:cubicBezTo>
                  <a:pt x="2270343" y="1008945"/>
                  <a:pt x="2288320" y="1023902"/>
                  <a:pt x="2284446" y="1044019"/>
                </a:cubicBezTo>
                <a:cubicBezTo>
                  <a:pt x="2280913" y="1062365"/>
                  <a:pt x="2256870" y="1072595"/>
                  <a:pt x="2245054" y="1060779"/>
                </a:cubicBezTo>
                <a:close/>
                <a:moveTo>
                  <a:pt x="1100817" y="1032782"/>
                </a:moveTo>
                <a:cubicBezTo>
                  <a:pt x="1074442" y="1006407"/>
                  <a:pt x="1085409" y="962025"/>
                  <a:pt x="1118301" y="962025"/>
                </a:cubicBezTo>
                <a:cubicBezTo>
                  <a:pt x="1143381" y="962025"/>
                  <a:pt x="1162050" y="978805"/>
                  <a:pt x="1162050" y="1001349"/>
                </a:cubicBezTo>
                <a:cubicBezTo>
                  <a:pt x="1162050" y="1018533"/>
                  <a:pt x="1138060" y="1047750"/>
                  <a:pt x="1123950" y="1047750"/>
                </a:cubicBezTo>
                <a:cubicBezTo>
                  <a:pt x="1119459" y="1047750"/>
                  <a:pt x="1109050" y="1041014"/>
                  <a:pt x="1100817" y="1032782"/>
                </a:cubicBezTo>
                <a:close/>
                <a:moveTo>
                  <a:pt x="2067304" y="1024395"/>
                </a:moveTo>
                <a:cubicBezTo>
                  <a:pt x="2049043" y="1002392"/>
                  <a:pt x="2059170" y="976312"/>
                  <a:pt x="2085975" y="976312"/>
                </a:cubicBezTo>
                <a:cubicBezTo>
                  <a:pt x="2101071" y="976312"/>
                  <a:pt x="2110710" y="982460"/>
                  <a:pt x="2112824" y="993438"/>
                </a:cubicBezTo>
                <a:cubicBezTo>
                  <a:pt x="2116122" y="1010564"/>
                  <a:pt x="2099539" y="1038225"/>
                  <a:pt x="2085975" y="1038225"/>
                </a:cubicBezTo>
                <a:cubicBezTo>
                  <a:pt x="2082019" y="1038225"/>
                  <a:pt x="2073617" y="1032001"/>
                  <a:pt x="2067304" y="1024395"/>
                </a:cubicBezTo>
                <a:close/>
                <a:moveTo>
                  <a:pt x="2997199" y="1022350"/>
                </a:moveTo>
                <a:cubicBezTo>
                  <a:pt x="2987199" y="1012349"/>
                  <a:pt x="2989786" y="982856"/>
                  <a:pt x="3001289" y="975747"/>
                </a:cubicBezTo>
                <a:cubicBezTo>
                  <a:pt x="3019872" y="964262"/>
                  <a:pt x="3043679" y="996664"/>
                  <a:pt x="3029346" y="1013934"/>
                </a:cubicBezTo>
                <a:cubicBezTo>
                  <a:pt x="3016067" y="1029934"/>
                  <a:pt x="3007125" y="1032275"/>
                  <a:pt x="2997199" y="1022350"/>
                </a:cubicBezTo>
                <a:close/>
                <a:moveTo>
                  <a:pt x="3233550" y="1018872"/>
                </a:moveTo>
                <a:cubicBezTo>
                  <a:pt x="3229851" y="1012887"/>
                  <a:pt x="3231306" y="1003508"/>
                  <a:pt x="3236784" y="998030"/>
                </a:cubicBezTo>
                <a:cubicBezTo>
                  <a:pt x="3249585" y="985229"/>
                  <a:pt x="3279429" y="996395"/>
                  <a:pt x="3274221" y="1012036"/>
                </a:cubicBezTo>
                <a:cubicBezTo>
                  <a:pt x="3268919" y="1027959"/>
                  <a:pt x="3241966" y="1032489"/>
                  <a:pt x="3233550" y="1018872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902101" y="1003701"/>
                </a:moveTo>
                <a:cubicBezTo>
                  <a:pt x="889186" y="990786"/>
                  <a:pt x="895463" y="962634"/>
                  <a:pt x="913399" y="953035"/>
                </a:cubicBezTo>
                <a:cubicBezTo>
                  <a:pt x="935008" y="941470"/>
                  <a:pt x="955930" y="960892"/>
                  <a:pt x="950807" y="987761"/>
                </a:cubicBezTo>
                <a:cubicBezTo>
                  <a:pt x="947488" y="1005174"/>
                  <a:pt x="914402" y="1016002"/>
                  <a:pt x="902101" y="1003701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83695" y="997743"/>
                </a:moveTo>
                <a:cubicBezTo>
                  <a:pt x="2357076" y="964072"/>
                  <a:pt x="2367844" y="923925"/>
                  <a:pt x="2403492" y="923925"/>
                </a:cubicBezTo>
                <a:cubicBezTo>
                  <a:pt x="2430476" y="923925"/>
                  <a:pt x="2447925" y="940756"/>
                  <a:pt x="2447925" y="966787"/>
                </a:cubicBezTo>
                <a:cubicBezTo>
                  <a:pt x="2447925" y="1003901"/>
                  <a:pt x="2404940" y="1024618"/>
                  <a:pt x="2383695" y="997743"/>
                </a:cubicBezTo>
                <a:close/>
                <a:moveTo>
                  <a:pt x="553083" y="952500"/>
                </a:moveTo>
                <a:lnTo>
                  <a:pt x="553083" y="900112"/>
                </a:lnTo>
                <a:lnTo>
                  <a:pt x="571816" y="922598"/>
                </a:lnTo>
                <a:cubicBezTo>
                  <a:pt x="582120" y="934966"/>
                  <a:pt x="590550" y="948421"/>
                  <a:pt x="590550" y="952500"/>
                </a:cubicBezTo>
                <a:cubicBezTo>
                  <a:pt x="590550" y="956578"/>
                  <a:pt x="582120" y="970033"/>
                  <a:pt x="571816" y="982401"/>
                </a:cubicBezTo>
                <a:lnTo>
                  <a:pt x="553083" y="1004887"/>
                </a:lnTo>
                <a:lnTo>
                  <a:pt x="553083" y="952500"/>
                </a:lnTo>
                <a:close/>
                <a:moveTo>
                  <a:pt x="2809120" y="965878"/>
                </a:moveTo>
                <a:cubicBezTo>
                  <a:pt x="2798616" y="953221"/>
                  <a:pt x="2798819" y="946584"/>
                  <a:pt x="2810335" y="926161"/>
                </a:cubicBezTo>
                <a:cubicBezTo>
                  <a:pt x="2828604" y="893762"/>
                  <a:pt x="2840515" y="891018"/>
                  <a:pt x="2867621" y="912967"/>
                </a:cubicBezTo>
                <a:cubicBezTo>
                  <a:pt x="2887551" y="929105"/>
                  <a:pt x="2888840" y="934090"/>
                  <a:pt x="2878792" y="956143"/>
                </a:cubicBezTo>
                <a:cubicBezTo>
                  <a:pt x="2865680" y="984921"/>
                  <a:pt x="2829159" y="990024"/>
                  <a:pt x="2809120" y="965878"/>
                </a:cubicBezTo>
                <a:close/>
                <a:moveTo>
                  <a:pt x="1244600" y="946150"/>
                </a:moveTo>
                <a:cubicBezTo>
                  <a:pt x="1233694" y="935244"/>
                  <a:pt x="1237661" y="897142"/>
                  <a:pt x="1250156" y="892784"/>
                </a:cubicBezTo>
                <a:cubicBezTo>
                  <a:pt x="1282937" y="881349"/>
                  <a:pt x="1303208" y="934285"/>
                  <a:pt x="1270808" y="946718"/>
                </a:cubicBezTo>
                <a:cubicBezTo>
                  <a:pt x="1252152" y="953877"/>
                  <a:pt x="1252331" y="953881"/>
                  <a:pt x="1244600" y="946150"/>
                </a:cubicBezTo>
                <a:close/>
                <a:moveTo>
                  <a:pt x="692073" y="929191"/>
                </a:moveTo>
                <a:cubicBezTo>
                  <a:pt x="682923" y="905346"/>
                  <a:pt x="695901" y="884554"/>
                  <a:pt x="717968" y="887702"/>
                </a:cubicBezTo>
                <a:cubicBezTo>
                  <a:pt x="732416" y="889764"/>
                  <a:pt x="738187" y="897384"/>
                  <a:pt x="738187" y="914400"/>
                </a:cubicBezTo>
                <a:cubicBezTo>
                  <a:pt x="738187" y="942152"/>
                  <a:pt x="701556" y="953902"/>
                  <a:pt x="692073" y="929191"/>
                </a:cubicBezTo>
                <a:close/>
                <a:moveTo>
                  <a:pt x="1956282" y="929243"/>
                </a:moveTo>
                <a:cubicBezTo>
                  <a:pt x="1946137" y="902804"/>
                  <a:pt x="1956971" y="881062"/>
                  <a:pt x="1980292" y="881062"/>
                </a:cubicBezTo>
                <a:cubicBezTo>
                  <a:pt x="2010338" y="881062"/>
                  <a:pt x="2027358" y="907500"/>
                  <a:pt x="2010437" y="927889"/>
                </a:cubicBezTo>
                <a:cubicBezTo>
                  <a:pt x="1994800" y="946730"/>
                  <a:pt x="1963295" y="947518"/>
                  <a:pt x="1956282" y="929243"/>
                </a:cubicBezTo>
                <a:close/>
                <a:moveTo>
                  <a:pt x="3111499" y="936625"/>
                </a:moveTo>
                <a:cubicBezTo>
                  <a:pt x="3100857" y="925982"/>
                  <a:pt x="3104403" y="898302"/>
                  <a:pt x="3117837" y="887152"/>
                </a:cubicBezTo>
                <a:cubicBezTo>
                  <a:pt x="3137615" y="870738"/>
                  <a:pt x="3166433" y="895896"/>
                  <a:pt x="3158062" y="922269"/>
                </a:cubicBezTo>
                <a:cubicBezTo>
                  <a:pt x="3151809" y="941971"/>
                  <a:pt x="3125085" y="950210"/>
                  <a:pt x="3111499" y="936625"/>
                </a:cubicBezTo>
                <a:close/>
                <a:moveTo>
                  <a:pt x="2177142" y="899432"/>
                </a:moveTo>
                <a:cubicBezTo>
                  <a:pt x="2139986" y="862275"/>
                  <a:pt x="2183237" y="794739"/>
                  <a:pt x="2228631" y="819033"/>
                </a:cubicBezTo>
                <a:cubicBezTo>
                  <a:pt x="2260865" y="836284"/>
                  <a:pt x="2270502" y="864696"/>
                  <a:pt x="2253119" y="891226"/>
                </a:cubicBezTo>
                <a:cubicBezTo>
                  <a:pt x="2235590" y="917979"/>
                  <a:pt x="2199579" y="921869"/>
                  <a:pt x="2177142" y="899432"/>
                </a:cubicBezTo>
                <a:close/>
                <a:moveTo>
                  <a:pt x="2676625" y="900233"/>
                </a:moveTo>
                <a:cubicBezTo>
                  <a:pt x="2662647" y="883391"/>
                  <a:pt x="2670384" y="857250"/>
                  <a:pt x="2689347" y="857250"/>
                </a:cubicBezTo>
                <a:cubicBezTo>
                  <a:pt x="2712826" y="857250"/>
                  <a:pt x="2728350" y="883574"/>
                  <a:pt x="2714625" y="900112"/>
                </a:cubicBezTo>
                <a:cubicBezTo>
                  <a:pt x="2699717" y="918075"/>
                  <a:pt x="2691454" y="918101"/>
                  <a:pt x="2676625" y="900233"/>
                </a:cubicBezTo>
                <a:close/>
                <a:moveTo>
                  <a:pt x="993798" y="889947"/>
                </a:moveTo>
                <a:cubicBezTo>
                  <a:pt x="985860" y="869259"/>
                  <a:pt x="1006014" y="849804"/>
                  <a:pt x="1020439" y="864229"/>
                </a:cubicBezTo>
                <a:cubicBezTo>
                  <a:pt x="1032632" y="876422"/>
                  <a:pt x="1025078" y="904875"/>
                  <a:pt x="1009650" y="904875"/>
                </a:cubicBezTo>
                <a:cubicBezTo>
                  <a:pt x="1004082" y="904875"/>
                  <a:pt x="996949" y="898157"/>
                  <a:pt x="993798" y="889947"/>
                </a:cubicBezTo>
                <a:close/>
                <a:moveTo>
                  <a:pt x="2524225" y="890708"/>
                </a:moveTo>
                <a:cubicBezTo>
                  <a:pt x="2500642" y="862292"/>
                  <a:pt x="2533744" y="832579"/>
                  <a:pt x="2559874" y="858709"/>
                </a:cubicBezTo>
                <a:cubicBezTo>
                  <a:pt x="2567431" y="866266"/>
                  <a:pt x="2567921" y="875181"/>
                  <a:pt x="2561444" y="887284"/>
                </a:cubicBezTo>
                <a:cubicBezTo>
                  <a:pt x="2550050" y="908572"/>
                  <a:pt x="2539831" y="909513"/>
                  <a:pt x="2524225" y="890708"/>
                </a:cubicBezTo>
                <a:close/>
                <a:moveTo>
                  <a:pt x="825768" y="868825"/>
                </a:moveTo>
                <a:cubicBezTo>
                  <a:pt x="804667" y="845509"/>
                  <a:pt x="805354" y="825967"/>
                  <a:pt x="827992" y="805480"/>
                </a:cubicBezTo>
                <a:cubicBezTo>
                  <a:pt x="852113" y="783651"/>
                  <a:pt x="883894" y="793855"/>
                  <a:pt x="891967" y="826021"/>
                </a:cubicBezTo>
                <a:cubicBezTo>
                  <a:pt x="903984" y="873898"/>
                  <a:pt x="857537" y="903930"/>
                  <a:pt x="825768" y="868825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1124559" y="843696"/>
                </a:moveTo>
                <a:cubicBezTo>
                  <a:pt x="1109773" y="825880"/>
                  <a:pt x="1119155" y="809625"/>
                  <a:pt x="1144224" y="809625"/>
                </a:cubicBezTo>
                <a:cubicBezTo>
                  <a:pt x="1158463" y="809625"/>
                  <a:pt x="1162594" y="814929"/>
                  <a:pt x="1160331" y="830310"/>
                </a:cubicBezTo>
                <a:cubicBezTo>
                  <a:pt x="1156527" y="856158"/>
                  <a:pt x="1140026" y="862333"/>
                  <a:pt x="1124559" y="843696"/>
                </a:cubicBezTo>
                <a:close/>
                <a:moveTo>
                  <a:pt x="2959537" y="851337"/>
                </a:moveTo>
                <a:cubicBezTo>
                  <a:pt x="2934324" y="826124"/>
                  <a:pt x="2969458" y="768900"/>
                  <a:pt x="2998792" y="787402"/>
                </a:cubicBezTo>
                <a:cubicBezTo>
                  <a:pt x="3025350" y="804155"/>
                  <a:pt x="3019513" y="851921"/>
                  <a:pt x="2990493" y="855306"/>
                </a:cubicBezTo>
                <a:cubicBezTo>
                  <a:pt x="2977200" y="856856"/>
                  <a:pt x="2963270" y="855070"/>
                  <a:pt x="2959537" y="851337"/>
                </a:cubicBezTo>
                <a:close/>
                <a:moveTo>
                  <a:pt x="3259455" y="817245"/>
                </a:moveTo>
                <a:cubicBezTo>
                  <a:pt x="3244080" y="801870"/>
                  <a:pt x="3245016" y="776354"/>
                  <a:pt x="3261454" y="762712"/>
                </a:cubicBezTo>
                <a:cubicBezTo>
                  <a:pt x="3276872" y="749915"/>
                  <a:pt x="3305175" y="781656"/>
                  <a:pt x="3305175" y="811744"/>
                </a:cubicBezTo>
                <a:cubicBezTo>
                  <a:pt x="3305175" y="831198"/>
                  <a:pt x="3276820" y="834610"/>
                  <a:pt x="3259455" y="817245"/>
                </a:cubicBezTo>
                <a:close/>
                <a:moveTo>
                  <a:pt x="604890" y="800041"/>
                </a:moveTo>
                <a:cubicBezTo>
                  <a:pt x="624323" y="778568"/>
                  <a:pt x="632092" y="780044"/>
                  <a:pt x="623092" y="803499"/>
                </a:cubicBezTo>
                <a:cubicBezTo>
                  <a:pt x="619789" y="812107"/>
                  <a:pt x="610451" y="819150"/>
                  <a:pt x="602342" y="819150"/>
                </a:cubicBezTo>
                <a:cubicBezTo>
                  <a:pt x="589879" y="819150"/>
                  <a:pt x="590273" y="816192"/>
                  <a:pt x="604890" y="800041"/>
                </a:cubicBezTo>
                <a:close/>
                <a:moveTo>
                  <a:pt x="2397125" y="803275"/>
                </a:moveTo>
                <a:cubicBezTo>
                  <a:pt x="2385468" y="791618"/>
                  <a:pt x="2390593" y="761471"/>
                  <a:pt x="2405183" y="755872"/>
                </a:cubicBezTo>
                <a:cubicBezTo>
                  <a:pt x="2428262" y="747016"/>
                  <a:pt x="2449370" y="770076"/>
                  <a:pt x="2437864" y="791575"/>
                </a:cubicBezTo>
                <a:cubicBezTo>
                  <a:pt x="2428182" y="809666"/>
                  <a:pt x="2409019" y="815169"/>
                  <a:pt x="2397125" y="803275"/>
                </a:cubicBezTo>
                <a:close/>
                <a:moveTo>
                  <a:pt x="2040255" y="788670"/>
                </a:moveTo>
                <a:cubicBezTo>
                  <a:pt x="2015067" y="763482"/>
                  <a:pt x="2038378" y="717198"/>
                  <a:pt x="2070117" y="729378"/>
                </a:cubicBezTo>
                <a:cubicBezTo>
                  <a:pt x="2090824" y="737323"/>
                  <a:pt x="2099562" y="769441"/>
                  <a:pt x="2085595" y="786269"/>
                </a:cubicBezTo>
                <a:cubicBezTo>
                  <a:pt x="2071637" y="803088"/>
                  <a:pt x="2055526" y="803941"/>
                  <a:pt x="2040255" y="788670"/>
                </a:cubicBezTo>
                <a:close/>
                <a:moveTo>
                  <a:pt x="1288256" y="774700"/>
                </a:moveTo>
                <a:cubicBezTo>
                  <a:pt x="1270737" y="767692"/>
                  <a:pt x="1273761" y="726931"/>
                  <a:pt x="1292328" y="719806"/>
                </a:cubicBezTo>
                <a:cubicBezTo>
                  <a:pt x="1315661" y="710852"/>
                  <a:pt x="1340820" y="738740"/>
                  <a:pt x="1327895" y="759230"/>
                </a:cubicBezTo>
                <a:cubicBezTo>
                  <a:pt x="1316500" y="777295"/>
                  <a:pt x="1305488" y="781592"/>
                  <a:pt x="1288256" y="774700"/>
                </a:cubicBezTo>
                <a:close/>
                <a:moveTo>
                  <a:pt x="1909249" y="770695"/>
                </a:moveTo>
                <a:cubicBezTo>
                  <a:pt x="1905729" y="764999"/>
                  <a:pt x="1907246" y="755943"/>
                  <a:pt x="1912620" y="750570"/>
                </a:cubicBezTo>
                <a:cubicBezTo>
                  <a:pt x="1924637" y="738552"/>
                  <a:pt x="1943100" y="748701"/>
                  <a:pt x="1943100" y="767324"/>
                </a:cubicBezTo>
                <a:cubicBezTo>
                  <a:pt x="1943100" y="783361"/>
                  <a:pt x="1918586" y="785801"/>
                  <a:pt x="1909249" y="770695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2573655" y="760095"/>
                </a:moveTo>
                <a:cubicBezTo>
                  <a:pt x="2558440" y="744880"/>
                  <a:pt x="2559080" y="700267"/>
                  <a:pt x="2574699" y="687305"/>
                </a:cubicBezTo>
                <a:cubicBezTo>
                  <a:pt x="2597187" y="668641"/>
                  <a:pt x="2642758" y="688164"/>
                  <a:pt x="2646257" y="717961"/>
                </a:cubicBezTo>
                <a:cubicBezTo>
                  <a:pt x="2651565" y="763173"/>
                  <a:pt x="2604213" y="790653"/>
                  <a:pt x="2573655" y="760095"/>
                </a:cubicBezTo>
                <a:close/>
                <a:moveTo>
                  <a:pt x="2759476" y="765576"/>
                </a:moveTo>
                <a:cubicBezTo>
                  <a:pt x="2747997" y="754097"/>
                  <a:pt x="2752011" y="726824"/>
                  <a:pt x="2767012" y="714375"/>
                </a:cubicBezTo>
                <a:cubicBezTo>
                  <a:pt x="2786114" y="698521"/>
                  <a:pt x="2811933" y="719019"/>
                  <a:pt x="2807953" y="746879"/>
                </a:cubicBezTo>
                <a:cubicBezTo>
                  <a:pt x="2805136" y="766593"/>
                  <a:pt x="2772919" y="779019"/>
                  <a:pt x="2759476" y="765576"/>
                </a:cubicBezTo>
                <a:close/>
                <a:moveTo>
                  <a:pt x="3092455" y="751858"/>
                </a:moveTo>
                <a:cubicBezTo>
                  <a:pt x="3059740" y="705152"/>
                  <a:pt x="3108034" y="660514"/>
                  <a:pt x="3149591" y="699048"/>
                </a:cubicBezTo>
                <a:cubicBezTo>
                  <a:pt x="3174124" y="721796"/>
                  <a:pt x="3174413" y="723293"/>
                  <a:pt x="3158862" y="747026"/>
                </a:cubicBezTo>
                <a:cubicBezTo>
                  <a:pt x="3139500" y="776576"/>
                  <a:pt x="3111210" y="778635"/>
                  <a:pt x="3092455" y="751858"/>
                </a:cubicBezTo>
                <a:close/>
                <a:moveTo>
                  <a:pt x="954405" y="750570"/>
                </a:moveTo>
                <a:cubicBezTo>
                  <a:pt x="937723" y="733888"/>
                  <a:pt x="940402" y="716422"/>
                  <a:pt x="961363" y="705204"/>
                </a:cubicBezTo>
                <a:cubicBezTo>
                  <a:pt x="979123" y="695699"/>
                  <a:pt x="1009650" y="712766"/>
                  <a:pt x="1009650" y="732200"/>
                </a:cubicBezTo>
                <a:cubicBezTo>
                  <a:pt x="1009650" y="742762"/>
                  <a:pt x="988129" y="762000"/>
                  <a:pt x="976312" y="762000"/>
                </a:cubicBezTo>
                <a:cubicBezTo>
                  <a:pt x="970549" y="762000"/>
                  <a:pt x="960691" y="756856"/>
                  <a:pt x="954405" y="750570"/>
                </a:cubicBezTo>
                <a:close/>
                <a:moveTo>
                  <a:pt x="1111138" y="725531"/>
                </a:moveTo>
                <a:cubicBezTo>
                  <a:pt x="1090413" y="702629"/>
                  <a:pt x="1091217" y="682989"/>
                  <a:pt x="1113716" y="662628"/>
                </a:cubicBezTo>
                <a:cubicBezTo>
                  <a:pt x="1137831" y="640805"/>
                  <a:pt x="1162779" y="646578"/>
                  <a:pt x="1180456" y="678072"/>
                </a:cubicBezTo>
                <a:cubicBezTo>
                  <a:pt x="1206458" y="724397"/>
                  <a:pt x="1146971" y="765125"/>
                  <a:pt x="1111138" y="725531"/>
                </a:cubicBezTo>
                <a:close/>
                <a:moveTo>
                  <a:pt x="2259806" y="736600"/>
                </a:moveTo>
                <a:cubicBezTo>
                  <a:pt x="2244102" y="730318"/>
                  <a:pt x="2244575" y="700416"/>
                  <a:pt x="2260587" y="687127"/>
                </a:cubicBezTo>
                <a:cubicBezTo>
                  <a:pt x="2280587" y="670529"/>
                  <a:pt x="2313148" y="698288"/>
                  <a:pt x="2299607" y="720393"/>
                </a:cubicBezTo>
                <a:cubicBezTo>
                  <a:pt x="2288121" y="739143"/>
                  <a:pt x="2277240" y="743573"/>
                  <a:pt x="2259806" y="736600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2901949" y="717550"/>
                </a:moveTo>
                <a:cubicBezTo>
                  <a:pt x="2890674" y="706274"/>
                  <a:pt x="2895204" y="678464"/>
                  <a:pt x="2909191" y="673097"/>
                </a:cubicBezTo>
                <a:cubicBezTo>
                  <a:pt x="2926609" y="666413"/>
                  <a:pt x="2947042" y="690686"/>
                  <a:pt x="2939827" y="709491"/>
                </a:cubicBezTo>
                <a:cubicBezTo>
                  <a:pt x="2934134" y="724326"/>
                  <a:pt x="2913183" y="728783"/>
                  <a:pt x="2901949" y="717550"/>
                </a:cubicBezTo>
                <a:close/>
                <a:moveTo>
                  <a:pt x="1843767" y="680357"/>
                </a:moveTo>
                <a:cubicBezTo>
                  <a:pt x="1826215" y="662805"/>
                  <a:pt x="1825264" y="653054"/>
                  <a:pt x="1838660" y="628023"/>
                </a:cubicBezTo>
                <a:cubicBezTo>
                  <a:pt x="1855821" y="595958"/>
                  <a:pt x="1914525" y="614868"/>
                  <a:pt x="1914525" y="652462"/>
                </a:cubicBezTo>
                <a:cubicBezTo>
                  <a:pt x="1914525" y="669139"/>
                  <a:pt x="1888339" y="695325"/>
                  <a:pt x="1871662" y="695325"/>
                </a:cubicBezTo>
                <a:cubicBezTo>
                  <a:pt x="1864552" y="695325"/>
                  <a:pt x="1852000" y="688589"/>
                  <a:pt x="1843767" y="680357"/>
                </a:cubicBezTo>
                <a:close/>
                <a:moveTo>
                  <a:pt x="2095500" y="661193"/>
                </a:moveTo>
                <a:cubicBezTo>
                  <a:pt x="2095500" y="644373"/>
                  <a:pt x="2116005" y="647302"/>
                  <a:pt x="2121892" y="664964"/>
                </a:cubicBezTo>
                <a:cubicBezTo>
                  <a:pt x="2123965" y="671185"/>
                  <a:pt x="2118875" y="676275"/>
                  <a:pt x="2110581" y="676275"/>
                </a:cubicBezTo>
                <a:cubicBezTo>
                  <a:pt x="2102286" y="676275"/>
                  <a:pt x="2095500" y="669488"/>
                  <a:pt x="2095500" y="661193"/>
                </a:cubicBezTo>
                <a:close/>
                <a:moveTo>
                  <a:pt x="1392555" y="645795"/>
                </a:moveTo>
                <a:cubicBezTo>
                  <a:pt x="1364117" y="617357"/>
                  <a:pt x="1395657" y="572839"/>
                  <a:pt x="1430885" y="591692"/>
                </a:cubicBezTo>
                <a:cubicBezTo>
                  <a:pt x="1451862" y="602919"/>
                  <a:pt x="1453121" y="643619"/>
                  <a:pt x="1432733" y="651443"/>
                </a:cubicBezTo>
                <a:cubicBezTo>
                  <a:pt x="1411467" y="659604"/>
                  <a:pt x="1405529" y="658769"/>
                  <a:pt x="1392555" y="645795"/>
                </a:cubicBezTo>
                <a:close/>
                <a:moveTo>
                  <a:pt x="2386653" y="638883"/>
                </a:moveTo>
                <a:cubicBezTo>
                  <a:pt x="2367123" y="617303"/>
                  <a:pt x="2369792" y="592045"/>
                  <a:pt x="2393156" y="577332"/>
                </a:cubicBezTo>
                <a:cubicBezTo>
                  <a:pt x="2430442" y="553851"/>
                  <a:pt x="2468454" y="618656"/>
                  <a:pt x="2432721" y="644785"/>
                </a:cubicBezTo>
                <a:cubicBezTo>
                  <a:pt x="2410383" y="661119"/>
                  <a:pt x="2406303" y="660596"/>
                  <a:pt x="2386653" y="638883"/>
                </a:cubicBezTo>
                <a:close/>
                <a:moveTo>
                  <a:pt x="1697831" y="622300"/>
                </a:moveTo>
                <a:cubicBezTo>
                  <a:pt x="1680749" y="615467"/>
                  <a:pt x="1683123" y="571977"/>
                  <a:pt x="1700951" y="565136"/>
                </a:cubicBezTo>
                <a:cubicBezTo>
                  <a:pt x="1723514" y="556477"/>
                  <a:pt x="1750091" y="586821"/>
                  <a:pt x="1737470" y="606830"/>
                </a:cubicBezTo>
                <a:cubicBezTo>
                  <a:pt x="1726075" y="624895"/>
                  <a:pt x="1715063" y="629192"/>
                  <a:pt x="1697831" y="622300"/>
                </a:cubicBezTo>
                <a:close/>
                <a:moveTo>
                  <a:pt x="1233487" y="609600"/>
                </a:moveTo>
                <a:cubicBezTo>
                  <a:pt x="1236725" y="604361"/>
                  <a:pt x="1247946" y="600075"/>
                  <a:pt x="1258424" y="600075"/>
                </a:cubicBezTo>
                <a:cubicBezTo>
                  <a:pt x="1268901" y="600075"/>
                  <a:pt x="1274825" y="604361"/>
                  <a:pt x="1271587" y="609600"/>
                </a:cubicBezTo>
                <a:cubicBezTo>
                  <a:pt x="1268349" y="614838"/>
                  <a:pt x="1257128" y="619125"/>
                  <a:pt x="1246650" y="619125"/>
                </a:cubicBezTo>
                <a:cubicBezTo>
                  <a:pt x="1236173" y="619125"/>
                  <a:pt x="1230249" y="614838"/>
                  <a:pt x="1233487" y="609600"/>
                </a:cubicBezTo>
                <a:close/>
                <a:moveTo>
                  <a:pt x="2168854" y="613104"/>
                </a:moveTo>
                <a:cubicBezTo>
                  <a:pt x="2156397" y="600647"/>
                  <a:pt x="2162094" y="561408"/>
                  <a:pt x="2177201" y="555611"/>
                </a:cubicBezTo>
                <a:cubicBezTo>
                  <a:pt x="2200203" y="546784"/>
                  <a:pt x="2226332" y="577305"/>
                  <a:pt x="2213380" y="597872"/>
                </a:cubicBezTo>
                <a:cubicBezTo>
                  <a:pt x="2202024" y="615904"/>
                  <a:pt x="2179395" y="623645"/>
                  <a:pt x="2168854" y="613104"/>
                </a:cubicBezTo>
                <a:close/>
                <a:moveTo>
                  <a:pt x="2701924" y="612775"/>
                </a:moveTo>
                <a:cubicBezTo>
                  <a:pt x="2686118" y="596968"/>
                  <a:pt x="2697278" y="581025"/>
                  <a:pt x="2724150" y="581025"/>
                </a:cubicBezTo>
                <a:cubicBezTo>
                  <a:pt x="2754589" y="581025"/>
                  <a:pt x="2759823" y="589166"/>
                  <a:pt x="2741295" y="607695"/>
                </a:cubicBezTo>
                <a:cubicBezTo>
                  <a:pt x="2728648" y="620341"/>
                  <a:pt x="2711680" y="622530"/>
                  <a:pt x="2701924" y="612775"/>
                </a:cubicBezTo>
                <a:close/>
                <a:moveTo>
                  <a:pt x="2506980" y="588645"/>
                </a:moveTo>
                <a:cubicBezTo>
                  <a:pt x="2487697" y="569362"/>
                  <a:pt x="2494047" y="561975"/>
                  <a:pt x="2529906" y="561975"/>
                </a:cubicBezTo>
                <a:cubicBezTo>
                  <a:pt x="2557321" y="561975"/>
                  <a:pt x="2563095" y="565018"/>
                  <a:pt x="2558481" y="577041"/>
                </a:cubicBezTo>
                <a:cubicBezTo>
                  <a:pt x="2555301" y="585328"/>
                  <a:pt x="2552700" y="593900"/>
                  <a:pt x="2552700" y="596091"/>
                </a:cubicBezTo>
                <a:cubicBezTo>
                  <a:pt x="2552700" y="604998"/>
                  <a:pt x="2517619" y="599284"/>
                  <a:pt x="2506980" y="588645"/>
                </a:cubicBezTo>
                <a:close/>
                <a:moveTo>
                  <a:pt x="1978025" y="574675"/>
                </a:moveTo>
                <a:cubicBezTo>
                  <a:pt x="1964053" y="560703"/>
                  <a:pt x="1972943" y="542925"/>
                  <a:pt x="1993899" y="542925"/>
                </a:cubicBezTo>
                <a:cubicBezTo>
                  <a:pt x="2022567" y="542925"/>
                  <a:pt x="2031388" y="552171"/>
                  <a:pt x="2018051" y="568242"/>
                </a:cubicBezTo>
                <a:cubicBezTo>
                  <a:pt x="2006640" y="581991"/>
                  <a:pt x="1988290" y="584940"/>
                  <a:pt x="1978025" y="574675"/>
                </a:cubicBezTo>
                <a:close/>
              </a:path>
            </a:pathLst>
          </a:custGeom>
          <a:solidFill>
            <a:srgbClr val="7A1732">
              <a:alpha val="60000"/>
            </a:srgbClr>
          </a:solidFill>
          <a:ln>
            <a:noFill/>
          </a:ln>
        </p:spPr>
      </p:sp>
      <p:sp>
        <p:nvSpPr>
          <p:cNvPr id="10" name="TEXT: [a pile of fruit]"/>
          <p:cNvSpPr/>
          <p:nvPr/>
        </p:nvSpPr>
        <p:spPr>
          <a:xfrm rot="21480000">
            <a:off x="1814512" y="12334875"/>
            <a:ext cx="4752975" cy="8572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[a pile of fruit]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Stage 1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loading bar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762000"/>
            <a:ext cx="7086600" cy="1333500"/>
          </a:xfrm>
          <a:prstGeom prst="rect">
            <a:avLst/>
          </a:prstGeom>
        </p:spPr>
      </p:pic>
      <p:sp>
        <p:nvSpPr>
          <p:cNvPr id="5" name="TEXT: 25%"/>
          <p:cNvSpPr/>
          <p:nvPr/>
        </p:nvSpPr>
        <p:spPr>
          <a:xfrm>
            <a:off x="8134350" y="1057275"/>
            <a:ext cx="1447800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25%</a:t>
            </a:r>
          </a:p>
        </p:txBody>
      </p:sp>
      <p:sp>
        <p:nvSpPr>
          <p:cNvPr id="6" name="TEXT: [stage one: prep]"/>
          <p:cNvSpPr/>
          <p:nvPr/>
        </p:nvSpPr>
        <p:spPr>
          <a:xfrm rot="120000">
            <a:off x="776288" y="11463338"/>
            <a:ext cx="5686425" cy="88582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l">
              <a:lnSpc>
                <a:spcPts val="5856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[stage one: prep]</a:t>
            </a:r>
          </a:p>
        </p:txBody>
      </p:sp>
      <p:sp>
        <p:nvSpPr>
          <p:cNvPr id="7" name="arrow"/>
          <p:cNvSpPr/>
          <p:nvPr/>
        </p:nvSpPr>
        <p:spPr>
          <a:xfrm rot="-1800000">
            <a:off x="5762625" y="9720262"/>
            <a:ext cx="1809750" cy="561975"/>
          </a:xfrm>
          <a:custGeom>
            <a:avLst/>
            <a:gdLst/>
            <a:ahLst/>
            <a:cxnLst/>
            <a:rect l="0" t="0" r="r" b="b"/>
            <a:pathLst>
              <a:path w="1809750" h="561975">
                <a:moveTo>
                  <a:pt x="1405632" y="546063"/>
                </a:moveTo>
                <a:cubicBezTo>
                  <a:pt x="1402596" y="538152"/>
                  <a:pt x="1402523" y="527781"/>
                  <a:pt x="1405468" y="523015"/>
                </a:cubicBezTo>
                <a:cubicBezTo>
                  <a:pt x="1408414" y="518249"/>
                  <a:pt x="1404141" y="514350"/>
                  <a:pt x="1395974" y="514350"/>
                </a:cubicBezTo>
                <a:cubicBezTo>
                  <a:pt x="1357106" y="514350"/>
                  <a:pt x="1410227" y="443882"/>
                  <a:pt x="1509712" y="363471"/>
                </a:cubicBezTo>
                <a:lnTo>
                  <a:pt x="1547812" y="332676"/>
                </a:lnTo>
                <a:lnTo>
                  <a:pt x="1290637" y="338286"/>
                </a:lnTo>
                <a:cubicBezTo>
                  <a:pt x="817825" y="348601"/>
                  <a:pt x="291664" y="363577"/>
                  <a:pt x="178578" y="369940"/>
                </a:cubicBezTo>
                <a:cubicBezTo>
                  <a:pt x="77323" y="375636"/>
                  <a:pt x="45522" y="372072"/>
                  <a:pt x="78581" y="358733"/>
                </a:cubicBezTo>
                <a:cubicBezTo>
                  <a:pt x="90122" y="354076"/>
                  <a:pt x="45472" y="348592"/>
                  <a:pt x="21431" y="351713"/>
                </a:cubicBezTo>
                <a:cubicBezTo>
                  <a:pt x="14882" y="352564"/>
                  <a:pt x="9525" y="348785"/>
                  <a:pt x="9525" y="343317"/>
                </a:cubicBezTo>
                <a:cubicBezTo>
                  <a:pt x="9525" y="337849"/>
                  <a:pt x="15495" y="333375"/>
                  <a:pt x="22793" y="333375"/>
                </a:cubicBezTo>
                <a:cubicBezTo>
                  <a:pt x="30091" y="333375"/>
                  <a:pt x="38529" y="326945"/>
                  <a:pt x="41544" y="319087"/>
                </a:cubicBezTo>
                <a:cubicBezTo>
                  <a:pt x="44559" y="311229"/>
                  <a:pt x="41803" y="304734"/>
                  <a:pt x="35419" y="304654"/>
                </a:cubicBezTo>
                <a:cubicBezTo>
                  <a:pt x="27976" y="304560"/>
                  <a:pt x="28937" y="300990"/>
                  <a:pt x="38100" y="294702"/>
                </a:cubicBezTo>
                <a:cubicBezTo>
                  <a:pt x="49761" y="286699"/>
                  <a:pt x="48716" y="285413"/>
                  <a:pt x="32416" y="287705"/>
                </a:cubicBezTo>
                <a:cubicBezTo>
                  <a:pt x="21432" y="289249"/>
                  <a:pt x="10716" y="286226"/>
                  <a:pt x="8603" y="280987"/>
                </a:cubicBezTo>
                <a:cubicBezTo>
                  <a:pt x="6491" y="275748"/>
                  <a:pt x="17621" y="270011"/>
                  <a:pt x="33337" y="268238"/>
                </a:cubicBezTo>
                <a:cubicBezTo>
                  <a:pt x="49053" y="266465"/>
                  <a:pt x="66324" y="261367"/>
                  <a:pt x="71717" y="256909"/>
                </a:cubicBezTo>
                <a:cubicBezTo>
                  <a:pt x="86390" y="244781"/>
                  <a:pt x="317498" y="230003"/>
                  <a:pt x="585787" y="224038"/>
                </a:cubicBezTo>
                <a:cubicBezTo>
                  <a:pt x="716756" y="221126"/>
                  <a:pt x="877490" y="216741"/>
                  <a:pt x="942975" y="214294"/>
                </a:cubicBezTo>
                <a:cubicBezTo>
                  <a:pt x="1008459" y="211847"/>
                  <a:pt x="1158478" y="209200"/>
                  <a:pt x="1276350" y="208413"/>
                </a:cubicBezTo>
                <a:cubicBezTo>
                  <a:pt x="1394221" y="207626"/>
                  <a:pt x="1501221" y="204189"/>
                  <a:pt x="1514127" y="200775"/>
                </a:cubicBezTo>
                <a:cubicBezTo>
                  <a:pt x="1537055" y="194709"/>
                  <a:pt x="1536728" y="194035"/>
                  <a:pt x="1499840" y="171342"/>
                </a:cubicBezTo>
                <a:cubicBezTo>
                  <a:pt x="1443823" y="136880"/>
                  <a:pt x="1381568" y="76602"/>
                  <a:pt x="1387101" y="62183"/>
                </a:cubicBezTo>
                <a:cubicBezTo>
                  <a:pt x="1389767" y="55236"/>
                  <a:pt x="1387370" y="46722"/>
                  <a:pt x="1381774" y="43263"/>
                </a:cubicBezTo>
                <a:cubicBezTo>
                  <a:pt x="1363652" y="32064"/>
                  <a:pt x="1370982" y="19050"/>
                  <a:pt x="1395412" y="19050"/>
                </a:cubicBezTo>
                <a:cubicBezTo>
                  <a:pt x="1408509" y="19050"/>
                  <a:pt x="1419225" y="14763"/>
                  <a:pt x="1419225" y="9525"/>
                </a:cubicBezTo>
                <a:cubicBezTo>
                  <a:pt x="1419225" y="-9131"/>
                  <a:pt x="1438165" y="1371"/>
                  <a:pt x="1608044" y="114223"/>
                </a:cubicBezTo>
                <a:cubicBezTo>
                  <a:pt x="1788758" y="234273"/>
                  <a:pt x="1815491" y="258195"/>
                  <a:pt x="1798381" y="284550"/>
                </a:cubicBezTo>
                <a:cubicBezTo>
                  <a:pt x="1784017" y="306674"/>
                  <a:pt x="1477572" y="532635"/>
                  <a:pt x="1441381" y="547787"/>
                </a:cubicBezTo>
                <a:cubicBezTo>
                  <a:pt x="1415329" y="558695"/>
                  <a:pt x="1410388" y="558457"/>
                  <a:pt x="1405632" y="5460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loading ba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762000"/>
            <a:ext cx="7086600" cy="1333500"/>
          </a:xfrm>
          <a:prstGeom prst="rect">
            <a:avLst/>
          </a:prstGeom>
        </p:spPr>
      </p:pic>
      <p:sp>
        <p:nvSpPr>
          <p:cNvPr id="4" name="TEXT: 50%"/>
          <p:cNvSpPr/>
          <p:nvPr/>
        </p:nvSpPr>
        <p:spPr>
          <a:xfrm>
            <a:off x="8134350" y="1057275"/>
            <a:ext cx="1447800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50%</a:t>
            </a:r>
          </a:p>
        </p:txBody>
      </p:sp>
      <p:pic>
        <p:nvPicPr>
          <p:cNvPr id="5" name="photo border" descr="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2476500" y="3714750"/>
            <a:ext cx="7239000" cy="8953500"/>
          </a:xfrm>
          <a:prstGeom prst="rect">
            <a:avLst/>
          </a:prstGeom>
        </p:spPr>
      </p:pic>
      <p:sp>
        <p:nvSpPr>
          <p:cNvPr id="6" name="PHOTO: Stage 2"/>
          <p:cNvSpPr/>
          <p:nvPr/>
        </p:nvSpPr>
        <p:spPr>
          <a:xfrm rot="-180000">
            <a:off x="3048000" y="4286250"/>
            <a:ext cx="6096000" cy="78105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7" name="sticky note" descr="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400050" y="2619375"/>
            <a:ext cx="4724400" cy="4667250"/>
          </a:xfrm>
          <a:prstGeom prst="rect">
            <a:avLst/>
          </a:prstGeom>
        </p:spPr>
      </p:pic>
      <p:sp>
        <p:nvSpPr>
          <p:cNvPr id="8" name="TEXT: [20 minutes later]"/>
          <p:cNvSpPr/>
          <p:nvPr/>
        </p:nvSpPr>
        <p:spPr>
          <a:xfrm rot="360000">
            <a:off x="949646" y="4447027"/>
            <a:ext cx="35814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[20 minutes</a:t>
            </a:r>
          </a:p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later]</a:t>
            </a:r>
          </a:p>
        </p:txBody>
      </p:sp>
      <p:pic>
        <p:nvPicPr>
          <p:cNvPr id="9" name="2x sticker" descr="0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120000">
            <a:off x="7348538" y="3857625"/>
            <a:ext cx="2066925" cy="1238250"/>
          </a:xfrm>
          <a:prstGeom prst="rect">
            <a:avLst/>
          </a:prstGeom>
        </p:spPr>
      </p:pic>
      <p:sp>
        <p:nvSpPr>
          <p:cNvPr id="10" name="TEXT: [stage two: mix]"/>
          <p:cNvSpPr/>
          <p:nvPr/>
        </p:nvSpPr>
        <p:spPr>
          <a:xfrm rot="21480000">
            <a:off x="2495550" y="12334875"/>
            <a:ext cx="5295900" cy="8572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[stage two: mix]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loading ba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762000"/>
            <a:ext cx="7086600" cy="1333500"/>
          </a:xfrm>
          <a:prstGeom prst="rect">
            <a:avLst/>
          </a:prstGeom>
        </p:spPr>
      </p:pic>
      <p:sp>
        <p:nvSpPr>
          <p:cNvPr id="4" name="TEXT: 75%"/>
          <p:cNvSpPr/>
          <p:nvPr/>
        </p:nvSpPr>
        <p:spPr>
          <a:xfrm>
            <a:off x="8134350" y="1057275"/>
            <a:ext cx="1447800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75%</a:t>
            </a:r>
          </a:p>
        </p:txBody>
      </p:sp>
      <p:pic>
        <p:nvPicPr>
          <p:cNvPr id="5" name="photo border" descr="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762250"/>
            <a:ext cx="7239000" cy="9334500"/>
          </a:xfrm>
          <a:prstGeom prst="rect">
            <a:avLst/>
          </a:prstGeom>
        </p:spPr>
      </p:pic>
      <p:sp>
        <p:nvSpPr>
          <p:cNvPr id="6" name="PHOTO: Stage 3"/>
          <p:cNvSpPr/>
          <p:nvPr/>
        </p:nvSpPr>
        <p:spPr>
          <a:xfrm rot="0">
            <a:off x="2190750" y="3429000"/>
            <a:ext cx="5905500" cy="8001000"/>
          </a:xfrm>
          <a:prstGeom prst="round2SameRect">
            <a:avLst>
              <a:gd name="adj1" fmla="val 50000"/>
              <a:gd name="adj2" fmla="val 0"/>
            </a:avLst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7" name="TEXT: almost..."/>
          <p:cNvSpPr/>
          <p:nvPr/>
        </p:nvSpPr>
        <p:spPr>
          <a:xfrm rot="180000">
            <a:off x="1100138" y="11382375"/>
            <a:ext cx="3514725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l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almost...</a:t>
            </a:r>
          </a:p>
        </p:txBody>
      </p:sp>
      <p:sp>
        <p:nvSpPr>
          <p:cNvPr id="8" name="TEXT: [stage three: blend]"/>
          <p:cNvSpPr/>
          <p:nvPr/>
        </p:nvSpPr>
        <p:spPr>
          <a:xfrm rot="21480000">
            <a:off x="3038475" y="12444412"/>
            <a:ext cx="6115050" cy="82867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[stage three: blend]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Finished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loading bar" descr="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762000"/>
            <a:ext cx="7086600" cy="1333500"/>
          </a:xfrm>
          <a:prstGeom prst="rect">
            <a:avLst/>
          </a:prstGeom>
        </p:spPr>
      </p:pic>
      <p:sp>
        <p:nvSpPr>
          <p:cNvPr id="5" name="TEXT: 100%"/>
          <p:cNvSpPr/>
          <p:nvPr/>
        </p:nvSpPr>
        <p:spPr>
          <a:xfrm>
            <a:off x="7977188" y="1057275"/>
            <a:ext cx="1762125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100%</a:t>
            </a:r>
          </a:p>
        </p:txBody>
      </p:sp>
      <p:sp>
        <p:nvSpPr>
          <p:cNvPr id="6" name="tick"/>
          <p:cNvSpPr/>
          <p:nvPr/>
        </p:nvSpPr>
        <p:spPr>
          <a:xfrm rot="0">
            <a:off x="8191500" y="2052637"/>
            <a:ext cx="1905000" cy="1609725"/>
          </a:xfrm>
          <a:custGeom>
            <a:avLst/>
            <a:gdLst/>
            <a:ahLst/>
            <a:cxnLst/>
            <a:rect l="0" t="0" r="r" b="b"/>
            <a:pathLst>
              <a:path w="1905000" h="1609725">
                <a:moveTo>
                  <a:pt x="609600" y="1602890"/>
                </a:moveTo>
                <a:cubicBezTo>
                  <a:pt x="596503" y="1600557"/>
                  <a:pt x="570515" y="1583909"/>
                  <a:pt x="551849" y="1565893"/>
                </a:cubicBezTo>
                <a:cubicBezTo>
                  <a:pt x="533184" y="1547877"/>
                  <a:pt x="514903" y="1536146"/>
                  <a:pt x="511226" y="1539823"/>
                </a:cubicBezTo>
                <a:cubicBezTo>
                  <a:pt x="485275" y="1565774"/>
                  <a:pt x="241016" y="1223976"/>
                  <a:pt x="93721" y="955597"/>
                </a:cubicBezTo>
                <a:cubicBezTo>
                  <a:pt x="71508" y="915123"/>
                  <a:pt x="45448" y="874123"/>
                  <a:pt x="35811" y="864486"/>
                </a:cubicBezTo>
                <a:cubicBezTo>
                  <a:pt x="12531" y="841206"/>
                  <a:pt x="-1956" y="802433"/>
                  <a:pt x="9888" y="795112"/>
                </a:cubicBezTo>
                <a:cubicBezTo>
                  <a:pt x="14927" y="791998"/>
                  <a:pt x="19050" y="781131"/>
                  <a:pt x="19050" y="770962"/>
                </a:cubicBezTo>
                <a:cubicBezTo>
                  <a:pt x="19050" y="760794"/>
                  <a:pt x="23336" y="752475"/>
                  <a:pt x="28575" y="752475"/>
                </a:cubicBezTo>
                <a:cubicBezTo>
                  <a:pt x="33813" y="752475"/>
                  <a:pt x="38100" y="746356"/>
                  <a:pt x="38100" y="738878"/>
                </a:cubicBezTo>
                <a:cubicBezTo>
                  <a:pt x="38100" y="721680"/>
                  <a:pt x="83025" y="685799"/>
                  <a:pt x="104559" y="685800"/>
                </a:cubicBezTo>
                <a:cubicBezTo>
                  <a:pt x="113505" y="685800"/>
                  <a:pt x="129001" y="670596"/>
                  <a:pt x="138993" y="652013"/>
                </a:cubicBezTo>
                <a:cubicBezTo>
                  <a:pt x="161140" y="610830"/>
                  <a:pt x="190824" y="590254"/>
                  <a:pt x="236216" y="584624"/>
                </a:cubicBezTo>
                <a:cubicBezTo>
                  <a:pt x="255089" y="582283"/>
                  <a:pt x="272176" y="578723"/>
                  <a:pt x="274187" y="576712"/>
                </a:cubicBezTo>
                <a:cubicBezTo>
                  <a:pt x="288044" y="562855"/>
                  <a:pt x="333151" y="597617"/>
                  <a:pt x="360376" y="643134"/>
                </a:cubicBezTo>
                <a:cubicBezTo>
                  <a:pt x="390068" y="692776"/>
                  <a:pt x="412416" y="717179"/>
                  <a:pt x="390242" y="675746"/>
                </a:cubicBezTo>
                <a:cubicBezTo>
                  <a:pt x="384479" y="664979"/>
                  <a:pt x="381491" y="651048"/>
                  <a:pt x="383602" y="644790"/>
                </a:cubicBezTo>
                <a:cubicBezTo>
                  <a:pt x="388487" y="630306"/>
                  <a:pt x="438327" y="700539"/>
                  <a:pt x="502443" y="812260"/>
                </a:cubicBezTo>
                <a:cubicBezTo>
                  <a:pt x="568226" y="926884"/>
                  <a:pt x="567924" y="945398"/>
                  <a:pt x="501717" y="856732"/>
                </a:cubicBezTo>
                <a:lnTo>
                  <a:pt x="484323" y="833437"/>
                </a:lnTo>
                <a:lnTo>
                  <a:pt x="499311" y="859258"/>
                </a:lnTo>
                <a:cubicBezTo>
                  <a:pt x="507555" y="873459"/>
                  <a:pt x="530167" y="914179"/>
                  <a:pt x="549560" y="949745"/>
                </a:cubicBezTo>
                <a:cubicBezTo>
                  <a:pt x="593086" y="1029571"/>
                  <a:pt x="664824" y="1143000"/>
                  <a:pt x="671785" y="1143000"/>
                </a:cubicBezTo>
                <a:cubicBezTo>
                  <a:pt x="674623" y="1143000"/>
                  <a:pt x="672508" y="1134709"/>
                  <a:pt x="667085" y="1124576"/>
                </a:cubicBezTo>
                <a:cubicBezTo>
                  <a:pt x="652391" y="1097120"/>
                  <a:pt x="655736" y="1087890"/>
                  <a:pt x="672489" y="1109662"/>
                </a:cubicBezTo>
                <a:cubicBezTo>
                  <a:pt x="686807" y="1128269"/>
                  <a:pt x="687930" y="1127826"/>
                  <a:pt x="720812" y="1090612"/>
                </a:cubicBezTo>
                <a:cubicBezTo>
                  <a:pt x="739328" y="1069657"/>
                  <a:pt x="751748" y="1060717"/>
                  <a:pt x="748412" y="1070746"/>
                </a:cubicBezTo>
                <a:cubicBezTo>
                  <a:pt x="745076" y="1080774"/>
                  <a:pt x="759451" y="1070058"/>
                  <a:pt x="780357" y="1046933"/>
                </a:cubicBezTo>
                <a:cubicBezTo>
                  <a:pt x="818989" y="1004200"/>
                  <a:pt x="833493" y="974666"/>
                  <a:pt x="801731" y="1003411"/>
                </a:cubicBezTo>
                <a:cubicBezTo>
                  <a:pt x="714747" y="1082130"/>
                  <a:pt x="924915" y="815233"/>
                  <a:pt x="1098810" y="626144"/>
                </a:cubicBezTo>
                <a:cubicBezTo>
                  <a:pt x="1136211" y="585475"/>
                  <a:pt x="1209162" y="506179"/>
                  <a:pt x="1260923" y="449931"/>
                </a:cubicBezTo>
                <a:cubicBezTo>
                  <a:pt x="1492179" y="198629"/>
                  <a:pt x="1642679" y="64382"/>
                  <a:pt x="1737617" y="24716"/>
                </a:cubicBezTo>
                <a:cubicBezTo>
                  <a:pt x="1792431" y="1814"/>
                  <a:pt x="1803031" y="19192"/>
                  <a:pt x="1761746" y="64275"/>
                </a:cubicBezTo>
                <a:cubicBezTo>
                  <a:pt x="1666930" y="167816"/>
                  <a:pt x="1645788" y="192582"/>
                  <a:pt x="1673411" y="167753"/>
                </a:cubicBezTo>
                <a:cubicBezTo>
                  <a:pt x="1702006" y="142051"/>
                  <a:pt x="1729321" y="123754"/>
                  <a:pt x="1762125" y="108328"/>
                </a:cubicBezTo>
                <a:cubicBezTo>
                  <a:pt x="1769983" y="104633"/>
                  <a:pt x="1792683" y="88946"/>
                  <a:pt x="1812570" y="73469"/>
                </a:cubicBezTo>
                <a:cubicBezTo>
                  <a:pt x="1832457" y="57991"/>
                  <a:pt x="1850968" y="47568"/>
                  <a:pt x="1853706" y="50306"/>
                </a:cubicBezTo>
                <a:cubicBezTo>
                  <a:pt x="1859169" y="55769"/>
                  <a:pt x="1804738" y="135634"/>
                  <a:pt x="1755368" y="194595"/>
                </a:cubicBezTo>
                <a:cubicBezTo>
                  <a:pt x="1711629" y="246832"/>
                  <a:pt x="1716136" y="255270"/>
                  <a:pt x="1761886" y="206799"/>
                </a:cubicBezTo>
                <a:cubicBezTo>
                  <a:pt x="1814489" y="151070"/>
                  <a:pt x="1809901" y="174696"/>
                  <a:pt x="1755772" y="238288"/>
                </a:cubicBezTo>
                <a:cubicBezTo>
                  <a:pt x="1726823" y="272298"/>
                  <a:pt x="1743327" y="259124"/>
                  <a:pt x="1803093" y="200515"/>
                </a:cubicBezTo>
                <a:cubicBezTo>
                  <a:pt x="1897418" y="108016"/>
                  <a:pt x="1936830" y="83893"/>
                  <a:pt x="1861515" y="164756"/>
                </a:cubicBezTo>
                <a:cubicBezTo>
                  <a:pt x="1813417" y="216397"/>
                  <a:pt x="1808187" y="228530"/>
                  <a:pt x="1844196" y="204936"/>
                </a:cubicBezTo>
                <a:cubicBezTo>
                  <a:pt x="1857903" y="195955"/>
                  <a:pt x="1867361" y="192247"/>
                  <a:pt x="1865214" y="196697"/>
                </a:cubicBezTo>
                <a:cubicBezTo>
                  <a:pt x="1863067" y="201146"/>
                  <a:pt x="1852372" y="224291"/>
                  <a:pt x="1841446" y="248129"/>
                </a:cubicBezTo>
                <a:cubicBezTo>
                  <a:pt x="1830521" y="271967"/>
                  <a:pt x="1798395" y="319115"/>
                  <a:pt x="1770055" y="352904"/>
                </a:cubicBezTo>
                <a:cubicBezTo>
                  <a:pt x="1689673" y="448741"/>
                  <a:pt x="1637703" y="517596"/>
                  <a:pt x="1675848" y="477721"/>
                </a:cubicBezTo>
                <a:cubicBezTo>
                  <a:pt x="1735654" y="415202"/>
                  <a:pt x="1715405" y="458012"/>
                  <a:pt x="1634431" y="565283"/>
                </a:cubicBezTo>
                <a:cubicBezTo>
                  <a:pt x="1555637" y="669665"/>
                  <a:pt x="1524000" y="705630"/>
                  <a:pt x="1524000" y="690817"/>
                </a:cubicBezTo>
                <a:cubicBezTo>
                  <a:pt x="1524000" y="687056"/>
                  <a:pt x="1533476" y="670457"/>
                  <a:pt x="1545059" y="653932"/>
                </a:cubicBezTo>
                <a:cubicBezTo>
                  <a:pt x="1556641" y="637407"/>
                  <a:pt x="1559856" y="628915"/>
                  <a:pt x="1552202" y="635061"/>
                </a:cubicBezTo>
                <a:cubicBezTo>
                  <a:pt x="1534524" y="649256"/>
                  <a:pt x="1498490" y="709966"/>
                  <a:pt x="1513103" y="700934"/>
                </a:cubicBezTo>
                <a:cubicBezTo>
                  <a:pt x="1547670" y="679571"/>
                  <a:pt x="1459985" y="799251"/>
                  <a:pt x="1293039" y="1001298"/>
                </a:cubicBezTo>
                <a:cubicBezTo>
                  <a:pt x="1252450" y="1050421"/>
                  <a:pt x="1169682" y="1152763"/>
                  <a:pt x="1109111" y="1228725"/>
                </a:cubicBezTo>
                <a:cubicBezTo>
                  <a:pt x="969289" y="1404074"/>
                  <a:pt x="800411" y="1591991"/>
                  <a:pt x="788992" y="1584934"/>
                </a:cubicBezTo>
                <a:cubicBezTo>
                  <a:pt x="784165" y="1581951"/>
                  <a:pt x="774999" y="1583838"/>
                  <a:pt x="768624" y="1589129"/>
                </a:cubicBezTo>
                <a:cubicBezTo>
                  <a:pt x="762249" y="1594420"/>
                  <a:pt x="734420" y="1597593"/>
                  <a:pt x="706783" y="1596181"/>
                </a:cubicBezTo>
                <a:cubicBezTo>
                  <a:pt x="679145" y="1594769"/>
                  <a:pt x="654292" y="1597239"/>
                  <a:pt x="651554" y="1601669"/>
                </a:cubicBezTo>
                <a:cubicBezTo>
                  <a:pt x="648816" y="1606100"/>
                  <a:pt x="643614" y="1609141"/>
                  <a:pt x="639994" y="1608427"/>
                </a:cubicBezTo>
                <a:cubicBezTo>
                  <a:pt x="636374" y="1607714"/>
                  <a:pt x="622696" y="1605222"/>
                  <a:pt x="609600" y="1602890"/>
                </a:cubicBezTo>
                <a:close/>
                <a:moveTo>
                  <a:pt x="875691" y="1478315"/>
                </a:moveTo>
                <a:cubicBezTo>
                  <a:pt x="905717" y="1434298"/>
                  <a:pt x="905322" y="1434515"/>
                  <a:pt x="853194" y="1490662"/>
                </a:cubicBezTo>
                <a:cubicBezTo>
                  <a:pt x="824011" y="1522095"/>
                  <a:pt x="800126" y="1551774"/>
                  <a:pt x="800117" y="1556616"/>
                </a:cubicBezTo>
                <a:cubicBezTo>
                  <a:pt x="800089" y="1570846"/>
                  <a:pt x="842653" y="1526747"/>
                  <a:pt x="875691" y="1478315"/>
                </a:cubicBezTo>
                <a:close/>
                <a:moveTo>
                  <a:pt x="395708" y="1367002"/>
                </a:moveTo>
                <a:cubicBezTo>
                  <a:pt x="366664" y="1326520"/>
                  <a:pt x="342900" y="1296226"/>
                  <a:pt x="342900" y="1299684"/>
                </a:cubicBezTo>
                <a:cubicBezTo>
                  <a:pt x="342900" y="1303141"/>
                  <a:pt x="361116" y="1332001"/>
                  <a:pt x="383381" y="1363817"/>
                </a:cubicBezTo>
                <a:cubicBezTo>
                  <a:pt x="440564" y="1445532"/>
                  <a:pt x="441887" y="1447237"/>
                  <a:pt x="445378" y="1443746"/>
                </a:cubicBezTo>
                <a:cubicBezTo>
                  <a:pt x="447104" y="1442020"/>
                  <a:pt x="424753" y="1407485"/>
                  <a:pt x="395708" y="1367002"/>
                </a:cubicBezTo>
                <a:close/>
                <a:moveTo>
                  <a:pt x="1094666" y="1214437"/>
                </a:moveTo>
                <a:cubicBezTo>
                  <a:pt x="1094691" y="1204082"/>
                  <a:pt x="1058478" y="1244986"/>
                  <a:pt x="1027203" y="1290637"/>
                </a:cubicBezTo>
                <a:cubicBezTo>
                  <a:pt x="1016436" y="1306353"/>
                  <a:pt x="1027206" y="1297781"/>
                  <a:pt x="1051135" y="1271587"/>
                </a:cubicBezTo>
                <a:cubicBezTo>
                  <a:pt x="1075064" y="1245393"/>
                  <a:pt x="1094653" y="1219676"/>
                  <a:pt x="1094666" y="1214437"/>
                </a:cubicBezTo>
                <a:close/>
                <a:moveTo>
                  <a:pt x="1243071" y="1021061"/>
                </a:moveTo>
                <a:cubicBezTo>
                  <a:pt x="1240539" y="1014241"/>
                  <a:pt x="1242713" y="1011284"/>
                  <a:pt x="1247901" y="1014490"/>
                </a:cubicBezTo>
                <a:cubicBezTo>
                  <a:pt x="1253090" y="1017697"/>
                  <a:pt x="1261619" y="1009054"/>
                  <a:pt x="1266854" y="995284"/>
                </a:cubicBezTo>
                <a:cubicBezTo>
                  <a:pt x="1272089" y="981514"/>
                  <a:pt x="1287592" y="955539"/>
                  <a:pt x="1301304" y="937561"/>
                </a:cubicBezTo>
                <a:cubicBezTo>
                  <a:pt x="1338734" y="888488"/>
                  <a:pt x="1323020" y="898246"/>
                  <a:pt x="1277300" y="952469"/>
                </a:cubicBezTo>
                <a:cubicBezTo>
                  <a:pt x="1255227" y="978645"/>
                  <a:pt x="1235374" y="1009375"/>
                  <a:pt x="1233182" y="1020757"/>
                </a:cubicBezTo>
                <a:cubicBezTo>
                  <a:pt x="1230990" y="1032139"/>
                  <a:pt x="1219323" y="1052513"/>
                  <a:pt x="1207255" y="1066032"/>
                </a:cubicBezTo>
                <a:cubicBezTo>
                  <a:pt x="1162585" y="1116073"/>
                  <a:pt x="1158829" y="1128466"/>
                  <a:pt x="1202480" y="1081789"/>
                </a:cubicBezTo>
                <a:cubicBezTo>
                  <a:pt x="1227337" y="1055209"/>
                  <a:pt x="1245602" y="1027882"/>
                  <a:pt x="1243071" y="1021061"/>
                </a:cubicBezTo>
                <a:close/>
                <a:moveTo>
                  <a:pt x="864427" y="940593"/>
                </a:moveTo>
                <a:cubicBezTo>
                  <a:pt x="885350" y="913090"/>
                  <a:pt x="921226" y="867179"/>
                  <a:pt x="944153" y="838568"/>
                </a:cubicBezTo>
                <a:cubicBezTo>
                  <a:pt x="967079" y="809958"/>
                  <a:pt x="981123" y="789453"/>
                  <a:pt x="975361" y="793002"/>
                </a:cubicBezTo>
                <a:cubicBezTo>
                  <a:pt x="962233" y="801089"/>
                  <a:pt x="819150" y="976679"/>
                  <a:pt x="819150" y="984702"/>
                </a:cubicBezTo>
                <a:cubicBezTo>
                  <a:pt x="819150" y="997212"/>
                  <a:pt x="827670" y="988912"/>
                  <a:pt x="864427" y="940593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7" name="burst"/>
          <p:cNvSpPr/>
          <p:nvPr/>
        </p:nvSpPr>
        <p:spPr>
          <a:xfrm rot="0">
            <a:off x="1524000" y="7943850"/>
            <a:ext cx="7239000" cy="6591300"/>
          </a:xfrm>
          <a:custGeom>
            <a:avLst/>
            <a:gdLst/>
            <a:ahLst/>
            <a:cxnLst/>
            <a:rect l="0" t="0" r="r" b="b"/>
            <a:pathLst>
              <a:path w="7239000" h="6591300">
                <a:moveTo>
                  <a:pt x="3615355" y="6566744"/>
                </a:moveTo>
                <a:cubicBezTo>
                  <a:pt x="3607088" y="6558478"/>
                  <a:pt x="3596218" y="6544041"/>
                  <a:pt x="3591199" y="6534663"/>
                </a:cubicBezTo>
                <a:cubicBezTo>
                  <a:pt x="3585088" y="6523245"/>
                  <a:pt x="3574591" y="6519043"/>
                  <a:pt x="3559421" y="6521943"/>
                </a:cubicBezTo>
                <a:cubicBezTo>
                  <a:pt x="3530624" y="6527448"/>
                  <a:pt x="3514487" y="6492511"/>
                  <a:pt x="3514463" y="6424612"/>
                </a:cubicBezTo>
                <a:cubicBezTo>
                  <a:pt x="3514454" y="6398418"/>
                  <a:pt x="3511295" y="6297691"/>
                  <a:pt x="3507442" y="6200775"/>
                </a:cubicBezTo>
                <a:cubicBezTo>
                  <a:pt x="3500655" y="6030054"/>
                  <a:pt x="3507441" y="5848302"/>
                  <a:pt x="3543360" y="5238750"/>
                </a:cubicBezTo>
                <a:cubicBezTo>
                  <a:pt x="3549689" y="5131355"/>
                  <a:pt x="3556642" y="5001049"/>
                  <a:pt x="3558812" y="4949180"/>
                </a:cubicBezTo>
                <a:cubicBezTo>
                  <a:pt x="3560982" y="4897312"/>
                  <a:pt x="3571467" y="4803014"/>
                  <a:pt x="3582114" y="4739630"/>
                </a:cubicBezTo>
                <a:cubicBezTo>
                  <a:pt x="3592760" y="4676247"/>
                  <a:pt x="3603796" y="4609994"/>
                  <a:pt x="3606638" y="4592403"/>
                </a:cubicBezTo>
                <a:cubicBezTo>
                  <a:pt x="3643002" y="4367333"/>
                  <a:pt x="3722543" y="4554633"/>
                  <a:pt x="3757750" y="4948237"/>
                </a:cubicBezTo>
                <a:cubicBezTo>
                  <a:pt x="3760562" y="4979670"/>
                  <a:pt x="3766936" y="5039677"/>
                  <a:pt x="3771914" y="5081587"/>
                </a:cubicBezTo>
                <a:cubicBezTo>
                  <a:pt x="3798519" y="5305555"/>
                  <a:pt x="3817714" y="6267422"/>
                  <a:pt x="3798621" y="6419850"/>
                </a:cubicBezTo>
                <a:cubicBezTo>
                  <a:pt x="3786279" y="6518383"/>
                  <a:pt x="3762627" y="6562645"/>
                  <a:pt x="3729176" y="6549808"/>
                </a:cubicBezTo>
                <a:cubicBezTo>
                  <a:pt x="3720774" y="6546584"/>
                  <a:pt x="3706134" y="6552290"/>
                  <a:pt x="3695483" y="6562941"/>
                </a:cubicBezTo>
                <a:cubicBezTo>
                  <a:pt x="3672821" y="6585603"/>
                  <a:pt x="3635963" y="6587353"/>
                  <a:pt x="3615355" y="6566744"/>
                </a:cubicBezTo>
                <a:close/>
                <a:moveTo>
                  <a:pt x="930274" y="5680074"/>
                </a:moveTo>
                <a:cubicBezTo>
                  <a:pt x="926782" y="5676582"/>
                  <a:pt x="923925" y="5666136"/>
                  <a:pt x="923925" y="5656861"/>
                </a:cubicBezTo>
                <a:cubicBezTo>
                  <a:pt x="923925" y="5643142"/>
                  <a:pt x="918130" y="5640937"/>
                  <a:pt x="892858" y="5645039"/>
                </a:cubicBezTo>
                <a:cubicBezTo>
                  <a:pt x="868920" y="5648923"/>
                  <a:pt x="857477" y="5645313"/>
                  <a:pt x="842992" y="5629307"/>
                </a:cubicBezTo>
                <a:lnTo>
                  <a:pt x="824193" y="5608535"/>
                </a:lnTo>
                <a:lnTo>
                  <a:pt x="865349" y="5571280"/>
                </a:lnTo>
                <a:cubicBezTo>
                  <a:pt x="906593" y="5533946"/>
                  <a:pt x="908627" y="5521022"/>
                  <a:pt x="868877" y="5548864"/>
                </a:cubicBezTo>
                <a:cubicBezTo>
                  <a:pt x="825099" y="5579528"/>
                  <a:pt x="813695" y="5534238"/>
                  <a:pt x="853334" y="5487130"/>
                </a:cubicBezTo>
                <a:cubicBezTo>
                  <a:pt x="868875" y="5468660"/>
                  <a:pt x="886882" y="5457825"/>
                  <a:pt x="902033" y="5457825"/>
                </a:cubicBezTo>
                <a:cubicBezTo>
                  <a:pt x="915847" y="5457825"/>
                  <a:pt x="950938" y="5439082"/>
                  <a:pt x="984530" y="5413762"/>
                </a:cubicBezTo>
                <a:cubicBezTo>
                  <a:pt x="1037689" y="5373693"/>
                  <a:pt x="1040181" y="5370309"/>
                  <a:pt x="1012031" y="5376419"/>
                </a:cubicBezTo>
                <a:cubicBezTo>
                  <a:pt x="955385" y="5388714"/>
                  <a:pt x="978773" y="5355933"/>
                  <a:pt x="1090612" y="5266276"/>
                </a:cubicBezTo>
                <a:cubicBezTo>
                  <a:pt x="1204954" y="5174612"/>
                  <a:pt x="1649818" y="4839387"/>
                  <a:pt x="1752600" y="4767439"/>
                </a:cubicBezTo>
                <a:cubicBezTo>
                  <a:pt x="1770935" y="4754603"/>
                  <a:pt x="1803082" y="4731201"/>
                  <a:pt x="1824037" y="4715433"/>
                </a:cubicBezTo>
                <a:cubicBezTo>
                  <a:pt x="1844992" y="4699665"/>
                  <a:pt x="1877139" y="4676256"/>
                  <a:pt x="1895475" y="4663412"/>
                </a:cubicBezTo>
                <a:cubicBezTo>
                  <a:pt x="1913810" y="4650569"/>
                  <a:pt x="1956673" y="4620418"/>
                  <a:pt x="1990725" y="4596410"/>
                </a:cubicBezTo>
                <a:cubicBezTo>
                  <a:pt x="2126695" y="4500548"/>
                  <a:pt x="2345229" y="4357652"/>
                  <a:pt x="2413082" y="4320239"/>
                </a:cubicBezTo>
                <a:cubicBezTo>
                  <a:pt x="2437484" y="4306783"/>
                  <a:pt x="2477809" y="4284364"/>
                  <a:pt x="2502693" y="4270418"/>
                </a:cubicBezTo>
                <a:cubicBezTo>
                  <a:pt x="2630710" y="4198670"/>
                  <a:pt x="2678766" y="4179633"/>
                  <a:pt x="2693832" y="4194700"/>
                </a:cubicBezTo>
                <a:cubicBezTo>
                  <a:pt x="2706677" y="4207545"/>
                  <a:pt x="2703185" y="4214840"/>
                  <a:pt x="2661420" y="4262404"/>
                </a:cubicBezTo>
                <a:cubicBezTo>
                  <a:pt x="2635676" y="4291724"/>
                  <a:pt x="2602656" y="4331586"/>
                  <a:pt x="2588042" y="4350987"/>
                </a:cubicBezTo>
                <a:cubicBezTo>
                  <a:pt x="2560863" y="4387071"/>
                  <a:pt x="2523850" y="4423931"/>
                  <a:pt x="2380457" y="4557712"/>
                </a:cubicBezTo>
                <a:cubicBezTo>
                  <a:pt x="2228719" y="4699280"/>
                  <a:pt x="2122618" y="4795066"/>
                  <a:pt x="2101863" y="4809222"/>
                </a:cubicBezTo>
                <a:cubicBezTo>
                  <a:pt x="2090505" y="4816969"/>
                  <a:pt x="2079069" y="4825699"/>
                  <a:pt x="2076450" y="4828622"/>
                </a:cubicBezTo>
                <a:cubicBezTo>
                  <a:pt x="2073830" y="4831545"/>
                  <a:pt x="2039540" y="4861743"/>
                  <a:pt x="2000250" y="4895728"/>
                </a:cubicBezTo>
                <a:cubicBezTo>
                  <a:pt x="1960959" y="4929713"/>
                  <a:pt x="1923725" y="4964341"/>
                  <a:pt x="1917508" y="4972679"/>
                </a:cubicBezTo>
                <a:cubicBezTo>
                  <a:pt x="1911290" y="4981017"/>
                  <a:pt x="1864631" y="5021791"/>
                  <a:pt x="1813821" y="5063288"/>
                </a:cubicBezTo>
                <a:cubicBezTo>
                  <a:pt x="1763011" y="5104785"/>
                  <a:pt x="1680229" y="5173030"/>
                  <a:pt x="1629863" y="5214943"/>
                </a:cubicBezTo>
                <a:cubicBezTo>
                  <a:pt x="1359605" y="5439843"/>
                  <a:pt x="1228978" y="5543550"/>
                  <a:pt x="1215953" y="5543550"/>
                </a:cubicBezTo>
                <a:cubicBezTo>
                  <a:pt x="1212500" y="5543550"/>
                  <a:pt x="1209675" y="5537120"/>
                  <a:pt x="1209675" y="5529262"/>
                </a:cubicBezTo>
                <a:cubicBezTo>
                  <a:pt x="1209675" y="5521404"/>
                  <a:pt x="1207245" y="5514975"/>
                  <a:pt x="1204276" y="5514975"/>
                </a:cubicBezTo>
                <a:cubicBezTo>
                  <a:pt x="1199296" y="5514975"/>
                  <a:pt x="1134819" y="5560909"/>
                  <a:pt x="1123950" y="5572201"/>
                </a:cubicBezTo>
                <a:cubicBezTo>
                  <a:pt x="1057288" y="5641454"/>
                  <a:pt x="950907" y="5700707"/>
                  <a:pt x="930274" y="5680074"/>
                </a:cubicBezTo>
                <a:close/>
                <a:moveTo>
                  <a:pt x="5746129" y="5455443"/>
                </a:moveTo>
                <a:cubicBezTo>
                  <a:pt x="5126341" y="4896750"/>
                  <a:pt x="4799451" y="4564609"/>
                  <a:pt x="4610100" y="4301165"/>
                </a:cubicBezTo>
                <a:cubicBezTo>
                  <a:pt x="4547377" y="4213899"/>
                  <a:pt x="4542832" y="4200525"/>
                  <a:pt x="4575896" y="4200525"/>
                </a:cubicBezTo>
                <a:cubicBezTo>
                  <a:pt x="4607778" y="4200525"/>
                  <a:pt x="4689371" y="4250696"/>
                  <a:pt x="4924429" y="4414837"/>
                </a:cubicBezTo>
                <a:cubicBezTo>
                  <a:pt x="5047367" y="4500684"/>
                  <a:pt x="5383096" y="4767906"/>
                  <a:pt x="5546708" y="4910137"/>
                </a:cubicBezTo>
                <a:cubicBezTo>
                  <a:pt x="5588892" y="4946808"/>
                  <a:pt x="5637240" y="4985385"/>
                  <a:pt x="5654148" y="4995862"/>
                </a:cubicBezTo>
                <a:cubicBezTo>
                  <a:pt x="5671056" y="5006340"/>
                  <a:pt x="5735570" y="5059918"/>
                  <a:pt x="5797514" y="5114925"/>
                </a:cubicBezTo>
                <a:cubicBezTo>
                  <a:pt x="6080496" y="5366216"/>
                  <a:pt x="6166537" y="5466852"/>
                  <a:pt x="6120817" y="5493070"/>
                </a:cubicBezTo>
                <a:cubicBezTo>
                  <a:pt x="6112689" y="5497731"/>
                  <a:pt x="6108068" y="5514662"/>
                  <a:pt x="6108910" y="5536694"/>
                </a:cubicBezTo>
                <a:cubicBezTo>
                  <a:pt x="6110143" y="5568941"/>
                  <a:pt x="6106518" y="5574877"/>
                  <a:pt x="6074185" y="5593553"/>
                </a:cubicBezTo>
                <a:cubicBezTo>
                  <a:pt x="6044592" y="5610647"/>
                  <a:pt x="6035148" y="5612302"/>
                  <a:pt x="6021798" y="5602730"/>
                </a:cubicBezTo>
                <a:cubicBezTo>
                  <a:pt x="5991143" y="5580751"/>
                  <a:pt x="5980973" y="5579354"/>
                  <a:pt x="5963926" y="5594782"/>
                </a:cubicBezTo>
                <a:cubicBezTo>
                  <a:pt x="5934222" y="5621664"/>
                  <a:pt x="5921489" y="5613517"/>
                  <a:pt x="5746129" y="5455443"/>
                </a:cubicBezTo>
                <a:close/>
                <a:moveTo>
                  <a:pt x="4576762" y="5572125"/>
                </a:moveTo>
                <a:cubicBezTo>
                  <a:pt x="4573524" y="5566886"/>
                  <a:pt x="4560631" y="5562600"/>
                  <a:pt x="4548110" y="5562600"/>
                </a:cubicBezTo>
                <a:cubicBezTo>
                  <a:pt x="4509841" y="5562600"/>
                  <a:pt x="4466198" y="5489606"/>
                  <a:pt x="4390186" y="5298473"/>
                </a:cubicBezTo>
                <a:cubicBezTo>
                  <a:pt x="4354605" y="5209004"/>
                  <a:pt x="4269579" y="4953495"/>
                  <a:pt x="4253035" y="4886325"/>
                </a:cubicBezTo>
                <a:cubicBezTo>
                  <a:pt x="4245938" y="4857511"/>
                  <a:pt x="4233170" y="4808341"/>
                  <a:pt x="4224662" y="4777057"/>
                </a:cubicBezTo>
                <a:cubicBezTo>
                  <a:pt x="4208240" y="4716677"/>
                  <a:pt x="4208319" y="4675607"/>
                  <a:pt x="4224867" y="4670189"/>
                </a:cubicBezTo>
                <a:cubicBezTo>
                  <a:pt x="4240854" y="4664954"/>
                  <a:pt x="4391025" y="4859420"/>
                  <a:pt x="4391025" y="4885356"/>
                </a:cubicBezTo>
                <a:cubicBezTo>
                  <a:pt x="4391025" y="4889699"/>
                  <a:pt x="4401191" y="4903480"/>
                  <a:pt x="4413616" y="4915982"/>
                </a:cubicBezTo>
                <a:cubicBezTo>
                  <a:pt x="4435567" y="4938067"/>
                  <a:pt x="4578777" y="5209654"/>
                  <a:pt x="4613950" y="5295900"/>
                </a:cubicBezTo>
                <a:cubicBezTo>
                  <a:pt x="4623564" y="5319474"/>
                  <a:pt x="4635011" y="5347335"/>
                  <a:pt x="4639388" y="5357812"/>
                </a:cubicBezTo>
                <a:cubicBezTo>
                  <a:pt x="4643765" y="5368290"/>
                  <a:pt x="4653967" y="5393459"/>
                  <a:pt x="4662060" y="5413744"/>
                </a:cubicBezTo>
                <a:cubicBezTo>
                  <a:pt x="4684639" y="5470339"/>
                  <a:pt x="4680127" y="5543550"/>
                  <a:pt x="4654060" y="5543550"/>
                </a:cubicBezTo>
                <a:cubicBezTo>
                  <a:pt x="4647926" y="5543550"/>
                  <a:pt x="4635568" y="5552122"/>
                  <a:pt x="4626597" y="5562600"/>
                </a:cubicBezTo>
                <a:cubicBezTo>
                  <a:pt x="4609024" y="5583123"/>
                  <a:pt x="4586250" y="5587476"/>
                  <a:pt x="4576762" y="5572125"/>
                </a:cubicBezTo>
                <a:close/>
                <a:moveTo>
                  <a:pt x="2477856" y="5528188"/>
                </a:moveTo>
                <a:cubicBezTo>
                  <a:pt x="2461516" y="5516743"/>
                  <a:pt x="2457379" y="5507028"/>
                  <a:pt x="2461631" y="5490088"/>
                </a:cubicBezTo>
                <a:cubicBezTo>
                  <a:pt x="2464850" y="5477262"/>
                  <a:pt x="2463106" y="5467350"/>
                  <a:pt x="2457631" y="5467350"/>
                </a:cubicBezTo>
                <a:cubicBezTo>
                  <a:pt x="2441056" y="5467350"/>
                  <a:pt x="2446910" y="5429047"/>
                  <a:pt x="2470535" y="5382914"/>
                </a:cubicBezTo>
                <a:cubicBezTo>
                  <a:pt x="2482970" y="5358630"/>
                  <a:pt x="2501025" y="5319474"/>
                  <a:pt x="2510657" y="5295900"/>
                </a:cubicBezTo>
                <a:cubicBezTo>
                  <a:pt x="2530737" y="5246750"/>
                  <a:pt x="2658788" y="5036215"/>
                  <a:pt x="2690248" y="5000625"/>
                </a:cubicBezTo>
                <a:cubicBezTo>
                  <a:pt x="2701825" y="4987528"/>
                  <a:pt x="2725004" y="4954850"/>
                  <a:pt x="2741758" y="4928007"/>
                </a:cubicBezTo>
                <a:cubicBezTo>
                  <a:pt x="2758511" y="4901165"/>
                  <a:pt x="2779619" y="4870445"/>
                  <a:pt x="2788665" y="4859742"/>
                </a:cubicBezTo>
                <a:cubicBezTo>
                  <a:pt x="2797711" y="4849039"/>
                  <a:pt x="2822257" y="4817761"/>
                  <a:pt x="2843212" y="4790237"/>
                </a:cubicBezTo>
                <a:cubicBezTo>
                  <a:pt x="2958742" y="4638489"/>
                  <a:pt x="3010838" y="4613423"/>
                  <a:pt x="2975910" y="4726391"/>
                </a:cubicBezTo>
                <a:cubicBezTo>
                  <a:pt x="2934281" y="4861034"/>
                  <a:pt x="2892158" y="4979474"/>
                  <a:pt x="2871179" y="5020874"/>
                </a:cubicBezTo>
                <a:cubicBezTo>
                  <a:pt x="2858417" y="5046060"/>
                  <a:pt x="2847975" y="5076890"/>
                  <a:pt x="2847975" y="5089386"/>
                </a:cubicBezTo>
                <a:cubicBezTo>
                  <a:pt x="2847975" y="5113600"/>
                  <a:pt x="2761233" y="5297576"/>
                  <a:pt x="2712435" y="5376862"/>
                </a:cubicBezTo>
                <a:cubicBezTo>
                  <a:pt x="2610941" y="5541764"/>
                  <a:pt x="2609184" y="5543550"/>
                  <a:pt x="2548396" y="5543550"/>
                </a:cubicBezTo>
                <a:cubicBezTo>
                  <a:pt x="2519094" y="5543550"/>
                  <a:pt x="2491077" y="5537448"/>
                  <a:pt x="2477856" y="5528188"/>
                </a:cubicBezTo>
                <a:close/>
                <a:moveTo>
                  <a:pt x="1352550" y="4369471"/>
                </a:moveTo>
                <a:cubicBezTo>
                  <a:pt x="1352550" y="4362855"/>
                  <a:pt x="1342905" y="4353211"/>
                  <a:pt x="1331118" y="4348039"/>
                </a:cubicBezTo>
                <a:cubicBezTo>
                  <a:pt x="1307605" y="4337724"/>
                  <a:pt x="1297316" y="4299573"/>
                  <a:pt x="1313643" y="4283246"/>
                </a:cubicBezTo>
                <a:cubicBezTo>
                  <a:pt x="1319325" y="4277564"/>
                  <a:pt x="1323975" y="4265491"/>
                  <a:pt x="1323975" y="4256418"/>
                </a:cubicBezTo>
                <a:cubicBezTo>
                  <a:pt x="1323975" y="4236766"/>
                  <a:pt x="1371715" y="4200525"/>
                  <a:pt x="1397603" y="4200525"/>
                </a:cubicBezTo>
                <a:cubicBezTo>
                  <a:pt x="1407669" y="4200525"/>
                  <a:pt x="1425971" y="4189809"/>
                  <a:pt x="1438275" y="4176712"/>
                </a:cubicBezTo>
                <a:cubicBezTo>
                  <a:pt x="1450578" y="4163615"/>
                  <a:pt x="1464231" y="4152900"/>
                  <a:pt x="1468614" y="4152900"/>
                </a:cubicBezTo>
                <a:cubicBezTo>
                  <a:pt x="1472996" y="4152900"/>
                  <a:pt x="1494752" y="4144844"/>
                  <a:pt x="1516960" y="4134999"/>
                </a:cubicBezTo>
                <a:cubicBezTo>
                  <a:pt x="1656626" y="4073082"/>
                  <a:pt x="1759473" y="4037300"/>
                  <a:pt x="1933575" y="3990053"/>
                </a:cubicBezTo>
                <a:cubicBezTo>
                  <a:pt x="2168689" y="3926249"/>
                  <a:pt x="2257876" y="3911401"/>
                  <a:pt x="2257008" y="3936206"/>
                </a:cubicBezTo>
                <a:cubicBezTo>
                  <a:pt x="2256643" y="3946637"/>
                  <a:pt x="2041420" y="4095750"/>
                  <a:pt x="2026728" y="4095750"/>
                </a:cubicBezTo>
                <a:cubicBezTo>
                  <a:pt x="2023627" y="4095750"/>
                  <a:pt x="1983726" y="4118252"/>
                  <a:pt x="1938059" y="4145756"/>
                </a:cubicBezTo>
                <a:cubicBezTo>
                  <a:pt x="1813116" y="4221003"/>
                  <a:pt x="1810703" y="4222316"/>
                  <a:pt x="1728787" y="4259582"/>
                </a:cubicBezTo>
                <a:cubicBezTo>
                  <a:pt x="1589818" y="4322803"/>
                  <a:pt x="1565521" y="4332861"/>
                  <a:pt x="1492788" y="4357276"/>
                </a:cubicBezTo>
                <a:cubicBezTo>
                  <a:pt x="1414210" y="4383654"/>
                  <a:pt x="1352550" y="4389016"/>
                  <a:pt x="1352550" y="4369471"/>
                </a:cubicBezTo>
                <a:close/>
                <a:moveTo>
                  <a:pt x="5739401" y="4363402"/>
                </a:moveTo>
                <a:cubicBezTo>
                  <a:pt x="5736487" y="4358687"/>
                  <a:pt x="5720160" y="4354797"/>
                  <a:pt x="5703120" y="4354758"/>
                </a:cubicBezTo>
                <a:cubicBezTo>
                  <a:pt x="5660988" y="4354661"/>
                  <a:pt x="5459772" y="4263199"/>
                  <a:pt x="5313495" y="4177655"/>
                </a:cubicBezTo>
                <a:cubicBezTo>
                  <a:pt x="5094536" y="4049606"/>
                  <a:pt x="4977800" y="3963282"/>
                  <a:pt x="4996929" y="3943562"/>
                </a:cubicBezTo>
                <a:cubicBezTo>
                  <a:pt x="5007837" y="3932318"/>
                  <a:pt x="5166475" y="3961823"/>
                  <a:pt x="5202902" y="3981871"/>
                </a:cubicBezTo>
                <a:cubicBezTo>
                  <a:pt x="5211998" y="3986878"/>
                  <a:pt x="5227870" y="3990975"/>
                  <a:pt x="5238172" y="3990975"/>
                </a:cubicBezTo>
                <a:cubicBezTo>
                  <a:pt x="5248474" y="3990975"/>
                  <a:pt x="5266749" y="3994940"/>
                  <a:pt x="5278783" y="3999787"/>
                </a:cubicBezTo>
                <a:cubicBezTo>
                  <a:pt x="5290816" y="4004634"/>
                  <a:pt x="5345668" y="4022404"/>
                  <a:pt x="5400675" y="4039277"/>
                </a:cubicBezTo>
                <a:cubicBezTo>
                  <a:pt x="5455681" y="4056150"/>
                  <a:pt x="5504973" y="4073048"/>
                  <a:pt x="5510212" y="4076829"/>
                </a:cubicBezTo>
                <a:cubicBezTo>
                  <a:pt x="5515451" y="4080610"/>
                  <a:pt x="5543311" y="4091277"/>
                  <a:pt x="5572125" y="4100534"/>
                </a:cubicBezTo>
                <a:cubicBezTo>
                  <a:pt x="5732332" y="4152003"/>
                  <a:pt x="5835825" y="4230838"/>
                  <a:pt x="5834685" y="4300537"/>
                </a:cubicBezTo>
                <a:cubicBezTo>
                  <a:pt x="5834194" y="4330579"/>
                  <a:pt x="5829529" y="4340626"/>
                  <a:pt x="5812631" y="4348039"/>
                </a:cubicBezTo>
                <a:cubicBezTo>
                  <a:pt x="5800844" y="4353211"/>
                  <a:pt x="5791200" y="4360712"/>
                  <a:pt x="5791200" y="4364708"/>
                </a:cubicBezTo>
                <a:cubicBezTo>
                  <a:pt x="5791200" y="4374942"/>
                  <a:pt x="5745826" y="4373798"/>
                  <a:pt x="5739401" y="4363402"/>
                </a:cubicBezTo>
                <a:close/>
                <a:moveTo>
                  <a:pt x="6762734" y="3588069"/>
                </a:moveTo>
                <a:cubicBezTo>
                  <a:pt x="6760123" y="3585642"/>
                  <a:pt x="6616541" y="3578733"/>
                  <a:pt x="6443662" y="3572716"/>
                </a:cubicBezTo>
                <a:cubicBezTo>
                  <a:pt x="5986799" y="3556814"/>
                  <a:pt x="5604069" y="3533343"/>
                  <a:pt x="5582306" y="3519892"/>
                </a:cubicBezTo>
                <a:cubicBezTo>
                  <a:pt x="5579296" y="3518032"/>
                  <a:pt x="5538269" y="3513761"/>
                  <a:pt x="5491135" y="3510401"/>
                </a:cubicBezTo>
                <a:cubicBezTo>
                  <a:pt x="5382932" y="3502688"/>
                  <a:pt x="5040271" y="3451263"/>
                  <a:pt x="5014912" y="3438931"/>
                </a:cubicBezTo>
                <a:cubicBezTo>
                  <a:pt x="5004435" y="3433836"/>
                  <a:pt x="4980867" y="3426032"/>
                  <a:pt x="4962539" y="3421588"/>
                </a:cubicBezTo>
                <a:cubicBezTo>
                  <a:pt x="4925834" y="3412689"/>
                  <a:pt x="4913803" y="3387908"/>
                  <a:pt x="4940626" y="3376454"/>
                </a:cubicBezTo>
                <a:cubicBezTo>
                  <a:pt x="4974881" y="3361827"/>
                  <a:pt x="5152530" y="3336329"/>
                  <a:pt x="5267325" y="3329564"/>
                </a:cubicBezTo>
                <a:cubicBezTo>
                  <a:pt x="5311854" y="3326939"/>
                  <a:pt x="5406151" y="3320498"/>
                  <a:pt x="5476875" y="3315250"/>
                </a:cubicBezTo>
                <a:cubicBezTo>
                  <a:pt x="5798221" y="3291405"/>
                  <a:pt x="6666038" y="3277277"/>
                  <a:pt x="6869906" y="3292571"/>
                </a:cubicBezTo>
                <a:cubicBezTo>
                  <a:pt x="6940549" y="3297871"/>
                  <a:pt x="6965189" y="3310870"/>
                  <a:pt x="6924675" y="3321465"/>
                </a:cubicBezTo>
                <a:cubicBezTo>
                  <a:pt x="6879301" y="3333330"/>
                  <a:pt x="6913531" y="3340797"/>
                  <a:pt x="7020129" y="3342288"/>
                </a:cubicBezTo>
                <a:cubicBezTo>
                  <a:pt x="7109677" y="3343540"/>
                  <a:pt x="7141195" y="3347556"/>
                  <a:pt x="7164745" y="3360712"/>
                </a:cubicBezTo>
                <a:cubicBezTo>
                  <a:pt x="7203195" y="3382192"/>
                  <a:pt x="7208371" y="3398236"/>
                  <a:pt x="7180266" y="3408816"/>
                </a:cubicBezTo>
                <a:cubicBezTo>
                  <a:pt x="7159728" y="3416548"/>
                  <a:pt x="7161116" y="3418024"/>
                  <a:pt x="7198518" y="3428222"/>
                </a:cubicBezTo>
                <a:cubicBezTo>
                  <a:pt x="7268153" y="3447208"/>
                  <a:pt x="7251212" y="3487850"/>
                  <a:pt x="7167275" y="3503173"/>
                </a:cubicBezTo>
                <a:cubicBezTo>
                  <a:pt x="7120734" y="3511669"/>
                  <a:pt x="7120378" y="3511995"/>
                  <a:pt x="7146131" y="3522559"/>
                </a:cubicBezTo>
                <a:cubicBezTo>
                  <a:pt x="7176756" y="3535121"/>
                  <a:pt x="7180184" y="3557473"/>
                  <a:pt x="7153662" y="3571667"/>
                </a:cubicBezTo>
                <a:cubicBezTo>
                  <a:pt x="7135341" y="3581472"/>
                  <a:pt x="6772036" y="3596715"/>
                  <a:pt x="6762734" y="3588069"/>
                </a:cubicBezTo>
                <a:close/>
                <a:moveTo>
                  <a:pt x="223350" y="3563600"/>
                </a:moveTo>
                <a:cubicBezTo>
                  <a:pt x="80761" y="3556703"/>
                  <a:pt x="42683" y="3542493"/>
                  <a:pt x="53311" y="3500146"/>
                </a:cubicBezTo>
                <a:cubicBezTo>
                  <a:pt x="58178" y="3480755"/>
                  <a:pt x="55720" y="3476625"/>
                  <a:pt x="39314" y="3476625"/>
                </a:cubicBezTo>
                <a:cubicBezTo>
                  <a:pt x="-2079" y="3476625"/>
                  <a:pt x="-902" y="3397434"/>
                  <a:pt x="40562" y="3392648"/>
                </a:cubicBezTo>
                <a:cubicBezTo>
                  <a:pt x="69861" y="3389266"/>
                  <a:pt x="73526" y="3379868"/>
                  <a:pt x="52387" y="3362325"/>
                </a:cubicBezTo>
                <a:cubicBezTo>
                  <a:pt x="6871" y="3324549"/>
                  <a:pt x="79411" y="3298367"/>
                  <a:pt x="189118" y="3312974"/>
                </a:cubicBezTo>
                <a:cubicBezTo>
                  <a:pt x="235594" y="3319162"/>
                  <a:pt x="285994" y="3323581"/>
                  <a:pt x="301117" y="3322794"/>
                </a:cubicBezTo>
                <a:cubicBezTo>
                  <a:pt x="320288" y="3321796"/>
                  <a:pt x="315860" y="3319634"/>
                  <a:pt x="286489" y="3315650"/>
                </a:cubicBezTo>
                <a:cubicBezTo>
                  <a:pt x="240219" y="3309375"/>
                  <a:pt x="225314" y="3291474"/>
                  <a:pt x="257778" y="3281170"/>
                </a:cubicBezTo>
                <a:cubicBezTo>
                  <a:pt x="323347" y="3260360"/>
                  <a:pt x="1838188" y="3282261"/>
                  <a:pt x="1940855" y="3305504"/>
                </a:cubicBezTo>
                <a:cubicBezTo>
                  <a:pt x="1963195" y="3310561"/>
                  <a:pt x="2000991" y="3314700"/>
                  <a:pt x="2024847" y="3314700"/>
                </a:cubicBezTo>
                <a:cubicBezTo>
                  <a:pt x="2092152" y="3314700"/>
                  <a:pt x="2277731" y="3342550"/>
                  <a:pt x="2312193" y="3357823"/>
                </a:cubicBezTo>
                <a:cubicBezTo>
                  <a:pt x="2360291" y="3379138"/>
                  <a:pt x="2351689" y="3397038"/>
                  <a:pt x="2286734" y="3410807"/>
                </a:cubicBezTo>
                <a:cubicBezTo>
                  <a:pt x="2267994" y="3414779"/>
                  <a:pt x="2226945" y="3424451"/>
                  <a:pt x="2195512" y="3432301"/>
                </a:cubicBezTo>
                <a:cubicBezTo>
                  <a:pt x="2043238" y="3470326"/>
                  <a:pt x="1618154" y="3515720"/>
                  <a:pt x="1113789" y="3547815"/>
                </a:cubicBezTo>
                <a:cubicBezTo>
                  <a:pt x="861235" y="3563887"/>
                  <a:pt x="398778" y="3572085"/>
                  <a:pt x="223350" y="3563600"/>
                </a:cubicBezTo>
                <a:close/>
                <a:moveTo>
                  <a:pt x="5034160" y="2848294"/>
                </a:moveTo>
                <a:cubicBezTo>
                  <a:pt x="5025440" y="2834185"/>
                  <a:pt x="5037518" y="2825092"/>
                  <a:pt x="5176837" y="2740881"/>
                </a:cubicBezTo>
                <a:cubicBezTo>
                  <a:pt x="5338803" y="2642981"/>
                  <a:pt x="5349078" y="2637381"/>
                  <a:pt x="5531154" y="2547788"/>
                </a:cubicBezTo>
                <a:cubicBezTo>
                  <a:pt x="5727625" y="2451111"/>
                  <a:pt x="5817905" y="2415466"/>
                  <a:pt x="5833503" y="2428411"/>
                </a:cubicBezTo>
                <a:cubicBezTo>
                  <a:pt x="5840765" y="2434437"/>
                  <a:pt x="5852853" y="2433326"/>
                  <a:pt x="5868536" y="2425189"/>
                </a:cubicBezTo>
                <a:cubicBezTo>
                  <a:pt x="5925764" y="2395499"/>
                  <a:pt x="5944188" y="2396955"/>
                  <a:pt x="5979055" y="2433920"/>
                </a:cubicBezTo>
                <a:cubicBezTo>
                  <a:pt x="6009093" y="2465766"/>
                  <a:pt x="6010545" y="2469938"/>
                  <a:pt x="5996860" y="2485060"/>
                </a:cubicBezTo>
                <a:cubicBezTo>
                  <a:pt x="5985902" y="2497168"/>
                  <a:pt x="5984770" y="2504335"/>
                  <a:pt x="5992579" y="2512144"/>
                </a:cubicBezTo>
                <a:cubicBezTo>
                  <a:pt x="6008391" y="2527956"/>
                  <a:pt x="5957385" y="2571750"/>
                  <a:pt x="5923159" y="2571750"/>
                </a:cubicBezTo>
                <a:cubicBezTo>
                  <a:pt x="5907036" y="2571750"/>
                  <a:pt x="5895975" y="2576849"/>
                  <a:pt x="5895975" y="2584283"/>
                </a:cubicBezTo>
                <a:cubicBezTo>
                  <a:pt x="5895975" y="2597115"/>
                  <a:pt x="5830929" y="2638425"/>
                  <a:pt x="5810724" y="2638425"/>
                </a:cubicBezTo>
                <a:cubicBezTo>
                  <a:pt x="5804553" y="2638425"/>
                  <a:pt x="5777201" y="2648626"/>
                  <a:pt x="5749941" y="2661095"/>
                </a:cubicBezTo>
                <a:cubicBezTo>
                  <a:pt x="5654797" y="2704615"/>
                  <a:pt x="5340158" y="2809875"/>
                  <a:pt x="5305214" y="2809875"/>
                </a:cubicBezTo>
                <a:cubicBezTo>
                  <a:pt x="5295345" y="2809875"/>
                  <a:pt x="5277425" y="2813678"/>
                  <a:pt x="5265391" y="2818327"/>
                </a:cubicBezTo>
                <a:cubicBezTo>
                  <a:pt x="5197773" y="2844449"/>
                  <a:pt x="5044092" y="2864366"/>
                  <a:pt x="5034160" y="2848294"/>
                </a:cubicBezTo>
                <a:close/>
                <a:moveTo>
                  <a:pt x="2162175" y="2832235"/>
                </a:moveTo>
                <a:cubicBezTo>
                  <a:pt x="2149078" y="2830244"/>
                  <a:pt x="2123360" y="2824622"/>
                  <a:pt x="2105025" y="2819742"/>
                </a:cubicBezTo>
                <a:cubicBezTo>
                  <a:pt x="2086689" y="2814862"/>
                  <a:pt x="2038302" y="2803536"/>
                  <a:pt x="1997497" y="2794574"/>
                </a:cubicBezTo>
                <a:cubicBezTo>
                  <a:pt x="1956693" y="2785612"/>
                  <a:pt x="1921078" y="2774673"/>
                  <a:pt x="1918354" y="2770264"/>
                </a:cubicBezTo>
                <a:cubicBezTo>
                  <a:pt x="1915629" y="2765856"/>
                  <a:pt x="1898283" y="2762250"/>
                  <a:pt x="1879807" y="2762250"/>
                </a:cubicBezTo>
                <a:cubicBezTo>
                  <a:pt x="1844105" y="2762250"/>
                  <a:pt x="1730398" y="2737057"/>
                  <a:pt x="1702722" y="2723016"/>
                </a:cubicBezTo>
                <a:cubicBezTo>
                  <a:pt x="1693626" y="2718401"/>
                  <a:pt x="1681643" y="2714625"/>
                  <a:pt x="1676095" y="2714625"/>
                </a:cubicBezTo>
                <a:cubicBezTo>
                  <a:pt x="1620628" y="2714625"/>
                  <a:pt x="1283101" y="2562396"/>
                  <a:pt x="1264375" y="2528934"/>
                </a:cubicBezTo>
                <a:cubicBezTo>
                  <a:pt x="1242461" y="2489777"/>
                  <a:pt x="1247934" y="2409825"/>
                  <a:pt x="1272528" y="2409825"/>
                </a:cubicBezTo>
                <a:cubicBezTo>
                  <a:pt x="1280197" y="2409825"/>
                  <a:pt x="1288940" y="2403395"/>
                  <a:pt x="1291955" y="2395537"/>
                </a:cubicBezTo>
                <a:cubicBezTo>
                  <a:pt x="1298770" y="2377778"/>
                  <a:pt x="1350168" y="2376578"/>
                  <a:pt x="1370849" y="2393695"/>
                </a:cubicBezTo>
                <a:cubicBezTo>
                  <a:pt x="1398794" y="2416824"/>
                  <a:pt x="1435125" y="2428214"/>
                  <a:pt x="1446063" y="2417276"/>
                </a:cubicBezTo>
                <a:cubicBezTo>
                  <a:pt x="1457821" y="2405518"/>
                  <a:pt x="1515936" y="2426649"/>
                  <a:pt x="1742974" y="2525233"/>
                </a:cubicBezTo>
                <a:cubicBezTo>
                  <a:pt x="1821956" y="2559529"/>
                  <a:pt x="2069606" y="2686496"/>
                  <a:pt x="2086725" y="2701471"/>
                </a:cubicBezTo>
                <a:cubicBezTo>
                  <a:pt x="2094995" y="2708705"/>
                  <a:pt x="2104876" y="2714625"/>
                  <a:pt x="2108683" y="2714625"/>
                </a:cubicBezTo>
                <a:cubicBezTo>
                  <a:pt x="2125800" y="2714625"/>
                  <a:pt x="2266950" y="2813133"/>
                  <a:pt x="2266950" y="2825079"/>
                </a:cubicBezTo>
                <a:cubicBezTo>
                  <a:pt x="2266950" y="2838289"/>
                  <a:pt x="2222128" y="2841350"/>
                  <a:pt x="2162175" y="2832235"/>
                </a:cubicBezTo>
                <a:close/>
                <a:moveTo>
                  <a:pt x="4567887" y="2544226"/>
                </a:moveTo>
                <a:cubicBezTo>
                  <a:pt x="4559807" y="2531153"/>
                  <a:pt x="4580984" y="2492720"/>
                  <a:pt x="4628824" y="2433637"/>
                </a:cubicBezTo>
                <a:cubicBezTo>
                  <a:pt x="4650033" y="2407443"/>
                  <a:pt x="4690435" y="2356008"/>
                  <a:pt x="4718606" y="2319337"/>
                </a:cubicBezTo>
                <a:cubicBezTo>
                  <a:pt x="4857684" y="2138292"/>
                  <a:pt x="5045754" y="1938001"/>
                  <a:pt x="5498953" y="1488281"/>
                </a:cubicBezTo>
                <a:cubicBezTo>
                  <a:pt x="5722003" y="1266944"/>
                  <a:pt x="5908858" y="1085850"/>
                  <a:pt x="5914186" y="1085850"/>
                </a:cubicBezTo>
                <a:cubicBezTo>
                  <a:pt x="5919515" y="1085850"/>
                  <a:pt x="5942243" y="1072759"/>
                  <a:pt x="5964693" y="1056759"/>
                </a:cubicBezTo>
                <a:cubicBezTo>
                  <a:pt x="6091880" y="966115"/>
                  <a:pt x="6139556" y="949172"/>
                  <a:pt x="6150430" y="990753"/>
                </a:cubicBezTo>
                <a:cubicBezTo>
                  <a:pt x="6153192" y="1001315"/>
                  <a:pt x="6160291" y="1009379"/>
                  <a:pt x="6166207" y="1008674"/>
                </a:cubicBezTo>
                <a:cubicBezTo>
                  <a:pt x="6191545" y="1005654"/>
                  <a:pt x="6201070" y="1011168"/>
                  <a:pt x="6214122" y="1036406"/>
                </a:cubicBezTo>
                <a:cubicBezTo>
                  <a:pt x="6222359" y="1052335"/>
                  <a:pt x="6224733" y="1068382"/>
                  <a:pt x="6219989" y="1076058"/>
                </a:cubicBezTo>
                <a:cubicBezTo>
                  <a:pt x="6214754" y="1084529"/>
                  <a:pt x="6218752" y="1094403"/>
                  <a:pt x="6231646" y="1104844"/>
                </a:cubicBezTo>
                <a:cubicBezTo>
                  <a:pt x="6246018" y="1116481"/>
                  <a:pt x="6249666" y="1127133"/>
                  <a:pt x="6245273" y="1144635"/>
                </a:cubicBezTo>
                <a:cubicBezTo>
                  <a:pt x="6237565" y="1175344"/>
                  <a:pt x="6055074" y="1360388"/>
                  <a:pt x="5872162" y="1522964"/>
                </a:cubicBezTo>
                <a:cubicBezTo>
                  <a:pt x="5793581" y="1592808"/>
                  <a:pt x="5688714" y="1686979"/>
                  <a:pt x="5639125" y="1732233"/>
                </a:cubicBezTo>
                <a:cubicBezTo>
                  <a:pt x="5589535" y="1777486"/>
                  <a:pt x="5525242" y="1836132"/>
                  <a:pt x="5496250" y="1862557"/>
                </a:cubicBezTo>
                <a:cubicBezTo>
                  <a:pt x="5415448" y="1936205"/>
                  <a:pt x="5327396" y="2009775"/>
                  <a:pt x="5320053" y="2009775"/>
                </a:cubicBezTo>
                <a:cubicBezTo>
                  <a:pt x="5316424" y="2009775"/>
                  <a:pt x="5276286" y="2043634"/>
                  <a:pt x="5230858" y="2085018"/>
                </a:cubicBezTo>
                <a:cubicBezTo>
                  <a:pt x="5185430" y="2126402"/>
                  <a:pt x="5120401" y="2182258"/>
                  <a:pt x="5086350" y="2209143"/>
                </a:cubicBezTo>
                <a:cubicBezTo>
                  <a:pt x="5052298" y="2236028"/>
                  <a:pt x="5017993" y="2263247"/>
                  <a:pt x="5010118" y="2269631"/>
                </a:cubicBezTo>
                <a:cubicBezTo>
                  <a:pt x="4954685" y="2314562"/>
                  <a:pt x="4907797" y="2349197"/>
                  <a:pt x="4833513" y="2400080"/>
                </a:cubicBezTo>
                <a:cubicBezTo>
                  <a:pt x="4623325" y="2544058"/>
                  <a:pt x="4581732" y="2566629"/>
                  <a:pt x="4567887" y="2544226"/>
                </a:cubicBezTo>
                <a:close/>
                <a:moveTo>
                  <a:pt x="2644501" y="2523778"/>
                </a:moveTo>
                <a:cubicBezTo>
                  <a:pt x="2605419" y="2504562"/>
                  <a:pt x="2559270" y="2476378"/>
                  <a:pt x="2428875" y="2392091"/>
                </a:cubicBezTo>
                <a:cubicBezTo>
                  <a:pt x="2342484" y="2336249"/>
                  <a:pt x="2305712" y="2309111"/>
                  <a:pt x="2214138" y="2233612"/>
                </a:cubicBezTo>
                <a:cubicBezTo>
                  <a:pt x="2182368" y="2207418"/>
                  <a:pt x="2144256" y="2177415"/>
                  <a:pt x="2129446" y="2166937"/>
                </a:cubicBezTo>
                <a:cubicBezTo>
                  <a:pt x="2102012" y="2147528"/>
                  <a:pt x="2061892" y="2114848"/>
                  <a:pt x="1971587" y="2038350"/>
                </a:cubicBezTo>
                <a:cubicBezTo>
                  <a:pt x="1943758" y="2014775"/>
                  <a:pt x="1913290" y="1993344"/>
                  <a:pt x="1903880" y="1990725"/>
                </a:cubicBezTo>
                <a:cubicBezTo>
                  <a:pt x="1894469" y="1988105"/>
                  <a:pt x="1839542" y="1944171"/>
                  <a:pt x="1781818" y="1893093"/>
                </a:cubicBezTo>
                <a:cubicBezTo>
                  <a:pt x="1724094" y="1842015"/>
                  <a:pt x="1671403" y="1800110"/>
                  <a:pt x="1664726" y="1799970"/>
                </a:cubicBezTo>
                <a:cubicBezTo>
                  <a:pt x="1652883" y="1799721"/>
                  <a:pt x="1485950" y="1665471"/>
                  <a:pt x="1399997" y="1587071"/>
                </a:cubicBezTo>
                <a:cubicBezTo>
                  <a:pt x="1183399" y="1389503"/>
                  <a:pt x="1133399" y="1339218"/>
                  <a:pt x="1138275" y="1323854"/>
                </a:cubicBezTo>
                <a:cubicBezTo>
                  <a:pt x="1141932" y="1312332"/>
                  <a:pt x="1120720" y="1285372"/>
                  <a:pt x="1066420" y="1232530"/>
                </a:cubicBezTo>
                <a:cubicBezTo>
                  <a:pt x="976754" y="1145272"/>
                  <a:pt x="944526" y="1099538"/>
                  <a:pt x="961054" y="1083010"/>
                </a:cubicBezTo>
                <a:cubicBezTo>
                  <a:pt x="969332" y="1074732"/>
                  <a:pt x="976955" y="1075118"/>
                  <a:pt x="992109" y="1084582"/>
                </a:cubicBezTo>
                <a:cubicBezTo>
                  <a:pt x="1011662" y="1096793"/>
                  <a:pt x="1011624" y="1096326"/>
                  <a:pt x="990686" y="1066920"/>
                </a:cubicBezTo>
                <a:cubicBezTo>
                  <a:pt x="955210" y="1017099"/>
                  <a:pt x="992927" y="961610"/>
                  <a:pt x="1039902" y="994512"/>
                </a:cubicBezTo>
                <a:cubicBezTo>
                  <a:pt x="1068178" y="1014317"/>
                  <a:pt x="1075578" y="1013616"/>
                  <a:pt x="1069840" y="991674"/>
                </a:cubicBezTo>
                <a:cubicBezTo>
                  <a:pt x="1063539" y="967576"/>
                  <a:pt x="1078784" y="959810"/>
                  <a:pt x="1109481" y="971481"/>
                </a:cubicBezTo>
                <a:cubicBezTo>
                  <a:pt x="1137366" y="982082"/>
                  <a:pt x="1238250" y="1083293"/>
                  <a:pt x="1238250" y="1100667"/>
                </a:cubicBezTo>
                <a:cubicBezTo>
                  <a:pt x="1238250" y="1110774"/>
                  <a:pt x="1319663" y="1186287"/>
                  <a:pt x="1365616" y="1218802"/>
                </a:cubicBezTo>
                <a:cubicBezTo>
                  <a:pt x="1400803" y="1243699"/>
                  <a:pt x="1346714" y="1175437"/>
                  <a:pt x="1304155" y="1141236"/>
                </a:cubicBezTo>
                <a:cubicBezTo>
                  <a:pt x="1269499" y="1113385"/>
                  <a:pt x="1255250" y="1085850"/>
                  <a:pt x="1275494" y="1085850"/>
                </a:cubicBezTo>
                <a:cubicBezTo>
                  <a:pt x="1289862" y="1085850"/>
                  <a:pt x="1379439" y="1159747"/>
                  <a:pt x="1495425" y="1267283"/>
                </a:cubicBezTo>
                <a:cubicBezTo>
                  <a:pt x="1555670" y="1323140"/>
                  <a:pt x="1673542" y="1432303"/>
                  <a:pt x="1757362" y="1509867"/>
                </a:cubicBezTo>
                <a:cubicBezTo>
                  <a:pt x="2086084" y="1814055"/>
                  <a:pt x="2349765" y="2076936"/>
                  <a:pt x="2491766" y="2242044"/>
                </a:cubicBezTo>
                <a:cubicBezTo>
                  <a:pt x="2668726" y="2447798"/>
                  <a:pt x="2713151" y="2510770"/>
                  <a:pt x="2694314" y="2529153"/>
                </a:cubicBezTo>
                <a:cubicBezTo>
                  <a:pt x="2683436" y="2539768"/>
                  <a:pt x="2675218" y="2538881"/>
                  <a:pt x="2644501" y="2523778"/>
                </a:cubicBezTo>
                <a:close/>
                <a:moveTo>
                  <a:pt x="3621405" y="2245995"/>
                </a:moveTo>
                <a:cubicBezTo>
                  <a:pt x="3615118" y="2239708"/>
                  <a:pt x="3609975" y="2226791"/>
                  <a:pt x="3609975" y="2217290"/>
                </a:cubicBezTo>
                <a:cubicBezTo>
                  <a:pt x="3609975" y="2207789"/>
                  <a:pt x="3605902" y="2192573"/>
                  <a:pt x="3600925" y="2183477"/>
                </a:cubicBezTo>
                <a:cubicBezTo>
                  <a:pt x="3570408" y="2127699"/>
                  <a:pt x="3529707" y="1740423"/>
                  <a:pt x="3514600" y="1362075"/>
                </a:cubicBezTo>
                <a:cubicBezTo>
                  <a:pt x="3509685" y="1238964"/>
                  <a:pt x="3500852" y="1031081"/>
                  <a:pt x="3494972" y="900112"/>
                </a:cubicBezTo>
                <a:cubicBezTo>
                  <a:pt x="3483083" y="635288"/>
                  <a:pt x="3489813" y="283514"/>
                  <a:pt x="3509823" y="123825"/>
                </a:cubicBezTo>
                <a:cubicBezTo>
                  <a:pt x="3517022" y="66375"/>
                  <a:pt x="3545499" y="24966"/>
                  <a:pt x="3572020" y="33383"/>
                </a:cubicBezTo>
                <a:cubicBezTo>
                  <a:pt x="3580810" y="36173"/>
                  <a:pt x="3595375" y="29919"/>
                  <a:pt x="3605090" y="19184"/>
                </a:cubicBezTo>
                <a:cubicBezTo>
                  <a:pt x="3637335" y="-16445"/>
                  <a:pt x="3705225" y="4959"/>
                  <a:pt x="3705225" y="50756"/>
                </a:cubicBezTo>
                <a:cubicBezTo>
                  <a:pt x="3705225" y="69215"/>
                  <a:pt x="3715836" y="71303"/>
                  <a:pt x="3731261" y="55878"/>
                </a:cubicBezTo>
                <a:cubicBezTo>
                  <a:pt x="3739307" y="47832"/>
                  <a:pt x="3747240" y="53293"/>
                  <a:pt x="3762396" y="77309"/>
                </a:cubicBezTo>
                <a:cubicBezTo>
                  <a:pt x="3779958" y="105137"/>
                  <a:pt x="3782118" y="119616"/>
                  <a:pt x="3778218" y="183356"/>
                </a:cubicBezTo>
                <a:cubicBezTo>
                  <a:pt x="3775706" y="224405"/>
                  <a:pt x="3777529" y="257175"/>
                  <a:pt x="3782325" y="257175"/>
                </a:cubicBezTo>
                <a:cubicBezTo>
                  <a:pt x="3801536" y="257175"/>
                  <a:pt x="3777311" y="1474201"/>
                  <a:pt x="3751895" y="1785937"/>
                </a:cubicBezTo>
                <a:cubicBezTo>
                  <a:pt x="3737196" y="1966224"/>
                  <a:pt x="3694291" y="2219699"/>
                  <a:pt x="3674102" y="2245518"/>
                </a:cubicBezTo>
                <a:cubicBezTo>
                  <a:pt x="3662304" y="2260607"/>
                  <a:pt x="3636252" y="2260842"/>
                  <a:pt x="3621405" y="2245995"/>
                </a:cubicBezTo>
                <a:close/>
                <a:moveTo>
                  <a:pt x="4310198" y="2029044"/>
                </a:moveTo>
                <a:cubicBezTo>
                  <a:pt x="4307035" y="2023926"/>
                  <a:pt x="4309223" y="2002003"/>
                  <a:pt x="4315060" y="1980326"/>
                </a:cubicBezTo>
                <a:cubicBezTo>
                  <a:pt x="4320897" y="1958648"/>
                  <a:pt x="4327745" y="1923188"/>
                  <a:pt x="4330279" y="1901525"/>
                </a:cubicBezTo>
                <a:cubicBezTo>
                  <a:pt x="4337116" y="1843057"/>
                  <a:pt x="4360167" y="1758469"/>
                  <a:pt x="4395521" y="1662112"/>
                </a:cubicBezTo>
                <a:cubicBezTo>
                  <a:pt x="4412820" y="1614963"/>
                  <a:pt x="4429494" y="1559155"/>
                  <a:pt x="4432574" y="1538094"/>
                </a:cubicBezTo>
                <a:cubicBezTo>
                  <a:pt x="4440287" y="1485359"/>
                  <a:pt x="4567452" y="1164980"/>
                  <a:pt x="4600738" y="1114425"/>
                </a:cubicBezTo>
                <a:cubicBezTo>
                  <a:pt x="4605912" y="1106566"/>
                  <a:pt x="4614528" y="1089933"/>
                  <a:pt x="4619884" y="1077462"/>
                </a:cubicBezTo>
                <a:cubicBezTo>
                  <a:pt x="4641764" y="1026521"/>
                  <a:pt x="4668044" y="999882"/>
                  <a:pt x="4694433" y="1001893"/>
                </a:cubicBezTo>
                <a:cubicBezTo>
                  <a:pt x="4708595" y="1002972"/>
                  <a:pt x="4725058" y="1000842"/>
                  <a:pt x="4731017" y="997159"/>
                </a:cubicBezTo>
                <a:cubicBezTo>
                  <a:pt x="4748079" y="986614"/>
                  <a:pt x="4790478" y="1007135"/>
                  <a:pt x="4800748" y="1030910"/>
                </a:cubicBezTo>
                <a:cubicBezTo>
                  <a:pt x="4805880" y="1042791"/>
                  <a:pt x="4815433" y="1060025"/>
                  <a:pt x="4821977" y="1069209"/>
                </a:cubicBezTo>
                <a:cubicBezTo>
                  <a:pt x="4831810" y="1083007"/>
                  <a:pt x="4830313" y="1092927"/>
                  <a:pt x="4813354" y="1126359"/>
                </a:cubicBezTo>
                <a:cubicBezTo>
                  <a:pt x="4802068" y="1148608"/>
                  <a:pt x="4790695" y="1182081"/>
                  <a:pt x="4788081" y="1200744"/>
                </a:cubicBezTo>
                <a:cubicBezTo>
                  <a:pt x="4785466" y="1219406"/>
                  <a:pt x="4773845" y="1255839"/>
                  <a:pt x="4762255" y="1281706"/>
                </a:cubicBezTo>
                <a:cubicBezTo>
                  <a:pt x="4750665" y="1307573"/>
                  <a:pt x="4730701" y="1352311"/>
                  <a:pt x="4717891" y="1381125"/>
                </a:cubicBezTo>
                <a:cubicBezTo>
                  <a:pt x="4681792" y="1462319"/>
                  <a:pt x="4580338" y="1660462"/>
                  <a:pt x="4566703" y="1676400"/>
                </a:cubicBezTo>
                <a:cubicBezTo>
                  <a:pt x="4559980" y="1684258"/>
                  <a:pt x="4538265" y="1722834"/>
                  <a:pt x="4518448" y="1762125"/>
                </a:cubicBezTo>
                <a:cubicBezTo>
                  <a:pt x="4498631" y="1801415"/>
                  <a:pt x="4464673" y="1859634"/>
                  <a:pt x="4442987" y="1891499"/>
                </a:cubicBezTo>
                <a:cubicBezTo>
                  <a:pt x="4347156" y="2032310"/>
                  <a:pt x="4325853" y="2054375"/>
                  <a:pt x="4310198" y="2029044"/>
                </a:cubicBezTo>
                <a:close/>
                <a:moveTo>
                  <a:pt x="2981619" y="1951486"/>
                </a:moveTo>
                <a:cubicBezTo>
                  <a:pt x="2949934" y="1909438"/>
                  <a:pt x="2912618" y="1854988"/>
                  <a:pt x="2898695" y="1830486"/>
                </a:cubicBezTo>
                <a:cubicBezTo>
                  <a:pt x="2850046" y="1744879"/>
                  <a:pt x="2831262" y="1708290"/>
                  <a:pt x="2824152" y="1685288"/>
                </a:cubicBezTo>
                <a:cubicBezTo>
                  <a:pt x="2820212" y="1672541"/>
                  <a:pt x="2802427" y="1642110"/>
                  <a:pt x="2784629" y="1617664"/>
                </a:cubicBezTo>
                <a:cubicBezTo>
                  <a:pt x="2766832" y="1593217"/>
                  <a:pt x="2733598" y="1533210"/>
                  <a:pt x="2710778" y="1484314"/>
                </a:cubicBezTo>
                <a:cubicBezTo>
                  <a:pt x="2687957" y="1435418"/>
                  <a:pt x="2651626" y="1357487"/>
                  <a:pt x="2630043" y="1311134"/>
                </a:cubicBezTo>
                <a:cubicBezTo>
                  <a:pt x="2608459" y="1264781"/>
                  <a:pt x="2590800" y="1217418"/>
                  <a:pt x="2590800" y="1205883"/>
                </a:cubicBezTo>
                <a:cubicBezTo>
                  <a:pt x="2590800" y="1194347"/>
                  <a:pt x="2586743" y="1180838"/>
                  <a:pt x="2581784" y="1175861"/>
                </a:cubicBezTo>
                <a:cubicBezTo>
                  <a:pt x="2570503" y="1164538"/>
                  <a:pt x="2565812" y="1093637"/>
                  <a:pt x="2575325" y="1078245"/>
                </a:cubicBezTo>
                <a:cubicBezTo>
                  <a:pt x="2579216" y="1071950"/>
                  <a:pt x="2588575" y="1066800"/>
                  <a:pt x="2596124" y="1066800"/>
                </a:cubicBezTo>
                <a:cubicBezTo>
                  <a:pt x="2603673" y="1066800"/>
                  <a:pt x="2609850" y="1062612"/>
                  <a:pt x="2609850" y="1057494"/>
                </a:cubicBezTo>
                <a:cubicBezTo>
                  <a:pt x="2609850" y="1052376"/>
                  <a:pt x="2620675" y="1041096"/>
                  <a:pt x="2633906" y="1032426"/>
                </a:cubicBezTo>
                <a:cubicBezTo>
                  <a:pt x="2656159" y="1017846"/>
                  <a:pt x="2659250" y="1017829"/>
                  <a:pt x="2675137" y="1032207"/>
                </a:cubicBezTo>
                <a:cubicBezTo>
                  <a:pt x="2684583" y="1040755"/>
                  <a:pt x="2701312" y="1047749"/>
                  <a:pt x="2712313" y="1047749"/>
                </a:cubicBezTo>
                <a:cubicBezTo>
                  <a:pt x="2740009" y="1047749"/>
                  <a:pt x="2759675" y="1070104"/>
                  <a:pt x="2773437" y="1117231"/>
                </a:cubicBezTo>
                <a:cubicBezTo>
                  <a:pt x="2779871" y="1139262"/>
                  <a:pt x="2788313" y="1159532"/>
                  <a:pt x="2792198" y="1162275"/>
                </a:cubicBezTo>
                <a:cubicBezTo>
                  <a:pt x="2802815" y="1169773"/>
                  <a:pt x="2871343" y="1312492"/>
                  <a:pt x="2890421" y="1366837"/>
                </a:cubicBezTo>
                <a:cubicBezTo>
                  <a:pt x="2899616" y="1393031"/>
                  <a:pt x="2910764" y="1423035"/>
                  <a:pt x="2915194" y="1433512"/>
                </a:cubicBezTo>
                <a:cubicBezTo>
                  <a:pt x="2926453" y="1460140"/>
                  <a:pt x="2985193" y="1640953"/>
                  <a:pt x="3004931" y="1709737"/>
                </a:cubicBezTo>
                <a:cubicBezTo>
                  <a:pt x="3013950" y="1741170"/>
                  <a:pt x="3024813" y="1775460"/>
                  <a:pt x="3029069" y="1785937"/>
                </a:cubicBezTo>
                <a:cubicBezTo>
                  <a:pt x="3039597" y="1811850"/>
                  <a:pt x="3067066" y="1960917"/>
                  <a:pt x="3067057" y="1992087"/>
                </a:cubicBezTo>
                <a:cubicBezTo>
                  <a:pt x="3067042" y="2042772"/>
                  <a:pt x="3041124" y="2030456"/>
                  <a:pt x="2981619" y="1951486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  <p:sp>
        <p:nvSpPr>
          <p:cNvPr id="8" name="LETTERING: finished."/>
          <p:cNvSpPr txBox="1"/>
          <p:nvPr/>
        </p:nvSpPr>
        <p:spPr>
          <a:xfrm rot="120000">
            <a:off x="1066800" y="10096500"/>
            <a:ext cx="8153400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7A1732"/>
                </a:solidFill>
                <a:latin typeface="DM Serif Display"/>
              </a:rPr>
              <a:t>finished.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3867150" y="4114800"/>
            <a:ext cx="5219700" cy="9296400"/>
          </a:xfrm>
          <a:prstGeom prst="rect">
            <a:avLst/>
          </a:prstGeom>
        </p:spPr>
      </p:pic>
      <p:sp>
        <p:nvSpPr>
          <p:cNvPr id="4" name="PHOTO: Your shop (screenshot)"/>
          <p:cNvSpPr/>
          <p:nvPr/>
        </p:nvSpPr>
        <p:spPr>
          <a:xfrm rot="-240000">
            <a:off x="4743450" y="4962525"/>
            <a:ext cx="3457575" cy="76009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857250" y="723900"/>
            <a:ext cx="8572500" cy="21717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250" i="0">
                <a:solidFill>
                  <a:srgbClr val="7A1732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309812" y="2767012"/>
            <a:ext cx="5667375" cy="1133475"/>
          </a:xfrm>
          <a:prstGeom prst="roundRect">
            <a:avLst>
              <a:gd name="adj" fmla="val 50000"/>
            </a:avLst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77190" rIns="377190" tIns="150876" bIns="15087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handmade in Austin]"/>
          <p:cNvSpPr/>
          <p:nvPr/>
        </p:nvSpPr>
        <p:spPr>
          <a:xfrm rot="120000">
            <a:off x="304800" y="10239375"/>
            <a:ext cx="4152900" cy="14287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l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[handmade in</a:t>
            </a:r>
          </a:p>
          <a:p>
            <a:pPr algn="l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Austin]</a:t>
            </a:r>
          </a:p>
        </p:txBody>
      </p:sp>
      <p:sp>
        <p:nvSpPr>
          <p:cNvPr id="8" name="arrow"/>
          <p:cNvSpPr/>
          <p:nvPr/>
        </p:nvSpPr>
        <p:spPr>
          <a:xfrm rot="0">
            <a:off x="1714500" y="7243762"/>
            <a:ext cx="1714500" cy="1133475"/>
          </a:xfrm>
          <a:custGeom>
            <a:avLst/>
            <a:gdLst/>
            <a:ahLst/>
            <a:cxnLst/>
            <a:rect l="0" t="0" r="r" b="b"/>
            <a:pathLst>
              <a:path w="1714500" h="1133475">
                <a:moveTo>
                  <a:pt x="1326828" y="1109235"/>
                </a:moveTo>
                <a:cubicBezTo>
                  <a:pt x="1310061" y="1096020"/>
                  <a:pt x="1252456" y="1022130"/>
                  <a:pt x="1198817" y="945035"/>
                </a:cubicBezTo>
                <a:cubicBezTo>
                  <a:pt x="1046675" y="726364"/>
                  <a:pt x="1055929" y="741760"/>
                  <a:pt x="1067937" y="727291"/>
                </a:cubicBezTo>
                <a:cubicBezTo>
                  <a:pt x="1075928" y="717663"/>
                  <a:pt x="1075664" y="710768"/>
                  <a:pt x="1066900" y="700208"/>
                </a:cubicBezTo>
                <a:cubicBezTo>
                  <a:pt x="1055062" y="685944"/>
                  <a:pt x="1059900" y="656002"/>
                  <a:pt x="1073678" y="658264"/>
                </a:cubicBezTo>
                <a:cubicBezTo>
                  <a:pt x="1093462" y="661512"/>
                  <a:pt x="1104900" y="655897"/>
                  <a:pt x="1104900" y="642937"/>
                </a:cubicBezTo>
                <a:cubicBezTo>
                  <a:pt x="1104900" y="623700"/>
                  <a:pt x="1120021" y="624879"/>
                  <a:pt x="1135461" y="645318"/>
                </a:cubicBezTo>
                <a:cubicBezTo>
                  <a:pt x="1142386" y="654486"/>
                  <a:pt x="1156559" y="666663"/>
                  <a:pt x="1166957" y="672377"/>
                </a:cubicBezTo>
                <a:cubicBezTo>
                  <a:pt x="1177355" y="678092"/>
                  <a:pt x="1207701" y="710899"/>
                  <a:pt x="1234394" y="745283"/>
                </a:cubicBezTo>
                <a:lnTo>
                  <a:pt x="1282926" y="807798"/>
                </a:lnTo>
                <a:lnTo>
                  <a:pt x="1288815" y="617568"/>
                </a:lnTo>
                <a:cubicBezTo>
                  <a:pt x="1297051" y="351505"/>
                  <a:pt x="1282574" y="252731"/>
                  <a:pt x="1229440" y="212468"/>
                </a:cubicBezTo>
                <a:cubicBezTo>
                  <a:pt x="1183912" y="177969"/>
                  <a:pt x="955474" y="169284"/>
                  <a:pt x="536269" y="186114"/>
                </a:cubicBezTo>
                <a:cubicBezTo>
                  <a:pt x="287158" y="196115"/>
                  <a:pt x="66675" y="197419"/>
                  <a:pt x="66675" y="188892"/>
                </a:cubicBezTo>
                <a:cubicBezTo>
                  <a:pt x="66675" y="184537"/>
                  <a:pt x="80605" y="180844"/>
                  <a:pt x="97631" y="180685"/>
                </a:cubicBezTo>
                <a:cubicBezTo>
                  <a:pt x="142770" y="180263"/>
                  <a:pt x="112143" y="165704"/>
                  <a:pt x="47625" y="156914"/>
                </a:cubicBezTo>
                <a:cubicBezTo>
                  <a:pt x="-792" y="150317"/>
                  <a:pt x="-2957" y="148986"/>
                  <a:pt x="19050" y="139351"/>
                </a:cubicBezTo>
                <a:cubicBezTo>
                  <a:pt x="57083" y="122700"/>
                  <a:pt x="72477" y="104723"/>
                  <a:pt x="56931" y="95114"/>
                </a:cubicBezTo>
                <a:cubicBezTo>
                  <a:pt x="47765" y="89450"/>
                  <a:pt x="53449" y="84321"/>
                  <a:pt x="76817" y="77169"/>
                </a:cubicBezTo>
                <a:cubicBezTo>
                  <a:pt x="109228" y="67250"/>
                  <a:pt x="109155" y="67206"/>
                  <a:pt x="69056" y="72515"/>
                </a:cubicBezTo>
                <a:cubicBezTo>
                  <a:pt x="42954" y="75970"/>
                  <a:pt x="28575" y="74193"/>
                  <a:pt x="28575" y="67512"/>
                </a:cubicBezTo>
                <a:cubicBezTo>
                  <a:pt x="28575" y="61813"/>
                  <a:pt x="41180" y="57150"/>
                  <a:pt x="56587" y="57150"/>
                </a:cubicBezTo>
                <a:cubicBezTo>
                  <a:pt x="71994" y="57150"/>
                  <a:pt x="86949" y="53349"/>
                  <a:pt x="89820" y="48704"/>
                </a:cubicBezTo>
                <a:cubicBezTo>
                  <a:pt x="103330" y="26844"/>
                  <a:pt x="433790" y="9906"/>
                  <a:pt x="876300" y="8393"/>
                </a:cubicBezTo>
                <a:cubicBezTo>
                  <a:pt x="1251441" y="7109"/>
                  <a:pt x="1301521" y="17017"/>
                  <a:pt x="1374353" y="106929"/>
                </a:cubicBezTo>
                <a:cubicBezTo>
                  <a:pt x="1446996" y="196609"/>
                  <a:pt x="1461296" y="290150"/>
                  <a:pt x="1450832" y="607218"/>
                </a:cubicBezTo>
                <a:cubicBezTo>
                  <a:pt x="1447504" y="708064"/>
                  <a:pt x="1447259" y="790575"/>
                  <a:pt x="1450288" y="790575"/>
                </a:cubicBezTo>
                <a:cubicBezTo>
                  <a:pt x="1453318" y="790575"/>
                  <a:pt x="1476867" y="761605"/>
                  <a:pt x="1502620" y="726198"/>
                </a:cubicBezTo>
                <a:cubicBezTo>
                  <a:pt x="1562844" y="643398"/>
                  <a:pt x="1601960" y="604645"/>
                  <a:pt x="1637994" y="592083"/>
                </a:cubicBezTo>
                <a:cubicBezTo>
                  <a:pt x="1664654" y="582790"/>
                  <a:pt x="1666875" y="583686"/>
                  <a:pt x="1666875" y="603745"/>
                </a:cubicBezTo>
                <a:cubicBezTo>
                  <a:pt x="1666875" y="631473"/>
                  <a:pt x="1676154" y="640711"/>
                  <a:pt x="1691344" y="628104"/>
                </a:cubicBezTo>
                <a:cubicBezTo>
                  <a:pt x="1711513" y="611366"/>
                  <a:pt x="1715395" y="633687"/>
                  <a:pt x="1699133" y="672881"/>
                </a:cubicBezTo>
                <a:cubicBezTo>
                  <a:pt x="1680694" y="717321"/>
                  <a:pt x="1448218" y="1059040"/>
                  <a:pt x="1406845" y="1102518"/>
                </a:cubicBezTo>
                <a:cubicBezTo>
                  <a:pt x="1371501" y="1139660"/>
                  <a:pt x="1366012" y="1140121"/>
                  <a:pt x="1326828" y="1109235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