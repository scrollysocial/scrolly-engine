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the before for the camera lens. Edit the 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of the before. Edit the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photo of the work in progress. Edit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a photo of the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before and the after, side by side. Edit the captions.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jp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instant camera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4686300"/>
            <a:ext cx="10972800" cy="11201400"/>
          </a:xfrm>
          <a:prstGeom prst="rect">
            <a:avLst/>
          </a:prstGeom>
        </p:spPr>
      </p:pic>
      <p:sp>
        <p:nvSpPr>
          <p:cNvPr id="4" name="PHOTO: The before (in the lens)"/>
          <p:cNvSpPr/>
          <p:nvPr/>
        </p:nvSpPr>
        <p:spPr>
          <a:xfrm rot="0">
            <a:off x="3995698" y="9586902"/>
            <a:ext cx="3971925" cy="397192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before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881062" y="1162050"/>
            <a:ext cx="8524875" cy="2628900"/>
          </a:xfrm>
          <a:prstGeom prst="rect">
            <a:avLst/>
          </a:prstGeom>
        </p:spPr>
      </p:pic>
      <p:sp>
        <p:nvSpPr>
          <p:cNvPr id="6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  <p:pic>
        <p:nvPicPr>
          <p:cNvPr id="7" name="label tape" descr="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1485900" y="3771900"/>
            <a:ext cx="7315200" cy="1028700"/>
          </a:xfrm>
          <a:prstGeom prst="rect">
            <a:avLst/>
          </a:prstGeom>
        </p:spPr>
      </p:pic>
      <p:sp>
        <p:nvSpPr>
          <p:cNvPr id="8" name="TEXT: [WATCH THIS TRANSFORMATION]"/>
          <p:cNvSpPr/>
          <p:nvPr/>
        </p:nvSpPr>
        <p:spPr>
          <a:xfrm rot="120000">
            <a:off x="1685925" y="4010025"/>
            <a:ext cx="69151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6680" rIns="106680"/>
          <a:lstStyle/>
          <a:p>
            <a:pPr algn="ctr">
              <a:lnSpc>
                <a:spcPts val="3659"/>
              </a:lnSpc>
            </a:pPr>
            <a:r>
              <a:rPr b="1" sz="3000">
                <a:solidFill>
                  <a:srgbClr val="ECECE8"/>
                </a:solidFill>
                <a:latin typeface="Montserrat"/>
              </a:rPr>
              <a:t>[WATCH THIS TRANSFORMATION]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instant photo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40000">
            <a:off x="1524000" y="4276725"/>
            <a:ext cx="4191000" cy="5924550"/>
          </a:xfrm>
          <a:prstGeom prst="rect">
            <a:avLst/>
          </a:prstGeom>
        </p:spPr>
      </p:pic>
      <p:pic>
        <p:nvPicPr>
          <p:cNvPr id="4" name="instant photo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2571750" y="5133975"/>
            <a:ext cx="4191000" cy="5924550"/>
          </a:xfrm>
          <a:prstGeom prst="rect">
            <a:avLst/>
          </a:prstGeom>
        </p:spPr>
      </p:pic>
      <p:pic>
        <p:nvPicPr>
          <p:cNvPr id="5" name="instant photo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3619500" y="4276725"/>
            <a:ext cx="4191000" cy="5924550"/>
          </a:xfrm>
          <a:prstGeom prst="rect">
            <a:avLst/>
          </a:prstGeom>
        </p:spPr>
      </p:pic>
      <p:pic>
        <p:nvPicPr>
          <p:cNvPr id="6" name="instant photo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80000">
            <a:off x="4667250" y="5133975"/>
            <a:ext cx="4191000" cy="5924550"/>
          </a:xfrm>
          <a:prstGeom prst="rect">
            <a:avLst/>
          </a:prstGeom>
        </p:spPr>
      </p:pic>
      <p:pic>
        <p:nvPicPr>
          <p:cNvPr id="7" name="push pin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75" y="5133975"/>
            <a:ext cx="1162050" cy="1162050"/>
          </a:xfrm>
          <a:prstGeom prst="rect">
            <a:avLst/>
          </a:prstGeom>
        </p:spPr>
      </p:pic>
      <p:pic>
        <p:nvPicPr>
          <p:cNvPr id="8" name="push pin" descr="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5895975"/>
            <a:ext cx="1162050" cy="1162050"/>
          </a:xfrm>
          <a:prstGeom prst="rect">
            <a:avLst/>
          </a:prstGeom>
        </p:spPr>
      </p:pic>
      <p:sp>
        <p:nvSpPr>
          <p:cNvPr id="9" name="TEXT: [you won't believe the after]"/>
          <p:cNvSpPr/>
          <p:nvPr/>
        </p:nvSpPr>
        <p:spPr>
          <a:xfrm rot="120000">
            <a:off x="1876425" y="1023938"/>
            <a:ext cx="8058150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[you won't believe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the after]</a:t>
            </a:r>
          </a:p>
        </p:txBody>
      </p:sp>
      <p:sp>
        <p:nvSpPr>
          <p:cNvPr id="10" name="TEXT: [swipe for it]"/>
          <p:cNvSpPr/>
          <p:nvPr/>
        </p:nvSpPr>
        <p:spPr>
          <a:xfrm rot="120000">
            <a:off x="723900" y="12239625"/>
            <a:ext cx="42672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[swipe for it]</a:t>
            </a:r>
          </a:p>
        </p:txBody>
      </p:sp>
      <p:sp>
        <p:nvSpPr>
          <p:cNvPr id="11" name="arrow"/>
          <p:cNvSpPr/>
          <p:nvPr/>
        </p:nvSpPr>
        <p:spPr>
          <a:xfrm rot="120000">
            <a:off x="4953000" y="12382500"/>
            <a:ext cx="1524000" cy="476250"/>
          </a:xfrm>
          <a:custGeom>
            <a:avLst/>
            <a:gdLst/>
            <a:ahLst/>
            <a:cxnLst/>
            <a:rect l="0" t="0" r="r" b="b"/>
            <a:pathLst>
              <a:path w="1524000" h="476250">
                <a:moveTo>
                  <a:pt x="1185387" y="467492"/>
                </a:moveTo>
                <a:cubicBezTo>
                  <a:pt x="1188364" y="462676"/>
                  <a:pt x="1184331" y="452267"/>
                  <a:pt x="1176425" y="444360"/>
                </a:cubicBezTo>
                <a:cubicBezTo>
                  <a:pt x="1151690" y="419625"/>
                  <a:pt x="1163076" y="403945"/>
                  <a:pt x="1281112" y="300189"/>
                </a:cubicBezTo>
                <a:lnTo>
                  <a:pt x="1309687" y="275071"/>
                </a:lnTo>
                <a:lnTo>
                  <a:pt x="1257300" y="280184"/>
                </a:lnTo>
                <a:cubicBezTo>
                  <a:pt x="1228486" y="282997"/>
                  <a:pt x="1052750" y="287754"/>
                  <a:pt x="866775" y="290756"/>
                </a:cubicBezTo>
                <a:cubicBezTo>
                  <a:pt x="680799" y="293757"/>
                  <a:pt x="500776" y="297883"/>
                  <a:pt x="466725" y="299923"/>
                </a:cubicBezTo>
                <a:cubicBezTo>
                  <a:pt x="239988" y="313507"/>
                  <a:pt x="59446" y="316221"/>
                  <a:pt x="53214" y="306138"/>
                </a:cubicBezTo>
                <a:cubicBezTo>
                  <a:pt x="49522" y="300163"/>
                  <a:pt x="34966" y="294777"/>
                  <a:pt x="20869" y="294170"/>
                </a:cubicBezTo>
                <a:cubicBezTo>
                  <a:pt x="4742" y="293474"/>
                  <a:pt x="1418" y="291449"/>
                  <a:pt x="11906" y="288709"/>
                </a:cubicBezTo>
                <a:cubicBezTo>
                  <a:pt x="33589" y="283042"/>
                  <a:pt x="34000" y="247650"/>
                  <a:pt x="12382" y="247650"/>
                </a:cubicBezTo>
                <a:cubicBezTo>
                  <a:pt x="-9981" y="247650"/>
                  <a:pt x="7307" y="234799"/>
                  <a:pt x="47625" y="221454"/>
                </a:cubicBezTo>
                <a:cubicBezTo>
                  <a:pt x="74781" y="212466"/>
                  <a:pt x="280115" y="193473"/>
                  <a:pt x="357187" y="192821"/>
                </a:cubicBezTo>
                <a:cubicBezTo>
                  <a:pt x="466833" y="191892"/>
                  <a:pt x="976885" y="178974"/>
                  <a:pt x="1009650" y="176296"/>
                </a:cubicBezTo>
                <a:cubicBezTo>
                  <a:pt x="1033224" y="174369"/>
                  <a:pt x="1107633" y="172490"/>
                  <a:pt x="1175004" y="172121"/>
                </a:cubicBezTo>
                <a:lnTo>
                  <a:pt x="1297495" y="171450"/>
                </a:lnTo>
                <a:lnTo>
                  <a:pt x="1241679" y="130240"/>
                </a:lnTo>
                <a:cubicBezTo>
                  <a:pt x="1187482" y="90228"/>
                  <a:pt x="1153224" y="57150"/>
                  <a:pt x="1165981" y="57150"/>
                </a:cubicBezTo>
                <a:cubicBezTo>
                  <a:pt x="1169426" y="57149"/>
                  <a:pt x="1167635" y="48536"/>
                  <a:pt x="1162001" y="38009"/>
                </a:cubicBezTo>
                <a:cubicBezTo>
                  <a:pt x="1148313" y="12432"/>
                  <a:pt x="1189813" y="-6153"/>
                  <a:pt x="1222204" y="11046"/>
                </a:cubicBezTo>
                <a:cubicBezTo>
                  <a:pt x="1267800" y="35258"/>
                  <a:pt x="1491763" y="189217"/>
                  <a:pt x="1508264" y="207692"/>
                </a:cubicBezTo>
                <a:cubicBezTo>
                  <a:pt x="1531350" y="233540"/>
                  <a:pt x="1528326" y="237299"/>
                  <a:pt x="1420660" y="316580"/>
                </a:cubicBezTo>
                <a:cubicBezTo>
                  <a:pt x="1370102" y="353808"/>
                  <a:pt x="1305834" y="402826"/>
                  <a:pt x="1277842" y="425509"/>
                </a:cubicBezTo>
                <a:cubicBezTo>
                  <a:pt x="1249850" y="448192"/>
                  <a:pt x="1223357" y="464531"/>
                  <a:pt x="1218969" y="461819"/>
                </a:cubicBezTo>
                <a:cubicBezTo>
                  <a:pt x="1214581" y="459108"/>
                  <a:pt x="1208299" y="461245"/>
                  <a:pt x="1205008" y="466569"/>
                </a:cubicBezTo>
                <a:cubicBezTo>
                  <a:pt x="1201717" y="471893"/>
                  <a:pt x="1194739" y="476250"/>
                  <a:pt x="1189500" y="476250"/>
                </a:cubicBezTo>
                <a:cubicBezTo>
                  <a:pt x="1184261" y="476250"/>
                  <a:pt x="1182411" y="472309"/>
                  <a:pt x="1185387" y="467492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instant photo" descr="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371600" y="1781175"/>
            <a:ext cx="7543800" cy="10915650"/>
          </a:xfrm>
          <a:prstGeom prst="rect">
            <a:avLst/>
          </a:prstGeom>
        </p:spPr>
      </p:pic>
      <p:sp>
        <p:nvSpPr>
          <p:cNvPr id="4" name="PHOTO: The before"/>
          <p:cNvSpPr/>
          <p:nvPr/>
        </p:nvSpPr>
        <p:spPr>
          <a:xfrm rot="240000">
            <a:off x="2405055" y="3039971"/>
            <a:ext cx="5562600" cy="71723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ush pin" descr="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058" y="1830946"/>
            <a:ext cx="1257300" cy="1257300"/>
          </a:xfrm>
          <a:prstGeom prst="rect">
            <a:avLst/>
          </a:prstGeom>
        </p:spPr>
      </p:pic>
      <p:sp>
        <p:nvSpPr>
          <p:cNvPr id="6" name="TEXT: before"/>
          <p:cNvSpPr/>
          <p:nvPr/>
        </p:nvSpPr>
        <p:spPr>
          <a:xfrm rot="240000">
            <a:off x="3669384" y="10782092"/>
            <a:ext cx="2390775" cy="885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before</a:t>
            </a:r>
          </a:p>
        </p:txBody>
      </p:sp>
      <p:pic>
        <p:nvPicPr>
          <p:cNvPr id="7" name="label tape" descr="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20000">
            <a:off x="1343025" y="12392025"/>
            <a:ext cx="4171950" cy="1123950"/>
          </a:xfrm>
          <a:prstGeom prst="rect">
            <a:avLst/>
          </a:prstGeom>
        </p:spPr>
      </p:pic>
      <p:sp>
        <p:nvSpPr>
          <p:cNvPr id="8" name="TEXT: [THE BEFORE]"/>
          <p:cNvSpPr/>
          <p:nvPr/>
        </p:nvSpPr>
        <p:spPr>
          <a:xfrm rot="21420000">
            <a:off x="1695450" y="12634912"/>
            <a:ext cx="34671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ECECE8"/>
                </a:solidFill>
                <a:latin typeface="Montserrat"/>
              </a:rPr>
              <a:t>[THE BEFORE]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work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kitchen timer" descr="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5791200" y="9205912"/>
            <a:ext cx="4800600" cy="4829175"/>
          </a:xfrm>
          <a:prstGeom prst="rect">
            <a:avLst/>
          </a:prstGeom>
        </p:spPr>
      </p:pic>
      <p:sp>
        <p:nvSpPr>
          <p:cNvPr id="5" name="sparkle"/>
          <p:cNvSpPr/>
          <p:nvPr/>
        </p:nvSpPr>
        <p:spPr>
          <a:xfrm rot="0">
            <a:off x="1190625" y="2166937"/>
            <a:ext cx="1047750" cy="1381125"/>
          </a:xfrm>
          <a:custGeom>
            <a:avLst/>
            <a:gdLst/>
            <a:ahLst/>
            <a:cxnLst/>
            <a:rect l="0" t="0" r="r" b="b"/>
            <a:pathLst>
              <a:path w="1047750" h="1381125">
                <a:moveTo>
                  <a:pt x="485630" y="1362075"/>
                </a:moveTo>
                <a:cubicBezTo>
                  <a:pt x="484468" y="1348978"/>
                  <a:pt x="482711" y="1323260"/>
                  <a:pt x="481726" y="1304925"/>
                </a:cubicBezTo>
                <a:cubicBezTo>
                  <a:pt x="480741" y="1286589"/>
                  <a:pt x="477352" y="1265158"/>
                  <a:pt x="474196" y="1257300"/>
                </a:cubicBezTo>
                <a:cubicBezTo>
                  <a:pt x="471039" y="1249441"/>
                  <a:pt x="464117" y="1219438"/>
                  <a:pt x="458813" y="1190625"/>
                </a:cubicBezTo>
                <a:lnTo>
                  <a:pt x="449170" y="1138237"/>
                </a:lnTo>
                <a:lnTo>
                  <a:pt x="454438" y="1203867"/>
                </a:lnTo>
                <a:cubicBezTo>
                  <a:pt x="458253" y="1251401"/>
                  <a:pt x="456733" y="1267661"/>
                  <a:pt x="448927" y="1262836"/>
                </a:cubicBezTo>
                <a:cubicBezTo>
                  <a:pt x="442999" y="1259173"/>
                  <a:pt x="438075" y="1236069"/>
                  <a:pt x="437983" y="1211494"/>
                </a:cubicBezTo>
                <a:cubicBezTo>
                  <a:pt x="437610" y="1111152"/>
                  <a:pt x="395029" y="927436"/>
                  <a:pt x="360829" y="878608"/>
                </a:cubicBezTo>
                <a:cubicBezTo>
                  <a:pt x="323030" y="824643"/>
                  <a:pt x="216006" y="762000"/>
                  <a:pt x="161608" y="762000"/>
                </a:cubicBezTo>
                <a:cubicBezTo>
                  <a:pt x="146587" y="761999"/>
                  <a:pt x="130824" y="755796"/>
                  <a:pt x="126581" y="748213"/>
                </a:cubicBezTo>
                <a:cubicBezTo>
                  <a:pt x="119490" y="735543"/>
                  <a:pt x="78573" y="726494"/>
                  <a:pt x="19050" y="724433"/>
                </a:cubicBezTo>
                <a:cubicBezTo>
                  <a:pt x="-17547" y="723165"/>
                  <a:pt x="16028" y="705177"/>
                  <a:pt x="55330" y="704995"/>
                </a:cubicBezTo>
                <a:cubicBezTo>
                  <a:pt x="73887" y="704909"/>
                  <a:pt x="84428" y="700932"/>
                  <a:pt x="80962" y="695325"/>
                </a:cubicBezTo>
                <a:cubicBezTo>
                  <a:pt x="77361" y="689499"/>
                  <a:pt x="92864" y="685633"/>
                  <a:pt x="120881" y="685370"/>
                </a:cubicBezTo>
                <a:cubicBezTo>
                  <a:pt x="146074" y="685134"/>
                  <a:pt x="179546" y="679003"/>
                  <a:pt x="195262" y="671746"/>
                </a:cubicBezTo>
                <a:lnTo>
                  <a:pt x="223837" y="658553"/>
                </a:lnTo>
                <a:lnTo>
                  <a:pt x="190500" y="663016"/>
                </a:lnTo>
                <a:cubicBezTo>
                  <a:pt x="161591" y="666886"/>
                  <a:pt x="163886" y="664781"/>
                  <a:pt x="207772" y="647173"/>
                </a:cubicBezTo>
                <a:cubicBezTo>
                  <a:pt x="347297" y="591194"/>
                  <a:pt x="453398" y="423142"/>
                  <a:pt x="472044" y="228600"/>
                </a:cubicBezTo>
                <a:cubicBezTo>
                  <a:pt x="480411" y="141293"/>
                  <a:pt x="507244" y="371"/>
                  <a:pt x="514631" y="4936"/>
                </a:cubicBezTo>
                <a:cubicBezTo>
                  <a:pt x="518447" y="7294"/>
                  <a:pt x="519930" y="29651"/>
                  <a:pt x="517927" y="54618"/>
                </a:cubicBezTo>
                <a:cubicBezTo>
                  <a:pt x="515925" y="79585"/>
                  <a:pt x="516801" y="94654"/>
                  <a:pt x="519874" y="88106"/>
                </a:cubicBezTo>
                <a:cubicBezTo>
                  <a:pt x="533963" y="58085"/>
                  <a:pt x="540988" y="84764"/>
                  <a:pt x="547435" y="192774"/>
                </a:cubicBezTo>
                <a:cubicBezTo>
                  <a:pt x="564444" y="477754"/>
                  <a:pt x="629121" y="580066"/>
                  <a:pt x="823912" y="630133"/>
                </a:cubicBezTo>
                <a:lnTo>
                  <a:pt x="890587" y="647270"/>
                </a:lnTo>
                <a:lnTo>
                  <a:pt x="838200" y="643252"/>
                </a:lnTo>
                <a:lnTo>
                  <a:pt x="785812" y="639235"/>
                </a:lnTo>
                <a:lnTo>
                  <a:pt x="833437" y="652723"/>
                </a:lnTo>
                <a:cubicBezTo>
                  <a:pt x="859631" y="660141"/>
                  <a:pt x="916424" y="667246"/>
                  <a:pt x="959643" y="668511"/>
                </a:cubicBezTo>
                <a:cubicBezTo>
                  <a:pt x="1042932" y="670950"/>
                  <a:pt x="1069637" y="685335"/>
                  <a:pt x="992981" y="686469"/>
                </a:cubicBezTo>
                <a:cubicBezTo>
                  <a:pt x="938031" y="687282"/>
                  <a:pt x="892120" y="702690"/>
                  <a:pt x="938212" y="704850"/>
                </a:cubicBezTo>
                <a:cubicBezTo>
                  <a:pt x="986872" y="707130"/>
                  <a:pt x="936850" y="722452"/>
                  <a:pt x="878208" y="723230"/>
                </a:cubicBezTo>
                <a:cubicBezTo>
                  <a:pt x="834034" y="723816"/>
                  <a:pt x="771525" y="744028"/>
                  <a:pt x="771525" y="757726"/>
                </a:cubicBezTo>
                <a:cubicBezTo>
                  <a:pt x="771525" y="760346"/>
                  <a:pt x="784170" y="755949"/>
                  <a:pt x="799626" y="747957"/>
                </a:cubicBezTo>
                <a:cubicBezTo>
                  <a:pt x="815083" y="739964"/>
                  <a:pt x="833299" y="733522"/>
                  <a:pt x="840108" y="733641"/>
                </a:cubicBezTo>
                <a:cubicBezTo>
                  <a:pt x="850736" y="733827"/>
                  <a:pt x="736505" y="800100"/>
                  <a:pt x="725557" y="800100"/>
                </a:cubicBezTo>
                <a:cubicBezTo>
                  <a:pt x="723362" y="800100"/>
                  <a:pt x="727450" y="792599"/>
                  <a:pt x="734639" y="783431"/>
                </a:cubicBezTo>
                <a:cubicBezTo>
                  <a:pt x="746526" y="768274"/>
                  <a:pt x="746179" y="767965"/>
                  <a:pt x="730813" y="780026"/>
                </a:cubicBezTo>
                <a:cubicBezTo>
                  <a:pt x="721519" y="787321"/>
                  <a:pt x="715997" y="795372"/>
                  <a:pt x="718542" y="797917"/>
                </a:cubicBezTo>
                <a:cubicBezTo>
                  <a:pt x="725765" y="805140"/>
                  <a:pt x="656061" y="886230"/>
                  <a:pt x="647290" y="880809"/>
                </a:cubicBezTo>
                <a:cubicBezTo>
                  <a:pt x="643001" y="878158"/>
                  <a:pt x="636389" y="881007"/>
                  <a:pt x="632598" y="887141"/>
                </a:cubicBezTo>
                <a:cubicBezTo>
                  <a:pt x="628294" y="894106"/>
                  <a:pt x="629835" y="895741"/>
                  <a:pt x="636703" y="891497"/>
                </a:cubicBezTo>
                <a:cubicBezTo>
                  <a:pt x="652210" y="881913"/>
                  <a:pt x="651146" y="885892"/>
                  <a:pt x="619125" y="957262"/>
                </a:cubicBezTo>
                <a:cubicBezTo>
                  <a:pt x="603408" y="992291"/>
                  <a:pt x="590550" y="1028870"/>
                  <a:pt x="590550" y="1038550"/>
                </a:cubicBezTo>
                <a:cubicBezTo>
                  <a:pt x="590550" y="1048230"/>
                  <a:pt x="586328" y="1058759"/>
                  <a:pt x="581168" y="1061948"/>
                </a:cubicBezTo>
                <a:cubicBezTo>
                  <a:pt x="575306" y="1065571"/>
                  <a:pt x="574033" y="1055955"/>
                  <a:pt x="577774" y="1036317"/>
                </a:cubicBezTo>
                <a:cubicBezTo>
                  <a:pt x="588506" y="979979"/>
                  <a:pt x="573396" y="1012793"/>
                  <a:pt x="557962" y="1079340"/>
                </a:cubicBezTo>
                <a:cubicBezTo>
                  <a:pt x="540635" y="1154054"/>
                  <a:pt x="538892" y="1184716"/>
                  <a:pt x="552450" y="1176337"/>
                </a:cubicBezTo>
                <a:cubicBezTo>
                  <a:pt x="557688" y="1173099"/>
                  <a:pt x="561975" y="1175448"/>
                  <a:pt x="561975" y="1181556"/>
                </a:cubicBezTo>
                <a:cubicBezTo>
                  <a:pt x="561975" y="1187665"/>
                  <a:pt x="555545" y="1190195"/>
                  <a:pt x="547687" y="1187180"/>
                </a:cubicBezTo>
                <a:cubicBezTo>
                  <a:pt x="536503" y="1182888"/>
                  <a:pt x="533545" y="1189390"/>
                  <a:pt x="534069" y="1217117"/>
                </a:cubicBezTo>
                <a:cubicBezTo>
                  <a:pt x="534629" y="1246723"/>
                  <a:pt x="536222" y="1249410"/>
                  <a:pt x="543776" y="1233487"/>
                </a:cubicBezTo>
                <a:cubicBezTo>
                  <a:pt x="550802" y="1218678"/>
                  <a:pt x="551713" y="1221594"/>
                  <a:pt x="547869" y="1246584"/>
                </a:cubicBezTo>
                <a:cubicBezTo>
                  <a:pt x="545150" y="1264265"/>
                  <a:pt x="542925" y="1288911"/>
                  <a:pt x="542925" y="1301353"/>
                </a:cubicBezTo>
                <a:cubicBezTo>
                  <a:pt x="542925" y="1313795"/>
                  <a:pt x="539381" y="1323975"/>
                  <a:pt x="535049" y="1323975"/>
                </a:cubicBezTo>
                <a:cubicBezTo>
                  <a:pt x="530718" y="1323975"/>
                  <a:pt x="528720" y="1312187"/>
                  <a:pt x="530609" y="1297781"/>
                </a:cubicBezTo>
                <a:cubicBezTo>
                  <a:pt x="532498" y="1283374"/>
                  <a:pt x="530315" y="1252299"/>
                  <a:pt x="525757" y="1228725"/>
                </a:cubicBezTo>
                <a:lnTo>
                  <a:pt x="517471" y="1185862"/>
                </a:lnTo>
                <a:lnTo>
                  <a:pt x="510638" y="1252537"/>
                </a:lnTo>
                <a:cubicBezTo>
                  <a:pt x="501781" y="1338966"/>
                  <a:pt x="488674" y="1396376"/>
                  <a:pt x="485630" y="1362075"/>
                </a:cubicBezTo>
                <a:close/>
                <a:moveTo>
                  <a:pt x="542504" y="876300"/>
                </a:moveTo>
                <a:cubicBezTo>
                  <a:pt x="572804" y="816636"/>
                  <a:pt x="624012" y="755814"/>
                  <a:pt x="669022" y="726028"/>
                </a:cubicBezTo>
                <a:lnTo>
                  <a:pt x="707091" y="700834"/>
                </a:lnTo>
                <a:lnTo>
                  <a:pt x="666304" y="687238"/>
                </a:lnTo>
                <a:cubicBezTo>
                  <a:pt x="603443" y="666285"/>
                  <a:pt x="543748" y="600505"/>
                  <a:pt x="513729" y="519112"/>
                </a:cubicBezTo>
                <a:lnTo>
                  <a:pt x="503190" y="490537"/>
                </a:lnTo>
                <a:lnTo>
                  <a:pt x="488652" y="533400"/>
                </a:lnTo>
                <a:cubicBezTo>
                  <a:pt x="465836" y="600666"/>
                  <a:pt x="415454" y="662116"/>
                  <a:pt x="360779" y="689361"/>
                </a:cubicBezTo>
                <a:lnTo>
                  <a:pt x="312569" y="713385"/>
                </a:lnTo>
                <a:lnTo>
                  <a:pt x="346062" y="727380"/>
                </a:lnTo>
                <a:cubicBezTo>
                  <a:pt x="409863" y="754038"/>
                  <a:pt x="485369" y="864208"/>
                  <a:pt x="485905" y="931426"/>
                </a:cubicBezTo>
                <a:cubicBezTo>
                  <a:pt x="485976" y="940397"/>
                  <a:pt x="488814" y="958126"/>
                  <a:pt x="492211" y="970824"/>
                </a:cubicBezTo>
                <a:cubicBezTo>
                  <a:pt x="497908" y="992119"/>
                  <a:pt x="499255" y="991009"/>
                  <a:pt x="509562" y="956537"/>
                </a:cubicBezTo>
                <a:cubicBezTo>
                  <a:pt x="515708" y="935981"/>
                  <a:pt x="530532" y="899874"/>
                  <a:pt x="542504" y="8763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6" name="label tape" descr="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1466850" y="1895475"/>
            <a:ext cx="4305300" cy="1162050"/>
          </a:xfrm>
          <a:prstGeom prst="rect">
            <a:avLst/>
          </a:prstGeom>
        </p:spPr>
      </p:pic>
      <p:sp>
        <p:nvSpPr>
          <p:cNvPr id="7" name="TEXT: [CLEANING IT]"/>
          <p:cNvSpPr/>
          <p:nvPr/>
        </p:nvSpPr>
        <p:spPr>
          <a:xfrm rot="180000">
            <a:off x="1819275" y="2143125"/>
            <a:ext cx="36004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ECECE8"/>
                </a:solidFill>
                <a:latin typeface="Montserrat"/>
              </a:rPr>
              <a:t>[CLEANING IT]</a:t>
            </a:r>
          </a:p>
        </p:txBody>
      </p:sp>
      <p:pic>
        <p:nvPicPr>
          <p:cNvPr id="8" name="label tape" descr="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1709738" y="11325225"/>
            <a:ext cx="2867025" cy="1162050"/>
          </a:xfrm>
          <a:prstGeom prst="rect">
            <a:avLst/>
          </a:prstGeom>
        </p:spPr>
      </p:pic>
      <p:sp>
        <p:nvSpPr>
          <p:cNvPr id="9" name="TEXT: [20 MIN]"/>
          <p:cNvSpPr/>
          <p:nvPr/>
        </p:nvSpPr>
        <p:spPr>
          <a:xfrm rot="21480000">
            <a:off x="2024062" y="11572875"/>
            <a:ext cx="2238375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ECECE8"/>
                </a:solidFill>
                <a:latin typeface="Montserrat"/>
              </a:rPr>
              <a:t>[20 MIN]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instant photo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800100" y="352425"/>
            <a:ext cx="8686800" cy="12630150"/>
          </a:xfrm>
          <a:prstGeom prst="rect">
            <a:avLst/>
          </a:prstGeom>
        </p:spPr>
      </p:pic>
      <p:sp>
        <p:nvSpPr>
          <p:cNvPr id="4" name="PHOTO: The after"/>
          <p:cNvSpPr/>
          <p:nvPr/>
        </p:nvSpPr>
        <p:spPr>
          <a:xfrm rot="-180000">
            <a:off x="1848562" y="1753579"/>
            <a:ext cx="6515100" cy="84010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after" descr="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1781175" y="10601325"/>
            <a:ext cx="6724650" cy="2609850"/>
          </a:xfrm>
          <a:prstGeom prst="rect">
            <a:avLst/>
          </a:prstGeom>
        </p:spPr>
      </p:pic>
      <p:sp>
        <p:nvSpPr>
          <p:cNvPr id="6" name="sparkle"/>
          <p:cNvSpPr/>
          <p:nvPr/>
        </p:nvSpPr>
        <p:spPr>
          <a:xfrm rot="0">
            <a:off x="666750" y="2390775"/>
            <a:ext cx="1143000" cy="1504950"/>
          </a:xfrm>
          <a:custGeom>
            <a:avLst/>
            <a:gdLst/>
            <a:ahLst/>
            <a:cxnLst/>
            <a:rect l="0" t="0" r="r" b="b"/>
            <a:pathLst>
              <a:path w="1143000" h="1504950">
                <a:moveTo>
                  <a:pt x="532401" y="1500187"/>
                </a:moveTo>
                <a:cubicBezTo>
                  <a:pt x="529233" y="1494948"/>
                  <a:pt x="525758" y="1465037"/>
                  <a:pt x="524680" y="1433717"/>
                </a:cubicBezTo>
                <a:cubicBezTo>
                  <a:pt x="523602" y="1402398"/>
                  <a:pt x="518113" y="1373925"/>
                  <a:pt x="512483" y="1370446"/>
                </a:cubicBezTo>
                <a:cubicBezTo>
                  <a:pt x="506853" y="1366966"/>
                  <a:pt x="504791" y="1353979"/>
                  <a:pt x="507901" y="1341586"/>
                </a:cubicBezTo>
                <a:cubicBezTo>
                  <a:pt x="511012" y="1329193"/>
                  <a:pt x="509515" y="1312660"/>
                  <a:pt x="504574" y="1304845"/>
                </a:cubicBezTo>
                <a:cubicBezTo>
                  <a:pt x="498207" y="1294774"/>
                  <a:pt x="495354" y="1304505"/>
                  <a:pt x="494776" y="1338262"/>
                </a:cubicBezTo>
                <a:cubicBezTo>
                  <a:pt x="493742" y="1398630"/>
                  <a:pt x="477938" y="1369173"/>
                  <a:pt x="476889" y="1304925"/>
                </a:cubicBezTo>
                <a:cubicBezTo>
                  <a:pt x="475827" y="1239899"/>
                  <a:pt x="449650" y="1098003"/>
                  <a:pt x="426146" y="1029862"/>
                </a:cubicBezTo>
                <a:cubicBezTo>
                  <a:pt x="391831" y="930380"/>
                  <a:pt x="264311" y="828704"/>
                  <a:pt x="173831" y="828682"/>
                </a:cubicBezTo>
                <a:cubicBezTo>
                  <a:pt x="153983" y="828677"/>
                  <a:pt x="142874" y="823995"/>
                  <a:pt x="142874" y="815633"/>
                </a:cubicBezTo>
                <a:cubicBezTo>
                  <a:pt x="142874" y="801714"/>
                  <a:pt x="96255" y="790857"/>
                  <a:pt x="35718" y="790679"/>
                </a:cubicBezTo>
                <a:cubicBezTo>
                  <a:pt x="16073" y="790622"/>
                  <a:pt x="0" y="786288"/>
                  <a:pt x="0" y="781050"/>
                </a:cubicBezTo>
                <a:cubicBezTo>
                  <a:pt x="0" y="775811"/>
                  <a:pt x="21296" y="771525"/>
                  <a:pt x="47326" y="771525"/>
                </a:cubicBezTo>
                <a:cubicBezTo>
                  <a:pt x="86424" y="771524"/>
                  <a:pt x="93654" y="768924"/>
                  <a:pt x="88911" y="756566"/>
                </a:cubicBezTo>
                <a:cubicBezTo>
                  <a:pt x="84148" y="744153"/>
                  <a:pt x="88657" y="742613"/>
                  <a:pt x="115404" y="747516"/>
                </a:cubicBezTo>
                <a:cubicBezTo>
                  <a:pt x="135369" y="751176"/>
                  <a:pt x="162138" y="747752"/>
                  <a:pt x="185737" y="738519"/>
                </a:cubicBezTo>
                <a:cubicBezTo>
                  <a:pt x="215160" y="727007"/>
                  <a:pt x="217329" y="724883"/>
                  <a:pt x="195262" y="729192"/>
                </a:cubicBezTo>
                <a:cubicBezTo>
                  <a:pt x="156393" y="736783"/>
                  <a:pt x="174939" y="721503"/>
                  <a:pt x="228600" y="701726"/>
                </a:cubicBezTo>
                <a:cubicBezTo>
                  <a:pt x="377397" y="646886"/>
                  <a:pt x="484596" y="479650"/>
                  <a:pt x="513705" y="256949"/>
                </a:cubicBezTo>
                <a:cubicBezTo>
                  <a:pt x="522710" y="188047"/>
                  <a:pt x="533983" y="113992"/>
                  <a:pt x="547742" y="33337"/>
                </a:cubicBezTo>
                <a:cubicBezTo>
                  <a:pt x="549530" y="22860"/>
                  <a:pt x="551386" y="10001"/>
                  <a:pt x="551867" y="4762"/>
                </a:cubicBezTo>
                <a:cubicBezTo>
                  <a:pt x="552348" y="-476"/>
                  <a:pt x="556390" y="995"/>
                  <a:pt x="560850" y="8032"/>
                </a:cubicBezTo>
                <a:cubicBezTo>
                  <a:pt x="565310" y="15068"/>
                  <a:pt x="567116" y="40786"/>
                  <a:pt x="564864" y="65182"/>
                </a:cubicBezTo>
                <a:cubicBezTo>
                  <a:pt x="561034" y="106663"/>
                  <a:pt x="561734" y="108339"/>
                  <a:pt x="575659" y="91048"/>
                </a:cubicBezTo>
                <a:cubicBezTo>
                  <a:pt x="589543" y="73809"/>
                  <a:pt x="590577" y="76707"/>
                  <a:pt x="590962" y="133910"/>
                </a:cubicBezTo>
                <a:cubicBezTo>
                  <a:pt x="591189" y="167654"/>
                  <a:pt x="597227" y="242411"/>
                  <a:pt x="604380" y="300037"/>
                </a:cubicBezTo>
                <a:cubicBezTo>
                  <a:pt x="635207" y="548373"/>
                  <a:pt x="707042" y="641153"/>
                  <a:pt x="904643" y="687851"/>
                </a:cubicBezTo>
                <a:lnTo>
                  <a:pt x="976312" y="704789"/>
                </a:lnTo>
                <a:lnTo>
                  <a:pt x="920540" y="700641"/>
                </a:lnTo>
                <a:cubicBezTo>
                  <a:pt x="889866" y="698360"/>
                  <a:pt x="866735" y="698460"/>
                  <a:pt x="869139" y="700864"/>
                </a:cubicBezTo>
                <a:cubicBezTo>
                  <a:pt x="878513" y="710238"/>
                  <a:pt x="1023932" y="733481"/>
                  <a:pt x="1079544" y="734492"/>
                </a:cubicBezTo>
                <a:lnTo>
                  <a:pt x="1138237" y="735560"/>
                </a:lnTo>
                <a:lnTo>
                  <a:pt x="1073931" y="747205"/>
                </a:lnTo>
                <a:cubicBezTo>
                  <a:pt x="1038562" y="753610"/>
                  <a:pt x="1006415" y="762334"/>
                  <a:pt x="1002493" y="766593"/>
                </a:cubicBezTo>
                <a:cubicBezTo>
                  <a:pt x="998571" y="770853"/>
                  <a:pt x="1005002" y="771964"/>
                  <a:pt x="1016784" y="769063"/>
                </a:cubicBezTo>
                <a:cubicBezTo>
                  <a:pt x="1028566" y="766162"/>
                  <a:pt x="1040224" y="767054"/>
                  <a:pt x="1042691" y="771045"/>
                </a:cubicBezTo>
                <a:cubicBezTo>
                  <a:pt x="1045158" y="775037"/>
                  <a:pt x="1015047" y="781019"/>
                  <a:pt x="975778" y="784338"/>
                </a:cubicBezTo>
                <a:cubicBezTo>
                  <a:pt x="918743" y="789159"/>
                  <a:pt x="801723" y="827555"/>
                  <a:pt x="842962" y="827916"/>
                </a:cubicBezTo>
                <a:cubicBezTo>
                  <a:pt x="848201" y="827962"/>
                  <a:pt x="863203" y="821874"/>
                  <a:pt x="876300" y="814387"/>
                </a:cubicBezTo>
                <a:cubicBezTo>
                  <a:pt x="889396" y="806900"/>
                  <a:pt x="906541" y="800720"/>
                  <a:pt x="914400" y="800653"/>
                </a:cubicBezTo>
                <a:cubicBezTo>
                  <a:pt x="922258" y="800587"/>
                  <a:pt x="900945" y="815480"/>
                  <a:pt x="867037" y="833749"/>
                </a:cubicBezTo>
                <a:cubicBezTo>
                  <a:pt x="833130" y="852018"/>
                  <a:pt x="787080" y="884934"/>
                  <a:pt x="764703" y="906895"/>
                </a:cubicBezTo>
                <a:cubicBezTo>
                  <a:pt x="723442" y="947390"/>
                  <a:pt x="655530" y="1072699"/>
                  <a:pt x="643198" y="1131093"/>
                </a:cubicBezTo>
                <a:cubicBezTo>
                  <a:pt x="639603" y="1148119"/>
                  <a:pt x="633135" y="1162050"/>
                  <a:pt x="628825" y="1162050"/>
                </a:cubicBezTo>
                <a:cubicBezTo>
                  <a:pt x="624515" y="1162050"/>
                  <a:pt x="627006" y="1142055"/>
                  <a:pt x="634361" y="1117617"/>
                </a:cubicBezTo>
                <a:cubicBezTo>
                  <a:pt x="652131" y="1058571"/>
                  <a:pt x="644710" y="1053394"/>
                  <a:pt x="625841" y="1111673"/>
                </a:cubicBezTo>
                <a:cubicBezTo>
                  <a:pt x="605537" y="1174386"/>
                  <a:pt x="595408" y="1238075"/>
                  <a:pt x="608741" y="1219200"/>
                </a:cubicBezTo>
                <a:cubicBezTo>
                  <a:pt x="616714" y="1207912"/>
                  <a:pt x="618863" y="1211411"/>
                  <a:pt x="618979" y="1235868"/>
                </a:cubicBezTo>
                <a:cubicBezTo>
                  <a:pt x="619114" y="1264627"/>
                  <a:pt x="601456" y="1281420"/>
                  <a:pt x="598948" y="1254918"/>
                </a:cubicBezTo>
                <a:cubicBezTo>
                  <a:pt x="596895" y="1233232"/>
                  <a:pt x="583287" y="1299541"/>
                  <a:pt x="582821" y="1333500"/>
                </a:cubicBezTo>
                <a:cubicBezTo>
                  <a:pt x="582453" y="1360308"/>
                  <a:pt x="583967" y="1363106"/>
                  <a:pt x="590550" y="1347787"/>
                </a:cubicBezTo>
                <a:cubicBezTo>
                  <a:pt x="601852" y="1321484"/>
                  <a:pt x="602175" y="1360898"/>
                  <a:pt x="591096" y="1414462"/>
                </a:cubicBezTo>
                <a:lnTo>
                  <a:pt x="583215" y="1452562"/>
                </a:lnTo>
                <a:lnTo>
                  <a:pt x="580993" y="1409700"/>
                </a:lnTo>
                <a:cubicBezTo>
                  <a:pt x="574470" y="1283892"/>
                  <a:pt x="554136" y="1294411"/>
                  <a:pt x="544169" y="1428750"/>
                </a:cubicBezTo>
                <a:cubicBezTo>
                  <a:pt x="540865" y="1473279"/>
                  <a:pt x="535570" y="1505426"/>
                  <a:pt x="532401" y="1500187"/>
                </a:cubicBezTo>
                <a:close/>
                <a:moveTo>
                  <a:pt x="586696" y="969129"/>
                </a:moveTo>
                <a:cubicBezTo>
                  <a:pt x="624595" y="893390"/>
                  <a:pt x="682865" y="820591"/>
                  <a:pt x="729014" y="791324"/>
                </a:cubicBezTo>
                <a:lnTo>
                  <a:pt x="770437" y="765054"/>
                </a:lnTo>
                <a:lnTo>
                  <a:pt x="718695" y="743608"/>
                </a:lnTo>
                <a:cubicBezTo>
                  <a:pt x="653486" y="716581"/>
                  <a:pt x="588553" y="646708"/>
                  <a:pt x="566253" y="579568"/>
                </a:cubicBezTo>
                <a:lnTo>
                  <a:pt x="550139" y="531053"/>
                </a:lnTo>
                <a:lnTo>
                  <a:pt x="532865" y="580103"/>
                </a:lnTo>
                <a:cubicBezTo>
                  <a:pt x="500044" y="673304"/>
                  <a:pt x="464738" y="715582"/>
                  <a:pt x="387346" y="754365"/>
                </a:cubicBezTo>
                <a:lnTo>
                  <a:pt x="341304" y="777437"/>
                </a:lnTo>
                <a:lnTo>
                  <a:pt x="380537" y="795128"/>
                </a:lnTo>
                <a:cubicBezTo>
                  <a:pt x="456780" y="829509"/>
                  <a:pt x="502087" y="895940"/>
                  <a:pt x="529557" y="1013627"/>
                </a:cubicBezTo>
                <a:cubicBezTo>
                  <a:pt x="546754" y="1087302"/>
                  <a:pt x="547328" y="1088235"/>
                  <a:pt x="554427" y="1054070"/>
                </a:cubicBezTo>
                <a:cubicBezTo>
                  <a:pt x="558423" y="1034835"/>
                  <a:pt x="572944" y="996611"/>
                  <a:pt x="586696" y="9691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sparkle"/>
          <p:cNvSpPr/>
          <p:nvPr/>
        </p:nvSpPr>
        <p:spPr>
          <a:xfrm rot="0">
            <a:off x="8572500" y="9539287"/>
            <a:ext cx="952500" cy="1114425"/>
          </a:xfrm>
          <a:custGeom>
            <a:avLst/>
            <a:gdLst/>
            <a:ahLst/>
            <a:cxnLst/>
            <a:rect l="0" t="0" r="r" b="b"/>
            <a:pathLst>
              <a:path w="952500" h="1114425">
                <a:moveTo>
                  <a:pt x="466725" y="1091901"/>
                </a:moveTo>
                <a:cubicBezTo>
                  <a:pt x="466725" y="1083005"/>
                  <a:pt x="460295" y="1073259"/>
                  <a:pt x="452437" y="1070244"/>
                </a:cubicBezTo>
                <a:cubicBezTo>
                  <a:pt x="443636" y="1066867"/>
                  <a:pt x="437785" y="1051436"/>
                  <a:pt x="437200" y="1030062"/>
                </a:cubicBezTo>
                <a:cubicBezTo>
                  <a:pt x="436415" y="1001364"/>
                  <a:pt x="435150" y="999288"/>
                  <a:pt x="429891" y="1018057"/>
                </a:cubicBezTo>
                <a:cubicBezTo>
                  <a:pt x="425522" y="1033646"/>
                  <a:pt x="419647" y="1011809"/>
                  <a:pt x="411125" y="948313"/>
                </a:cubicBezTo>
                <a:cubicBezTo>
                  <a:pt x="384118" y="747078"/>
                  <a:pt x="319586" y="656437"/>
                  <a:pt x="183162" y="628115"/>
                </a:cubicBezTo>
                <a:cubicBezTo>
                  <a:pt x="146362" y="620475"/>
                  <a:pt x="134568" y="614673"/>
                  <a:pt x="143870" y="608782"/>
                </a:cubicBezTo>
                <a:cubicBezTo>
                  <a:pt x="154881" y="601810"/>
                  <a:pt x="154629" y="600341"/>
                  <a:pt x="142398" y="600220"/>
                </a:cubicBezTo>
                <a:cubicBezTo>
                  <a:pt x="134278" y="600140"/>
                  <a:pt x="122779" y="604930"/>
                  <a:pt x="116845" y="610864"/>
                </a:cubicBezTo>
                <a:cubicBezTo>
                  <a:pt x="103504" y="624205"/>
                  <a:pt x="72491" y="613781"/>
                  <a:pt x="81613" y="599022"/>
                </a:cubicBezTo>
                <a:cubicBezTo>
                  <a:pt x="86234" y="591544"/>
                  <a:pt x="76349" y="589443"/>
                  <a:pt x="48879" y="592062"/>
                </a:cubicBezTo>
                <a:cubicBezTo>
                  <a:pt x="27234" y="594127"/>
                  <a:pt x="9525" y="592487"/>
                  <a:pt x="9525" y="588420"/>
                </a:cubicBezTo>
                <a:cubicBezTo>
                  <a:pt x="9525" y="584352"/>
                  <a:pt x="21312" y="580959"/>
                  <a:pt x="35718" y="580879"/>
                </a:cubicBezTo>
                <a:cubicBezTo>
                  <a:pt x="56130" y="580765"/>
                  <a:pt x="58758" y="578695"/>
                  <a:pt x="47625" y="571500"/>
                </a:cubicBezTo>
                <a:cubicBezTo>
                  <a:pt x="37019" y="564645"/>
                  <a:pt x="42686" y="562229"/>
                  <a:pt x="69618" y="562120"/>
                </a:cubicBezTo>
                <a:cubicBezTo>
                  <a:pt x="94591" y="562020"/>
                  <a:pt x="103780" y="558547"/>
                  <a:pt x="99102" y="550978"/>
                </a:cubicBezTo>
                <a:cubicBezTo>
                  <a:pt x="94892" y="544165"/>
                  <a:pt x="96490" y="542567"/>
                  <a:pt x="103303" y="546777"/>
                </a:cubicBezTo>
                <a:cubicBezTo>
                  <a:pt x="109351" y="550515"/>
                  <a:pt x="114300" y="549988"/>
                  <a:pt x="114300" y="545606"/>
                </a:cubicBezTo>
                <a:cubicBezTo>
                  <a:pt x="114300" y="541224"/>
                  <a:pt x="142653" y="525286"/>
                  <a:pt x="177308" y="510189"/>
                </a:cubicBezTo>
                <a:cubicBezTo>
                  <a:pt x="256525" y="475679"/>
                  <a:pt x="339722" y="399853"/>
                  <a:pt x="378785" y="326563"/>
                </a:cubicBezTo>
                <a:cubicBezTo>
                  <a:pt x="408577" y="270668"/>
                  <a:pt x="447675" y="146572"/>
                  <a:pt x="447675" y="107909"/>
                </a:cubicBezTo>
                <a:cubicBezTo>
                  <a:pt x="447675" y="96326"/>
                  <a:pt x="452133" y="84094"/>
                  <a:pt x="457581" y="80726"/>
                </a:cubicBezTo>
                <a:cubicBezTo>
                  <a:pt x="464005" y="76756"/>
                  <a:pt x="465317" y="83255"/>
                  <a:pt x="461311" y="99214"/>
                </a:cubicBezTo>
                <a:cubicBezTo>
                  <a:pt x="457806" y="113182"/>
                  <a:pt x="459185" y="123825"/>
                  <a:pt x="464501" y="123825"/>
                </a:cubicBezTo>
                <a:cubicBezTo>
                  <a:pt x="475462" y="123825"/>
                  <a:pt x="485775" y="78611"/>
                  <a:pt x="485775" y="30559"/>
                </a:cubicBezTo>
                <a:cubicBezTo>
                  <a:pt x="485775" y="12005"/>
                  <a:pt x="488613" y="-336"/>
                  <a:pt x="492082" y="3132"/>
                </a:cubicBezTo>
                <a:cubicBezTo>
                  <a:pt x="495551" y="6601"/>
                  <a:pt x="497831" y="24292"/>
                  <a:pt x="497149" y="42445"/>
                </a:cubicBezTo>
                <a:cubicBezTo>
                  <a:pt x="496466" y="60598"/>
                  <a:pt x="500057" y="78016"/>
                  <a:pt x="505129" y="81150"/>
                </a:cubicBezTo>
                <a:cubicBezTo>
                  <a:pt x="510200" y="84284"/>
                  <a:pt x="514960" y="74809"/>
                  <a:pt x="515707" y="60093"/>
                </a:cubicBezTo>
                <a:cubicBezTo>
                  <a:pt x="516453" y="45377"/>
                  <a:pt x="520316" y="73000"/>
                  <a:pt x="524290" y="121477"/>
                </a:cubicBezTo>
                <a:cubicBezTo>
                  <a:pt x="544522" y="368271"/>
                  <a:pt x="604676" y="446867"/>
                  <a:pt x="800100" y="481848"/>
                </a:cubicBezTo>
                <a:cubicBezTo>
                  <a:pt x="839390" y="488881"/>
                  <a:pt x="877966" y="495111"/>
                  <a:pt x="885825" y="495692"/>
                </a:cubicBezTo>
                <a:cubicBezTo>
                  <a:pt x="893683" y="496273"/>
                  <a:pt x="885110" y="502526"/>
                  <a:pt x="866775" y="509587"/>
                </a:cubicBezTo>
                <a:lnTo>
                  <a:pt x="833437" y="522425"/>
                </a:lnTo>
                <a:lnTo>
                  <a:pt x="895350" y="524085"/>
                </a:lnTo>
                <a:lnTo>
                  <a:pt x="957262" y="525745"/>
                </a:lnTo>
                <a:lnTo>
                  <a:pt x="916271" y="536716"/>
                </a:lnTo>
                <a:cubicBezTo>
                  <a:pt x="893725" y="542750"/>
                  <a:pt x="876580" y="551467"/>
                  <a:pt x="878171" y="556086"/>
                </a:cubicBezTo>
                <a:cubicBezTo>
                  <a:pt x="879761" y="560705"/>
                  <a:pt x="850011" y="574567"/>
                  <a:pt x="812059" y="586889"/>
                </a:cubicBezTo>
                <a:cubicBezTo>
                  <a:pt x="688838" y="626897"/>
                  <a:pt x="621621" y="683464"/>
                  <a:pt x="566588" y="793469"/>
                </a:cubicBezTo>
                <a:cubicBezTo>
                  <a:pt x="548334" y="829956"/>
                  <a:pt x="533400" y="865662"/>
                  <a:pt x="533400" y="872817"/>
                </a:cubicBezTo>
                <a:cubicBezTo>
                  <a:pt x="533400" y="879971"/>
                  <a:pt x="526470" y="885825"/>
                  <a:pt x="518002" y="885825"/>
                </a:cubicBezTo>
                <a:cubicBezTo>
                  <a:pt x="506771" y="885825"/>
                  <a:pt x="503819" y="892180"/>
                  <a:pt x="507092" y="909305"/>
                </a:cubicBezTo>
                <a:cubicBezTo>
                  <a:pt x="509561" y="922219"/>
                  <a:pt x="506846" y="934739"/>
                  <a:pt x="501059" y="937128"/>
                </a:cubicBezTo>
                <a:cubicBezTo>
                  <a:pt x="493394" y="940291"/>
                  <a:pt x="493399" y="941675"/>
                  <a:pt x="501079" y="942223"/>
                </a:cubicBezTo>
                <a:cubicBezTo>
                  <a:pt x="508417" y="942746"/>
                  <a:pt x="506970" y="965911"/>
                  <a:pt x="496316" y="1018463"/>
                </a:cubicBezTo>
                <a:cubicBezTo>
                  <a:pt x="481844" y="1089847"/>
                  <a:pt x="466725" y="1127370"/>
                  <a:pt x="466725" y="1091901"/>
                </a:cubicBezTo>
                <a:close/>
                <a:moveTo>
                  <a:pt x="514574" y="723379"/>
                </a:moveTo>
                <a:cubicBezTo>
                  <a:pt x="547583" y="658555"/>
                  <a:pt x="598956" y="601099"/>
                  <a:pt x="649947" y="571976"/>
                </a:cubicBezTo>
                <a:lnTo>
                  <a:pt x="696100" y="545617"/>
                </a:lnTo>
                <a:lnTo>
                  <a:pt x="652394" y="533380"/>
                </a:lnTo>
                <a:cubicBezTo>
                  <a:pt x="585150" y="514553"/>
                  <a:pt x="539523" y="476004"/>
                  <a:pt x="506671" y="410260"/>
                </a:cubicBezTo>
                <a:lnTo>
                  <a:pt x="477705" y="352295"/>
                </a:lnTo>
                <a:lnTo>
                  <a:pt x="454687" y="402366"/>
                </a:lnTo>
                <a:cubicBezTo>
                  <a:pt x="424893" y="467177"/>
                  <a:pt x="389175" y="508755"/>
                  <a:pt x="337050" y="539303"/>
                </a:cubicBezTo>
                <a:lnTo>
                  <a:pt x="295109" y="563882"/>
                </a:lnTo>
                <a:lnTo>
                  <a:pt x="335536" y="584359"/>
                </a:lnTo>
                <a:cubicBezTo>
                  <a:pt x="394339" y="614145"/>
                  <a:pt x="433038" y="671008"/>
                  <a:pt x="453460" y="757636"/>
                </a:cubicBezTo>
                <a:lnTo>
                  <a:pt x="470617" y="830412"/>
                </a:lnTo>
                <a:lnTo>
                  <a:pt x="481816" y="798066"/>
                </a:lnTo>
                <a:cubicBezTo>
                  <a:pt x="487975" y="780276"/>
                  <a:pt x="502716" y="746667"/>
                  <a:pt x="514574" y="7233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instant photo" descr="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228600" y="3648075"/>
            <a:ext cx="5067300" cy="7181850"/>
          </a:xfrm>
          <a:prstGeom prst="rect">
            <a:avLst/>
          </a:prstGeom>
        </p:spPr>
      </p:pic>
      <p:sp>
        <p:nvSpPr>
          <p:cNvPr id="4" name="PHOTO: The then"/>
          <p:cNvSpPr/>
          <p:nvPr/>
        </p:nvSpPr>
        <p:spPr>
          <a:xfrm rot="300000">
            <a:off x="1043271" y="4602042"/>
            <a:ext cx="3505200" cy="45053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ush pin" descr="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687" y="3555152"/>
            <a:ext cx="1162050" cy="1162050"/>
          </a:xfrm>
          <a:prstGeom prst="rect">
            <a:avLst/>
          </a:prstGeom>
        </p:spPr>
      </p:pic>
      <p:sp>
        <p:nvSpPr>
          <p:cNvPr id="6" name="TEXT: then"/>
          <p:cNvSpPr/>
          <p:nvPr/>
        </p:nvSpPr>
        <p:spPr>
          <a:xfrm rot="300000">
            <a:off x="1757691" y="9353524"/>
            <a:ext cx="1571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then</a:t>
            </a:r>
          </a:p>
        </p:txBody>
      </p:sp>
      <p:pic>
        <p:nvPicPr>
          <p:cNvPr id="7" name="instant photo" descr="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4991100" y="4219575"/>
            <a:ext cx="5067300" cy="7181850"/>
          </a:xfrm>
          <a:prstGeom prst="rect">
            <a:avLst/>
          </a:prstGeom>
        </p:spPr>
      </p:pic>
      <p:sp>
        <p:nvSpPr>
          <p:cNvPr id="8" name="PHOTO: The now"/>
          <p:cNvSpPr/>
          <p:nvPr/>
        </p:nvSpPr>
        <p:spPr>
          <a:xfrm rot="-240000">
            <a:off x="5745240" y="5173014"/>
            <a:ext cx="3505200" cy="45053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9" name="push pin" descr="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456" y="4122387"/>
            <a:ext cx="1162050" cy="1162050"/>
          </a:xfrm>
          <a:prstGeom prst="rect">
            <a:avLst/>
          </a:prstGeom>
        </p:spPr>
      </p:pic>
      <p:sp>
        <p:nvSpPr>
          <p:cNvPr id="10" name="TEXT: now"/>
          <p:cNvSpPr/>
          <p:nvPr/>
        </p:nvSpPr>
        <p:spPr>
          <a:xfrm rot="21360000">
            <a:off x="6947352" y="9928461"/>
            <a:ext cx="1504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now</a:t>
            </a:r>
          </a:p>
        </p:txBody>
      </p:sp>
      <p:sp>
        <p:nvSpPr>
          <p:cNvPr id="11" name="arrow"/>
          <p:cNvSpPr/>
          <p:nvPr/>
        </p:nvSpPr>
        <p:spPr>
          <a:xfrm rot="0">
            <a:off x="4191000" y="3986212"/>
            <a:ext cx="1905000" cy="981075"/>
          </a:xfrm>
          <a:custGeom>
            <a:avLst/>
            <a:gdLst/>
            <a:ahLst/>
            <a:cxnLst/>
            <a:rect l="0" t="0" r="r" b="b"/>
            <a:pathLst>
              <a:path w="1905000" h="981075">
                <a:moveTo>
                  <a:pt x="691038" y="972414"/>
                </a:moveTo>
                <a:cubicBezTo>
                  <a:pt x="726564" y="938414"/>
                  <a:pt x="855083" y="925347"/>
                  <a:pt x="931312" y="947984"/>
                </a:cubicBezTo>
                <a:cubicBezTo>
                  <a:pt x="1019466" y="974164"/>
                  <a:pt x="999739" y="981075"/>
                  <a:pt x="836857" y="981075"/>
                </a:cubicBezTo>
                <a:cubicBezTo>
                  <a:pt x="743637" y="981075"/>
                  <a:pt x="685591" y="977627"/>
                  <a:pt x="691038" y="972414"/>
                </a:cubicBezTo>
                <a:close/>
                <a:moveTo>
                  <a:pt x="1700059" y="810574"/>
                </a:moveTo>
                <a:cubicBezTo>
                  <a:pt x="1530782" y="736968"/>
                  <a:pt x="1409700" y="676690"/>
                  <a:pt x="1409700" y="666025"/>
                </a:cubicBezTo>
                <a:cubicBezTo>
                  <a:pt x="1409700" y="660566"/>
                  <a:pt x="1415057" y="658868"/>
                  <a:pt x="1421606" y="662251"/>
                </a:cubicBezTo>
                <a:cubicBezTo>
                  <a:pt x="1428154" y="665635"/>
                  <a:pt x="1422796" y="659485"/>
                  <a:pt x="1409700" y="648586"/>
                </a:cubicBezTo>
                <a:lnTo>
                  <a:pt x="1385887" y="628770"/>
                </a:lnTo>
                <a:lnTo>
                  <a:pt x="1407857" y="622696"/>
                </a:lnTo>
                <a:cubicBezTo>
                  <a:pt x="1421659" y="618879"/>
                  <a:pt x="1427905" y="611613"/>
                  <a:pt x="1424658" y="603152"/>
                </a:cubicBezTo>
                <a:cubicBezTo>
                  <a:pt x="1416116" y="580890"/>
                  <a:pt x="1499973" y="593631"/>
                  <a:pt x="1584340" y="627414"/>
                </a:cubicBezTo>
                <a:cubicBezTo>
                  <a:pt x="1625287" y="643810"/>
                  <a:pt x="1660518" y="657225"/>
                  <a:pt x="1662632" y="657225"/>
                </a:cubicBezTo>
                <a:cubicBezTo>
                  <a:pt x="1677682" y="657225"/>
                  <a:pt x="1553811" y="487318"/>
                  <a:pt x="1498263" y="431771"/>
                </a:cubicBezTo>
                <a:cubicBezTo>
                  <a:pt x="1325902" y="259409"/>
                  <a:pt x="1115105" y="166373"/>
                  <a:pt x="876300" y="157266"/>
                </a:cubicBezTo>
                <a:cubicBezTo>
                  <a:pt x="593107" y="146465"/>
                  <a:pt x="379113" y="242734"/>
                  <a:pt x="124828" y="495329"/>
                </a:cubicBezTo>
                <a:cubicBezTo>
                  <a:pt x="52203" y="567471"/>
                  <a:pt x="38536" y="577602"/>
                  <a:pt x="43823" y="555375"/>
                </a:cubicBezTo>
                <a:cubicBezTo>
                  <a:pt x="47321" y="540669"/>
                  <a:pt x="56037" y="521870"/>
                  <a:pt x="63191" y="513599"/>
                </a:cubicBezTo>
                <a:cubicBezTo>
                  <a:pt x="70346" y="505329"/>
                  <a:pt x="76063" y="494613"/>
                  <a:pt x="75897" y="489787"/>
                </a:cubicBezTo>
                <a:cubicBezTo>
                  <a:pt x="75730" y="484961"/>
                  <a:pt x="70372" y="487466"/>
                  <a:pt x="63990" y="495354"/>
                </a:cubicBezTo>
                <a:cubicBezTo>
                  <a:pt x="57608" y="503242"/>
                  <a:pt x="40885" y="510272"/>
                  <a:pt x="26827" y="510976"/>
                </a:cubicBezTo>
                <a:cubicBezTo>
                  <a:pt x="3974" y="512120"/>
                  <a:pt x="2144" y="509949"/>
                  <a:pt x="9550" y="490469"/>
                </a:cubicBezTo>
                <a:cubicBezTo>
                  <a:pt x="14106" y="478487"/>
                  <a:pt x="15512" y="466362"/>
                  <a:pt x="12674" y="463524"/>
                </a:cubicBezTo>
                <a:cubicBezTo>
                  <a:pt x="4648" y="455498"/>
                  <a:pt x="92685" y="344945"/>
                  <a:pt x="162719" y="275106"/>
                </a:cubicBezTo>
                <a:cubicBezTo>
                  <a:pt x="421521" y="17024"/>
                  <a:pt x="829565" y="-64614"/>
                  <a:pt x="1196709" y="68234"/>
                </a:cubicBezTo>
                <a:cubicBezTo>
                  <a:pt x="1240511" y="84083"/>
                  <a:pt x="1276350" y="100767"/>
                  <a:pt x="1276350" y="105308"/>
                </a:cubicBezTo>
                <a:cubicBezTo>
                  <a:pt x="1276350" y="109850"/>
                  <a:pt x="1292607" y="117943"/>
                  <a:pt x="1312478" y="123294"/>
                </a:cubicBezTo>
                <a:cubicBezTo>
                  <a:pt x="1332348" y="128644"/>
                  <a:pt x="1357886" y="141668"/>
                  <a:pt x="1369229" y="152236"/>
                </a:cubicBezTo>
                <a:cubicBezTo>
                  <a:pt x="1380572" y="162803"/>
                  <a:pt x="1393608" y="171450"/>
                  <a:pt x="1398197" y="171450"/>
                </a:cubicBezTo>
                <a:cubicBezTo>
                  <a:pt x="1413791" y="171449"/>
                  <a:pt x="1519032" y="249269"/>
                  <a:pt x="1570102" y="298565"/>
                </a:cubicBezTo>
                <a:cubicBezTo>
                  <a:pt x="1631294" y="357629"/>
                  <a:pt x="1688453" y="430760"/>
                  <a:pt x="1738758" y="514350"/>
                </a:cubicBezTo>
                <a:lnTo>
                  <a:pt x="1776017" y="576262"/>
                </a:lnTo>
                <a:lnTo>
                  <a:pt x="1782809" y="538162"/>
                </a:lnTo>
                <a:cubicBezTo>
                  <a:pt x="1786545" y="517207"/>
                  <a:pt x="1789849" y="485342"/>
                  <a:pt x="1790151" y="467351"/>
                </a:cubicBezTo>
                <a:cubicBezTo>
                  <a:pt x="1790693" y="435019"/>
                  <a:pt x="1826636" y="347086"/>
                  <a:pt x="1835632" y="356082"/>
                </a:cubicBezTo>
                <a:cubicBezTo>
                  <a:pt x="1838190" y="358640"/>
                  <a:pt x="1850558" y="356827"/>
                  <a:pt x="1863116" y="352052"/>
                </a:cubicBezTo>
                <a:cubicBezTo>
                  <a:pt x="1883064" y="344468"/>
                  <a:pt x="1885950" y="346110"/>
                  <a:pt x="1885950" y="365043"/>
                </a:cubicBezTo>
                <a:cubicBezTo>
                  <a:pt x="1885950" y="376962"/>
                  <a:pt x="1890571" y="391336"/>
                  <a:pt x="1896220" y="396985"/>
                </a:cubicBezTo>
                <a:cubicBezTo>
                  <a:pt x="1903516" y="404281"/>
                  <a:pt x="1903648" y="438631"/>
                  <a:pt x="1896674" y="515572"/>
                </a:cubicBezTo>
                <a:cubicBezTo>
                  <a:pt x="1891274" y="575145"/>
                  <a:pt x="1884089" y="670078"/>
                  <a:pt x="1880707" y="726534"/>
                </a:cubicBezTo>
                <a:cubicBezTo>
                  <a:pt x="1871632" y="878005"/>
                  <a:pt x="1863662" y="881712"/>
                  <a:pt x="1700059" y="8105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12" name="label tape" descr="0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2014538" y="11868150"/>
            <a:ext cx="6257925" cy="1028700"/>
          </a:xfrm>
          <a:prstGeom prst="rect">
            <a:avLst/>
          </a:prstGeom>
        </p:spPr>
      </p:pic>
      <p:sp>
        <p:nvSpPr>
          <p:cNvPr id="13" name="TEXT: [SAME SPOT, 20 MIN LATER]"/>
          <p:cNvSpPr/>
          <p:nvPr/>
        </p:nvSpPr>
        <p:spPr>
          <a:xfrm rot="120000">
            <a:off x="2252662" y="12106275"/>
            <a:ext cx="5781675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6680" rIns="106680"/>
          <a:lstStyle/>
          <a:p>
            <a:pPr algn="ctr">
              <a:lnSpc>
                <a:spcPts val="3659"/>
              </a:lnSpc>
            </a:pPr>
            <a:r>
              <a:rPr b="1" sz="3000">
                <a:solidFill>
                  <a:srgbClr val="ECECE8"/>
                </a:solidFill>
                <a:latin typeface="Montserrat"/>
              </a:rPr>
              <a:t>[SAME SPOT, 20 MIN LATER]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instant camera" descr="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205788"/>
            <a:ext cx="8191500" cy="8353425"/>
          </a:xfrm>
          <a:prstGeom prst="rect">
            <a:avLst/>
          </a:prstGeom>
        </p:spPr>
      </p:pic>
      <p:pic>
        <p:nvPicPr>
          <p:cNvPr id="4" name="instant photo" descr="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850" y="3743325"/>
            <a:ext cx="5829300" cy="8324850"/>
          </a:xfrm>
          <a:prstGeom prst="rect">
            <a:avLst/>
          </a:prstGeom>
        </p:spPr>
      </p:pic>
      <p:sp>
        <p:nvSpPr>
          <p:cNvPr id="5" name="PHOTO: Your product"/>
          <p:cNvSpPr/>
          <p:nvPr/>
        </p:nvSpPr>
        <p:spPr>
          <a:xfrm rot="0">
            <a:off x="3076575" y="4791075"/>
            <a:ext cx="4133850" cy="532447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6" name="Comment" descr="0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504825" y="2124075"/>
            <a:ext cx="9277350" cy="2038350"/>
          </a:xfrm>
          <a:prstGeom prst="rect">
            <a:avLst/>
          </a:prstGeom>
        </p:spPr>
      </p:pic>
      <p:pic>
        <p:nvPicPr>
          <p:cNvPr id="7" name="label tape" descr="0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2424112" y="1009650"/>
            <a:ext cx="5438775" cy="1028700"/>
          </a:xfrm>
          <a:prstGeom prst="rect">
            <a:avLst/>
          </a:prstGeom>
        </p:spPr>
      </p:pic>
      <p:sp>
        <p:nvSpPr>
          <p:cNvPr id="8" name="TEXT: [WANT THE PRODUCT?]"/>
          <p:cNvSpPr/>
          <p:nvPr/>
        </p:nvSpPr>
        <p:spPr>
          <a:xfrm rot="120000">
            <a:off x="2705100" y="1247775"/>
            <a:ext cx="487680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6680" rIns="106680"/>
          <a:lstStyle/>
          <a:p>
            <a:pPr algn="ctr">
              <a:lnSpc>
                <a:spcPts val="3659"/>
              </a:lnSpc>
            </a:pPr>
            <a:r>
              <a:rPr b="1" sz="3000">
                <a:solidFill>
                  <a:srgbClr val="ECECE8"/>
                </a:solidFill>
                <a:latin typeface="Montserrat"/>
              </a:rPr>
              <a:t>[WANT THE PRODUCT?]</a:t>
            </a:r>
          </a:p>
        </p:txBody>
      </p:sp>
      <p:pic>
        <p:nvPicPr>
          <p:cNvPr id="9" name="label tape" descr="0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480000">
            <a:off x="1909762" y="3948112"/>
            <a:ext cx="6467475" cy="1628775"/>
          </a:xfrm>
          <a:prstGeom prst="rect">
            <a:avLst/>
          </a:prstGeom>
        </p:spPr>
      </p:pic>
      <p:sp>
        <p:nvSpPr>
          <p:cNvPr id="10" name="TEXT: &quot;[KEYWORD]&quot;"/>
          <p:cNvSpPr/>
          <p:nvPr/>
        </p:nvSpPr>
        <p:spPr>
          <a:xfrm rot="21480000">
            <a:off x="2347912" y="4238625"/>
            <a:ext cx="5591175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ECECE8"/>
                </a:solidFill>
                <a:latin typeface="Montserrat"/>
              </a:rPr>
              <a:t>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