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product. Move the circle onto a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Two close-ups go in the film frames.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a screenshot of your listing photo for the phone screen. Edit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Detail 1: a close-up and its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Details 2 and 3: a close-up and a name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Detail 4: a full-page photo. Edit the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21.jp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476250" y="4095750"/>
            <a:ext cx="9334500" cy="93345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120000">
            <a:off x="1047750" y="4667250"/>
            <a:ext cx="8191500" cy="8191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circle"/>
          <p:cNvSpPr/>
          <p:nvPr/>
        </p:nvSpPr>
        <p:spPr>
          <a:xfrm rot="0">
            <a:off x="4667250" y="6653212"/>
            <a:ext cx="4000500" cy="3838575"/>
          </a:xfrm>
          <a:custGeom>
            <a:avLst/>
            <a:gdLst/>
            <a:ahLst/>
            <a:cxnLst/>
            <a:rect l="0" t="0" r="r" b="b"/>
            <a:pathLst>
              <a:path w="4000500" h="3838575">
                <a:moveTo>
                  <a:pt x="1456925" y="3835109"/>
                </a:moveTo>
                <a:cubicBezTo>
                  <a:pt x="1454085" y="3832209"/>
                  <a:pt x="1419795" y="3824920"/>
                  <a:pt x="1380725" y="3818909"/>
                </a:cubicBezTo>
                <a:cubicBezTo>
                  <a:pt x="1278506" y="3803185"/>
                  <a:pt x="1171185" y="3767120"/>
                  <a:pt x="1062037" y="3711815"/>
                </a:cubicBezTo>
                <a:cubicBezTo>
                  <a:pt x="956756" y="3658470"/>
                  <a:pt x="857250" y="3595073"/>
                  <a:pt x="857250" y="3581344"/>
                </a:cubicBezTo>
                <a:cubicBezTo>
                  <a:pt x="857250" y="3570315"/>
                  <a:pt x="882880" y="3579172"/>
                  <a:pt x="914780" y="3601223"/>
                </a:cubicBezTo>
                <a:cubicBezTo>
                  <a:pt x="990484" y="3653556"/>
                  <a:pt x="1186394" y="3734507"/>
                  <a:pt x="1234617" y="3733381"/>
                </a:cubicBezTo>
                <a:cubicBezTo>
                  <a:pt x="1250723" y="3733006"/>
                  <a:pt x="1218184" y="3718243"/>
                  <a:pt x="1152525" y="3696136"/>
                </a:cubicBezTo>
                <a:cubicBezTo>
                  <a:pt x="1082929" y="3672704"/>
                  <a:pt x="986019" y="3627293"/>
                  <a:pt x="911726" y="3583300"/>
                </a:cubicBezTo>
                <a:cubicBezTo>
                  <a:pt x="829902" y="3534847"/>
                  <a:pt x="797093" y="3519846"/>
                  <a:pt x="833998" y="3547759"/>
                </a:cubicBezTo>
                <a:cubicBezTo>
                  <a:pt x="849772" y="3559690"/>
                  <a:pt x="850178" y="3561788"/>
                  <a:pt x="836762" y="3562047"/>
                </a:cubicBezTo>
                <a:cubicBezTo>
                  <a:pt x="799889" y="3562757"/>
                  <a:pt x="601125" y="3380477"/>
                  <a:pt x="478762" y="3233737"/>
                </a:cubicBezTo>
                <a:lnTo>
                  <a:pt x="439049" y="3186112"/>
                </a:lnTo>
                <a:lnTo>
                  <a:pt x="449720" y="3221823"/>
                </a:lnTo>
                <a:cubicBezTo>
                  <a:pt x="455589" y="3241463"/>
                  <a:pt x="457074" y="3260752"/>
                  <a:pt x="453019" y="3264685"/>
                </a:cubicBezTo>
                <a:cubicBezTo>
                  <a:pt x="442669" y="3274727"/>
                  <a:pt x="351862" y="3172203"/>
                  <a:pt x="327131" y="3122554"/>
                </a:cubicBezTo>
                <a:cubicBezTo>
                  <a:pt x="294104" y="3056248"/>
                  <a:pt x="257199" y="2973614"/>
                  <a:pt x="256877" y="2965246"/>
                </a:cubicBezTo>
                <a:cubicBezTo>
                  <a:pt x="256713" y="2960992"/>
                  <a:pt x="246036" y="2936081"/>
                  <a:pt x="233151" y="2909887"/>
                </a:cubicBezTo>
                <a:cubicBezTo>
                  <a:pt x="220266" y="2883693"/>
                  <a:pt x="209684" y="2854655"/>
                  <a:pt x="209637" y="2845357"/>
                </a:cubicBezTo>
                <a:cubicBezTo>
                  <a:pt x="209589" y="2836060"/>
                  <a:pt x="199433" y="2824607"/>
                  <a:pt x="187068" y="2819906"/>
                </a:cubicBezTo>
                <a:cubicBezTo>
                  <a:pt x="163593" y="2810980"/>
                  <a:pt x="152495" y="2788547"/>
                  <a:pt x="104358" y="2652712"/>
                </a:cubicBezTo>
                <a:cubicBezTo>
                  <a:pt x="26847" y="2433989"/>
                  <a:pt x="-9901" y="2104417"/>
                  <a:pt x="18056" y="1878742"/>
                </a:cubicBezTo>
                <a:cubicBezTo>
                  <a:pt x="30057" y="1781874"/>
                  <a:pt x="84017" y="1568030"/>
                  <a:pt x="112808" y="1503239"/>
                </a:cubicBezTo>
                <a:cubicBezTo>
                  <a:pt x="122866" y="1480605"/>
                  <a:pt x="136749" y="1447085"/>
                  <a:pt x="143661" y="1428750"/>
                </a:cubicBezTo>
                <a:cubicBezTo>
                  <a:pt x="150572" y="1410414"/>
                  <a:pt x="168165" y="1374965"/>
                  <a:pt x="182755" y="1349974"/>
                </a:cubicBezTo>
                <a:cubicBezTo>
                  <a:pt x="197346" y="1324984"/>
                  <a:pt x="211773" y="1292837"/>
                  <a:pt x="214815" y="1278537"/>
                </a:cubicBezTo>
                <a:cubicBezTo>
                  <a:pt x="219897" y="1254650"/>
                  <a:pt x="216907" y="1256183"/>
                  <a:pt x="178040" y="1297385"/>
                </a:cubicBezTo>
                <a:cubicBezTo>
                  <a:pt x="112456" y="1366911"/>
                  <a:pt x="102061" y="1327055"/>
                  <a:pt x="158330" y="1221820"/>
                </a:cubicBezTo>
                <a:cubicBezTo>
                  <a:pt x="232472" y="1083161"/>
                  <a:pt x="315071" y="974017"/>
                  <a:pt x="466484" y="814634"/>
                </a:cubicBezTo>
                <a:cubicBezTo>
                  <a:pt x="744200" y="522300"/>
                  <a:pt x="899412" y="403062"/>
                  <a:pt x="1238250" y="221742"/>
                </a:cubicBezTo>
                <a:cubicBezTo>
                  <a:pt x="1367763" y="152436"/>
                  <a:pt x="1457324" y="129592"/>
                  <a:pt x="1457325" y="165864"/>
                </a:cubicBezTo>
                <a:cubicBezTo>
                  <a:pt x="1457325" y="176857"/>
                  <a:pt x="1635245" y="122577"/>
                  <a:pt x="1699727" y="91912"/>
                </a:cubicBezTo>
                <a:cubicBezTo>
                  <a:pt x="1778913" y="54255"/>
                  <a:pt x="1947958" y="18474"/>
                  <a:pt x="2114550" y="4108"/>
                </a:cubicBezTo>
                <a:cubicBezTo>
                  <a:pt x="2209703" y="-4097"/>
                  <a:pt x="2547384" y="33403"/>
                  <a:pt x="2592008" y="57131"/>
                </a:cubicBezTo>
                <a:cubicBezTo>
                  <a:pt x="2600531" y="61663"/>
                  <a:pt x="2624105" y="68446"/>
                  <a:pt x="2644396" y="72205"/>
                </a:cubicBezTo>
                <a:cubicBezTo>
                  <a:pt x="2678075" y="78443"/>
                  <a:pt x="2777478" y="112004"/>
                  <a:pt x="2824162" y="132898"/>
                </a:cubicBezTo>
                <a:cubicBezTo>
                  <a:pt x="2982772" y="203887"/>
                  <a:pt x="3119012" y="280562"/>
                  <a:pt x="3160816" y="322366"/>
                </a:cubicBezTo>
                <a:cubicBezTo>
                  <a:pt x="3172109" y="333659"/>
                  <a:pt x="3185980" y="342899"/>
                  <a:pt x="3191638" y="342899"/>
                </a:cubicBezTo>
                <a:cubicBezTo>
                  <a:pt x="3206875" y="342899"/>
                  <a:pt x="3276843" y="402810"/>
                  <a:pt x="3380748" y="504825"/>
                </a:cubicBezTo>
                <a:cubicBezTo>
                  <a:pt x="3543560" y="664675"/>
                  <a:pt x="3690302" y="898671"/>
                  <a:pt x="3638594" y="915987"/>
                </a:cubicBezTo>
                <a:cubicBezTo>
                  <a:pt x="3633379" y="917733"/>
                  <a:pt x="3646461" y="959397"/>
                  <a:pt x="3667665" y="1008573"/>
                </a:cubicBezTo>
                <a:cubicBezTo>
                  <a:pt x="3713316" y="1114447"/>
                  <a:pt x="3731575" y="1162849"/>
                  <a:pt x="3745326" y="1214437"/>
                </a:cubicBezTo>
                <a:cubicBezTo>
                  <a:pt x="3750912" y="1235392"/>
                  <a:pt x="3759696" y="1256823"/>
                  <a:pt x="3764846" y="1262062"/>
                </a:cubicBezTo>
                <a:cubicBezTo>
                  <a:pt x="3778299" y="1275746"/>
                  <a:pt x="3764997" y="1207347"/>
                  <a:pt x="3747790" y="1174358"/>
                </a:cubicBezTo>
                <a:cubicBezTo>
                  <a:pt x="3740160" y="1159730"/>
                  <a:pt x="3733876" y="1137046"/>
                  <a:pt x="3733826" y="1123950"/>
                </a:cubicBezTo>
                <a:cubicBezTo>
                  <a:pt x="3733775" y="1110853"/>
                  <a:pt x="3720771" y="1068324"/>
                  <a:pt x="3704926" y="1029441"/>
                </a:cubicBezTo>
                <a:cubicBezTo>
                  <a:pt x="3686532" y="984301"/>
                  <a:pt x="3679422" y="955442"/>
                  <a:pt x="3685257" y="949607"/>
                </a:cubicBezTo>
                <a:cubicBezTo>
                  <a:pt x="3691093" y="943771"/>
                  <a:pt x="3699253" y="952111"/>
                  <a:pt x="3707832" y="972677"/>
                </a:cubicBezTo>
                <a:cubicBezTo>
                  <a:pt x="3730033" y="1025900"/>
                  <a:pt x="3747378" y="1080559"/>
                  <a:pt x="3744880" y="1089423"/>
                </a:cubicBezTo>
                <a:cubicBezTo>
                  <a:pt x="3743587" y="1094008"/>
                  <a:pt x="3748451" y="1104723"/>
                  <a:pt x="3755689" y="1113235"/>
                </a:cubicBezTo>
                <a:cubicBezTo>
                  <a:pt x="3798234" y="1163275"/>
                  <a:pt x="3875492" y="1536805"/>
                  <a:pt x="3882511" y="1726406"/>
                </a:cubicBezTo>
                <a:cubicBezTo>
                  <a:pt x="3887761" y="1868232"/>
                  <a:pt x="3884609" y="1892495"/>
                  <a:pt x="3868281" y="1835943"/>
                </a:cubicBezTo>
                <a:lnTo>
                  <a:pt x="3859343" y="1804987"/>
                </a:lnTo>
                <a:lnTo>
                  <a:pt x="3858484" y="1845468"/>
                </a:lnTo>
                <a:cubicBezTo>
                  <a:pt x="3857847" y="1875483"/>
                  <a:pt x="3861318" y="1885950"/>
                  <a:pt x="3871912" y="1885950"/>
                </a:cubicBezTo>
                <a:cubicBezTo>
                  <a:pt x="3879770" y="1885950"/>
                  <a:pt x="3886200" y="1890236"/>
                  <a:pt x="3886200" y="1895475"/>
                </a:cubicBezTo>
                <a:cubicBezTo>
                  <a:pt x="3886200" y="1900713"/>
                  <a:pt x="3880842" y="1905000"/>
                  <a:pt x="3874293" y="1905000"/>
                </a:cubicBezTo>
                <a:cubicBezTo>
                  <a:pt x="3866006" y="1905000"/>
                  <a:pt x="3862387" y="1923570"/>
                  <a:pt x="3862387" y="1966102"/>
                </a:cubicBezTo>
                <a:cubicBezTo>
                  <a:pt x="3862387" y="2014522"/>
                  <a:pt x="3864906" y="2025114"/>
                  <a:pt x="3874523" y="2017132"/>
                </a:cubicBezTo>
                <a:cubicBezTo>
                  <a:pt x="3896541" y="1998859"/>
                  <a:pt x="3898589" y="2017637"/>
                  <a:pt x="3887094" y="2132421"/>
                </a:cubicBezTo>
                <a:cubicBezTo>
                  <a:pt x="3871616" y="2286976"/>
                  <a:pt x="3809526" y="2527551"/>
                  <a:pt x="3760801" y="2621756"/>
                </a:cubicBezTo>
                <a:cubicBezTo>
                  <a:pt x="3756059" y="2630924"/>
                  <a:pt x="3755791" y="2638425"/>
                  <a:pt x="3760206" y="2638425"/>
                </a:cubicBezTo>
                <a:cubicBezTo>
                  <a:pt x="3773790" y="2638425"/>
                  <a:pt x="3830159" y="2497912"/>
                  <a:pt x="3853824" y="2405062"/>
                </a:cubicBezTo>
                <a:cubicBezTo>
                  <a:pt x="3890204" y="2262323"/>
                  <a:pt x="3914679" y="2134052"/>
                  <a:pt x="3914706" y="2085975"/>
                </a:cubicBezTo>
                <a:cubicBezTo>
                  <a:pt x="3914749" y="2009851"/>
                  <a:pt x="3942671" y="1866899"/>
                  <a:pt x="3957496" y="1866900"/>
                </a:cubicBezTo>
                <a:cubicBezTo>
                  <a:pt x="4026940" y="1866900"/>
                  <a:pt x="3970329" y="2337364"/>
                  <a:pt x="3872108" y="2576512"/>
                </a:cubicBezTo>
                <a:cubicBezTo>
                  <a:pt x="3839186" y="2656672"/>
                  <a:pt x="3805645" y="2724150"/>
                  <a:pt x="3798723" y="2724150"/>
                </a:cubicBezTo>
                <a:cubicBezTo>
                  <a:pt x="3794448" y="2724150"/>
                  <a:pt x="3790950" y="2732124"/>
                  <a:pt x="3790950" y="2741870"/>
                </a:cubicBezTo>
                <a:cubicBezTo>
                  <a:pt x="3790950" y="2751617"/>
                  <a:pt x="3780234" y="2775381"/>
                  <a:pt x="3767137" y="2794681"/>
                </a:cubicBezTo>
                <a:cubicBezTo>
                  <a:pt x="3754040" y="2813980"/>
                  <a:pt x="3743325" y="2831640"/>
                  <a:pt x="3743325" y="2833925"/>
                </a:cubicBezTo>
                <a:cubicBezTo>
                  <a:pt x="3743325" y="2844420"/>
                  <a:pt x="3673240" y="2945813"/>
                  <a:pt x="3617449" y="3016032"/>
                </a:cubicBezTo>
                <a:cubicBezTo>
                  <a:pt x="3513417" y="3146969"/>
                  <a:pt x="3446893" y="3217029"/>
                  <a:pt x="3358488" y="3288758"/>
                </a:cubicBezTo>
                <a:cubicBezTo>
                  <a:pt x="3311849" y="3326600"/>
                  <a:pt x="3262557" y="3367052"/>
                  <a:pt x="3248951" y="3378651"/>
                </a:cubicBezTo>
                <a:cubicBezTo>
                  <a:pt x="3225185" y="3398910"/>
                  <a:pt x="3200400" y="3406967"/>
                  <a:pt x="3200400" y="3394433"/>
                </a:cubicBezTo>
                <a:cubicBezTo>
                  <a:pt x="3200400" y="3391138"/>
                  <a:pt x="3222902" y="3366380"/>
                  <a:pt x="3250406" y="3339414"/>
                </a:cubicBezTo>
                <a:cubicBezTo>
                  <a:pt x="3312126" y="3278902"/>
                  <a:pt x="3338896" y="3248025"/>
                  <a:pt x="3329639" y="3248025"/>
                </a:cubicBezTo>
                <a:cubicBezTo>
                  <a:pt x="3325754" y="3248025"/>
                  <a:pt x="3296158" y="3273235"/>
                  <a:pt x="3263869" y="3304048"/>
                </a:cubicBezTo>
                <a:cubicBezTo>
                  <a:pt x="3207963" y="3357398"/>
                  <a:pt x="3166585" y="3389363"/>
                  <a:pt x="3081337" y="3445056"/>
                </a:cubicBezTo>
                <a:cubicBezTo>
                  <a:pt x="3060382" y="3458746"/>
                  <a:pt x="3041094" y="3472568"/>
                  <a:pt x="3038475" y="3475771"/>
                </a:cubicBezTo>
                <a:cubicBezTo>
                  <a:pt x="3031877" y="3483839"/>
                  <a:pt x="2830462" y="3581310"/>
                  <a:pt x="2740911" y="3619771"/>
                </a:cubicBezTo>
                <a:cubicBezTo>
                  <a:pt x="2700362" y="3637186"/>
                  <a:pt x="2668686" y="3652936"/>
                  <a:pt x="2670520" y="3654770"/>
                </a:cubicBezTo>
                <a:cubicBezTo>
                  <a:pt x="2675170" y="3659420"/>
                  <a:pt x="2820094" y="3605342"/>
                  <a:pt x="2866699" y="3581565"/>
                </a:cubicBezTo>
                <a:cubicBezTo>
                  <a:pt x="2896455" y="3566385"/>
                  <a:pt x="2905125" y="3564950"/>
                  <a:pt x="2905125" y="3575204"/>
                </a:cubicBezTo>
                <a:cubicBezTo>
                  <a:pt x="2905125" y="3582486"/>
                  <a:pt x="2871906" y="3604694"/>
                  <a:pt x="2831306" y="3624555"/>
                </a:cubicBezTo>
                <a:cubicBezTo>
                  <a:pt x="2790705" y="3644416"/>
                  <a:pt x="2742485" y="3668025"/>
                  <a:pt x="2724150" y="3677020"/>
                </a:cubicBezTo>
                <a:cubicBezTo>
                  <a:pt x="2583755" y="3745896"/>
                  <a:pt x="2212495" y="3838575"/>
                  <a:pt x="2076984" y="3838575"/>
                </a:cubicBezTo>
                <a:cubicBezTo>
                  <a:pt x="2026821" y="3838575"/>
                  <a:pt x="2001791" y="3821801"/>
                  <a:pt x="2021907" y="3801665"/>
                </a:cubicBezTo>
                <a:cubicBezTo>
                  <a:pt x="2031135" y="3792429"/>
                  <a:pt x="2025589" y="3791012"/>
                  <a:pt x="1995487" y="3794916"/>
                </a:cubicBezTo>
                <a:cubicBezTo>
                  <a:pt x="1974532" y="3797634"/>
                  <a:pt x="1891331" y="3802313"/>
                  <a:pt x="1810597" y="3805314"/>
                </a:cubicBezTo>
                <a:cubicBezTo>
                  <a:pt x="1729862" y="3808316"/>
                  <a:pt x="1660805" y="3812626"/>
                  <a:pt x="1657137" y="3814893"/>
                </a:cubicBezTo>
                <a:cubicBezTo>
                  <a:pt x="1639161" y="3826003"/>
                  <a:pt x="1465208" y="3843567"/>
                  <a:pt x="1456925" y="3835109"/>
                </a:cubicBezTo>
                <a:close/>
                <a:moveTo>
                  <a:pt x="2157972" y="3531956"/>
                </a:moveTo>
                <a:cubicBezTo>
                  <a:pt x="2220529" y="3520963"/>
                  <a:pt x="2288857" y="3511247"/>
                  <a:pt x="2309812" y="3510364"/>
                </a:cubicBezTo>
                <a:cubicBezTo>
                  <a:pt x="2381311" y="3507354"/>
                  <a:pt x="2519570" y="3472577"/>
                  <a:pt x="2590800" y="3439685"/>
                </a:cubicBezTo>
                <a:cubicBezTo>
                  <a:pt x="2614374" y="3428799"/>
                  <a:pt x="2640918" y="3419799"/>
                  <a:pt x="2649786" y="3419684"/>
                </a:cubicBezTo>
                <a:cubicBezTo>
                  <a:pt x="2658655" y="3419569"/>
                  <a:pt x="2680984" y="3410581"/>
                  <a:pt x="2699406" y="3399711"/>
                </a:cubicBezTo>
                <a:cubicBezTo>
                  <a:pt x="2717829" y="3388842"/>
                  <a:pt x="2742720" y="3381478"/>
                  <a:pt x="2754720" y="3383347"/>
                </a:cubicBezTo>
                <a:cubicBezTo>
                  <a:pt x="2773610" y="3386290"/>
                  <a:pt x="2770803" y="3389760"/>
                  <a:pt x="2733803" y="3409215"/>
                </a:cubicBezTo>
                <a:cubicBezTo>
                  <a:pt x="2670025" y="3442750"/>
                  <a:pt x="2473376" y="3513334"/>
                  <a:pt x="2400300" y="3528920"/>
                </a:cubicBezTo>
                <a:cubicBezTo>
                  <a:pt x="2381964" y="3532831"/>
                  <a:pt x="2356246" y="3541781"/>
                  <a:pt x="2343150" y="3548809"/>
                </a:cubicBezTo>
                <a:lnTo>
                  <a:pt x="2319337" y="3561587"/>
                </a:lnTo>
                <a:lnTo>
                  <a:pt x="2346047" y="3561968"/>
                </a:lnTo>
                <a:cubicBezTo>
                  <a:pt x="2410052" y="3562882"/>
                  <a:pt x="2639821" y="3483140"/>
                  <a:pt x="2779904" y="3411396"/>
                </a:cubicBezTo>
                <a:cubicBezTo>
                  <a:pt x="2855242" y="3372812"/>
                  <a:pt x="2882170" y="3345849"/>
                  <a:pt x="2819400" y="3371850"/>
                </a:cubicBezTo>
                <a:cubicBezTo>
                  <a:pt x="2775175" y="3390168"/>
                  <a:pt x="2774525" y="3376365"/>
                  <a:pt x="2818310" y="3348725"/>
                </a:cubicBezTo>
                <a:cubicBezTo>
                  <a:pt x="2839656" y="3335250"/>
                  <a:pt x="2858911" y="3324225"/>
                  <a:pt x="2861099" y="3324225"/>
                </a:cubicBezTo>
                <a:cubicBezTo>
                  <a:pt x="2863287" y="3324225"/>
                  <a:pt x="2893299" y="3307080"/>
                  <a:pt x="2927791" y="3286125"/>
                </a:cubicBezTo>
                <a:cubicBezTo>
                  <a:pt x="3013349" y="3234147"/>
                  <a:pt x="3066238" y="3238692"/>
                  <a:pt x="3007518" y="3292976"/>
                </a:cubicBezTo>
                <a:cubicBezTo>
                  <a:pt x="2979469" y="3318907"/>
                  <a:pt x="2941745" y="3364031"/>
                  <a:pt x="2945239" y="3367473"/>
                </a:cubicBezTo>
                <a:cubicBezTo>
                  <a:pt x="2960618" y="3382621"/>
                  <a:pt x="3211581" y="3178426"/>
                  <a:pt x="3312630" y="3068545"/>
                </a:cubicBezTo>
                <a:cubicBezTo>
                  <a:pt x="3363383" y="3013357"/>
                  <a:pt x="3457679" y="2890205"/>
                  <a:pt x="3457272" y="2879641"/>
                </a:cubicBezTo>
                <a:cubicBezTo>
                  <a:pt x="3457105" y="2875321"/>
                  <a:pt x="3451469" y="2879022"/>
                  <a:pt x="3444747" y="2887865"/>
                </a:cubicBezTo>
                <a:cubicBezTo>
                  <a:pt x="3401759" y="2944419"/>
                  <a:pt x="3269796" y="3085875"/>
                  <a:pt x="3259931" y="3085977"/>
                </a:cubicBezTo>
                <a:cubicBezTo>
                  <a:pt x="3236443" y="3086219"/>
                  <a:pt x="3248969" y="3065554"/>
                  <a:pt x="3307655" y="3007240"/>
                </a:cubicBezTo>
                <a:cubicBezTo>
                  <a:pt x="3362454" y="2952787"/>
                  <a:pt x="3435475" y="2867025"/>
                  <a:pt x="3427038" y="2867025"/>
                </a:cubicBezTo>
                <a:cubicBezTo>
                  <a:pt x="3425079" y="2867025"/>
                  <a:pt x="3380785" y="2908177"/>
                  <a:pt x="3328607" y="2958475"/>
                </a:cubicBezTo>
                <a:cubicBezTo>
                  <a:pt x="3223295" y="3059990"/>
                  <a:pt x="3118329" y="3143306"/>
                  <a:pt x="3095949" y="3143144"/>
                </a:cubicBezTo>
                <a:cubicBezTo>
                  <a:pt x="3087369" y="3143082"/>
                  <a:pt x="3095100" y="3132434"/>
                  <a:pt x="3114675" y="3117352"/>
                </a:cubicBezTo>
                <a:cubicBezTo>
                  <a:pt x="3133010" y="3103224"/>
                  <a:pt x="3169783" y="3068982"/>
                  <a:pt x="3196392" y="3041257"/>
                </a:cubicBezTo>
                <a:cubicBezTo>
                  <a:pt x="3223002" y="3013533"/>
                  <a:pt x="3249791" y="2990850"/>
                  <a:pt x="3255924" y="2990850"/>
                </a:cubicBezTo>
                <a:cubicBezTo>
                  <a:pt x="3262057" y="2990850"/>
                  <a:pt x="3267075" y="2986150"/>
                  <a:pt x="3267075" y="2980407"/>
                </a:cubicBezTo>
                <a:cubicBezTo>
                  <a:pt x="3267075" y="2974664"/>
                  <a:pt x="3290649" y="2943113"/>
                  <a:pt x="3319462" y="2910294"/>
                </a:cubicBezTo>
                <a:cubicBezTo>
                  <a:pt x="3348275" y="2877476"/>
                  <a:pt x="3371850" y="2848453"/>
                  <a:pt x="3371850" y="2845798"/>
                </a:cubicBezTo>
                <a:cubicBezTo>
                  <a:pt x="3371849" y="2843144"/>
                  <a:pt x="3391799" y="2811472"/>
                  <a:pt x="3416182" y="2775417"/>
                </a:cubicBezTo>
                <a:cubicBezTo>
                  <a:pt x="3472787" y="2691712"/>
                  <a:pt x="3570026" y="2489744"/>
                  <a:pt x="3612835" y="2366962"/>
                </a:cubicBezTo>
                <a:cubicBezTo>
                  <a:pt x="3631100" y="2314575"/>
                  <a:pt x="3649102" y="2264211"/>
                  <a:pt x="3652841" y="2255043"/>
                </a:cubicBezTo>
                <a:cubicBezTo>
                  <a:pt x="3656579" y="2245875"/>
                  <a:pt x="3655543" y="2238375"/>
                  <a:pt x="3650538" y="2238375"/>
                </a:cubicBezTo>
                <a:cubicBezTo>
                  <a:pt x="3645534" y="2238375"/>
                  <a:pt x="3634704" y="2255520"/>
                  <a:pt x="3626473" y="2276475"/>
                </a:cubicBezTo>
                <a:cubicBezTo>
                  <a:pt x="3618242" y="2297430"/>
                  <a:pt x="3606876" y="2314575"/>
                  <a:pt x="3601216" y="2314575"/>
                </a:cubicBezTo>
                <a:cubicBezTo>
                  <a:pt x="3588844" y="2314575"/>
                  <a:pt x="3588811" y="2311462"/>
                  <a:pt x="3600644" y="2260191"/>
                </a:cubicBezTo>
                <a:cubicBezTo>
                  <a:pt x="3611141" y="2214705"/>
                  <a:pt x="3634166" y="2054644"/>
                  <a:pt x="3643500" y="1962271"/>
                </a:cubicBezTo>
                <a:cubicBezTo>
                  <a:pt x="3646934" y="1928285"/>
                  <a:pt x="3651085" y="1898282"/>
                  <a:pt x="3652724" y="1895596"/>
                </a:cubicBezTo>
                <a:cubicBezTo>
                  <a:pt x="3657303" y="1888093"/>
                  <a:pt x="3620889" y="1582018"/>
                  <a:pt x="3609648" y="1533525"/>
                </a:cubicBezTo>
                <a:cubicBezTo>
                  <a:pt x="3580048" y="1405828"/>
                  <a:pt x="3571611" y="1371303"/>
                  <a:pt x="3557275" y="1319212"/>
                </a:cubicBezTo>
                <a:cubicBezTo>
                  <a:pt x="3548624" y="1287780"/>
                  <a:pt x="3538245" y="1257776"/>
                  <a:pt x="3534211" y="1252537"/>
                </a:cubicBezTo>
                <a:cubicBezTo>
                  <a:pt x="3530177" y="1247298"/>
                  <a:pt x="3523995" y="1230153"/>
                  <a:pt x="3520472" y="1214437"/>
                </a:cubicBezTo>
                <a:cubicBezTo>
                  <a:pt x="3509225" y="1164248"/>
                  <a:pt x="3493756" y="1133474"/>
                  <a:pt x="3479777" y="1133474"/>
                </a:cubicBezTo>
                <a:cubicBezTo>
                  <a:pt x="3459329" y="1133474"/>
                  <a:pt x="3424168" y="1091169"/>
                  <a:pt x="3390054" y="1025522"/>
                </a:cubicBezTo>
                <a:cubicBezTo>
                  <a:pt x="3373266" y="993218"/>
                  <a:pt x="3340872" y="936012"/>
                  <a:pt x="3318066" y="898397"/>
                </a:cubicBezTo>
                <a:cubicBezTo>
                  <a:pt x="3295259" y="860783"/>
                  <a:pt x="3276600" y="826279"/>
                  <a:pt x="3276600" y="821722"/>
                </a:cubicBezTo>
                <a:cubicBezTo>
                  <a:pt x="3276600" y="802538"/>
                  <a:pt x="3188082" y="693791"/>
                  <a:pt x="3165468" y="685194"/>
                </a:cubicBezTo>
                <a:cubicBezTo>
                  <a:pt x="3151922" y="680043"/>
                  <a:pt x="3110306" y="648729"/>
                  <a:pt x="3072988" y="615607"/>
                </a:cubicBezTo>
                <a:cubicBezTo>
                  <a:pt x="2906581" y="467908"/>
                  <a:pt x="2689653" y="374936"/>
                  <a:pt x="2391179" y="323391"/>
                </a:cubicBezTo>
                <a:cubicBezTo>
                  <a:pt x="2327575" y="312407"/>
                  <a:pt x="2276475" y="291615"/>
                  <a:pt x="2276475" y="276719"/>
                </a:cubicBezTo>
                <a:cubicBezTo>
                  <a:pt x="2276475" y="272021"/>
                  <a:pt x="2292548" y="262710"/>
                  <a:pt x="2312193" y="256028"/>
                </a:cubicBezTo>
                <a:lnTo>
                  <a:pt x="2347912" y="243878"/>
                </a:lnTo>
                <a:lnTo>
                  <a:pt x="2309812" y="236979"/>
                </a:lnTo>
                <a:cubicBezTo>
                  <a:pt x="2266768" y="229185"/>
                  <a:pt x="2059621" y="218039"/>
                  <a:pt x="2093667" y="225349"/>
                </a:cubicBezTo>
                <a:cubicBezTo>
                  <a:pt x="2133228" y="233843"/>
                  <a:pt x="2109449" y="252276"/>
                  <a:pt x="2050417" y="258876"/>
                </a:cubicBezTo>
                <a:cubicBezTo>
                  <a:pt x="1957494" y="269264"/>
                  <a:pt x="1884548" y="288525"/>
                  <a:pt x="1626489" y="370810"/>
                </a:cubicBezTo>
                <a:cubicBezTo>
                  <a:pt x="1466603" y="421791"/>
                  <a:pt x="1415186" y="444182"/>
                  <a:pt x="1362075" y="485955"/>
                </a:cubicBezTo>
                <a:cubicBezTo>
                  <a:pt x="1343739" y="500376"/>
                  <a:pt x="1310812" y="521518"/>
                  <a:pt x="1288905" y="532936"/>
                </a:cubicBezTo>
                <a:cubicBezTo>
                  <a:pt x="1266997" y="544354"/>
                  <a:pt x="1243969" y="559845"/>
                  <a:pt x="1237732" y="567361"/>
                </a:cubicBezTo>
                <a:cubicBezTo>
                  <a:pt x="1231495" y="574876"/>
                  <a:pt x="1222345" y="581024"/>
                  <a:pt x="1217398" y="581024"/>
                </a:cubicBezTo>
                <a:cubicBezTo>
                  <a:pt x="1212451" y="581024"/>
                  <a:pt x="1194355" y="591740"/>
                  <a:pt x="1177184" y="604837"/>
                </a:cubicBezTo>
                <a:cubicBezTo>
                  <a:pt x="1142111" y="631588"/>
                  <a:pt x="1133276" y="634020"/>
                  <a:pt x="1133916" y="616743"/>
                </a:cubicBezTo>
                <a:cubicBezTo>
                  <a:pt x="1134158" y="610195"/>
                  <a:pt x="1151089" y="591978"/>
                  <a:pt x="1171541" y="576262"/>
                </a:cubicBezTo>
                <a:cubicBezTo>
                  <a:pt x="1191992" y="560546"/>
                  <a:pt x="1207374" y="543401"/>
                  <a:pt x="1205724" y="538162"/>
                </a:cubicBezTo>
                <a:cubicBezTo>
                  <a:pt x="1204074" y="532923"/>
                  <a:pt x="1207069" y="520225"/>
                  <a:pt x="1212381" y="509943"/>
                </a:cubicBezTo>
                <a:cubicBezTo>
                  <a:pt x="1221897" y="491522"/>
                  <a:pt x="1221635" y="491508"/>
                  <a:pt x="1194425" y="509018"/>
                </a:cubicBezTo>
                <a:cubicBezTo>
                  <a:pt x="1179238" y="518791"/>
                  <a:pt x="1151810" y="539432"/>
                  <a:pt x="1133475" y="554887"/>
                </a:cubicBezTo>
                <a:cubicBezTo>
                  <a:pt x="1115139" y="570342"/>
                  <a:pt x="1066273" y="608122"/>
                  <a:pt x="1024885" y="638843"/>
                </a:cubicBezTo>
                <a:cubicBezTo>
                  <a:pt x="983496" y="669564"/>
                  <a:pt x="916233" y="726987"/>
                  <a:pt x="875411" y="766450"/>
                </a:cubicBezTo>
                <a:cubicBezTo>
                  <a:pt x="834590" y="805912"/>
                  <a:pt x="796659" y="838199"/>
                  <a:pt x="791120" y="838199"/>
                </a:cubicBezTo>
                <a:cubicBezTo>
                  <a:pt x="785581" y="838199"/>
                  <a:pt x="781053" y="843557"/>
                  <a:pt x="781058" y="850106"/>
                </a:cubicBezTo>
                <a:cubicBezTo>
                  <a:pt x="781063" y="856654"/>
                  <a:pt x="768351" y="874871"/>
                  <a:pt x="752810" y="890587"/>
                </a:cubicBezTo>
                <a:cubicBezTo>
                  <a:pt x="715692" y="928124"/>
                  <a:pt x="666750" y="986889"/>
                  <a:pt x="666750" y="993919"/>
                </a:cubicBezTo>
                <a:cubicBezTo>
                  <a:pt x="666749" y="1003718"/>
                  <a:pt x="524271" y="1216538"/>
                  <a:pt x="509509" y="1228789"/>
                </a:cubicBezTo>
                <a:cubicBezTo>
                  <a:pt x="501694" y="1235275"/>
                  <a:pt x="495300" y="1244828"/>
                  <a:pt x="495299" y="1250018"/>
                </a:cubicBezTo>
                <a:cubicBezTo>
                  <a:pt x="495299" y="1258372"/>
                  <a:pt x="419905" y="1420200"/>
                  <a:pt x="384718" y="1487369"/>
                </a:cubicBezTo>
                <a:cubicBezTo>
                  <a:pt x="377434" y="1501274"/>
                  <a:pt x="371475" y="1517772"/>
                  <a:pt x="371475" y="1524030"/>
                </a:cubicBezTo>
                <a:cubicBezTo>
                  <a:pt x="371475" y="1530288"/>
                  <a:pt x="365175" y="1548915"/>
                  <a:pt x="357475" y="1565422"/>
                </a:cubicBezTo>
                <a:cubicBezTo>
                  <a:pt x="338408" y="1606299"/>
                  <a:pt x="289941" y="1789270"/>
                  <a:pt x="280914" y="1854449"/>
                </a:cubicBezTo>
                <a:cubicBezTo>
                  <a:pt x="279323" y="1865937"/>
                  <a:pt x="275073" y="1880107"/>
                  <a:pt x="271469" y="1885939"/>
                </a:cubicBezTo>
                <a:cubicBezTo>
                  <a:pt x="267864" y="1891770"/>
                  <a:pt x="265317" y="1973811"/>
                  <a:pt x="265809" y="2068252"/>
                </a:cubicBezTo>
                <a:cubicBezTo>
                  <a:pt x="266492" y="2199768"/>
                  <a:pt x="263972" y="2239053"/>
                  <a:pt x="255042" y="2236076"/>
                </a:cubicBezTo>
                <a:cubicBezTo>
                  <a:pt x="221337" y="2224841"/>
                  <a:pt x="219197" y="2012133"/>
                  <a:pt x="251088" y="1843087"/>
                </a:cubicBezTo>
                <a:cubicBezTo>
                  <a:pt x="281905" y="1679735"/>
                  <a:pt x="327840" y="1547446"/>
                  <a:pt x="420492" y="1355218"/>
                </a:cubicBezTo>
                <a:cubicBezTo>
                  <a:pt x="456397" y="1280724"/>
                  <a:pt x="485774" y="1216768"/>
                  <a:pt x="485774" y="1213093"/>
                </a:cubicBezTo>
                <a:cubicBezTo>
                  <a:pt x="485774" y="1209418"/>
                  <a:pt x="491609" y="1199645"/>
                  <a:pt x="498740" y="1191375"/>
                </a:cubicBezTo>
                <a:cubicBezTo>
                  <a:pt x="505871" y="1183104"/>
                  <a:pt x="523386" y="1154906"/>
                  <a:pt x="537663" y="1128712"/>
                </a:cubicBezTo>
                <a:lnTo>
                  <a:pt x="563620" y="1081087"/>
                </a:lnTo>
                <a:lnTo>
                  <a:pt x="533897" y="1114425"/>
                </a:lnTo>
                <a:cubicBezTo>
                  <a:pt x="465536" y="1191097"/>
                  <a:pt x="317131" y="1458677"/>
                  <a:pt x="290890" y="1552575"/>
                </a:cubicBezTo>
                <a:cubicBezTo>
                  <a:pt x="287229" y="1565671"/>
                  <a:pt x="278477" y="1589246"/>
                  <a:pt x="271439" y="1604962"/>
                </a:cubicBezTo>
                <a:cubicBezTo>
                  <a:pt x="252035" y="1648294"/>
                  <a:pt x="244343" y="1685924"/>
                  <a:pt x="254889" y="1685924"/>
                </a:cubicBezTo>
                <a:cubicBezTo>
                  <a:pt x="260310" y="1685924"/>
                  <a:pt x="256832" y="1720710"/>
                  <a:pt x="246556" y="1769268"/>
                </a:cubicBezTo>
                <a:cubicBezTo>
                  <a:pt x="236855" y="1815107"/>
                  <a:pt x="226041" y="1907262"/>
                  <a:pt x="222525" y="1974056"/>
                </a:cubicBezTo>
                <a:cubicBezTo>
                  <a:pt x="219009" y="2040850"/>
                  <a:pt x="213043" y="2095499"/>
                  <a:pt x="209269" y="2095500"/>
                </a:cubicBezTo>
                <a:cubicBezTo>
                  <a:pt x="196813" y="2095500"/>
                  <a:pt x="190092" y="2154969"/>
                  <a:pt x="201056" y="2168179"/>
                </a:cubicBezTo>
                <a:cubicBezTo>
                  <a:pt x="206899" y="2175221"/>
                  <a:pt x="208996" y="2187978"/>
                  <a:pt x="205714" y="2196530"/>
                </a:cubicBezTo>
                <a:cubicBezTo>
                  <a:pt x="202433" y="2205081"/>
                  <a:pt x="204414" y="2238354"/>
                  <a:pt x="210117" y="2270470"/>
                </a:cubicBezTo>
                <a:cubicBezTo>
                  <a:pt x="238406" y="2429784"/>
                  <a:pt x="250888" y="2486902"/>
                  <a:pt x="258434" y="2491566"/>
                </a:cubicBezTo>
                <a:cubicBezTo>
                  <a:pt x="262980" y="2494375"/>
                  <a:pt x="266700" y="2512747"/>
                  <a:pt x="266700" y="2532391"/>
                </a:cubicBezTo>
                <a:cubicBezTo>
                  <a:pt x="266700" y="2571978"/>
                  <a:pt x="281531" y="2597063"/>
                  <a:pt x="307798" y="2601902"/>
                </a:cubicBezTo>
                <a:cubicBezTo>
                  <a:pt x="319350" y="2604031"/>
                  <a:pt x="334395" y="2628785"/>
                  <a:pt x="353150" y="2676525"/>
                </a:cubicBezTo>
                <a:cubicBezTo>
                  <a:pt x="395337" y="2783907"/>
                  <a:pt x="421421" y="2838450"/>
                  <a:pt x="430588" y="2838450"/>
                </a:cubicBezTo>
                <a:cubicBezTo>
                  <a:pt x="435115" y="2838450"/>
                  <a:pt x="434447" y="2830279"/>
                  <a:pt x="429103" y="2820294"/>
                </a:cubicBezTo>
                <a:cubicBezTo>
                  <a:pt x="404143" y="2773655"/>
                  <a:pt x="360453" y="2635651"/>
                  <a:pt x="365065" y="2618015"/>
                </a:cubicBezTo>
                <a:cubicBezTo>
                  <a:pt x="367903" y="2607161"/>
                  <a:pt x="365416" y="2586953"/>
                  <a:pt x="359537" y="2573109"/>
                </a:cubicBezTo>
                <a:cubicBezTo>
                  <a:pt x="353659" y="2559264"/>
                  <a:pt x="347667" y="2532935"/>
                  <a:pt x="346222" y="2514600"/>
                </a:cubicBezTo>
                <a:cubicBezTo>
                  <a:pt x="344776" y="2496264"/>
                  <a:pt x="340863" y="2460902"/>
                  <a:pt x="337525" y="2436018"/>
                </a:cubicBezTo>
                <a:cubicBezTo>
                  <a:pt x="328050" y="2365379"/>
                  <a:pt x="368770" y="2387868"/>
                  <a:pt x="384953" y="2462212"/>
                </a:cubicBezTo>
                <a:cubicBezTo>
                  <a:pt x="392177" y="2495396"/>
                  <a:pt x="449448" y="2648019"/>
                  <a:pt x="483244" y="2724150"/>
                </a:cubicBezTo>
                <a:cubicBezTo>
                  <a:pt x="628074" y="3050399"/>
                  <a:pt x="835196" y="3285300"/>
                  <a:pt x="1090612" y="3412977"/>
                </a:cubicBezTo>
                <a:cubicBezTo>
                  <a:pt x="1262699" y="3498999"/>
                  <a:pt x="1457325" y="3568439"/>
                  <a:pt x="1457325" y="3543816"/>
                </a:cubicBezTo>
                <a:cubicBezTo>
                  <a:pt x="1457325" y="3511249"/>
                  <a:pt x="1596427" y="3514805"/>
                  <a:pt x="1824037" y="3553190"/>
                </a:cubicBezTo>
                <a:cubicBezTo>
                  <a:pt x="1889541" y="3564237"/>
                  <a:pt x="2022314" y="3555794"/>
                  <a:pt x="2157972" y="3531956"/>
                </a:cubicBezTo>
                <a:close/>
                <a:moveTo>
                  <a:pt x="3211768" y="3247286"/>
                </a:moveTo>
                <a:cubicBezTo>
                  <a:pt x="3241594" y="3224118"/>
                  <a:pt x="3277249" y="3197240"/>
                  <a:pt x="3291000" y="3187557"/>
                </a:cubicBezTo>
                <a:cubicBezTo>
                  <a:pt x="3304751" y="3177875"/>
                  <a:pt x="3313567" y="3167517"/>
                  <a:pt x="3310591" y="3164541"/>
                </a:cubicBezTo>
                <a:cubicBezTo>
                  <a:pt x="3303619" y="3157569"/>
                  <a:pt x="3216270" y="3217012"/>
                  <a:pt x="3145631" y="3276798"/>
                </a:cubicBezTo>
                <a:cubicBezTo>
                  <a:pt x="3139082" y="3282341"/>
                  <a:pt x="3133725" y="3291518"/>
                  <a:pt x="3133725" y="3297191"/>
                </a:cubicBezTo>
                <a:cubicBezTo>
                  <a:pt x="3133725" y="3303920"/>
                  <a:pt x="3137865" y="3304360"/>
                  <a:pt x="3145631" y="3298459"/>
                </a:cubicBezTo>
                <a:cubicBezTo>
                  <a:pt x="3152179" y="3293482"/>
                  <a:pt x="3181941" y="3270454"/>
                  <a:pt x="3211768" y="3247286"/>
                </a:cubicBezTo>
                <a:close/>
                <a:moveTo>
                  <a:pt x="2943225" y="3239393"/>
                </a:moveTo>
                <a:cubicBezTo>
                  <a:pt x="2943225" y="3231344"/>
                  <a:pt x="3032816" y="3162300"/>
                  <a:pt x="3043259" y="3162300"/>
                </a:cubicBezTo>
                <a:cubicBezTo>
                  <a:pt x="3059279" y="3162300"/>
                  <a:pt x="3041948" y="3185097"/>
                  <a:pt x="3003767" y="3214251"/>
                </a:cubicBezTo>
                <a:cubicBezTo>
                  <a:pt x="2958928" y="3248488"/>
                  <a:pt x="2943225" y="3255009"/>
                  <a:pt x="2943225" y="3239393"/>
                </a:cubicBezTo>
                <a:close/>
                <a:moveTo>
                  <a:pt x="162286" y="2707481"/>
                </a:moveTo>
                <a:cubicBezTo>
                  <a:pt x="143960" y="2646203"/>
                  <a:pt x="121406" y="2585451"/>
                  <a:pt x="114121" y="2577742"/>
                </a:cubicBezTo>
                <a:cubicBezTo>
                  <a:pt x="104878" y="2567961"/>
                  <a:pt x="120263" y="2641176"/>
                  <a:pt x="132445" y="2664940"/>
                </a:cubicBezTo>
                <a:cubicBezTo>
                  <a:pt x="137054" y="2673931"/>
                  <a:pt x="145480" y="2693074"/>
                  <a:pt x="151170" y="2707481"/>
                </a:cubicBezTo>
                <a:cubicBezTo>
                  <a:pt x="156861" y="2721887"/>
                  <a:pt x="163452" y="2733675"/>
                  <a:pt x="165818" y="2733675"/>
                </a:cubicBezTo>
                <a:cubicBezTo>
                  <a:pt x="168184" y="2733675"/>
                  <a:pt x="166595" y="2721887"/>
                  <a:pt x="162286" y="2707481"/>
                </a:cubicBezTo>
                <a:close/>
                <a:moveTo>
                  <a:pt x="3941929" y="2181455"/>
                </a:moveTo>
                <a:cubicBezTo>
                  <a:pt x="3951119" y="2114804"/>
                  <a:pt x="3950192" y="2095007"/>
                  <a:pt x="3938428" y="2106771"/>
                </a:cubicBezTo>
                <a:cubicBezTo>
                  <a:pt x="3933641" y="2111558"/>
                  <a:pt x="3929775" y="2144482"/>
                  <a:pt x="3920179" y="2262187"/>
                </a:cubicBezTo>
                <a:cubicBezTo>
                  <a:pt x="3914212" y="2335392"/>
                  <a:pt x="3927507" y="2286039"/>
                  <a:pt x="3941929" y="2181455"/>
                </a:cubicBezTo>
                <a:close/>
                <a:moveTo>
                  <a:pt x="424372" y="1143000"/>
                </a:moveTo>
                <a:cubicBezTo>
                  <a:pt x="454706" y="1098470"/>
                  <a:pt x="489503" y="1047509"/>
                  <a:pt x="501699" y="1029752"/>
                </a:cubicBezTo>
                <a:cubicBezTo>
                  <a:pt x="527966" y="991510"/>
                  <a:pt x="531662" y="968455"/>
                  <a:pt x="506273" y="1001221"/>
                </a:cubicBezTo>
                <a:cubicBezTo>
                  <a:pt x="472495" y="1044815"/>
                  <a:pt x="400050" y="1151480"/>
                  <a:pt x="400050" y="1157619"/>
                </a:cubicBezTo>
                <a:cubicBezTo>
                  <a:pt x="400050" y="1161023"/>
                  <a:pt x="391477" y="1174705"/>
                  <a:pt x="381000" y="1188025"/>
                </a:cubicBezTo>
                <a:cubicBezTo>
                  <a:pt x="370522" y="1201345"/>
                  <a:pt x="361950" y="1216666"/>
                  <a:pt x="361950" y="1222072"/>
                </a:cubicBezTo>
                <a:cubicBezTo>
                  <a:pt x="361950" y="1234923"/>
                  <a:pt x="360522" y="1236732"/>
                  <a:pt x="424372" y="1143000"/>
                </a:cubicBezTo>
                <a:close/>
                <a:moveTo>
                  <a:pt x="347322" y="1010897"/>
                </a:moveTo>
                <a:cubicBezTo>
                  <a:pt x="340514" y="1004089"/>
                  <a:pt x="319810" y="1025913"/>
                  <a:pt x="301760" y="1058923"/>
                </a:cubicBezTo>
                <a:cubicBezTo>
                  <a:pt x="284743" y="1090044"/>
                  <a:pt x="285031" y="1089933"/>
                  <a:pt x="317858" y="1052735"/>
                </a:cubicBezTo>
                <a:cubicBezTo>
                  <a:pt x="336242" y="1031903"/>
                  <a:pt x="349501" y="1013076"/>
                  <a:pt x="347322" y="1010897"/>
                </a:cubicBezTo>
                <a:close/>
                <a:moveTo>
                  <a:pt x="555873" y="1026318"/>
                </a:moveTo>
                <a:cubicBezTo>
                  <a:pt x="595571" y="983476"/>
                  <a:pt x="603639" y="978516"/>
                  <a:pt x="612187" y="991693"/>
                </a:cubicBezTo>
                <a:cubicBezTo>
                  <a:pt x="623006" y="1008370"/>
                  <a:pt x="663238" y="970134"/>
                  <a:pt x="771192" y="840581"/>
                </a:cubicBezTo>
                <a:cubicBezTo>
                  <a:pt x="798476" y="807839"/>
                  <a:pt x="823642" y="780913"/>
                  <a:pt x="827118" y="780746"/>
                </a:cubicBezTo>
                <a:cubicBezTo>
                  <a:pt x="830593" y="780580"/>
                  <a:pt x="857011" y="758888"/>
                  <a:pt x="885825" y="732543"/>
                </a:cubicBezTo>
                <a:cubicBezTo>
                  <a:pt x="914638" y="706198"/>
                  <a:pt x="928807" y="689212"/>
                  <a:pt x="917311" y="694797"/>
                </a:cubicBezTo>
                <a:cubicBezTo>
                  <a:pt x="905816" y="700382"/>
                  <a:pt x="893776" y="709215"/>
                  <a:pt x="890555" y="714426"/>
                </a:cubicBezTo>
                <a:cubicBezTo>
                  <a:pt x="883899" y="725195"/>
                  <a:pt x="847725" y="727468"/>
                  <a:pt x="847725" y="717116"/>
                </a:cubicBezTo>
                <a:cubicBezTo>
                  <a:pt x="847725" y="713386"/>
                  <a:pt x="865941" y="691165"/>
                  <a:pt x="888206" y="667737"/>
                </a:cubicBezTo>
                <a:lnTo>
                  <a:pt x="928687" y="625140"/>
                </a:lnTo>
                <a:lnTo>
                  <a:pt x="881062" y="664623"/>
                </a:lnTo>
                <a:cubicBezTo>
                  <a:pt x="802276" y="729939"/>
                  <a:pt x="643362" y="887601"/>
                  <a:pt x="608717" y="934824"/>
                </a:cubicBezTo>
                <a:cubicBezTo>
                  <a:pt x="590867" y="959154"/>
                  <a:pt x="557646" y="1000945"/>
                  <a:pt x="534894" y="1027692"/>
                </a:cubicBezTo>
                <a:cubicBezTo>
                  <a:pt x="480602" y="1091517"/>
                  <a:pt x="496418" y="1090481"/>
                  <a:pt x="555873" y="1026318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sp>
        <p:nvSpPr>
          <p:cNvPr id="6" name="LETTERING: details"/>
          <p:cNvSpPr txBox="1"/>
          <p:nvPr/>
        </p:nvSpPr>
        <p:spPr>
          <a:xfrm rot="120000">
            <a:off x="61912" y="419100"/>
            <a:ext cx="6734175" cy="24003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750" i="0">
                <a:solidFill>
                  <a:srgbClr val="7A1732"/>
                </a:solidFill>
                <a:latin typeface="DM Serif Display"/>
              </a:rPr>
              <a:t>details</a:t>
            </a:r>
          </a:p>
        </p:txBody>
      </p:sp>
      <p:sp>
        <p:nvSpPr>
          <p:cNvPr id="7" name="TEXT: you'd miss in a photo"/>
          <p:cNvSpPr/>
          <p:nvPr/>
        </p:nvSpPr>
        <p:spPr>
          <a:xfrm rot="120000">
            <a:off x="2019300" y="2824162"/>
            <a:ext cx="6629400" cy="828675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FFFFFF"/>
                </a:solidFill>
                <a:latin typeface="Montserrat"/>
              </a:rPr>
              <a:t>you'd miss in a photo</a:t>
            </a:r>
          </a:p>
        </p:txBody>
      </p:sp>
      <p:sp>
        <p:nvSpPr>
          <p:cNvPr id="8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film frame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1104900" y="5076825"/>
            <a:ext cx="4267200" cy="5657850"/>
          </a:xfrm>
          <a:prstGeom prst="rect">
            <a:avLst/>
          </a:prstGeom>
        </p:spPr>
      </p:pic>
      <p:sp>
        <p:nvSpPr>
          <p:cNvPr id="4" name="PHOTO: Detail 1"/>
          <p:cNvSpPr/>
          <p:nvPr/>
        </p:nvSpPr>
        <p:spPr>
          <a:xfrm rot="300000">
            <a:off x="1500755" y="6028310"/>
            <a:ext cx="3429000" cy="42862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film frame" descr="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60000">
            <a:off x="4914900" y="5743575"/>
            <a:ext cx="4267200" cy="5657850"/>
          </a:xfrm>
          <a:prstGeom prst="rect">
            <a:avLst/>
          </a:prstGeom>
        </p:spPr>
      </p:pic>
      <p:sp>
        <p:nvSpPr>
          <p:cNvPr id="6" name="PHOTO: Detail 2"/>
          <p:cNvSpPr/>
          <p:nvPr/>
        </p:nvSpPr>
        <p:spPr>
          <a:xfrm rot="-240000">
            <a:off x="5352604" y="6695425"/>
            <a:ext cx="3429000" cy="42862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7" name="TEXT: [look closer]"/>
          <p:cNvSpPr/>
          <p:nvPr/>
        </p:nvSpPr>
        <p:spPr>
          <a:xfrm rot="120000">
            <a:off x="2728912" y="1524000"/>
            <a:ext cx="6353175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rIns="256032" tIns="109728" bIns="109728"/>
          <a:lstStyle/>
          <a:p>
            <a:pPr algn="r">
              <a:lnSpc>
                <a:spcPts val="8784"/>
              </a:lnSpc>
            </a:pPr>
            <a:r>
              <a:rPr b="1" sz="7200">
                <a:solidFill>
                  <a:srgbClr val="181716"/>
                </a:solidFill>
                <a:latin typeface="Montserrat"/>
              </a:rPr>
              <a:t>[look closer]</a:t>
            </a:r>
          </a:p>
        </p:txBody>
      </p:sp>
      <p:sp>
        <p:nvSpPr>
          <p:cNvPr id="8" name="TEXT: [4 things you would miss]"/>
          <p:cNvSpPr/>
          <p:nvPr/>
        </p:nvSpPr>
        <p:spPr>
          <a:xfrm rot="120000">
            <a:off x="990600" y="11877675"/>
            <a:ext cx="4305300" cy="1581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[4 things you</a:t>
            </a:r>
          </a:p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would miss]</a:t>
            </a:r>
          </a:p>
        </p:txBody>
      </p:sp>
      <p:sp>
        <p:nvSpPr>
          <p:cNvPr id="9" name="arrow"/>
          <p:cNvSpPr/>
          <p:nvPr/>
        </p:nvSpPr>
        <p:spPr>
          <a:xfrm rot="120000">
            <a:off x="6048375" y="12511087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ne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2628900" y="2219325"/>
            <a:ext cx="6172200" cy="11182350"/>
          </a:xfrm>
          <a:prstGeom prst="rect">
            <a:avLst/>
          </a:prstGeom>
        </p:spPr>
      </p:pic>
      <p:sp>
        <p:nvSpPr>
          <p:cNvPr id="4" name="PHOTO: Your listing photo (screenshot)"/>
          <p:cNvSpPr/>
          <p:nvPr/>
        </p:nvSpPr>
        <p:spPr>
          <a:xfrm rot="300000">
            <a:off x="3562350" y="3114675"/>
            <a:ext cx="4295775" cy="93916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the photo:"/>
          <p:cNvSpPr/>
          <p:nvPr/>
        </p:nvSpPr>
        <p:spPr>
          <a:xfrm rot="180000">
            <a:off x="614362" y="1543050"/>
            <a:ext cx="448627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l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the photo:</a:t>
            </a:r>
          </a:p>
        </p:txBody>
      </p:sp>
      <p:pic>
        <p:nvPicPr>
          <p:cNvPr id="6" name="sticky note" descr="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114300" y="8901112"/>
            <a:ext cx="4152900" cy="4105275"/>
          </a:xfrm>
          <a:prstGeom prst="rect">
            <a:avLst/>
          </a:prstGeom>
        </p:spPr>
      </p:pic>
      <p:sp>
        <p:nvSpPr>
          <p:cNvPr id="7" name="TEXT: looks... fine?"/>
          <p:cNvSpPr/>
          <p:nvPr/>
        </p:nvSpPr>
        <p:spPr>
          <a:xfrm rot="480000">
            <a:off x="1047161" y="10423073"/>
            <a:ext cx="2228850" cy="1476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looks...</a:t>
            </a:r>
          </a:p>
          <a:p>
            <a:pPr algn="ctr">
              <a:lnSpc>
                <a:spcPts val="5307"/>
              </a:lnSpc>
            </a:pPr>
            <a:r>
              <a:rPr b="1" sz="4350">
                <a:solidFill>
                  <a:srgbClr val="181716"/>
                </a:solidFill>
                <a:latin typeface="Montserrat"/>
              </a:rPr>
              <a:t>fine?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round paper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2762250"/>
            <a:ext cx="7810500" cy="7810500"/>
          </a:xfrm>
          <a:prstGeom prst="rect">
            <a:avLst/>
          </a:prstGeom>
        </p:spPr>
      </p:pic>
      <p:sp>
        <p:nvSpPr>
          <p:cNvPr id="4" name="PHOTO: Detail 1, close up"/>
          <p:cNvSpPr/>
          <p:nvPr/>
        </p:nvSpPr>
        <p:spPr>
          <a:xfrm rot="0">
            <a:off x="1809750" y="3333750"/>
            <a:ext cx="6667500" cy="66675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circle"/>
          <p:cNvSpPr/>
          <p:nvPr/>
        </p:nvSpPr>
        <p:spPr>
          <a:xfrm rot="0">
            <a:off x="1238250" y="2914650"/>
            <a:ext cx="7810500" cy="7505700"/>
          </a:xfrm>
          <a:custGeom>
            <a:avLst/>
            <a:gdLst/>
            <a:ahLst/>
            <a:cxnLst/>
            <a:rect l="0" t="0" r="r" b="b"/>
            <a:pathLst>
              <a:path w="7810500" h="7505700">
                <a:moveTo>
                  <a:pt x="2834248" y="7491109"/>
                </a:moveTo>
                <a:cubicBezTo>
                  <a:pt x="2824079" y="7483418"/>
                  <a:pt x="2796218" y="7476869"/>
                  <a:pt x="2772335" y="7476557"/>
                </a:cubicBezTo>
                <a:cubicBezTo>
                  <a:pt x="2748452" y="7476244"/>
                  <a:pt x="2707481" y="7471761"/>
                  <a:pt x="2681287" y="7466594"/>
                </a:cubicBezTo>
                <a:cubicBezTo>
                  <a:pt x="2655093" y="7461427"/>
                  <a:pt x="2614374" y="7453425"/>
                  <a:pt x="2590800" y="7448810"/>
                </a:cubicBezTo>
                <a:cubicBezTo>
                  <a:pt x="2422174" y="7415805"/>
                  <a:pt x="2159247" y="7315494"/>
                  <a:pt x="2053802" y="7243938"/>
                </a:cubicBezTo>
                <a:cubicBezTo>
                  <a:pt x="2034361" y="7230744"/>
                  <a:pt x="2014713" y="7219950"/>
                  <a:pt x="2010141" y="7219950"/>
                </a:cubicBezTo>
                <a:cubicBezTo>
                  <a:pt x="1951471" y="7219950"/>
                  <a:pt x="1655206" y="7017936"/>
                  <a:pt x="1672600" y="6989791"/>
                </a:cubicBezTo>
                <a:cubicBezTo>
                  <a:pt x="1677533" y="6981810"/>
                  <a:pt x="1761561" y="7024460"/>
                  <a:pt x="1814378" y="7061755"/>
                </a:cubicBezTo>
                <a:cubicBezTo>
                  <a:pt x="1849022" y="7086217"/>
                  <a:pt x="1885283" y="7105650"/>
                  <a:pt x="1896285" y="7105650"/>
                </a:cubicBezTo>
                <a:cubicBezTo>
                  <a:pt x="1900772" y="7105650"/>
                  <a:pt x="1922784" y="7118526"/>
                  <a:pt x="1945202" y="7134263"/>
                </a:cubicBezTo>
                <a:cubicBezTo>
                  <a:pt x="1984744" y="7162022"/>
                  <a:pt x="2066004" y="7197404"/>
                  <a:pt x="2114550" y="7207999"/>
                </a:cubicBezTo>
                <a:cubicBezTo>
                  <a:pt x="2127646" y="7210858"/>
                  <a:pt x="2146817" y="7219002"/>
                  <a:pt x="2157150" y="7226098"/>
                </a:cubicBezTo>
                <a:cubicBezTo>
                  <a:pt x="2167484" y="7233194"/>
                  <a:pt x="2184986" y="7239000"/>
                  <a:pt x="2196044" y="7239000"/>
                </a:cubicBezTo>
                <a:cubicBezTo>
                  <a:pt x="2207102" y="7239000"/>
                  <a:pt x="2219087" y="7241937"/>
                  <a:pt x="2222677" y="7245527"/>
                </a:cubicBezTo>
                <a:cubicBezTo>
                  <a:pt x="2232818" y="7255668"/>
                  <a:pt x="2295783" y="7277806"/>
                  <a:pt x="2343150" y="7287883"/>
                </a:cubicBezTo>
                <a:cubicBezTo>
                  <a:pt x="2441648" y="7308839"/>
                  <a:pt x="2441023" y="7308791"/>
                  <a:pt x="2436498" y="7295027"/>
                </a:cubicBezTo>
                <a:cubicBezTo>
                  <a:pt x="2434118" y="7287786"/>
                  <a:pt x="2417515" y="7280440"/>
                  <a:pt x="2399604" y="7278703"/>
                </a:cubicBezTo>
                <a:cubicBezTo>
                  <a:pt x="2381693" y="7276965"/>
                  <a:pt x="2362735" y="7272176"/>
                  <a:pt x="2357475" y="7268060"/>
                </a:cubicBezTo>
                <a:cubicBezTo>
                  <a:pt x="2352215" y="7263945"/>
                  <a:pt x="2322195" y="7251637"/>
                  <a:pt x="2290762" y="7240709"/>
                </a:cubicBezTo>
                <a:cubicBezTo>
                  <a:pt x="2259330" y="7229782"/>
                  <a:pt x="2210038" y="7211848"/>
                  <a:pt x="2181225" y="7200856"/>
                </a:cubicBezTo>
                <a:cubicBezTo>
                  <a:pt x="2152411" y="7189865"/>
                  <a:pt x="2109549" y="7174252"/>
                  <a:pt x="2085975" y="7166162"/>
                </a:cubicBezTo>
                <a:cubicBezTo>
                  <a:pt x="2027288" y="7146022"/>
                  <a:pt x="1855962" y="7054396"/>
                  <a:pt x="1728426" y="6974944"/>
                </a:cubicBezTo>
                <a:cubicBezTo>
                  <a:pt x="1718147" y="6968540"/>
                  <a:pt x="1696004" y="6956358"/>
                  <a:pt x="1679219" y="6947873"/>
                </a:cubicBezTo>
                <a:cubicBezTo>
                  <a:pt x="1662434" y="6939387"/>
                  <a:pt x="1643692" y="6926410"/>
                  <a:pt x="1637571" y="6919035"/>
                </a:cubicBezTo>
                <a:cubicBezTo>
                  <a:pt x="1631450" y="6911659"/>
                  <a:pt x="1622681" y="6905625"/>
                  <a:pt x="1618083" y="6905625"/>
                </a:cubicBezTo>
                <a:cubicBezTo>
                  <a:pt x="1601705" y="6905625"/>
                  <a:pt x="1610130" y="6925945"/>
                  <a:pt x="1635918" y="6948643"/>
                </a:cubicBezTo>
                <a:lnTo>
                  <a:pt x="1662112" y="6971697"/>
                </a:lnTo>
                <a:lnTo>
                  <a:pt x="1638300" y="6971799"/>
                </a:lnTo>
                <a:cubicBezTo>
                  <a:pt x="1558271" y="6972139"/>
                  <a:pt x="1070903" y="6517210"/>
                  <a:pt x="924543" y="6305550"/>
                </a:cubicBezTo>
                <a:cubicBezTo>
                  <a:pt x="897955" y="6267098"/>
                  <a:pt x="867194" y="6235280"/>
                  <a:pt x="861811" y="6240663"/>
                </a:cubicBezTo>
                <a:cubicBezTo>
                  <a:pt x="857251" y="6245223"/>
                  <a:pt x="877281" y="6302516"/>
                  <a:pt x="893779" y="6332103"/>
                </a:cubicBezTo>
                <a:cubicBezTo>
                  <a:pt x="906559" y="6355022"/>
                  <a:pt x="900831" y="6391275"/>
                  <a:pt x="884431" y="6391275"/>
                </a:cubicBezTo>
                <a:cubicBezTo>
                  <a:pt x="864799" y="6391275"/>
                  <a:pt x="759738" y="6290454"/>
                  <a:pt x="721035" y="6234475"/>
                </a:cubicBezTo>
                <a:cubicBezTo>
                  <a:pt x="658817" y="6144484"/>
                  <a:pt x="612001" y="6063435"/>
                  <a:pt x="591238" y="6009773"/>
                </a:cubicBezTo>
                <a:cubicBezTo>
                  <a:pt x="584251" y="5991713"/>
                  <a:pt x="565667" y="5949076"/>
                  <a:pt x="549940" y="5915025"/>
                </a:cubicBezTo>
                <a:cubicBezTo>
                  <a:pt x="519232" y="5848536"/>
                  <a:pt x="515673" y="5839794"/>
                  <a:pt x="490112" y="5768081"/>
                </a:cubicBezTo>
                <a:cubicBezTo>
                  <a:pt x="480912" y="5742268"/>
                  <a:pt x="463573" y="5706690"/>
                  <a:pt x="451580" y="5689018"/>
                </a:cubicBezTo>
                <a:cubicBezTo>
                  <a:pt x="439587" y="5671346"/>
                  <a:pt x="424790" y="5632458"/>
                  <a:pt x="418698" y="5602599"/>
                </a:cubicBezTo>
                <a:cubicBezTo>
                  <a:pt x="402493" y="5523185"/>
                  <a:pt x="391071" y="5503247"/>
                  <a:pt x="365466" y="5509674"/>
                </a:cubicBezTo>
                <a:cubicBezTo>
                  <a:pt x="346100" y="5514534"/>
                  <a:pt x="304800" y="5476198"/>
                  <a:pt x="304800" y="5453363"/>
                </a:cubicBezTo>
                <a:cubicBezTo>
                  <a:pt x="304800" y="5449906"/>
                  <a:pt x="294529" y="5424624"/>
                  <a:pt x="281975" y="5397180"/>
                </a:cubicBezTo>
                <a:cubicBezTo>
                  <a:pt x="269422" y="5369735"/>
                  <a:pt x="240992" y="5293929"/>
                  <a:pt x="218797" y="5228721"/>
                </a:cubicBezTo>
                <a:cubicBezTo>
                  <a:pt x="196603" y="5163514"/>
                  <a:pt x="174399" y="5102329"/>
                  <a:pt x="169455" y="5092756"/>
                </a:cubicBezTo>
                <a:cubicBezTo>
                  <a:pt x="157951" y="5070481"/>
                  <a:pt x="134480" y="4989177"/>
                  <a:pt x="123610" y="4933950"/>
                </a:cubicBezTo>
                <a:cubicBezTo>
                  <a:pt x="110614" y="4867917"/>
                  <a:pt x="99339" y="4813473"/>
                  <a:pt x="78239" y="4714875"/>
                </a:cubicBezTo>
                <a:cubicBezTo>
                  <a:pt x="55431" y="4608289"/>
                  <a:pt x="29301" y="4404227"/>
                  <a:pt x="22134" y="4276725"/>
                </a:cubicBezTo>
                <a:cubicBezTo>
                  <a:pt x="12137" y="4098857"/>
                  <a:pt x="10659" y="3900006"/>
                  <a:pt x="19125" y="3871912"/>
                </a:cubicBezTo>
                <a:cubicBezTo>
                  <a:pt x="23861" y="3856196"/>
                  <a:pt x="29908" y="3802618"/>
                  <a:pt x="32563" y="3752850"/>
                </a:cubicBezTo>
                <a:cubicBezTo>
                  <a:pt x="35219" y="3703081"/>
                  <a:pt x="39846" y="3647360"/>
                  <a:pt x="42847" y="3629025"/>
                </a:cubicBezTo>
                <a:cubicBezTo>
                  <a:pt x="45848" y="3610689"/>
                  <a:pt x="52520" y="3569970"/>
                  <a:pt x="57675" y="3538537"/>
                </a:cubicBezTo>
                <a:cubicBezTo>
                  <a:pt x="72879" y="3445826"/>
                  <a:pt x="124391" y="3226773"/>
                  <a:pt x="138946" y="3192933"/>
                </a:cubicBezTo>
                <a:cubicBezTo>
                  <a:pt x="146345" y="3175729"/>
                  <a:pt x="152399" y="3155018"/>
                  <a:pt x="152399" y="3146908"/>
                </a:cubicBezTo>
                <a:cubicBezTo>
                  <a:pt x="152399" y="3124348"/>
                  <a:pt x="199218" y="2992488"/>
                  <a:pt x="228102" y="2933700"/>
                </a:cubicBezTo>
                <a:cubicBezTo>
                  <a:pt x="242259" y="2904886"/>
                  <a:pt x="256627" y="2867382"/>
                  <a:pt x="260032" y="2850356"/>
                </a:cubicBezTo>
                <a:cubicBezTo>
                  <a:pt x="266240" y="2819316"/>
                  <a:pt x="295874" y="2745535"/>
                  <a:pt x="316462" y="2709862"/>
                </a:cubicBezTo>
                <a:cubicBezTo>
                  <a:pt x="437083" y="2500857"/>
                  <a:pt x="461913" y="2405096"/>
                  <a:pt x="367913" y="2511434"/>
                </a:cubicBezTo>
                <a:cubicBezTo>
                  <a:pt x="346297" y="2535886"/>
                  <a:pt x="316613" y="2572103"/>
                  <a:pt x="301947" y="2591916"/>
                </a:cubicBezTo>
                <a:cubicBezTo>
                  <a:pt x="269064" y="2636341"/>
                  <a:pt x="251910" y="2631568"/>
                  <a:pt x="244275" y="2575867"/>
                </a:cubicBezTo>
                <a:cubicBezTo>
                  <a:pt x="239891" y="2543882"/>
                  <a:pt x="243418" y="2522368"/>
                  <a:pt x="258629" y="2488312"/>
                </a:cubicBezTo>
                <a:cubicBezTo>
                  <a:pt x="284428" y="2430547"/>
                  <a:pt x="306629" y="2387314"/>
                  <a:pt x="313607" y="2381250"/>
                </a:cubicBezTo>
                <a:cubicBezTo>
                  <a:pt x="316621" y="2378630"/>
                  <a:pt x="333533" y="2348626"/>
                  <a:pt x="351189" y="2314575"/>
                </a:cubicBezTo>
                <a:cubicBezTo>
                  <a:pt x="392591" y="2234723"/>
                  <a:pt x="551746" y="1996545"/>
                  <a:pt x="594723" y="1950120"/>
                </a:cubicBezTo>
                <a:cubicBezTo>
                  <a:pt x="612972" y="1930408"/>
                  <a:pt x="640475" y="1896118"/>
                  <a:pt x="655840" y="1873920"/>
                </a:cubicBezTo>
                <a:cubicBezTo>
                  <a:pt x="671204" y="1851723"/>
                  <a:pt x="695402" y="1822846"/>
                  <a:pt x="709612" y="1809750"/>
                </a:cubicBezTo>
                <a:cubicBezTo>
                  <a:pt x="723822" y="1796653"/>
                  <a:pt x="747791" y="1768107"/>
                  <a:pt x="762878" y="1746315"/>
                </a:cubicBezTo>
                <a:cubicBezTo>
                  <a:pt x="777964" y="1724523"/>
                  <a:pt x="805643" y="1697216"/>
                  <a:pt x="824386" y="1685631"/>
                </a:cubicBezTo>
                <a:cubicBezTo>
                  <a:pt x="843130" y="1674047"/>
                  <a:pt x="868928" y="1647996"/>
                  <a:pt x="881715" y="1627740"/>
                </a:cubicBezTo>
                <a:cubicBezTo>
                  <a:pt x="912113" y="1579587"/>
                  <a:pt x="1323017" y="1169054"/>
                  <a:pt x="1436486" y="1073471"/>
                </a:cubicBezTo>
                <a:cubicBezTo>
                  <a:pt x="1484992" y="1032611"/>
                  <a:pt x="1596320" y="947974"/>
                  <a:pt x="1683883" y="885389"/>
                </a:cubicBezTo>
                <a:cubicBezTo>
                  <a:pt x="1771445" y="822805"/>
                  <a:pt x="1847820" y="767711"/>
                  <a:pt x="1853604" y="762959"/>
                </a:cubicBezTo>
                <a:cubicBezTo>
                  <a:pt x="1877546" y="743290"/>
                  <a:pt x="2037232" y="647700"/>
                  <a:pt x="2046148" y="647700"/>
                </a:cubicBezTo>
                <a:cubicBezTo>
                  <a:pt x="2051463" y="647700"/>
                  <a:pt x="2057241" y="644344"/>
                  <a:pt x="2058987" y="640243"/>
                </a:cubicBezTo>
                <a:cubicBezTo>
                  <a:pt x="2064450" y="627413"/>
                  <a:pt x="2189500" y="552450"/>
                  <a:pt x="2205439" y="552450"/>
                </a:cubicBezTo>
                <a:cubicBezTo>
                  <a:pt x="2213775" y="552449"/>
                  <a:pt x="2234240" y="542270"/>
                  <a:pt x="2250916" y="529829"/>
                </a:cubicBezTo>
                <a:cubicBezTo>
                  <a:pt x="2277577" y="509939"/>
                  <a:pt x="2358788" y="462964"/>
                  <a:pt x="2414587" y="435157"/>
                </a:cubicBezTo>
                <a:cubicBezTo>
                  <a:pt x="2425065" y="429936"/>
                  <a:pt x="2440066" y="422240"/>
                  <a:pt x="2447925" y="418055"/>
                </a:cubicBezTo>
                <a:cubicBezTo>
                  <a:pt x="2455783" y="413871"/>
                  <a:pt x="2490073" y="397101"/>
                  <a:pt x="2524125" y="380789"/>
                </a:cubicBezTo>
                <a:cubicBezTo>
                  <a:pt x="2558176" y="364478"/>
                  <a:pt x="2592466" y="347109"/>
                  <a:pt x="2600325" y="342193"/>
                </a:cubicBezTo>
                <a:cubicBezTo>
                  <a:pt x="2608183" y="337276"/>
                  <a:pt x="2621041" y="330749"/>
                  <a:pt x="2628900" y="327688"/>
                </a:cubicBezTo>
                <a:cubicBezTo>
                  <a:pt x="2636758" y="324627"/>
                  <a:pt x="2651760" y="318657"/>
                  <a:pt x="2662237" y="314422"/>
                </a:cubicBezTo>
                <a:cubicBezTo>
                  <a:pt x="2738684" y="283522"/>
                  <a:pt x="2743655" y="282816"/>
                  <a:pt x="2796146" y="295409"/>
                </a:cubicBezTo>
                <a:cubicBezTo>
                  <a:pt x="2835621" y="304879"/>
                  <a:pt x="2847975" y="312020"/>
                  <a:pt x="2847975" y="325371"/>
                </a:cubicBezTo>
                <a:cubicBezTo>
                  <a:pt x="2847975" y="343556"/>
                  <a:pt x="2874667" y="349506"/>
                  <a:pt x="2891313" y="335031"/>
                </a:cubicBezTo>
                <a:cubicBezTo>
                  <a:pt x="2896290" y="330703"/>
                  <a:pt x="2919650" y="321384"/>
                  <a:pt x="2943225" y="314321"/>
                </a:cubicBezTo>
                <a:cubicBezTo>
                  <a:pt x="2966799" y="307258"/>
                  <a:pt x="2996803" y="296144"/>
                  <a:pt x="3009900" y="289621"/>
                </a:cubicBezTo>
                <a:cubicBezTo>
                  <a:pt x="3050501" y="269402"/>
                  <a:pt x="3114210" y="247650"/>
                  <a:pt x="3132828" y="247650"/>
                </a:cubicBezTo>
                <a:cubicBezTo>
                  <a:pt x="3142601" y="247650"/>
                  <a:pt x="3162874" y="241247"/>
                  <a:pt x="3177879" y="233421"/>
                </a:cubicBezTo>
                <a:cubicBezTo>
                  <a:pt x="3192885" y="225595"/>
                  <a:pt x="3214208" y="219165"/>
                  <a:pt x="3225264" y="219133"/>
                </a:cubicBezTo>
                <a:cubicBezTo>
                  <a:pt x="3236320" y="219101"/>
                  <a:pt x="3259895" y="209390"/>
                  <a:pt x="3277652" y="197554"/>
                </a:cubicBezTo>
                <a:cubicBezTo>
                  <a:pt x="3324356" y="166423"/>
                  <a:pt x="3359425" y="152400"/>
                  <a:pt x="3390576" y="152400"/>
                </a:cubicBezTo>
                <a:cubicBezTo>
                  <a:pt x="3405621" y="152400"/>
                  <a:pt x="3430065" y="146294"/>
                  <a:pt x="3444896" y="138831"/>
                </a:cubicBezTo>
                <a:cubicBezTo>
                  <a:pt x="3459727" y="131368"/>
                  <a:pt x="3491150" y="120210"/>
                  <a:pt x="3514725" y="114034"/>
                </a:cubicBezTo>
                <a:cubicBezTo>
                  <a:pt x="3538299" y="107858"/>
                  <a:pt x="3574875" y="96818"/>
                  <a:pt x="3596005" y="89502"/>
                </a:cubicBezTo>
                <a:cubicBezTo>
                  <a:pt x="3617136" y="82186"/>
                  <a:pt x="3643983" y="76199"/>
                  <a:pt x="3655666" y="76200"/>
                </a:cubicBezTo>
                <a:cubicBezTo>
                  <a:pt x="3667349" y="76200"/>
                  <a:pt x="3684351" y="72149"/>
                  <a:pt x="3693447" y="67199"/>
                </a:cubicBezTo>
                <a:cubicBezTo>
                  <a:pt x="3723278" y="50966"/>
                  <a:pt x="3895065" y="28574"/>
                  <a:pt x="3989775" y="28574"/>
                </a:cubicBezTo>
                <a:cubicBezTo>
                  <a:pt x="4056633" y="28574"/>
                  <a:pt x="4087753" y="24664"/>
                  <a:pt x="4101073" y="14590"/>
                </a:cubicBezTo>
                <a:cubicBezTo>
                  <a:pt x="4126527" y="-4662"/>
                  <a:pt x="4342436" y="-5821"/>
                  <a:pt x="4379591" y="13095"/>
                </a:cubicBezTo>
                <a:cubicBezTo>
                  <a:pt x="4397212" y="22066"/>
                  <a:pt x="4444611" y="26470"/>
                  <a:pt x="4530100" y="27079"/>
                </a:cubicBezTo>
                <a:cubicBezTo>
                  <a:pt x="4598733" y="27568"/>
                  <a:pt x="4666521" y="32390"/>
                  <a:pt x="4680739" y="37796"/>
                </a:cubicBezTo>
                <a:cubicBezTo>
                  <a:pt x="4694957" y="43202"/>
                  <a:pt x="4723646" y="47625"/>
                  <a:pt x="4744493" y="47625"/>
                </a:cubicBezTo>
                <a:cubicBezTo>
                  <a:pt x="4765340" y="47625"/>
                  <a:pt x="4808995" y="53698"/>
                  <a:pt x="4841504" y="61122"/>
                </a:cubicBezTo>
                <a:cubicBezTo>
                  <a:pt x="4989635" y="94947"/>
                  <a:pt x="5038093" y="104775"/>
                  <a:pt x="5056756" y="104775"/>
                </a:cubicBezTo>
                <a:cubicBezTo>
                  <a:pt x="5067794" y="104775"/>
                  <a:pt x="5076825" y="109061"/>
                  <a:pt x="5076825" y="114300"/>
                </a:cubicBezTo>
                <a:cubicBezTo>
                  <a:pt x="5076825" y="119538"/>
                  <a:pt x="5091007" y="123824"/>
                  <a:pt x="5108341" y="123824"/>
                </a:cubicBezTo>
                <a:cubicBezTo>
                  <a:pt x="5125676" y="123824"/>
                  <a:pt x="5148179" y="130118"/>
                  <a:pt x="5158348" y="137809"/>
                </a:cubicBezTo>
                <a:cubicBezTo>
                  <a:pt x="5168517" y="145501"/>
                  <a:pt x="5189910" y="151930"/>
                  <a:pt x="5205888" y="152097"/>
                </a:cubicBezTo>
                <a:cubicBezTo>
                  <a:pt x="5221866" y="152263"/>
                  <a:pt x="5239011" y="155805"/>
                  <a:pt x="5243988" y="159968"/>
                </a:cubicBezTo>
                <a:cubicBezTo>
                  <a:pt x="5248965" y="164131"/>
                  <a:pt x="5278755" y="175179"/>
                  <a:pt x="5310187" y="184520"/>
                </a:cubicBezTo>
                <a:cubicBezTo>
                  <a:pt x="5341620" y="193860"/>
                  <a:pt x="5379472" y="207599"/>
                  <a:pt x="5394303" y="215051"/>
                </a:cubicBezTo>
                <a:cubicBezTo>
                  <a:pt x="5409134" y="222503"/>
                  <a:pt x="5427408" y="228599"/>
                  <a:pt x="5434913" y="228599"/>
                </a:cubicBezTo>
                <a:cubicBezTo>
                  <a:pt x="5442418" y="228599"/>
                  <a:pt x="5456001" y="232480"/>
                  <a:pt x="5465097" y="237223"/>
                </a:cubicBezTo>
                <a:cubicBezTo>
                  <a:pt x="5491243" y="250855"/>
                  <a:pt x="5613014" y="306910"/>
                  <a:pt x="5634037" y="314990"/>
                </a:cubicBezTo>
                <a:cubicBezTo>
                  <a:pt x="5651732" y="321792"/>
                  <a:pt x="5693971" y="340458"/>
                  <a:pt x="5800725" y="388651"/>
                </a:cubicBezTo>
                <a:cubicBezTo>
                  <a:pt x="5824299" y="399294"/>
                  <a:pt x="5860732" y="419714"/>
                  <a:pt x="5881687" y="434029"/>
                </a:cubicBezTo>
                <a:cubicBezTo>
                  <a:pt x="5915883" y="457390"/>
                  <a:pt x="5971173" y="490029"/>
                  <a:pt x="6024696" y="518450"/>
                </a:cubicBezTo>
                <a:cubicBezTo>
                  <a:pt x="6062932" y="538754"/>
                  <a:pt x="6111186" y="575298"/>
                  <a:pt x="6154126" y="616469"/>
                </a:cubicBezTo>
                <a:cubicBezTo>
                  <a:pt x="6178237" y="639588"/>
                  <a:pt x="6213590" y="663875"/>
                  <a:pt x="6232687" y="670440"/>
                </a:cubicBezTo>
                <a:cubicBezTo>
                  <a:pt x="6251784" y="677005"/>
                  <a:pt x="6287898" y="701364"/>
                  <a:pt x="6312940" y="724570"/>
                </a:cubicBezTo>
                <a:cubicBezTo>
                  <a:pt x="6337982" y="747775"/>
                  <a:pt x="6375496" y="777907"/>
                  <a:pt x="6396304" y="791529"/>
                </a:cubicBezTo>
                <a:cubicBezTo>
                  <a:pt x="6464024" y="835861"/>
                  <a:pt x="6764543" y="1143053"/>
                  <a:pt x="6814850" y="1219369"/>
                </a:cubicBezTo>
                <a:cubicBezTo>
                  <a:pt x="6840689" y="1258566"/>
                  <a:pt x="6877565" y="1309925"/>
                  <a:pt x="6896798" y="1333500"/>
                </a:cubicBezTo>
                <a:cubicBezTo>
                  <a:pt x="7068425" y="1543868"/>
                  <a:pt x="7180628" y="1790700"/>
                  <a:pt x="7104630" y="1790700"/>
                </a:cubicBezTo>
                <a:cubicBezTo>
                  <a:pt x="7081030" y="1790700"/>
                  <a:pt x="7080659" y="1789015"/>
                  <a:pt x="7124174" y="1879368"/>
                </a:cubicBezTo>
                <a:cubicBezTo>
                  <a:pt x="7144841" y="1922279"/>
                  <a:pt x="7168656" y="1978818"/>
                  <a:pt x="7177097" y="2005012"/>
                </a:cubicBezTo>
                <a:cubicBezTo>
                  <a:pt x="7185539" y="2031206"/>
                  <a:pt x="7198634" y="2066567"/>
                  <a:pt x="7206197" y="2083593"/>
                </a:cubicBezTo>
                <a:cubicBezTo>
                  <a:pt x="7239172" y="2157818"/>
                  <a:pt x="7247564" y="2179248"/>
                  <a:pt x="7261836" y="2225672"/>
                </a:cubicBezTo>
                <a:cubicBezTo>
                  <a:pt x="7270158" y="2252738"/>
                  <a:pt x="7282075" y="2287028"/>
                  <a:pt x="7288319" y="2301872"/>
                </a:cubicBezTo>
                <a:cubicBezTo>
                  <a:pt x="7294563" y="2316717"/>
                  <a:pt x="7308790" y="2361009"/>
                  <a:pt x="7319934" y="2400300"/>
                </a:cubicBezTo>
                <a:cubicBezTo>
                  <a:pt x="7331078" y="2439590"/>
                  <a:pt x="7344215" y="2470755"/>
                  <a:pt x="7349129" y="2469555"/>
                </a:cubicBezTo>
                <a:cubicBezTo>
                  <a:pt x="7364985" y="2465681"/>
                  <a:pt x="7364899" y="2404353"/>
                  <a:pt x="7349019" y="2391174"/>
                </a:cubicBezTo>
                <a:cubicBezTo>
                  <a:pt x="7340896" y="2384433"/>
                  <a:pt x="7334250" y="2368668"/>
                  <a:pt x="7334250" y="2356141"/>
                </a:cubicBezTo>
                <a:cubicBezTo>
                  <a:pt x="7334249" y="2343615"/>
                  <a:pt x="7330487" y="2325923"/>
                  <a:pt x="7325887" y="2316827"/>
                </a:cubicBezTo>
                <a:cubicBezTo>
                  <a:pt x="7298367" y="2262395"/>
                  <a:pt x="7286625" y="2223263"/>
                  <a:pt x="7286625" y="2185987"/>
                </a:cubicBezTo>
                <a:cubicBezTo>
                  <a:pt x="7286625" y="2162768"/>
                  <a:pt x="7279601" y="2127552"/>
                  <a:pt x="7271017" y="2107729"/>
                </a:cubicBezTo>
                <a:cubicBezTo>
                  <a:pt x="7262432" y="2087906"/>
                  <a:pt x="7252230" y="2063115"/>
                  <a:pt x="7248345" y="2052637"/>
                </a:cubicBezTo>
                <a:cubicBezTo>
                  <a:pt x="7229790" y="2002604"/>
                  <a:pt x="7207245" y="1944913"/>
                  <a:pt x="7195176" y="1916583"/>
                </a:cubicBezTo>
                <a:cubicBezTo>
                  <a:pt x="7175898" y="1871334"/>
                  <a:pt x="7177972" y="1855484"/>
                  <a:pt x="7202699" y="1859093"/>
                </a:cubicBezTo>
                <a:cubicBezTo>
                  <a:pt x="7217588" y="1861267"/>
                  <a:pt x="7228047" y="1874393"/>
                  <a:pt x="7239279" y="1905000"/>
                </a:cubicBezTo>
                <a:cubicBezTo>
                  <a:pt x="7247930" y="1928574"/>
                  <a:pt x="7261831" y="1963101"/>
                  <a:pt x="7270169" y="1981727"/>
                </a:cubicBezTo>
                <a:cubicBezTo>
                  <a:pt x="7278508" y="2000353"/>
                  <a:pt x="7288356" y="2028213"/>
                  <a:pt x="7292054" y="2043639"/>
                </a:cubicBezTo>
                <a:cubicBezTo>
                  <a:pt x="7295751" y="2059066"/>
                  <a:pt x="7302977" y="2077022"/>
                  <a:pt x="7308112" y="2083543"/>
                </a:cubicBezTo>
                <a:cubicBezTo>
                  <a:pt x="7313247" y="2090063"/>
                  <a:pt x="7315042" y="2104598"/>
                  <a:pt x="7312101" y="2115843"/>
                </a:cubicBezTo>
                <a:cubicBezTo>
                  <a:pt x="7308720" y="2128775"/>
                  <a:pt x="7314722" y="2147168"/>
                  <a:pt x="7328438" y="2165900"/>
                </a:cubicBezTo>
                <a:cubicBezTo>
                  <a:pt x="7353364" y="2199941"/>
                  <a:pt x="7391399" y="2290006"/>
                  <a:pt x="7391400" y="2314986"/>
                </a:cubicBezTo>
                <a:cubicBezTo>
                  <a:pt x="7391400" y="2324292"/>
                  <a:pt x="7404339" y="2371503"/>
                  <a:pt x="7420154" y="2419899"/>
                </a:cubicBezTo>
                <a:cubicBezTo>
                  <a:pt x="7435969" y="2468294"/>
                  <a:pt x="7446855" y="2509944"/>
                  <a:pt x="7444346" y="2512453"/>
                </a:cubicBezTo>
                <a:cubicBezTo>
                  <a:pt x="7441837" y="2514962"/>
                  <a:pt x="7445536" y="2528258"/>
                  <a:pt x="7452566" y="2542001"/>
                </a:cubicBezTo>
                <a:cubicBezTo>
                  <a:pt x="7459595" y="2555743"/>
                  <a:pt x="7468258" y="2586275"/>
                  <a:pt x="7471817" y="2609850"/>
                </a:cubicBezTo>
                <a:cubicBezTo>
                  <a:pt x="7475375" y="2633424"/>
                  <a:pt x="7482406" y="2663473"/>
                  <a:pt x="7487441" y="2676625"/>
                </a:cubicBezTo>
                <a:cubicBezTo>
                  <a:pt x="7492477" y="2689777"/>
                  <a:pt x="7505208" y="2754071"/>
                  <a:pt x="7515733" y="2819500"/>
                </a:cubicBezTo>
                <a:cubicBezTo>
                  <a:pt x="7542429" y="2985447"/>
                  <a:pt x="7550721" y="3031529"/>
                  <a:pt x="7556850" y="3048000"/>
                </a:cubicBezTo>
                <a:cubicBezTo>
                  <a:pt x="7572361" y="3089680"/>
                  <a:pt x="7595283" y="3511216"/>
                  <a:pt x="7582470" y="3519135"/>
                </a:cubicBezTo>
                <a:cubicBezTo>
                  <a:pt x="7576924" y="3522562"/>
                  <a:pt x="7577176" y="3535179"/>
                  <a:pt x="7583130" y="3552259"/>
                </a:cubicBezTo>
                <a:cubicBezTo>
                  <a:pt x="7594529" y="3584959"/>
                  <a:pt x="7590688" y="3643312"/>
                  <a:pt x="7577137" y="3643312"/>
                </a:cubicBezTo>
                <a:cubicBezTo>
                  <a:pt x="7571898" y="3643312"/>
                  <a:pt x="7563600" y="3620718"/>
                  <a:pt x="7558696" y="3593103"/>
                </a:cubicBezTo>
                <a:cubicBezTo>
                  <a:pt x="7550662" y="3547856"/>
                  <a:pt x="7528338" y="3526171"/>
                  <a:pt x="7530306" y="3565525"/>
                </a:cubicBezTo>
                <a:cubicBezTo>
                  <a:pt x="7530742" y="3574256"/>
                  <a:pt x="7531814" y="3607458"/>
                  <a:pt x="7532687" y="3639306"/>
                </a:cubicBezTo>
                <a:lnTo>
                  <a:pt x="7534275" y="3697213"/>
                </a:lnTo>
                <a:lnTo>
                  <a:pt x="7563634" y="3690765"/>
                </a:lnTo>
                <a:cubicBezTo>
                  <a:pt x="7590443" y="3684876"/>
                  <a:pt x="7592715" y="3686258"/>
                  <a:pt x="7589797" y="3706677"/>
                </a:cubicBezTo>
                <a:cubicBezTo>
                  <a:pt x="7587432" y="3723220"/>
                  <a:pt x="7581173" y="3728472"/>
                  <a:pt x="7565741" y="3726864"/>
                </a:cubicBezTo>
                <a:cubicBezTo>
                  <a:pt x="7545405" y="3724745"/>
                  <a:pt x="7544809" y="3727696"/>
                  <a:pt x="7541960" y="3844517"/>
                </a:cubicBezTo>
                <a:cubicBezTo>
                  <a:pt x="7539077" y="3962715"/>
                  <a:pt x="7544896" y="4006804"/>
                  <a:pt x="7557009" y="3958542"/>
                </a:cubicBezTo>
                <a:cubicBezTo>
                  <a:pt x="7561075" y="3942342"/>
                  <a:pt x="7569714" y="3933824"/>
                  <a:pt x="7582081" y="3933825"/>
                </a:cubicBezTo>
                <a:cubicBezTo>
                  <a:pt x="7598899" y="3933825"/>
                  <a:pt x="7600950" y="3940368"/>
                  <a:pt x="7600950" y="3994047"/>
                </a:cubicBezTo>
                <a:cubicBezTo>
                  <a:pt x="7600950" y="4084651"/>
                  <a:pt x="7574428" y="4348093"/>
                  <a:pt x="7557149" y="4429125"/>
                </a:cubicBezTo>
                <a:cubicBezTo>
                  <a:pt x="7532285" y="4545731"/>
                  <a:pt x="7487871" y="4720732"/>
                  <a:pt x="7472025" y="4764536"/>
                </a:cubicBezTo>
                <a:cubicBezTo>
                  <a:pt x="7463902" y="4786990"/>
                  <a:pt x="7449512" y="4833223"/>
                  <a:pt x="7440048" y="4867275"/>
                </a:cubicBezTo>
                <a:cubicBezTo>
                  <a:pt x="7422906" y="4928952"/>
                  <a:pt x="7372125" y="5059260"/>
                  <a:pt x="7342663" y="5117177"/>
                </a:cubicBezTo>
                <a:cubicBezTo>
                  <a:pt x="7331665" y="5138797"/>
                  <a:pt x="7331910" y="5162550"/>
                  <a:pt x="7343133" y="5162550"/>
                </a:cubicBezTo>
                <a:cubicBezTo>
                  <a:pt x="7348018" y="5162550"/>
                  <a:pt x="7355013" y="5153105"/>
                  <a:pt x="7358677" y="5141562"/>
                </a:cubicBezTo>
                <a:cubicBezTo>
                  <a:pt x="7362340" y="5130020"/>
                  <a:pt x="7371202" y="5114712"/>
                  <a:pt x="7378369" y="5107545"/>
                </a:cubicBezTo>
                <a:cubicBezTo>
                  <a:pt x="7385536" y="5100378"/>
                  <a:pt x="7391400" y="5086247"/>
                  <a:pt x="7391400" y="5076144"/>
                </a:cubicBezTo>
                <a:cubicBezTo>
                  <a:pt x="7391400" y="5066041"/>
                  <a:pt x="7395686" y="5057775"/>
                  <a:pt x="7400925" y="5057775"/>
                </a:cubicBezTo>
                <a:cubicBezTo>
                  <a:pt x="7406163" y="5057775"/>
                  <a:pt x="7410450" y="5048792"/>
                  <a:pt x="7410450" y="5037813"/>
                </a:cubicBezTo>
                <a:cubicBezTo>
                  <a:pt x="7410450" y="5026834"/>
                  <a:pt x="7417491" y="5004331"/>
                  <a:pt x="7426097" y="4987807"/>
                </a:cubicBezTo>
                <a:cubicBezTo>
                  <a:pt x="7453429" y="4935327"/>
                  <a:pt x="7457779" y="4925545"/>
                  <a:pt x="7472229" y="4884064"/>
                </a:cubicBezTo>
                <a:cubicBezTo>
                  <a:pt x="7480008" y="4861733"/>
                  <a:pt x="7486435" y="4835551"/>
                  <a:pt x="7486511" y="4825882"/>
                </a:cubicBezTo>
                <a:cubicBezTo>
                  <a:pt x="7486587" y="4816212"/>
                  <a:pt x="7492532" y="4796924"/>
                  <a:pt x="7499723" y="4783019"/>
                </a:cubicBezTo>
                <a:cubicBezTo>
                  <a:pt x="7518557" y="4746596"/>
                  <a:pt x="7533197" y="4696821"/>
                  <a:pt x="7540284" y="4645111"/>
                </a:cubicBezTo>
                <a:cubicBezTo>
                  <a:pt x="7543681" y="4620330"/>
                  <a:pt x="7550148" y="4597775"/>
                  <a:pt x="7554655" y="4594990"/>
                </a:cubicBezTo>
                <a:cubicBezTo>
                  <a:pt x="7559162" y="4592204"/>
                  <a:pt x="7562850" y="4571747"/>
                  <a:pt x="7562850" y="4549530"/>
                </a:cubicBezTo>
                <a:cubicBezTo>
                  <a:pt x="7562850" y="4527312"/>
                  <a:pt x="7567282" y="4504702"/>
                  <a:pt x="7572699" y="4499285"/>
                </a:cubicBezTo>
                <a:cubicBezTo>
                  <a:pt x="7578116" y="4493868"/>
                  <a:pt x="7586884" y="4466222"/>
                  <a:pt x="7592183" y="4437849"/>
                </a:cubicBezTo>
                <a:cubicBezTo>
                  <a:pt x="7597483" y="4409476"/>
                  <a:pt x="7608560" y="4349829"/>
                  <a:pt x="7616799" y="4305300"/>
                </a:cubicBezTo>
                <a:cubicBezTo>
                  <a:pt x="7625038" y="4260770"/>
                  <a:pt x="7633480" y="4162186"/>
                  <a:pt x="7635558" y="4086225"/>
                </a:cubicBezTo>
                <a:cubicBezTo>
                  <a:pt x="7637636" y="4010263"/>
                  <a:pt x="7643267" y="3939540"/>
                  <a:pt x="7648070" y="3929062"/>
                </a:cubicBezTo>
                <a:cubicBezTo>
                  <a:pt x="7656824" y="3909963"/>
                  <a:pt x="7671488" y="3835870"/>
                  <a:pt x="7687656" y="3729037"/>
                </a:cubicBezTo>
                <a:cubicBezTo>
                  <a:pt x="7699292" y="3652151"/>
                  <a:pt x="7702228" y="3646254"/>
                  <a:pt x="7727113" y="3649788"/>
                </a:cubicBezTo>
                <a:cubicBezTo>
                  <a:pt x="7744872" y="3652309"/>
                  <a:pt x="7750383" y="3661928"/>
                  <a:pt x="7758968" y="3705381"/>
                </a:cubicBezTo>
                <a:cubicBezTo>
                  <a:pt x="7764677" y="3734281"/>
                  <a:pt x="7774321" y="3767217"/>
                  <a:pt x="7780399" y="3778574"/>
                </a:cubicBezTo>
                <a:cubicBezTo>
                  <a:pt x="7798663" y="3812701"/>
                  <a:pt x="7783415" y="4207046"/>
                  <a:pt x="7762058" y="4252912"/>
                </a:cubicBezTo>
                <a:cubicBezTo>
                  <a:pt x="7757179" y="4263390"/>
                  <a:pt x="7751136" y="4293124"/>
                  <a:pt x="7748629" y="4318988"/>
                </a:cubicBezTo>
                <a:cubicBezTo>
                  <a:pt x="7746122" y="4344852"/>
                  <a:pt x="7739729" y="4370355"/>
                  <a:pt x="7734422" y="4375662"/>
                </a:cubicBezTo>
                <a:cubicBezTo>
                  <a:pt x="7729116" y="4380968"/>
                  <a:pt x="7724774" y="4410666"/>
                  <a:pt x="7724775" y="4441657"/>
                </a:cubicBezTo>
                <a:cubicBezTo>
                  <a:pt x="7724775" y="4472649"/>
                  <a:pt x="7718567" y="4517869"/>
                  <a:pt x="7710979" y="4542146"/>
                </a:cubicBezTo>
                <a:cubicBezTo>
                  <a:pt x="7703392" y="4566424"/>
                  <a:pt x="7690138" y="4612005"/>
                  <a:pt x="7681526" y="4643437"/>
                </a:cubicBezTo>
                <a:cubicBezTo>
                  <a:pt x="7672915" y="4674870"/>
                  <a:pt x="7661978" y="4713750"/>
                  <a:pt x="7657222" y="4729838"/>
                </a:cubicBezTo>
                <a:cubicBezTo>
                  <a:pt x="7652466" y="4745926"/>
                  <a:pt x="7648533" y="4767358"/>
                  <a:pt x="7648481" y="4777463"/>
                </a:cubicBezTo>
                <a:cubicBezTo>
                  <a:pt x="7648430" y="4787569"/>
                  <a:pt x="7637715" y="4818765"/>
                  <a:pt x="7624669" y="4846789"/>
                </a:cubicBezTo>
                <a:cubicBezTo>
                  <a:pt x="7611623" y="4874813"/>
                  <a:pt x="7600950" y="4905110"/>
                  <a:pt x="7600950" y="4914117"/>
                </a:cubicBezTo>
                <a:cubicBezTo>
                  <a:pt x="7600950" y="4945811"/>
                  <a:pt x="7572200" y="5026798"/>
                  <a:pt x="7548608" y="5061563"/>
                </a:cubicBezTo>
                <a:cubicBezTo>
                  <a:pt x="7535486" y="5080900"/>
                  <a:pt x="7524721" y="5108317"/>
                  <a:pt x="7524687" y="5122491"/>
                </a:cubicBezTo>
                <a:cubicBezTo>
                  <a:pt x="7524652" y="5136665"/>
                  <a:pt x="7515905" y="5161121"/>
                  <a:pt x="7505247" y="5176837"/>
                </a:cubicBezTo>
                <a:cubicBezTo>
                  <a:pt x="7494590" y="5192553"/>
                  <a:pt x="7477002" y="5224700"/>
                  <a:pt x="7466163" y="5248275"/>
                </a:cubicBezTo>
                <a:cubicBezTo>
                  <a:pt x="7455324" y="5271849"/>
                  <a:pt x="7436014" y="5305039"/>
                  <a:pt x="7423253" y="5322030"/>
                </a:cubicBezTo>
                <a:cubicBezTo>
                  <a:pt x="7410492" y="5339021"/>
                  <a:pt x="7394396" y="5371715"/>
                  <a:pt x="7387484" y="5394683"/>
                </a:cubicBezTo>
                <a:cubicBezTo>
                  <a:pt x="7380571" y="5417651"/>
                  <a:pt x="7359897" y="5459470"/>
                  <a:pt x="7341541" y="5487615"/>
                </a:cubicBezTo>
                <a:cubicBezTo>
                  <a:pt x="7323185" y="5515759"/>
                  <a:pt x="7295911" y="5560218"/>
                  <a:pt x="7280933" y="5586412"/>
                </a:cubicBezTo>
                <a:cubicBezTo>
                  <a:pt x="7244038" y="5650935"/>
                  <a:pt x="7165587" y="5769460"/>
                  <a:pt x="7132778" y="5810250"/>
                </a:cubicBezTo>
                <a:cubicBezTo>
                  <a:pt x="7118029" y="5828585"/>
                  <a:pt x="7066670" y="5892879"/>
                  <a:pt x="7018647" y="5953125"/>
                </a:cubicBezTo>
                <a:cubicBezTo>
                  <a:pt x="6878504" y="6128935"/>
                  <a:pt x="6699716" y="6316176"/>
                  <a:pt x="6582029" y="6410388"/>
                </a:cubicBezTo>
                <a:cubicBezTo>
                  <a:pt x="6539537" y="6444405"/>
                  <a:pt x="6472549" y="6501169"/>
                  <a:pt x="6433169" y="6536531"/>
                </a:cubicBezTo>
                <a:cubicBezTo>
                  <a:pt x="6393788" y="6571892"/>
                  <a:pt x="6357250" y="6600825"/>
                  <a:pt x="6351973" y="6600825"/>
                </a:cubicBezTo>
                <a:cubicBezTo>
                  <a:pt x="6346696" y="6600825"/>
                  <a:pt x="6328330" y="6611540"/>
                  <a:pt x="6311159" y="6624637"/>
                </a:cubicBezTo>
                <a:cubicBezTo>
                  <a:pt x="6277526" y="6650290"/>
                  <a:pt x="6262466" y="6653979"/>
                  <a:pt x="6253119" y="6638855"/>
                </a:cubicBezTo>
                <a:cubicBezTo>
                  <a:pt x="6245946" y="6627248"/>
                  <a:pt x="6321083" y="6545189"/>
                  <a:pt x="6398141" y="6480473"/>
                </a:cubicBezTo>
                <a:cubicBezTo>
                  <a:pt x="6438181" y="6446847"/>
                  <a:pt x="6511982" y="6353164"/>
                  <a:pt x="6498415" y="6353186"/>
                </a:cubicBezTo>
                <a:cubicBezTo>
                  <a:pt x="6489312" y="6353201"/>
                  <a:pt x="6452280" y="6385119"/>
                  <a:pt x="6367961" y="6465624"/>
                </a:cubicBezTo>
                <a:cubicBezTo>
                  <a:pt x="6287741" y="6542217"/>
                  <a:pt x="6178750" y="6630123"/>
                  <a:pt x="6137662" y="6651370"/>
                </a:cubicBezTo>
                <a:cubicBezTo>
                  <a:pt x="6121357" y="6659801"/>
                  <a:pt x="6085209" y="6686168"/>
                  <a:pt x="6057334" y="6709962"/>
                </a:cubicBezTo>
                <a:cubicBezTo>
                  <a:pt x="6029458" y="6733756"/>
                  <a:pt x="6002513" y="6753225"/>
                  <a:pt x="5997455" y="6753225"/>
                </a:cubicBezTo>
                <a:cubicBezTo>
                  <a:pt x="5992398" y="6753225"/>
                  <a:pt x="5972919" y="6765012"/>
                  <a:pt x="5954168" y="6779418"/>
                </a:cubicBezTo>
                <a:cubicBezTo>
                  <a:pt x="5935418" y="6793825"/>
                  <a:pt x="5896437" y="6816409"/>
                  <a:pt x="5867544" y="6829606"/>
                </a:cubicBezTo>
                <a:cubicBezTo>
                  <a:pt x="5838652" y="6842802"/>
                  <a:pt x="5795832" y="6865967"/>
                  <a:pt x="5772390" y="6881083"/>
                </a:cubicBezTo>
                <a:cubicBezTo>
                  <a:pt x="5748948" y="6896199"/>
                  <a:pt x="5706085" y="6918850"/>
                  <a:pt x="5677140" y="6931420"/>
                </a:cubicBezTo>
                <a:cubicBezTo>
                  <a:pt x="5648195" y="6943989"/>
                  <a:pt x="5603081" y="6964394"/>
                  <a:pt x="5576887" y="6976765"/>
                </a:cubicBezTo>
                <a:cubicBezTo>
                  <a:pt x="5375027" y="7072097"/>
                  <a:pt x="5296913" y="7105650"/>
                  <a:pt x="5276831" y="7105650"/>
                </a:cubicBezTo>
                <a:cubicBezTo>
                  <a:pt x="5267646" y="7105650"/>
                  <a:pt x="5254796" y="7112079"/>
                  <a:pt x="5248275" y="7119937"/>
                </a:cubicBezTo>
                <a:cubicBezTo>
                  <a:pt x="5241753" y="7127795"/>
                  <a:pt x="5230512" y="7134225"/>
                  <a:pt x="5223296" y="7134225"/>
                </a:cubicBezTo>
                <a:cubicBezTo>
                  <a:pt x="5216079" y="7134225"/>
                  <a:pt x="5210175" y="7138511"/>
                  <a:pt x="5210175" y="7143750"/>
                </a:cubicBezTo>
                <a:cubicBezTo>
                  <a:pt x="5210175" y="7155259"/>
                  <a:pt x="5231429" y="7156317"/>
                  <a:pt x="5243988" y="7145433"/>
                </a:cubicBezTo>
                <a:cubicBezTo>
                  <a:pt x="5248965" y="7141120"/>
                  <a:pt x="5278755" y="7129524"/>
                  <a:pt x="5310187" y="7119664"/>
                </a:cubicBezTo>
                <a:cubicBezTo>
                  <a:pt x="5341620" y="7109804"/>
                  <a:pt x="5371409" y="7098331"/>
                  <a:pt x="5376386" y="7094168"/>
                </a:cubicBezTo>
                <a:cubicBezTo>
                  <a:pt x="5381363" y="7090005"/>
                  <a:pt x="5394768" y="7086600"/>
                  <a:pt x="5406176" y="7086600"/>
                </a:cubicBezTo>
                <a:cubicBezTo>
                  <a:pt x="5417583" y="7086600"/>
                  <a:pt x="5432253" y="7080170"/>
                  <a:pt x="5438775" y="7072312"/>
                </a:cubicBezTo>
                <a:cubicBezTo>
                  <a:pt x="5445296" y="7064454"/>
                  <a:pt x="5456419" y="7058025"/>
                  <a:pt x="5463493" y="7058025"/>
                </a:cubicBezTo>
                <a:cubicBezTo>
                  <a:pt x="5475258" y="7058025"/>
                  <a:pt x="5521563" y="7038721"/>
                  <a:pt x="5625555" y="6990464"/>
                </a:cubicBezTo>
                <a:cubicBezTo>
                  <a:pt x="5673578" y="6968179"/>
                  <a:pt x="5676915" y="6968082"/>
                  <a:pt x="5676839" y="6988968"/>
                </a:cubicBezTo>
                <a:cubicBezTo>
                  <a:pt x="5676779" y="7005556"/>
                  <a:pt x="5646596" y="7028403"/>
                  <a:pt x="5582130" y="7060657"/>
                </a:cubicBezTo>
                <a:cubicBezTo>
                  <a:pt x="5563530" y="7069963"/>
                  <a:pt x="5541883" y="7081836"/>
                  <a:pt x="5534025" y="7087042"/>
                </a:cubicBezTo>
                <a:cubicBezTo>
                  <a:pt x="5526166" y="7092248"/>
                  <a:pt x="5504735" y="7102985"/>
                  <a:pt x="5486400" y="7110903"/>
                </a:cubicBezTo>
                <a:cubicBezTo>
                  <a:pt x="5468064" y="7118820"/>
                  <a:pt x="5441685" y="7131592"/>
                  <a:pt x="5427780" y="7139286"/>
                </a:cubicBezTo>
                <a:cubicBezTo>
                  <a:pt x="5413875" y="7146980"/>
                  <a:pt x="5393768" y="7153275"/>
                  <a:pt x="5383098" y="7153275"/>
                </a:cubicBezTo>
                <a:cubicBezTo>
                  <a:pt x="5372429" y="7153275"/>
                  <a:pt x="5360799" y="7157966"/>
                  <a:pt x="5357256" y="7163700"/>
                </a:cubicBezTo>
                <a:cubicBezTo>
                  <a:pt x="5349048" y="7176980"/>
                  <a:pt x="5250410" y="7220847"/>
                  <a:pt x="5179236" y="7242870"/>
                </a:cubicBezTo>
                <a:cubicBezTo>
                  <a:pt x="5149123" y="7252188"/>
                  <a:pt x="5122081" y="7263701"/>
                  <a:pt x="5119143" y="7268455"/>
                </a:cubicBezTo>
                <a:cubicBezTo>
                  <a:pt x="5116204" y="7273210"/>
                  <a:pt x="5101447" y="7277100"/>
                  <a:pt x="5086350" y="7277100"/>
                </a:cubicBezTo>
                <a:cubicBezTo>
                  <a:pt x="5071252" y="7277100"/>
                  <a:pt x="5056511" y="7280963"/>
                  <a:pt x="5053593" y="7285685"/>
                </a:cubicBezTo>
                <a:cubicBezTo>
                  <a:pt x="5050674" y="7290407"/>
                  <a:pt x="4997915" y="7310110"/>
                  <a:pt x="4936349" y="7329470"/>
                </a:cubicBezTo>
                <a:cubicBezTo>
                  <a:pt x="4874784" y="7348830"/>
                  <a:pt x="4798934" y="7372827"/>
                  <a:pt x="4767794" y="7382797"/>
                </a:cubicBezTo>
                <a:cubicBezTo>
                  <a:pt x="4736654" y="7392767"/>
                  <a:pt x="4701234" y="7400925"/>
                  <a:pt x="4689083" y="7400925"/>
                </a:cubicBezTo>
                <a:cubicBezTo>
                  <a:pt x="4676933" y="7400925"/>
                  <a:pt x="4659548" y="7405038"/>
                  <a:pt x="4650452" y="7410065"/>
                </a:cubicBezTo>
                <a:cubicBezTo>
                  <a:pt x="4624691" y="7424300"/>
                  <a:pt x="4539382" y="7442117"/>
                  <a:pt x="4357687" y="7471209"/>
                </a:cubicBezTo>
                <a:cubicBezTo>
                  <a:pt x="4305300" y="7479597"/>
                  <a:pt x="4243149" y="7490602"/>
                  <a:pt x="4219575" y="7495665"/>
                </a:cubicBezTo>
                <a:cubicBezTo>
                  <a:pt x="4139999" y="7512754"/>
                  <a:pt x="3979742" y="7507614"/>
                  <a:pt x="3955256" y="7487187"/>
                </a:cubicBezTo>
                <a:cubicBezTo>
                  <a:pt x="3929475" y="7465680"/>
                  <a:pt x="3928364" y="7451483"/>
                  <a:pt x="3950493" y="7426373"/>
                </a:cubicBezTo>
                <a:cubicBezTo>
                  <a:pt x="3966667" y="7408021"/>
                  <a:pt x="3966454" y="7407653"/>
                  <a:pt x="3943350" y="7413993"/>
                </a:cubicBezTo>
                <a:cubicBezTo>
                  <a:pt x="3916389" y="7421391"/>
                  <a:pt x="3772382" y="7430055"/>
                  <a:pt x="3609975" y="7434050"/>
                </a:cubicBezTo>
                <a:cubicBezTo>
                  <a:pt x="3375860" y="7439808"/>
                  <a:pt x="3244579" y="7449883"/>
                  <a:pt x="3225003" y="7463594"/>
                </a:cubicBezTo>
                <a:cubicBezTo>
                  <a:pt x="3213129" y="7471911"/>
                  <a:pt x="3181727" y="7477147"/>
                  <a:pt x="3143511" y="7477183"/>
                </a:cubicBezTo>
                <a:cubicBezTo>
                  <a:pt x="3106995" y="7477218"/>
                  <a:pt x="3070078" y="7483114"/>
                  <a:pt x="3054054" y="7491471"/>
                </a:cubicBezTo>
                <a:cubicBezTo>
                  <a:pt x="3016641" y="7510983"/>
                  <a:pt x="2860184" y="7510726"/>
                  <a:pt x="2834248" y="7491109"/>
                </a:cubicBezTo>
                <a:close/>
                <a:moveTo>
                  <a:pt x="4581525" y="6968142"/>
                </a:moveTo>
                <a:cubicBezTo>
                  <a:pt x="4636531" y="6960703"/>
                  <a:pt x="4696539" y="6949861"/>
                  <a:pt x="4714875" y="6944048"/>
                </a:cubicBezTo>
                <a:cubicBezTo>
                  <a:pt x="4733210" y="6938235"/>
                  <a:pt x="4761071" y="6929758"/>
                  <a:pt x="4776787" y="6925211"/>
                </a:cubicBezTo>
                <a:cubicBezTo>
                  <a:pt x="5024109" y="6853657"/>
                  <a:pt x="5321953" y="6742322"/>
                  <a:pt x="5338746" y="6715150"/>
                </a:cubicBezTo>
                <a:cubicBezTo>
                  <a:pt x="5341993" y="6709897"/>
                  <a:pt x="5352443" y="6705600"/>
                  <a:pt x="5361970" y="6705600"/>
                </a:cubicBezTo>
                <a:cubicBezTo>
                  <a:pt x="5371497" y="6705600"/>
                  <a:pt x="5384133" y="6699767"/>
                  <a:pt x="5390049" y="6692637"/>
                </a:cubicBezTo>
                <a:cubicBezTo>
                  <a:pt x="5395966" y="6685508"/>
                  <a:pt x="5438844" y="6661099"/>
                  <a:pt x="5485333" y="6638395"/>
                </a:cubicBezTo>
                <a:cubicBezTo>
                  <a:pt x="5572818" y="6595670"/>
                  <a:pt x="5618102" y="6556022"/>
                  <a:pt x="5565211" y="6568460"/>
                </a:cubicBezTo>
                <a:cubicBezTo>
                  <a:pt x="5550678" y="6571877"/>
                  <a:pt x="5518313" y="6585587"/>
                  <a:pt x="5493290" y="6598925"/>
                </a:cubicBezTo>
                <a:cubicBezTo>
                  <a:pt x="5458598" y="6617418"/>
                  <a:pt x="5445151" y="6620536"/>
                  <a:pt x="5436669" y="6612054"/>
                </a:cubicBezTo>
                <a:cubicBezTo>
                  <a:pt x="5421434" y="6596819"/>
                  <a:pt x="5451885" y="6569397"/>
                  <a:pt x="5514305" y="6542142"/>
                </a:cubicBezTo>
                <a:cubicBezTo>
                  <a:pt x="5540867" y="6530544"/>
                  <a:pt x="5562600" y="6517572"/>
                  <a:pt x="5562600" y="6513315"/>
                </a:cubicBezTo>
                <a:cubicBezTo>
                  <a:pt x="5562600" y="6509058"/>
                  <a:pt x="5569315" y="6505575"/>
                  <a:pt x="5577523" y="6505575"/>
                </a:cubicBezTo>
                <a:cubicBezTo>
                  <a:pt x="5585730" y="6505575"/>
                  <a:pt x="5606494" y="6494859"/>
                  <a:pt x="5623665" y="6481762"/>
                </a:cubicBezTo>
                <a:cubicBezTo>
                  <a:pt x="5640836" y="6468665"/>
                  <a:pt x="5659314" y="6457950"/>
                  <a:pt x="5664726" y="6457950"/>
                </a:cubicBezTo>
                <a:cubicBezTo>
                  <a:pt x="5670139" y="6457950"/>
                  <a:pt x="5679903" y="6451520"/>
                  <a:pt x="5686425" y="6443662"/>
                </a:cubicBezTo>
                <a:cubicBezTo>
                  <a:pt x="5692946" y="6435804"/>
                  <a:pt x="5705973" y="6429375"/>
                  <a:pt x="5715372" y="6429375"/>
                </a:cubicBezTo>
                <a:cubicBezTo>
                  <a:pt x="5724772" y="6429375"/>
                  <a:pt x="5733891" y="6425991"/>
                  <a:pt x="5735637" y="6421855"/>
                </a:cubicBezTo>
                <a:cubicBezTo>
                  <a:pt x="5742781" y="6404937"/>
                  <a:pt x="5845070" y="6350680"/>
                  <a:pt x="5871883" y="6349588"/>
                </a:cubicBezTo>
                <a:cubicBezTo>
                  <a:pt x="5897668" y="6348537"/>
                  <a:pt x="5901050" y="6351651"/>
                  <a:pt x="5903684" y="6378859"/>
                </a:cubicBezTo>
                <a:cubicBezTo>
                  <a:pt x="5906242" y="6405293"/>
                  <a:pt x="5901535" y="6412678"/>
                  <a:pt x="5867965" y="6434893"/>
                </a:cubicBezTo>
                <a:cubicBezTo>
                  <a:pt x="5846699" y="6448967"/>
                  <a:pt x="5829300" y="6465614"/>
                  <a:pt x="5829300" y="6471887"/>
                </a:cubicBezTo>
                <a:cubicBezTo>
                  <a:pt x="5829300" y="6478161"/>
                  <a:pt x="5807895" y="6506523"/>
                  <a:pt x="5781733" y="6534915"/>
                </a:cubicBezTo>
                <a:cubicBezTo>
                  <a:pt x="5727075" y="6594233"/>
                  <a:pt x="5722183" y="6607450"/>
                  <a:pt x="5762625" y="6586537"/>
                </a:cubicBezTo>
                <a:cubicBezTo>
                  <a:pt x="5778341" y="6578410"/>
                  <a:pt x="5791200" y="6568297"/>
                  <a:pt x="5791200" y="6564064"/>
                </a:cubicBezTo>
                <a:cubicBezTo>
                  <a:pt x="5791200" y="6559832"/>
                  <a:pt x="5815845" y="6543902"/>
                  <a:pt x="5845968" y="6528666"/>
                </a:cubicBezTo>
                <a:cubicBezTo>
                  <a:pt x="5935387" y="6483436"/>
                  <a:pt x="6103523" y="6352526"/>
                  <a:pt x="6228596" y="6230751"/>
                </a:cubicBezTo>
                <a:cubicBezTo>
                  <a:pt x="6273540" y="6186993"/>
                  <a:pt x="6321028" y="6144274"/>
                  <a:pt x="6334125" y="6135822"/>
                </a:cubicBezTo>
                <a:cubicBezTo>
                  <a:pt x="6347221" y="6127369"/>
                  <a:pt x="6368653" y="6107840"/>
                  <a:pt x="6381750" y="6092425"/>
                </a:cubicBezTo>
                <a:cubicBezTo>
                  <a:pt x="6394846" y="6077010"/>
                  <a:pt x="6432703" y="6036146"/>
                  <a:pt x="6465874" y="6001617"/>
                </a:cubicBezTo>
                <a:cubicBezTo>
                  <a:pt x="6499046" y="5967088"/>
                  <a:pt x="6549055" y="5908833"/>
                  <a:pt x="6577006" y="5872162"/>
                </a:cubicBezTo>
                <a:cubicBezTo>
                  <a:pt x="6604957" y="5835491"/>
                  <a:pt x="6641038" y="5791292"/>
                  <a:pt x="6657187" y="5773943"/>
                </a:cubicBezTo>
                <a:cubicBezTo>
                  <a:pt x="6673337" y="5756594"/>
                  <a:pt x="6686550" y="5737036"/>
                  <a:pt x="6686550" y="5730481"/>
                </a:cubicBezTo>
                <a:cubicBezTo>
                  <a:pt x="6686550" y="5723927"/>
                  <a:pt x="6699791" y="5705974"/>
                  <a:pt x="6715975" y="5690588"/>
                </a:cubicBezTo>
                <a:cubicBezTo>
                  <a:pt x="6742374" y="5665489"/>
                  <a:pt x="6772275" y="5620336"/>
                  <a:pt x="6772275" y="5605569"/>
                </a:cubicBezTo>
                <a:cubicBezTo>
                  <a:pt x="6772275" y="5602489"/>
                  <a:pt x="6752986" y="5619814"/>
                  <a:pt x="6729412" y="5644071"/>
                </a:cubicBezTo>
                <a:cubicBezTo>
                  <a:pt x="6705838" y="5668327"/>
                  <a:pt x="6686550" y="5691807"/>
                  <a:pt x="6686550" y="5696249"/>
                </a:cubicBezTo>
                <a:cubicBezTo>
                  <a:pt x="6686550" y="5700690"/>
                  <a:pt x="6646411" y="5746374"/>
                  <a:pt x="6597353" y="5797768"/>
                </a:cubicBezTo>
                <a:cubicBezTo>
                  <a:pt x="6548296" y="5849162"/>
                  <a:pt x="6481881" y="5921820"/>
                  <a:pt x="6449765" y="5959230"/>
                </a:cubicBezTo>
                <a:cubicBezTo>
                  <a:pt x="6389078" y="6029922"/>
                  <a:pt x="6372444" y="6041991"/>
                  <a:pt x="6348412" y="6032769"/>
                </a:cubicBezTo>
                <a:cubicBezTo>
                  <a:pt x="6329082" y="6025351"/>
                  <a:pt x="6330225" y="6020835"/>
                  <a:pt x="6357937" y="5995153"/>
                </a:cubicBezTo>
                <a:cubicBezTo>
                  <a:pt x="6371034" y="5983015"/>
                  <a:pt x="6381750" y="5968497"/>
                  <a:pt x="6381750" y="5962891"/>
                </a:cubicBezTo>
                <a:cubicBezTo>
                  <a:pt x="6381750" y="5948496"/>
                  <a:pt x="6454391" y="5871023"/>
                  <a:pt x="6507257" y="5829035"/>
                </a:cubicBezTo>
                <a:cubicBezTo>
                  <a:pt x="6553711" y="5792140"/>
                  <a:pt x="6638925" y="5693767"/>
                  <a:pt x="6638925" y="5677034"/>
                </a:cubicBezTo>
                <a:cubicBezTo>
                  <a:pt x="6638925" y="5671721"/>
                  <a:pt x="6643211" y="5667375"/>
                  <a:pt x="6648450" y="5667375"/>
                </a:cubicBezTo>
                <a:cubicBezTo>
                  <a:pt x="6653688" y="5667375"/>
                  <a:pt x="6657975" y="5661404"/>
                  <a:pt x="6657975" y="5654106"/>
                </a:cubicBezTo>
                <a:cubicBezTo>
                  <a:pt x="6657975" y="5646808"/>
                  <a:pt x="6664404" y="5638370"/>
                  <a:pt x="6672262" y="5635355"/>
                </a:cubicBezTo>
                <a:cubicBezTo>
                  <a:pt x="6680120" y="5632340"/>
                  <a:pt x="6686550" y="5623308"/>
                  <a:pt x="6686550" y="5615286"/>
                </a:cubicBezTo>
                <a:cubicBezTo>
                  <a:pt x="6686550" y="5607263"/>
                  <a:pt x="6680120" y="5600700"/>
                  <a:pt x="6672262" y="5600700"/>
                </a:cubicBezTo>
                <a:cubicBezTo>
                  <a:pt x="6664404" y="5600700"/>
                  <a:pt x="6657975" y="5607321"/>
                  <a:pt x="6657975" y="5615414"/>
                </a:cubicBezTo>
                <a:cubicBezTo>
                  <a:pt x="6657975" y="5633898"/>
                  <a:pt x="6502095" y="5795751"/>
                  <a:pt x="6447397" y="5834062"/>
                </a:cubicBezTo>
                <a:cubicBezTo>
                  <a:pt x="6424958" y="5849778"/>
                  <a:pt x="6375654" y="5893309"/>
                  <a:pt x="6337832" y="5930796"/>
                </a:cubicBezTo>
                <a:cubicBezTo>
                  <a:pt x="6275108" y="5992966"/>
                  <a:pt x="6242704" y="6020066"/>
                  <a:pt x="6120542" y="6112525"/>
                </a:cubicBezTo>
                <a:cubicBezTo>
                  <a:pt x="6075592" y="6146546"/>
                  <a:pt x="6034087" y="6157038"/>
                  <a:pt x="6034087" y="6134381"/>
                </a:cubicBezTo>
                <a:cubicBezTo>
                  <a:pt x="6034087" y="6126677"/>
                  <a:pt x="6044136" y="6115365"/>
                  <a:pt x="6056418" y="6109241"/>
                </a:cubicBezTo>
                <a:cubicBezTo>
                  <a:pt x="6068701" y="6103118"/>
                  <a:pt x="6094418" y="6083221"/>
                  <a:pt x="6113568" y="6065027"/>
                </a:cubicBezTo>
                <a:cubicBezTo>
                  <a:pt x="6132719" y="6046832"/>
                  <a:pt x="6162323" y="6023999"/>
                  <a:pt x="6179355" y="6014287"/>
                </a:cubicBezTo>
                <a:cubicBezTo>
                  <a:pt x="6196388" y="6004574"/>
                  <a:pt x="6212583" y="5989509"/>
                  <a:pt x="6215345" y="5980808"/>
                </a:cubicBezTo>
                <a:cubicBezTo>
                  <a:pt x="6218106" y="5972107"/>
                  <a:pt x="6241675" y="5945359"/>
                  <a:pt x="6267720" y="5921368"/>
                </a:cubicBezTo>
                <a:cubicBezTo>
                  <a:pt x="6293765" y="5897376"/>
                  <a:pt x="6315075" y="5874162"/>
                  <a:pt x="6315075" y="5869780"/>
                </a:cubicBezTo>
                <a:cubicBezTo>
                  <a:pt x="6315075" y="5865399"/>
                  <a:pt x="6328766" y="5857713"/>
                  <a:pt x="6345500" y="5852700"/>
                </a:cubicBezTo>
                <a:cubicBezTo>
                  <a:pt x="6366874" y="5846298"/>
                  <a:pt x="6377943" y="5835870"/>
                  <a:pt x="6382708" y="5817648"/>
                </a:cubicBezTo>
                <a:cubicBezTo>
                  <a:pt x="6386439" y="5803381"/>
                  <a:pt x="6410091" y="5769951"/>
                  <a:pt x="6435268" y="5743359"/>
                </a:cubicBezTo>
                <a:cubicBezTo>
                  <a:pt x="6460445" y="5716767"/>
                  <a:pt x="6487733" y="5684814"/>
                  <a:pt x="6495908" y="5672353"/>
                </a:cubicBezTo>
                <a:cubicBezTo>
                  <a:pt x="6504083" y="5659891"/>
                  <a:pt x="6526747" y="5632429"/>
                  <a:pt x="6546273" y="5611325"/>
                </a:cubicBezTo>
                <a:cubicBezTo>
                  <a:pt x="6565799" y="5590221"/>
                  <a:pt x="6581775" y="5569512"/>
                  <a:pt x="6581775" y="5565304"/>
                </a:cubicBezTo>
                <a:cubicBezTo>
                  <a:pt x="6581775" y="5561096"/>
                  <a:pt x="6622494" y="5496034"/>
                  <a:pt x="6672262" y="5420722"/>
                </a:cubicBezTo>
                <a:cubicBezTo>
                  <a:pt x="6722030" y="5345410"/>
                  <a:pt x="6762749" y="5278300"/>
                  <a:pt x="6762750" y="5271589"/>
                </a:cubicBezTo>
                <a:cubicBezTo>
                  <a:pt x="6762750" y="5264878"/>
                  <a:pt x="6766086" y="5257958"/>
                  <a:pt x="6770165" y="5256212"/>
                </a:cubicBezTo>
                <a:cubicBezTo>
                  <a:pt x="6774243" y="5254466"/>
                  <a:pt x="6813379" y="5180171"/>
                  <a:pt x="6857133" y="5091112"/>
                </a:cubicBezTo>
                <a:cubicBezTo>
                  <a:pt x="6936971" y="4928606"/>
                  <a:pt x="6948235" y="4904402"/>
                  <a:pt x="6976818" y="4833937"/>
                </a:cubicBezTo>
                <a:cubicBezTo>
                  <a:pt x="6985318" y="4812982"/>
                  <a:pt x="6996351" y="4788394"/>
                  <a:pt x="7001336" y="4779297"/>
                </a:cubicBezTo>
                <a:cubicBezTo>
                  <a:pt x="7006321" y="4770201"/>
                  <a:pt x="7010536" y="4755199"/>
                  <a:pt x="7010702" y="4745960"/>
                </a:cubicBezTo>
                <a:cubicBezTo>
                  <a:pt x="7010869" y="4736721"/>
                  <a:pt x="7017298" y="4720842"/>
                  <a:pt x="7024990" y="4710673"/>
                </a:cubicBezTo>
                <a:cubicBezTo>
                  <a:pt x="7032681" y="4700504"/>
                  <a:pt x="7038975" y="4684372"/>
                  <a:pt x="7038975" y="4674825"/>
                </a:cubicBezTo>
                <a:cubicBezTo>
                  <a:pt x="7038975" y="4665277"/>
                  <a:pt x="7042686" y="4650023"/>
                  <a:pt x="7047223" y="4640927"/>
                </a:cubicBezTo>
                <a:cubicBezTo>
                  <a:pt x="7056618" y="4622087"/>
                  <a:pt x="7069690" y="4584586"/>
                  <a:pt x="7097812" y="4495800"/>
                </a:cubicBezTo>
                <a:cubicBezTo>
                  <a:pt x="7108597" y="4461748"/>
                  <a:pt x="7121202" y="4426444"/>
                  <a:pt x="7125823" y="4417347"/>
                </a:cubicBezTo>
                <a:cubicBezTo>
                  <a:pt x="7138546" y="4392301"/>
                  <a:pt x="7135909" y="4371975"/>
                  <a:pt x="7119937" y="4371975"/>
                </a:cubicBezTo>
                <a:cubicBezTo>
                  <a:pt x="7112079" y="4371975"/>
                  <a:pt x="7105650" y="4379690"/>
                  <a:pt x="7105650" y="4389120"/>
                </a:cubicBezTo>
                <a:cubicBezTo>
                  <a:pt x="7105650" y="4398549"/>
                  <a:pt x="7101962" y="4410336"/>
                  <a:pt x="7097455" y="4415313"/>
                </a:cubicBezTo>
                <a:cubicBezTo>
                  <a:pt x="7092948" y="4420290"/>
                  <a:pt x="7081321" y="4447044"/>
                  <a:pt x="7071618" y="4474765"/>
                </a:cubicBezTo>
                <a:cubicBezTo>
                  <a:pt x="7057327" y="4515594"/>
                  <a:pt x="7050289" y="4524639"/>
                  <a:pt x="7034569" y="4522381"/>
                </a:cubicBezTo>
                <a:cubicBezTo>
                  <a:pt x="7012737" y="4519244"/>
                  <a:pt x="7011515" y="4497514"/>
                  <a:pt x="7028522" y="4414837"/>
                </a:cubicBezTo>
                <a:cubicBezTo>
                  <a:pt x="7053541" y="4293210"/>
                  <a:pt x="7067550" y="4206645"/>
                  <a:pt x="7067550" y="4173661"/>
                </a:cubicBezTo>
                <a:cubicBezTo>
                  <a:pt x="7067550" y="4153860"/>
                  <a:pt x="7071370" y="4133588"/>
                  <a:pt x="7076039" y="4128611"/>
                </a:cubicBezTo>
                <a:cubicBezTo>
                  <a:pt x="7080708" y="4123634"/>
                  <a:pt x="7087011" y="4093845"/>
                  <a:pt x="7090045" y="4062412"/>
                </a:cubicBezTo>
                <a:cubicBezTo>
                  <a:pt x="7093080" y="4030980"/>
                  <a:pt x="7099662" y="3981688"/>
                  <a:pt x="7104673" y="3952875"/>
                </a:cubicBezTo>
                <a:cubicBezTo>
                  <a:pt x="7109684" y="3924061"/>
                  <a:pt x="7114097" y="3859553"/>
                  <a:pt x="7114479" y="3809523"/>
                </a:cubicBezTo>
                <a:cubicBezTo>
                  <a:pt x="7114905" y="3753815"/>
                  <a:pt x="7119482" y="3714252"/>
                  <a:pt x="7126287" y="3707447"/>
                </a:cubicBezTo>
                <a:cubicBezTo>
                  <a:pt x="7134754" y="3698980"/>
                  <a:pt x="7134723" y="3680951"/>
                  <a:pt x="7126156" y="3631723"/>
                </a:cubicBezTo>
                <a:cubicBezTo>
                  <a:pt x="7119972" y="3596187"/>
                  <a:pt x="7113085" y="3530679"/>
                  <a:pt x="7110853" y="3486150"/>
                </a:cubicBezTo>
                <a:cubicBezTo>
                  <a:pt x="7106742" y="3404134"/>
                  <a:pt x="7093520" y="3284617"/>
                  <a:pt x="7076080" y="3171825"/>
                </a:cubicBezTo>
                <a:cubicBezTo>
                  <a:pt x="7070815" y="3137773"/>
                  <a:pt x="7064183" y="3090624"/>
                  <a:pt x="7061342" y="3067050"/>
                </a:cubicBezTo>
                <a:cubicBezTo>
                  <a:pt x="7058502" y="3043475"/>
                  <a:pt x="7052307" y="3020115"/>
                  <a:pt x="7047576" y="3015138"/>
                </a:cubicBezTo>
                <a:cubicBezTo>
                  <a:pt x="7042845" y="3010161"/>
                  <a:pt x="7038986" y="2995160"/>
                  <a:pt x="7038999" y="2981801"/>
                </a:cubicBezTo>
                <a:cubicBezTo>
                  <a:pt x="7039013" y="2968442"/>
                  <a:pt x="7032802" y="2929651"/>
                  <a:pt x="7025196" y="2895600"/>
                </a:cubicBezTo>
                <a:cubicBezTo>
                  <a:pt x="7017591" y="2861548"/>
                  <a:pt x="7004041" y="2800302"/>
                  <a:pt x="6995086" y="2759497"/>
                </a:cubicBezTo>
                <a:cubicBezTo>
                  <a:pt x="6986131" y="2718693"/>
                  <a:pt x="6975198" y="2683078"/>
                  <a:pt x="6970789" y="2680354"/>
                </a:cubicBezTo>
                <a:cubicBezTo>
                  <a:pt x="6966381" y="2677629"/>
                  <a:pt x="6962775" y="2660999"/>
                  <a:pt x="6962775" y="2643397"/>
                </a:cubicBezTo>
                <a:cubicBezTo>
                  <a:pt x="6962775" y="2625795"/>
                  <a:pt x="6956766" y="2599259"/>
                  <a:pt x="6949421" y="2584428"/>
                </a:cubicBezTo>
                <a:cubicBezTo>
                  <a:pt x="6942077" y="2569597"/>
                  <a:pt x="6928620" y="2533888"/>
                  <a:pt x="6919516" y="2505075"/>
                </a:cubicBezTo>
                <a:cubicBezTo>
                  <a:pt x="6910412" y="2476261"/>
                  <a:pt x="6899276" y="2448615"/>
                  <a:pt x="6894769" y="2443638"/>
                </a:cubicBezTo>
                <a:cubicBezTo>
                  <a:pt x="6890262" y="2438661"/>
                  <a:pt x="6886575" y="2425221"/>
                  <a:pt x="6886575" y="2413771"/>
                </a:cubicBezTo>
                <a:cubicBezTo>
                  <a:pt x="6886575" y="2402320"/>
                  <a:pt x="6880172" y="2380675"/>
                  <a:pt x="6872346" y="2365670"/>
                </a:cubicBezTo>
                <a:cubicBezTo>
                  <a:pt x="6864520" y="2350664"/>
                  <a:pt x="6858090" y="2331545"/>
                  <a:pt x="6858058" y="2323182"/>
                </a:cubicBezTo>
                <a:cubicBezTo>
                  <a:pt x="6858005" y="2309422"/>
                  <a:pt x="6840700" y="2266040"/>
                  <a:pt x="6820429" y="2228850"/>
                </a:cubicBezTo>
                <a:cubicBezTo>
                  <a:pt x="6816146" y="2220991"/>
                  <a:pt x="6802771" y="2214987"/>
                  <a:pt x="6790706" y="2215506"/>
                </a:cubicBezTo>
                <a:cubicBezTo>
                  <a:pt x="6769843" y="2216405"/>
                  <a:pt x="6686550" y="2143127"/>
                  <a:pt x="6686550" y="2123874"/>
                </a:cubicBezTo>
                <a:cubicBezTo>
                  <a:pt x="6686549" y="2119486"/>
                  <a:pt x="6669404" y="2090084"/>
                  <a:pt x="6648449" y="2058536"/>
                </a:cubicBezTo>
                <a:cubicBezTo>
                  <a:pt x="6627494" y="2026988"/>
                  <a:pt x="6610349" y="1996596"/>
                  <a:pt x="6610350" y="1990998"/>
                </a:cubicBezTo>
                <a:cubicBezTo>
                  <a:pt x="6610350" y="1985401"/>
                  <a:pt x="6600392" y="1964833"/>
                  <a:pt x="6588222" y="1945291"/>
                </a:cubicBezTo>
                <a:cubicBezTo>
                  <a:pt x="6576052" y="1925750"/>
                  <a:pt x="6563157" y="1903333"/>
                  <a:pt x="6559565" y="1895475"/>
                </a:cubicBezTo>
                <a:cubicBezTo>
                  <a:pt x="6555974" y="1887616"/>
                  <a:pt x="6543961" y="1866185"/>
                  <a:pt x="6532870" y="1847850"/>
                </a:cubicBezTo>
                <a:cubicBezTo>
                  <a:pt x="6521778" y="1829514"/>
                  <a:pt x="6505555" y="1801653"/>
                  <a:pt x="6496817" y="1785937"/>
                </a:cubicBezTo>
                <a:cubicBezTo>
                  <a:pt x="6488079" y="1770221"/>
                  <a:pt x="6465784" y="1733788"/>
                  <a:pt x="6447273" y="1704975"/>
                </a:cubicBezTo>
                <a:cubicBezTo>
                  <a:pt x="6428761" y="1676161"/>
                  <a:pt x="6406332" y="1634000"/>
                  <a:pt x="6397430" y="1611283"/>
                </a:cubicBezTo>
                <a:cubicBezTo>
                  <a:pt x="6361492" y="1519570"/>
                  <a:pt x="6221999" y="1350004"/>
                  <a:pt x="6173963" y="1339641"/>
                </a:cubicBezTo>
                <a:cubicBezTo>
                  <a:pt x="6159896" y="1336606"/>
                  <a:pt x="6111954" y="1301705"/>
                  <a:pt x="6067425" y="1262083"/>
                </a:cubicBezTo>
                <a:cubicBezTo>
                  <a:pt x="6022895" y="1222462"/>
                  <a:pt x="5958601" y="1165140"/>
                  <a:pt x="5924550" y="1134702"/>
                </a:cubicBezTo>
                <a:cubicBezTo>
                  <a:pt x="5890498" y="1104264"/>
                  <a:pt x="5851921" y="1073843"/>
                  <a:pt x="5838825" y="1067100"/>
                </a:cubicBezTo>
                <a:cubicBezTo>
                  <a:pt x="5825728" y="1060356"/>
                  <a:pt x="5778579" y="1032738"/>
                  <a:pt x="5734050" y="1005725"/>
                </a:cubicBezTo>
                <a:cubicBezTo>
                  <a:pt x="5689520" y="978712"/>
                  <a:pt x="5644515" y="951494"/>
                  <a:pt x="5634037" y="945241"/>
                </a:cubicBezTo>
                <a:cubicBezTo>
                  <a:pt x="5568431" y="906082"/>
                  <a:pt x="5332962" y="801826"/>
                  <a:pt x="5267325" y="782875"/>
                </a:cubicBezTo>
                <a:cubicBezTo>
                  <a:pt x="5248989" y="777581"/>
                  <a:pt x="5203983" y="762500"/>
                  <a:pt x="5167312" y="749363"/>
                </a:cubicBezTo>
                <a:cubicBezTo>
                  <a:pt x="5060075" y="710945"/>
                  <a:pt x="4816228" y="653975"/>
                  <a:pt x="4648200" y="628082"/>
                </a:cubicBezTo>
                <a:cubicBezTo>
                  <a:pt x="4540751" y="611525"/>
                  <a:pt x="4448175" y="573597"/>
                  <a:pt x="4448175" y="546134"/>
                </a:cubicBezTo>
                <a:cubicBezTo>
                  <a:pt x="4448175" y="526885"/>
                  <a:pt x="4475392" y="505548"/>
                  <a:pt x="4500562" y="505065"/>
                </a:cubicBezTo>
                <a:cubicBezTo>
                  <a:pt x="4511040" y="504864"/>
                  <a:pt x="4531709" y="496723"/>
                  <a:pt x="4546495" y="486975"/>
                </a:cubicBezTo>
                <a:lnTo>
                  <a:pt x="4573377" y="469250"/>
                </a:lnTo>
                <a:lnTo>
                  <a:pt x="4479820" y="457464"/>
                </a:lnTo>
                <a:cubicBezTo>
                  <a:pt x="4312843" y="436429"/>
                  <a:pt x="4060973" y="425066"/>
                  <a:pt x="4052855" y="438202"/>
                </a:cubicBezTo>
                <a:cubicBezTo>
                  <a:pt x="4049429" y="443744"/>
                  <a:pt x="4060078" y="447735"/>
                  <a:pt x="4078519" y="447820"/>
                </a:cubicBezTo>
                <a:cubicBezTo>
                  <a:pt x="4178374" y="448282"/>
                  <a:pt x="4135879" y="492395"/>
                  <a:pt x="4024312" y="504090"/>
                </a:cubicBezTo>
                <a:cubicBezTo>
                  <a:pt x="3928362" y="514148"/>
                  <a:pt x="3824090" y="533611"/>
                  <a:pt x="3738562" y="557426"/>
                </a:cubicBezTo>
                <a:cubicBezTo>
                  <a:pt x="3707130" y="566178"/>
                  <a:pt x="3666410" y="576709"/>
                  <a:pt x="3648075" y="580828"/>
                </a:cubicBezTo>
                <a:cubicBezTo>
                  <a:pt x="3552631" y="602266"/>
                  <a:pt x="3250584" y="694433"/>
                  <a:pt x="3192933" y="719710"/>
                </a:cubicBezTo>
                <a:cubicBezTo>
                  <a:pt x="3175729" y="727253"/>
                  <a:pt x="3156108" y="733425"/>
                  <a:pt x="3149331" y="733425"/>
                </a:cubicBezTo>
                <a:cubicBezTo>
                  <a:pt x="3142554" y="733425"/>
                  <a:pt x="3110016" y="744393"/>
                  <a:pt x="3077024" y="757798"/>
                </a:cubicBezTo>
                <a:cubicBezTo>
                  <a:pt x="3044033" y="771204"/>
                  <a:pt x="3010543" y="779679"/>
                  <a:pt x="3002602" y="776632"/>
                </a:cubicBezTo>
                <a:cubicBezTo>
                  <a:pt x="2994662" y="773585"/>
                  <a:pt x="2978205" y="777618"/>
                  <a:pt x="2966032" y="785594"/>
                </a:cubicBezTo>
                <a:cubicBezTo>
                  <a:pt x="2953859" y="793570"/>
                  <a:pt x="2923388" y="807035"/>
                  <a:pt x="2898318" y="815516"/>
                </a:cubicBezTo>
                <a:cubicBezTo>
                  <a:pt x="2797902" y="849487"/>
                  <a:pt x="2751772" y="875892"/>
                  <a:pt x="2654851" y="954881"/>
                </a:cubicBezTo>
                <a:cubicBezTo>
                  <a:pt x="2624317" y="979765"/>
                  <a:pt x="2595702" y="1000125"/>
                  <a:pt x="2591262" y="1000125"/>
                </a:cubicBezTo>
                <a:cubicBezTo>
                  <a:pt x="2586822" y="1000125"/>
                  <a:pt x="2560896" y="1015126"/>
                  <a:pt x="2533649" y="1033462"/>
                </a:cubicBezTo>
                <a:cubicBezTo>
                  <a:pt x="2506403" y="1051798"/>
                  <a:pt x="2478859" y="1066799"/>
                  <a:pt x="2472440" y="1066799"/>
                </a:cubicBezTo>
                <a:cubicBezTo>
                  <a:pt x="2466022" y="1066799"/>
                  <a:pt x="2450379" y="1077977"/>
                  <a:pt x="2437679" y="1091639"/>
                </a:cubicBezTo>
                <a:cubicBezTo>
                  <a:pt x="2424978" y="1105301"/>
                  <a:pt x="2393156" y="1126114"/>
                  <a:pt x="2366962" y="1137889"/>
                </a:cubicBezTo>
                <a:cubicBezTo>
                  <a:pt x="2340768" y="1149665"/>
                  <a:pt x="2310775" y="1168929"/>
                  <a:pt x="2300309" y="1180699"/>
                </a:cubicBezTo>
                <a:cubicBezTo>
                  <a:pt x="2280598" y="1202869"/>
                  <a:pt x="2237253" y="1228724"/>
                  <a:pt x="2219798" y="1228724"/>
                </a:cubicBezTo>
                <a:cubicBezTo>
                  <a:pt x="2189898" y="1228725"/>
                  <a:pt x="2215572" y="1186829"/>
                  <a:pt x="2274093" y="1140125"/>
                </a:cubicBezTo>
                <a:cubicBezTo>
                  <a:pt x="2309455" y="1111904"/>
                  <a:pt x="2344446" y="1081505"/>
                  <a:pt x="2351851" y="1072573"/>
                </a:cubicBezTo>
                <a:cubicBezTo>
                  <a:pt x="2359256" y="1063640"/>
                  <a:pt x="2383201" y="1048183"/>
                  <a:pt x="2405062" y="1038224"/>
                </a:cubicBezTo>
                <a:cubicBezTo>
                  <a:pt x="2443997" y="1020488"/>
                  <a:pt x="2473968" y="994418"/>
                  <a:pt x="2465342" y="985792"/>
                </a:cubicBezTo>
                <a:cubicBezTo>
                  <a:pt x="2462951" y="983401"/>
                  <a:pt x="2437839" y="996363"/>
                  <a:pt x="2409537" y="1014597"/>
                </a:cubicBezTo>
                <a:cubicBezTo>
                  <a:pt x="2381235" y="1032831"/>
                  <a:pt x="2354431" y="1047749"/>
                  <a:pt x="2349973" y="1047750"/>
                </a:cubicBezTo>
                <a:cubicBezTo>
                  <a:pt x="2340535" y="1047750"/>
                  <a:pt x="2350531" y="1010476"/>
                  <a:pt x="2364723" y="992751"/>
                </a:cubicBezTo>
                <a:cubicBezTo>
                  <a:pt x="2406590" y="940456"/>
                  <a:pt x="2294665" y="1012388"/>
                  <a:pt x="2214196" y="1089490"/>
                </a:cubicBezTo>
                <a:cubicBezTo>
                  <a:pt x="2191123" y="1111598"/>
                  <a:pt x="2158192" y="1136450"/>
                  <a:pt x="2141016" y="1144718"/>
                </a:cubicBezTo>
                <a:cubicBezTo>
                  <a:pt x="2123840" y="1152986"/>
                  <a:pt x="2080500" y="1183842"/>
                  <a:pt x="2044705" y="1213287"/>
                </a:cubicBezTo>
                <a:cubicBezTo>
                  <a:pt x="2008910" y="1242733"/>
                  <a:pt x="1975835" y="1266824"/>
                  <a:pt x="1971204" y="1266824"/>
                </a:cubicBezTo>
                <a:cubicBezTo>
                  <a:pt x="1956715" y="1266824"/>
                  <a:pt x="1673949" y="1523491"/>
                  <a:pt x="1601306" y="1602581"/>
                </a:cubicBezTo>
                <a:cubicBezTo>
                  <a:pt x="1583263" y="1622226"/>
                  <a:pt x="1560630" y="1638300"/>
                  <a:pt x="1551012" y="1638300"/>
                </a:cubicBezTo>
                <a:cubicBezTo>
                  <a:pt x="1523112" y="1638300"/>
                  <a:pt x="1530081" y="1603946"/>
                  <a:pt x="1564481" y="1571907"/>
                </a:cubicBezTo>
                <a:cubicBezTo>
                  <a:pt x="1632672" y="1508396"/>
                  <a:pt x="1717413" y="1438275"/>
                  <a:pt x="1725973" y="1438275"/>
                </a:cubicBezTo>
                <a:cubicBezTo>
                  <a:pt x="1734638" y="1438275"/>
                  <a:pt x="1790462" y="1384743"/>
                  <a:pt x="1818060" y="1349971"/>
                </a:cubicBezTo>
                <a:cubicBezTo>
                  <a:pt x="1836025" y="1327335"/>
                  <a:pt x="1817973" y="1329185"/>
                  <a:pt x="1792894" y="1352550"/>
                </a:cubicBezTo>
                <a:cubicBezTo>
                  <a:pt x="1781648" y="1363027"/>
                  <a:pt x="1768728" y="1371600"/>
                  <a:pt x="1764183" y="1371600"/>
                </a:cubicBezTo>
                <a:cubicBezTo>
                  <a:pt x="1759639" y="1371600"/>
                  <a:pt x="1745670" y="1382510"/>
                  <a:pt x="1733143" y="1395845"/>
                </a:cubicBezTo>
                <a:cubicBezTo>
                  <a:pt x="1709830" y="1420660"/>
                  <a:pt x="1667130" y="1425288"/>
                  <a:pt x="1660074" y="1403763"/>
                </a:cubicBezTo>
                <a:cubicBezTo>
                  <a:pt x="1658145" y="1397879"/>
                  <a:pt x="1688890" y="1360426"/>
                  <a:pt x="1728396" y="1320533"/>
                </a:cubicBezTo>
                <a:cubicBezTo>
                  <a:pt x="1789934" y="1258393"/>
                  <a:pt x="1811936" y="1228725"/>
                  <a:pt x="1796481" y="1228725"/>
                </a:cubicBezTo>
                <a:cubicBezTo>
                  <a:pt x="1791383" y="1228725"/>
                  <a:pt x="1707485" y="1303981"/>
                  <a:pt x="1614839" y="1391659"/>
                </a:cubicBezTo>
                <a:cubicBezTo>
                  <a:pt x="1572736" y="1431505"/>
                  <a:pt x="1501855" y="1497942"/>
                  <a:pt x="1457328" y="1539297"/>
                </a:cubicBezTo>
                <a:cubicBezTo>
                  <a:pt x="1336979" y="1651070"/>
                  <a:pt x="1282239" y="1709905"/>
                  <a:pt x="1210133" y="1804987"/>
                </a:cubicBezTo>
                <a:cubicBezTo>
                  <a:pt x="1174377" y="1852136"/>
                  <a:pt x="1129643" y="1907091"/>
                  <a:pt x="1110723" y="1927109"/>
                </a:cubicBezTo>
                <a:cubicBezTo>
                  <a:pt x="1091804" y="1947127"/>
                  <a:pt x="1076170" y="1966415"/>
                  <a:pt x="1075981" y="1969971"/>
                </a:cubicBezTo>
                <a:cubicBezTo>
                  <a:pt x="1075792" y="1973528"/>
                  <a:pt x="1054360" y="1999634"/>
                  <a:pt x="1028356" y="2027986"/>
                </a:cubicBezTo>
                <a:cubicBezTo>
                  <a:pt x="980167" y="2080524"/>
                  <a:pt x="960126" y="2126618"/>
                  <a:pt x="1001466" y="2089832"/>
                </a:cubicBezTo>
                <a:cubicBezTo>
                  <a:pt x="1043721" y="2052231"/>
                  <a:pt x="1076325" y="2017573"/>
                  <a:pt x="1076325" y="2010255"/>
                </a:cubicBezTo>
                <a:cubicBezTo>
                  <a:pt x="1076325" y="2006086"/>
                  <a:pt x="1095517" y="1984985"/>
                  <a:pt x="1118974" y="1963363"/>
                </a:cubicBezTo>
                <a:cubicBezTo>
                  <a:pt x="1165581" y="1920402"/>
                  <a:pt x="1200150" y="1911773"/>
                  <a:pt x="1200150" y="1943100"/>
                </a:cubicBezTo>
                <a:cubicBezTo>
                  <a:pt x="1200150" y="1976824"/>
                  <a:pt x="1222588" y="1963685"/>
                  <a:pt x="1285556" y="1893091"/>
                </a:cubicBezTo>
                <a:cubicBezTo>
                  <a:pt x="1319432" y="1855111"/>
                  <a:pt x="1365509" y="1806375"/>
                  <a:pt x="1387949" y="1784787"/>
                </a:cubicBezTo>
                <a:cubicBezTo>
                  <a:pt x="1410389" y="1763200"/>
                  <a:pt x="1428749" y="1741019"/>
                  <a:pt x="1428749" y="1735497"/>
                </a:cubicBezTo>
                <a:cubicBezTo>
                  <a:pt x="1428749" y="1724385"/>
                  <a:pt x="1505512" y="1648090"/>
                  <a:pt x="1516856" y="1647927"/>
                </a:cubicBezTo>
                <a:cubicBezTo>
                  <a:pt x="1546096" y="1647507"/>
                  <a:pt x="1511089" y="1705528"/>
                  <a:pt x="1456448" y="1748049"/>
                </a:cubicBezTo>
                <a:cubicBezTo>
                  <a:pt x="1442868" y="1758616"/>
                  <a:pt x="1419784" y="1786231"/>
                  <a:pt x="1405148" y="1809415"/>
                </a:cubicBezTo>
                <a:cubicBezTo>
                  <a:pt x="1390513" y="1832599"/>
                  <a:pt x="1364147" y="1865140"/>
                  <a:pt x="1346558" y="1881729"/>
                </a:cubicBezTo>
                <a:cubicBezTo>
                  <a:pt x="1328969" y="1898318"/>
                  <a:pt x="1307622" y="1928556"/>
                  <a:pt x="1299119" y="1948926"/>
                </a:cubicBezTo>
                <a:cubicBezTo>
                  <a:pt x="1290617" y="1969296"/>
                  <a:pt x="1271925" y="2000964"/>
                  <a:pt x="1257582" y="2019300"/>
                </a:cubicBezTo>
                <a:cubicBezTo>
                  <a:pt x="1243240" y="2037635"/>
                  <a:pt x="1220806" y="2071925"/>
                  <a:pt x="1207731" y="2095500"/>
                </a:cubicBezTo>
                <a:cubicBezTo>
                  <a:pt x="1179769" y="2145912"/>
                  <a:pt x="1147586" y="2193897"/>
                  <a:pt x="1107715" y="2244622"/>
                </a:cubicBezTo>
                <a:cubicBezTo>
                  <a:pt x="1091886" y="2264760"/>
                  <a:pt x="1071344" y="2296239"/>
                  <a:pt x="1062067" y="2314575"/>
                </a:cubicBezTo>
                <a:cubicBezTo>
                  <a:pt x="1052790" y="2332910"/>
                  <a:pt x="1028628" y="2366033"/>
                  <a:pt x="1008374" y="2388180"/>
                </a:cubicBezTo>
                <a:cubicBezTo>
                  <a:pt x="986001" y="2412646"/>
                  <a:pt x="971550" y="2437877"/>
                  <a:pt x="971550" y="2452474"/>
                </a:cubicBezTo>
                <a:cubicBezTo>
                  <a:pt x="971550" y="2465688"/>
                  <a:pt x="967263" y="2476500"/>
                  <a:pt x="962025" y="2476500"/>
                </a:cubicBezTo>
                <a:cubicBezTo>
                  <a:pt x="956786" y="2476500"/>
                  <a:pt x="952500" y="2482404"/>
                  <a:pt x="952500" y="2489621"/>
                </a:cubicBezTo>
                <a:cubicBezTo>
                  <a:pt x="952500" y="2496837"/>
                  <a:pt x="946070" y="2508078"/>
                  <a:pt x="938212" y="2514599"/>
                </a:cubicBezTo>
                <a:cubicBezTo>
                  <a:pt x="930354" y="2521121"/>
                  <a:pt x="923925" y="2535653"/>
                  <a:pt x="923925" y="2546892"/>
                </a:cubicBezTo>
                <a:cubicBezTo>
                  <a:pt x="923925" y="2558132"/>
                  <a:pt x="913209" y="2583097"/>
                  <a:pt x="900112" y="2602371"/>
                </a:cubicBezTo>
                <a:cubicBezTo>
                  <a:pt x="887015" y="2621644"/>
                  <a:pt x="876300" y="2642213"/>
                  <a:pt x="876300" y="2648080"/>
                </a:cubicBezTo>
                <a:cubicBezTo>
                  <a:pt x="876300" y="2653946"/>
                  <a:pt x="866361" y="2672390"/>
                  <a:pt x="854215" y="2689066"/>
                </a:cubicBezTo>
                <a:cubicBezTo>
                  <a:pt x="842068" y="2705743"/>
                  <a:pt x="824341" y="2738675"/>
                  <a:pt x="814821" y="2762250"/>
                </a:cubicBezTo>
                <a:cubicBezTo>
                  <a:pt x="805301" y="2785824"/>
                  <a:pt x="791665" y="2818619"/>
                  <a:pt x="784518" y="2835127"/>
                </a:cubicBezTo>
                <a:cubicBezTo>
                  <a:pt x="777372" y="2851634"/>
                  <a:pt x="771525" y="2869936"/>
                  <a:pt x="771525" y="2875797"/>
                </a:cubicBezTo>
                <a:cubicBezTo>
                  <a:pt x="771525" y="2881658"/>
                  <a:pt x="760809" y="2903428"/>
                  <a:pt x="747712" y="2924175"/>
                </a:cubicBezTo>
                <a:cubicBezTo>
                  <a:pt x="734615" y="2944921"/>
                  <a:pt x="723765" y="2971625"/>
                  <a:pt x="723602" y="2983516"/>
                </a:cubicBezTo>
                <a:cubicBezTo>
                  <a:pt x="723438" y="2995408"/>
                  <a:pt x="712761" y="3026568"/>
                  <a:pt x="699876" y="3052762"/>
                </a:cubicBezTo>
                <a:cubicBezTo>
                  <a:pt x="686991" y="3078956"/>
                  <a:pt x="676409" y="3107609"/>
                  <a:pt x="676362" y="3116436"/>
                </a:cubicBezTo>
                <a:cubicBezTo>
                  <a:pt x="676314" y="3125262"/>
                  <a:pt x="671266" y="3144551"/>
                  <a:pt x="665145" y="3159298"/>
                </a:cubicBezTo>
                <a:cubicBezTo>
                  <a:pt x="650494" y="3194598"/>
                  <a:pt x="610721" y="3337144"/>
                  <a:pt x="601060" y="3388984"/>
                </a:cubicBezTo>
                <a:cubicBezTo>
                  <a:pt x="596862" y="3411505"/>
                  <a:pt x="588494" y="3434865"/>
                  <a:pt x="582464" y="3440895"/>
                </a:cubicBezTo>
                <a:cubicBezTo>
                  <a:pt x="576433" y="3446926"/>
                  <a:pt x="571500" y="3469767"/>
                  <a:pt x="571500" y="3491654"/>
                </a:cubicBezTo>
                <a:cubicBezTo>
                  <a:pt x="571499" y="3513541"/>
                  <a:pt x="564758" y="3547582"/>
                  <a:pt x="556519" y="3567302"/>
                </a:cubicBezTo>
                <a:cubicBezTo>
                  <a:pt x="548280" y="3587021"/>
                  <a:pt x="544084" y="3613299"/>
                  <a:pt x="547196" y="3625697"/>
                </a:cubicBezTo>
                <a:cubicBezTo>
                  <a:pt x="550341" y="3638229"/>
                  <a:pt x="546420" y="3660681"/>
                  <a:pt x="538364" y="3676259"/>
                </a:cubicBezTo>
                <a:cubicBezTo>
                  <a:pt x="530395" y="3691670"/>
                  <a:pt x="523875" y="3719292"/>
                  <a:pt x="523875" y="3737641"/>
                </a:cubicBezTo>
                <a:cubicBezTo>
                  <a:pt x="523875" y="3755990"/>
                  <a:pt x="518958" y="3781794"/>
                  <a:pt x="512949" y="3794982"/>
                </a:cubicBezTo>
                <a:cubicBezTo>
                  <a:pt x="504944" y="3812550"/>
                  <a:pt x="504844" y="3822359"/>
                  <a:pt x="512573" y="3831672"/>
                </a:cubicBezTo>
                <a:cubicBezTo>
                  <a:pt x="531486" y="3854460"/>
                  <a:pt x="521976" y="4366399"/>
                  <a:pt x="502571" y="4370137"/>
                </a:cubicBezTo>
                <a:cubicBezTo>
                  <a:pt x="477688" y="4374929"/>
                  <a:pt x="470007" y="4353334"/>
                  <a:pt x="450437" y="4223548"/>
                </a:cubicBezTo>
                <a:cubicBezTo>
                  <a:pt x="438202" y="4142412"/>
                  <a:pt x="451302" y="3754937"/>
                  <a:pt x="466803" y="3739436"/>
                </a:cubicBezTo>
                <a:cubicBezTo>
                  <a:pt x="471999" y="3734240"/>
                  <a:pt x="476352" y="3712630"/>
                  <a:pt x="476477" y="3691413"/>
                </a:cubicBezTo>
                <a:cubicBezTo>
                  <a:pt x="476602" y="3670196"/>
                  <a:pt x="481211" y="3635692"/>
                  <a:pt x="486720" y="3614737"/>
                </a:cubicBezTo>
                <a:cubicBezTo>
                  <a:pt x="492229" y="3593782"/>
                  <a:pt x="500505" y="3559492"/>
                  <a:pt x="505111" y="3538537"/>
                </a:cubicBezTo>
                <a:cubicBezTo>
                  <a:pt x="521658" y="3463260"/>
                  <a:pt x="543926" y="3356829"/>
                  <a:pt x="551174" y="3318380"/>
                </a:cubicBezTo>
                <a:cubicBezTo>
                  <a:pt x="555236" y="3296829"/>
                  <a:pt x="567901" y="3263366"/>
                  <a:pt x="579317" y="3244016"/>
                </a:cubicBezTo>
                <a:cubicBezTo>
                  <a:pt x="590734" y="3224667"/>
                  <a:pt x="600075" y="3196367"/>
                  <a:pt x="600074" y="3181128"/>
                </a:cubicBezTo>
                <a:cubicBezTo>
                  <a:pt x="600074" y="3165889"/>
                  <a:pt x="607098" y="3137202"/>
                  <a:pt x="615682" y="3117379"/>
                </a:cubicBezTo>
                <a:cubicBezTo>
                  <a:pt x="624267" y="3097556"/>
                  <a:pt x="635379" y="3070621"/>
                  <a:pt x="640376" y="3057525"/>
                </a:cubicBezTo>
                <a:cubicBezTo>
                  <a:pt x="645373" y="3044428"/>
                  <a:pt x="655495" y="3021577"/>
                  <a:pt x="662868" y="3006746"/>
                </a:cubicBezTo>
                <a:cubicBezTo>
                  <a:pt x="670242" y="2991915"/>
                  <a:pt x="676275" y="2971064"/>
                  <a:pt x="676275" y="2960410"/>
                </a:cubicBezTo>
                <a:cubicBezTo>
                  <a:pt x="676274" y="2949757"/>
                  <a:pt x="686556" y="2921172"/>
                  <a:pt x="699123" y="2896889"/>
                </a:cubicBezTo>
                <a:cubicBezTo>
                  <a:pt x="711689" y="2872605"/>
                  <a:pt x="736335" y="2822733"/>
                  <a:pt x="753891" y="2786062"/>
                </a:cubicBezTo>
                <a:cubicBezTo>
                  <a:pt x="771448" y="2749391"/>
                  <a:pt x="795456" y="2704859"/>
                  <a:pt x="807243" y="2687102"/>
                </a:cubicBezTo>
                <a:cubicBezTo>
                  <a:pt x="819030" y="2669345"/>
                  <a:pt x="828674" y="2642884"/>
                  <a:pt x="828674" y="2628301"/>
                </a:cubicBezTo>
                <a:cubicBezTo>
                  <a:pt x="828674" y="2613718"/>
                  <a:pt x="839112" y="2589382"/>
                  <a:pt x="851868" y="2574222"/>
                </a:cubicBezTo>
                <a:cubicBezTo>
                  <a:pt x="864625" y="2559061"/>
                  <a:pt x="878214" y="2534099"/>
                  <a:pt x="882066" y="2518751"/>
                </a:cubicBezTo>
                <a:cubicBezTo>
                  <a:pt x="885919" y="2503403"/>
                  <a:pt x="903342" y="2468535"/>
                  <a:pt x="920785" y="2441267"/>
                </a:cubicBezTo>
                <a:cubicBezTo>
                  <a:pt x="938228" y="2414000"/>
                  <a:pt x="952500" y="2384387"/>
                  <a:pt x="952500" y="2375462"/>
                </a:cubicBezTo>
                <a:cubicBezTo>
                  <a:pt x="952499" y="2366537"/>
                  <a:pt x="962580" y="2345972"/>
                  <a:pt x="974900" y="2329761"/>
                </a:cubicBezTo>
                <a:cubicBezTo>
                  <a:pt x="987221" y="2313550"/>
                  <a:pt x="1004964" y="2285285"/>
                  <a:pt x="1014329" y="2266950"/>
                </a:cubicBezTo>
                <a:cubicBezTo>
                  <a:pt x="1023695" y="2248614"/>
                  <a:pt x="1034345" y="2231469"/>
                  <a:pt x="1037997" y="2228850"/>
                </a:cubicBezTo>
                <a:cubicBezTo>
                  <a:pt x="1050749" y="2219702"/>
                  <a:pt x="1097645" y="2132695"/>
                  <a:pt x="1092563" y="2127613"/>
                </a:cubicBezTo>
                <a:cubicBezTo>
                  <a:pt x="1084056" y="2119106"/>
                  <a:pt x="971549" y="2252130"/>
                  <a:pt x="971550" y="2270695"/>
                </a:cubicBezTo>
                <a:cubicBezTo>
                  <a:pt x="971550" y="2273202"/>
                  <a:pt x="952369" y="2302317"/>
                  <a:pt x="928925" y="2335395"/>
                </a:cubicBezTo>
                <a:cubicBezTo>
                  <a:pt x="905482" y="2368473"/>
                  <a:pt x="877131" y="2412682"/>
                  <a:pt x="865925" y="2433637"/>
                </a:cubicBezTo>
                <a:cubicBezTo>
                  <a:pt x="854718" y="2454592"/>
                  <a:pt x="835323" y="2485381"/>
                  <a:pt x="822824" y="2502058"/>
                </a:cubicBezTo>
                <a:cubicBezTo>
                  <a:pt x="810326" y="2518734"/>
                  <a:pt x="800100" y="2537036"/>
                  <a:pt x="800100" y="2542728"/>
                </a:cubicBezTo>
                <a:cubicBezTo>
                  <a:pt x="800100" y="2548421"/>
                  <a:pt x="789384" y="2570053"/>
                  <a:pt x="776287" y="2590799"/>
                </a:cubicBezTo>
                <a:cubicBezTo>
                  <a:pt x="763190" y="2611546"/>
                  <a:pt x="752475" y="2631199"/>
                  <a:pt x="752475" y="2634473"/>
                </a:cubicBezTo>
                <a:cubicBezTo>
                  <a:pt x="752475" y="2637746"/>
                  <a:pt x="740687" y="2658191"/>
                  <a:pt x="726281" y="2679906"/>
                </a:cubicBezTo>
                <a:cubicBezTo>
                  <a:pt x="700748" y="2718391"/>
                  <a:pt x="686098" y="2746756"/>
                  <a:pt x="661615" y="2805112"/>
                </a:cubicBezTo>
                <a:cubicBezTo>
                  <a:pt x="655022" y="2820828"/>
                  <a:pt x="638478" y="2857323"/>
                  <a:pt x="624851" y="2886211"/>
                </a:cubicBezTo>
                <a:cubicBezTo>
                  <a:pt x="611224" y="2915100"/>
                  <a:pt x="600074" y="2943542"/>
                  <a:pt x="600074" y="2949416"/>
                </a:cubicBezTo>
                <a:cubicBezTo>
                  <a:pt x="600074" y="2955291"/>
                  <a:pt x="593672" y="2972374"/>
                  <a:pt x="585846" y="2987379"/>
                </a:cubicBezTo>
                <a:cubicBezTo>
                  <a:pt x="578020" y="3002385"/>
                  <a:pt x="571590" y="3022163"/>
                  <a:pt x="571558" y="3031331"/>
                </a:cubicBezTo>
                <a:cubicBezTo>
                  <a:pt x="571526" y="3040499"/>
                  <a:pt x="567213" y="3048000"/>
                  <a:pt x="561975" y="3048000"/>
                </a:cubicBezTo>
                <a:cubicBezTo>
                  <a:pt x="556736" y="3048000"/>
                  <a:pt x="552450" y="3060333"/>
                  <a:pt x="552450" y="3075408"/>
                </a:cubicBezTo>
                <a:cubicBezTo>
                  <a:pt x="552450" y="3090483"/>
                  <a:pt x="545745" y="3108382"/>
                  <a:pt x="537550" y="3115183"/>
                </a:cubicBezTo>
                <a:cubicBezTo>
                  <a:pt x="528427" y="3122754"/>
                  <a:pt x="524698" y="3135710"/>
                  <a:pt x="527933" y="3148597"/>
                </a:cubicBezTo>
                <a:cubicBezTo>
                  <a:pt x="531050" y="3161019"/>
                  <a:pt x="527580" y="3174322"/>
                  <a:pt x="519464" y="3181057"/>
                </a:cubicBezTo>
                <a:cubicBezTo>
                  <a:pt x="504503" y="3193474"/>
                  <a:pt x="471931" y="3294506"/>
                  <a:pt x="480218" y="3302793"/>
                </a:cubicBezTo>
                <a:cubicBezTo>
                  <a:pt x="483021" y="3305596"/>
                  <a:pt x="491847" y="3302467"/>
                  <a:pt x="499832" y="3295841"/>
                </a:cubicBezTo>
                <a:cubicBezTo>
                  <a:pt x="518903" y="3280013"/>
                  <a:pt x="519392" y="3275702"/>
                  <a:pt x="480985" y="3461924"/>
                </a:cubicBezTo>
                <a:cubicBezTo>
                  <a:pt x="462664" y="3550756"/>
                  <a:pt x="447674" y="3650693"/>
                  <a:pt x="447675" y="3684007"/>
                </a:cubicBezTo>
                <a:cubicBezTo>
                  <a:pt x="447675" y="3717320"/>
                  <a:pt x="442647" y="3753939"/>
                  <a:pt x="436501" y="3765382"/>
                </a:cubicBezTo>
                <a:cubicBezTo>
                  <a:pt x="429413" y="3778580"/>
                  <a:pt x="425060" y="3840888"/>
                  <a:pt x="424595" y="3935796"/>
                </a:cubicBezTo>
                <a:cubicBezTo>
                  <a:pt x="423985" y="4060299"/>
                  <a:pt x="421325" y="4087472"/>
                  <a:pt x="408745" y="4097721"/>
                </a:cubicBezTo>
                <a:cubicBezTo>
                  <a:pt x="384657" y="4117346"/>
                  <a:pt x="367814" y="4209247"/>
                  <a:pt x="384839" y="4228166"/>
                </a:cubicBezTo>
                <a:cubicBezTo>
                  <a:pt x="393311" y="4237581"/>
                  <a:pt x="400273" y="4272452"/>
                  <a:pt x="403092" y="4319587"/>
                </a:cubicBezTo>
                <a:cubicBezTo>
                  <a:pt x="412462" y="4476293"/>
                  <a:pt x="439944" y="4662392"/>
                  <a:pt x="465678" y="4743387"/>
                </a:cubicBezTo>
                <a:cubicBezTo>
                  <a:pt x="471492" y="4761688"/>
                  <a:pt x="476250" y="4788039"/>
                  <a:pt x="476250" y="4801946"/>
                </a:cubicBezTo>
                <a:cubicBezTo>
                  <a:pt x="476250" y="4815852"/>
                  <a:pt x="486913" y="4845884"/>
                  <a:pt x="499947" y="4868683"/>
                </a:cubicBezTo>
                <a:cubicBezTo>
                  <a:pt x="517132" y="4898743"/>
                  <a:pt x="523677" y="4924364"/>
                  <a:pt x="523760" y="4961898"/>
                </a:cubicBezTo>
                <a:cubicBezTo>
                  <a:pt x="523832" y="4994325"/>
                  <a:pt x="531132" y="5028653"/>
                  <a:pt x="543304" y="5053796"/>
                </a:cubicBezTo>
                <a:cubicBezTo>
                  <a:pt x="562248" y="5092928"/>
                  <a:pt x="563459" y="5093659"/>
                  <a:pt x="591699" y="5083000"/>
                </a:cubicBezTo>
                <a:cubicBezTo>
                  <a:pt x="623365" y="5071047"/>
                  <a:pt x="647700" y="5089758"/>
                  <a:pt x="647700" y="5126059"/>
                </a:cubicBezTo>
                <a:cubicBezTo>
                  <a:pt x="647700" y="5135419"/>
                  <a:pt x="658159" y="5165675"/>
                  <a:pt x="670943" y="5193295"/>
                </a:cubicBezTo>
                <a:cubicBezTo>
                  <a:pt x="683726" y="5220914"/>
                  <a:pt x="707527" y="5277802"/>
                  <a:pt x="723833" y="5319712"/>
                </a:cubicBezTo>
                <a:cubicBezTo>
                  <a:pt x="762984" y="5420340"/>
                  <a:pt x="770540" y="5438249"/>
                  <a:pt x="788129" y="5472112"/>
                </a:cubicBezTo>
                <a:cubicBezTo>
                  <a:pt x="796293" y="5487828"/>
                  <a:pt x="809069" y="5512474"/>
                  <a:pt x="816521" y="5526881"/>
                </a:cubicBezTo>
                <a:cubicBezTo>
                  <a:pt x="823973" y="5541287"/>
                  <a:pt x="836185" y="5553075"/>
                  <a:pt x="843660" y="5553075"/>
                </a:cubicBezTo>
                <a:cubicBezTo>
                  <a:pt x="861339" y="5553075"/>
                  <a:pt x="861007" y="5539476"/>
                  <a:pt x="842962" y="5524500"/>
                </a:cubicBezTo>
                <a:cubicBezTo>
                  <a:pt x="835104" y="5517978"/>
                  <a:pt x="828538" y="5505666"/>
                  <a:pt x="828372" y="5497139"/>
                </a:cubicBezTo>
                <a:cubicBezTo>
                  <a:pt x="828205" y="5488613"/>
                  <a:pt x="821776" y="5473317"/>
                  <a:pt x="814084" y="5463148"/>
                </a:cubicBezTo>
                <a:cubicBezTo>
                  <a:pt x="806393" y="5452979"/>
                  <a:pt x="800100" y="5435619"/>
                  <a:pt x="800100" y="5424571"/>
                </a:cubicBezTo>
                <a:cubicBezTo>
                  <a:pt x="800100" y="5413524"/>
                  <a:pt x="796379" y="5400413"/>
                  <a:pt x="791832" y="5395436"/>
                </a:cubicBezTo>
                <a:cubicBezTo>
                  <a:pt x="778560" y="5380911"/>
                  <a:pt x="704850" y="5158108"/>
                  <a:pt x="704850" y="5132519"/>
                </a:cubicBezTo>
                <a:cubicBezTo>
                  <a:pt x="704849" y="5119699"/>
                  <a:pt x="709100" y="5104959"/>
                  <a:pt x="714296" y="5099763"/>
                </a:cubicBezTo>
                <a:cubicBezTo>
                  <a:pt x="722907" y="5091152"/>
                  <a:pt x="720732" y="5079318"/>
                  <a:pt x="698704" y="5014912"/>
                </a:cubicBezTo>
                <a:cubicBezTo>
                  <a:pt x="696912" y="5009673"/>
                  <a:pt x="690321" y="4998264"/>
                  <a:pt x="684058" y="4989559"/>
                </a:cubicBezTo>
                <a:cubicBezTo>
                  <a:pt x="675165" y="4977198"/>
                  <a:pt x="675463" y="4965270"/>
                  <a:pt x="685420" y="4935099"/>
                </a:cubicBezTo>
                <a:cubicBezTo>
                  <a:pt x="693830" y="4909618"/>
                  <a:pt x="695027" y="4892309"/>
                  <a:pt x="688938" y="4884252"/>
                </a:cubicBezTo>
                <a:cubicBezTo>
                  <a:pt x="655601" y="4840142"/>
                  <a:pt x="638989" y="4675307"/>
                  <a:pt x="667302" y="4669566"/>
                </a:cubicBezTo>
                <a:cubicBezTo>
                  <a:pt x="699312" y="4663075"/>
                  <a:pt x="749647" y="4767241"/>
                  <a:pt x="770650" y="4883436"/>
                </a:cubicBezTo>
                <a:cubicBezTo>
                  <a:pt x="774624" y="4905422"/>
                  <a:pt x="782381" y="4928997"/>
                  <a:pt x="787888" y="4935824"/>
                </a:cubicBezTo>
                <a:cubicBezTo>
                  <a:pt x="793394" y="4942651"/>
                  <a:pt x="801097" y="4963239"/>
                  <a:pt x="805005" y="4981575"/>
                </a:cubicBezTo>
                <a:cubicBezTo>
                  <a:pt x="808913" y="4999910"/>
                  <a:pt x="824892" y="5042773"/>
                  <a:pt x="840516" y="5076825"/>
                </a:cubicBezTo>
                <a:cubicBezTo>
                  <a:pt x="856139" y="5110876"/>
                  <a:pt x="877049" y="5164062"/>
                  <a:pt x="886983" y="5195014"/>
                </a:cubicBezTo>
                <a:cubicBezTo>
                  <a:pt x="896917" y="5225966"/>
                  <a:pt x="908529" y="5255970"/>
                  <a:pt x="912787" y="5261689"/>
                </a:cubicBezTo>
                <a:cubicBezTo>
                  <a:pt x="917044" y="5267408"/>
                  <a:pt x="934887" y="5306377"/>
                  <a:pt x="952436" y="5348287"/>
                </a:cubicBezTo>
                <a:cubicBezTo>
                  <a:pt x="969986" y="5390197"/>
                  <a:pt x="987895" y="5428559"/>
                  <a:pt x="992234" y="5433536"/>
                </a:cubicBezTo>
                <a:cubicBezTo>
                  <a:pt x="996574" y="5438513"/>
                  <a:pt x="1000125" y="5448242"/>
                  <a:pt x="1000125" y="5455156"/>
                </a:cubicBezTo>
                <a:cubicBezTo>
                  <a:pt x="1000125" y="5462071"/>
                  <a:pt x="1010165" y="5483716"/>
                  <a:pt x="1022436" y="5503258"/>
                </a:cubicBezTo>
                <a:cubicBezTo>
                  <a:pt x="1034707" y="5522799"/>
                  <a:pt x="1058987" y="5564505"/>
                  <a:pt x="1076391" y="5595937"/>
                </a:cubicBezTo>
                <a:cubicBezTo>
                  <a:pt x="1093795" y="5627370"/>
                  <a:pt x="1114830" y="5664475"/>
                  <a:pt x="1123136" y="5678393"/>
                </a:cubicBezTo>
                <a:cubicBezTo>
                  <a:pt x="1131441" y="5692312"/>
                  <a:pt x="1159251" y="5740331"/>
                  <a:pt x="1184935" y="5785104"/>
                </a:cubicBezTo>
                <a:cubicBezTo>
                  <a:pt x="1210619" y="5829876"/>
                  <a:pt x="1252301" y="5891355"/>
                  <a:pt x="1277562" y="5921723"/>
                </a:cubicBezTo>
                <a:cubicBezTo>
                  <a:pt x="1302823" y="5952091"/>
                  <a:pt x="1323600" y="5980537"/>
                  <a:pt x="1323733" y="5984936"/>
                </a:cubicBezTo>
                <a:cubicBezTo>
                  <a:pt x="1323866" y="5989336"/>
                  <a:pt x="1334303" y="6004338"/>
                  <a:pt x="1346928" y="6018274"/>
                </a:cubicBezTo>
                <a:cubicBezTo>
                  <a:pt x="1359552" y="6032210"/>
                  <a:pt x="1402381" y="6082813"/>
                  <a:pt x="1442103" y="6130725"/>
                </a:cubicBezTo>
                <a:cubicBezTo>
                  <a:pt x="1546490" y="6256634"/>
                  <a:pt x="1673849" y="6382965"/>
                  <a:pt x="1737345" y="6423583"/>
                </a:cubicBezTo>
                <a:cubicBezTo>
                  <a:pt x="1767651" y="6442969"/>
                  <a:pt x="1797411" y="6462854"/>
                  <a:pt x="1803479" y="6467771"/>
                </a:cubicBezTo>
                <a:cubicBezTo>
                  <a:pt x="1859246" y="6512965"/>
                  <a:pt x="1874509" y="6523440"/>
                  <a:pt x="2005012" y="6606076"/>
                </a:cubicBezTo>
                <a:cubicBezTo>
                  <a:pt x="2040441" y="6628510"/>
                  <a:pt x="2310854" y="6762063"/>
                  <a:pt x="2381558" y="6792047"/>
                </a:cubicBezTo>
                <a:cubicBezTo>
                  <a:pt x="2410202" y="6804194"/>
                  <a:pt x="2452492" y="6824002"/>
                  <a:pt x="2475537" y="6836066"/>
                </a:cubicBezTo>
                <a:cubicBezTo>
                  <a:pt x="2498582" y="6848129"/>
                  <a:pt x="2522689" y="6858000"/>
                  <a:pt x="2529108" y="6858000"/>
                </a:cubicBezTo>
                <a:cubicBezTo>
                  <a:pt x="2535528" y="6858000"/>
                  <a:pt x="2589935" y="6874557"/>
                  <a:pt x="2650015" y="6894793"/>
                </a:cubicBezTo>
                <a:cubicBezTo>
                  <a:pt x="2793542" y="6943137"/>
                  <a:pt x="2847975" y="6951835"/>
                  <a:pt x="2847975" y="6926424"/>
                </a:cubicBezTo>
                <a:cubicBezTo>
                  <a:pt x="2847975" y="6902635"/>
                  <a:pt x="2862778" y="6891557"/>
                  <a:pt x="2909887" y="6880089"/>
                </a:cubicBezTo>
                <a:cubicBezTo>
                  <a:pt x="2948299" y="6870739"/>
                  <a:pt x="2986708" y="6874206"/>
                  <a:pt x="3248025" y="6910612"/>
                </a:cubicBezTo>
                <a:cubicBezTo>
                  <a:pt x="3568811" y="6955304"/>
                  <a:pt x="3896070" y="6960469"/>
                  <a:pt x="4114800" y="6924292"/>
                </a:cubicBezTo>
                <a:cubicBezTo>
                  <a:pt x="4174548" y="6914409"/>
                  <a:pt x="4226132" y="6906444"/>
                  <a:pt x="4348858" y="6888147"/>
                </a:cubicBezTo>
                <a:cubicBezTo>
                  <a:pt x="4380673" y="6883404"/>
                  <a:pt x="4415753" y="6874681"/>
                  <a:pt x="4426813" y="6868761"/>
                </a:cubicBezTo>
                <a:cubicBezTo>
                  <a:pt x="4453261" y="6854607"/>
                  <a:pt x="4519831" y="6855001"/>
                  <a:pt x="4542966" y="6869449"/>
                </a:cubicBezTo>
                <a:cubicBezTo>
                  <a:pt x="4556426" y="6877855"/>
                  <a:pt x="4567151" y="6878170"/>
                  <a:pt x="4583318" y="6870635"/>
                </a:cubicBezTo>
                <a:cubicBezTo>
                  <a:pt x="4636279" y="6845949"/>
                  <a:pt x="4665481" y="6836421"/>
                  <a:pt x="4710112" y="6829265"/>
                </a:cubicBezTo>
                <a:cubicBezTo>
                  <a:pt x="4736306" y="6825065"/>
                  <a:pt x="4800590" y="6810524"/>
                  <a:pt x="4852965" y="6796952"/>
                </a:cubicBezTo>
                <a:cubicBezTo>
                  <a:pt x="4905340" y="6783379"/>
                  <a:pt x="4953911" y="6772275"/>
                  <a:pt x="4960900" y="6772275"/>
                </a:cubicBezTo>
                <a:cubicBezTo>
                  <a:pt x="4967888" y="6772275"/>
                  <a:pt x="4999203" y="6757273"/>
                  <a:pt x="5030488" y="6738937"/>
                </a:cubicBezTo>
                <a:cubicBezTo>
                  <a:pt x="5061773" y="6720601"/>
                  <a:pt x="5097603" y="6705600"/>
                  <a:pt x="5110110" y="6705600"/>
                </a:cubicBezTo>
                <a:cubicBezTo>
                  <a:pt x="5122617" y="6705600"/>
                  <a:pt x="5135499" y="6701313"/>
                  <a:pt x="5138737" y="6696075"/>
                </a:cubicBezTo>
                <a:cubicBezTo>
                  <a:pt x="5141975" y="6690836"/>
                  <a:pt x="5155322" y="6686550"/>
                  <a:pt x="5168397" y="6686550"/>
                </a:cubicBezTo>
                <a:cubicBezTo>
                  <a:pt x="5190673" y="6686550"/>
                  <a:pt x="5225935" y="6671777"/>
                  <a:pt x="5305425" y="6629144"/>
                </a:cubicBezTo>
                <a:cubicBezTo>
                  <a:pt x="5347414" y="6606624"/>
                  <a:pt x="5410200" y="6604102"/>
                  <a:pt x="5410200" y="6624936"/>
                </a:cubicBezTo>
                <a:cubicBezTo>
                  <a:pt x="5410200" y="6632958"/>
                  <a:pt x="5402699" y="6641947"/>
                  <a:pt x="5393531" y="6644911"/>
                </a:cubicBezTo>
                <a:cubicBezTo>
                  <a:pt x="5384363" y="6647874"/>
                  <a:pt x="5342572" y="6666754"/>
                  <a:pt x="5300662" y="6686866"/>
                </a:cubicBezTo>
                <a:cubicBezTo>
                  <a:pt x="5217731" y="6726663"/>
                  <a:pt x="5041399" y="6791325"/>
                  <a:pt x="5015803" y="6791325"/>
                </a:cubicBezTo>
                <a:cubicBezTo>
                  <a:pt x="5007031" y="6791325"/>
                  <a:pt x="4988239" y="6799749"/>
                  <a:pt x="4974045" y="6810045"/>
                </a:cubicBezTo>
                <a:cubicBezTo>
                  <a:pt x="4959851" y="6820341"/>
                  <a:pt x="4926806" y="6833438"/>
                  <a:pt x="4900612" y="6839148"/>
                </a:cubicBezTo>
                <a:cubicBezTo>
                  <a:pt x="4874418" y="6844858"/>
                  <a:pt x="4842971" y="6856064"/>
                  <a:pt x="4830729" y="6864051"/>
                </a:cubicBezTo>
                <a:cubicBezTo>
                  <a:pt x="4818488" y="6872037"/>
                  <a:pt x="4806260" y="6876360"/>
                  <a:pt x="4803556" y="6873656"/>
                </a:cubicBezTo>
                <a:cubicBezTo>
                  <a:pt x="4800853" y="6870953"/>
                  <a:pt x="4787294" y="6873270"/>
                  <a:pt x="4773426" y="6878806"/>
                </a:cubicBezTo>
                <a:cubicBezTo>
                  <a:pt x="4759558" y="6884341"/>
                  <a:pt x="4739640" y="6890368"/>
                  <a:pt x="4729162" y="6892198"/>
                </a:cubicBezTo>
                <a:cubicBezTo>
                  <a:pt x="4681778" y="6900475"/>
                  <a:pt x="4580286" y="6932895"/>
                  <a:pt x="4566849" y="6944046"/>
                </a:cubicBezTo>
                <a:cubicBezTo>
                  <a:pt x="4558684" y="6950823"/>
                  <a:pt x="4532216" y="6956737"/>
                  <a:pt x="4508031" y="6957190"/>
                </a:cubicBezTo>
                <a:cubicBezTo>
                  <a:pt x="4481965" y="6957677"/>
                  <a:pt x="4462441" y="6962860"/>
                  <a:pt x="4460086" y="6969918"/>
                </a:cubicBezTo>
                <a:cubicBezTo>
                  <a:pt x="4455135" y="6984751"/>
                  <a:pt x="4459132" y="6984693"/>
                  <a:pt x="4581525" y="6968142"/>
                </a:cubicBezTo>
                <a:close/>
                <a:moveTo>
                  <a:pt x="5738812" y="6667500"/>
                </a:moveTo>
                <a:cubicBezTo>
                  <a:pt x="5738812" y="6646842"/>
                  <a:pt x="5701652" y="6649688"/>
                  <a:pt x="5697614" y="6670654"/>
                </a:cubicBezTo>
                <a:cubicBezTo>
                  <a:pt x="5695009" y="6684180"/>
                  <a:pt x="5699257" y="6687388"/>
                  <a:pt x="5716533" y="6684942"/>
                </a:cubicBezTo>
                <a:cubicBezTo>
                  <a:pt x="5728787" y="6683207"/>
                  <a:pt x="5738812" y="6675358"/>
                  <a:pt x="5738812" y="6667500"/>
                </a:cubicBezTo>
                <a:close/>
                <a:moveTo>
                  <a:pt x="6151103" y="6441377"/>
                </a:moveTo>
                <a:cubicBezTo>
                  <a:pt x="6197351" y="6411739"/>
                  <a:pt x="6316208" y="6313001"/>
                  <a:pt x="6327603" y="6294755"/>
                </a:cubicBezTo>
                <a:cubicBezTo>
                  <a:pt x="6333710" y="6284976"/>
                  <a:pt x="6344772" y="6276975"/>
                  <a:pt x="6352185" y="6276975"/>
                </a:cubicBezTo>
                <a:cubicBezTo>
                  <a:pt x="6371165" y="6276975"/>
                  <a:pt x="6467475" y="6203594"/>
                  <a:pt x="6467475" y="6189133"/>
                </a:cubicBezTo>
                <a:cubicBezTo>
                  <a:pt x="6467475" y="6173936"/>
                  <a:pt x="6431684" y="6182436"/>
                  <a:pt x="6414182" y="6201788"/>
                </a:cubicBezTo>
                <a:cubicBezTo>
                  <a:pt x="6404202" y="6212823"/>
                  <a:pt x="6381035" y="6229512"/>
                  <a:pt x="6362700" y="6238875"/>
                </a:cubicBezTo>
                <a:cubicBezTo>
                  <a:pt x="6344364" y="6248237"/>
                  <a:pt x="6321197" y="6264926"/>
                  <a:pt x="6311217" y="6275961"/>
                </a:cubicBezTo>
                <a:cubicBezTo>
                  <a:pt x="6301237" y="6286996"/>
                  <a:pt x="6289747" y="6296025"/>
                  <a:pt x="6285684" y="6296025"/>
                </a:cubicBezTo>
                <a:cubicBezTo>
                  <a:pt x="6270349" y="6296025"/>
                  <a:pt x="6210772" y="6339533"/>
                  <a:pt x="6205569" y="6354531"/>
                </a:cubicBezTo>
                <a:cubicBezTo>
                  <a:pt x="6202583" y="6363136"/>
                  <a:pt x="6187425" y="6375443"/>
                  <a:pt x="6171883" y="6381881"/>
                </a:cubicBezTo>
                <a:cubicBezTo>
                  <a:pt x="6156341" y="6388318"/>
                  <a:pt x="6143625" y="6400064"/>
                  <a:pt x="6143625" y="6407982"/>
                </a:cubicBezTo>
                <a:cubicBezTo>
                  <a:pt x="6143625" y="6415899"/>
                  <a:pt x="6134396" y="6430381"/>
                  <a:pt x="6123117" y="6440164"/>
                </a:cubicBezTo>
                <a:cubicBezTo>
                  <a:pt x="6097263" y="6462586"/>
                  <a:pt x="6116694" y="6463429"/>
                  <a:pt x="6151103" y="6441377"/>
                </a:cubicBezTo>
                <a:close/>
                <a:moveTo>
                  <a:pt x="5740418" y="6349163"/>
                </a:moveTo>
                <a:cubicBezTo>
                  <a:pt x="5734148" y="6332824"/>
                  <a:pt x="5746039" y="6318454"/>
                  <a:pt x="5800725" y="6276285"/>
                </a:cubicBezTo>
                <a:cubicBezTo>
                  <a:pt x="5866323" y="6225701"/>
                  <a:pt x="5919590" y="6191250"/>
                  <a:pt x="5932205" y="6191250"/>
                </a:cubicBezTo>
                <a:cubicBezTo>
                  <a:pt x="5967988" y="6191250"/>
                  <a:pt x="5915103" y="6253125"/>
                  <a:pt x="5829300" y="6311647"/>
                </a:cubicBezTo>
                <a:cubicBezTo>
                  <a:pt x="5760872" y="6358318"/>
                  <a:pt x="5746293" y="6364472"/>
                  <a:pt x="5740418" y="6349163"/>
                </a:cubicBezTo>
                <a:close/>
                <a:moveTo>
                  <a:pt x="6705985" y="6160883"/>
                </a:moveTo>
                <a:cubicBezTo>
                  <a:pt x="6735386" y="6139146"/>
                  <a:pt x="6742167" y="6124575"/>
                  <a:pt x="6722882" y="6124575"/>
                </a:cubicBezTo>
                <a:cubicBezTo>
                  <a:pt x="6709803" y="6124575"/>
                  <a:pt x="6667500" y="6162220"/>
                  <a:pt x="6667500" y="6173860"/>
                </a:cubicBezTo>
                <a:cubicBezTo>
                  <a:pt x="6667500" y="6186103"/>
                  <a:pt x="6675541" y="6183392"/>
                  <a:pt x="6705985" y="6160883"/>
                </a:cubicBezTo>
                <a:close/>
                <a:moveTo>
                  <a:pt x="6532204" y="6126428"/>
                </a:moveTo>
                <a:cubicBezTo>
                  <a:pt x="6553971" y="6100065"/>
                  <a:pt x="6560454" y="6086475"/>
                  <a:pt x="6551264" y="6086475"/>
                </a:cubicBezTo>
                <a:cubicBezTo>
                  <a:pt x="6538446" y="6086475"/>
                  <a:pt x="6477000" y="6153657"/>
                  <a:pt x="6477000" y="6167672"/>
                </a:cubicBezTo>
                <a:cubicBezTo>
                  <a:pt x="6477000" y="6181930"/>
                  <a:pt x="6501480" y="6163640"/>
                  <a:pt x="6532204" y="6126428"/>
                </a:cubicBezTo>
                <a:close/>
                <a:moveTo>
                  <a:pt x="6677691" y="5981153"/>
                </a:moveTo>
                <a:cubicBezTo>
                  <a:pt x="6723388" y="5925468"/>
                  <a:pt x="6729430" y="5913791"/>
                  <a:pt x="6708370" y="5921859"/>
                </a:cubicBezTo>
                <a:cubicBezTo>
                  <a:pt x="6681795" y="5932040"/>
                  <a:pt x="6610350" y="6006377"/>
                  <a:pt x="6610350" y="6023847"/>
                </a:cubicBezTo>
                <a:cubicBezTo>
                  <a:pt x="6610350" y="6046994"/>
                  <a:pt x="6638094" y="6029404"/>
                  <a:pt x="6677691" y="5981153"/>
                </a:cubicBezTo>
                <a:close/>
                <a:moveTo>
                  <a:pt x="336019" y="5341143"/>
                </a:moveTo>
                <a:cubicBezTo>
                  <a:pt x="330951" y="5334595"/>
                  <a:pt x="321202" y="5307806"/>
                  <a:pt x="314354" y="5281612"/>
                </a:cubicBezTo>
                <a:cubicBezTo>
                  <a:pt x="307506" y="5255418"/>
                  <a:pt x="296125" y="5227220"/>
                  <a:pt x="289064" y="5218949"/>
                </a:cubicBezTo>
                <a:cubicBezTo>
                  <a:pt x="282002" y="5210679"/>
                  <a:pt x="276225" y="5192952"/>
                  <a:pt x="276225" y="5179557"/>
                </a:cubicBezTo>
                <a:cubicBezTo>
                  <a:pt x="276225" y="5166162"/>
                  <a:pt x="269822" y="5142925"/>
                  <a:pt x="261996" y="5127920"/>
                </a:cubicBezTo>
                <a:cubicBezTo>
                  <a:pt x="254170" y="5112914"/>
                  <a:pt x="247740" y="5093487"/>
                  <a:pt x="247708" y="5084747"/>
                </a:cubicBezTo>
                <a:cubicBezTo>
                  <a:pt x="247630" y="5063445"/>
                  <a:pt x="237703" y="5038725"/>
                  <a:pt x="229229" y="5038725"/>
                </a:cubicBezTo>
                <a:cubicBezTo>
                  <a:pt x="219705" y="5038725"/>
                  <a:pt x="225101" y="5118370"/>
                  <a:pt x="236092" y="5140038"/>
                </a:cubicBezTo>
                <a:cubicBezTo>
                  <a:pt x="250108" y="5167668"/>
                  <a:pt x="268385" y="5221732"/>
                  <a:pt x="273743" y="5251412"/>
                </a:cubicBezTo>
                <a:cubicBezTo>
                  <a:pt x="276419" y="5266235"/>
                  <a:pt x="284502" y="5280624"/>
                  <a:pt x="291704" y="5283387"/>
                </a:cubicBezTo>
                <a:cubicBezTo>
                  <a:pt x="298907" y="5286151"/>
                  <a:pt x="304800" y="5297812"/>
                  <a:pt x="304800" y="5309301"/>
                </a:cubicBezTo>
                <a:cubicBezTo>
                  <a:pt x="304800" y="5330788"/>
                  <a:pt x="320903" y="5353050"/>
                  <a:pt x="336446" y="5353050"/>
                </a:cubicBezTo>
                <a:cubicBezTo>
                  <a:pt x="341583" y="5353050"/>
                  <a:pt x="341406" y="5348105"/>
                  <a:pt x="336019" y="5341143"/>
                </a:cubicBezTo>
                <a:close/>
                <a:moveTo>
                  <a:pt x="7658100" y="4492380"/>
                </a:moveTo>
                <a:cubicBezTo>
                  <a:pt x="7658100" y="4475401"/>
                  <a:pt x="7663457" y="4456152"/>
                  <a:pt x="7670006" y="4449604"/>
                </a:cubicBezTo>
                <a:cubicBezTo>
                  <a:pt x="7676554" y="4443056"/>
                  <a:pt x="7682801" y="4413266"/>
                  <a:pt x="7683888" y="4383405"/>
                </a:cubicBezTo>
                <a:cubicBezTo>
                  <a:pt x="7689588" y="4226769"/>
                  <a:pt x="7693237" y="4184551"/>
                  <a:pt x="7702577" y="4167187"/>
                </a:cubicBezTo>
                <a:cubicBezTo>
                  <a:pt x="7709027" y="4155196"/>
                  <a:pt x="7710414" y="4123429"/>
                  <a:pt x="7706321" y="4081462"/>
                </a:cubicBezTo>
                <a:cubicBezTo>
                  <a:pt x="7700763" y="4024483"/>
                  <a:pt x="7698969" y="4019635"/>
                  <a:pt x="7693983" y="4048125"/>
                </a:cubicBezTo>
                <a:cubicBezTo>
                  <a:pt x="7690774" y="4066460"/>
                  <a:pt x="7688185" y="4090035"/>
                  <a:pt x="7688230" y="4100512"/>
                </a:cubicBezTo>
                <a:cubicBezTo>
                  <a:pt x="7688275" y="4110990"/>
                  <a:pt x="7683237" y="4136707"/>
                  <a:pt x="7677034" y="4157662"/>
                </a:cubicBezTo>
                <a:cubicBezTo>
                  <a:pt x="7670831" y="4178617"/>
                  <a:pt x="7666440" y="4232195"/>
                  <a:pt x="7667277" y="4276725"/>
                </a:cubicBezTo>
                <a:cubicBezTo>
                  <a:pt x="7668174" y="4324487"/>
                  <a:pt x="7662698" y="4380967"/>
                  <a:pt x="7653923" y="4414457"/>
                </a:cubicBezTo>
                <a:cubicBezTo>
                  <a:pt x="7636961" y="4479200"/>
                  <a:pt x="7634218" y="4538010"/>
                  <a:pt x="7648575" y="4529137"/>
                </a:cubicBezTo>
                <a:cubicBezTo>
                  <a:pt x="7653813" y="4525899"/>
                  <a:pt x="7658100" y="4509359"/>
                  <a:pt x="7658100" y="4492380"/>
                </a:cubicBezTo>
                <a:close/>
                <a:moveTo>
                  <a:pt x="581562" y="2664618"/>
                </a:moveTo>
                <a:cubicBezTo>
                  <a:pt x="600585" y="2641815"/>
                  <a:pt x="605586" y="2619375"/>
                  <a:pt x="591645" y="2619375"/>
                </a:cubicBezTo>
                <a:cubicBezTo>
                  <a:pt x="581756" y="2619375"/>
                  <a:pt x="552450" y="2661855"/>
                  <a:pt x="552450" y="2676189"/>
                </a:cubicBezTo>
                <a:cubicBezTo>
                  <a:pt x="552450" y="2691713"/>
                  <a:pt x="562187" y="2687843"/>
                  <a:pt x="581562" y="2664618"/>
                </a:cubicBezTo>
                <a:close/>
                <a:moveTo>
                  <a:pt x="749244" y="2355056"/>
                </a:moveTo>
                <a:cubicBezTo>
                  <a:pt x="766729" y="2335410"/>
                  <a:pt x="781038" y="2315913"/>
                  <a:pt x="781042" y="2311728"/>
                </a:cubicBezTo>
                <a:cubicBezTo>
                  <a:pt x="781052" y="2302018"/>
                  <a:pt x="859637" y="2187042"/>
                  <a:pt x="869156" y="2182812"/>
                </a:cubicBezTo>
                <a:cubicBezTo>
                  <a:pt x="873085" y="2181066"/>
                  <a:pt x="876300" y="2172449"/>
                  <a:pt x="876300" y="2163665"/>
                </a:cubicBezTo>
                <a:cubicBezTo>
                  <a:pt x="876300" y="2154880"/>
                  <a:pt x="885944" y="2137000"/>
                  <a:pt x="897731" y="2123932"/>
                </a:cubicBezTo>
                <a:cubicBezTo>
                  <a:pt x="923969" y="2094841"/>
                  <a:pt x="1000125" y="1985315"/>
                  <a:pt x="1000125" y="1976669"/>
                </a:cubicBezTo>
                <a:cubicBezTo>
                  <a:pt x="1000125" y="1973223"/>
                  <a:pt x="1011912" y="1954785"/>
                  <a:pt x="1026318" y="1935695"/>
                </a:cubicBezTo>
                <a:cubicBezTo>
                  <a:pt x="1051257" y="1902649"/>
                  <a:pt x="1051426" y="1901737"/>
                  <a:pt x="1029854" y="1916655"/>
                </a:cubicBezTo>
                <a:cubicBezTo>
                  <a:pt x="1017392" y="1925273"/>
                  <a:pt x="992665" y="1952763"/>
                  <a:pt x="974904" y="1977743"/>
                </a:cubicBezTo>
                <a:cubicBezTo>
                  <a:pt x="957144" y="2002723"/>
                  <a:pt x="939480" y="2025507"/>
                  <a:pt x="935650" y="2028374"/>
                </a:cubicBezTo>
                <a:cubicBezTo>
                  <a:pt x="931820" y="2031241"/>
                  <a:pt x="924401" y="2040756"/>
                  <a:pt x="919162" y="2049519"/>
                </a:cubicBezTo>
                <a:cubicBezTo>
                  <a:pt x="913923" y="2058282"/>
                  <a:pt x="879633" y="2109596"/>
                  <a:pt x="842962" y="2163552"/>
                </a:cubicBezTo>
                <a:cubicBezTo>
                  <a:pt x="806291" y="2217507"/>
                  <a:pt x="774604" y="2266059"/>
                  <a:pt x="772548" y="2271445"/>
                </a:cubicBezTo>
                <a:cubicBezTo>
                  <a:pt x="770491" y="2276830"/>
                  <a:pt x="759775" y="2294035"/>
                  <a:pt x="748735" y="2309678"/>
                </a:cubicBezTo>
                <a:cubicBezTo>
                  <a:pt x="691836" y="2390296"/>
                  <a:pt x="692160" y="2419193"/>
                  <a:pt x="749244" y="2355056"/>
                </a:cubicBezTo>
                <a:close/>
                <a:moveTo>
                  <a:pt x="523875" y="2204738"/>
                </a:moveTo>
                <a:cubicBezTo>
                  <a:pt x="523875" y="2196716"/>
                  <a:pt x="530304" y="2187684"/>
                  <a:pt x="538162" y="2184669"/>
                </a:cubicBezTo>
                <a:cubicBezTo>
                  <a:pt x="553547" y="2178765"/>
                  <a:pt x="558231" y="2143125"/>
                  <a:pt x="543622" y="2143125"/>
                </a:cubicBezTo>
                <a:cubicBezTo>
                  <a:pt x="534848" y="2143125"/>
                  <a:pt x="504825" y="2195854"/>
                  <a:pt x="504825" y="2211263"/>
                </a:cubicBezTo>
                <a:cubicBezTo>
                  <a:pt x="504825" y="2215697"/>
                  <a:pt x="509111" y="2219325"/>
                  <a:pt x="514350" y="2219325"/>
                </a:cubicBezTo>
                <a:cubicBezTo>
                  <a:pt x="519588" y="2219325"/>
                  <a:pt x="523875" y="2212761"/>
                  <a:pt x="523875" y="2204738"/>
                </a:cubicBezTo>
                <a:close/>
                <a:moveTo>
                  <a:pt x="578643" y="2116774"/>
                </a:moveTo>
                <a:cubicBezTo>
                  <a:pt x="587811" y="2107519"/>
                  <a:pt x="603368" y="2087160"/>
                  <a:pt x="613214" y="2071530"/>
                </a:cubicBezTo>
                <a:cubicBezTo>
                  <a:pt x="623060" y="2055900"/>
                  <a:pt x="640648" y="2032396"/>
                  <a:pt x="652299" y="2019300"/>
                </a:cubicBezTo>
                <a:cubicBezTo>
                  <a:pt x="683442" y="1984291"/>
                  <a:pt x="691067" y="1958660"/>
                  <a:pt x="666414" y="1971854"/>
                </a:cubicBezTo>
                <a:cubicBezTo>
                  <a:pt x="644555" y="1983552"/>
                  <a:pt x="553273" y="2103918"/>
                  <a:pt x="552780" y="2121693"/>
                </a:cubicBezTo>
                <a:cubicBezTo>
                  <a:pt x="552330" y="2137915"/>
                  <a:pt x="558946" y="2136657"/>
                  <a:pt x="578643" y="2116774"/>
                </a:cubicBezTo>
                <a:close/>
                <a:moveTo>
                  <a:pt x="838200" y="1760370"/>
                </a:moveTo>
                <a:cubicBezTo>
                  <a:pt x="838200" y="1737965"/>
                  <a:pt x="781847" y="1796101"/>
                  <a:pt x="781352" y="1819016"/>
                </a:cubicBezTo>
                <a:cubicBezTo>
                  <a:pt x="781172" y="1827359"/>
                  <a:pt x="792631" y="1820365"/>
                  <a:pt x="809625" y="1801759"/>
                </a:cubicBezTo>
                <a:cubicBezTo>
                  <a:pt x="825341" y="1784552"/>
                  <a:pt x="838200" y="1765927"/>
                  <a:pt x="838200" y="1760370"/>
                </a:cubicBezTo>
                <a:close/>
                <a:moveTo>
                  <a:pt x="6915150" y="1462749"/>
                </a:moveTo>
                <a:cubicBezTo>
                  <a:pt x="6915150" y="1446011"/>
                  <a:pt x="6820403" y="1348871"/>
                  <a:pt x="6812139" y="1357135"/>
                </a:cubicBezTo>
                <a:cubicBezTo>
                  <a:pt x="6808565" y="1360709"/>
                  <a:pt x="6813136" y="1369112"/>
                  <a:pt x="6822296" y="1375810"/>
                </a:cubicBezTo>
                <a:cubicBezTo>
                  <a:pt x="6831455" y="1382507"/>
                  <a:pt x="6838950" y="1394039"/>
                  <a:pt x="6838950" y="1401436"/>
                </a:cubicBezTo>
                <a:cubicBezTo>
                  <a:pt x="6838950" y="1408832"/>
                  <a:pt x="6852153" y="1430902"/>
                  <a:pt x="6868291" y="1450480"/>
                </a:cubicBezTo>
                <a:cubicBezTo>
                  <a:pt x="6896371" y="1484547"/>
                  <a:pt x="6915150" y="1489464"/>
                  <a:pt x="6915150" y="1462749"/>
                </a:cubicBezTo>
                <a:close/>
                <a:moveTo>
                  <a:pt x="4159138" y="477881"/>
                </a:moveTo>
                <a:cubicBezTo>
                  <a:pt x="4135980" y="452291"/>
                  <a:pt x="4139308" y="447675"/>
                  <a:pt x="4180912" y="447675"/>
                </a:cubicBezTo>
                <a:cubicBezTo>
                  <a:pt x="4224251" y="447675"/>
                  <a:pt x="4239866" y="463870"/>
                  <a:pt x="4214447" y="482457"/>
                </a:cubicBezTo>
                <a:cubicBezTo>
                  <a:pt x="4190857" y="499706"/>
                  <a:pt x="4177922" y="498636"/>
                  <a:pt x="4159138" y="477881"/>
                </a:cubicBezTo>
                <a:close/>
                <a:moveTo>
                  <a:pt x="5150702" y="216693"/>
                </a:moveTo>
                <a:cubicBezTo>
                  <a:pt x="5146205" y="202998"/>
                  <a:pt x="5095875" y="194402"/>
                  <a:pt x="5095875" y="207329"/>
                </a:cubicBezTo>
                <a:cubicBezTo>
                  <a:pt x="5095875" y="221704"/>
                  <a:pt x="5107453" y="228600"/>
                  <a:pt x="5131593" y="228600"/>
                </a:cubicBezTo>
                <a:cubicBezTo>
                  <a:pt x="5145743" y="228600"/>
                  <a:pt x="5153106" y="224012"/>
                  <a:pt x="5150702" y="216693"/>
                </a:cubicBezTo>
                <a:close/>
                <a:moveTo>
                  <a:pt x="5023720" y="191659"/>
                </a:moveTo>
                <a:cubicBezTo>
                  <a:pt x="5026564" y="187058"/>
                  <a:pt x="5015417" y="180599"/>
                  <a:pt x="4998949" y="177306"/>
                </a:cubicBezTo>
                <a:cubicBezTo>
                  <a:pt x="4966191" y="170754"/>
                  <a:pt x="4957249" y="174258"/>
                  <a:pt x="4966895" y="189866"/>
                </a:cubicBezTo>
                <a:cubicBezTo>
                  <a:pt x="4974456" y="202099"/>
                  <a:pt x="5016449" y="203425"/>
                  <a:pt x="5023720" y="191659"/>
                </a:cubicBezTo>
                <a:close/>
                <a:moveTo>
                  <a:pt x="4823795" y="143873"/>
                </a:moveTo>
                <a:cubicBezTo>
                  <a:pt x="4832316" y="130085"/>
                  <a:pt x="4806005" y="124870"/>
                  <a:pt x="4761291" y="131484"/>
                </a:cubicBezTo>
                <a:lnTo>
                  <a:pt x="4719637" y="137646"/>
                </a:lnTo>
                <a:lnTo>
                  <a:pt x="4757737" y="143671"/>
                </a:lnTo>
                <a:cubicBezTo>
                  <a:pt x="4816444" y="152955"/>
                  <a:pt x="4818179" y="152960"/>
                  <a:pt x="4823795" y="143873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  <p:pic>
        <p:nvPicPr>
          <p:cNvPr id="6" name="number sticker" descr="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175" y="2828925"/>
            <a:ext cx="1581150" cy="1581150"/>
          </a:xfrm>
          <a:prstGeom prst="rect">
            <a:avLst/>
          </a:prstGeom>
        </p:spPr>
      </p:pic>
      <p:sp>
        <p:nvSpPr>
          <p:cNvPr id="7" name="LETTERING: up close"/>
          <p:cNvSpPr txBox="1"/>
          <p:nvPr/>
        </p:nvSpPr>
        <p:spPr>
          <a:xfrm rot="180000">
            <a:off x="4762" y="838200"/>
            <a:ext cx="6276975" cy="1943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750" i="0">
                <a:solidFill>
                  <a:srgbClr val="7A1732"/>
                </a:solidFill>
                <a:latin typeface="DM Serif Display"/>
              </a:rPr>
              <a:t>up </a:t>
            </a:r>
            <a:r>
              <a:rPr sz="12750" i="1">
                <a:solidFill>
                  <a:srgbClr val="7A1732"/>
                </a:solidFill>
                <a:latin typeface="DM Serif Display"/>
              </a:rPr>
              <a:t>close</a:t>
            </a:r>
          </a:p>
        </p:txBody>
      </p:sp>
      <p:sp>
        <p:nvSpPr>
          <p:cNvPr id="8" name="TEXT: [brushed copper finish]"/>
          <p:cNvSpPr/>
          <p:nvPr/>
        </p:nvSpPr>
        <p:spPr>
          <a:xfrm rot="21480000">
            <a:off x="1381125" y="11287125"/>
            <a:ext cx="7524750" cy="8572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FFFFFF"/>
                </a:solidFill>
                <a:latin typeface="Montserrat"/>
              </a:rPr>
              <a:t>[brushed copper finish]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film frame" descr="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723900" y="1695450"/>
            <a:ext cx="4267200" cy="5562600"/>
          </a:xfrm>
          <a:prstGeom prst="rect">
            <a:avLst/>
          </a:prstGeom>
        </p:spPr>
      </p:pic>
      <p:sp>
        <p:nvSpPr>
          <p:cNvPr id="4" name="PHOTO: Detail 2"/>
          <p:cNvSpPr/>
          <p:nvPr/>
        </p:nvSpPr>
        <p:spPr>
          <a:xfrm rot="180000">
            <a:off x="1129042" y="2647584"/>
            <a:ext cx="3429000" cy="4191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see-through dust bin]"/>
          <p:cNvSpPr/>
          <p:nvPr/>
        </p:nvSpPr>
        <p:spPr>
          <a:xfrm rot="120000">
            <a:off x="714375" y="7505700"/>
            <a:ext cx="3714750" cy="137160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FFFFFF"/>
                </a:solidFill>
                <a:latin typeface="Montserrat"/>
              </a:rPr>
              <a:t>[see-through</a:t>
            </a:r>
          </a:p>
          <a:p>
            <a:pPr algn="ctr">
              <a:lnSpc>
                <a:spcPts val="4941"/>
              </a:lnSpc>
            </a:pPr>
            <a:r>
              <a:rPr b="1" sz="4050">
                <a:solidFill>
                  <a:srgbClr val="FFFFFF"/>
                </a:solidFill>
                <a:latin typeface="Montserrat"/>
              </a:rPr>
              <a:t>dust bin]</a:t>
            </a:r>
          </a:p>
        </p:txBody>
      </p:sp>
      <p:pic>
        <p:nvPicPr>
          <p:cNvPr id="6" name="film frame" descr="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60000">
            <a:off x="5200650" y="6648450"/>
            <a:ext cx="4267200" cy="5562600"/>
          </a:xfrm>
          <a:prstGeom prst="rect">
            <a:avLst/>
          </a:prstGeom>
        </p:spPr>
      </p:pic>
      <p:sp>
        <p:nvSpPr>
          <p:cNvPr id="7" name="PHOTO: Detail 3"/>
          <p:cNvSpPr/>
          <p:nvPr/>
        </p:nvSpPr>
        <p:spPr>
          <a:xfrm rot="-240000">
            <a:off x="5638354" y="7600300"/>
            <a:ext cx="3429000" cy="4191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" name="TEXT: [one-touch controls]"/>
          <p:cNvSpPr/>
          <p:nvPr/>
        </p:nvSpPr>
        <p:spPr>
          <a:xfrm rot="21480000">
            <a:off x="3810000" y="12392025"/>
            <a:ext cx="5715000" cy="742950"/>
          </a:xfrm>
          <a:prstGeom prst="rect">
            <a:avLst/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4018" rIns="144018" tIns="61722" bIns="61722"/>
          <a:lstStyle/>
          <a:p>
            <a:pPr algn="ctr">
              <a:lnSpc>
                <a:spcPts val="4941"/>
              </a:lnSpc>
            </a:pPr>
            <a:r>
              <a:rPr b="1" sz="4050">
                <a:solidFill>
                  <a:srgbClr val="FFFFFF"/>
                </a:solidFill>
                <a:latin typeface="Montserrat"/>
              </a:rPr>
              <a:t>[one-touch controls]</a:t>
            </a:r>
          </a:p>
        </p:txBody>
      </p:sp>
      <p:sp>
        <p:nvSpPr>
          <p:cNvPr id="9" name="arrow"/>
          <p:cNvSpPr/>
          <p:nvPr/>
        </p:nvSpPr>
        <p:spPr>
          <a:xfrm rot="0">
            <a:off x="6381750" y="3052762"/>
            <a:ext cx="1714500" cy="1133475"/>
          </a:xfrm>
          <a:custGeom>
            <a:avLst/>
            <a:gdLst/>
            <a:ahLst/>
            <a:cxnLst/>
            <a:rect l="0" t="0" r="r" b="b"/>
            <a:pathLst>
              <a:path w="1714500" h="1133475">
                <a:moveTo>
                  <a:pt x="1326828" y="1109235"/>
                </a:moveTo>
                <a:cubicBezTo>
                  <a:pt x="1310061" y="1096020"/>
                  <a:pt x="1252456" y="1022130"/>
                  <a:pt x="1198817" y="945035"/>
                </a:cubicBezTo>
                <a:cubicBezTo>
                  <a:pt x="1046675" y="726364"/>
                  <a:pt x="1055929" y="741760"/>
                  <a:pt x="1067937" y="727291"/>
                </a:cubicBezTo>
                <a:cubicBezTo>
                  <a:pt x="1075928" y="717663"/>
                  <a:pt x="1075664" y="710768"/>
                  <a:pt x="1066900" y="700208"/>
                </a:cubicBezTo>
                <a:cubicBezTo>
                  <a:pt x="1055062" y="685944"/>
                  <a:pt x="1059900" y="656002"/>
                  <a:pt x="1073678" y="658264"/>
                </a:cubicBezTo>
                <a:cubicBezTo>
                  <a:pt x="1093462" y="661512"/>
                  <a:pt x="1104900" y="655897"/>
                  <a:pt x="1104900" y="642937"/>
                </a:cubicBezTo>
                <a:cubicBezTo>
                  <a:pt x="1104900" y="623700"/>
                  <a:pt x="1120021" y="624879"/>
                  <a:pt x="1135461" y="645318"/>
                </a:cubicBezTo>
                <a:cubicBezTo>
                  <a:pt x="1142386" y="654486"/>
                  <a:pt x="1156559" y="666663"/>
                  <a:pt x="1166957" y="672377"/>
                </a:cubicBezTo>
                <a:cubicBezTo>
                  <a:pt x="1177355" y="678092"/>
                  <a:pt x="1207701" y="710899"/>
                  <a:pt x="1234394" y="745283"/>
                </a:cubicBezTo>
                <a:lnTo>
                  <a:pt x="1282926" y="807798"/>
                </a:lnTo>
                <a:lnTo>
                  <a:pt x="1288815" y="617568"/>
                </a:lnTo>
                <a:cubicBezTo>
                  <a:pt x="1297051" y="351505"/>
                  <a:pt x="1282574" y="252731"/>
                  <a:pt x="1229440" y="212468"/>
                </a:cubicBezTo>
                <a:cubicBezTo>
                  <a:pt x="1183912" y="177969"/>
                  <a:pt x="955474" y="169284"/>
                  <a:pt x="536269" y="186114"/>
                </a:cubicBezTo>
                <a:cubicBezTo>
                  <a:pt x="287158" y="196115"/>
                  <a:pt x="66675" y="197419"/>
                  <a:pt x="66675" y="188892"/>
                </a:cubicBezTo>
                <a:cubicBezTo>
                  <a:pt x="66675" y="184537"/>
                  <a:pt x="80605" y="180844"/>
                  <a:pt x="97631" y="180685"/>
                </a:cubicBezTo>
                <a:cubicBezTo>
                  <a:pt x="142770" y="180263"/>
                  <a:pt x="112143" y="165704"/>
                  <a:pt x="47625" y="156914"/>
                </a:cubicBezTo>
                <a:cubicBezTo>
                  <a:pt x="-792" y="150317"/>
                  <a:pt x="-2957" y="148986"/>
                  <a:pt x="19050" y="139351"/>
                </a:cubicBezTo>
                <a:cubicBezTo>
                  <a:pt x="57083" y="122700"/>
                  <a:pt x="72477" y="104723"/>
                  <a:pt x="56931" y="95114"/>
                </a:cubicBezTo>
                <a:cubicBezTo>
                  <a:pt x="47765" y="89450"/>
                  <a:pt x="53449" y="84321"/>
                  <a:pt x="76817" y="77169"/>
                </a:cubicBezTo>
                <a:cubicBezTo>
                  <a:pt x="109228" y="67250"/>
                  <a:pt x="109155" y="67206"/>
                  <a:pt x="69056" y="72515"/>
                </a:cubicBezTo>
                <a:cubicBezTo>
                  <a:pt x="42954" y="75970"/>
                  <a:pt x="28575" y="74193"/>
                  <a:pt x="28575" y="67512"/>
                </a:cubicBezTo>
                <a:cubicBezTo>
                  <a:pt x="28575" y="61813"/>
                  <a:pt x="41180" y="57150"/>
                  <a:pt x="56587" y="57150"/>
                </a:cubicBezTo>
                <a:cubicBezTo>
                  <a:pt x="71994" y="57150"/>
                  <a:pt x="86949" y="53349"/>
                  <a:pt x="89820" y="48704"/>
                </a:cubicBezTo>
                <a:cubicBezTo>
                  <a:pt x="103330" y="26844"/>
                  <a:pt x="433790" y="9906"/>
                  <a:pt x="876300" y="8393"/>
                </a:cubicBezTo>
                <a:cubicBezTo>
                  <a:pt x="1251441" y="7109"/>
                  <a:pt x="1301521" y="17017"/>
                  <a:pt x="1374353" y="106929"/>
                </a:cubicBezTo>
                <a:cubicBezTo>
                  <a:pt x="1446996" y="196609"/>
                  <a:pt x="1461296" y="290150"/>
                  <a:pt x="1450832" y="607218"/>
                </a:cubicBezTo>
                <a:cubicBezTo>
                  <a:pt x="1447504" y="708064"/>
                  <a:pt x="1447259" y="790575"/>
                  <a:pt x="1450288" y="790575"/>
                </a:cubicBezTo>
                <a:cubicBezTo>
                  <a:pt x="1453318" y="790575"/>
                  <a:pt x="1476867" y="761605"/>
                  <a:pt x="1502620" y="726198"/>
                </a:cubicBezTo>
                <a:cubicBezTo>
                  <a:pt x="1562844" y="643398"/>
                  <a:pt x="1601960" y="604645"/>
                  <a:pt x="1637994" y="592083"/>
                </a:cubicBezTo>
                <a:cubicBezTo>
                  <a:pt x="1664654" y="582790"/>
                  <a:pt x="1666875" y="583686"/>
                  <a:pt x="1666875" y="603745"/>
                </a:cubicBezTo>
                <a:cubicBezTo>
                  <a:pt x="1666875" y="631473"/>
                  <a:pt x="1676154" y="640711"/>
                  <a:pt x="1691344" y="628104"/>
                </a:cubicBezTo>
                <a:cubicBezTo>
                  <a:pt x="1711513" y="611366"/>
                  <a:pt x="1715395" y="633687"/>
                  <a:pt x="1699133" y="672881"/>
                </a:cubicBezTo>
                <a:cubicBezTo>
                  <a:pt x="1680694" y="717321"/>
                  <a:pt x="1448218" y="1059040"/>
                  <a:pt x="1406845" y="1102518"/>
                </a:cubicBezTo>
                <a:cubicBezTo>
                  <a:pt x="1371501" y="1139660"/>
                  <a:pt x="1366012" y="1140121"/>
                  <a:pt x="1326828" y="1109235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Detail 4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kraft tag" descr="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20000">
            <a:off x="4629150" y="3414712"/>
            <a:ext cx="5981700" cy="11839575"/>
          </a:xfrm>
          <a:prstGeom prst="rect">
            <a:avLst/>
          </a:prstGeom>
        </p:spPr>
      </p:pic>
      <p:pic>
        <p:nvPicPr>
          <p:cNvPr id="5" name="number sticker" descr="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6875381" y="8346681"/>
            <a:ext cx="1409700" cy="1409700"/>
          </a:xfrm>
          <a:prstGeom prst="rect">
            <a:avLst/>
          </a:prstGeom>
        </p:spPr>
      </p:pic>
      <p:sp>
        <p:nvSpPr>
          <p:cNvPr id="6" name="TEXT: [LED head shows the dust]"/>
          <p:cNvSpPr/>
          <p:nvPr/>
        </p:nvSpPr>
        <p:spPr>
          <a:xfrm rot="21120000">
            <a:off x="6520744" y="9708212"/>
            <a:ext cx="2543175" cy="1704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2682" rIns="122682" tIns="52578" bIns="52578"/>
          <a:lstStyle/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[LED head</a:t>
            </a:r>
          </a:p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shows</a:t>
            </a:r>
          </a:p>
          <a:p>
            <a:pPr algn="ctr">
              <a:lnSpc>
                <a:spcPts val="4209"/>
              </a:lnSpc>
            </a:pPr>
            <a:r>
              <a:rPr b="1" sz="3450">
                <a:solidFill>
                  <a:srgbClr val="181716"/>
                </a:solidFill>
                <a:latin typeface="Montserrat"/>
              </a:rPr>
              <a:t>the dust]</a:t>
            </a:r>
          </a:p>
        </p:txBody>
      </p:sp>
      <p:sp>
        <p:nvSpPr>
          <p:cNvPr id="7" name="arrow"/>
          <p:cNvSpPr/>
          <p:nvPr/>
        </p:nvSpPr>
        <p:spPr>
          <a:xfrm rot="1200000">
            <a:off x="3095625" y="8291512"/>
            <a:ext cx="1809750" cy="561975"/>
          </a:xfrm>
          <a:custGeom>
            <a:avLst/>
            <a:gdLst/>
            <a:ahLst/>
            <a:cxnLst/>
            <a:rect l="0" t="0" r="r" b="b"/>
            <a:pathLst>
              <a:path w="1809750" h="561975">
                <a:moveTo>
                  <a:pt x="1405632" y="546063"/>
                </a:moveTo>
                <a:cubicBezTo>
                  <a:pt x="1402596" y="538152"/>
                  <a:pt x="1402523" y="527781"/>
                  <a:pt x="1405468" y="523015"/>
                </a:cubicBezTo>
                <a:cubicBezTo>
                  <a:pt x="1408414" y="518249"/>
                  <a:pt x="1404141" y="514350"/>
                  <a:pt x="1395974" y="514350"/>
                </a:cubicBezTo>
                <a:cubicBezTo>
                  <a:pt x="1357106" y="514350"/>
                  <a:pt x="1410227" y="443882"/>
                  <a:pt x="1509712" y="363471"/>
                </a:cubicBezTo>
                <a:lnTo>
                  <a:pt x="1547812" y="332676"/>
                </a:lnTo>
                <a:lnTo>
                  <a:pt x="1290637" y="338286"/>
                </a:lnTo>
                <a:cubicBezTo>
                  <a:pt x="817825" y="348601"/>
                  <a:pt x="291664" y="363577"/>
                  <a:pt x="178578" y="369940"/>
                </a:cubicBezTo>
                <a:cubicBezTo>
                  <a:pt x="77323" y="375636"/>
                  <a:pt x="45522" y="372072"/>
                  <a:pt x="78581" y="358733"/>
                </a:cubicBezTo>
                <a:cubicBezTo>
                  <a:pt x="90122" y="354076"/>
                  <a:pt x="45472" y="348592"/>
                  <a:pt x="21431" y="351713"/>
                </a:cubicBezTo>
                <a:cubicBezTo>
                  <a:pt x="14882" y="352564"/>
                  <a:pt x="9525" y="348785"/>
                  <a:pt x="9525" y="343317"/>
                </a:cubicBezTo>
                <a:cubicBezTo>
                  <a:pt x="9525" y="337849"/>
                  <a:pt x="15495" y="333375"/>
                  <a:pt x="22793" y="333375"/>
                </a:cubicBezTo>
                <a:cubicBezTo>
                  <a:pt x="30091" y="333375"/>
                  <a:pt x="38529" y="326945"/>
                  <a:pt x="41544" y="319087"/>
                </a:cubicBezTo>
                <a:cubicBezTo>
                  <a:pt x="44559" y="311229"/>
                  <a:pt x="41803" y="304734"/>
                  <a:pt x="35419" y="304654"/>
                </a:cubicBezTo>
                <a:cubicBezTo>
                  <a:pt x="27976" y="304560"/>
                  <a:pt x="28937" y="300990"/>
                  <a:pt x="38100" y="294702"/>
                </a:cubicBezTo>
                <a:cubicBezTo>
                  <a:pt x="49761" y="286699"/>
                  <a:pt x="48716" y="285413"/>
                  <a:pt x="32416" y="287705"/>
                </a:cubicBezTo>
                <a:cubicBezTo>
                  <a:pt x="21432" y="289249"/>
                  <a:pt x="10716" y="286226"/>
                  <a:pt x="8603" y="280987"/>
                </a:cubicBezTo>
                <a:cubicBezTo>
                  <a:pt x="6491" y="275748"/>
                  <a:pt x="17621" y="270011"/>
                  <a:pt x="33337" y="268238"/>
                </a:cubicBezTo>
                <a:cubicBezTo>
                  <a:pt x="49053" y="266465"/>
                  <a:pt x="66324" y="261367"/>
                  <a:pt x="71717" y="256909"/>
                </a:cubicBezTo>
                <a:cubicBezTo>
                  <a:pt x="86390" y="244781"/>
                  <a:pt x="317498" y="230003"/>
                  <a:pt x="585787" y="224038"/>
                </a:cubicBezTo>
                <a:cubicBezTo>
                  <a:pt x="716756" y="221126"/>
                  <a:pt x="877490" y="216741"/>
                  <a:pt x="942975" y="214294"/>
                </a:cubicBezTo>
                <a:cubicBezTo>
                  <a:pt x="1008459" y="211847"/>
                  <a:pt x="1158478" y="209200"/>
                  <a:pt x="1276350" y="208413"/>
                </a:cubicBezTo>
                <a:cubicBezTo>
                  <a:pt x="1394221" y="207626"/>
                  <a:pt x="1501221" y="204189"/>
                  <a:pt x="1514127" y="200775"/>
                </a:cubicBezTo>
                <a:cubicBezTo>
                  <a:pt x="1537055" y="194709"/>
                  <a:pt x="1536728" y="194035"/>
                  <a:pt x="1499840" y="171342"/>
                </a:cubicBezTo>
                <a:cubicBezTo>
                  <a:pt x="1443823" y="136880"/>
                  <a:pt x="1381568" y="76602"/>
                  <a:pt x="1387101" y="62183"/>
                </a:cubicBezTo>
                <a:cubicBezTo>
                  <a:pt x="1389767" y="55236"/>
                  <a:pt x="1387370" y="46722"/>
                  <a:pt x="1381774" y="43263"/>
                </a:cubicBezTo>
                <a:cubicBezTo>
                  <a:pt x="1363652" y="32064"/>
                  <a:pt x="1370982" y="19050"/>
                  <a:pt x="1395412" y="19050"/>
                </a:cubicBezTo>
                <a:cubicBezTo>
                  <a:pt x="1408509" y="19050"/>
                  <a:pt x="1419225" y="14763"/>
                  <a:pt x="1419225" y="9525"/>
                </a:cubicBezTo>
                <a:cubicBezTo>
                  <a:pt x="1419225" y="-9131"/>
                  <a:pt x="1438165" y="1371"/>
                  <a:pt x="1608044" y="114223"/>
                </a:cubicBezTo>
                <a:cubicBezTo>
                  <a:pt x="1788758" y="234273"/>
                  <a:pt x="1815491" y="258195"/>
                  <a:pt x="1798381" y="284550"/>
                </a:cubicBezTo>
                <a:cubicBezTo>
                  <a:pt x="1784017" y="306674"/>
                  <a:pt x="1477572" y="532635"/>
                  <a:pt x="1441381" y="547787"/>
                </a:cubicBezTo>
                <a:cubicBezTo>
                  <a:pt x="1415329" y="558695"/>
                  <a:pt x="1410388" y="558457"/>
                  <a:pt x="1405632" y="5460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TEXT: now you know"/>
          <p:cNvSpPr/>
          <p:nvPr/>
        </p:nvSpPr>
        <p:spPr>
          <a:xfrm rot="120000">
            <a:off x="2652712" y="700088"/>
            <a:ext cx="4981575" cy="885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ctr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now you know</a:t>
            </a:r>
          </a:p>
        </p:txBody>
      </p:sp>
      <p:sp>
        <p:nvSpPr>
          <p:cNvPr id="4" name="LETTERING: Comment"/>
          <p:cNvSpPr txBox="1"/>
          <p:nvPr/>
        </p:nvSpPr>
        <p:spPr>
          <a:xfrm>
            <a:off x="633412" y="142875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7A1732"/>
                </a:solidFill>
                <a:latin typeface="DM Serif Display"/>
              </a:rPr>
              <a:t>Comment</a:t>
            </a:r>
          </a:p>
        </p:txBody>
      </p:sp>
      <p:sp>
        <p:nvSpPr>
          <p:cNvPr id="5" name="TEXT: &quot;[KEYWORD]&quot;"/>
          <p:cNvSpPr/>
          <p:nvPr/>
        </p:nvSpPr>
        <p:spPr>
          <a:xfrm rot="21480000">
            <a:off x="2152650" y="3495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181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FFFFFF"/>
                </a:solidFill>
                <a:latin typeface="Montserrat"/>
              </a:rPr>
              <a:t>"[KEYWORD]"</a:t>
            </a:r>
          </a:p>
        </p:txBody>
      </p:sp>
      <p:pic>
        <p:nvPicPr>
          <p:cNvPr id="6" name="photo border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1619250" y="5619750"/>
            <a:ext cx="7048500" cy="7810500"/>
          </a:xfrm>
          <a:prstGeom prst="rect">
            <a:avLst/>
          </a:prstGeom>
        </p:spPr>
      </p:pic>
      <p:sp>
        <p:nvSpPr>
          <p:cNvPr id="7" name="PHOTO: Your product"/>
          <p:cNvSpPr/>
          <p:nvPr/>
        </p:nvSpPr>
        <p:spPr>
          <a:xfrm rot="-180000">
            <a:off x="2190750" y="6191250"/>
            <a:ext cx="5905500" cy="6667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" name="TEXT: [Product name]"/>
          <p:cNvSpPr/>
          <p:nvPr/>
        </p:nvSpPr>
        <p:spPr>
          <a:xfrm rot="180000">
            <a:off x="5314950" y="12377738"/>
            <a:ext cx="4610100" cy="771525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ctr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[Product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