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Paste a real review, word for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screenshot of a real review or DM for the phone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Three more reviews round your product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Your real number of happy buyers (or reviews). Edit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Swap in a photo of your product in use.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Swap in a photo of your product.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Your product (fills the pag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gold star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433512"/>
            <a:ext cx="2171700" cy="2085975"/>
          </a:xfrm>
          <a:prstGeom prst="rect">
            <a:avLst/>
          </a:prstGeom>
        </p:spPr>
      </p:pic>
      <p:pic>
        <p:nvPicPr>
          <p:cNvPr id="5" name="gold star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8875" y="1195388"/>
            <a:ext cx="2095500" cy="1990725"/>
          </a:xfrm>
          <a:prstGeom prst="rect">
            <a:avLst/>
          </a:prstGeom>
        </p:spPr>
      </p:pic>
      <p:pic>
        <p:nvPicPr>
          <p:cNvPr id="6" name="gold star" descr="0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375" y="1528762"/>
            <a:ext cx="2000250" cy="1895475"/>
          </a:xfrm>
          <a:prstGeom prst="rect">
            <a:avLst/>
          </a:prstGeom>
        </p:spPr>
      </p:pic>
      <p:pic>
        <p:nvPicPr>
          <p:cNvPr id="7" name="gold star" descr="0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43575" y="1176338"/>
            <a:ext cx="2133600" cy="2028825"/>
          </a:xfrm>
          <a:prstGeom prst="rect">
            <a:avLst/>
          </a:prstGeom>
        </p:spPr>
      </p:pic>
      <p:pic>
        <p:nvPicPr>
          <p:cNvPr id="8" name="gold star" descr="0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43775" y="1376362"/>
            <a:ext cx="2266950" cy="2200275"/>
          </a:xfrm>
          <a:prstGeom prst="rect">
            <a:avLst/>
          </a:prstGeom>
        </p:spPr>
      </p:pic>
      <p:sp>
        <p:nvSpPr>
          <p:cNvPr id="9" name="TEXT: what"/>
          <p:cNvSpPr/>
          <p:nvPr/>
        </p:nvSpPr>
        <p:spPr>
          <a:xfrm rot="120000">
            <a:off x="3952875" y="8034338"/>
            <a:ext cx="2381250" cy="1076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8026" rIns="208026" tIns="89154" bIns="89154"/>
          <a:lstStyle/>
          <a:p>
            <a:pPr algn="ctr">
              <a:lnSpc>
                <a:spcPts val="7137"/>
              </a:lnSpc>
            </a:pPr>
            <a:r>
              <a:rPr b="1" sz="5850">
                <a:solidFill>
                  <a:srgbClr val="181716"/>
                </a:solidFill>
                <a:latin typeface="Montserrat"/>
              </a:rPr>
              <a:t>what</a:t>
            </a:r>
          </a:p>
        </p:txBody>
      </p:sp>
      <p:pic>
        <p:nvPicPr>
          <p:cNvPr id="10" name="buyers" descr="0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4938" y="8677275"/>
            <a:ext cx="7477125" cy="2838450"/>
          </a:xfrm>
          <a:prstGeom prst="rect">
            <a:avLst/>
          </a:prstGeom>
        </p:spPr>
      </p:pic>
      <p:sp>
        <p:nvSpPr>
          <p:cNvPr id="11" name="TEXT: said"/>
          <p:cNvSpPr/>
          <p:nvPr/>
        </p:nvSpPr>
        <p:spPr>
          <a:xfrm rot="21480000">
            <a:off x="4152900" y="11082338"/>
            <a:ext cx="1981200" cy="1076325"/>
          </a:xfrm>
          <a:prstGeom prst="rect">
            <a:avLst/>
          </a:prstGeom>
          <a:solidFill>
            <a:srgbClr val="F9C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8026" rIns="208026" tIns="89154" bIns="89154"/>
          <a:lstStyle/>
          <a:p>
            <a:pPr algn="ctr">
              <a:lnSpc>
                <a:spcPts val="7137"/>
              </a:lnSpc>
            </a:pPr>
            <a:r>
              <a:rPr b="1" sz="5850">
                <a:solidFill>
                  <a:srgbClr val="181716"/>
                </a:solidFill>
                <a:latin typeface="Montserrat"/>
              </a:rPr>
              <a:t>said</a:t>
            </a:r>
          </a:p>
        </p:txBody>
      </p:sp>
      <p:sp>
        <p:nvSpPr>
          <p:cNvPr id="12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review card" descr="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838200" y="4800600"/>
            <a:ext cx="8610600" cy="6019800"/>
          </a:xfrm>
          <a:prstGeom prst="rect">
            <a:avLst/>
          </a:prstGeom>
        </p:spPr>
      </p:pic>
      <p:sp>
        <p:nvSpPr>
          <p:cNvPr id="4" name="TEXT: [the review, word for word]"/>
          <p:cNvSpPr/>
          <p:nvPr/>
        </p:nvSpPr>
        <p:spPr>
          <a:xfrm rot="180000">
            <a:off x="2302051" y="7909312"/>
            <a:ext cx="5591175" cy="15525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2687" rIns="162687" tIns="69723" bIns="69723"/>
          <a:lstStyle/>
          <a:p>
            <a:pPr algn="l">
              <a:lnSpc>
                <a:spcPts val="5581"/>
              </a:lnSpc>
            </a:pPr>
            <a:r>
              <a:rPr b="1" sz="4575">
                <a:solidFill>
                  <a:srgbClr val="181716"/>
                </a:solidFill>
                <a:latin typeface="Montserrat"/>
              </a:rPr>
              <a:t>[the review, word</a:t>
            </a:r>
          </a:p>
          <a:p>
            <a:pPr algn="l">
              <a:lnSpc>
                <a:spcPts val="5581"/>
              </a:lnSpc>
            </a:pPr>
            <a:r>
              <a:rPr b="1" sz="4575">
                <a:solidFill>
                  <a:srgbClr val="181716"/>
                </a:solidFill>
                <a:latin typeface="Montserrat"/>
              </a:rPr>
              <a:t>for word]</a:t>
            </a:r>
          </a:p>
        </p:txBody>
      </p:sp>
      <p:sp>
        <p:nvSpPr>
          <p:cNvPr id="5" name="TEXT: [don't take my word for it]"/>
          <p:cNvSpPr/>
          <p:nvPr/>
        </p:nvSpPr>
        <p:spPr>
          <a:xfrm rot="120000">
            <a:off x="2300288" y="1138238"/>
            <a:ext cx="7210425" cy="2295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0030" rIns="240030" tIns="102870" bIns="102870"/>
          <a:lstStyle/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[don't take</a:t>
            </a:r>
          </a:p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my word for it]</a:t>
            </a:r>
          </a:p>
        </p:txBody>
      </p:sp>
      <p:sp>
        <p:nvSpPr>
          <p:cNvPr id="6" name="TEXT: [here's theirs]"/>
          <p:cNvSpPr/>
          <p:nvPr/>
        </p:nvSpPr>
        <p:spPr>
          <a:xfrm rot="120000">
            <a:off x="866775" y="12239625"/>
            <a:ext cx="455295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[here's theirs]</a:t>
            </a:r>
          </a:p>
        </p:txBody>
      </p:sp>
      <p:pic>
        <p:nvPicPr>
          <p:cNvPr id="7" name="arrow" descr="0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5667375" y="12368212"/>
            <a:ext cx="161925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ne" descr="0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00000">
            <a:off x="3867150" y="2595562"/>
            <a:ext cx="5600700" cy="10048875"/>
          </a:xfrm>
          <a:prstGeom prst="rect">
            <a:avLst/>
          </a:prstGeom>
        </p:spPr>
      </p:pic>
      <p:pic>
        <p:nvPicPr>
          <p:cNvPr id="4" name="PHOTO: Review screenshot" descr="0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00000">
            <a:off x="4762500" y="3462338"/>
            <a:ext cx="3800475" cy="8315325"/>
          </a:xfrm>
          <a:prstGeom prst="rect">
            <a:avLst/>
          </a:prstGeom>
        </p:spPr>
      </p:pic>
      <p:pic>
        <p:nvPicPr>
          <p:cNvPr id="5" name="arrow" descr="0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0" y="6038850"/>
            <a:ext cx="1905000" cy="1257300"/>
          </a:xfrm>
          <a:prstGeom prst="rect">
            <a:avLst/>
          </a:prstGeom>
        </p:spPr>
      </p:pic>
      <p:sp>
        <p:nvSpPr>
          <p:cNvPr id="6" name="TEXT: [straight from my DMs]"/>
          <p:cNvSpPr/>
          <p:nvPr/>
        </p:nvSpPr>
        <p:spPr>
          <a:xfrm rot="180000">
            <a:off x="0" y="2228850"/>
            <a:ext cx="53340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l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[straight from</a:t>
            </a:r>
          </a:p>
          <a:p>
            <a:pPr algn="l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my DMs]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urst" descr="0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876675"/>
            <a:ext cx="8572500" cy="7486650"/>
          </a:xfrm>
          <a:prstGeom prst="rect">
            <a:avLst/>
          </a:prstGeom>
        </p:spPr>
      </p:pic>
      <p:pic>
        <p:nvPicPr>
          <p:cNvPr id="4" name="round paper" descr="0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4381500"/>
            <a:ext cx="6477000" cy="6477000"/>
          </a:xfrm>
          <a:prstGeom prst="rect">
            <a:avLst/>
          </a:prstGeom>
        </p:spPr>
      </p:pic>
      <p:pic>
        <p:nvPicPr>
          <p:cNvPr id="5" name="PHOTO: Your product" descr="0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6500" y="4953000"/>
            <a:ext cx="5334000" cy="5334000"/>
          </a:xfrm>
          <a:prstGeom prst="ellipse">
            <a:avLst/>
          </a:prstGeom>
        </p:spPr>
      </p:pic>
      <p:pic>
        <p:nvPicPr>
          <p:cNvPr id="6" name="review card" descr="0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-114300" y="1019175"/>
            <a:ext cx="5753100" cy="3676650"/>
          </a:xfrm>
          <a:prstGeom prst="rect">
            <a:avLst/>
          </a:prstGeom>
        </p:spPr>
      </p:pic>
      <p:sp>
        <p:nvSpPr>
          <p:cNvPr id="7" name="TEXT: [review two]"/>
          <p:cNvSpPr/>
          <p:nvPr/>
        </p:nvSpPr>
        <p:spPr>
          <a:xfrm rot="240000">
            <a:off x="1394976" y="3141904"/>
            <a:ext cx="2657475" cy="533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4013" rIns="104013" tIns="44577" bIns="44577"/>
          <a:lstStyle/>
          <a:p>
            <a:pPr algn="l">
              <a:lnSpc>
                <a:spcPts val="3568"/>
              </a:lnSpc>
            </a:pPr>
            <a:r>
              <a:rPr b="1" sz="2925">
                <a:solidFill>
                  <a:srgbClr val="181716"/>
                </a:solidFill>
                <a:latin typeface="Montserrat"/>
              </a:rPr>
              <a:t>[review two]</a:t>
            </a:r>
          </a:p>
        </p:txBody>
      </p:sp>
      <p:pic>
        <p:nvPicPr>
          <p:cNvPr id="8" name="review card" descr="0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00000">
            <a:off x="4743450" y="2638425"/>
            <a:ext cx="5753100" cy="3676650"/>
          </a:xfrm>
          <a:prstGeom prst="rect">
            <a:avLst/>
          </a:prstGeom>
        </p:spPr>
      </p:pic>
      <p:sp>
        <p:nvSpPr>
          <p:cNvPr id="9" name="TEXT: [review three]"/>
          <p:cNvSpPr/>
          <p:nvPr/>
        </p:nvSpPr>
        <p:spPr>
          <a:xfrm rot="21300000">
            <a:off x="6201299" y="4760398"/>
            <a:ext cx="2933700" cy="533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4013" rIns="104013" tIns="44577" bIns="44577"/>
          <a:lstStyle/>
          <a:p>
            <a:pPr algn="l">
              <a:lnSpc>
                <a:spcPts val="3568"/>
              </a:lnSpc>
            </a:pPr>
            <a:r>
              <a:rPr b="1" sz="2925">
                <a:solidFill>
                  <a:srgbClr val="181716"/>
                </a:solidFill>
                <a:latin typeface="Montserrat"/>
              </a:rPr>
              <a:t>[review three]</a:t>
            </a:r>
          </a:p>
        </p:txBody>
      </p:sp>
      <p:pic>
        <p:nvPicPr>
          <p:cNvPr id="10" name="review card" descr="0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266700" y="9877425"/>
            <a:ext cx="5753100" cy="3676650"/>
          </a:xfrm>
          <a:prstGeom prst="rect">
            <a:avLst/>
          </a:prstGeom>
        </p:spPr>
      </p:pic>
      <p:sp>
        <p:nvSpPr>
          <p:cNvPr id="11" name="TEXT: [review four]"/>
          <p:cNvSpPr/>
          <p:nvPr/>
        </p:nvSpPr>
        <p:spPr>
          <a:xfrm rot="180000">
            <a:off x="1766550" y="12000743"/>
            <a:ext cx="2695575" cy="533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4013" rIns="104013" tIns="44577" bIns="44577"/>
          <a:lstStyle/>
          <a:p>
            <a:pPr algn="l">
              <a:lnSpc>
                <a:spcPts val="3568"/>
              </a:lnSpc>
            </a:pPr>
            <a:r>
              <a:rPr b="1" sz="2925">
                <a:solidFill>
                  <a:srgbClr val="181716"/>
                </a:solidFill>
                <a:latin typeface="Montserrat"/>
              </a:rPr>
              <a:t>[review four]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TEXT: [200]"/>
          <p:cNvSpPr/>
          <p:nvPr/>
        </p:nvSpPr>
        <p:spPr>
          <a:xfrm rot="180000">
            <a:off x="3309938" y="2309812"/>
            <a:ext cx="3667125" cy="16668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rIns="320040" tIns="137160" bIns="137160"/>
          <a:lstStyle/>
          <a:p>
            <a:pPr algn="ctr">
              <a:lnSpc>
                <a:spcPts val="10980"/>
              </a:lnSpc>
            </a:pPr>
            <a:r>
              <a:rPr b="1" sz="9000">
                <a:solidFill>
                  <a:srgbClr val="181716"/>
                </a:solidFill>
                <a:latin typeface="Montserrat"/>
              </a:rPr>
              <a:t>[200]</a:t>
            </a:r>
          </a:p>
        </p:txBody>
      </p:sp>
      <p:pic>
        <p:nvPicPr>
          <p:cNvPr id="4" name="happy buyers" descr="0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38" y="3990975"/>
            <a:ext cx="8162925" cy="1924050"/>
          </a:xfrm>
          <a:prstGeom prst="rect">
            <a:avLst/>
          </a:prstGeom>
        </p:spPr>
      </p:pic>
      <p:pic>
        <p:nvPicPr>
          <p:cNvPr id="5" name="trophy" descr="0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50" y="6105525"/>
            <a:ext cx="4686300" cy="6838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857250" y="2476500"/>
            <a:ext cx="8572500" cy="10287000"/>
          </a:xfrm>
          <a:prstGeom prst="rect">
            <a:avLst/>
          </a:prstGeom>
        </p:spPr>
      </p:pic>
      <p:pic>
        <p:nvPicPr>
          <p:cNvPr id="4" name="PHOTO: In use" descr="0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1428750" y="3048000"/>
            <a:ext cx="7429500" cy="9144000"/>
          </a:xfrm>
          <a:prstGeom prst="rect">
            <a:avLst/>
          </a:prstGeom>
        </p:spPr>
      </p:pic>
      <p:pic>
        <p:nvPicPr>
          <p:cNvPr id="5" name="gold star" descr="0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2195512"/>
            <a:ext cx="2171700" cy="2085975"/>
          </a:xfrm>
          <a:prstGeom prst="rect">
            <a:avLst/>
          </a:prstGeom>
        </p:spPr>
      </p:pic>
      <p:pic>
        <p:nvPicPr>
          <p:cNvPr id="6" name="gold star" descr="0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2375" y="10958512"/>
            <a:ext cx="2000250" cy="1895475"/>
          </a:xfrm>
          <a:prstGeom prst="rect">
            <a:avLst/>
          </a:prstGeom>
        </p:spPr>
      </p:pic>
      <p:sp>
        <p:nvSpPr>
          <p:cNvPr id="7" name="TEXT: [what they love most]"/>
          <p:cNvSpPr/>
          <p:nvPr/>
        </p:nvSpPr>
        <p:spPr>
          <a:xfrm rot="21480000">
            <a:off x="1138238" y="12468225"/>
            <a:ext cx="8010525" cy="971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ctr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[what they love most]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1905000" y="5619750"/>
            <a:ext cx="6477000" cy="7810500"/>
          </a:xfrm>
          <a:prstGeom prst="rect">
            <a:avLst/>
          </a:prstGeom>
        </p:spPr>
      </p:pic>
      <p:pic>
        <p:nvPicPr>
          <p:cNvPr id="4" name="PHOTO: Your product" descr="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2476500" y="6191250"/>
            <a:ext cx="5334000" cy="6667500"/>
          </a:xfrm>
          <a:prstGeom prst="rect">
            <a:avLst/>
          </a:prstGeom>
        </p:spPr>
      </p:pic>
      <p:sp>
        <p:nvSpPr>
          <p:cNvPr id="5" name="TEXT: see why"/>
          <p:cNvSpPr/>
          <p:nvPr/>
        </p:nvSpPr>
        <p:spPr>
          <a:xfrm rot="120000">
            <a:off x="3457575" y="1390650"/>
            <a:ext cx="3371850" cy="1028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7358" rIns="197358" tIns="84582" bIns="84582"/>
          <a:lstStyle/>
          <a:p>
            <a:pPr algn="ctr">
              <a:lnSpc>
                <a:spcPts val="6771"/>
              </a:lnSpc>
            </a:pPr>
            <a:r>
              <a:rPr b="1" sz="5550">
                <a:solidFill>
                  <a:srgbClr val="181716"/>
                </a:solidFill>
                <a:latin typeface="Montserrat"/>
              </a:rPr>
              <a:t>see why</a:t>
            </a:r>
          </a:p>
        </p:txBody>
      </p:sp>
      <p:pic>
        <p:nvPicPr>
          <p:cNvPr id="6" name="Comment" descr="0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412" y="2290762"/>
            <a:ext cx="9020175" cy="2085975"/>
          </a:xfrm>
          <a:prstGeom prst="rect">
            <a:avLst/>
          </a:prstGeom>
        </p:spPr>
      </p:pic>
      <p:sp>
        <p:nvSpPr>
          <p:cNvPr id="7" name="TEXT: &quot;[KEYWORD]&quot;"/>
          <p:cNvSpPr/>
          <p:nvPr/>
        </p:nvSpPr>
        <p:spPr>
          <a:xfrm rot="21480000">
            <a:off x="2152650" y="4352925"/>
            <a:ext cx="5981700" cy="12001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98145" rIns="398145" tIns="159258" bIns="15925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