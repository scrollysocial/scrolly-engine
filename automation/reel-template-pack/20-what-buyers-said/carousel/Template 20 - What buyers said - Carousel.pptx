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0287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1. Hook. Swap in a photo of your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2. Second hook: Instagram often shows a carousel starting on slide 2, so this one works as a cover on its own. Paste a real review, word for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3. Swap in a screenshot of a real review or DM for the phone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4. Three more reviews round your product photo.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5. Your real number of happy buyers (or reviews). Edit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6. Swap in a photo of your product in use. Edit the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7. Swap in a photo of your product. Type your keyword. Caption to start from (CTA in the first two sentences, 3 hashtags): Comment [KEYWORD] and I will send you [the link]. [One line of real context: who it helps or how you use it.] #[tag] #[tag] #[tag]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png"/><Relationship Id="rId4" Type="http://schemas.openxmlformats.org/officeDocument/2006/relationships/image" Target="../media/image10.jp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12.jpg"/><Relationship Id="rId5" Type="http://schemas.openxmlformats.org/officeDocument/2006/relationships/image" Target="../media/image13.pn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png"/><Relationship Id="rId4" Type="http://schemas.openxmlformats.org/officeDocument/2006/relationships/image" Target="../media/image16.jpg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7.png"/><Relationship Id="rId4" Type="http://schemas.openxmlformats.org/officeDocument/2006/relationships/image" Target="../media/image18.jpg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PHOTO: Your product (fills the page)"/>
          <p:cNvSpPr/>
          <p:nvPr/>
        </p:nvSpPr>
        <p:spPr>
          <a:xfrm rot="0">
            <a:off x="0" y="0"/>
            <a:ext cx="10287000" cy="13716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pic>
        <p:nvPicPr>
          <p:cNvPr id="4" name="gold star" descr="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1433512"/>
            <a:ext cx="2171700" cy="2085975"/>
          </a:xfrm>
          <a:prstGeom prst="rect">
            <a:avLst/>
          </a:prstGeom>
        </p:spPr>
      </p:pic>
      <p:pic>
        <p:nvPicPr>
          <p:cNvPr id="5" name="gold star" descr="0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8875" y="1195388"/>
            <a:ext cx="2095500" cy="1990725"/>
          </a:xfrm>
          <a:prstGeom prst="rect">
            <a:avLst/>
          </a:prstGeom>
        </p:spPr>
      </p:pic>
      <p:pic>
        <p:nvPicPr>
          <p:cNvPr id="6" name="gold star" descr="00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3375" y="1528762"/>
            <a:ext cx="2000250" cy="1895475"/>
          </a:xfrm>
          <a:prstGeom prst="rect">
            <a:avLst/>
          </a:prstGeom>
        </p:spPr>
      </p:pic>
      <p:pic>
        <p:nvPicPr>
          <p:cNvPr id="7" name="gold star" descr="00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3575" y="1176338"/>
            <a:ext cx="2133600" cy="2028825"/>
          </a:xfrm>
          <a:prstGeom prst="rect">
            <a:avLst/>
          </a:prstGeom>
        </p:spPr>
      </p:pic>
      <p:pic>
        <p:nvPicPr>
          <p:cNvPr id="8" name="gold star" descr="00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43775" y="1376362"/>
            <a:ext cx="2266950" cy="2200275"/>
          </a:xfrm>
          <a:prstGeom prst="rect">
            <a:avLst/>
          </a:prstGeom>
        </p:spPr>
      </p:pic>
      <p:sp>
        <p:nvSpPr>
          <p:cNvPr id="9" name="TEXT: what"/>
          <p:cNvSpPr/>
          <p:nvPr/>
        </p:nvSpPr>
        <p:spPr>
          <a:xfrm rot="120000">
            <a:off x="3952875" y="8034338"/>
            <a:ext cx="2381250" cy="10763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8026" rIns="208026" tIns="89154" bIns="89154"/>
          <a:lstStyle/>
          <a:p>
            <a:pPr algn="ctr">
              <a:lnSpc>
                <a:spcPts val="7137"/>
              </a:lnSpc>
            </a:pPr>
            <a:r>
              <a:rPr b="1" sz="5850">
                <a:solidFill>
                  <a:srgbClr val="181716"/>
                </a:solidFill>
                <a:latin typeface="Montserrat"/>
              </a:rPr>
              <a:t>what</a:t>
            </a:r>
          </a:p>
        </p:txBody>
      </p:sp>
      <p:sp>
        <p:nvSpPr>
          <p:cNvPr id="10" name="LETTERING: buyers"/>
          <p:cNvSpPr txBox="1"/>
          <p:nvPr/>
        </p:nvSpPr>
        <p:spPr>
          <a:xfrm>
            <a:off x="1347788" y="8782050"/>
            <a:ext cx="7591425" cy="26289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7250" i="0">
                <a:solidFill>
                  <a:srgbClr val="F9C9DF"/>
                </a:solidFill>
                <a:latin typeface="DM Serif Display"/>
              </a:rPr>
              <a:t>buyers</a:t>
            </a:r>
          </a:p>
        </p:txBody>
      </p:sp>
      <p:sp>
        <p:nvSpPr>
          <p:cNvPr id="11" name="TEXT: said"/>
          <p:cNvSpPr/>
          <p:nvPr/>
        </p:nvSpPr>
        <p:spPr>
          <a:xfrm rot="21480000">
            <a:off x="4152900" y="11082338"/>
            <a:ext cx="1981200" cy="1076325"/>
          </a:xfrm>
          <a:prstGeom prst="rect">
            <a:avLst/>
          </a:prstGeom>
          <a:solidFill>
            <a:srgbClr val="F9C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8026" rIns="208026" tIns="89154" bIns="89154"/>
          <a:lstStyle/>
          <a:p>
            <a:pPr algn="ctr">
              <a:lnSpc>
                <a:spcPts val="7137"/>
              </a:lnSpc>
            </a:pPr>
            <a:r>
              <a:rPr b="1" sz="5850">
                <a:solidFill>
                  <a:srgbClr val="181716"/>
                </a:solidFill>
                <a:latin typeface="Montserrat"/>
              </a:rPr>
              <a:t>said</a:t>
            </a:r>
          </a:p>
        </p:txBody>
      </p:sp>
      <p:sp>
        <p:nvSpPr>
          <p:cNvPr id="12" name="GUIDE (delete)"/>
          <p:cNvSpPr/>
          <p:nvPr/>
        </p:nvSpPr>
        <p:spPr>
          <a:xfrm>
            <a:off x="1352550" y="13063538"/>
            <a:ext cx="7581900" cy="3524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9342" rIns="69342" tIns="29718" bIns="29718"/>
          <a:lstStyle/>
          <a:p>
            <a:pPr algn="ctr">
              <a:lnSpc>
                <a:spcPts val="2379"/>
              </a:lnSpc>
            </a:pPr>
            <a:r>
              <a:rPr b="1" sz="1950">
                <a:solidFill>
                  <a:srgbClr val="FFFFFF"/>
                </a:solidFill>
                <a:latin typeface="Montserrat"/>
              </a:rPr>
              <a:t>Everything blue is a guide. Delete it before you download.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review card" descr="0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0000">
            <a:off x="838200" y="4800600"/>
            <a:ext cx="8610600" cy="6019800"/>
          </a:xfrm>
          <a:prstGeom prst="rect">
            <a:avLst/>
          </a:prstGeom>
        </p:spPr>
      </p:pic>
      <p:sp>
        <p:nvSpPr>
          <p:cNvPr id="4" name="TEXT: [the review, word for word]"/>
          <p:cNvSpPr/>
          <p:nvPr/>
        </p:nvSpPr>
        <p:spPr>
          <a:xfrm rot="180000">
            <a:off x="2302051" y="7909312"/>
            <a:ext cx="5591175" cy="15525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2687" rIns="162687" tIns="69723" bIns="69723"/>
          <a:lstStyle/>
          <a:p>
            <a:pPr algn="l">
              <a:lnSpc>
                <a:spcPts val="5581"/>
              </a:lnSpc>
            </a:pPr>
            <a:r>
              <a:rPr b="1" sz="4575">
                <a:solidFill>
                  <a:srgbClr val="181716"/>
                </a:solidFill>
                <a:latin typeface="Montserrat"/>
              </a:rPr>
              <a:t>[the review, word</a:t>
            </a:r>
          </a:p>
          <a:p>
            <a:pPr algn="l">
              <a:lnSpc>
                <a:spcPts val="5581"/>
              </a:lnSpc>
            </a:pPr>
            <a:r>
              <a:rPr b="1" sz="4575">
                <a:solidFill>
                  <a:srgbClr val="181716"/>
                </a:solidFill>
                <a:latin typeface="Montserrat"/>
              </a:rPr>
              <a:t>for word]</a:t>
            </a:r>
          </a:p>
        </p:txBody>
      </p:sp>
      <p:sp>
        <p:nvSpPr>
          <p:cNvPr id="5" name="TEXT: [don't take my word for it]"/>
          <p:cNvSpPr/>
          <p:nvPr/>
        </p:nvSpPr>
        <p:spPr>
          <a:xfrm rot="120000">
            <a:off x="2300288" y="1138238"/>
            <a:ext cx="7210425" cy="2295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40030" rIns="240030" tIns="102870" bIns="102870"/>
          <a:lstStyle/>
          <a:p>
            <a:pPr algn="r">
              <a:lnSpc>
                <a:spcPts val="8234"/>
              </a:lnSpc>
            </a:pPr>
            <a:r>
              <a:rPr b="1" sz="6750">
                <a:solidFill>
                  <a:srgbClr val="181716"/>
                </a:solidFill>
                <a:latin typeface="Montserrat"/>
              </a:rPr>
              <a:t>[don't take</a:t>
            </a:r>
          </a:p>
          <a:p>
            <a:pPr algn="r">
              <a:lnSpc>
                <a:spcPts val="8234"/>
              </a:lnSpc>
            </a:pPr>
            <a:r>
              <a:rPr b="1" sz="6750">
                <a:solidFill>
                  <a:srgbClr val="181716"/>
                </a:solidFill>
                <a:latin typeface="Montserrat"/>
              </a:rPr>
              <a:t>my word for it]</a:t>
            </a:r>
          </a:p>
        </p:txBody>
      </p:sp>
      <p:sp>
        <p:nvSpPr>
          <p:cNvPr id="6" name="TEXT: [here's theirs]"/>
          <p:cNvSpPr/>
          <p:nvPr/>
        </p:nvSpPr>
        <p:spPr>
          <a:xfrm rot="120000">
            <a:off x="866775" y="12239625"/>
            <a:ext cx="4552950" cy="857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5354" rIns="165354" tIns="70866" bIns="70866"/>
          <a:lstStyle/>
          <a:p>
            <a:pPr algn="l">
              <a:lnSpc>
                <a:spcPts val="5673"/>
              </a:lnSpc>
            </a:pPr>
            <a:r>
              <a:rPr b="1" sz="4650">
                <a:solidFill>
                  <a:srgbClr val="181716"/>
                </a:solidFill>
                <a:latin typeface="Montserrat"/>
              </a:rPr>
              <a:t>[here's theirs]</a:t>
            </a:r>
          </a:p>
        </p:txBody>
      </p:sp>
      <p:sp>
        <p:nvSpPr>
          <p:cNvPr id="7" name="arrow"/>
          <p:cNvSpPr/>
          <p:nvPr/>
        </p:nvSpPr>
        <p:spPr>
          <a:xfrm rot="120000">
            <a:off x="5667375" y="12368212"/>
            <a:ext cx="1619250" cy="504825"/>
          </a:xfrm>
          <a:custGeom>
            <a:avLst/>
            <a:gdLst/>
            <a:ahLst/>
            <a:cxnLst/>
            <a:rect l="0" t="0" r="r" b="b"/>
            <a:pathLst>
              <a:path w="1619250" h="504825">
                <a:moveTo>
                  <a:pt x="1257300" y="480450"/>
                </a:moveTo>
                <a:cubicBezTo>
                  <a:pt x="1257300" y="466626"/>
                  <a:pt x="1253177" y="458623"/>
                  <a:pt x="1247775" y="461962"/>
                </a:cubicBezTo>
                <a:cubicBezTo>
                  <a:pt x="1242536" y="465200"/>
                  <a:pt x="1238235" y="460095"/>
                  <a:pt x="1238218" y="450618"/>
                </a:cubicBezTo>
                <a:cubicBezTo>
                  <a:pt x="1238201" y="441141"/>
                  <a:pt x="1271222" y="402197"/>
                  <a:pt x="1311598" y="364076"/>
                </a:cubicBezTo>
                <a:lnTo>
                  <a:pt x="1385010" y="294765"/>
                </a:lnTo>
                <a:lnTo>
                  <a:pt x="1266386" y="300090"/>
                </a:lnTo>
                <a:cubicBezTo>
                  <a:pt x="1201143" y="303019"/>
                  <a:pt x="950595" y="310034"/>
                  <a:pt x="709612" y="315678"/>
                </a:cubicBezTo>
                <a:cubicBezTo>
                  <a:pt x="468630" y="321323"/>
                  <a:pt x="223235" y="328686"/>
                  <a:pt x="164292" y="332039"/>
                </a:cubicBezTo>
                <a:cubicBezTo>
                  <a:pt x="81649" y="336741"/>
                  <a:pt x="57124" y="335412"/>
                  <a:pt x="57135" y="326231"/>
                </a:cubicBezTo>
                <a:cubicBezTo>
                  <a:pt x="57144" y="319190"/>
                  <a:pt x="44728" y="314325"/>
                  <a:pt x="26754" y="314324"/>
                </a:cubicBezTo>
                <a:cubicBezTo>
                  <a:pt x="-1225" y="314324"/>
                  <a:pt x="-2231" y="313294"/>
                  <a:pt x="14096" y="301355"/>
                </a:cubicBezTo>
                <a:cubicBezTo>
                  <a:pt x="39698" y="282634"/>
                  <a:pt x="40970" y="257174"/>
                  <a:pt x="16302" y="257175"/>
                </a:cubicBezTo>
                <a:cubicBezTo>
                  <a:pt x="4858" y="257175"/>
                  <a:pt x="89" y="253819"/>
                  <a:pt x="5238" y="249388"/>
                </a:cubicBezTo>
                <a:cubicBezTo>
                  <a:pt x="38131" y="221084"/>
                  <a:pt x="254251" y="205225"/>
                  <a:pt x="757237" y="194206"/>
                </a:cubicBezTo>
                <a:cubicBezTo>
                  <a:pt x="909161" y="190878"/>
                  <a:pt x="1109402" y="185468"/>
                  <a:pt x="1202217" y="182184"/>
                </a:cubicBezTo>
                <a:lnTo>
                  <a:pt x="1370973" y="176212"/>
                </a:lnTo>
                <a:lnTo>
                  <a:pt x="1306992" y="128587"/>
                </a:lnTo>
                <a:cubicBezTo>
                  <a:pt x="1271803" y="102393"/>
                  <a:pt x="1242899" y="74533"/>
                  <a:pt x="1242760" y="66675"/>
                </a:cubicBezTo>
                <a:cubicBezTo>
                  <a:pt x="1242622" y="58816"/>
                  <a:pt x="1239154" y="47029"/>
                  <a:pt x="1235054" y="40481"/>
                </a:cubicBezTo>
                <a:cubicBezTo>
                  <a:pt x="1224885" y="24237"/>
                  <a:pt x="1235722" y="9152"/>
                  <a:pt x="1252842" y="15722"/>
                </a:cubicBezTo>
                <a:cubicBezTo>
                  <a:pt x="1260532" y="18673"/>
                  <a:pt x="1266825" y="16343"/>
                  <a:pt x="1266825" y="10544"/>
                </a:cubicBezTo>
                <a:cubicBezTo>
                  <a:pt x="1266825" y="-9201"/>
                  <a:pt x="1283898" y="-5"/>
                  <a:pt x="1441695" y="104733"/>
                </a:cubicBezTo>
                <a:cubicBezTo>
                  <a:pt x="1620939" y="223706"/>
                  <a:pt x="1633427" y="237454"/>
                  <a:pt x="1593675" y="272033"/>
                </a:cubicBezTo>
                <a:cubicBezTo>
                  <a:pt x="1563065" y="298659"/>
                  <a:pt x="1336730" y="468567"/>
                  <a:pt x="1320437" y="477150"/>
                </a:cubicBezTo>
                <a:cubicBezTo>
                  <a:pt x="1255250" y="511492"/>
                  <a:pt x="1257300" y="511385"/>
                  <a:pt x="1257300" y="480450"/>
                </a:cubicBezTo>
                <a:close/>
              </a:path>
            </a:pathLst>
          </a:custGeom>
          <a:solidFill>
            <a:srgbClr val="7A1732"/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phone" descr="0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00000">
            <a:off x="3867150" y="2595562"/>
            <a:ext cx="5600700" cy="10048875"/>
          </a:xfrm>
          <a:prstGeom prst="rect">
            <a:avLst/>
          </a:prstGeom>
        </p:spPr>
      </p:pic>
      <p:sp>
        <p:nvSpPr>
          <p:cNvPr id="4" name="PHOTO: Review screenshot"/>
          <p:cNvSpPr/>
          <p:nvPr/>
        </p:nvSpPr>
        <p:spPr>
          <a:xfrm rot="-300000">
            <a:off x="4762500" y="3462337"/>
            <a:ext cx="3800475" cy="8315325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5" name="arrow"/>
          <p:cNvSpPr/>
          <p:nvPr/>
        </p:nvSpPr>
        <p:spPr>
          <a:xfrm rot="0">
            <a:off x="1524000" y="6038850"/>
            <a:ext cx="1905000" cy="1257300"/>
          </a:xfrm>
          <a:custGeom>
            <a:avLst/>
            <a:gdLst/>
            <a:ahLst/>
            <a:cxnLst/>
            <a:rect l="0" t="0" r="r" b="b"/>
            <a:pathLst>
              <a:path w="1905000" h="1257300">
                <a:moveTo>
                  <a:pt x="1495425" y="1248416"/>
                </a:moveTo>
                <a:cubicBezTo>
                  <a:pt x="1495425" y="1243531"/>
                  <a:pt x="1487924" y="1237108"/>
                  <a:pt x="1478756" y="1234145"/>
                </a:cubicBezTo>
                <a:cubicBezTo>
                  <a:pt x="1460360" y="1228198"/>
                  <a:pt x="1374987" y="1113961"/>
                  <a:pt x="1224457" y="893869"/>
                </a:cubicBezTo>
                <a:cubicBezTo>
                  <a:pt x="1182386" y="832357"/>
                  <a:pt x="1170823" y="800100"/>
                  <a:pt x="1190844" y="800100"/>
                </a:cubicBezTo>
                <a:cubicBezTo>
                  <a:pt x="1196204" y="800100"/>
                  <a:pt x="1193691" y="789572"/>
                  <a:pt x="1185261" y="776706"/>
                </a:cubicBezTo>
                <a:cubicBezTo>
                  <a:pt x="1169022" y="751922"/>
                  <a:pt x="1173431" y="733425"/>
                  <a:pt x="1195578" y="733424"/>
                </a:cubicBezTo>
                <a:cubicBezTo>
                  <a:pt x="1202923" y="733424"/>
                  <a:pt x="1217072" y="724688"/>
                  <a:pt x="1227019" y="714010"/>
                </a:cubicBezTo>
                <a:lnTo>
                  <a:pt x="1245106" y="694596"/>
                </a:lnTo>
                <a:lnTo>
                  <a:pt x="1261146" y="719076"/>
                </a:lnTo>
                <a:cubicBezTo>
                  <a:pt x="1269968" y="732540"/>
                  <a:pt x="1280818" y="741312"/>
                  <a:pt x="1285256" y="738569"/>
                </a:cubicBezTo>
                <a:cubicBezTo>
                  <a:pt x="1294596" y="732797"/>
                  <a:pt x="1342941" y="784409"/>
                  <a:pt x="1390786" y="851231"/>
                </a:cubicBezTo>
                <a:lnTo>
                  <a:pt x="1423987" y="897601"/>
                </a:lnTo>
                <a:lnTo>
                  <a:pt x="1431664" y="703594"/>
                </a:lnTo>
                <a:cubicBezTo>
                  <a:pt x="1444865" y="369976"/>
                  <a:pt x="1426011" y="266784"/>
                  <a:pt x="1344520" y="226639"/>
                </a:cubicBezTo>
                <a:cubicBezTo>
                  <a:pt x="1300863" y="205132"/>
                  <a:pt x="1294969" y="204787"/>
                  <a:pt x="971550" y="204787"/>
                </a:cubicBezTo>
                <a:cubicBezTo>
                  <a:pt x="790813" y="204787"/>
                  <a:pt x="515421" y="208007"/>
                  <a:pt x="359568" y="211943"/>
                </a:cubicBezTo>
                <a:cubicBezTo>
                  <a:pt x="171997" y="216680"/>
                  <a:pt x="76200" y="215875"/>
                  <a:pt x="76200" y="209562"/>
                </a:cubicBezTo>
                <a:cubicBezTo>
                  <a:pt x="76200" y="204316"/>
                  <a:pt x="91201" y="200025"/>
                  <a:pt x="109537" y="200025"/>
                </a:cubicBezTo>
                <a:cubicBezTo>
                  <a:pt x="127873" y="200025"/>
                  <a:pt x="142875" y="195738"/>
                  <a:pt x="142875" y="190500"/>
                </a:cubicBezTo>
                <a:cubicBezTo>
                  <a:pt x="142875" y="185261"/>
                  <a:pt x="130614" y="180974"/>
                  <a:pt x="115629" y="180974"/>
                </a:cubicBezTo>
                <a:cubicBezTo>
                  <a:pt x="65299" y="180974"/>
                  <a:pt x="391" y="168997"/>
                  <a:pt x="5544" y="160660"/>
                </a:cubicBezTo>
                <a:cubicBezTo>
                  <a:pt x="8351" y="156117"/>
                  <a:pt x="24326" y="152334"/>
                  <a:pt x="41043" y="152254"/>
                </a:cubicBezTo>
                <a:cubicBezTo>
                  <a:pt x="63525" y="152146"/>
                  <a:pt x="67787" y="149800"/>
                  <a:pt x="57416" y="143241"/>
                </a:cubicBezTo>
                <a:cubicBezTo>
                  <a:pt x="45554" y="135739"/>
                  <a:pt x="46126" y="133327"/>
                  <a:pt x="61134" y="127568"/>
                </a:cubicBezTo>
                <a:cubicBezTo>
                  <a:pt x="77820" y="121165"/>
                  <a:pt x="77896" y="120047"/>
                  <a:pt x="62419" y="108730"/>
                </a:cubicBezTo>
                <a:cubicBezTo>
                  <a:pt x="47887" y="98104"/>
                  <a:pt x="50791" y="95536"/>
                  <a:pt x="87276" y="86743"/>
                </a:cubicBezTo>
                <a:lnTo>
                  <a:pt x="128587" y="76787"/>
                </a:lnTo>
                <a:lnTo>
                  <a:pt x="78242" y="79890"/>
                </a:lnTo>
                <a:cubicBezTo>
                  <a:pt x="31254" y="82786"/>
                  <a:pt x="7850" y="65927"/>
                  <a:pt x="52931" y="61658"/>
                </a:cubicBezTo>
                <a:cubicBezTo>
                  <a:pt x="63109" y="60694"/>
                  <a:pt x="95011" y="53065"/>
                  <a:pt x="123825" y="44703"/>
                </a:cubicBezTo>
                <a:cubicBezTo>
                  <a:pt x="152638" y="36342"/>
                  <a:pt x="191214" y="29837"/>
                  <a:pt x="209550" y="30248"/>
                </a:cubicBezTo>
                <a:cubicBezTo>
                  <a:pt x="227885" y="30659"/>
                  <a:pt x="328612" y="26155"/>
                  <a:pt x="433387" y="20240"/>
                </a:cubicBezTo>
                <a:cubicBezTo>
                  <a:pt x="682990" y="6147"/>
                  <a:pt x="1252059" y="5250"/>
                  <a:pt x="1336870" y="18815"/>
                </a:cubicBezTo>
                <a:cubicBezTo>
                  <a:pt x="1455986" y="37866"/>
                  <a:pt x="1523987" y="88118"/>
                  <a:pt x="1577272" y="196469"/>
                </a:cubicBezTo>
                <a:cubicBezTo>
                  <a:pt x="1609601" y="262208"/>
                  <a:pt x="1620456" y="408702"/>
                  <a:pt x="1612649" y="673893"/>
                </a:cubicBezTo>
                <a:cubicBezTo>
                  <a:pt x="1609372" y="785217"/>
                  <a:pt x="1608872" y="876300"/>
                  <a:pt x="1611537" y="876300"/>
                </a:cubicBezTo>
                <a:cubicBezTo>
                  <a:pt x="1614202" y="876300"/>
                  <a:pt x="1645613" y="837305"/>
                  <a:pt x="1681338" y="789645"/>
                </a:cubicBezTo>
                <a:cubicBezTo>
                  <a:pt x="1743643" y="706525"/>
                  <a:pt x="1788799" y="666696"/>
                  <a:pt x="1836884" y="652448"/>
                </a:cubicBezTo>
                <a:cubicBezTo>
                  <a:pt x="1856011" y="646780"/>
                  <a:pt x="1858397" y="648523"/>
                  <a:pt x="1853336" y="664467"/>
                </a:cubicBezTo>
                <a:cubicBezTo>
                  <a:pt x="1843453" y="695607"/>
                  <a:pt x="1855797" y="715521"/>
                  <a:pt x="1876838" y="702381"/>
                </a:cubicBezTo>
                <a:cubicBezTo>
                  <a:pt x="1905643" y="684392"/>
                  <a:pt x="1908894" y="701014"/>
                  <a:pt x="1886099" y="749727"/>
                </a:cubicBezTo>
                <a:cubicBezTo>
                  <a:pt x="1860421" y="804601"/>
                  <a:pt x="1620582" y="1156558"/>
                  <a:pt x="1568703" y="1215495"/>
                </a:cubicBezTo>
                <a:cubicBezTo>
                  <a:pt x="1535507" y="1253207"/>
                  <a:pt x="1495425" y="1271215"/>
                  <a:pt x="1495425" y="1248416"/>
                </a:cubicBezTo>
                <a:close/>
              </a:path>
            </a:pathLst>
          </a:custGeom>
          <a:solidFill>
            <a:srgbClr val="7A1732"/>
          </a:solidFill>
          <a:ln>
            <a:noFill/>
          </a:ln>
        </p:spPr>
      </p:sp>
      <p:sp>
        <p:nvSpPr>
          <p:cNvPr id="6" name="TEXT: [straight from my DMs]"/>
          <p:cNvSpPr/>
          <p:nvPr/>
        </p:nvSpPr>
        <p:spPr>
          <a:xfrm rot="180000">
            <a:off x="0" y="2228850"/>
            <a:ext cx="53340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92024" rIns="192024" tIns="82296" bIns="82296"/>
          <a:lstStyle/>
          <a:p>
            <a:pPr algn="l">
              <a:lnSpc>
                <a:spcPts val="6588"/>
              </a:lnSpc>
            </a:pPr>
            <a:r>
              <a:rPr b="1" sz="5400">
                <a:solidFill>
                  <a:srgbClr val="181716"/>
                </a:solidFill>
                <a:latin typeface="Montserrat"/>
              </a:rPr>
              <a:t>[straight from</a:t>
            </a:r>
          </a:p>
          <a:p>
            <a:pPr algn="l">
              <a:lnSpc>
                <a:spcPts val="6588"/>
              </a:lnSpc>
            </a:pPr>
            <a:r>
              <a:rPr b="1" sz="5400">
                <a:solidFill>
                  <a:srgbClr val="181716"/>
                </a:solidFill>
                <a:latin typeface="Montserrat"/>
              </a:rPr>
              <a:t>my DMs]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burst"/>
          <p:cNvSpPr/>
          <p:nvPr/>
        </p:nvSpPr>
        <p:spPr>
          <a:xfrm rot="0">
            <a:off x="857250" y="3876675"/>
            <a:ext cx="8572500" cy="7486650"/>
          </a:xfrm>
          <a:custGeom>
            <a:avLst/>
            <a:gdLst/>
            <a:ahLst/>
            <a:cxnLst/>
            <a:rect l="0" t="0" r="r" b="b"/>
            <a:pathLst>
              <a:path w="8572500" h="7486650">
                <a:moveTo>
                  <a:pt x="4162425" y="7469420"/>
                </a:moveTo>
                <a:cubicBezTo>
                  <a:pt x="4162425" y="7459944"/>
                  <a:pt x="4156131" y="7443870"/>
                  <a:pt x="4148440" y="7433701"/>
                </a:cubicBezTo>
                <a:cubicBezTo>
                  <a:pt x="4140748" y="7423532"/>
                  <a:pt x="4134319" y="7397853"/>
                  <a:pt x="4134152" y="7376636"/>
                </a:cubicBezTo>
                <a:cubicBezTo>
                  <a:pt x="4133986" y="7355419"/>
                  <a:pt x="4130019" y="7333988"/>
                  <a:pt x="4125337" y="7329011"/>
                </a:cubicBezTo>
                <a:cubicBezTo>
                  <a:pt x="4120655" y="7324034"/>
                  <a:pt x="4107527" y="7281386"/>
                  <a:pt x="4096164" y="7234237"/>
                </a:cubicBezTo>
                <a:cubicBezTo>
                  <a:pt x="4074187" y="7143048"/>
                  <a:pt x="4064226" y="7111429"/>
                  <a:pt x="4024147" y="7005637"/>
                </a:cubicBezTo>
                <a:cubicBezTo>
                  <a:pt x="3998667" y="6938378"/>
                  <a:pt x="3986730" y="6899998"/>
                  <a:pt x="3972306" y="6838950"/>
                </a:cubicBezTo>
                <a:cubicBezTo>
                  <a:pt x="3961151" y="6791734"/>
                  <a:pt x="3925635" y="6684886"/>
                  <a:pt x="3914569" y="6665247"/>
                </a:cubicBezTo>
                <a:cubicBezTo>
                  <a:pt x="3909443" y="6656151"/>
                  <a:pt x="3905250" y="6638888"/>
                  <a:pt x="3905250" y="6626886"/>
                </a:cubicBezTo>
                <a:cubicBezTo>
                  <a:pt x="3905250" y="6614883"/>
                  <a:pt x="3898406" y="6595292"/>
                  <a:pt x="3890041" y="6583350"/>
                </a:cubicBezTo>
                <a:cubicBezTo>
                  <a:pt x="3873357" y="6559530"/>
                  <a:pt x="3831723" y="6460256"/>
                  <a:pt x="3819474" y="6415087"/>
                </a:cubicBezTo>
                <a:cubicBezTo>
                  <a:pt x="3808797" y="6375717"/>
                  <a:pt x="3730015" y="6189619"/>
                  <a:pt x="3708874" y="6153830"/>
                </a:cubicBezTo>
                <a:cubicBezTo>
                  <a:pt x="3683484" y="6110849"/>
                  <a:pt x="3658714" y="6116544"/>
                  <a:pt x="3621881" y="6173831"/>
                </a:cubicBezTo>
                <a:cubicBezTo>
                  <a:pt x="3604855" y="6200312"/>
                  <a:pt x="3590925" y="6227324"/>
                  <a:pt x="3590925" y="6233859"/>
                </a:cubicBezTo>
                <a:cubicBezTo>
                  <a:pt x="3590925" y="6240394"/>
                  <a:pt x="3580209" y="6261531"/>
                  <a:pt x="3567112" y="6280831"/>
                </a:cubicBezTo>
                <a:cubicBezTo>
                  <a:pt x="3554015" y="6300130"/>
                  <a:pt x="3543114" y="6321088"/>
                  <a:pt x="3542886" y="6327404"/>
                </a:cubicBezTo>
                <a:cubicBezTo>
                  <a:pt x="3542659" y="6333720"/>
                  <a:pt x="3532280" y="6356032"/>
                  <a:pt x="3519821" y="6376987"/>
                </a:cubicBezTo>
                <a:cubicBezTo>
                  <a:pt x="3493501" y="6421258"/>
                  <a:pt x="3419325" y="6569236"/>
                  <a:pt x="3395684" y="6624637"/>
                </a:cubicBezTo>
                <a:cubicBezTo>
                  <a:pt x="3342250" y="6749855"/>
                  <a:pt x="3302209" y="6819185"/>
                  <a:pt x="3284476" y="6817192"/>
                </a:cubicBezTo>
                <a:cubicBezTo>
                  <a:pt x="3270725" y="6815646"/>
                  <a:pt x="3261381" y="6826931"/>
                  <a:pt x="3246746" y="6862762"/>
                </a:cubicBezTo>
                <a:cubicBezTo>
                  <a:pt x="3236047" y="6888956"/>
                  <a:pt x="3223386" y="6917830"/>
                  <a:pt x="3218609" y="6926927"/>
                </a:cubicBezTo>
                <a:cubicBezTo>
                  <a:pt x="3213833" y="6936023"/>
                  <a:pt x="3209925" y="6950408"/>
                  <a:pt x="3209925" y="6958893"/>
                </a:cubicBezTo>
                <a:cubicBezTo>
                  <a:pt x="3209925" y="6978662"/>
                  <a:pt x="3154918" y="7048500"/>
                  <a:pt x="3139347" y="7048500"/>
                </a:cubicBezTo>
                <a:cubicBezTo>
                  <a:pt x="3132842" y="7048500"/>
                  <a:pt x="3118508" y="7038855"/>
                  <a:pt x="3107493" y="7027068"/>
                </a:cubicBezTo>
                <a:cubicBezTo>
                  <a:pt x="3088664" y="7006919"/>
                  <a:pt x="3087915" y="6999655"/>
                  <a:pt x="3094970" y="6905625"/>
                </a:cubicBezTo>
                <a:cubicBezTo>
                  <a:pt x="3102467" y="6805709"/>
                  <a:pt x="3102450" y="6805591"/>
                  <a:pt x="3077783" y="6784437"/>
                </a:cubicBezTo>
                <a:cubicBezTo>
                  <a:pt x="3054164" y="6764182"/>
                  <a:pt x="3052799" y="6757558"/>
                  <a:pt x="3046369" y="6632037"/>
                </a:cubicBezTo>
                <a:cubicBezTo>
                  <a:pt x="3030317" y="6318717"/>
                  <a:pt x="2988003" y="5748245"/>
                  <a:pt x="2977642" y="5705475"/>
                </a:cubicBezTo>
                <a:cubicBezTo>
                  <a:pt x="2974470" y="5692378"/>
                  <a:pt x="2970157" y="5647401"/>
                  <a:pt x="2968059" y="5605527"/>
                </a:cubicBezTo>
                <a:lnTo>
                  <a:pt x="2964243" y="5529391"/>
                </a:lnTo>
                <a:lnTo>
                  <a:pt x="2922778" y="5493361"/>
                </a:lnTo>
                <a:cubicBezTo>
                  <a:pt x="2885203" y="5460711"/>
                  <a:pt x="2877737" y="5457906"/>
                  <a:pt x="2843212" y="5463466"/>
                </a:cubicBezTo>
                <a:cubicBezTo>
                  <a:pt x="2799445" y="5470515"/>
                  <a:pt x="2761577" y="5488068"/>
                  <a:pt x="2743721" y="5509584"/>
                </a:cubicBezTo>
                <a:cubicBezTo>
                  <a:pt x="2736912" y="5517788"/>
                  <a:pt x="2718886" y="5524500"/>
                  <a:pt x="2703662" y="5524500"/>
                </a:cubicBezTo>
                <a:cubicBezTo>
                  <a:pt x="2688437" y="5524500"/>
                  <a:pt x="2650508" y="5537358"/>
                  <a:pt x="2619374" y="5553075"/>
                </a:cubicBezTo>
                <a:cubicBezTo>
                  <a:pt x="2588241" y="5568791"/>
                  <a:pt x="2555643" y="5581650"/>
                  <a:pt x="2546934" y="5581650"/>
                </a:cubicBezTo>
                <a:cubicBezTo>
                  <a:pt x="2529787" y="5581650"/>
                  <a:pt x="2386957" y="5655831"/>
                  <a:pt x="2339200" y="5689541"/>
                </a:cubicBezTo>
                <a:cubicBezTo>
                  <a:pt x="2323036" y="5700950"/>
                  <a:pt x="2302545" y="5714560"/>
                  <a:pt x="2293664" y="5719786"/>
                </a:cubicBezTo>
                <a:cubicBezTo>
                  <a:pt x="2284782" y="5725012"/>
                  <a:pt x="2233801" y="5759203"/>
                  <a:pt x="2180373" y="5795768"/>
                </a:cubicBezTo>
                <a:cubicBezTo>
                  <a:pt x="2126945" y="5832332"/>
                  <a:pt x="2075474" y="5866622"/>
                  <a:pt x="2065994" y="5871968"/>
                </a:cubicBezTo>
                <a:cubicBezTo>
                  <a:pt x="2056513" y="5877313"/>
                  <a:pt x="2013197" y="5907713"/>
                  <a:pt x="1969734" y="5939522"/>
                </a:cubicBezTo>
                <a:cubicBezTo>
                  <a:pt x="1926272" y="5971331"/>
                  <a:pt x="1809273" y="6055919"/>
                  <a:pt x="1709737" y="6127496"/>
                </a:cubicBezTo>
                <a:cubicBezTo>
                  <a:pt x="1445483" y="6317523"/>
                  <a:pt x="1391240" y="6357037"/>
                  <a:pt x="1337786" y="6398453"/>
                </a:cubicBezTo>
                <a:cubicBezTo>
                  <a:pt x="1311331" y="6418951"/>
                  <a:pt x="1210604" y="6492850"/>
                  <a:pt x="1113949" y="6562673"/>
                </a:cubicBezTo>
                <a:cubicBezTo>
                  <a:pt x="1017294" y="6632496"/>
                  <a:pt x="933128" y="6693516"/>
                  <a:pt x="926915" y="6698273"/>
                </a:cubicBezTo>
                <a:cubicBezTo>
                  <a:pt x="920004" y="6703563"/>
                  <a:pt x="907991" y="6702840"/>
                  <a:pt x="895979" y="6696411"/>
                </a:cubicBezTo>
                <a:cubicBezTo>
                  <a:pt x="879296" y="6687483"/>
                  <a:pt x="868510" y="6691813"/>
                  <a:pt x="824299" y="6725193"/>
                </a:cubicBezTo>
                <a:cubicBezTo>
                  <a:pt x="795676" y="6746804"/>
                  <a:pt x="769980" y="6771660"/>
                  <a:pt x="767197" y="6780429"/>
                </a:cubicBezTo>
                <a:cubicBezTo>
                  <a:pt x="764414" y="6789197"/>
                  <a:pt x="730075" y="6825410"/>
                  <a:pt x="690888" y="6860902"/>
                </a:cubicBezTo>
                <a:cubicBezTo>
                  <a:pt x="614176" y="6930379"/>
                  <a:pt x="562316" y="6959306"/>
                  <a:pt x="545182" y="6942172"/>
                </a:cubicBezTo>
                <a:cubicBezTo>
                  <a:pt x="538018" y="6935008"/>
                  <a:pt x="519311" y="6939481"/>
                  <a:pt x="481377" y="6957427"/>
                </a:cubicBezTo>
                <a:cubicBezTo>
                  <a:pt x="418804" y="6987028"/>
                  <a:pt x="399714" y="6983793"/>
                  <a:pt x="375889" y="6939552"/>
                </a:cubicBezTo>
                <a:lnTo>
                  <a:pt x="358468" y="6907204"/>
                </a:lnTo>
                <a:lnTo>
                  <a:pt x="400401" y="6851664"/>
                </a:lnTo>
                <a:cubicBezTo>
                  <a:pt x="444484" y="6793277"/>
                  <a:pt x="518698" y="6716997"/>
                  <a:pt x="570099" y="6677243"/>
                </a:cubicBezTo>
                <a:cubicBezTo>
                  <a:pt x="587007" y="6664167"/>
                  <a:pt x="605190" y="6638348"/>
                  <a:pt x="610890" y="6619322"/>
                </a:cubicBezTo>
                <a:cubicBezTo>
                  <a:pt x="621306" y="6584559"/>
                  <a:pt x="718412" y="6462411"/>
                  <a:pt x="818690" y="6357937"/>
                </a:cubicBezTo>
                <a:cubicBezTo>
                  <a:pt x="848859" y="6326505"/>
                  <a:pt x="898673" y="6268640"/>
                  <a:pt x="929387" y="6229350"/>
                </a:cubicBezTo>
                <a:cubicBezTo>
                  <a:pt x="989446" y="6152519"/>
                  <a:pt x="1001986" y="6138161"/>
                  <a:pt x="1149250" y="5977621"/>
                </a:cubicBezTo>
                <a:cubicBezTo>
                  <a:pt x="1202456" y="5919619"/>
                  <a:pt x="1260786" y="5852559"/>
                  <a:pt x="1278873" y="5828599"/>
                </a:cubicBezTo>
                <a:cubicBezTo>
                  <a:pt x="1296960" y="5804639"/>
                  <a:pt x="1318515" y="5776778"/>
                  <a:pt x="1326773" y="5766686"/>
                </a:cubicBezTo>
                <a:cubicBezTo>
                  <a:pt x="1349486" y="5738930"/>
                  <a:pt x="1422109" y="5651539"/>
                  <a:pt x="1484498" y="5576887"/>
                </a:cubicBezTo>
                <a:cubicBezTo>
                  <a:pt x="1515145" y="5540216"/>
                  <a:pt x="1547406" y="5497353"/>
                  <a:pt x="1556188" y="5481637"/>
                </a:cubicBezTo>
                <a:cubicBezTo>
                  <a:pt x="1591444" y="5418546"/>
                  <a:pt x="1612341" y="5385481"/>
                  <a:pt x="1628427" y="5367337"/>
                </a:cubicBezTo>
                <a:cubicBezTo>
                  <a:pt x="1643521" y="5350310"/>
                  <a:pt x="1728770" y="5225544"/>
                  <a:pt x="1744515" y="5197435"/>
                </a:cubicBezTo>
                <a:cubicBezTo>
                  <a:pt x="1747926" y="5191345"/>
                  <a:pt x="1769112" y="5143500"/>
                  <a:pt x="1791595" y="5091112"/>
                </a:cubicBezTo>
                <a:cubicBezTo>
                  <a:pt x="1814077" y="5038725"/>
                  <a:pt x="1840218" y="4984485"/>
                  <a:pt x="1849686" y="4970579"/>
                </a:cubicBezTo>
                <a:cubicBezTo>
                  <a:pt x="1883182" y="4921380"/>
                  <a:pt x="1872963" y="4912458"/>
                  <a:pt x="1813327" y="4938832"/>
                </a:cubicBezTo>
                <a:cubicBezTo>
                  <a:pt x="1783862" y="4951863"/>
                  <a:pt x="1754454" y="4962525"/>
                  <a:pt x="1747976" y="4962525"/>
                </a:cubicBezTo>
                <a:cubicBezTo>
                  <a:pt x="1741498" y="4962525"/>
                  <a:pt x="1702384" y="4973543"/>
                  <a:pt x="1661055" y="4987011"/>
                </a:cubicBezTo>
                <a:cubicBezTo>
                  <a:pt x="1619726" y="5000479"/>
                  <a:pt x="1561402" y="5013446"/>
                  <a:pt x="1531445" y="5015828"/>
                </a:cubicBezTo>
                <a:cubicBezTo>
                  <a:pt x="1500204" y="5018311"/>
                  <a:pt x="1456966" y="5030209"/>
                  <a:pt x="1430049" y="5043729"/>
                </a:cubicBezTo>
                <a:cubicBezTo>
                  <a:pt x="1404238" y="5056693"/>
                  <a:pt x="1376387" y="5067300"/>
                  <a:pt x="1368158" y="5067300"/>
                </a:cubicBezTo>
                <a:cubicBezTo>
                  <a:pt x="1359929" y="5067300"/>
                  <a:pt x="1339120" y="5073495"/>
                  <a:pt x="1321916" y="5081067"/>
                </a:cubicBezTo>
                <a:cubicBezTo>
                  <a:pt x="1170187" y="5147848"/>
                  <a:pt x="1112246" y="5157050"/>
                  <a:pt x="1106355" y="5115300"/>
                </a:cubicBezTo>
                <a:cubicBezTo>
                  <a:pt x="1103745" y="5096795"/>
                  <a:pt x="1116773" y="5078493"/>
                  <a:pt x="1168268" y="5028330"/>
                </a:cubicBezTo>
                <a:cubicBezTo>
                  <a:pt x="1204138" y="4993387"/>
                  <a:pt x="1254918" y="4938244"/>
                  <a:pt x="1281112" y="4905789"/>
                </a:cubicBezTo>
                <a:cubicBezTo>
                  <a:pt x="1307306" y="4873335"/>
                  <a:pt x="1342667" y="4830513"/>
                  <a:pt x="1359693" y="4810630"/>
                </a:cubicBezTo>
                <a:cubicBezTo>
                  <a:pt x="1376719" y="4790746"/>
                  <a:pt x="1390649" y="4765878"/>
                  <a:pt x="1390649" y="4755368"/>
                </a:cubicBezTo>
                <a:cubicBezTo>
                  <a:pt x="1390650" y="4744857"/>
                  <a:pt x="1397036" y="4730957"/>
                  <a:pt x="1404841" y="4724479"/>
                </a:cubicBezTo>
                <a:cubicBezTo>
                  <a:pt x="1430162" y="4703465"/>
                  <a:pt x="1514475" y="4584371"/>
                  <a:pt x="1514475" y="4569619"/>
                </a:cubicBezTo>
                <a:cubicBezTo>
                  <a:pt x="1514475" y="4561734"/>
                  <a:pt x="1520904" y="4549946"/>
                  <a:pt x="1528762" y="4543425"/>
                </a:cubicBezTo>
                <a:cubicBezTo>
                  <a:pt x="1553431" y="4522951"/>
                  <a:pt x="1547525" y="4446175"/>
                  <a:pt x="1519237" y="4419600"/>
                </a:cubicBezTo>
                <a:cubicBezTo>
                  <a:pt x="1506140" y="4407296"/>
                  <a:pt x="1495425" y="4391912"/>
                  <a:pt x="1495425" y="4385413"/>
                </a:cubicBezTo>
                <a:cubicBezTo>
                  <a:pt x="1495425" y="4370447"/>
                  <a:pt x="1418260" y="4314472"/>
                  <a:pt x="1362075" y="4288680"/>
                </a:cubicBezTo>
                <a:cubicBezTo>
                  <a:pt x="1182061" y="4206044"/>
                  <a:pt x="1124094" y="4186027"/>
                  <a:pt x="881062" y="4122575"/>
                </a:cubicBezTo>
                <a:cubicBezTo>
                  <a:pt x="860107" y="4117104"/>
                  <a:pt x="834390" y="4109153"/>
                  <a:pt x="823912" y="4104906"/>
                </a:cubicBezTo>
                <a:cubicBezTo>
                  <a:pt x="813435" y="4100659"/>
                  <a:pt x="792003" y="4094527"/>
                  <a:pt x="776287" y="4091278"/>
                </a:cubicBezTo>
                <a:cubicBezTo>
                  <a:pt x="760571" y="4088030"/>
                  <a:pt x="730567" y="4081205"/>
                  <a:pt x="709612" y="4076111"/>
                </a:cubicBezTo>
                <a:cubicBezTo>
                  <a:pt x="688657" y="4071018"/>
                  <a:pt x="598646" y="4064305"/>
                  <a:pt x="509587" y="4061194"/>
                </a:cubicBezTo>
                <a:cubicBezTo>
                  <a:pt x="390132" y="4057021"/>
                  <a:pt x="341719" y="4051798"/>
                  <a:pt x="325003" y="4041282"/>
                </a:cubicBezTo>
                <a:cubicBezTo>
                  <a:pt x="307072" y="4030001"/>
                  <a:pt x="285641" y="4028417"/>
                  <a:pt x="222315" y="4033692"/>
                </a:cubicBezTo>
                <a:cubicBezTo>
                  <a:pt x="172005" y="4037883"/>
                  <a:pt x="123826" y="4036292"/>
                  <a:pt x="92574" y="4029408"/>
                </a:cubicBezTo>
                <a:cubicBezTo>
                  <a:pt x="65233" y="4023386"/>
                  <a:pt x="33218" y="4016479"/>
                  <a:pt x="21431" y="4014060"/>
                </a:cubicBezTo>
                <a:cubicBezTo>
                  <a:pt x="-13755" y="4006839"/>
                  <a:pt x="-7783" y="3961209"/>
                  <a:pt x="30956" y="3941288"/>
                </a:cubicBezTo>
                <a:cubicBezTo>
                  <a:pt x="80335" y="3915897"/>
                  <a:pt x="150122" y="3895725"/>
                  <a:pt x="188586" y="3895725"/>
                </a:cubicBezTo>
                <a:cubicBezTo>
                  <a:pt x="208122" y="3895725"/>
                  <a:pt x="247620" y="3886724"/>
                  <a:pt x="276359" y="3875723"/>
                </a:cubicBezTo>
                <a:cubicBezTo>
                  <a:pt x="305098" y="3864723"/>
                  <a:pt x="339328" y="3853349"/>
                  <a:pt x="352425" y="3850448"/>
                </a:cubicBezTo>
                <a:cubicBezTo>
                  <a:pt x="365521" y="3847547"/>
                  <a:pt x="393957" y="3829655"/>
                  <a:pt x="415616" y="3810688"/>
                </a:cubicBezTo>
                <a:cubicBezTo>
                  <a:pt x="437274" y="3791720"/>
                  <a:pt x="494661" y="3755624"/>
                  <a:pt x="543142" y="3730474"/>
                </a:cubicBezTo>
                <a:cubicBezTo>
                  <a:pt x="591623" y="3705324"/>
                  <a:pt x="647755" y="3674353"/>
                  <a:pt x="667880" y="3661648"/>
                </a:cubicBezTo>
                <a:cubicBezTo>
                  <a:pt x="688005" y="3648944"/>
                  <a:pt x="708485" y="3638550"/>
                  <a:pt x="713391" y="3638550"/>
                </a:cubicBezTo>
                <a:cubicBezTo>
                  <a:pt x="718298" y="3638550"/>
                  <a:pt x="723741" y="3635257"/>
                  <a:pt x="725487" y="3631234"/>
                </a:cubicBezTo>
                <a:cubicBezTo>
                  <a:pt x="730041" y="3620741"/>
                  <a:pt x="823600" y="3562349"/>
                  <a:pt x="835858" y="3562350"/>
                </a:cubicBezTo>
                <a:cubicBezTo>
                  <a:pt x="841512" y="3562350"/>
                  <a:pt x="847566" y="3559135"/>
                  <a:pt x="849312" y="3555206"/>
                </a:cubicBezTo>
                <a:cubicBezTo>
                  <a:pt x="852975" y="3546964"/>
                  <a:pt x="940789" y="3486150"/>
                  <a:pt x="949026" y="3486150"/>
                </a:cubicBezTo>
                <a:cubicBezTo>
                  <a:pt x="955906" y="3486150"/>
                  <a:pt x="1019888" y="3436936"/>
                  <a:pt x="1076325" y="3388234"/>
                </a:cubicBezTo>
                <a:cubicBezTo>
                  <a:pt x="1183379" y="3295852"/>
                  <a:pt x="1257029" y="3214722"/>
                  <a:pt x="1393843" y="3038471"/>
                </a:cubicBezTo>
                <a:cubicBezTo>
                  <a:pt x="1426173" y="2996822"/>
                  <a:pt x="1438275" y="2968873"/>
                  <a:pt x="1438274" y="2935855"/>
                </a:cubicBezTo>
                <a:cubicBezTo>
                  <a:pt x="1438274" y="2915717"/>
                  <a:pt x="1444568" y="2890920"/>
                  <a:pt x="1452259" y="2880751"/>
                </a:cubicBezTo>
                <a:cubicBezTo>
                  <a:pt x="1460443" y="2869931"/>
                  <a:pt x="1466369" y="2840845"/>
                  <a:pt x="1466547" y="2810625"/>
                </a:cubicBezTo>
                <a:cubicBezTo>
                  <a:pt x="1466717" y="2781590"/>
                  <a:pt x="1472458" y="2752405"/>
                  <a:pt x="1479663" y="2743950"/>
                </a:cubicBezTo>
                <a:cubicBezTo>
                  <a:pt x="1493725" y="2727448"/>
                  <a:pt x="1486972" y="2587740"/>
                  <a:pt x="1468118" y="2505075"/>
                </a:cubicBezTo>
                <a:cubicBezTo>
                  <a:pt x="1462741" y="2481500"/>
                  <a:pt x="1453806" y="2440664"/>
                  <a:pt x="1448262" y="2414327"/>
                </a:cubicBezTo>
                <a:cubicBezTo>
                  <a:pt x="1442719" y="2387990"/>
                  <a:pt x="1429147" y="2342985"/>
                  <a:pt x="1418104" y="2314315"/>
                </a:cubicBezTo>
                <a:cubicBezTo>
                  <a:pt x="1407060" y="2285644"/>
                  <a:pt x="1395899" y="2250538"/>
                  <a:pt x="1393301" y="2236300"/>
                </a:cubicBezTo>
                <a:cubicBezTo>
                  <a:pt x="1390703" y="2222062"/>
                  <a:pt x="1382614" y="2205463"/>
                  <a:pt x="1375326" y="2199415"/>
                </a:cubicBezTo>
                <a:cubicBezTo>
                  <a:pt x="1368038" y="2193366"/>
                  <a:pt x="1362075" y="2182454"/>
                  <a:pt x="1362074" y="2175166"/>
                </a:cubicBezTo>
                <a:cubicBezTo>
                  <a:pt x="1362074" y="2167879"/>
                  <a:pt x="1357996" y="2154473"/>
                  <a:pt x="1353011" y="2145377"/>
                </a:cubicBezTo>
                <a:cubicBezTo>
                  <a:pt x="1348026" y="2136280"/>
                  <a:pt x="1336993" y="2111692"/>
                  <a:pt x="1328493" y="2090737"/>
                </a:cubicBezTo>
                <a:cubicBezTo>
                  <a:pt x="1305960" y="2035187"/>
                  <a:pt x="1285183" y="1992679"/>
                  <a:pt x="1251677" y="1933575"/>
                </a:cubicBezTo>
                <a:cubicBezTo>
                  <a:pt x="1235343" y="1904761"/>
                  <a:pt x="1205853" y="1851183"/>
                  <a:pt x="1186144" y="1814512"/>
                </a:cubicBezTo>
                <a:cubicBezTo>
                  <a:pt x="1166435" y="1777841"/>
                  <a:pt x="1142521" y="1739265"/>
                  <a:pt x="1133001" y="1728787"/>
                </a:cubicBezTo>
                <a:cubicBezTo>
                  <a:pt x="1123482" y="1718310"/>
                  <a:pt x="1111523" y="1698725"/>
                  <a:pt x="1106425" y="1685266"/>
                </a:cubicBezTo>
                <a:cubicBezTo>
                  <a:pt x="1101327" y="1671807"/>
                  <a:pt x="1058922" y="1611799"/>
                  <a:pt x="1012193" y="1551916"/>
                </a:cubicBezTo>
                <a:cubicBezTo>
                  <a:pt x="965463" y="1492033"/>
                  <a:pt x="919701" y="1431460"/>
                  <a:pt x="910500" y="1417310"/>
                </a:cubicBezTo>
                <a:cubicBezTo>
                  <a:pt x="892291" y="1389309"/>
                  <a:pt x="896658" y="1357741"/>
                  <a:pt x="919978" y="1348792"/>
                </a:cubicBezTo>
                <a:cubicBezTo>
                  <a:pt x="935077" y="1342998"/>
                  <a:pt x="1048039" y="1415952"/>
                  <a:pt x="1140158" y="1490992"/>
                </a:cubicBezTo>
                <a:cubicBezTo>
                  <a:pt x="1168875" y="1514385"/>
                  <a:pt x="1199835" y="1533524"/>
                  <a:pt x="1208958" y="1533524"/>
                </a:cubicBezTo>
                <a:cubicBezTo>
                  <a:pt x="1227480" y="1533525"/>
                  <a:pt x="1363809" y="1602852"/>
                  <a:pt x="1399078" y="1630206"/>
                </a:cubicBezTo>
                <a:cubicBezTo>
                  <a:pt x="1411571" y="1639896"/>
                  <a:pt x="1427880" y="1647824"/>
                  <a:pt x="1435319" y="1647825"/>
                </a:cubicBezTo>
                <a:cubicBezTo>
                  <a:pt x="1442758" y="1647825"/>
                  <a:pt x="1466826" y="1655953"/>
                  <a:pt x="1488803" y="1665888"/>
                </a:cubicBezTo>
                <a:cubicBezTo>
                  <a:pt x="1761469" y="1789146"/>
                  <a:pt x="1926079" y="1832428"/>
                  <a:pt x="2124075" y="1832920"/>
                </a:cubicBezTo>
                <a:cubicBezTo>
                  <a:pt x="2184320" y="1833070"/>
                  <a:pt x="2246471" y="1828323"/>
                  <a:pt x="2262187" y="1822370"/>
                </a:cubicBezTo>
                <a:cubicBezTo>
                  <a:pt x="2372479" y="1780597"/>
                  <a:pt x="2402036" y="1775555"/>
                  <a:pt x="2447903" y="1790692"/>
                </a:cubicBezTo>
                <a:cubicBezTo>
                  <a:pt x="2489061" y="1804276"/>
                  <a:pt x="2509121" y="1793208"/>
                  <a:pt x="2606898" y="1702973"/>
                </a:cubicBezTo>
                <a:cubicBezTo>
                  <a:pt x="2634088" y="1677880"/>
                  <a:pt x="2662356" y="1657350"/>
                  <a:pt x="2669716" y="1657350"/>
                </a:cubicBezTo>
                <a:cubicBezTo>
                  <a:pt x="2697096" y="1657350"/>
                  <a:pt x="2748168" y="1561758"/>
                  <a:pt x="2774039" y="1462087"/>
                </a:cubicBezTo>
                <a:cubicBezTo>
                  <a:pt x="2779478" y="1441132"/>
                  <a:pt x="2789766" y="1407827"/>
                  <a:pt x="2796901" y="1388075"/>
                </a:cubicBezTo>
                <a:cubicBezTo>
                  <a:pt x="2804037" y="1368324"/>
                  <a:pt x="2809875" y="1340249"/>
                  <a:pt x="2809875" y="1325687"/>
                </a:cubicBezTo>
                <a:cubicBezTo>
                  <a:pt x="2809875" y="1311124"/>
                  <a:pt x="2813789" y="1295138"/>
                  <a:pt x="2818574" y="1290161"/>
                </a:cubicBezTo>
                <a:cubicBezTo>
                  <a:pt x="2823359" y="1285184"/>
                  <a:pt x="2830208" y="1248965"/>
                  <a:pt x="2833795" y="1209675"/>
                </a:cubicBezTo>
                <a:cubicBezTo>
                  <a:pt x="2837382" y="1170384"/>
                  <a:pt x="2842118" y="1125378"/>
                  <a:pt x="2844319" y="1109662"/>
                </a:cubicBezTo>
                <a:cubicBezTo>
                  <a:pt x="2846520" y="1093946"/>
                  <a:pt x="2850810" y="1055370"/>
                  <a:pt x="2853852" y="1023937"/>
                </a:cubicBezTo>
                <a:cubicBezTo>
                  <a:pt x="2856894" y="992505"/>
                  <a:pt x="2862509" y="962501"/>
                  <a:pt x="2866330" y="957262"/>
                </a:cubicBezTo>
                <a:cubicBezTo>
                  <a:pt x="2870152" y="952023"/>
                  <a:pt x="2874254" y="891150"/>
                  <a:pt x="2875447" y="821989"/>
                </a:cubicBezTo>
                <a:cubicBezTo>
                  <a:pt x="2876640" y="752828"/>
                  <a:pt x="2881663" y="682133"/>
                  <a:pt x="2886608" y="664890"/>
                </a:cubicBezTo>
                <a:cubicBezTo>
                  <a:pt x="2891553" y="647646"/>
                  <a:pt x="2895600" y="572257"/>
                  <a:pt x="2895600" y="497358"/>
                </a:cubicBezTo>
                <a:cubicBezTo>
                  <a:pt x="2895600" y="376280"/>
                  <a:pt x="2897706" y="358316"/>
                  <a:pt x="2914597" y="335370"/>
                </a:cubicBezTo>
                <a:cubicBezTo>
                  <a:pt x="2930514" y="313747"/>
                  <a:pt x="2932065" y="304057"/>
                  <a:pt x="2924162" y="275608"/>
                </a:cubicBezTo>
                <a:cubicBezTo>
                  <a:pt x="2910446" y="226241"/>
                  <a:pt x="2909497" y="151967"/>
                  <a:pt x="2922160" y="119062"/>
                </a:cubicBezTo>
                <a:cubicBezTo>
                  <a:pt x="2928208" y="103346"/>
                  <a:pt x="2935550" y="78514"/>
                  <a:pt x="2938476" y="63881"/>
                </a:cubicBezTo>
                <a:cubicBezTo>
                  <a:pt x="2948078" y="15847"/>
                  <a:pt x="3014401" y="9795"/>
                  <a:pt x="3025858" y="55906"/>
                </a:cubicBezTo>
                <a:cubicBezTo>
                  <a:pt x="3029282" y="69687"/>
                  <a:pt x="3040451" y="92335"/>
                  <a:pt x="3050677" y="106235"/>
                </a:cubicBezTo>
                <a:cubicBezTo>
                  <a:pt x="3060904" y="120135"/>
                  <a:pt x="3073363" y="150139"/>
                  <a:pt x="3078364" y="172910"/>
                </a:cubicBezTo>
                <a:cubicBezTo>
                  <a:pt x="3092878" y="238990"/>
                  <a:pt x="3113078" y="334195"/>
                  <a:pt x="3123525" y="385762"/>
                </a:cubicBezTo>
                <a:cubicBezTo>
                  <a:pt x="3128832" y="411956"/>
                  <a:pt x="3137243" y="448389"/>
                  <a:pt x="3142217" y="466725"/>
                </a:cubicBezTo>
                <a:cubicBezTo>
                  <a:pt x="3147191" y="485060"/>
                  <a:pt x="3158374" y="527923"/>
                  <a:pt x="3167067" y="561975"/>
                </a:cubicBezTo>
                <a:cubicBezTo>
                  <a:pt x="3192796" y="662754"/>
                  <a:pt x="3211746" y="727573"/>
                  <a:pt x="3220635" y="745202"/>
                </a:cubicBezTo>
                <a:cubicBezTo>
                  <a:pt x="3225222" y="754298"/>
                  <a:pt x="3228975" y="768725"/>
                  <a:pt x="3228975" y="777261"/>
                </a:cubicBezTo>
                <a:cubicBezTo>
                  <a:pt x="3228974" y="785796"/>
                  <a:pt x="3235518" y="812644"/>
                  <a:pt x="3243515" y="836921"/>
                </a:cubicBezTo>
                <a:cubicBezTo>
                  <a:pt x="3318371" y="1064171"/>
                  <a:pt x="3333750" y="1114284"/>
                  <a:pt x="3333750" y="1130964"/>
                </a:cubicBezTo>
                <a:cubicBezTo>
                  <a:pt x="3333749" y="1141539"/>
                  <a:pt x="3340179" y="1155528"/>
                  <a:pt x="3348037" y="1162049"/>
                </a:cubicBezTo>
                <a:cubicBezTo>
                  <a:pt x="3355895" y="1168571"/>
                  <a:pt x="3362325" y="1180303"/>
                  <a:pt x="3362325" y="1188121"/>
                </a:cubicBezTo>
                <a:cubicBezTo>
                  <a:pt x="3362325" y="1206207"/>
                  <a:pt x="3403961" y="1284601"/>
                  <a:pt x="3450269" y="1353705"/>
                </a:cubicBezTo>
                <a:cubicBezTo>
                  <a:pt x="3470003" y="1383154"/>
                  <a:pt x="3486149" y="1410314"/>
                  <a:pt x="3486150" y="1414061"/>
                </a:cubicBezTo>
                <a:cubicBezTo>
                  <a:pt x="3486150" y="1433835"/>
                  <a:pt x="3591268" y="1568400"/>
                  <a:pt x="3655683" y="1631084"/>
                </a:cubicBezTo>
                <a:cubicBezTo>
                  <a:pt x="3726700" y="1700194"/>
                  <a:pt x="3731958" y="1703373"/>
                  <a:pt x="3786505" y="1710166"/>
                </a:cubicBezTo>
                <a:cubicBezTo>
                  <a:pt x="3817763" y="1714059"/>
                  <a:pt x="3852183" y="1723026"/>
                  <a:pt x="3862994" y="1730092"/>
                </a:cubicBezTo>
                <a:cubicBezTo>
                  <a:pt x="3906667" y="1758637"/>
                  <a:pt x="4138078" y="1634066"/>
                  <a:pt x="4260856" y="1515919"/>
                </a:cubicBezTo>
                <a:cubicBezTo>
                  <a:pt x="4347248" y="1432785"/>
                  <a:pt x="4485781" y="1260104"/>
                  <a:pt x="4605878" y="1085850"/>
                </a:cubicBezTo>
                <a:cubicBezTo>
                  <a:pt x="4670908" y="991494"/>
                  <a:pt x="4703719" y="945049"/>
                  <a:pt x="4733729" y="904875"/>
                </a:cubicBezTo>
                <a:cubicBezTo>
                  <a:pt x="4743512" y="891778"/>
                  <a:pt x="4779034" y="842584"/>
                  <a:pt x="4812667" y="795556"/>
                </a:cubicBezTo>
                <a:cubicBezTo>
                  <a:pt x="4849980" y="743381"/>
                  <a:pt x="4882153" y="708083"/>
                  <a:pt x="4895203" y="705002"/>
                </a:cubicBezTo>
                <a:cubicBezTo>
                  <a:pt x="4908997" y="701746"/>
                  <a:pt x="4939314" y="666163"/>
                  <a:pt x="4980602" y="604770"/>
                </a:cubicBezTo>
                <a:cubicBezTo>
                  <a:pt x="5016136" y="551931"/>
                  <a:pt x="5055722" y="504200"/>
                  <a:pt x="5069583" y="497478"/>
                </a:cubicBezTo>
                <a:cubicBezTo>
                  <a:pt x="5085876" y="489576"/>
                  <a:pt x="5110031" y="456476"/>
                  <a:pt x="5139093" y="402228"/>
                </a:cubicBezTo>
                <a:cubicBezTo>
                  <a:pt x="5225265" y="241371"/>
                  <a:pt x="5253883" y="209443"/>
                  <a:pt x="5284469" y="240029"/>
                </a:cubicBezTo>
                <a:cubicBezTo>
                  <a:pt x="5309664" y="265224"/>
                  <a:pt x="5286563" y="359860"/>
                  <a:pt x="5243084" y="409575"/>
                </a:cubicBezTo>
                <a:cubicBezTo>
                  <a:pt x="5226986" y="427982"/>
                  <a:pt x="5160118" y="664634"/>
                  <a:pt x="5167596" y="676735"/>
                </a:cubicBezTo>
                <a:cubicBezTo>
                  <a:pt x="5170715" y="681781"/>
                  <a:pt x="5169003" y="699816"/>
                  <a:pt x="5163791" y="716811"/>
                </a:cubicBezTo>
                <a:cubicBezTo>
                  <a:pt x="5158580" y="733807"/>
                  <a:pt x="5149292" y="767000"/>
                  <a:pt x="5143153" y="790575"/>
                </a:cubicBezTo>
                <a:cubicBezTo>
                  <a:pt x="5137014" y="814149"/>
                  <a:pt x="5128003" y="843608"/>
                  <a:pt x="5123129" y="856038"/>
                </a:cubicBezTo>
                <a:cubicBezTo>
                  <a:pt x="5116853" y="872044"/>
                  <a:pt x="5118158" y="884578"/>
                  <a:pt x="5127600" y="898989"/>
                </a:cubicBezTo>
                <a:cubicBezTo>
                  <a:pt x="5140425" y="918562"/>
                  <a:pt x="5135813" y="1012132"/>
                  <a:pt x="5120829" y="1036378"/>
                </a:cubicBezTo>
                <a:cubicBezTo>
                  <a:pt x="5117853" y="1041192"/>
                  <a:pt x="5113210" y="1068223"/>
                  <a:pt x="5110511" y="1096447"/>
                </a:cubicBezTo>
                <a:cubicBezTo>
                  <a:pt x="5105742" y="1146324"/>
                  <a:pt x="5096189" y="1224985"/>
                  <a:pt x="5077094" y="1371600"/>
                </a:cubicBezTo>
                <a:cubicBezTo>
                  <a:pt x="5071977" y="1410890"/>
                  <a:pt x="5064880" y="1555670"/>
                  <a:pt x="5061325" y="1693332"/>
                </a:cubicBezTo>
                <a:cubicBezTo>
                  <a:pt x="5055403" y="1922577"/>
                  <a:pt x="5056349" y="1948009"/>
                  <a:pt x="5072577" y="1995750"/>
                </a:cubicBezTo>
                <a:cubicBezTo>
                  <a:pt x="5090777" y="2049295"/>
                  <a:pt x="5110450" y="2061932"/>
                  <a:pt x="5133108" y="2034631"/>
                </a:cubicBezTo>
                <a:cubicBezTo>
                  <a:pt x="5139153" y="2027347"/>
                  <a:pt x="5164733" y="2012511"/>
                  <a:pt x="5189952" y="2001662"/>
                </a:cubicBezTo>
                <a:cubicBezTo>
                  <a:pt x="5215171" y="1990813"/>
                  <a:pt x="5241279" y="1975341"/>
                  <a:pt x="5247969" y="1967281"/>
                </a:cubicBezTo>
                <a:cubicBezTo>
                  <a:pt x="5254659" y="1959220"/>
                  <a:pt x="5263590" y="1952625"/>
                  <a:pt x="5267817" y="1952625"/>
                </a:cubicBezTo>
                <a:cubicBezTo>
                  <a:pt x="5272044" y="1952625"/>
                  <a:pt x="5301315" y="1935480"/>
                  <a:pt x="5332863" y="1914525"/>
                </a:cubicBezTo>
                <a:cubicBezTo>
                  <a:pt x="5364411" y="1893570"/>
                  <a:pt x="5392704" y="1876425"/>
                  <a:pt x="5395736" y="1876425"/>
                </a:cubicBezTo>
                <a:cubicBezTo>
                  <a:pt x="5398768" y="1876424"/>
                  <a:pt x="5428773" y="1853922"/>
                  <a:pt x="5462414" y="1826418"/>
                </a:cubicBezTo>
                <a:cubicBezTo>
                  <a:pt x="5564866" y="1742658"/>
                  <a:pt x="5581591" y="1731489"/>
                  <a:pt x="5596180" y="1737087"/>
                </a:cubicBezTo>
                <a:cubicBezTo>
                  <a:pt x="5615542" y="1744517"/>
                  <a:pt x="5613755" y="1764593"/>
                  <a:pt x="5591175" y="1793299"/>
                </a:cubicBezTo>
                <a:cubicBezTo>
                  <a:pt x="5580697" y="1806619"/>
                  <a:pt x="5572125" y="1821225"/>
                  <a:pt x="5572125" y="1825757"/>
                </a:cubicBezTo>
                <a:cubicBezTo>
                  <a:pt x="5572125" y="1830288"/>
                  <a:pt x="5557882" y="1855622"/>
                  <a:pt x="5540475" y="1882054"/>
                </a:cubicBezTo>
                <a:cubicBezTo>
                  <a:pt x="5508632" y="1930405"/>
                  <a:pt x="5498094" y="1950973"/>
                  <a:pt x="5433552" y="2090737"/>
                </a:cubicBezTo>
                <a:cubicBezTo>
                  <a:pt x="5414199" y="2132647"/>
                  <a:pt x="5381464" y="2203323"/>
                  <a:pt x="5360809" y="2247794"/>
                </a:cubicBezTo>
                <a:cubicBezTo>
                  <a:pt x="5323537" y="2328040"/>
                  <a:pt x="5323399" y="2328768"/>
                  <a:pt x="5342466" y="2344208"/>
                </a:cubicBezTo>
                <a:cubicBezTo>
                  <a:pt x="5369276" y="2365917"/>
                  <a:pt x="5492932" y="2383573"/>
                  <a:pt x="5518987" y="2369412"/>
                </a:cubicBezTo>
                <a:cubicBezTo>
                  <a:pt x="5529877" y="2363493"/>
                  <a:pt x="5573077" y="2353536"/>
                  <a:pt x="5614987" y="2347285"/>
                </a:cubicBezTo>
                <a:cubicBezTo>
                  <a:pt x="5721244" y="2331437"/>
                  <a:pt x="5798143" y="2315987"/>
                  <a:pt x="5848350" y="2300400"/>
                </a:cubicBezTo>
                <a:cubicBezTo>
                  <a:pt x="5871924" y="2293081"/>
                  <a:pt x="5923359" y="2278135"/>
                  <a:pt x="5962650" y="2267186"/>
                </a:cubicBezTo>
                <a:cubicBezTo>
                  <a:pt x="6001940" y="2256236"/>
                  <a:pt x="6087665" y="2229524"/>
                  <a:pt x="6153150" y="2207825"/>
                </a:cubicBezTo>
                <a:cubicBezTo>
                  <a:pt x="6236401" y="2180239"/>
                  <a:pt x="6290834" y="2167824"/>
                  <a:pt x="6334125" y="2166550"/>
                </a:cubicBezTo>
                <a:cubicBezTo>
                  <a:pt x="6419820" y="2164028"/>
                  <a:pt x="6569394" y="2109023"/>
                  <a:pt x="6588209" y="2073113"/>
                </a:cubicBezTo>
                <a:cubicBezTo>
                  <a:pt x="6602563" y="2045717"/>
                  <a:pt x="6611729" y="2042845"/>
                  <a:pt x="6638715" y="2057287"/>
                </a:cubicBezTo>
                <a:cubicBezTo>
                  <a:pt x="6670174" y="2074124"/>
                  <a:pt x="6852152" y="1995063"/>
                  <a:pt x="6861151" y="1960650"/>
                </a:cubicBezTo>
                <a:cubicBezTo>
                  <a:pt x="6863898" y="1950147"/>
                  <a:pt x="6888653" y="1932728"/>
                  <a:pt x="6921437" y="1918230"/>
                </a:cubicBezTo>
                <a:cubicBezTo>
                  <a:pt x="6952031" y="1904700"/>
                  <a:pt x="6990569" y="1887616"/>
                  <a:pt x="7007077" y="1880265"/>
                </a:cubicBezTo>
                <a:cubicBezTo>
                  <a:pt x="7023584" y="1872914"/>
                  <a:pt x="7045552" y="1866900"/>
                  <a:pt x="7055894" y="1866900"/>
                </a:cubicBezTo>
                <a:cubicBezTo>
                  <a:pt x="7066235" y="1866900"/>
                  <a:pt x="7107616" y="1851898"/>
                  <a:pt x="7147851" y="1833562"/>
                </a:cubicBezTo>
                <a:cubicBezTo>
                  <a:pt x="7233833" y="1794379"/>
                  <a:pt x="7253451" y="1792829"/>
                  <a:pt x="7290292" y="1822308"/>
                </a:cubicBezTo>
                <a:cubicBezTo>
                  <a:pt x="7314002" y="1841281"/>
                  <a:pt x="7316285" y="1847074"/>
                  <a:pt x="7306935" y="1864545"/>
                </a:cubicBezTo>
                <a:cubicBezTo>
                  <a:pt x="7299822" y="1877835"/>
                  <a:pt x="7299380" y="1886822"/>
                  <a:pt x="7305649" y="1890696"/>
                </a:cubicBezTo>
                <a:cubicBezTo>
                  <a:pt x="7338237" y="1910837"/>
                  <a:pt x="7300652" y="1953824"/>
                  <a:pt x="7171043" y="2044650"/>
                </a:cubicBezTo>
                <a:cubicBezTo>
                  <a:pt x="7132457" y="2071690"/>
                  <a:pt x="7088028" y="2104435"/>
                  <a:pt x="7072312" y="2117418"/>
                </a:cubicBezTo>
                <a:cubicBezTo>
                  <a:pt x="7056596" y="2130400"/>
                  <a:pt x="7005161" y="2171704"/>
                  <a:pt x="6958012" y="2209204"/>
                </a:cubicBezTo>
                <a:cubicBezTo>
                  <a:pt x="6910863" y="2246704"/>
                  <a:pt x="6864963" y="2283417"/>
                  <a:pt x="6856011" y="2290788"/>
                </a:cubicBezTo>
                <a:cubicBezTo>
                  <a:pt x="6807223" y="2330962"/>
                  <a:pt x="6729163" y="2393135"/>
                  <a:pt x="6658721" y="2447925"/>
                </a:cubicBezTo>
                <a:cubicBezTo>
                  <a:pt x="6520162" y="2555695"/>
                  <a:pt x="6271587" y="2769168"/>
                  <a:pt x="6156898" y="2878884"/>
                </a:cubicBezTo>
                <a:cubicBezTo>
                  <a:pt x="6104955" y="2928575"/>
                  <a:pt x="6072223" y="2952797"/>
                  <a:pt x="6056886" y="2952895"/>
                </a:cubicBezTo>
                <a:cubicBezTo>
                  <a:pt x="6018036" y="2953144"/>
                  <a:pt x="6005989" y="2966590"/>
                  <a:pt x="5943849" y="3079058"/>
                </a:cubicBezTo>
                <a:cubicBezTo>
                  <a:pt x="5916360" y="3128812"/>
                  <a:pt x="5927450" y="3175150"/>
                  <a:pt x="5967962" y="3179811"/>
                </a:cubicBezTo>
                <a:cubicBezTo>
                  <a:pt x="6024803" y="3186350"/>
                  <a:pt x="6034923" y="3216909"/>
                  <a:pt x="5994293" y="3259317"/>
                </a:cubicBezTo>
                <a:lnTo>
                  <a:pt x="5968787" y="3285940"/>
                </a:lnTo>
                <a:lnTo>
                  <a:pt x="6006200" y="3319216"/>
                </a:lnTo>
                <a:cubicBezTo>
                  <a:pt x="6026776" y="3337519"/>
                  <a:pt x="6054328" y="3355391"/>
                  <a:pt x="6067425" y="3358933"/>
                </a:cubicBezTo>
                <a:cubicBezTo>
                  <a:pt x="6080521" y="3362474"/>
                  <a:pt x="6107225" y="3375402"/>
                  <a:pt x="6126766" y="3387661"/>
                </a:cubicBezTo>
                <a:cubicBezTo>
                  <a:pt x="6146308" y="3399920"/>
                  <a:pt x="6174715" y="3409950"/>
                  <a:pt x="6189894" y="3409950"/>
                </a:cubicBezTo>
                <a:cubicBezTo>
                  <a:pt x="6205073" y="3409950"/>
                  <a:pt x="6222828" y="3416379"/>
                  <a:pt x="6229350" y="3424237"/>
                </a:cubicBezTo>
                <a:cubicBezTo>
                  <a:pt x="6235871" y="3432095"/>
                  <a:pt x="6252860" y="3438524"/>
                  <a:pt x="6267102" y="3438524"/>
                </a:cubicBezTo>
                <a:cubicBezTo>
                  <a:pt x="6281344" y="3438524"/>
                  <a:pt x="6314038" y="3444907"/>
                  <a:pt x="6339754" y="3452709"/>
                </a:cubicBezTo>
                <a:cubicBezTo>
                  <a:pt x="6365471" y="3460510"/>
                  <a:pt x="6400189" y="3466940"/>
                  <a:pt x="6416906" y="3466996"/>
                </a:cubicBezTo>
                <a:cubicBezTo>
                  <a:pt x="6433623" y="3467053"/>
                  <a:pt x="6449949" y="3471386"/>
                  <a:pt x="6453187" y="3476624"/>
                </a:cubicBezTo>
                <a:cubicBezTo>
                  <a:pt x="6456425" y="3481863"/>
                  <a:pt x="6473059" y="3486149"/>
                  <a:pt x="6490152" y="3486149"/>
                </a:cubicBezTo>
                <a:cubicBezTo>
                  <a:pt x="6507246" y="3486149"/>
                  <a:pt x="6540211" y="3492136"/>
                  <a:pt x="6563409" y="3499452"/>
                </a:cubicBezTo>
                <a:cubicBezTo>
                  <a:pt x="6586607" y="3506768"/>
                  <a:pt x="6637734" y="3518219"/>
                  <a:pt x="6677025" y="3524899"/>
                </a:cubicBezTo>
                <a:cubicBezTo>
                  <a:pt x="6716315" y="3531579"/>
                  <a:pt x="6765074" y="3542738"/>
                  <a:pt x="6785378" y="3549697"/>
                </a:cubicBezTo>
                <a:cubicBezTo>
                  <a:pt x="6805682" y="3556656"/>
                  <a:pt x="6839038" y="3562350"/>
                  <a:pt x="6859503" y="3562350"/>
                </a:cubicBezTo>
                <a:cubicBezTo>
                  <a:pt x="6879968" y="3562349"/>
                  <a:pt x="6912099" y="3568779"/>
                  <a:pt x="6930906" y="3576637"/>
                </a:cubicBezTo>
                <a:cubicBezTo>
                  <a:pt x="6949713" y="3584495"/>
                  <a:pt x="6984147" y="3590925"/>
                  <a:pt x="7007426" y="3590925"/>
                </a:cubicBezTo>
                <a:cubicBezTo>
                  <a:pt x="7030705" y="3590925"/>
                  <a:pt x="7059114" y="3596099"/>
                  <a:pt x="7070557" y="3602423"/>
                </a:cubicBezTo>
                <a:cubicBezTo>
                  <a:pt x="7082000" y="3608746"/>
                  <a:pt x="7114936" y="3616999"/>
                  <a:pt x="7143750" y="3620762"/>
                </a:cubicBezTo>
                <a:cubicBezTo>
                  <a:pt x="7248631" y="3634459"/>
                  <a:pt x="7331191" y="3647411"/>
                  <a:pt x="7410450" y="3662602"/>
                </a:cubicBezTo>
                <a:cubicBezTo>
                  <a:pt x="7454979" y="3671136"/>
                  <a:pt x="7521416" y="3682387"/>
                  <a:pt x="7558087" y="3687604"/>
                </a:cubicBezTo>
                <a:cubicBezTo>
                  <a:pt x="7666105" y="3702971"/>
                  <a:pt x="7696200" y="3713047"/>
                  <a:pt x="7696200" y="3733847"/>
                </a:cubicBezTo>
                <a:cubicBezTo>
                  <a:pt x="7696200" y="3761737"/>
                  <a:pt x="7725740" y="3771900"/>
                  <a:pt x="7806816" y="3771900"/>
                </a:cubicBezTo>
                <a:cubicBezTo>
                  <a:pt x="7847389" y="3771900"/>
                  <a:pt x="7893748" y="3775818"/>
                  <a:pt x="7909836" y="3780607"/>
                </a:cubicBezTo>
                <a:cubicBezTo>
                  <a:pt x="7925924" y="3785396"/>
                  <a:pt x="7951869" y="3792973"/>
                  <a:pt x="7967492" y="3797445"/>
                </a:cubicBezTo>
                <a:cubicBezTo>
                  <a:pt x="7986097" y="3802771"/>
                  <a:pt x="7999116" y="3814729"/>
                  <a:pt x="8005227" y="3832103"/>
                </a:cubicBezTo>
                <a:cubicBezTo>
                  <a:pt x="8018262" y="3869170"/>
                  <a:pt x="8002952" y="3888980"/>
                  <a:pt x="7952377" y="3900487"/>
                </a:cubicBezTo>
                <a:cubicBezTo>
                  <a:pt x="7929351" y="3905726"/>
                  <a:pt x="7904715" y="3913751"/>
                  <a:pt x="7897629" y="3918321"/>
                </a:cubicBezTo>
                <a:cubicBezTo>
                  <a:pt x="7890544" y="3922891"/>
                  <a:pt x="7834549" y="3923635"/>
                  <a:pt x="7773195" y="3919973"/>
                </a:cubicBezTo>
                <a:cubicBezTo>
                  <a:pt x="7676095" y="3914177"/>
                  <a:pt x="7659961" y="3915342"/>
                  <a:pt x="7648659" y="3928960"/>
                </a:cubicBezTo>
                <a:cubicBezTo>
                  <a:pt x="7627791" y="3954104"/>
                  <a:pt x="7581837" y="3973899"/>
                  <a:pt x="7525143" y="3982165"/>
                </a:cubicBezTo>
                <a:cubicBezTo>
                  <a:pt x="7496113" y="3986398"/>
                  <a:pt x="7427356" y="3996737"/>
                  <a:pt x="7372350" y="4005142"/>
                </a:cubicBezTo>
                <a:cubicBezTo>
                  <a:pt x="7317343" y="4013546"/>
                  <a:pt x="7254367" y="4022274"/>
                  <a:pt x="7232404" y="4024538"/>
                </a:cubicBezTo>
                <a:cubicBezTo>
                  <a:pt x="7210440" y="4026801"/>
                  <a:pt x="7137574" y="4037528"/>
                  <a:pt x="7070479" y="4048375"/>
                </a:cubicBezTo>
                <a:cubicBezTo>
                  <a:pt x="7003383" y="4059223"/>
                  <a:pt x="6884193" y="4078455"/>
                  <a:pt x="6805612" y="4091114"/>
                </a:cubicBezTo>
                <a:cubicBezTo>
                  <a:pt x="6727031" y="4103773"/>
                  <a:pt x="6632733" y="4120513"/>
                  <a:pt x="6596062" y="4128315"/>
                </a:cubicBezTo>
                <a:cubicBezTo>
                  <a:pt x="6559391" y="4136116"/>
                  <a:pt x="6497240" y="4148896"/>
                  <a:pt x="6457950" y="4156715"/>
                </a:cubicBezTo>
                <a:cubicBezTo>
                  <a:pt x="6364295" y="4175352"/>
                  <a:pt x="6183865" y="4223088"/>
                  <a:pt x="6148387" y="4238615"/>
                </a:cubicBezTo>
                <a:cubicBezTo>
                  <a:pt x="6137910" y="4243200"/>
                  <a:pt x="6118621" y="4249791"/>
                  <a:pt x="6105525" y="4253261"/>
                </a:cubicBezTo>
                <a:cubicBezTo>
                  <a:pt x="6067481" y="4263339"/>
                  <a:pt x="5915422" y="4324081"/>
                  <a:pt x="5853254" y="4354033"/>
                </a:cubicBezTo>
                <a:cubicBezTo>
                  <a:pt x="5821899" y="4369140"/>
                  <a:pt x="5791323" y="4381500"/>
                  <a:pt x="5785306" y="4381500"/>
                </a:cubicBezTo>
                <a:cubicBezTo>
                  <a:pt x="5772817" y="4381500"/>
                  <a:pt x="5705475" y="4453221"/>
                  <a:pt x="5705475" y="4466521"/>
                </a:cubicBezTo>
                <a:cubicBezTo>
                  <a:pt x="5705475" y="4471343"/>
                  <a:pt x="5694050" y="4488865"/>
                  <a:pt x="5680087" y="4505460"/>
                </a:cubicBezTo>
                <a:cubicBezTo>
                  <a:pt x="5654872" y="4535426"/>
                  <a:pt x="5654784" y="4536061"/>
                  <a:pt x="5667249" y="4598771"/>
                </a:cubicBezTo>
                <a:cubicBezTo>
                  <a:pt x="5681165" y="4668783"/>
                  <a:pt x="5716915" y="4757024"/>
                  <a:pt x="5743230" y="4786312"/>
                </a:cubicBezTo>
                <a:cubicBezTo>
                  <a:pt x="5752643" y="4796790"/>
                  <a:pt x="5765693" y="4822507"/>
                  <a:pt x="5772228" y="4843462"/>
                </a:cubicBezTo>
                <a:cubicBezTo>
                  <a:pt x="5778764" y="4864417"/>
                  <a:pt x="5787849" y="4891408"/>
                  <a:pt x="5792418" y="4903441"/>
                </a:cubicBezTo>
                <a:cubicBezTo>
                  <a:pt x="5796986" y="4915475"/>
                  <a:pt x="5800725" y="4941918"/>
                  <a:pt x="5800725" y="4962203"/>
                </a:cubicBezTo>
                <a:cubicBezTo>
                  <a:pt x="5800725" y="5037538"/>
                  <a:pt x="5843262" y="5160728"/>
                  <a:pt x="5961998" y="5429250"/>
                </a:cubicBezTo>
                <a:cubicBezTo>
                  <a:pt x="6003023" y="5522029"/>
                  <a:pt x="6075911" y="5672554"/>
                  <a:pt x="6100365" y="5715000"/>
                </a:cubicBezTo>
                <a:cubicBezTo>
                  <a:pt x="6107911" y="5728096"/>
                  <a:pt x="6137619" y="5788104"/>
                  <a:pt x="6166384" y="5848350"/>
                </a:cubicBezTo>
                <a:cubicBezTo>
                  <a:pt x="6212531" y="5944999"/>
                  <a:pt x="6216932" y="5959233"/>
                  <a:pt x="6203787" y="5969325"/>
                </a:cubicBezTo>
                <a:cubicBezTo>
                  <a:pt x="6184387" y="5984220"/>
                  <a:pt x="6229393" y="6067425"/>
                  <a:pt x="6256850" y="6067425"/>
                </a:cubicBezTo>
                <a:cubicBezTo>
                  <a:pt x="6274104" y="6067425"/>
                  <a:pt x="6305550" y="6095189"/>
                  <a:pt x="6305550" y="6110423"/>
                </a:cubicBezTo>
                <a:cubicBezTo>
                  <a:pt x="6305550" y="6114912"/>
                  <a:pt x="6314922" y="6128561"/>
                  <a:pt x="6326378" y="6140756"/>
                </a:cubicBezTo>
                <a:cubicBezTo>
                  <a:pt x="6342449" y="6157862"/>
                  <a:pt x="6344625" y="6165509"/>
                  <a:pt x="6335903" y="6174231"/>
                </a:cubicBezTo>
                <a:cubicBezTo>
                  <a:pt x="6316394" y="6193740"/>
                  <a:pt x="6323167" y="6219126"/>
                  <a:pt x="6372683" y="6312087"/>
                </a:cubicBezTo>
                <a:cubicBezTo>
                  <a:pt x="6426545" y="6413207"/>
                  <a:pt x="6484845" y="6502014"/>
                  <a:pt x="6515666" y="6529887"/>
                </a:cubicBezTo>
                <a:cubicBezTo>
                  <a:pt x="6526947" y="6540090"/>
                  <a:pt x="6544380" y="6564510"/>
                  <a:pt x="6554407" y="6584156"/>
                </a:cubicBezTo>
                <a:cubicBezTo>
                  <a:pt x="6564433" y="6603801"/>
                  <a:pt x="6575927" y="6619875"/>
                  <a:pt x="6579948" y="6619875"/>
                </a:cubicBezTo>
                <a:cubicBezTo>
                  <a:pt x="6583969" y="6619875"/>
                  <a:pt x="6605827" y="6648117"/>
                  <a:pt x="6628522" y="6682635"/>
                </a:cubicBezTo>
                <a:cubicBezTo>
                  <a:pt x="6662568" y="6734419"/>
                  <a:pt x="6668142" y="6749000"/>
                  <a:pt x="6660393" y="6766007"/>
                </a:cubicBezTo>
                <a:cubicBezTo>
                  <a:pt x="6652701" y="6782891"/>
                  <a:pt x="6657232" y="6795553"/>
                  <a:pt x="6685444" y="6836005"/>
                </a:cubicBezTo>
                <a:cubicBezTo>
                  <a:pt x="6704388" y="6863168"/>
                  <a:pt x="6737518" y="6910797"/>
                  <a:pt x="6759067" y="6941848"/>
                </a:cubicBezTo>
                <a:cubicBezTo>
                  <a:pt x="6814515" y="7021744"/>
                  <a:pt x="6820527" y="7061090"/>
                  <a:pt x="6780350" y="7081132"/>
                </a:cubicBezTo>
                <a:cubicBezTo>
                  <a:pt x="6743232" y="7099649"/>
                  <a:pt x="6725300" y="7085857"/>
                  <a:pt x="6643370" y="6975781"/>
                </a:cubicBezTo>
                <a:cubicBezTo>
                  <a:pt x="6615551" y="6938405"/>
                  <a:pt x="6538176" y="6848997"/>
                  <a:pt x="6471426" y="6777097"/>
                </a:cubicBezTo>
                <a:cubicBezTo>
                  <a:pt x="6352489" y="6648983"/>
                  <a:pt x="6349758" y="6646774"/>
                  <a:pt x="6334832" y="6666561"/>
                </a:cubicBezTo>
                <a:cubicBezTo>
                  <a:pt x="6313045" y="6695445"/>
                  <a:pt x="6313245" y="6695618"/>
                  <a:pt x="5986462" y="6364116"/>
                </a:cubicBezTo>
                <a:cubicBezTo>
                  <a:pt x="5829300" y="6204684"/>
                  <a:pt x="5650256" y="6024717"/>
                  <a:pt x="5588587" y="5964188"/>
                </a:cubicBezTo>
                <a:cubicBezTo>
                  <a:pt x="5526918" y="5903660"/>
                  <a:pt x="5463249" y="5833546"/>
                  <a:pt x="5447100" y="5808380"/>
                </a:cubicBezTo>
                <a:cubicBezTo>
                  <a:pt x="5430951" y="5783215"/>
                  <a:pt x="5413232" y="5762625"/>
                  <a:pt x="5407724" y="5762625"/>
                </a:cubicBezTo>
                <a:cubicBezTo>
                  <a:pt x="5390566" y="5762625"/>
                  <a:pt x="5334000" y="5714750"/>
                  <a:pt x="5334000" y="5700227"/>
                </a:cubicBezTo>
                <a:cubicBezTo>
                  <a:pt x="5334000" y="5692636"/>
                  <a:pt x="5341270" y="5686425"/>
                  <a:pt x="5350155" y="5686425"/>
                </a:cubicBezTo>
                <a:cubicBezTo>
                  <a:pt x="5362269" y="5686424"/>
                  <a:pt x="5358227" y="5678084"/>
                  <a:pt x="5333999" y="5653087"/>
                </a:cubicBezTo>
                <a:cubicBezTo>
                  <a:pt x="5296918" y="5614828"/>
                  <a:pt x="5286588" y="5612115"/>
                  <a:pt x="5279609" y="5638800"/>
                </a:cubicBezTo>
                <a:cubicBezTo>
                  <a:pt x="5272954" y="5664249"/>
                  <a:pt x="5258165" y="5662814"/>
                  <a:pt x="5213885" y="5632419"/>
                </a:cubicBezTo>
                <a:cubicBezTo>
                  <a:pt x="5168730" y="5601424"/>
                  <a:pt x="5055640" y="5531648"/>
                  <a:pt x="5010138" y="5506708"/>
                </a:cubicBezTo>
                <a:cubicBezTo>
                  <a:pt x="4991796" y="5496655"/>
                  <a:pt x="4959649" y="5486902"/>
                  <a:pt x="4938700" y="5485034"/>
                </a:cubicBezTo>
                <a:cubicBezTo>
                  <a:pt x="4903731" y="5481915"/>
                  <a:pt x="4900527" y="5483587"/>
                  <a:pt x="4899579" y="5505450"/>
                </a:cubicBezTo>
                <a:cubicBezTo>
                  <a:pt x="4899011" y="5518546"/>
                  <a:pt x="4897940" y="5534620"/>
                  <a:pt x="4897198" y="5541168"/>
                </a:cubicBezTo>
                <a:cubicBezTo>
                  <a:pt x="4895611" y="5555185"/>
                  <a:pt x="4861449" y="5557242"/>
                  <a:pt x="4853155" y="5543821"/>
                </a:cubicBezTo>
                <a:cubicBezTo>
                  <a:pt x="4845661" y="5531696"/>
                  <a:pt x="4764477" y="5495909"/>
                  <a:pt x="4744620" y="5495978"/>
                </a:cubicBezTo>
                <a:cubicBezTo>
                  <a:pt x="4638436" y="5496343"/>
                  <a:pt x="4495925" y="5651566"/>
                  <a:pt x="4429850" y="5838825"/>
                </a:cubicBezTo>
                <a:cubicBezTo>
                  <a:pt x="4393060" y="5943091"/>
                  <a:pt x="4363173" y="6040745"/>
                  <a:pt x="4353221" y="6089211"/>
                </a:cubicBezTo>
                <a:cubicBezTo>
                  <a:pt x="4346995" y="6119529"/>
                  <a:pt x="4335836" y="6155962"/>
                  <a:pt x="4328422" y="6170173"/>
                </a:cubicBezTo>
                <a:cubicBezTo>
                  <a:pt x="4321008" y="6184385"/>
                  <a:pt x="4314915" y="6204586"/>
                  <a:pt x="4314883" y="6215066"/>
                </a:cubicBezTo>
                <a:cubicBezTo>
                  <a:pt x="4314851" y="6225545"/>
                  <a:pt x="4308470" y="6264121"/>
                  <a:pt x="4300702" y="6300791"/>
                </a:cubicBezTo>
                <a:cubicBezTo>
                  <a:pt x="4292935" y="6337460"/>
                  <a:pt x="4286506" y="6389108"/>
                  <a:pt x="4286415" y="6415563"/>
                </a:cubicBezTo>
                <a:cubicBezTo>
                  <a:pt x="4286324" y="6442019"/>
                  <a:pt x="4281264" y="6468650"/>
                  <a:pt x="4275170" y="6474744"/>
                </a:cubicBezTo>
                <a:cubicBezTo>
                  <a:pt x="4268267" y="6481647"/>
                  <a:pt x="4262719" y="6533537"/>
                  <a:pt x="4260454" y="6612380"/>
                </a:cubicBezTo>
                <a:cubicBezTo>
                  <a:pt x="4258454" y="6681987"/>
                  <a:pt x="4252786" y="6747510"/>
                  <a:pt x="4247857" y="6757987"/>
                </a:cubicBezTo>
                <a:cubicBezTo>
                  <a:pt x="4236450" y="6782238"/>
                  <a:pt x="4227511" y="7019109"/>
                  <a:pt x="4229083" y="7255461"/>
                </a:cubicBezTo>
                <a:cubicBezTo>
                  <a:pt x="4230167" y="7418434"/>
                  <a:pt x="4228399" y="7441224"/>
                  <a:pt x="4213031" y="7462331"/>
                </a:cubicBezTo>
                <a:cubicBezTo>
                  <a:pt x="4192691" y="7490270"/>
                  <a:pt x="4162425" y="7494509"/>
                  <a:pt x="4162425" y="7469420"/>
                </a:cubicBezTo>
                <a:close/>
                <a:moveTo>
                  <a:pt x="4040635" y="6271522"/>
                </a:moveTo>
                <a:cubicBezTo>
                  <a:pt x="4038089" y="6231852"/>
                  <a:pt x="4040511" y="6183632"/>
                  <a:pt x="4046018" y="6164366"/>
                </a:cubicBezTo>
                <a:cubicBezTo>
                  <a:pt x="4051525" y="6145100"/>
                  <a:pt x="4060673" y="6087524"/>
                  <a:pt x="4066348" y="6036419"/>
                </a:cubicBezTo>
                <a:cubicBezTo>
                  <a:pt x="4077846" y="5932870"/>
                  <a:pt x="4127025" y="5732726"/>
                  <a:pt x="4148507" y="5702056"/>
                </a:cubicBezTo>
                <a:cubicBezTo>
                  <a:pt x="4156161" y="5691128"/>
                  <a:pt x="4162425" y="5675156"/>
                  <a:pt x="4162425" y="5666565"/>
                </a:cubicBezTo>
                <a:cubicBezTo>
                  <a:pt x="4162425" y="5640637"/>
                  <a:pt x="4214358" y="5523293"/>
                  <a:pt x="4251443" y="5465426"/>
                </a:cubicBezTo>
                <a:cubicBezTo>
                  <a:pt x="4270587" y="5435555"/>
                  <a:pt x="4286250" y="5408798"/>
                  <a:pt x="4286250" y="5405967"/>
                </a:cubicBezTo>
                <a:cubicBezTo>
                  <a:pt x="4286250" y="5390684"/>
                  <a:pt x="4410239" y="5257800"/>
                  <a:pt x="4424499" y="5257800"/>
                </a:cubicBezTo>
                <a:cubicBezTo>
                  <a:pt x="4430999" y="5257800"/>
                  <a:pt x="4441821" y="5251168"/>
                  <a:pt x="4448547" y="5243063"/>
                </a:cubicBezTo>
                <a:cubicBezTo>
                  <a:pt x="4463556" y="5224979"/>
                  <a:pt x="4553456" y="5181600"/>
                  <a:pt x="4575926" y="5181600"/>
                </a:cubicBezTo>
                <a:cubicBezTo>
                  <a:pt x="4584933" y="5181600"/>
                  <a:pt x="4601563" y="5176643"/>
                  <a:pt x="4612883" y="5170585"/>
                </a:cubicBezTo>
                <a:cubicBezTo>
                  <a:pt x="4668995" y="5140555"/>
                  <a:pt x="4797674" y="5127047"/>
                  <a:pt x="4836479" y="5147114"/>
                </a:cubicBezTo>
                <a:cubicBezTo>
                  <a:pt x="4851700" y="5154985"/>
                  <a:pt x="4902360" y="5166494"/>
                  <a:pt x="4949058" y="5172689"/>
                </a:cubicBezTo>
                <a:cubicBezTo>
                  <a:pt x="4995755" y="5178885"/>
                  <a:pt x="5042417" y="5189854"/>
                  <a:pt x="5052750" y="5197064"/>
                </a:cubicBezTo>
                <a:cubicBezTo>
                  <a:pt x="5063084" y="5204275"/>
                  <a:pt x="5080443" y="5210175"/>
                  <a:pt x="5091326" y="5210175"/>
                </a:cubicBezTo>
                <a:cubicBezTo>
                  <a:pt x="5102210" y="5210175"/>
                  <a:pt x="5115186" y="5213752"/>
                  <a:pt x="5120163" y="5218125"/>
                </a:cubicBezTo>
                <a:cubicBezTo>
                  <a:pt x="5125140" y="5222498"/>
                  <a:pt x="5150643" y="5233949"/>
                  <a:pt x="5176837" y="5243573"/>
                </a:cubicBezTo>
                <a:cubicBezTo>
                  <a:pt x="5226878" y="5261957"/>
                  <a:pt x="5328430" y="5320704"/>
                  <a:pt x="5376862" y="5359286"/>
                </a:cubicBezTo>
                <a:cubicBezTo>
                  <a:pt x="5518441" y="5472070"/>
                  <a:pt x="5635607" y="5581269"/>
                  <a:pt x="5767166" y="5723050"/>
                </a:cubicBezTo>
                <a:cubicBezTo>
                  <a:pt x="5823145" y="5783379"/>
                  <a:pt x="5834500" y="5773069"/>
                  <a:pt x="5789288" y="5702960"/>
                </a:cubicBezTo>
                <a:cubicBezTo>
                  <a:pt x="5771599" y="5675530"/>
                  <a:pt x="5739354" y="5616654"/>
                  <a:pt x="5717633" y="5572125"/>
                </a:cubicBezTo>
                <a:cubicBezTo>
                  <a:pt x="5624835" y="5381882"/>
                  <a:pt x="5581374" y="5288772"/>
                  <a:pt x="5568693" y="5253037"/>
                </a:cubicBezTo>
                <a:cubicBezTo>
                  <a:pt x="5561257" y="5232082"/>
                  <a:pt x="5541926" y="5178504"/>
                  <a:pt x="5525736" y="5133975"/>
                </a:cubicBezTo>
                <a:cubicBezTo>
                  <a:pt x="5509547" y="5089445"/>
                  <a:pt x="5496216" y="5041478"/>
                  <a:pt x="5496112" y="5027380"/>
                </a:cubicBezTo>
                <a:cubicBezTo>
                  <a:pt x="5496009" y="5013283"/>
                  <a:pt x="5492268" y="4999489"/>
                  <a:pt x="5487799" y="4996727"/>
                </a:cubicBezTo>
                <a:cubicBezTo>
                  <a:pt x="5466918" y="4983822"/>
                  <a:pt x="5431607" y="4603190"/>
                  <a:pt x="5448383" y="4571844"/>
                </a:cubicBezTo>
                <a:cubicBezTo>
                  <a:pt x="5462541" y="4545389"/>
                  <a:pt x="5485111" y="4548320"/>
                  <a:pt x="5496427" y="4578083"/>
                </a:cubicBezTo>
                <a:cubicBezTo>
                  <a:pt x="5510814" y="4615925"/>
                  <a:pt x="5516753" y="4599509"/>
                  <a:pt x="5509220" y="4542721"/>
                </a:cubicBezTo>
                <a:cubicBezTo>
                  <a:pt x="5504788" y="4509317"/>
                  <a:pt x="5495439" y="4485515"/>
                  <a:pt x="5481658" y="4472553"/>
                </a:cubicBezTo>
                <a:cubicBezTo>
                  <a:pt x="5458735" y="4450992"/>
                  <a:pt x="5458445" y="4390391"/>
                  <a:pt x="5481131" y="4362450"/>
                </a:cubicBezTo>
                <a:cubicBezTo>
                  <a:pt x="5495807" y="4344373"/>
                  <a:pt x="5524500" y="4281979"/>
                  <a:pt x="5524500" y="4268141"/>
                </a:cubicBezTo>
                <a:cubicBezTo>
                  <a:pt x="5524500" y="4262385"/>
                  <a:pt x="5527739" y="4257675"/>
                  <a:pt x="5531699" y="4257675"/>
                </a:cubicBezTo>
                <a:cubicBezTo>
                  <a:pt x="5535659" y="4257674"/>
                  <a:pt x="5544286" y="4245504"/>
                  <a:pt x="5550870" y="4230630"/>
                </a:cubicBezTo>
                <a:cubicBezTo>
                  <a:pt x="5570804" y="4185597"/>
                  <a:pt x="5762340" y="4000500"/>
                  <a:pt x="5789005" y="4000500"/>
                </a:cubicBezTo>
                <a:cubicBezTo>
                  <a:pt x="5794578" y="4000500"/>
                  <a:pt x="5800566" y="3996758"/>
                  <a:pt x="5802312" y="3992186"/>
                </a:cubicBezTo>
                <a:cubicBezTo>
                  <a:pt x="5807011" y="3979881"/>
                  <a:pt x="5915034" y="3924300"/>
                  <a:pt x="5934249" y="3924300"/>
                </a:cubicBezTo>
                <a:cubicBezTo>
                  <a:pt x="5943348" y="3924300"/>
                  <a:pt x="5956128" y="3917870"/>
                  <a:pt x="5962650" y="3910012"/>
                </a:cubicBezTo>
                <a:cubicBezTo>
                  <a:pt x="5969171" y="3902154"/>
                  <a:pt x="5983841" y="3895725"/>
                  <a:pt x="5995248" y="3895725"/>
                </a:cubicBezTo>
                <a:cubicBezTo>
                  <a:pt x="6006656" y="3895725"/>
                  <a:pt x="6020061" y="3892319"/>
                  <a:pt x="6025038" y="3888156"/>
                </a:cubicBezTo>
                <a:cubicBezTo>
                  <a:pt x="6030015" y="3883993"/>
                  <a:pt x="6059805" y="3872769"/>
                  <a:pt x="6091237" y="3863213"/>
                </a:cubicBezTo>
                <a:cubicBezTo>
                  <a:pt x="6122670" y="3853657"/>
                  <a:pt x="6161246" y="3841587"/>
                  <a:pt x="6176962" y="3836391"/>
                </a:cubicBezTo>
                <a:cubicBezTo>
                  <a:pt x="6232376" y="3818071"/>
                  <a:pt x="6399813" y="3780989"/>
                  <a:pt x="6462712" y="3773106"/>
                </a:cubicBezTo>
                <a:cubicBezTo>
                  <a:pt x="6525734" y="3765207"/>
                  <a:pt x="6519733" y="3749462"/>
                  <a:pt x="6451064" y="3742543"/>
                </a:cubicBezTo>
                <a:cubicBezTo>
                  <a:pt x="6394024" y="3736796"/>
                  <a:pt x="6341471" y="3722813"/>
                  <a:pt x="6289822" y="3699641"/>
                </a:cubicBezTo>
                <a:cubicBezTo>
                  <a:pt x="6273315" y="3692234"/>
                  <a:pt x="6253208" y="3686175"/>
                  <a:pt x="6245141" y="3686175"/>
                </a:cubicBezTo>
                <a:cubicBezTo>
                  <a:pt x="6237074" y="3686175"/>
                  <a:pt x="6228167" y="3682442"/>
                  <a:pt x="6225347" y="3677880"/>
                </a:cubicBezTo>
                <a:cubicBezTo>
                  <a:pt x="6222528" y="3673318"/>
                  <a:pt x="6207879" y="3667117"/>
                  <a:pt x="6192794" y="3664100"/>
                </a:cubicBezTo>
                <a:cubicBezTo>
                  <a:pt x="6177709" y="3661083"/>
                  <a:pt x="6135829" y="3644582"/>
                  <a:pt x="6099727" y="3627432"/>
                </a:cubicBezTo>
                <a:cubicBezTo>
                  <a:pt x="6063625" y="3610282"/>
                  <a:pt x="6026883" y="3593980"/>
                  <a:pt x="6018078" y="3591206"/>
                </a:cubicBezTo>
                <a:cubicBezTo>
                  <a:pt x="5977343" y="3578372"/>
                  <a:pt x="5849042" y="3464723"/>
                  <a:pt x="5838200" y="3431869"/>
                </a:cubicBezTo>
                <a:cubicBezTo>
                  <a:pt x="5832079" y="3413324"/>
                  <a:pt x="5810694" y="3381275"/>
                  <a:pt x="5790677" y="3360649"/>
                </a:cubicBezTo>
                <a:cubicBezTo>
                  <a:pt x="5770661" y="3340023"/>
                  <a:pt x="5752945" y="3313789"/>
                  <a:pt x="5751310" y="3302352"/>
                </a:cubicBezTo>
                <a:cubicBezTo>
                  <a:pt x="5749602" y="3290404"/>
                  <a:pt x="5740232" y="3280138"/>
                  <a:pt x="5729287" y="3278222"/>
                </a:cubicBezTo>
                <a:cubicBezTo>
                  <a:pt x="5697703" y="3272695"/>
                  <a:pt x="5677343" y="3237899"/>
                  <a:pt x="5677111" y="3189055"/>
                </a:cubicBezTo>
                <a:cubicBezTo>
                  <a:pt x="5676995" y="3164480"/>
                  <a:pt x="5681186" y="3141725"/>
                  <a:pt x="5686425" y="3138487"/>
                </a:cubicBezTo>
                <a:cubicBezTo>
                  <a:pt x="5691663" y="3135249"/>
                  <a:pt x="5695950" y="3118376"/>
                  <a:pt x="5695950" y="3100991"/>
                </a:cubicBezTo>
                <a:cubicBezTo>
                  <a:pt x="5695950" y="3083606"/>
                  <a:pt x="5702379" y="3064046"/>
                  <a:pt x="5710237" y="3057525"/>
                </a:cubicBezTo>
                <a:cubicBezTo>
                  <a:pt x="5718095" y="3051003"/>
                  <a:pt x="5724525" y="3037468"/>
                  <a:pt x="5724525" y="3027448"/>
                </a:cubicBezTo>
                <a:cubicBezTo>
                  <a:pt x="5724525" y="3011326"/>
                  <a:pt x="5747980" y="2965692"/>
                  <a:pt x="5762919" y="2952750"/>
                </a:cubicBezTo>
                <a:cubicBezTo>
                  <a:pt x="5765943" y="2950130"/>
                  <a:pt x="5778294" y="2928699"/>
                  <a:pt x="5790367" y="2905125"/>
                </a:cubicBezTo>
                <a:cubicBezTo>
                  <a:pt x="5845740" y="2796996"/>
                  <a:pt x="5964922" y="2660852"/>
                  <a:pt x="6077283" y="2577376"/>
                </a:cubicBezTo>
                <a:cubicBezTo>
                  <a:pt x="6184086" y="2498028"/>
                  <a:pt x="6201622" y="2469251"/>
                  <a:pt x="6119131" y="2508702"/>
                </a:cubicBezTo>
                <a:cubicBezTo>
                  <a:pt x="6070633" y="2531896"/>
                  <a:pt x="5942548" y="2574026"/>
                  <a:pt x="5867400" y="2591502"/>
                </a:cubicBezTo>
                <a:cubicBezTo>
                  <a:pt x="5609563" y="2651463"/>
                  <a:pt x="5593798" y="2653958"/>
                  <a:pt x="5414376" y="2663190"/>
                </a:cubicBezTo>
                <a:cubicBezTo>
                  <a:pt x="5331649" y="2667446"/>
                  <a:pt x="5283533" y="2666149"/>
                  <a:pt x="5270767" y="2659317"/>
                </a:cubicBezTo>
                <a:cubicBezTo>
                  <a:pt x="5260208" y="2653666"/>
                  <a:pt x="5217609" y="2646267"/>
                  <a:pt x="5176103" y="2642874"/>
                </a:cubicBezTo>
                <a:cubicBezTo>
                  <a:pt x="5049549" y="2632530"/>
                  <a:pt x="5005855" y="2602638"/>
                  <a:pt x="4995439" y="2519277"/>
                </a:cubicBezTo>
                <a:cubicBezTo>
                  <a:pt x="4990559" y="2480219"/>
                  <a:pt x="4992884" y="2455525"/>
                  <a:pt x="5004241" y="2425787"/>
                </a:cubicBezTo>
                <a:cubicBezTo>
                  <a:pt x="5012729" y="2403560"/>
                  <a:pt x="5019675" y="2383344"/>
                  <a:pt x="5019675" y="2380862"/>
                </a:cubicBezTo>
                <a:cubicBezTo>
                  <a:pt x="5019675" y="2378380"/>
                  <a:pt x="5000386" y="2377884"/>
                  <a:pt x="4976812" y="2379759"/>
                </a:cubicBezTo>
                <a:cubicBezTo>
                  <a:pt x="4951467" y="2381775"/>
                  <a:pt x="4933950" y="2379145"/>
                  <a:pt x="4933950" y="2373325"/>
                </a:cubicBezTo>
                <a:cubicBezTo>
                  <a:pt x="4933950" y="2367912"/>
                  <a:pt x="4924305" y="2360489"/>
                  <a:pt x="4912518" y="2356829"/>
                </a:cubicBezTo>
                <a:cubicBezTo>
                  <a:pt x="4859319" y="2340312"/>
                  <a:pt x="4752975" y="2212511"/>
                  <a:pt x="4752975" y="2165095"/>
                </a:cubicBezTo>
                <a:cubicBezTo>
                  <a:pt x="4752975" y="2155014"/>
                  <a:pt x="4746681" y="2138445"/>
                  <a:pt x="4738990" y="2128276"/>
                </a:cubicBezTo>
                <a:cubicBezTo>
                  <a:pt x="4731298" y="2118107"/>
                  <a:pt x="4724869" y="2098857"/>
                  <a:pt x="4724702" y="2085498"/>
                </a:cubicBezTo>
                <a:cubicBezTo>
                  <a:pt x="4724536" y="2072139"/>
                  <a:pt x="4719466" y="2056276"/>
                  <a:pt x="4713435" y="2050245"/>
                </a:cubicBezTo>
                <a:cubicBezTo>
                  <a:pt x="4703029" y="2039839"/>
                  <a:pt x="4693204" y="1997699"/>
                  <a:pt x="4680164" y="1907533"/>
                </a:cubicBezTo>
                <a:cubicBezTo>
                  <a:pt x="4676956" y="1885352"/>
                  <a:pt x="4668452" y="1862325"/>
                  <a:pt x="4661265" y="1856361"/>
                </a:cubicBezTo>
                <a:cubicBezTo>
                  <a:pt x="4643605" y="1841704"/>
                  <a:pt x="4643562" y="1682434"/>
                  <a:pt x="4661205" y="1632353"/>
                </a:cubicBezTo>
                <a:cubicBezTo>
                  <a:pt x="4668358" y="1612049"/>
                  <a:pt x="4672241" y="1582074"/>
                  <a:pt x="4669834" y="1565741"/>
                </a:cubicBezTo>
                <a:cubicBezTo>
                  <a:pt x="4667349" y="1548884"/>
                  <a:pt x="4672022" y="1523349"/>
                  <a:pt x="4680641" y="1506682"/>
                </a:cubicBezTo>
                <a:cubicBezTo>
                  <a:pt x="4688992" y="1490533"/>
                  <a:pt x="4695825" y="1466917"/>
                  <a:pt x="4695825" y="1454201"/>
                </a:cubicBezTo>
                <a:cubicBezTo>
                  <a:pt x="4695825" y="1441486"/>
                  <a:pt x="4702254" y="1425746"/>
                  <a:pt x="4710112" y="1419224"/>
                </a:cubicBezTo>
                <a:cubicBezTo>
                  <a:pt x="4726268" y="1405816"/>
                  <a:pt x="4729520" y="1371600"/>
                  <a:pt x="4714639" y="1371600"/>
                </a:cubicBezTo>
                <a:cubicBezTo>
                  <a:pt x="4709270" y="1371600"/>
                  <a:pt x="4700708" y="1381244"/>
                  <a:pt x="4695611" y="1393031"/>
                </a:cubicBezTo>
                <a:cubicBezTo>
                  <a:pt x="4659652" y="1476197"/>
                  <a:pt x="4445343" y="1733550"/>
                  <a:pt x="4412046" y="1733550"/>
                </a:cubicBezTo>
                <a:cubicBezTo>
                  <a:pt x="4404248" y="1733550"/>
                  <a:pt x="4355047" y="1778735"/>
                  <a:pt x="4302712" y="1833962"/>
                </a:cubicBezTo>
                <a:cubicBezTo>
                  <a:pt x="4198869" y="1943542"/>
                  <a:pt x="4163614" y="1968554"/>
                  <a:pt x="4134764" y="1953114"/>
                </a:cubicBezTo>
                <a:cubicBezTo>
                  <a:pt x="4121464" y="1945996"/>
                  <a:pt x="4113764" y="1947158"/>
                  <a:pt x="4105108" y="1957587"/>
                </a:cubicBezTo>
                <a:cubicBezTo>
                  <a:pt x="4098678" y="1965335"/>
                  <a:pt x="4088584" y="1971757"/>
                  <a:pt x="4082677" y="1971857"/>
                </a:cubicBezTo>
                <a:cubicBezTo>
                  <a:pt x="4076770" y="1971958"/>
                  <a:pt x="4054792" y="1987056"/>
                  <a:pt x="4033837" y="2005410"/>
                </a:cubicBezTo>
                <a:cubicBezTo>
                  <a:pt x="3937776" y="2089544"/>
                  <a:pt x="3792385" y="2122208"/>
                  <a:pt x="3657659" y="2089924"/>
                </a:cubicBezTo>
                <a:cubicBezTo>
                  <a:pt x="3618336" y="2080501"/>
                  <a:pt x="3579733" y="2068072"/>
                  <a:pt x="3571875" y="2062304"/>
                </a:cubicBezTo>
                <a:cubicBezTo>
                  <a:pt x="3564016" y="2056535"/>
                  <a:pt x="3544897" y="2045571"/>
                  <a:pt x="3529388" y="2037939"/>
                </a:cubicBezTo>
                <a:cubicBezTo>
                  <a:pt x="3494605" y="2020822"/>
                  <a:pt x="3380728" y="1907793"/>
                  <a:pt x="3327800" y="1837853"/>
                </a:cubicBezTo>
                <a:cubicBezTo>
                  <a:pt x="3275348" y="1768540"/>
                  <a:pt x="3200400" y="1650285"/>
                  <a:pt x="3200400" y="1636838"/>
                </a:cubicBezTo>
                <a:cubicBezTo>
                  <a:pt x="3200400" y="1630902"/>
                  <a:pt x="3185679" y="1595584"/>
                  <a:pt x="3167687" y="1558354"/>
                </a:cubicBezTo>
                <a:cubicBezTo>
                  <a:pt x="3121522" y="1462826"/>
                  <a:pt x="3099237" y="1403482"/>
                  <a:pt x="3086825" y="1343025"/>
                </a:cubicBezTo>
                <a:cubicBezTo>
                  <a:pt x="3064330" y="1233458"/>
                  <a:pt x="3053084" y="1243776"/>
                  <a:pt x="3033547" y="1391900"/>
                </a:cubicBezTo>
                <a:cubicBezTo>
                  <a:pt x="3025758" y="1450955"/>
                  <a:pt x="3015108" y="1503551"/>
                  <a:pt x="3009880" y="1508779"/>
                </a:cubicBezTo>
                <a:cubicBezTo>
                  <a:pt x="3004652" y="1514007"/>
                  <a:pt x="3000238" y="1535644"/>
                  <a:pt x="3000072" y="1556861"/>
                </a:cubicBezTo>
                <a:cubicBezTo>
                  <a:pt x="2999905" y="1578078"/>
                  <a:pt x="2993476" y="1603757"/>
                  <a:pt x="2985784" y="1613926"/>
                </a:cubicBezTo>
                <a:cubicBezTo>
                  <a:pt x="2978093" y="1624095"/>
                  <a:pt x="2971783" y="1639097"/>
                  <a:pt x="2971764" y="1647264"/>
                </a:cubicBezTo>
                <a:cubicBezTo>
                  <a:pt x="2971724" y="1663533"/>
                  <a:pt x="2941474" y="1725703"/>
                  <a:pt x="2876478" y="1843087"/>
                </a:cubicBezTo>
                <a:cubicBezTo>
                  <a:pt x="2779682" y="2017906"/>
                  <a:pt x="2598656" y="2142649"/>
                  <a:pt x="2386644" y="2180626"/>
                </a:cubicBezTo>
                <a:cubicBezTo>
                  <a:pt x="2198438" y="2214338"/>
                  <a:pt x="1895953" y="2161395"/>
                  <a:pt x="1703505" y="2061056"/>
                </a:cubicBezTo>
                <a:cubicBezTo>
                  <a:pt x="1689600" y="2053806"/>
                  <a:pt x="1673220" y="2047875"/>
                  <a:pt x="1667106" y="2047875"/>
                </a:cubicBezTo>
                <a:cubicBezTo>
                  <a:pt x="1660991" y="2047875"/>
                  <a:pt x="1649559" y="2041445"/>
                  <a:pt x="1641701" y="2033587"/>
                </a:cubicBezTo>
                <a:cubicBezTo>
                  <a:pt x="1633843" y="2025729"/>
                  <a:pt x="1623434" y="2019300"/>
                  <a:pt x="1618569" y="2019300"/>
                </a:cubicBezTo>
                <a:cubicBezTo>
                  <a:pt x="1606333" y="2019300"/>
                  <a:pt x="1607467" y="2041807"/>
                  <a:pt x="1620353" y="2054693"/>
                </a:cubicBezTo>
                <a:cubicBezTo>
                  <a:pt x="1635963" y="2070303"/>
                  <a:pt x="1650738" y="2097294"/>
                  <a:pt x="1713078" y="2224087"/>
                </a:cubicBezTo>
                <a:cubicBezTo>
                  <a:pt x="1828367" y="2458572"/>
                  <a:pt x="1848794" y="2516345"/>
                  <a:pt x="1862942" y="2647950"/>
                </a:cubicBezTo>
                <a:cubicBezTo>
                  <a:pt x="1866603" y="2682001"/>
                  <a:pt x="1875420" y="2718317"/>
                  <a:pt x="1882536" y="2728650"/>
                </a:cubicBezTo>
                <a:cubicBezTo>
                  <a:pt x="1900410" y="2754605"/>
                  <a:pt x="1899535" y="2883556"/>
                  <a:pt x="1881187" y="2927468"/>
                </a:cubicBezTo>
                <a:cubicBezTo>
                  <a:pt x="1873329" y="2946275"/>
                  <a:pt x="1866900" y="2976860"/>
                  <a:pt x="1866900" y="2995435"/>
                </a:cubicBezTo>
                <a:cubicBezTo>
                  <a:pt x="1866899" y="3014010"/>
                  <a:pt x="1863207" y="3036651"/>
                  <a:pt x="1858694" y="3045747"/>
                </a:cubicBezTo>
                <a:cubicBezTo>
                  <a:pt x="1854181" y="3054844"/>
                  <a:pt x="1836626" y="3092291"/>
                  <a:pt x="1819684" y="3128962"/>
                </a:cubicBezTo>
                <a:cubicBezTo>
                  <a:pt x="1752781" y="3273771"/>
                  <a:pt x="1612634" y="3448584"/>
                  <a:pt x="1478870" y="3554076"/>
                </a:cubicBezTo>
                <a:cubicBezTo>
                  <a:pt x="1396768" y="3618825"/>
                  <a:pt x="1326957" y="3667125"/>
                  <a:pt x="1315473" y="3667125"/>
                </a:cubicBezTo>
                <a:cubicBezTo>
                  <a:pt x="1310544" y="3667125"/>
                  <a:pt x="1305083" y="3670339"/>
                  <a:pt x="1303337" y="3674268"/>
                </a:cubicBezTo>
                <a:cubicBezTo>
                  <a:pt x="1297899" y="3686504"/>
                  <a:pt x="1209807" y="3743324"/>
                  <a:pt x="1196275" y="3743325"/>
                </a:cubicBezTo>
                <a:cubicBezTo>
                  <a:pt x="1189211" y="3743325"/>
                  <a:pt x="1178275" y="3749539"/>
                  <a:pt x="1171972" y="3757133"/>
                </a:cubicBezTo>
                <a:cubicBezTo>
                  <a:pt x="1165669" y="3764728"/>
                  <a:pt x="1128711" y="3778017"/>
                  <a:pt x="1089843" y="3786665"/>
                </a:cubicBezTo>
                <a:cubicBezTo>
                  <a:pt x="973524" y="3812543"/>
                  <a:pt x="992537" y="3820740"/>
                  <a:pt x="1223962" y="3844490"/>
                </a:cubicBezTo>
                <a:cubicBezTo>
                  <a:pt x="1255395" y="3847716"/>
                  <a:pt x="1286698" y="3854848"/>
                  <a:pt x="1293525" y="3860339"/>
                </a:cubicBezTo>
                <a:cubicBezTo>
                  <a:pt x="1300352" y="3865831"/>
                  <a:pt x="1323927" y="3873575"/>
                  <a:pt x="1345913" y="3877549"/>
                </a:cubicBezTo>
                <a:cubicBezTo>
                  <a:pt x="1403934" y="3888036"/>
                  <a:pt x="1465041" y="3904207"/>
                  <a:pt x="1483840" y="3914047"/>
                </a:cubicBezTo>
                <a:cubicBezTo>
                  <a:pt x="1502493" y="3923811"/>
                  <a:pt x="1597765" y="3967365"/>
                  <a:pt x="1619250" y="3975950"/>
                </a:cubicBezTo>
                <a:cubicBezTo>
                  <a:pt x="1627108" y="3979090"/>
                  <a:pt x="1646396" y="3989994"/>
                  <a:pt x="1662112" y="4000180"/>
                </a:cubicBezTo>
                <a:cubicBezTo>
                  <a:pt x="1677828" y="4010366"/>
                  <a:pt x="1703635" y="4025343"/>
                  <a:pt x="1719461" y="4033462"/>
                </a:cubicBezTo>
                <a:cubicBezTo>
                  <a:pt x="1780385" y="4064718"/>
                  <a:pt x="1899143" y="4194181"/>
                  <a:pt x="1934834" y="4268249"/>
                </a:cubicBezTo>
                <a:cubicBezTo>
                  <a:pt x="1986894" y="4376288"/>
                  <a:pt x="1991791" y="4407403"/>
                  <a:pt x="1965567" y="4463489"/>
                </a:cubicBezTo>
                <a:cubicBezTo>
                  <a:pt x="1953583" y="4489118"/>
                  <a:pt x="1943626" y="4516112"/>
                  <a:pt x="1943439" y="4523475"/>
                </a:cubicBezTo>
                <a:cubicBezTo>
                  <a:pt x="1943053" y="4538708"/>
                  <a:pt x="1898097" y="4601456"/>
                  <a:pt x="1879331" y="4612954"/>
                </a:cubicBezTo>
                <a:cubicBezTo>
                  <a:pt x="1872494" y="4617143"/>
                  <a:pt x="1866899" y="4626457"/>
                  <a:pt x="1866900" y="4633651"/>
                </a:cubicBezTo>
                <a:cubicBezTo>
                  <a:pt x="1866900" y="4643995"/>
                  <a:pt x="1881344" y="4645691"/>
                  <a:pt x="1935956" y="4641762"/>
                </a:cubicBezTo>
                <a:cubicBezTo>
                  <a:pt x="2004643" y="4636820"/>
                  <a:pt x="2005207" y="4636974"/>
                  <a:pt x="2041491" y="4670671"/>
                </a:cubicBezTo>
                <a:cubicBezTo>
                  <a:pt x="2070836" y="4697924"/>
                  <a:pt x="2077378" y="4710189"/>
                  <a:pt x="2074944" y="4733393"/>
                </a:cubicBezTo>
                <a:cubicBezTo>
                  <a:pt x="2072572" y="4756004"/>
                  <a:pt x="2078709" y="4768441"/>
                  <a:pt x="2103336" y="4790935"/>
                </a:cubicBezTo>
                <a:lnTo>
                  <a:pt x="2134755" y="4819631"/>
                </a:lnTo>
                <a:lnTo>
                  <a:pt x="2128429" y="4888696"/>
                </a:lnTo>
                <a:cubicBezTo>
                  <a:pt x="2124949" y="4926682"/>
                  <a:pt x="2117954" y="4974907"/>
                  <a:pt x="2112884" y="4995862"/>
                </a:cubicBezTo>
                <a:cubicBezTo>
                  <a:pt x="2107813" y="5016817"/>
                  <a:pt x="2104094" y="5047734"/>
                  <a:pt x="2104619" y="5064567"/>
                </a:cubicBezTo>
                <a:cubicBezTo>
                  <a:pt x="2105144" y="5081399"/>
                  <a:pt x="2099021" y="5110855"/>
                  <a:pt x="2091012" y="5130024"/>
                </a:cubicBezTo>
                <a:cubicBezTo>
                  <a:pt x="2083002" y="5149192"/>
                  <a:pt x="2076450" y="5172331"/>
                  <a:pt x="2076450" y="5181444"/>
                </a:cubicBezTo>
                <a:cubicBezTo>
                  <a:pt x="2076450" y="5221303"/>
                  <a:pt x="1926905" y="5459999"/>
                  <a:pt x="1847504" y="5546877"/>
                </a:cubicBezTo>
                <a:cubicBezTo>
                  <a:pt x="1774663" y="5626576"/>
                  <a:pt x="1786931" y="5631485"/>
                  <a:pt x="1882560" y="5560904"/>
                </a:cubicBezTo>
                <a:cubicBezTo>
                  <a:pt x="1913237" y="5538262"/>
                  <a:pt x="1953339" y="5511551"/>
                  <a:pt x="1971675" y="5501546"/>
                </a:cubicBezTo>
                <a:cubicBezTo>
                  <a:pt x="1990010" y="5491540"/>
                  <a:pt x="2026443" y="5469702"/>
                  <a:pt x="2052637" y="5453016"/>
                </a:cubicBezTo>
                <a:cubicBezTo>
                  <a:pt x="2169546" y="5378543"/>
                  <a:pt x="2386708" y="5277563"/>
                  <a:pt x="2466975" y="5260350"/>
                </a:cubicBezTo>
                <a:cubicBezTo>
                  <a:pt x="2480071" y="5257541"/>
                  <a:pt x="2495242" y="5251756"/>
                  <a:pt x="2500687" y="5247495"/>
                </a:cubicBezTo>
                <a:cubicBezTo>
                  <a:pt x="2527124" y="5226805"/>
                  <a:pt x="2686328" y="5200066"/>
                  <a:pt x="2724150" y="5209964"/>
                </a:cubicBezTo>
                <a:cubicBezTo>
                  <a:pt x="2740800" y="5214321"/>
                  <a:pt x="2748862" y="5223813"/>
                  <a:pt x="2750953" y="5241523"/>
                </a:cubicBezTo>
                <a:lnTo>
                  <a:pt x="2753944" y="5266851"/>
                </a:lnTo>
                <a:lnTo>
                  <a:pt x="2879541" y="5261183"/>
                </a:lnTo>
                <a:cubicBezTo>
                  <a:pt x="2960308" y="5257537"/>
                  <a:pt x="3011612" y="5250984"/>
                  <a:pt x="3023278" y="5242822"/>
                </a:cubicBezTo>
                <a:cubicBezTo>
                  <a:pt x="3043836" y="5228440"/>
                  <a:pt x="3076575" y="5240055"/>
                  <a:pt x="3076575" y="5261731"/>
                </a:cubicBezTo>
                <a:cubicBezTo>
                  <a:pt x="3076575" y="5268763"/>
                  <a:pt x="3083004" y="5279853"/>
                  <a:pt x="3090862" y="5286375"/>
                </a:cubicBezTo>
                <a:cubicBezTo>
                  <a:pt x="3098720" y="5292896"/>
                  <a:pt x="3105150" y="5312564"/>
                  <a:pt x="3105150" y="5330080"/>
                </a:cubicBezTo>
                <a:cubicBezTo>
                  <a:pt x="3105150" y="5347597"/>
                  <a:pt x="3111579" y="5377075"/>
                  <a:pt x="3119437" y="5395589"/>
                </a:cubicBezTo>
                <a:cubicBezTo>
                  <a:pt x="3127295" y="5414102"/>
                  <a:pt x="3140085" y="5444251"/>
                  <a:pt x="3147858" y="5462587"/>
                </a:cubicBezTo>
                <a:cubicBezTo>
                  <a:pt x="3156802" y="5483683"/>
                  <a:pt x="3168501" y="5495925"/>
                  <a:pt x="3179719" y="5495925"/>
                </a:cubicBezTo>
                <a:cubicBezTo>
                  <a:pt x="3203945" y="5495925"/>
                  <a:pt x="3221026" y="5518379"/>
                  <a:pt x="3252174" y="5591175"/>
                </a:cubicBezTo>
                <a:cubicBezTo>
                  <a:pt x="3290525" y="5680806"/>
                  <a:pt x="3308362" y="5759901"/>
                  <a:pt x="3340087" y="5981008"/>
                </a:cubicBezTo>
                <a:lnTo>
                  <a:pt x="3344772" y="6013653"/>
                </a:lnTo>
                <a:lnTo>
                  <a:pt x="3387860" y="5940537"/>
                </a:lnTo>
                <a:cubicBezTo>
                  <a:pt x="3448714" y="5837275"/>
                  <a:pt x="3582444" y="5714587"/>
                  <a:pt x="3613087" y="5733906"/>
                </a:cubicBezTo>
                <a:cubicBezTo>
                  <a:pt x="3624472" y="5741084"/>
                  <a:pt x="3646646" y="5753352"/>
                  <a:pt x="3662362" y="5761167"/>
                </a:cubicBezTo>
                <a:cubicBezTo>
                  <a:pt x="3678078" y="5768983"/>
                  <a:pt x="3701536" y="5780739"/>
                  <a:pt x="3714489" y="5787293"/>
                </a:cubicBezTo>
                <a:cubicBezTo>
                  <a:pt x="3727443" y="5793846"/>
                  <a:pt x="3744935" y="5812061"/>
                  <a:pt x="3753359" y="5827769"/>
                </a:cubicBezTo>
                <a:cubicBezTo>
                  <a:pt x="3761783" y="5843477"/>
                  <a:pt x="3789948" y="5881323"/>
                  <a:pt x="3815947" y="5911871"/>
                </a:cubicBezTo>
                <a:cubicBezTo>
                  <a:pt x="3878672" y="5985570"/>
                  <a:pt x="3898249" y="6015984"/>
                  <a:pt x="3954048" y="6126422"/>
                </a:cubicBezTo>
                <a:cubicBezTo>
                  <a:pt x="3969119" y="6156251"/>
                  <a:pt x="3981450" y="6187073"/>
                  <a:pt x="3981450" y="6194916"/>
                </a:cubicBezTo>
                <a:cubicBezTo>
                  <a:pt x="3981450" y="6202758"/>
                  <a:pt x="3985736" y="6211824"/>
                  <a:pt x="3990975" y="6215062"/>
                </a:cubicBezTo>
                <a:cubicBezTo>
                  <a:pt x="3996213" y="6218300"/>
                  <a:pt x="4000500" y="6230592"/>
                  <a:pt x="4000500" y="6242379"/>
                </a:cubicBezTo>
                <a:cubicBezTo>
                  <a:pt x="4000500" y="6254165"/>
                  <a:pt x="4006793" y="6272129"/>
                  <a:pt x="4014484" y="6282298"/>
                </a:cubicBezTo>
                <a:cubicBezTo>
                  <a:pt x="4022176" y="6292467"/>
                  <a:pt x="4028605" y="6310431"/>
                  <a:pt x="4028772" y="6322218"/>
                </a:cubicBezTo>
                <a:cubicBezTo>
                  <a:pt x="4028938" y="6334005"/>
                  <a:pt x="4032717" y="6343650"/>
                  <a:pt x="4037169" y="6343650"/>
                </a:cubicBezTo>
                <a:cubicBezTo>
                  <a:pt x="4041621" y="6343650"/>
                  <a:pt x="4043180" y="6311192"/>
                  <a:pt x="4040635" y="6271522"/>
                </a:cubicBezTo>
                <a:close/>
                <a:moveTo>
                  <a:pt x="5495925" y="5785583"/>
                </a:moveTo>
                <a:cubicBezTo>
                  <a:pt x="5495925" y="5776226"/>
                  <a:pt x="5453892" y="5744230"/>
                  <a:pt x="5441156" y="5743891"/>
                </a:cubicBezTo>
                <a:cubicBezTo>
                  <a:pt x="5422481" y="5743394"/>
                  <a:pt x="5427177" y="5758855"/>
                  <a:pt x="5450681" y="5775251"/>
                </a:cubicBezTo>
                <a:cubicBezTo>
                  <a:pt x="5472450" y="5790436"/>
                  <a:pt x="5495925" y="5795797"/>
                  <a:pt x="5495925" y="5785583"/>
                </a:cubicBezTo>
                <a:close/>
                <a:moveTo>
                  <a:pt x="3015059" y="5405319"/>
                </a:moveTo>
                <a:cubicBezTo>
                  <a:pt x="3009719" y="5362574"/>
                  <a:pt x="3005221" y="5352547"/>
                  <a:pt x="2992476" y="5354975"/>
                </a:cubicBezTo>
                <a:cubicBezTo>
                  <a:pt x="2967987" y="5359640"/>
                  <a:pt x="2967883" y="5398543"/>
                  <a:pt x="2992264" y="5434124"/>
                </a:cubicBezTo>
                <a:cubicBezTo>
                  <a:pt x="3020175" y="5474858"/>
                  <a:pt x="3023261" y="5470960"/>
                  <a:pt x="3015059" y="5405319"/>
                </a:cubicBezTo>
                <a:close/>
                <a:moveTo>
                  <a:pt x="8548652" y="5000586"/>
                </a:moveTo>
                <a:cubicBezTo>
                  <a:pt x="8534378" y="4984813"/>
                  <a:pt x="8533259" y="4977367"/>
                  <a:pt x="8542209" y="4957723"/>
                </a:cubicBezTo>
                <a:cubicBezTo>
                  <a:pt x="8558952" y="4920976"/>
                  <a:pt x="8572500" y="4929513"/>
                  <a:pt x="8572500" y="4976812"/>
                </a:cubicBezTo>
                <a:cubicBezTo>
                  <a:pt x="8572500" y="5025838"/>
                  <a:pt x="8571977" y="5026359"/>
                  <a:pt x="8548652" y="5000586"/>
                </a:cubicBezTo>
                <a:close/>
                <a:moveTo>
                  <a:pt x="5514975" y="4697944"/>
                </a:moveTo>
                <a:cubicBezTo>
                  <a:pt x="5514975" y="4683393"/>
                  <a:pt x="5521652" y="4661955"/>
                  <a:pt x="5529814" y="4650302"/>
                </a:cubicBezTo>
                <a:cubicBezTo>
                  <a:pt x="5544400" y="4629477"/>
                  <a:pt x="5541568" y="4610100"/>
                  <a:pt x="5523937" y="4610100"/>
                </a:cubicBezTo>
                <a:cubicBezTo>
                  <a:pt x="5519008" y="4610100"/>
                  <a:pt x="5514975" y="4618419"/>
                  <a:pt x="5514975" y="4628587"/>
                </a:cubicBezTo>
                <a:cubicBezTo>
                  <a:pt x="5514975" y="4638756"/>
                  <a:pt x="5510688" y="4649724"/>
                  <a:pt x="5505450" y="4652962"/>
                </a:cubicBezTo>
                <a:cubicBezTo>
                  <a:pt x="5500211" y="4656200"/>
                  <a:pt x="5495925" y="4673598"/>
                  <a:pt x="5495925" y="4691624"/>
                </a:cubicBezTo>
                <a:cubicBezTo>
                  <a:pt x="5495925" y="4709651"/>
                  <a:pt x="5500211" y="4724400"/>
                  <a:pt x="5505450" y="4724400"/>
                </a:cubicBezTo>
                <a:cubicBezTo>
                  <a:pt x="5510688" y="4724400"/>
                  <a:pt x="5514975" y="4712494"/>
                  <a:pt x="5514975" y="4697944"/>
                </a:cubicBezTo>
                <a:close/>
                <a:moveTo>
                  <a:pt x="5672532" y="4399306"/>
                </a:moveTo>
                <a:cubicBezTo>
                  <a:pt x="5676074" y="4388144"/>
                  <a:pt x="5702081" y="4355904"/>
                  <a:pt x="5730324" y="4327661"/>
                </a:cubicBezTo>
                <a:cubicBezTo>
                  <a:pt x="5758567" y="4299418"/>
                  <a:pt x="5781675" y="4268425"/>
                  <a:pt x="5781675" y="4258788"/>
                </a:cubicBezTo>
                <a:cubicBezTo>
                  <a:pt x="5781675" y="4245499"/>
                  <a:pt x="5787118" y="4242307"/>
                  <a:pt x="5804211" y="4245574"/>
                </a:cubicBezTo>
                <a:cubicBezTo>
                  <a:pt x="5822816" y="4249131"/>
                  <a:pt x="5827673" y="4245162"/>
                  <a:pt x="5832053" y="4222822"/>
                </a:cubicBezTo>
                <a:cubicBezTo>
                  <a:pt x="5839166" y="4186549"/>
                  <a:pt x="5825908" y="4175341"/>
                  <a:pt x="5802993" y="4198256"/>
                </a:cubicBezTo>
                <a:cubicBezTo>
                  <a:pt x="5792715" y="4208534"/>
                  <a:pt x="5770850" y="4224892"/>
                  <a:pt x="5754403" y="4234607"/>
                </a:cubicBezTo>
                <a:cubicBezTo>
                  <a:pt x="5737956" y="4244322"/>
                  <a:pt x="5722253" y="4259351"/>
                  <a:pt x="5719507" y="4268004"/>
                </a:cubicBezTo>
                <a:cubicBezTo>
                  <a:pt x="5716760" y="4276657"/>
                  <a:pt x="5706050" y="4291396"/>
                  <a:pt x="5695706" y="4300757"/>
                </a:cubicBezTo>
                <a:cubicBezTo>
                  <a:pt x="5685363" y="4310118"/>
                  <a:pt x="5676900" y="4329447"/>
                  <a:pt x="5676900" y="4343709"/>
                </a:cubicBezTo>
                <a:cubicBezTo>
                  <a:pt x="5676900" y="4357972"/>
                  <a:pt x="5670470" y="4374978"/>
                  <a:pt x="5662612" y="4381500"/>
                </a:cubicBezTo>
                <a:cubicBezTo>
                  <a:pt x="5646814" y="4394611"/>
                  <a:pt x="5643270" y="4419600"/>
                  <a:pt x="5657208" y="4419600"/>
                </a:cubicBezTo>
                <a:cubicBezTo>
                  <a:pt x="5662093" y="4419600"/>
                  <a:pt x="5668989" y="4410467"/>
                  <a:pt x="5672532" y="4399306"/>
                </a:cubicBezTo>
                <a:close/>
                <a:moveTo>
                  <a:pt x="5820829" y="3237749"/>
                </a:moveTo>
                <a:cubicBezTo>
                  <a:pt x="5854882" y="3213501"/>
                  <a:pt x="5881560" y="3166289"/>
                  <a:pt x="5866476" y="3156966"/>
                </a:cubicBezTo>
                <a:cubicBezTo>
                  <a:pt x="5854549" y="3149595"/>
                  <a:pt x="5772150" y="3226711"/>
                  <a:pt x="5772150" y="3245245"/>
                </a:cubicBezTo>
                <a:cubicBezTo>
                  <a:pt x="5772150" y="3263006"/>
                  <a:pt x="5789003" y="3260410"/>
                  <a:pt x="5820829" y="3237749"/>
                </a:cubicBezTo>
                <a:close/>
              </a:path>
            </a:pathLst>
          </a:custGeom>
          <a:solidFill>
            <a:srgbClr val="7A1732"/>
          </a:solidFill>
          <a:ln>
            <a:noFill/>
          </a:ln>
        </p:spPr>
      </p:sp>
      <p:pic>
        <p:nvPicPr>
          <p:cNvPr id="4" name="round paper" descr="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4381500"/>
            <a:ext cx="6477000" cy="6477000"/>
          </a:xfrm>
          <a:prstGeom prst="rect">
            <a:avLst/>
          </a:prstGeom>
        </p:spPr>
      </p:pic>
      <p:sp>
        <p:nvSpPr>
          <p:cNvPr id="5" name="PHOTO: Your product"/>
          <p:cNvSpPr/>
          <p:nvPr/>
        </p:nvSpPr>
        <p:spPr>
          <a:xfrm rot="0">
            <a:off x="2476500" y="4953000"/>
            <a:ext cx="5334000" cy="5334000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pic>
        <p:nvPicPr>
          <p:cNvPr id="6" name="review card" descr="0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40000">
            <a:off x="-114300" y="1019175"/>
            <a:ext cx="5753100" cy="3676650"/>
          </a:xfrm>
          <a:prstGeom prst="rect">
            <a:avLst/>
          </a:prstGeom>
        </p:spPr>
      </p:pic>
      <p:sp>
        <p:nvSpPr>
          <p:cNvPr id="7" name="TEXT: [review two]"/>
          <p:cNvSpPr/>
          <p:nvPr/>
        </p:nvSpPr>
        <p:spPr>
          <a:xfrm rot="240000">
            <a:off x="1394976" y="3141904"/>
            <a:ext cx="2657475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4013" rIns="104013" tIns="44577" bIns="44577"/>
          <a:lstStyle/>
          <a:p>
            <a:pPr algn="l">
              <a:lnSpc>
                <a:spcPts val="3568"/>
              </a:lnSpc>
            </a:pPr>
            <a:r>
              <a:rPr b="1" sz="2925">
                <a:solidFill>
                  <a:srgbClr val="181716"/>
                </a:solidFill>
                <a:latin typeface="Montserrat"/>
              </a:rPr>
              <a:t>[review two]</a:t>
            </a:r>
          </a:p>
        </p:txBody>
      </p:sp>
      <p:pic>
        <p:nvPicPr>
          <p:cNvPr id="8" name="review card" descr="0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300000">
            <a:off x="4743450" y="2638425"/>
            <a:ext cx="5753100" cy="3676650"/>
          </a:xfrm>
          <a:prstGeom prst="rect">
            <a:avLst/>
          </a:prstGeom>
        </p:spPr>
      </p:pic>
      <p:sp>
        <p:nvSpPr>
          <p:cNvPr id="9" name="TEXT: [review three]"/>
          <p:cNvSpPr/>
          <p:nvPr/>
        </p:nvSpPr>
        <p:spPr>
          <a:xfrm rot="21300000">
            <a:off x="6201299" y="4760398"/>
            <a:ext cx="2933700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4013" rIns="104013" tIns="44577" bIns="44577"/>
          <a:lstStyle/>
          <a:p>
            <a:pPr algn="l">
              <a:lnSpc>
                <a:spcPts val="3568"/>
              </a:lnSpc>
            </a:pPr>
            <a:r>
              <a:rPr b="1" sz="2925">
                <a:solidFill>
                  <a:srgbClr val="181716"/>
                </a:solidFill>
                <a:latin typeface="Montserrat"/>
              </a:rPr>
              <a:t>[review three]</a:t>
            </a:r>
          </a:p>
        </p:txBody>
      </p:sp>
      <p:pic>
        <p:nvPicPr>
          <p:cNvPr id="10" name="review card" descr="0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80000">
            <a:off x="266700" y="9877425"/>
            <a:ext cx="5753100" cy="3676650"/>
          </a:xfrm>
          <a:prstGeom prst="rect">
            <a:avLst/>
          </a:prstGeom>
        </p:spPr>
      </p:pic>
      <p:sp>
        <p:nvSpPr>
          <p:cNvPr id="11" name="TEXT: [review four]"/>
          <p:cNvSpPr/>
          <p:nvPr/>
        </p:nvSpPr>
        <p:spPr>
          <a:xfrm rot="180000">
            <a:off x="1766550" y="12000743"/>
            <a:ext cx="2695575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4013" rIns="104013" tIns="44577" bIns="44577"/>
          <a:lstStyle/>
          <a:p>
            <a:pPr algn="l">
              <a:lnSpc>
                <a:spcPts val="3568"/>
              </a:lnSpc>
            </a:pPr>
            <a:r>
              <a:rPr b="1" sz="2925">
                <a:solidFill>
                  <a:srgbClr val="181716"/>
                </a:solidFill>
                <a:latin typeface="Montserrat"/>
              </a:rPr>
              <a:t>[review four]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TEXT: [200]"/>
          <p:cNvSpPr/>
          <p:nvPr/>
        </p:nvSpPr>
        <p:spPr>
          <a:xfrm rot="180000">
            <a:off x="3309938" y="2309812"/>
            <a:ext cx="3667125" cy="16668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rIns="320040" tIns="137160" bIns="137160"/>
          <a:lstStyle/>
          <a:p>
            <a:pPr algn="ctr">
              <a:lnSpc>
                <a:spcPts val="10980"/>
              </a:lnSpc>
            </a:pPr>
            <a:r>
              <a:rPr b="1" sz="9000">
                <a:solidFill>
                  <a:srgbClr val="181716"/>
                </a:solidFill>
                <a:latin typeface="Montserrat"/>
              </a:rPr>
              <a:t>[200]</a:t>
            </a:r>
          </a:p>
        </p:txBody>
      </p:sp>
      <p:sp>
        <p:nvSpPr>
          <p:cNvPr id="4" name="LETTERING: happy buyers"/>
          <p:cNvSpPr txBox="1"/>
          <p:nvPr/>
        </p:nvSpPr>
        <p:spPr>
          <a:xfrm>
            <a:off x="1257300" y="4210050"/>
            <a:ext cx="7772400" cy="14859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750" i="0">
                <a:solidFill>
                  <a:srgbClr val="7A1732"/>
                </a:solidFill>
                <a:latin typeface="DM Serif Display"/>
              </a:rPr>
              <a:t>happy </a:t>
            </a:r>
            <a:r>
              <a:rPr sz="9750" i="1">
                <a:solidFill>
                  <a:srgbClr val="7A1732"/>
                </a:solidFill>
                <a:latin typeface="DM Serif Display"/>
              </a:rPr>
              <a:t>buyers</a:t>
            </a:r>
          </a:p>
        </p:txBody>
      </p:sp>
      <p:pic>
        <p:nvPicPr>
          <p:cNvPr id="5" name="trophy" descr="0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0350" y="6105525"/>
            <a:ext cx="4686300" cy="6838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photo border" descr="0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0000">
            <a:off x="857250" y="2476500"/>
            <a:ext cx="8572500" cy="10287000"/>
          </a:xfrm>
          <a:prstGeom prst="rect">
            <a:avLst/>
          </a:prstGeom>
        </p:spPr>
      </p:pic>
      <p:sp>
        <p:nvSpPr>
          <p:cNvPr id="4" name="PHOTO: In use"/>
          <p:cNvSpPr/>
          <p:nvPr/>
        </p:nvSpPr>
        <p:spPr>
          <a:xfrm rot="180000">
            <a:off x="1428750" y="3048000"/>
            <a:ext cx="7429500" cy="91440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pic>
        <p:nvPicPr>
          <p:cNvPr id="5" name="gold star" descr="0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2195512"/>
            <a:ext cx="2171700" cy="2085975"/>
          </a:xfrm>
          <a:prstGeom prst="rect">
            <a:avLst/>
          </a:prstGeom>
        </p:spPr>
      </p:pic>
      <p:pic>
        <p:nvPicPr>
          <p:cNvPr id="6" name="gold star" descr="00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2375" y="10958512"/>
            <a:ext cx="2000250" cy="1895475"/>
          </a:xfrm>
          <a:prstGeom prst="rect">
            <a:avLst/>
          </a:prstGeom>
        </p:spPr>
      </p:pic>
      <p:sp>
        <p:nvSpPr>
          <p:cNvPr id="7" name="TEXT: [what they love most]"/>
          <p:cNvSpPr/>
          <p:nvPr/>
        </p:nvSpPr>
        <p:spPr>
          <a:xfrm rot="21480000">
            <a:off x="1138238" y="12468225"/>
            <a:ext cx="8010525" cy="9715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6690" rIns="186690" tIns="80010" bIns="80010"/>
          <a:lstStyle/>
          <a:p>
            <a:pPr algn="ctr">
              <a:lnSpc>
                <a:spcPts val="6405"/>
              </a:lnSpc>
            </a:pPr>
            <a:r>
              <a:rPr b="1" sz="5250">
                <a:solidFill>
                  <a:srgbClr val="181716"/>
                </a:solidFill>
                <a:latin typeface="Montserrat"/>
              </a:rPr>
              <a:t>[what they love most]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photo border" descr="0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20000">
            <a:off x="1905000" y="5619750"/>
            <a:ext cx="6477000" cy="7810500"/>
          </a:xfrm>
          <a:prstGeom prst="rect">
            <a:avLst/>
          </a:prstGeom>
        </p:spPr>
      </p:pic>
      <p:sp>
        <p:nvSpPr>
          <p:cNvPr id="4" name="PHOTO: Your product"/>
          <p:cNvSpPr/>
          <p:nvPr/>
        </p:nvSpPr>
        <p:spPr>
          <a:xfrm rot="-180000">
            <a:off x="2476500" y="6191250"/>
            <a:ext cx="5334000" cy="66675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5" name="TEXT: see why"/>
          <p:cNvSpPr/>
          <p:nvPr/>
        </p:nvSpPr>
        <p:spPr>
          <a:xfrm rot="120000">
            <a:off x="3457575" y="1390650"/>
            <a:ext cx="3371850" cy="1028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97358" rIns="197358" tIns="84582" bIns="84582"/>
          <a:lstStyle/>
          <a:p>
            <a:pPr algn="ctr">
              <a:lnSpc>
                <a:spcPts val="6771"/>
              </a:lnSpc>
            </a:pPr>
            <a:r>
              <a:rPr b="1" sz="5550">
                <a:solidFill>
                  <a:srgbClr val="181716"/>
                </a:solidFill>
                <a:latin typeface="Montserrat"/>
              </a:rPr>
              <a:t>see why</a:t>
            </a:r>
          </a:p>
        </p:txBody>
      </p:sp>
      <p:sp>
        <p:nvSpPr>
          <p:cNvPr id="6" name="LETTERING: Comment"/>
          <p:cNvSpPr txBox="1"/>
          <p:nvPr/>
        </p:nvSpPr>
        <p:spPr>
          <a:xfrm>
            <a:off x="633412" y="2190750"/>
            <a:ext cx="9020175" cy="2286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0" i="0">
                <a:solidFill>
                  <a:srgbClr val="FFFFFF"/>
                </a:solidFill>
                <a:latin typeface="DM Serif Display"/>
              </a:rPr>
              <a:t>Comment</a:t>
            </a:r>
          </a:p>
        </p:txBody>
      </p:sp>
      <p:sp>
        <p:nvSpPr>
          <p:cNvPr id="7" name="TEXT: &quot;[KEYWORD]&quot;"/>
          <p:cNvSpPr/>
          <p:nvPr/>
        </p:nvSpPr>
        <p:spPr>
          <a:xfrm rot="21480000">
            <a:off x="2152650" y="4352925"/>
            <a:ext cx="5981700" cy="1200150"/>
          </a:xfrm>
          <a:prstGeom prst="roundRect">
            <a:avLst>
              <a:gd name="adj" fmla="val 50000"/>
            </a:avLst>
          </a:prstGeom>
          <a:solidFill>
            <a:srgbClr val="7A17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98145" rIns="398145" tIns="159258" bIns="159258"/>
          <a:lstStyle/>
          <a:p>
            <a:pPr algn="ctr">
              <a:lnSpc>
                <a:spcPts val="6953"/>
              </a:lnSpc>
            </a:pPr>
            <a:r>
              <a:rPr b="1" sz="5700">
                <a:solidFill>
                  <a:srgbClr val="FFFFFF"/>
                </a:solidFill>
                <a:latin typeface="Montserrat"/>
              </a:rPr>
              <a:t>"[KEYWORD]"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