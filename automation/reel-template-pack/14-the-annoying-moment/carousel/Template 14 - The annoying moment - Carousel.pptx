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028700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1. Hook. Swap in a photo of the annoying moment (it shows in black and white). Edit the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2. Second hook: Instagram often shows a carousel starting on slide 2, so this one works as a cover on its own. No photo needed. Edit both [bracket]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3. Swap in the annoying moment for the TV screen (black and white).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4. The fix: swap in a photo of your product doing its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5. Swap in the fix for the TV screen (in colour). Edit the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6. The fix in use: swap in its photo. Edit the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7. Swap in a photo of your product. Type its name and your keyword. Caption to start from (CTA in the first two sentences, 3 hashtags): Comment [KEYWORD] and I will send you [the link]. [One line of real context: who it helps or how you use it.] #[tag] #[tag] #[tag]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Relationship Id="rId4" Type="http://schemas.openxmlformats.org/officeDocument/2006/relationships/image" Target="../media/image9.jp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Relationship Id="rId4" Type="http://schemas.openxmlformats.org/officeDocument/2006/relationships/image" Target="../media/image9.jp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png"/><Relationship Id="rId4" Type="http://schemas.openxmlformats.org/officeDocument/2006/relationships/image" Target="../media/image13.jp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png"/><Relationship Id="rId4" Type="http://schemas.openxmlformats.org/officeDocument/2006/relationships/image" Target="../media/image15.jpg"/><Relationship Id="rId5" Type="http://schemas.openxmlformats.org/officeDocument/2006/relationships/image" Target="../media/image6.png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PHOTO: The annoying moment (fills the page)"/>
          <p:cNvSpPr/>
          <p:nvPr/>
        </p:nvSpPr>
        <p:spPr>
          <a:xfrm rot="0">
            <a:off x="0" y="0"/>
            <a:ext cx="10287000" cy="137160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4" name="TEXT: [when your cord tangles]"/>
          <p:cNvSpPr/>
          <p:nvPr/>
        </p:nvSpPr>
        <p:spPr>
          <a:xfrm rot="120000">
            <a:off x="1123950" y="2047875"/>
            <a:ext cx="8039100" cy="857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5354" rIns="165354" tIns="70866" bIns="70866"/>
          <a:lstStyle/>
          <a:p>
            <a:pPr algn="ctr">
              <a:lnSpc>
                <a:spcPts val="5673"/>
              </a:lnSpc>
            </a:pPr>
            <a:r>
              <a:rPr b="1" sz="4650">
                <a:solidFill>
                  <a:srgbClr val="181716"/>
                </a:solidFill>
                <a:latin typeface="Montserrat"/>
              </a:rPr>
              <a:t>[when your cord tangles]</a:t>
            </a:r>
          </a:p>
        </p:txBody>
      </p:sp>
      <p:sp>
        <p:nvSpPr>
          <p:cNvPr id="5" name="LETTERING: again."/>
          <p:cNvSpPr txBox="1"/>
          <p:nvPr/>
        </p:nvSpPr>
        <p:spPr>
          <a:xfrm rot="180000">
            <a:off x="1414462" y="9048750"/>
            <a:ext cx="7458075" cy="28575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750" i="0">
                <a:solidFill>
                  <a:srgbClr val="7A1732"/>
                </a:solidFill>
                <a:latin typeface="DM Serif Display"/>
              </a:rPr>
              <a:t>again.</a:t>
            </a:r>
          </a:p>
        </p:txBody>
      </p:sp>
      <p:sp>
        <p:nvSpPr>
          <p:cNvPr id="6" name="GUIDE (delete)"/>
          <p:cNvSpPr/>
          <p:nvPr/>
        </p:nvSpPr>
        <p:spPr>
          <a:xfrm>
            <a:off x="2371725" y="13063538"/>
            <a:ext cx="5543550" cy="3524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9342" rIns="69342" tIns="29718" bIns="29718"/>
          <a:lstStyle/>
          <a:p>
            <a:pPr algn="ctr">
              <a:lnSpc>
                <a:spcPts val="2379"/>
              </a:lnSpc>
            </a:pPr>
            <a:r>
              <a:rPr b="1" sz="1950">
                <a:solidFill>
                  <a:srgbClr val="FFFFFF"/>
                </a:solidFill>
                <a:latin typeface="Montserrat"/>
              </a:rPr>
              <a:t>Photo: click it, then Replace. Filters &gt; B&amp;W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paper ball" descr="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00000">
            <a:off x="752475" y="5900738"/>
            <a:ext cx="4210050" cy="3819525"/>
          </a:xfrm>
          <a:prstGeom prst="rect">
            <a:avLst/>
          </a:prstGeom>
        </p:spPr>
      </p:pic>
      <p:sp>
        <p:nvSpPr>
          <p:cNvPr id="4" name="paper ball pattern"/>
          <p:cNvSpPr/>
          <p:nvPr/>
        </p:nvSpPr>
        <p:spPr>
          <a:xfrm rot="600000">
            <a:off x="752475" y="5900737"/>
            <a:ext cx="4210050" cy="3819525"/>
          </a:xfrm>
          <a:custGeom>
            <a:avLst/>
            <a:gdLst/>
            <a:ahLst/>
            <a:cxnLst/>
            <a:rect l="0" t="0" r="r" b="b"/>
            <a:pathLst>
              <a:path w="4210050" h="3819525">
                <a:moveTo>
                  <a:pt x="2076450" y="3260176"/>
                </a:moveTo>
                <a:cubicBezTo>
                  <a:pt x="1892363" y="3254186"/>
                  <a:pt x="1968523" y="3232026"/>
                  <a:pt x="2180128" y="3230008"/>
                </a:cubicBezTo>
                <a:lnTo>
                  <a:pt x="2288569" y="3228975"/>
                </a:lnTo>
                <a:lnTo>
                  <a:pt x="2264350" y="3248025"/>
                </a:lnTo>
                <a:cubicBezTo>
                  <a:pt x="2248136" y="3260779"/>
                  <a:pt x="2228037" y="3266421"/>
                  <a:pt x="2203535" y="3265098"/>
                </a:cubicBezTo>
                <a:cubicBezTo>
                  <a:pt x="2183406" y="3264010"/>
                  <a:pt x="2126218" y="3261796"/>
                  <a:pt x="2076450" y="3260176"/>
                </a:cubicBezTo>
                <a:close/>
                <a:moveTo>
                  <a:pt x="1309687" y="3081348"/>
                </a:moveTo>
                <a:cubicBezTo>
                  <a:pt x="1278255" y="3058140"/>
                  <a:pt x="1227561" y="3021470"/>
                  <a:pt x="1197034" y="2999860"/>
                </a:cubicBezTo>
                <a:cubicBezTo>
                  <a:pt x="1166508" y="2978249"/>
                  <a:pt x="1143216" y="2958883"/>
                  <a:pt x="1145274" y="2956825"/>
                </a:cubicBezTo>
                <a:cubicBezTo>
                  <a:pt x="1164308" y="2937791"/>
                  <a:pt x="1831683" y="2923515"/>
                  <a:pt x="2181225" y="2934664"/>
                </a:cubicBezTo>
                <a:cubicBezTo>
                  <a:pt x="2246709" y="2936753"/>
                  <a:pt x="2409296" y="2935393"/>
                  <a:pt x="2542530" y="2931641"/>
                </a:cubicBezTo>
                <a:lnTo>
                  <a:pt x="2784773" y="2924821"/>
                </a:lnTo>
                <a:lnTo>
                  <a:pt x="2733411" y="2976829"/>
                </a:lnTo>
                <a:cubicBezTo>
                  <a:pt x="2686683" y="3024144"/>
                  <a:pt x="2573578" y="3086100"/>
                  <a:pt x="2533926" y="3086100"/>
                </a:cubicBezTo>
                <a:cubicBezTo>
                  <a:pt x="2528111" y="3086100"/>
                  <a:pt x="2511739" y="3094137"/>
                  <a:pt x="2497545" y="3103960"/>
                </a:cubicBezTo>
                <a:cubicBezTo>
                  <a:pt x="2473861" y="3120352"/>
                  <a:pt x="2462724" y="3121052"/>
                  <a:pt x="2362200" y="3112467"/>
                </a:cubicBezTo>
                <a:cubicBezTo>
                  <a:pt x="2289274" y="3106240"/>
                  <a:pt x="2220245" y="3106349"/>
                  <a:pt x="2155677" y="3112794"/>
                </a:cubicBezTo>
                <a:cubicBezTo>
                  <a:pt x="2044606" y="3123880"/>
                  <a:pt x="1898166" y="3119241"/>
                  <a:pt x="1879870" y="3104056"/>
                </a:cubicBezTo>
                <a:cubicBezTo>
                  <a:pt x="1873042" y="3098390"/>
                  <a:pt x="1862190" y="3079190"/>
                  <a:pt x="1855753" y="3061391"/>
                </a:cubicBezTo>
                <a:cubicBezTo>
                  <a:pt x="1835444" y="3005225"/>
                  <a:pt x="1767355" y="3009107"/>
                  <a:pt x="1747657" y="3067553"/>
                </a:cubicBezTo>
                <a:lnTo>
                  <a:pt x="1736591" y="3100387"/>
                </a:lnTo>
                <a:lnTo>
                  <a:pt x="1618389" y="3101403"/>
                </a:lnTo>
                <a:cubicBezTo>
                  <a:pt x="1553378" y="3101961"/>
                  <a:pt x="1488121" y="3107319"/>
                  <a:pt x="1473373" y="3113309"/>
                </a:cubicBezTo>
                <a:cubicBezTo>
                  <a:pt x="1417804" y="3135879"/>
                  <a:pt x="1371223" y="3126783"/>
                  <a:pt x="1309687" y="3081348"/>
                </a:cubicBezTo>
                <a:close/>
                <a:moveTo>
                  <a:pt x="1033462" y="2815696"/>
                </a:moveTo>
                <a:cubicBezTo>
                  <a:pt x="973938" y="2789693"/>
                  <a:pt x="879567" y="2679607"/>
                  <a:pt x="899614" y="2659560"/>
                </a:cubicBezTo>
                <a:cubicBezTo>
                  <a:pt x="903232" y="2655942"/>
                  <a:pt x="971261" y="2650145"/>
                  <a:pt x="1050790" y="2646677"/>
                </a:cubicBezTo>
                <a:cubicBezTo>
                  <a:pt x="1130318" y="2643210"/>
                  <a:pt x="1244679" y="2635192"/>
                  <a:pt x="1304925" y="2628859"/>
                </a:cubicBezTo>
                <a:cubicBezTo>
                  <a:pt x="1465300" y="2612000"/>
                  <a:pt x="2445577" y="2615687"/>
                  <a:pt x="2528887" y="2633462"/>
                </a:cubicBezTo>
                <a:cubicBezTo>
                  <a:pt x="2544603" y="2636815"/>
                  <a:pt x="2613183" y="2643331"/>
                  <a:pt x="2681287" y="2647942"/>
                </a:cubicBezTo>
                <a:cubicBezTo>
                  <a:pt x="2792826" y="2655493"/>
                  <a:pt x="2847975" y="2663561"/>
                  <a:pt x="2847975" y="2672328"/>
                </a:cubicBezTo>
                <a:cubicBezTo>
                  <a:pt x="2847974" y="2674037"/>
                  <a:pt x="2839122" y="2690440"/>
                  <a:pt x="2828301" y="2708779"/>
                </a:cubicBezTo>
                <a:cubicBezTo>
                  <a:pt x="2812928" y="2734836"/>
                  <a:pt x="2810846" y="2746267"/>
                  <a:pt x="2818776" y="2761085"/>
                </a:cubicBezTo>
                <a:cubicBezTo>
                  <a:pt x="2837381" y="2795848"/>
                  <a:pt x="2831161" y="2817395"/>
                  <a:pt x="2800582" y="2824111"/>
                </a:cubicBezTo>
                <a:cubicBezTo>
                  <a:pt x="2784993" y="2827535"/>
                  <a:pt x="2768384" y="2827953"/>
                  <a:pt x="2763671" y="2825041"/>
                </a:cubicBezTo>
                <a:cubicBezTo>
                  <a:pt x="2743907" y="2812826"/>
                  <a:pt x="2650438" y="2808270"/>
                  <a:pt x="2462212" y="2810349"/>
                </a:cubicBezTo>
                <a:cubicBezTo>
                  <a:pt x="2011294" y="2815329"/>
                  <a:pt x="1668285" y="2808456"/>
                  <a:pt x="1659388" y="2794262"/>
                </a:cubicBezTo>
                <a:cubicBezTo>
                  <a:pt x="1643586" y="2769053"/>
                  <a:pt x="1439690" y="2773381"/>
                  <a:pt x="1276350" y="2802392"/>
                </a:cubicBezTo>
                <a:cubicBezTo>
                  <a:pt x="1242298" y="2808440"/>
                  <a:pt x="1185512" y="2812995"/>
                  <a:pt x="1150160" y="2812514"/>
                </a:cubicBezTo>
                <a:cubicBezTo>
                  <a:pt x="1114808" y="2812033"/>
                  <a:pt x="1083479" y="2815528"/>
                  <a:pt x="1080542" y="2820282"/>
                </a:cubicBezTo>
                <a:cubicBezTo>
                  <a:pt x="1073681" y="2831382"/>
                  <a:pt x="1068132" y="2830841"/>
                  <a:pt x="1033462" y="2815696"/>
                </a:cubicBezTo>
                <a:close/>
                <a:moveTo>
                  <a:pt x="1304925" y="2810432"/>
                </a:moveTo>
                <a:cubicBezTo>
                  <a:pt x="1332565" y="2800933"/>
                  <a:pt x="1453904" y="2797420"/>
                  <a:pt x="1444946" y="2806378"/>
                </a:cubicBezTo>
                <a:cubicBezTo>
                  <a:pt x="1441630" y="2809694"/>
                  <a:pt x="1403411" y="2813804"/>
                  <a:pt x="1360014" y="2815511"/>
                </a:cubicBezTo>
                <a:cubicBezTo>
                  <a:pt x="1307535" y="2817576"/>
                  <a:pt x="1289086" y="2815875"/>
                  <a:pt x="1304925" y="2810432"/>
                </a:cubicBezTo>
                <a:close/>
                <a:moveTo>
                  <a:pt x="2747962" y="2528771"/>
                </a:moveTo>
                <a:cubicBezTo>
                  <a:pt x="2367100" y="2492046"/>
                  <a:pt x="2092279" y="2483780"/>
                  <a:pt x="1921621" y="2503915"/>
                </a:cubicBezTo>
                <a:cubicBezTo>
                  <a:pt x="1868490" y="2510184"/>
                  <a:pt x="1810849" y="2510632"/>
                  <a:pt x="1762774" y="2505149"/>
                </a:cubicBezTo>
                <a:cubicBezTo>
                  <a:pt x="1667328" y="2494263"/>
                  <a:pt x="1574063" y="2494486"/>
                  <a:pt x="1300162" y="2506255"/>
                </a:cubicBezTo>
                <a:cubicBezTo>
                  <a:pt x="1179671" y="2511433"/>
                  <a:pt x="996393" y="2517744"/>
                  <a:pt x="892878" y="2520280"/>
                </a:cubicBezTo>
                <a:lnTo>
                  <a:pt x="704669" y="2524891"/>
                </a:lnTo>
                <a:lnTo>
                  <a:pt x="693632" y="2498314"/>
                </a:lnTo>
                <a:cubicBezTo>
                  <a:pt x="687562" y="2483697"/>
                  <a:pt x="680691" y="2437894"/>
                  <a:pt x="678363" y="2396530"/>
                </a:cubicBezTo>
                <a:lnTo>
                  <a:pt x="674131" y="2321322"/>
                </a:lnTo>
                <a:lnTo>
                  <a:pt x="715684" y="2328002"/>
                </a:lnTo>
                <a:cubicBezTo>
                  <a:pt x="738538" y="2331676"/>
                  <a:pt x="815101" y="2333979"/>
                  <a:pt x="885825" y="2333119"/>
                </a:cubicBezTo>
                <a:cubicBezTo>
                  <a:pt x="1108725" y="2330408"/>
                  <a:pt x="1315999" y="2335775"/>
                  <a:pt x="1405933" y="2346586"/>
                </a:cubicBezTo>
                <a:cubicBezTo>
                  <a:pt x="1431579" y="2349669"/>
                  <a:pt x="1486769" y="2354801"/>
                  <a:pt x="1528577" y="2357991"/>
                </a:cubicBezTo>
                <a:cubicBezTo>
                  <a:pt x="1570386" y="2361181"/>
                  <a:pt x="1607524" y="2365602"/>
                  <a:pt x="1611108" y="2367817"/>
                </a:cubicBezTo>
                <a:cubicBezTo>
                  <a:pt x="1614691" y="2370031"/>
                  <a:pt x="1619060" y="2367719"/>
                  <a:pt x="1620817" y="2362678"/>
                </a:cubicBezTo>
                <a:cubicBezTo>
                  <a:pt x="1622627" y="2357486"/>
                  <a:pt x="1683876" y="2352772"/>
                  <a:pt x="1762125" y="2351803"/>
                </a:cubicBezTo>
                <a:cubicBezTo>
                  <a:pt x="1838086" y="2350861"/>
                  <a:pt x="1953233" y="2344878"/>
                  <a:pt x="2018006" y="2338507"/>
                </a:cubicBezTo>
                <a:cubicBezTo>
                  <a:pt x="2130555" y="2327436"/>
                  <a:pt x="2424122" y="2327752"/>
                  <a:pt x="2514600" y="2339041"/>
                </a:cubicBezTo>
                <a:cubicBezTo>
                  <a:pt x="2549897" y="2343446"/>
                  <a:pt x="2875751" y="2355310"/>
                  <a:pt x="2949753" y="2354886"/>
                </a:cubicBezTo>
                <a:cubicBezTo>
                  <a:pt x="2972674" y="2354754"/>
                  <a:pt x="2995402" y="2399189"/>
                  <a:pt x="3005858" y="2464575"/>
                </a:cubicBezTo>
                <a:cubicBezTo>
                  <a:pt x="3017721" y="2538760"/>
                  <a:pt x="2971327" y="2550309"/>
                  <a:pt x="2747962" y="2528771"/>
                </a:cubicBezTo>
                <a:close/>
                <a:moveTo>
                  <a:pt x="663851" y="2220730"/>
                </a:moveTo>
                <a:cubicBezTo>
                  <a:pt x="648788" y="2214788"/>
                  <a:pt x="590550" y="2068898"/>
                  <a:pt x="590550" y="2037108"/>
                </a:cubicBezTo>
                <a:cubicBezTo>
                  <a:pt x="590550" y="2027244"/>
                  <a:pt x="596349" y="2027643"/>
                  <a:pt x="752475" y="2048234"/>
                </a:cubicBezTo>
                <a:cubicBezTo>
                  <a:pt x="791765" y="2053415"/>
                  <a:pt x="856059" y="2056766"/>
                  <a:pt x="895350" y="2055679"/>
                </a:cubicBezTo>
                <a:cubicBezTo>
                  <a:pt x="934640" y="2054592"/>
                  <a:pt x="1069657" y="2054559"/>
                  <a:pt x="1195387" y="2055607"/>
                </a:cubicBezTo>
                <a:cubicBezTo>
                  <a:pt x="1321117" y="2056654"/>
                  <a:pt x="1524714" y="2054744"/>
                  <a:pt x="1647825" y="2051363"/>
                </a:cubicBezTo>
                <a:cubicBezTo>
                  <a:pt x="1933676" y="2043512"/>
                  <a:pt x="1904220" y="2043450"/>
                  <a:pt x="2143125" y="2052406"/>
                </a:cubicBezTo>
                <a:cubicBezTo>
                  <a:pt x="2498483" y="2065726"/>
                  <a:pt x="2747927" y="2062598"/>
                  <a:pt x="2944485" y="2042356"/>
                </a:cubicBezTo>
                <a:lnTo>
                  <a:pt x="2998133" y="2036831"/>
                </a:lnTo>
                <a:lnTo>
                  <a:pt x="2996730" y="2118219"/>
                </a:lnTo>
                <a:cubicBezTo>
                  <a:pt x="2995835" y="2170113"/>
                  <a:pt x="2990891" y="2204043"/>
                  <a:pt x="2983086" y="2211847"/>
                </a:cubicBezTo>
                <a:cubicBezTo>
                  <a:pt x="2973491" y="2221441"/>
                  <a:pt x="2905572" y="2223393"/>
                  <a:pt x="2668903" y="2220878"/>
                </a:cubicBezTo>
                <a:cubicBezTo>
                  <a:pt x="2189598" y="2215784"/>
                  <a:pt x="1796915" y="2215415"/>
                  <a:pt x="1652587" y="2219922"/>
                </a:cubicBezTo>
                <a:cubicBezTo>
                  <a:pt x="1579245" y="2222213"/>
                  <a:pt x="1424545" y="2218623"/>
                  <a:pt x="1308811" y="2211945"/>
                </a:cubicBezTo>
                <a:cubicBezTo>
                  <a:pt x="1126009" y="2201398"/>
                  <a:pt x="1085691" y="2201710"/>
                  <a:pt x="1001692" y="2214327"/>
                </a:cubicBezTo>
                <a:cubicBezTo>
                  <a:pt x="903317" y="2229102"/>
                  <a:pt x="695076" y="2233049"/>
                  <a:pt x="663851" y="2220730"/>
                </a:cubicBezTo>
                <a:close/>
                <a:moveTo>
                  <a:pt x="1346713" y="1934090"/>
                </a:moveTo>
                <a:cubicBezTo>
                  <a:pt x="1343810" y="1931187"/>
                  <a:pt x="1227134" y="1928278"/>
                  <a:pt x="1087435" y="1927626"/>
                </a:cubicBezTo>
                <a:cubicBezTo>
                  <a:pt x="947736" y="1926974"/>
                  <a:pt x="772358" y="1923159"/>
                  <a:pt x="697706" y="1919150"/>
                </a:cubicBezTo>
                <a:lnTo>
                  <a:pt x="561975" y="1911860"/>
                </a:lnTo>
                <a:lnTo>
                  <a:pt x="561975" y="1866897"/>
                </a:lnTo>
                <a:cubicBezTo>
                  <a:pt x="561975" y="1842167"/>
                  <a:pt x="564783" y="1801446"/>
                  <a:pt x="568215" y="1776407"/>
                </a:cubicBezTo>
                <a:lnTo>
                  <a:pt x="574455" y="1730880"/>
                </a:lnTo>
                <a:lnTo>
                  <a:pt x="746808" y="1737849"/>
                </a:lnTo>
                <a:cubicBezTo>
                  <a:pt x="986172" y="1747528"/>
                  <a:pt x="1010720" y="1747849"/>
                  <a:pt x="1123950" y="1742785"/>
                </a:cubicBezTo>
                <a:cubicBezTo>
                  <a:pt x="1256430" y="1736860"/>
                  <a:pt x="1533506" y="1744924"/>
                  <a:pt x="1527568" y="1754531"/>
                </a:cubicBezTo>
                <a:cubicBezTo>
                  <a:pt x="1520557" y="1765875"/>
                  <a:pt x="1537670" y="1763694"/>
                  <a:pt x="1549647" y="1751717"/>
                </a:cubicBezTo>
                <a:cubicBezTo>
                  <a:pt x="1557173" y="1744191"/>
                  <a:pt x="1565437" y="1744191"/>
                  <a:pt x="1579501" y="1751717"/>
                </a:cubicBezTo>
                <a:cubicBezTo>
                  <a:pt x="1603335" y="1764473"/>
                  <a:pt x="1612636" y="1765016"/>
                  <a:pt x="1605350" y="1753227"/>
                </a:cubicBezTo>
                <a:cubicBezTo>
                  <a:pt x="1602168" y="1748079"/>
                  <a:pt x="1625009" y="1744291"/>
                  <a:pt x="1659557" y="1744239"/>
                </a:cubicBezTo>
                <a:cubicBezTo>
                  <a:pt x="1692395" y="1744188"/>
                  <a:pt x="1744980" y="1742212"/>
                  <a:pt x="1776412" y="1739847"/>
                </a:cubicBezTo>
                <a:cubicBezTo>
                  <a:pt x="1807845" y="1737482"/>
                  <a:pt x="1857136" y="1739680"/>
                  <a:pt x="1885950" y="1744733"/>
                </a:cubicBezTo>
                <a:cubicBezTo>
                  <a:pt x="1981006" y="1761402"/>
                  <a:pt x="2041249" y="1764997"/>
                  <a:pt x="2034192" y="1753579"/>
                </a:cubicBezTo>
                <a:cubicBezTo>
                  <a:pt x="2025225" y="1739070"/>
                  <a:pt x="2043902" y="1737578"/>
                  <a:pt x="2119312" y="1746778"/>
                </a:cubicBezTo>
                <a:cubicBezTo>
                  <a:pt x="2194628" y="1755967"/>
                  <a:pt x="2379533" y="1754878"/>
                  <a:pt x="2541795" y="1744291"/>
                </a:cubicBezTo>
                <a:cubicBezTo>
                  <a:pt x="2660478" y="1736546"/>
                  <a:pt x="2724954" y="1736375"/>
                  <a:pt x="2770395" y="1743682"/>
                </a:cubicBezTo>
                <a:cubicBezTo>
                  <a:pt x="2805206" y="1749279"/>
                  <a:pt x="2865834" y="1751407"/>
                  <a:pt x="2905125" y="1748409"/>
                </a:cubicBezTo>
                <a:cubicBezTo>
                  <a:pt x="2944415" y="1745411"/>
                  <a:pt x="3006566" y="1740593"/>
                  <a:pt x="3043237" y="1737702"/>
                </a:cubicBezTo>
                <a:cubicBezTo>
                  <a:pt x="3189899" y="1726139"/>
                  <a:pt x="3275153" y="1726589"/>
                  <a:pt x="3343275" y="1739284"/>
                </a:cubicBezTo>
                <a:cubicBezTo>
                  <a:pt x="3382565" y="1746606"/>
                  <a:pt x="3425883" y="1752597"/>
                  <a:pt x="3439536" y="1752598"/>
                </a:cubicBezTo>
                <a:cubicBezTo>
                  <a:pt x="3463729" y="1752599"/>
                  <a:pt x="3464526" y="1754578"/>
                  <a:pt x="3470849" y="1830398"/>
                </a:cubicBezTo>
                <a:cubicBezTo>
                  <a:pt x="3474891" y="1878865"/>
                  <a:pt x="3473768" y="1910403"/>
                  <a:pt x="3467871" y="1914047"/>
                </a:cubicBezTo>
                <a:cubicBezTo>
                  <a:pt x="3462665" y="1917265"/>
                  <a:pt x="3412142" y="1916044"/>
                  <a:pt x="3355597" y="1911334"/>
                </a:cubicBezTo>
                <a:cubicBezTo>
                  <a:pt x="3287533" y="1905664"/>
                  <a:pt x="3187912" y="1906620"/>
                  <a:pt x="3060826" y="1914162"/>
                </a:cubicBezTo>
                <a:cubicBezTo>
                  <a:pt x="2955247" y="1920427"/>
                  <a:pt x="2788084" y="1925531"/>
                  <a:pt x="2689351" y="1925504"/>
                </a:cubicBezTo>
                <a:cubicBezTo>
                  <a:pt x="2326932" y="1925405"/>
                  <a:pt x="1573196" y="1931470"/>
                  <a:pt x="1464190" y="1935362"/>
                </a:cubicBezTo>
                <a:cubicBezTo>
                  <a:pt x="1402482" y="1937565"/>
                  <a:pt x="1349617" y="1936993"/>
                  <a:pt x="1346713" y="1934090"/>
                </a:cubicBezTo>
                <a:close/>
                <a:moveTo>
                  <a:pt x="1947867" y="1632356"/>
                </a:moveTo>
                <a:cubicBezTo>
                  <a:pt x="1959905" y="1623553"/>
                  <a:pt x="1929693" y="1620872"/>
                  <a:pt x="1807903" y="1619936"/>
                </a:cubicBezTo>
                <a:cubicBezTo>
                  <a:pt x="1722479" y="1619279"/>
                  <a:pt x="1562576" y="1616072"/>
                  <a:pt x="1452562" y="1612808"/>
                </a:cubicBezTo>
                <a:cubicBezTo>
                  <a:pt x="1244797" y="1606645"/>
                  <a:pt x="1064009" y="1606664"/>
                  <a:pt x="735806" y="1612885"/>
                </a:cubicBezTo>
                <a:cubicBezTo>
                  <a:pt x="510418" y="1617158"/>
                  <a:pt x="517517" y="1621693"/>
                  <a:pt x="588265" y="1518619"/>
                </a:cubicBezTo>
                <a:lnTo>
                  <a:pt x="633605" y="1452562"/>
                </a:lnTo>
                <a:lnTo>
                  <a:pt x="809721" y="1446362"/>
                </a:lnTo>
                <a:cubicBezTo>
                  <a:pt x="906585" y="1442952"/>
                  <a:pt x="1024413" y="1435578"/>
                  <a:pt x="1071562" y="1429975"/>
                </a:cubicBezTo>
                <a:cubicBezTo>
                  <a:pt x="1131791" y="1422818"/>
                  <a:pt x="1184030" y="1422753"/>
                  <a:pt x="1247204" y="1429757"/>
                </a:cubicBezTo>
                <a:cubicBezTo>
                  <a:pt x="1296659" y="1435239"/>
                  <a:pt x="1360953" y="1436980"/>
                  <a:pt x="1390079" y="1433626"/>
                </a:cubicBezTo>
                <a:cubicBezTo>
                  <a:pt x="1419206" y="1430271"/>
                  <a:pt x="1472816" y="1432306"/>
                  <a:pt x="1509214" y="1438147"/>
                </a:cubicBezTo>
                <a:cubicBezTo>
                  <a:pt x="1594853" y="1451890"/>
                  <a:pt x="1855244" y="1451765"/>
                  <a:pt x="1928812" y="1437945"/>
                </a:cubicBezTo>
                <a:cubicBezTo>
                  <a:pt x="1961346" y="1431834"/>
                  <a:pt x="2008527" y="1430086"/>
                  <a:pt x="2038350" y="1433888"/>
                </a:cubicBezTo>
                <a:cubicBezTo>
                  <a:pt x="2067163" y="1437561"/>
                  <a:pt x="2105739" y="1442009"/>
                  <a:pt x="2124075" y="1443772"/>
                </a:cubicBezTo>
                <a:cubicBezTo>
                  <a:pt x="2142410" y="1445535"/>
                  <a:pt x="2170612" y="1449363"/>
                  <a:pt x="2186746" y="1452278"/>
                </a:cubicBezTo>
                <a:cubicBezTo>
                  <a:pt x="2202880" y="1455194"/>
                  <a:pt x="2265030" y="1458181"/>
                  <a:pt x="2324858" y="1458917"/>
                </a:cubicBezTo>
                <a:cubicBezTo>
                  <a:pt x="2389775" y="1459715"/>
                  <a:pt x="2424035" y="1463121"/>
                  <a:pt x="2409825" y="1467365"/>
                </a:cubicBezTo>
                <a:cubicBezTo>
                  <a:pt x="2390236" y="1473214"/>
                  <a:pt x="2393292" y="1474644"/>
                  <a:pt x="2427055" y="1475425"/>
                </a:cubicBezTo>
                <a:cubicBezTo>
                  <a:pt x="2455654" y="1476087"/>
                  <a:pt x="2466053" y="1473065"/>
                  <a:pt x="2461353" y="1465460"/>
                </a:cubicBezTo>
                <a:cubicBezTo>
                  <a:pt x="2456524" y="1457646"/>
                  <a:pt x="2462452" y="1456593"/>
                  <a:pt x="2482223" y="1461753"/>
                </a:cubicBezTo>
                <a:cubicBezTo>
                  <a:pt x="2517085" y="1470852"/>
                  <a:pt x="2617418" y="1468813"/>
                  <a:pt x="2654224" y="1458257"/>
                </a:cubicBezTo>
                <a:cubicBezTo>
                  <a:pt x="2669608" y="1453845"/>
                  <a:pt x="2703422" y="1453511"/>
                  <a:pt x="2729366" y="1457515"/>
                </a:cubicBezTo>
                <a:cubicBezTo>
                  <a:pt x="2772718" y="1464206"/>
                  <a:pt x="2865770" y="1462198"/>
                  <a:pt x="2940208" y="1452964"/>
                </a:cubicBezTo>
                <a:cubicBezTo>
                  <a:pt x="2964883" y="1449904"/>
                  <a:pt x="2973536" y="1453950"/>
                  <a:pt x="2986685" y="1474695"/>
                </a:cubicBezTo>
                <a:cubicBezTo>
                  <a:pt x="2995570" y="1488716"/>
                  <a:pt x="3013086" y="1511225"/>
                  <a:pt x="3025608" y="1524717"/>
                </a:cubicBezTo>
                <a:cubicBezTo>
                  <a:pt x="3038130" y="1538208"/>
                  <a:pt x="3052156" y="1562429"/>
                  <a:pt x="3056777" y="1578541"/>
                </a:cubicBezTo>
                <a:cubicBezTo>
                  <a:pt x="3064754" y="1606356"/>
                  <a:pt x="3063661" y="1608069"/>
                  <a:pt x="3035158" y="1612418"/>
                </a:cubicBezTo>
                <a:cubicBezTo>
                  <a:pt x="3018646" y="1614938"/>
                  <a:pt x="2983706" y="1615047"/>
                  <a:pt x="2957512" y="1612661"/>
                </a:cubicBezTo>
                <a:cubicBezTo>
                  <a:pt x="2931318" y="1610275"/>
                  <a:pt x="2785586" y="1615531"/>
                  <a:pt x="2633662" y="1624340"/>
                </a:cubicBezTo>
                <a:cubicBezTo>
                  <a:pt x="2432448" y="1636007"/>
                  <a:pt x="2343211" y="1637725"/>
                  <a:pt x="2305050" y="1630665"/>
                </a:cubicBezTo>
                <a:cubicBezTo>
                  <a:pt x="2251846" y="1620822"/>
                  <a:pt x="2151379" y="1622114"/>
                  <a:pt x="2058601" y="1633832"/>
                </a:cubicBezTo>
                <a:cubicBezTo>
                  <a:pt x="2029209" y="1637545"/>
                  <a:pt x="2009653" y="1636677"/>
                  <a:pt x="2012671" y="1631794"/>
                </a:cubicBezTo>
                <a:cubicBezTo>
                  <a:pt x="2015561" y="1627117"/>
                  <a:pt x="2007065" y="1622392"/>
                  <a:pt x="1993790" y="1621293"/>
                </a:cubicBezTo>
                <a:cubicBezTo>
                  <a:pt x="1975927" y="1619815"/>
                  <a:pt x="1971063" y="1622968"/>
                  <a:pt x="1975076" y="1633424"/>
                </a:cubicBezTo>
                <a:cubicBezTo>
                  <a:pt x="1979083" y="1643867"/>
                  <a:pt x="1974238" y="1647035"/>
                  <a:pt x="1956506" y="1645567"/>
                </a:cubicBezTo>
                <a:cubicBezTo>
                  <a:pt x="1935620" y="1643839"/>
                  <a:pt x="1934502" y="1642129"/>
                  <a:pt x="1947867" y="1632356"/>
                </a:cubicBezTo>
                <a:close/>
                <a:moveTo>
                  <a:pt x="3119659" y="1580102"/>
                </a:moveTo>
                <a:cubicBezTo>
                  <a:pt x="3123556" y="1562343"/>
                  <a:pt x="3139669" y="1521593"/>
                  <a:pt x="3155467" y="1489547"/>
                </a:cubicBezTo>
                <a:lnTo>
                  <a:pt x="3184189" y="1431282"/>
                </a:lnTo>
                <a:lnTo>
                  <a:pt x="3295784" y="1424755"/>
                </a:lnTo>
                <a:cubicBezTo>
                  <a:pt x="3357161" y="1421165"/>
                  <a:pt x="3429185" y="1421120"/>
                  <a:pt x="3455837" y="1424656"/>
                </a:cubicBezTo>
                <a:lnTo>
                  <a:pt x="3504295" y="1431084"/>
                </a:lnTo>
                <a:lnTo>
                  <a:pt x="3475165" y="1489448"/>
                </a:lnTo>
                <a:cubicBezTo>
                  <a:pt x="3426099" y="1587756"/>
                  <a:pt x="3412699" y="1597297"/>
                  <a:pt x="3321334" y="1598978"/>
                </a:cubicBezTo>
                <a:cubicBezTo>
                  <a:pt x="3278395" y="1599768"/>
                  <a:pt x="3213857" y="1603110"/>
                  <a:pt x="3177918" y="1606404"/>
                </a:cubicBezTo>
                <a:lnTo>
                  <a:pt x="3112575" y="1612393"/>
                </a:lnTo>
                <a:lnTo>
                  <a:pt x="3119659" y="1580102"/>
                </a:lnTo>
                <a:close/>
                <a:moveTo>
                  <a:pt x="1322019" y="1347419"/>
                </a:moveTo>
                <a:cubicBezTo>
                  <a:pt x="1315415" y="1340815"/>
                  <a:pt x="1059856" y="1323456"/>
                  <a:pt x="855233" y="1315711"/>
                </a:cubicBezTo>
                <a:lnTo>
                  <a:pt x="696053" y="1309687"/>
                </a:lnTo>
                <a:lnTo>
                  <a:pt x="733754" y="1260295"/>
                </a:lnTo>
                <a:cubicBezTo>
                  <a:pt x="761491" y="1223957"/>
                  <a:pt x="787787" y="1202862"/>
                  <a:pt x="833246" y="1180483"/>
                </a:cubicBezTo>
                <a:lnTo>
                  <a:pt x="895037" y="1150063"/>
                </a:lnTo>
                <a:lnTo>
                  <a:pt x="1021641" y="1156206"/>
                </a:lnTo>
                <a:cubicBezTo>
                  <a:pt x="1091273" y="1159585"/>
                  <a:pt x="1190108" y="1168633"/>
                  <a:pt x="1241274" y="1176314"/>
                </a:cubicBezTo>
                <a:cubicBezTo>
                  <a:pt x="1381125" y="1197308"/>
                  <a:pt x="1440020" y="1200953"/>
                  <a:pt x="1471612" y="1190568"/>
                </a:cubicBezTo>
                <a:cubicBezTo>
                  <a:pt x="1499892" y="1181273"/>
                  <a:pt x="1499915" y="1181211"/>
                  <a:pt x="1473766" y="1184623"/>
                </a:cubicBezTo>
                <a:cubicBezTo>
                  <a:pt x="1459234" y="1186519"/>
                  <a:pt x="1445051" y="1184358"/>
                  <a:pt x="1442248" y="1179822"/>
                </a:cubicBezTo>
                <a:cubicBezTo>
                  <a:pt x="1439444" y="1175286"/>
                  <a:pt x="1459906" y="1171539"/>
                  <a:pt x="1487719" y="1171496"/>
                </a:cubicBezTo>
                <a:cubicBezTo>
                  <a:pt x="1515531" y="1171453"/>
                  <a:pt x="1574720" y="1167328"/>
                  <a:pt x="1619250" y="1162329"/>
                </a:cubicBezTo>
                <a:cubicBezTo>
                  <a:pt x="1791057" y="1143040"/>
                  <a:pt x="2329459" y="1135174"/>
                  <a:pt x="2405062" y="1150848"/>
                </a:cubicBezTo>
                <a:cubicBezTo>
                  <a:pt x="2432723" y="1156583"/>
                  <a:pt x="2520566" y="1158832"/>
                  <a:pt x="2614612" y="1156213"/>
                </a:cubicBezTo>
                <a:lnTo>
                  <a:pt x="2776537" y="1151705"/>
                </a:lnTo>
                <a:lnTo>
                  <a:pt x="2816121" y="1247755"/>
                </a:lnTo>
                <a:lnTo>
                  <a:pt x="2855705" y="1343806"/>
                </a:lnTo>
                <a:lnTo>
                  <a:pt x="2620858" y="1338837"/>
                </a:lnTo>
                <a:cubicBezTo>
                  <a:pt x="2491693" y="1336104"/>
                  <a:pt x="2334577" y="1330151"/>
                  <a:pt x="2271712" y="1325607"/>
                </a:cubicBezTo>
                <a:cubicBezTo>
                  <a:pt x="2111422" y="1314023"/>
                  <a:pt x="1806433" y="1320028"/>
                  <a:pt x="1676400" y="1337328"/>
                </a:cubicBezTo>
                <a:cubicBezTo>
                  <a:pt x="1571362" y="1351303"/>
                  <a:pt x="1332699" y="1358099"/>
                  <a:pt x="1322019" y="1347419"/>
                </a:cubicBezTo>
                <a:close/>
                <a:moveTo>
                  <a:pt x="3271543" y="1309697"/>
                </a:moveTo>
                <a:cubicBezTo>
                  <a:pt x="3293021" y="1292878"/>
                  <a:pt x="3341297" y="1278677"/>
                  <a:pt x="3420190" y="1265972"/>
                </a:cubicBezTo>
                <a:cubicBezTo>
                  <a:pt x="3450368" y="1261112"/>
                  <a:pt x="3511672" y="1246525"/>
                  <a:pt x="3556422" y="1233557"/>
                </a:cubicBezTo>
                <a:cubicBezTo>
                  <a:pt x="3666455" y="1201671"/>
                  <a:pt x="3678707" y="1208580"/>
                  <a:pt x="3616815" y="1267613"/>
                </a:cubicBezTo>
                <a:lnTo>
                  <a:pt x="3567709" y="1314450"/>
                </a:lnTo>
                <a:lnTo>
                  <a:pt x="3457873" y="1315121"/>
                </a:lnTo>
                <a:cubicBezTo>
                  <a:pt x="3397463" y="1315490"/>
                  <a:pt x="3326606" y="1317725"/>
                  <a:pt x="3300412" y="1320088"/>
                </a:cubicBezTo>
                <a:cubicBezTo>
                  <a:pt x="3256096" y="1324086"/>
                  <a:pt x="3254090" y="1323365"/>
                  <a:pt x="3271543" y="1309697"/>
                </a:cubicBezTo>
                <a:close/>
                <a:moveTo>
                  <a:pt x="1478756" y="1212477"/>
                </a:moveTo>
                <a:cubicBezTo>
                  <a:pt x="1466969" y="1210207"/>
                  <a:pt x="1447680" y="1210207"/>
                  <a:pt x="1435893" y="1212477"/>
                </a:cubicBezTo>
                <a:cubicBezTo>
                  <a:pt x="1424106" y="1214748"/>
                  <a:pt x="1433750" y="1216605"/>
                  <a:pt x="1457325" y="1216605"/>
                </a:cubicBezTo>
                <a:cubicBezTo>
                  <a:pt x="1480899" y="1216605"/>
                  <a:pt x="1490543" y="1214748"/>
                  <a:pt x="1478756" y="1212477"/>
                </a:cubicBezTo>
                <a:close/>
                <a:moveTo>
                  <a:pt x="1400175" y="1181100"/>
                </a:moveTo>
                <a:cubicBezTo>
                  <a:pt x="1388680" y="1173671"/>
                  <a:pt x="1390186" y="1171838"/>
                  <a:pt x="1407880" y="1171720"/>
                </a:cubicBezTo>
                <a:cubicBezTo>
                  <a:pt x="1420144" y="1171639"/>
                  <a:pt x="1427270" y="1175788"/>
                  <a:pt x="1423987" y="1181100"/>
                </a:cubicBezTo>
                <a:cubicBezTo>
                  <a:pt x="1416908" y="1192553"/>
                  <a:pt x="1417898" y="1192553"/>
                  <a:pt x="1400175" y="1181100"/>
                </a:cubicBezTo>
                <a:close/>
                <a:moveTo>
                  <a:pt x="1295720" y="985892"/>
                </a:moveTo>
                <a:cubicBezTo>
                  <a:pt x="1310355" y="964907"/>
                  <a:pt x="1345944" y="924635"/>
                  <a:pt x="1374806" y="896399"/>
                </a:cubicBezTo>
                <a:lnTo>
                  <a:pt x="1427282" y="845062"/>
                </a:lnTo>
                <a:lnTo>
                  <a:pt x="1597085" y="842465"/>
                </a:lnTo>
                <a:cubicBezTo>
                  <a:pt x="1690476" y="841037"/>
                  <a:pt x="1771173" y="843230"/>
                  <a:pt x="1776412" y="847338"/>
                </a:cubicBezTo>
                <a:cubicBezTo>
                  <a:pt x="1781651" y="851447"/>
                  <a:pt x="1813798" y="851243"/>
                  <a:pt x="1847850" y="846886"/>
                </a:cubicBezTo>
                <a:cubicBezTo>
                  <a:pt x="1881901" y="842528"/>
                  <a:pt x="1986915" y="839336"/>
                  <a:pt x="2081212" y="839791"/>
                </a:cubicBezTo>
                <a:cubicBezTo>
                  <a:pt x="2175510" y="840246"/>
                  <a:pt x="2267664" y="837663"/>
                  <a:pt x="2286000" y="834050"/>
                </a:cubicBezTo>
                <a:cubicBezTo>
                  <a:pt x="2304335" y="830437"/>
                  <a:pt x="2373614" y="834179"/>
                  <a:pt x="2439954" y="842366"/>
                </a:cubicBezTo>
                <a:cubicBezTo>
                  <a:pt x="2506293" y="850552"/>
                  <a:pt x="2582374" y="857250"/>
                  <a:pt x="2609022" y="857250"/>
                </a:cubicBezTo>
                <a:cubicBezTo>
                  <a:pt x="2662535" y="857250"/>
                  <a:pt x="2668254" y="866874"/>
                  <a:pt x="2646861" y="920923"/>
                </a:cubicBezTo>
                <a:cubicBezTo>
                  <a:pt x="2641024" y="935671"/>
                  <a:pt x="2636763" y="965690"/>
                  <a:pt x="2637391" y="987632"/>
                </a:cubicBezTo>
                <a:lnTo>
                  <a:pt x="2638534" y="1027527"/>
                </a:lnTo>
                <a:lnTo>
                  <a:pt x="2593236" y="1023022"/>
                </a:lnTo>
                <a:cubicBezTo>
                  <a:pt x="2496873" y="1013439"/>
                  <a:pt x="1750558" y="1009011"/>
                  <a:pt x="1739772" y="1017959"/>
                </a:cubicBezTo>
                <a:cubicBezTo>
                  <a:pt x="1733334" y="1023300"/>
                  <a:pt x="1633656" y="1026446"/>
                  <a:pt x="1498948" y="1025560"/>
                </a:cubicBezTo>
                <a:lnTo>
                  <a:pt x="1269110" y="1024048"/>
                </a:lnTo>
                <a:lnTo>
                  <a:pt x="1295720" y="985892"/>
                </a:lnTo>
                <a:close/>
                <a:moveTo>
                  <a:pt x="1985962" y="731167"/>
                </a:moveTo>
                <a:cubicBezTo>
                  <a:pt x="1959768" y="726260"/>
                  <a:pt x="1930894" y="718332"/>
                  <a:pt x="1921797" y="713548"/>
                </a:cubicBezTo>
                <a:cubicBezTo>
                  <a:pt x="1901096" y="702661"/>
                  <a:pt x="1876425" y="702272"/>
                  <a:pt x="1876425" y="712833"/>
                </a:cubicBezTo>
                <a:cubicBezTo>
                  <a:pt x="1876425" y="725605"/>
                  <a:pt x="1588045" y="704127"/>
                  <a:pt x="1573121" y="690243"/>
                </a:cubicBezTo>
                <a:cubicBezTo>
                  <a:pt x="1565691" y="683332"/>
                  <a:pt x="1629846" y="657216"/>
                  <a:pt x="1654495" y="657118"/>
                </a:cubicBezTo>
                <a:cubicBezTo>
                  <a:pt x="1724578" y="656838"/>
                  <a:pt x="1883438" y="620949"/>
                  <a:pt x="1921806" y="596728"/>
                </a:cubicBezTo>
                <a:cubicBezTo>
                  <a:pt x="1943787" y="582853"/>
                  <a:pt x="1975786" y="571434"/>
                  <a:pt x="1992916" y="571354"/>
                </a:cubicBezTo>
                <a:cubicBezTo>
                  <a:pt x="2016530" y="571243"/>
                  <a:pt x="2020607" y="568975"/>
                  <a:pt x="2009775" y="561975"/>
                </a:cubicBezTo>
                <a:cubicBezTo>
                  <a:pt x="1999715" y="555474"/>
                  <a:pt x="2013292" y="552698"/>
                  <a:pt x="2055654" y="552595"/>
                </a:cubicBezTo>
                <a:cubicBezTo>
                  <a:pt x="2121022" y="552437"/>
                  <a:pt x="2143750" y="564137"/>
                  <a:pt x="2224087" y="639301"/>
                </a:cubicBezTo>
                <a:cubicBezTo>
                  <a:pt x="2251727" y="665161"/>
                  <a:pt x="2284784" y="682321"/>
                  <a:pt x="2344494" y="701805"/>
                </a:cubicBezTo>
                <a:lnTo>
                  <a:pt x="2426800" y="728662"/>
                </a:lnTo>
                <a:lnTo>
                  <a:pt x="2246532" y="730506"/>
                </a:lnTo>
                <a:cubicBezTo>
                  <a:pt x="2147385" y="731520"/>
                  <a:pt x="2058912" y="734091"/>
                  <a:pt x="2049926" y="736219"/>
                </a:cubicBezTo>
                <a:cubicBezTo>
                  <a:pt x="2040939" y="738347"/>
                  <a:pt x="2012156" y="736073"/>
                  <a:pt x="1985962" y="731167"/>
                </a:cubicBezTo>
                <a:close/>
              </a:path>
            </a:pathLst>
          </a:custGeom>
          <a:solidFill>
            <a:srgbClr val="7A1732">
              <a:alpha val="55000"/>
            </a:srgbClr>
          </a:solidFill>
          <a:ln>
            <a:noFill/>
          </a:ln>
        </p:spPr>
      </p:sp>
      <p:pic>
        <p:nvPicPr>
          <p:cNvPr id="5" name="paper ball" descr="0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760000">
            <a:off x="5133975" y="5495925"/>
            <a:ext cx="3829050" cy="3486150"/>
          </a:xfrm>
          <a:prstGeom prst="rect">
            <a:avLst/>
          </a:prstGeom>
        </p:spPr>
      </p:pic>
      <p:sp>
        <p:nvSpPr>
          <p:cNvPr id="6" name="paper ball pattern"/>
          <p:cNvSpPr/>
          <p:nvPr/>
        </p:nvSpPr>
        <p:spPr>
          <a:xfrm rot="-840000">
            <a:off x="5133975" y="5495925"/>
            <a:ext cx="3829050" cy="3486150"/>
          </a:xfrm>
          <a:custGeom>
            <a:avLst/>
            <a:gdLst/>
            <a:ahLst/>
            <a:cxnLst/>
            <a:rect l="0" t="0" r="r" b="b"/>
            <a:pathLst>
              <a:path w="3829050" h="3486150">
                <a:moveTo>
                  <a:pt x="2105025" y="2872349"/>
                </a:moveTo>
                <a:cubicBezTo>
                  <a:pt x="2105025" y="2852924"/>
                  <a:pt x="2123692" y="2843782"/>
                  <a:pt x="2136731" y="2856821"/>
                </a:cubicBezTo>
                <a:cubicBezTo>
                  <a:pt x="2145043" y="2865133"/>
                  <a:pt x="2144259" y="2870011"/>
                  <a:pt x="2133520" y="2876800"/>
                </a:cubicBezTo>
                <a:cubicBezTo>
                  <a:pt x="2113421" y="2889507"/>
                  <a:pt x="2105025" y="2888196"/>
                  <a:pt x="2105025" y="2872349"/>
                </a:cubicBezTo>
                <a:close/>
                <a:moveTo>
                  <a:pt x="1915164" y="2858694"/>
                </a:moveTo>
                <a:cubicBezTo>
                  <a:pt x="1898169" y="2826939"/>
                  <a:pt x="1917798" y="2790825"/>
                  <a:pt x="1952054" y="2790825"/>
                </a:cubicBezTo>
                <a:cubicBezTo>
                  <a:pt x="1988272" y="2790825"/>
                  <a:pt x="2003691" y="2815943"/>
                  <a:pt x="1987506" y="2848578"/>
                </a:cubicBezTo>
                <a:cubicBezTo>
                  <a:pt x="1972375" y="2879088"/>
                  <a:pt x="1929302" y="2885111"/>
                  <a:pt x="1915164" y="2858694"/>
                </a:cubicBezTo>
                <a:close/>
                <a:moveTo>
                  <a:pt x="1384323" y="2775897"/>
                </a:moveTo>
                <a:cubicBezTo>
                  <a:pt x="1381173" y="2767686"/>
                  <a:pt x="1383162" y="2756402"/>
                  <a:pt x="1388745" y="2750820"/>
                </a:cubicBezTo>
                <a:cubicBezTo>
                  <a:pt x="1403560" y="2736004"/>
                  <a:pt x="1428750" y="2749010"/>
                  <a:pt x="1428750" y="2771476"/>
                </a:cubicBezTo>
                <a:cubicBezTo>
                  <a:pt x="1428750" y="2794966"/>
                  <a:pt x="1393006" y="2798523"/>
                  <a:pt x="1384323" y="2775897"/>
                </a:cubicBezTo>
                <a:close/>
                <a:moveTo>
                  <a:pt x="1763452" y="2778137"/>
                </a:moveTo>
                <a:cubicBezTo>
                  <a:pt x="1755649" y="2768734"/>
                  <a:pt x="1756429" y="2760719"/>
                  <a:pt x="1766466" y="2747181"/>
                </a:cubicBezTo>
                <a:cubicBezTo>
                  <a:pt x="1779218" y="2729980"/>
                  <a:pt x="1780971" y="2729859"/>
                  <a:pt x="1796443" y="2745103"/>
                </a:cubicBezTo>
                <a:cubicBezTo>
                  <a:pt x="1810041" y="2758500"/>
                  <a:pt x="1810761" y="2763841"/>
                  <a:pt x="1800621" y="2776059"/>
                </a:cubicBezTo>
                <a:cubicBezTo>
                  <a:pt x="1785611" y="2794145"/>
                  <a:pt x="1777131" y="2794619"/>
                  <a:pt x="1763452" y="2778137"/>
                </a:cubicBezTo>
                <a:close/>
                <a:moveTo>
                  <a:pt x="2168530" y="2771158"/>
                </a:moveTo>
                <a:cubicBezTo>
                  <a:pt x="2150743" y="2745763"/>
                  <a:pt x="2158884" y="2715715"/>
                  <a:pt x="2187027" y="2702893"/>
                </a:cubicBezTo>
                <a:cubicBezTo>
                  <a:pt x="2216192" y="2689604"/>
                  <a:pt x="2238375" y="2707376"/>
                  <a:pt x="2238375" y="2744031"/>
                </a:cubicBezTo>
                <a:cubicBezTo>
                  <a:pt x="2238375" y="2787633"/>
                  <a:pt x="2192539" y="2805436"/>
                  <a:pt x="2168530" y="2771158"/>
                </a:cubicBezTo>
                <a:close/>
                <a:moveTo>
                  <a:pt x="2038450" y="2719508"/>
                </a:moveTo>
                <a:cubicBezTo>
                  <a:pt x="2022623" y="2700438"/>
                  <a:pt x="2033166" y="2676525"/>
                  <a:pt x="2057400" y="2676525"/>
                </a:cubicBezTo>
                <a:cubicBezTo>
                  <a:pt x="2068206" y="2676525"/>
                  <a:pt x="2079536" y="2683008"/>
                  <a:pt x="2082577" y="2690933"/>
                </a:cubicBezTo>
                <a:cubicBezTo>
                  <a:pt x="2088050" y="2705196"/>
                  <a:pt x="2071275" y="2733675"/>
                  <a:pt x="2057400" y="2733675"/>
                </a:cubicBezTo>
                <a:cubicBezTo>
                  <a:pt x="2053444" y="2733675"/>
                  <a:pt x="2044916" y="2727300"/>
                  <a:pt x="2038450" y="2719508"/>
                </a:cubicBezTo>
                <a:close/>
                <a:moveTo>
                  <a:pt x="1237605" y="2703895"/>
                </a:moveTo>
                <a:cubicBezTo>
                  <a:pt x="1221850" y="2674456"/>
                  <a:pt x="1240255" y="2638425"/>
                  <a:pt x="1271048" y="2638425"/>
                </a:cubicBezTo>
                <a:cubicBezTo>
                  <a:pt x="1305170" y="2638425"/>
                  <a:pt x="1320441" y="2670725"/>
                  <a:pt x="1300619" y="2700976"/>
                </a:cubicBezTo>
                <a:cubicBezTo>
                  <a:pt x="1281897" y="2729550"/>
                  <a:pt x="1252074" y="2730931"/>
                  <a:pt x="1237605" y="2703895"/>
                </a:cubicBezTo>
                <a:close/>
                <a:moveTo>
                  <a:pt x="1511300" y="2689225"/>
                </a:moveTo>
                <a:cubicBezTo>
                  <a:pt x="1489078" y="2667003"/>
                  <a:pt x="1520302" y="2613894"/>
                  <a:pt x="1550039" y="2623332"/>
                </a:cubicBezTo>
                <a:cubicBezTo>
                  <a:pt x="1575145" y="2631301"/>
                  <a:pt x="1583912" y="2653565"/>
                  <a:pt x="1571255" y="2677215"/>
                </a:cubicBezTo>
                <a:cubicBezTo>
                  <a:pt x="1561801" y="2694879"/>
                  <a:pt x="1524439" y="2702364"/>
                  <a:pt x="1511300" y="2689225"/>
                </a:cubicBezTo>
                <a:close/>
                <a:moveTo>
                  <a:pt x="2447925" y="2688692"/>
                </a:moveTo>
                <a:cubicBezTo>
                  <a:pt x="2447925" y="2676707"/>
                  <a:pt x="2475150" y="2652950"/>
                  <a:pt x="2481551" y="2659351"/>
                </a:cubicBezTo>
                <a:cubicBezTo>
                  <a:pt x="2484075" y="2661875"/>
                  <a:pt x="2477543" y="2671723"/>
                  <a:pt x="2467033" y="2681234"/>
                </a:cubicBezTo>
                <a:cubicBezTo>
                  <a:pt x="2456523" y="2690745"/>
                  <a:pt x="2447925" y="2694101"/>
                  <a:pt x="2447925" y="2688692"/>
                </a:cubicBezTo>
                <a:close/>
                <a:moveTo>
                  <a:pt x="1841793" y="2662301"/>
                </a:moveTo>
                <a:cubicBezTo>
                  <a:pt x="1838494" y="2653703"/>
                  <a:pt x="1840362" y="2642102"/>
                  <a:pt x="1845945" y="2636520"/>
                </a:cubicBezTo>
                <a:cubicBezTo>
                  <a:pt x="1860457" y="2622007"/>
                  <a:pt x="1887954" y="2635271"/>
                  <a:pt x="1884163" y="2654955"/>
                </a:cubicBezTo>
                <a:cubicBezTo>
                  <a:pt x="1879940" y="2676880"/>
                  <a:pt x="1849419" y="2682172"/>
                  <a:pt x="1841793" y="2662301"/>
                </a:cubicBezTo>
                <a:close/>
                <a:moveTo>
                  <a:pt x="1110530" y="2630304"/>
                </a:moveTo>
                <a:cubicBezTo>
                  <a:pt x="1099879" y="2613070"/>
                  <a:pt x="1116347" y="2589721"/>
                  <a:pt x="1137068" y="2592677"/>
                </a:cubicBezTo>
                <a:cubicBezTo>
                  <a:pt x="1164784" y="2596632"/>
                  <a:pt x="1164526" y="2632630"/>
                  <a:pt x="1136755" y="2636588"/>
                </a:cubicBezTo>
                <a:cubicBezTo>
                  <a:pt x="1125462" y="2638197"/>
                  <a:pt x="1113661" y="2635369"/>
                  <a:pt x="1110530" y="2630304"/>
                </a:cubicBezTo>
                <a:close/>
                <a:moveTo>
                  <a:pt x="2336786" y="2623398"/>
                </a:moveTo>
                <a:cubicBezTo>
                  <a:pt x="2333614" y="2615134"/>
                  <a:pt x="2338035" y="2601357"/>
                  <a:pt x="2346610" y="2592782"/>
                </a:cubicBezTo>
                <a:cubicBezTo>
                  <a:pt x="2366103" y="2573289"/>
                  <a:pt x="2395552" y="2595843"/>
                  <a:pt x="2385343" y="2622446"/>
                </a:cubicBezTo>
                <a:cubicBezTo>
                  <a:pt x="2377588" y="2642655"/>
                  <a:pt x="2344425" y="2643306"/>
                  <a:pt x="2336786" y="2623398"/>
                </a:cubicBezTo>
                <a:close/>
                <a:moveTo>
                  <a:pt x="1725572" y="2601483"/>
                </a:moveTo>
                <a:cubicBezTo>
                  <a:pt x="1703209" y="2587307"/>
                  <a:pt x="1715982" y="2547937"/>
                  <a:pt x="1742944" y="2547937"/>
                </a:cubicBezTo>
                <a:cubicBezTo>
                  <a:pt x="1769876" y="2547937"/>
                  <a:pt x="1780052" y="2573961"/>
                  <a:pt x="1761745" y="2596020"/>
                </a:cubicBezTo>
                <a:cubicBezTo>
                  <a:pt x="1748573" y="2611891"/>
                  <a:pt x="1743259" y="2612693"/>
                  <a:pt x="1725572" y="2601483"/>
                </a:cubicBezTo>
                <a:close/>
                <a:moveTo>
                  <a:pt x="1367516" y="2575830"/>
                </a:moveTo>
                <a:cubicBezTo>
                  <a:pt x="1353646" y="2561960"/>
                  <a:pt x="1353359" y="2557505"/>
                  <a:pt x="1365191" y="2539686"/>
                </a:cubicBezTo>
                <a:cubicBezTo>
                  <a:pt x="1381571" y="2515017"/>
                  <a:pt x="1399273" y="2513674"/>
                  <a:pt x="1413375" y="2536031"/>
                </a:cubicBezTo>
                <a:cubicBezTo>
                  <a:pt x="1434167" y="2568993"/>
                  <a:pt x="1394823" y="2603137"/>
                  <a:pt x="1367516" y="2575830"/>
                </a:cubicBezTo>
                <a:close/>
                <a:moveTo>
                  <a:pt x="2127543" y="2576576"/>
                </a:moveTo>
                <a:cubicBezTo>
                  <a:pt x="2124244" y="2567978"/>
                  <a:pt x="2126112" y="2556377"/>
                  <a:pt x="2131695" y="2550795"/>
                </a:cubicBezTo>
                <a:cubicBezTo>
                  <a:pt x="2146207" y="2536282"/>
                  <a:pt x="2173704" y="2549546"/>
                  <a:pt x="2169913" y="2569230"/>
                </a:cubicBezTo>
                <a:cubicBezTo>
                  <a:pt x="2165690" y="2591155"/>
                  <a:pt x="2135169" y="2596447"/>
                  <a:pt x="2127543" y="2576576"/>
                </a:cubicBezTo>
                <a:close/>
                <a:moveTo>
                  <a:pt x="1942865" y="2566705"/>
                </a:moveTo>
                <a:cubicBezTo>
                  <a:pt x="1924346" y="2544390"/>
                  <a:pt x="1945516" y="2505075"/>
                  <a:pt x="1976051" y="2505075"/>
                </a:cubicBezTo>
                <a:cubicBezTo>
                  <a:pt x="1993565" y="2505075"/>
                  <a:pt x="2001480" y="2511423"/>
                  <a:pt x="2005894" y="2529011"/>
                </a:cubicBezTo>
                <a:cubicBezTo>
                  <a:pt x="2016698" y="2572057"/>
                  <a:pt x="1970324" y="2599791"/>
                  <a:pt x="1942865" y="2566705"/>
                </a:cubicBezTo>
                <a:close/>
                <a:moveTo>
                  <a:pt x="976616" y="2553658"/>
                </a:moveTo>
                <a:cubicBezTo>
                  <a:pt x="973124" y="2542653"/>
                  <a:pt x="966268" y="2533650"/>
                  <a:pt x="961383" y="2533650"/>
                </a:cubicBezTo>
                <a:cubicBezTo>
                  <a:pt x="956497" y="2533650"/>
                  <a:pt x="952500" y="2529363"/>
                  <a:pt x="952500" y="2524125"/>
                </a:cubicBezTo>
                <a:cubicBezTo>
                  <a:pt x="952500" y="2518886"/>
                  <a:pt x="960783" y="2514600"/>
                  <a:pt x="970908" y="2514600"/>
                </a:cubicBezTo>
                <a:cubicBezTo>
                  <a:pt x="991803" y="2514600"/>
                  <a:pt x="1007046" y="2549588"/>
                  <a:pt x="992492" y="2564142"/>
                </a:cubicBezTo>
                <a:cubicBezTo>
                  <a:pt x="986142" y="2570492"/>
                  <a:pt x="980850" y="2566998"/>
                  <a:pt x="976616" y="2553658"/>
                </a:cubicBezTo>
                <a:close/>
                <a:moveTo>
                  <a:pt x="2491318" y="2534509"/>
                </a:moveTo>
                <a:cubicBezTo>
                  <a:pt x="2482213" y="2519777"/>
                  <a:pt x="2496691" y="2495550"/>
                  <a:pt x="2514600" y="2495550"/>
                </a:cubicBezTo>
                <a:cubicBezTo>
                  <a:pt x="2532923" y="2495550"/>
                  <a:pt x="2542915" y="2512061"/>
                  <a:pt x="2536215" y="2531268"/>
                </a:cubicBezTo>
                <a:cubicBezTo>
                  <a:pt x="2531419" y="2545018"/>
                  <a:pt x="2499248" y="2547340"/>
                  <a:pt x="2491318" y="2534509"/>
                </a:cubicBezTo>
                <a:close/>
                <a:moveTo>
                  <a:pt x="1581730" y="2514958"/>
                </a:moveTo>
                <a:cubicBezTo>
                  <a:pt x="1563536" y="2503714"/>
                  <a:pt x="1573774" y="2471737"/>
                  <a:pt x="1595567" y="2471737"/>
                </a:cubicBezTo>
                <a:cubicBezTo>
                  <a:pt x="1607596" y="2471737"/>
                  <a:pt x="1615538" y="2479102"/>
                  <a:pt x="1617372" y="2491956"/>
                </a:cubicBezTo>
                <a:cubicBezTo>
                  <a:pt x="1620518" y="2514008"/>
                  <a:pt x="1600792" y="2526739"/>
                  <a:pt x="1581730" y="2514958"/>
                </a:cubicBezTo>
                <a:close/>
                <a:moveTo>
                  <a:pt x="2222833" y="2498705"/>
                </a:moveTo>
                <a:cubicBezTo>
                  <a:pt x="2217903" y="2479065"/>
                  <a:pt x="2221312" y="2469351"/>
                  <a:pt x="2237823" y="2455981"/>
                </a:cubicBezTo>
                <a:cubicBezTo>
                  <a:pt x="2264341" y="2434507"/>
                  <a:pt x="2295525" y="2447322"/>
                  <a:pt x="2295525" y="2479692"/>
                </a:cubicBezTo>
                <a:cubicBezTo>
                  <a:pt x="2295525" y="2527612"/>
                  <a:pt x="2234119" y="2543673"/>
                  <a:pt x="2222833" y="2498705"/>
                </a:cubicBezTo>
                <a:close/>
                <a:moveTo>
                  <a:pt x="1231886" y="2480523"/>
                </a:moveTo>
                <a:cubicBezTo>
                  <a:pt x="1222710" y="2456613"/>
                  <a:pt x="1250821" y="2433404"/>
                  <a:pt x="1266327" y="2452088"/>
                </a:cubicBezTo>
                <a:cubicBezTo>
                  <a:pt x="1273012" y="2460142"/>
                  <a:pt x="1275993" y="2473216"/>
                  <a:pt x="1272952" y="2481141"/>
                </a:cubicBezTo>
                <a:cubicBezTo>
                  <a:pt x="1265697" y="2500045"/>
                  <a:pt x="1239224" y="2499647"/>
                  <a:pt x="1231886" y="2480523"/>
                </a:cubicBezTo>
                <a:close/>
                <a:moveTo>
                  <a:pt x="1047852" y="2433761"/>
                </a:moveTo>
                <a:cubicBezTo>
                  <a:pt x="1019430" y="2399514"/>
                  <a:pt x="1065841" y="2341296"/>
                  <a:pt x="1104900" y="2362200"/>
                </a:cubicBezTo>
                <a:cubicBezTo>
                  <a:pt x="1126380" y="2373695"/>
                  <a:pt x="1130932" y="2418082"/>
                  <a:pt x="1112520" y="2436495"/>
                </a:cubicBezTo>
                <a:cubicBezTo>
                  <a:pt x="1096729" y="2452285"/>
                  <a:pt x="1062007" y="2450817"/>
                  <a:pt x="1047852" y="2433761"/>
                </a:cubicBezTo>
                <a:close/>
                <a:moveTo>
                  <a:pt x="2390875" y="2433758"/>
                </a:moveTo>
                <a:cubicBezTo>
                  <a:pt x="2366240" y="2404075"/>
                  <a:pt x="2408034" y="2365852"/>
                  <a:pt x="2435305" y="2393123"/>
                </a:cubicBezTo>
                <a:cubicBezTo>
                  <a:pt x="2446747" y="2404565"/>
                  <a:pt x="2447521" y="2411831"/>
                  <a:pt x="2438994" y="2427763"/>
                </a:cubicBezTo>
                <a:cubicBezTo>
                  <a:pt x="2426368" y="2451356"/>
                  <a:pt x="2407437" y="2453714"/>
                  <a:pt x="2390875" y="2433758"/>
                </a:cubicBezTo>
                <a:close/>
                <a:moveTo>
                  <a:pt x="1409037" y="2413789"/>
                </a:moveTo>
                <a:cubicBezTo>
                  <a:pt x="1393304" y="2394832"/>
                  <a:pt x="1407727" y="2368260"/>
                  <a:pt x="1436048" y="2364025"/>
                </a:cubicBezTo>
                <a:cubicBezTo>
                  <a:pt x="1460013" y="2360442"/>
                  <a:pt x="1473974" y="2394526"/>
                  <a:pt x="1456945" y="2415044"/>
                </a:cubicBezTo>
                <a:cubicBezTo>
                  <a:pt x="1442007" y="2433044"/>
                  <a:pt x="1424639" y="2432589"/>
                  <a:pt x="1409037" y="2413789"/>
                </a:cubicBezTo>
                <a:close/>
                <a:moveTo>
                  <a:pt x="1857810" y="2415111"/>
                </a:moveTo>
                <a:cubicBezTo>
                  <a:pt x="1830718" y="2382468"/>
                  <a:pt x="1868083" y="2327284"/>
                  <a:pt x="1902618" y="2348933"/>
                </a:cubicBezTo>
                <a:cubicBezTo>
                  <a:pt x="1936607" y="2370240"/>
                  <a:pt x="1924381" y="2428875"/>
                  <a:pt x="1885950" y="2428875"/>
                </a:cubicBezTo>
                <a:cubicBezTo>
                  <a:pt x="1876755" y="2428875"/>
                  <a:pt x="1864092" y="2422681"/>
                  <a:pt x="1857810" y="2415111"/>
                </a:cubicBezTo>
                <a:close/>
                <a:moveTo>
                  <a:pt x="2087999" y="2408039"/>
                </a:moveTo>
                <a:cubicBezTo>
                  <a:pt x="2071286" y="2391326"/>
                  <a:pt x="2073799" y="2373813"/>
                  <a:pt x="2094499" y="2362735"/>
                </a:cubicBezTo>
                <a:cubicBezTo>
                  <a:pt x="2118483" y="2349899"/>
                  <a:pt x="2142102" y="2375166"/>
                  <a:pt x="2127604" y="2398150"/>
                </a:cubicBezTo>
                <a:cubicBezTo>
                  <a:pt x="2114605" y="2418758"/>
                  <a:pt x="2101892" y="2421932"/>
                  <a:pt x="2087999" y="2408039"/>
                </a:cubicBezTo>
                <a:close/>
                <a:moveTo>
                  <a:pt x="861173" y="2396785"/>
                </a:moveTo>
                <a:cubicBezTo>
                  <a:pt x="854024" y="2378155"/>
                  <a:pt x="863764" y="2362200"/>
                  <a:pt x="882287" y="2362200"/>
                </a:cubicBezTo>
                <a:cubicBezTo>
                  <a:pt x="891638" y="2362200"/>
                  <a:pt x="895609" y="2369440"/>
                  <a:pt x="893631" y="2382885"/>
                </a:cubicBezTo>
                <a:cubicBezTo>
                  <a:pt x="889935" y="2408002"/>
                  <a:pt x="868929" y="2416998"/>
                  <a:pt x="861173" y="2396785"/>
                </a:cubicBezTo>
                <a:close/>
                <a:moveTo>
                  <a:pt x="1692554" y="2368391"/>
                </a:moveTo>
                <a:cubicBezTo>
                  <a:pt x="1689627" y="2360766"/>
                  <a:pt x="1692409" y="2347447"/>
                  <a:pt x="1698736" y="2338794"/>
                </a:cubicBezTo>
                <a:cubicBezTo>
                  <a:pt x="1714553" y="2317163"/>
                  <a:pt x="1744989" y="2329688"/>
                  <a:pt x="1741197" y="2356268"/>
                </a:cubicBezTo>
                <a:cubicBezTo>
                  <a:pt x="1737812" y="2379993"/>
                  <a:pt x="1700568" y="2389276"/>
                  <a:pt x="1692554" y="2368391"/>
                </a:cubicBezTo>
                <a:close/>
                <a:moveTo>
                  <a:pt x="2571750" y="2335530"/>
                </a:moveTo>
                <a:cubicBezTo>
                  <a:pt x="2571750" y="2294012"/>
                  <a:pt x="2597551" y="2275496"/>
                  <a:pt x="2628296" y="2294950"/>
                </a:cubicBezTo>
                <a:cubicBezTo>
                  <a:pt x="2639354" y="2301947"/>
                  <a:pt x="2635960" y="2309234"/>
                  <a:pt x="2610620" y="2332904"/>
                </a:cubicBezTo>
                <a:cubicBezTo>
                  <a:pt x="2572352" y="2368652"/>
                  <a:pt x="2571750" y="2368693"/>
                  <a:pt x="2571750" y="2335530"/>
                </a:cubicBezTo>
                <a:close/>
                <a:moveTo>
                  <a:pt x="1261214" y="2320561"/>
                </a:moveTo>
                <a:cubicBezTo>
                  <a:pt x="1250625" y="2292967"/>
                  <a:pt x="1261412" y="2271712"/>
                  <a:pt x="1286005" y="2271712"/>
                </a:cubicBezTo>
                <a:cubicBezTo>
                  <a:pt x="1305968" y="2271712"/>
                  <a:pt x="1309687" y="2276199"/>
                  <a:pt x="1309687" y="2300287"/>
                </a:cubicBezTo>
                <a:cubicBezTo>
                  <a:pt x="1309687" y="2332242"/>
                  <a:pt x="1271780" y="2348097"/>
                  <a:pt x="1261214" y="2320561"/>
                </a:cubicBezTo>
                <a:close/>
                <a:moveTo>
                  <a:pt x="1524000" y="2305050"/>
                </a:moveTo>
                <a:cubicBezTo>
                  <a:pt x="1513522" y="2294572"/>
                  <a:pt x="1504950" y="2279570"/>
                  <a:pt x="1504950" y="2271712"/>
                </a:cubicBezTo>
                <a:cubicBezTo>
                  <a:pt x="1504950" y="2256844"/>
                  <a:pt x="1537540" y="2219325"/>
                  <a:pt x="1550455" y="2219325"/>
                </a:cubicBezTo>
                <a:cubicBezTo>
                  <a:pt x="1567993" y="2219325"/>
                  <a:pt x="1600200" y="2250509"/>
                  <a:pt x="1600200" y="2267490"/>
                </a:cubicBezTo>
                <a:cubicBezTo>
                  <a:pt x="1600200" y="2286904"/>
                  <a:pt x="1568907" y="2324100"/>
                  <a:pt x="1552575" y="2324100"/>
                </a:cubicBezTo>
                <a:cubicBezTo>
                  <a:pt x="1547336" y="2324100"/>
                  <a:pt x="1534477" y="2315527"/>
                  <a:pt x="1524000" y="2305050"/>
                </a:cubicBezTo>
                <a:close/>
                <a:moveTo>
                  <a:pt x="752475" y="2290762"/>
                </a:moveTo>
                <a:cubicBezTo>
                  <a:pt x="752475" y="2270142"/>
                  <a:pt x="756326" y="2266172"/>
                  <a:pt x="773906" y="2268668"/>
                </a:cubicBezTo>
                <a:cubicBezTo>
                  <a:pt x="787972" y="2270666"/>
                  <a:pt x="795337" y="2278258"/>
                  <a:pt x="795337" y="2290762"/>
                </a:cubicBezTo>
                <a:cubicBezTo>
                  <a:pt x="795337" y="2303266"/>
                  <a:pt x="787972" y="2310858"/>
                  <a:pt x="773906" y="2312856"/>
                </a:cubicBezTo>
                <a:cubicBezTo>
                  <a:pt x="756326" y="2315352"/>
                  <a:pt x="752475" y="2311382"/>
                  <a:pt x="752475" y="2290762"/>
                </a:cubicBezTo>
                <a:close/>
                <a:moveTo>
                  <a:pt x="2254250" y="2308225"/>
                </a:moveTo>
                <a:cubicBezTo>
                  <a:pt x="2230380" y="2284355"/>
                  <a:pt x="2274349" y="2226373"/>
                  <a:pt x="2300108" y="2247751"/>
                </a:cubicBezTo>
                <a:cubicBezTo>
                  <a:pt x="2317472" y="2262162"/>
                  <a:pt x="2318857" y="2287432"/>
                  <a:pt x="2303145" y="2303145"/>
                </a:cubicBezTo>
                <a:cubicBezTo>
                  <a:pt x="2290691" y="2315598"/>
                  <a:pt x="2264359" y="2318334"/>
                  <a:pt x="2254250" y="2308225"/>
                </a:cubicBezTo>
                <a:close/>
                <a:moveTo>
                  <a:pt x="1974873" y="2290122"/>
                </a:moveTo>
                <a:cubicBezTo>
                  <a:pt x="1966935" y="2269434"/>
                  <a:pt x="1987089" y="2249979"/>
                  <a:pt x="2001514" y="2264404"/>
                </a:cubicBezTo>
                <a:cubicBezTo>
                  <a:pt x="2013707" y="2276597"/>
                  <a:pt x="2006153" y="2305050"/>
                  <a:pt x="1990725" y="2305050"/>
                </a:cubicBezTo>
                <a:cubicBezTo>
                  <a:pt x="1985157" y="2305050"/>
                  <a:pt x="1978024" y="2298332"/>
                  <a:pt x="1974873" y="2290122"/>
                </a:cubicBezTo>
                <a:close/>
                <a:moveTo>
                  <a:pt x="974994" y="2281237"/>
                </a:moveTo>
                <a:cubicBezTo>
                  <a:pt x="966583" y="2259319"/>
                  <a:pt x="979092" y="2236596"/>
                  <a:pt x="997605" y="2240161"/>
                </a:cubicBezTo>
                <a:cubicBezTo>
                  <a:pt x="1018272" y="2244141"/>
                  <a:pt x="1025498" y="2276135"/>
                  <a:pt x="1008205" y="2287094"/>
                </a:cubicBezTo>
                <a:cubicBezTo>
                  <a:pt x="989606" y="2298881"/>
                  <a:pt x="981195" y="2297398"/>
                  <a:pt x="974994" y="2281237"/>
                </a:cubicBezTo>
                <a:close/>
                <a:moveTo>
                  <a:pt x="2409825" y="2266950"/>
                </a:moveTo>
                <a:cubicBezTo>
                  <a:pt x="2409825" y="2252603"/>
                  <a:pt x="2414798" y="2247460"/>
                  <a:pt x="2426493" y="2249713"/>
                </a:cubicBezTo>
                <a:cubicBezTo>
                  <a:pt x="2435661" y="2251478"/>
                  <a:pt x="2443162" y="2259235"/>
                  <a:pt x="2443162" y="2266950"/>
                </a:cubicBezTo>
                <a:cubicBezTo>
                  <a:pt x="2443162" y="2274664"/>
                  <a:pt x="2435661" y="2282421"/>
                  <a:pt x="2426493" y="2284186"/>
                </a:cubicBezTo>
                <a:cubicBezTo>
                  <a:pt x="2414798" y="2286439"/>
                  <a:pt x="2409825" y="2281296"/>
                  <a:pt x="2409825" y="2266950"/>
                </a:cubicBezTo>
                <a:close/>
                <a:moveTo>
                  <a:pt x="1791404" y="2220640"/>
                </a:moveTo>
                <a:cubicBezTo>
                  <a:pt x="1778911" y="2197297"/>
                  <a:pt x="1800321" y="2166043"/>
                  <a:pt x="1822876" y="2174698"/>
                </a:cubicBezTo>
                <a:cubicBezTo>
                  <a:pt x="1844834" y="2183125"/>
                  <a:pt x="1852309" y="2207237"/>
                  <a:pt x="1838224" y="2224208"/>
                </a:cubicBezTo>
                <a:cubicBezTo>
                  <a:pt x="1822222" y="2243489"/>
                  <a:pt x="1802841" y="2242012"/>
                  <a:pt x="1791404" y="2220640"/>
                </a:cubicBezTo>
                <a:close/>
                <a:moveTo>
                  <a:pt x="1123608" y="2199636"/>
                </a:moveTo>
                <a:cubicBezTo>
                  <a:pt x="1115411" y="2184320"/>
                  <a:pt x="1116443" y="2174800"/>
                  <a:pt x="1128255" y="2156773"/>
                </a:cubicBezTo>
                <a:cubicBezTo>
                  <a:pt x="1146657" y="2128687"/>
                  <a:pt x="1163048" y="2127440"/>
                  <a:pt x="1185641" y="2152405"/>
                </a:cubicBezTo>
                <a:cubicBezTo>
                  <a:pt x="1201578" y="2170016"/>
                  <a:pt x="1201658" y="2172741"/>
                  <a:pt x="1186898" y="2195268"/>
                </a:cubicBezTo>
                <a:cubicBezTo>
                  <a:pt x="1167809" y="2224401"/>
                  <a:pt x="1137964" y="2226461"/>
                  <a:pt x="1123608" y="2199636"/>
                </a:cubicBezTo>
                <a:close/>
                <a:moveTo>
                  <a:pt x="2107406" y="2213016"/>
                </a:moveTo>
                <a:cubicBezTo>
                  <a:pt x="2091038" y="2206412"/>
                  <a:pt x="2092389" y="2157563"/>
                  <a:pt x="2109329" y="2143504"/>
                </a:cubicBezTo>
                <a:cubicBezTo>
                  <a:pt x="2142758" y="2115761"/>
                  <a:pt x="2183089" y="2153413"/>
                  <a:pt x="2164245" y="2194772"/>
                </a:cubicBezTo>
                <a:cubicBezTo>
                  <a:pt x="2153693" y="2217930"/>
                  <a:pt x="2134696" y="2224028"/>
                  <a:pt x="2107406" y="2213016"/>
                </a:cubicBezTo>
                <a:close/>
                <a:moveTo>
                  <a:pt x="657225" y="2185425"/>
                </a:moveTo>
                <a:cubicBezTo>
                  <a:pt x="657225" y="2171601"/>
                  <a:pt x="661347" y="2163598"/>
                  <a:pt x="666750" y="2166937"/>
                </a:cubicBezTo>
                <a:cubicBezTo>
                  <a:pt x="671988" y="2170175"/>
                  <a:pt x="676275" y="2181143"/>
                  <a:pt x="676275" y="2191312"/>
                </a:cubicBezTo>
                <a:cubicBezTo>
                  <a:pt x="676275" y="2201480"/>
                  <a:pt x="671988" y="2209800"/>
                  <a:pt x="666750" y="2209800"/>
                </a:cubicBezTo>
                <a:cubicBezTo>
                  <a:pt x="661511" y="2209800"/>
                  <a:pt x="657225" y="2198831"/>
                  <a:pt x="657225" y="2185425"/>
                </a:cubicBezTo>
                <a:close/>
                <a:moveTo>
                  <a:pt x="1392257" y="2189216"/>
                </a:moveTo>
                <a:cubicBezTo>
                  <a:pt x="1393992" y="2176962"/>
                  <a:pt x="1401841" y="2166937"/>
                  <a:pt x="1409700" y="2166937"/>
                </a:cubicBezTo>
                <a:cubicBezTo>
                  <a:pt x="1430357" y="2166937"/>
                  <a:pt x="1427511" y="2204097"/>
                  <a:pt x="1406545" y="2208135"/>
                </a:cubicBezTo>
                <a:cubicBezTo>
                  <a:pt x="1393019" y="2210740"/>
                  <a:pt x="1389811" y="2206492"/>
                  <a:pt x="1392257" y="2189216"/>
                </a:cubicBezTo>
                <a:close/>
                <a:moveTo>
                  <a:pt x="2559379" y="2203779"/>
                </a:moveTo>
                <a:cubicBezTo>
                  <a:pt x="2548448" y="2192848"/>
                  <a:pt x="2551775" y="2165274"/>
                  <a:pt x="2565387" y="2153977"/>
                </a:cubicBezTo>
                <a:cubicBezTo>
                  <a:pt x="2585778" y="2137054"/>
                  <a:pt x="2617924" y="2165173"/>
                  <a:pt x="2604066" y="2187810"/>
                </a:cubicBezTo>
                <a:cubicBezTo>
                  <a:pt x="2592655" y="2206450"/>
                  <a:pt x="2570107" y="2214507"/>
                  <a:pt x="2559379" y="2203779"/>
                </a:cubicBezTo>
                <a:close/>
                <a:moveTo>
                  <a:pt x="824592" y="2185307"/>
                </a:moveTo>
                <a:cubicBezTo>
                  <a:pt x="793643" y="2154358"/>
                  <a:pt x="817181" y="2105025"/>
                  <a:pt x="862897" y="2105025"/>
                </a:cubicBezTo>
                <a:cubicBezTo>
                  <a:pt x="897161" y="2105025"/>
                  <a:pt x="912881" y="2143774"/>
                  <a:pt x="891719" y="2176072"/>
                </a:cubicBezTo>
                <a:cubicBezTo>
                  <a:pt x="873698" y="2203575"/>
                  <a:pt x="846590" y="2207304"/>
                  <a:pt x="824592" y="2185307"/>
                </a:cubicBezTo>
                <a:close/>
                <a:moveTo>
                  <a:pt x="1643742" y="2137682"/>
                </a:moveTo>
                <a:cubicBezTo>
                  <a:pt x="1635510" y="2129449"/>
                  <a:pt x="1628775" y="2119040"/>
                  <a:pt x="1628775" y="2114550"/>
                </a:cubicBezTo>
                <a:cubicBezTo>
                  <a:pt x="1628775" y="2099779"/>
                  <a:pt x="1658353" y="2076450"/>
                  <a:pt x="1677080" y="2076450"/>
                </a:cubicBezTo>
                <a:cubicBezTo>
                  <a:pt x="1698437" y="2076450"/>
                  <a:pt x="1703309" y="2121930"/>
                  <a:pt x="1684020" y="2141220"/>
                </a:cubicBezTo>
                <a:cubicBezTo>
                  <a:pt x="1668956" y="2156283"/>
                  <a:pt x="1661707" y="2155646"/>
                  <a:pt x="1643742" y="2137682"/>
                </a:cubicBezTo>
                <a:close/>
                <a:moveTo>
                  <a:pt x="1929674" y="2127650"/>
                </a:moveTo>
                <a:cubicBezTo>
                  <a:pt x="1921595" y="2106596"/>
                  <a:pt x="1946057" y="2081416"/>
                  <a:pt x="1966841" y="2089392"/>
                </a:cubicBezTo>
                <a:cubicBezTo>
                  <a:pt x="1976510" y="2093102"/>
                  <a:pt x="1981365" y="2103659"/>
                  <a:pt x="1979486" y="2116888"/>
                </a:cubicBezTo>
                <a:cubicBezTo>
                  <a:pt x="1975688" y="2143635"/>
                  <a:pt x="1938862" y="2151591"/>
                  <a:pt x="1929674" y="2127650"/>
                </a:cubicBezTo>
                <a:close/>
                <a:moveTo>
                  <a:pt x="2353365" y="2120144"/>
                </a:moveTo>
                <a:cubicBezTo>
                  <a:pt x="2342319" y="2106835"/>
                  <a:pt x="2361796" y="2038350"/>
                  <a:pt x="2376627" y="2038350"/>
                </a:cubicBezTo>
                <a:cubicBezTo>
                  <a:pt x="2398042" y="2038350"/>
                  <a:pt x="2419350" y="2061319"/>
                  <a:pt x="2419350" y="2084405"/>
                </a:cubicBezTo>
                <a:cubicBezTo>
                  <a:pt x="2419350" y="2128541"/>
                  <a:pt x="2378635" y="2150593"/>
                  <a:pt x="2353365" y="2120144"/>
                </a:cubicBezTo>
                <a:close/>
                <a:moveTo>
                  <a:pt x="1004629" y="2114132"/>
                </a:moveTo>
                <a:cubicBezTo>
                  <a:pt x="997028" y="2101834"/>
                  <a:pt x="1018179" y="2074710"/>
                  <a:pt x="1029779" y="2081879"/>
                </a:cubicBezTo>
                <a:cubicBezTo>
                  <a:pt x="1034424" y="2084750"/>
                  <a:pt x="1038225" y="2095418"/>
                  <a:pt x="1038225" y="2105587"/>
                </a:cubicBezTo>
                <a:cubicBezTo>
                  <a:pt x="1038225" y="2125108"/>
                  <a:pt x="1015055" y="2131002"/>
                  <a:pt x="1004629" y="2114132"/>
                </a:cubicBezTo>
                <a:close/>
                <a:moveTo>
                  <a:pt x="1287556" y="2070006"/>
                </a:moveTo>
                <a:cubicBezTo>
                  <a:pt x="1291833" y="2032675"/>
                  <a:pt x="1338262" y="2029853"/>
                  <a:pt x="1338262" y="2066925"/>
                </a:cubicBezTo>
                <a:cubicBezTo>
                  <a:pt x="1338262" y="2085975"/>
                  <a:pt x="1332883" y="2091353"/>
                  <a:pt x="1311368" y="2093818"/>
                </a:cubicBezTo>
                <a:cubicBezTo>
                  <a:pt x="1286904" y="2096622"/>
                  <a:pt x="1284752" y="2094470"/>
                  <a:pt x="1287556" y="2070006"/>
                </a:cubicBezTo>
                <a:close/>
                <a:moveTo>
                  <a:pt x="1461008" y="2081601"/>
                </a:moveTo>
                <a:cubicBezTo>
                  <a:pt x="1436410" y="2063614"/>
                  <a:pt x="1456632" y="2019300"/>
                  <a:pt x="1489439" y="2019300"/>
                </a:cubicBezTo>
                <a:cubicBezTo>
                  <a:pt x="1516066" y="2019300"/>
                  <a:pt x="1528017" y="2041621"/>
                  <a:pt x="1514705" y="2066494"/>
                </a:cubicBezTo>
                <a:cubicBezTo>
                  <a:pt x="1501797" y="2090612"/>
                  <a:pt x="1481241" y="2096396"/>
                  <a:pt x="1461008" y="2081601"/>
                </a:cubicBezTo>
                <a:close/>
                <a:moveTo>
                  <a:pt x="2216150" y="2041524"/>
                </a:moveTo>
                <a:cubicBezTo>
                  <a:pt x="2203691" y="2029066"/>
                  <a:pt x="2210077" y="1992656"/>
                  <a:pt x="2225778" y="1986631"/>
                </a:cubicBezTo>
                <a:cubicBezTo>
                  <a:pt x="2250834" y="1977016"/>
                  <a:pt x="2271237" y="2003015"/>
                  <a:pt x="2258019" y="2027713"/>
                </a:cubicBezTo>
                <a:cubicBezTo>
                  <a:pt x="2247359" y="2047632"/>
                  <a:pt x="2228483" y="2053858"/>
                  <a:pt x="2216150" y="2041524"/>
                </a:cubicBezTo>
                <a:close/>
                <a:moveTo>
                  <a:pt x="727061" y="2023323"/>
                </a:moveTo>
                <a:cubicBezTo>
                  <a:pt x="723889" y="2015059"/>
                  <a:pt x="728310" y="2001282"/>
                  <a:pt x="736885" y="1992707"/>
                </a:cubicBezTo>
                <a:cubicBezTo>
                  <a:pt x="751321" y="1978271"/>
                  <a:pt x="753628" y="1978271"/>
                  <a:pt x="768064" y="1992707"/>
                </a:cubicBezTo>
                <a:cubicBezTo>
                  <a:pt x="787538" y="2012181"/>
                  <a:pt x="778600" y="2038350"/>
                  <a:pt x="752475" y="2038350"/>
                </a:cubicBezTo>
                <a:cubicBezTo>
                  <a:pt x="741668" y="2038350"/>
                  <a:pt x="730232" y="2031588"/>
                  <a:pt x="727061" y="2023323"/>
                </a:cubicBezTo>
                <a:close/>
                <a:moveTo>
                  <a:pt x="2495550" y="2010337"/>
                </a:moveTo>
                <a:cubicBezTo>
                  <a:pt x="2495550" y="1986322"/>
                  <a:pt x="2511881" y="1976611"/>
                  <a:pt x="2528738" y="1990601"/>
                </a:cubicBezTo>
                <a:cubicBezTo>
                  <a:pt x="2546081" y="2004994"/>
                  <a:pt x="2536631" y="2028825"/>
                  <a:pt x="2513580" y="2028825"/>
                </a:cubicBezTo>
                <a:cubicBezTo>
                  <a:pt x="2502082" y="2028825"/>
                  <a:pt x="2495550" y="2022126"/>
                  <a:pt x="2495550" y="2010337"/>
                </a:cubicBezTo>
                <a:close/>
                <a:moveTo>
                  <a:pt x="1114898" y="2001134"/>
                </a:moveTo>
                <a:cubicBezTo>
                  <a:pt x="1100317" y="1973889"/>
                  <a:pt x="1134141" y="1933415"/>
                  <a:pt x="1156195" y="1951718"/>
                </a:cubicBezTo>
                <a:cubicBezTo>
                  <a:pt x="1174376" y="1966807"/>
                  <a:pt x="1176139" y="1991875"/>
                  <a:pt x="1160145" y="2007870"/>
                </a:cubicBezTo>
                <a:cubicBezTo>
                  <a:pt x="1143517" y="2024497"/>
                  <a:pt x="1126007" y="2021891"/>
                  <a:pt x="1114898" y="2001134"/>
                </a:cubicBezTo>
                <a:close/>
                <a:moveTo>
                  <a:pt x="1790465" y="2004730"/>
                </a:moveTo>
                <a:cubicBezTo>
                  <a:pt x="1781099" y="1993445"/>
                  <a:pt x="1780855" y="1984715"/>
                  <a:pt x="1789380" y="1966005"/>
                </a:cubicBezTo>
                <a:cubicBezTo>
                  <a:pt x="1804086" y="1933727"/>
                  <a:pt x="1850990" y="1936423"/>
                  <a:pt x="1855724" y="1969818"/>
                </a:cubicBezTo>
                <a:cubicBezTo>
                  <a:pt x="1861712" y="2012055"/>
                  <a:pt x="1816582" y="2036199"/>
                  <a:pt x="1790465" y="2004730"/>
                </a:cubicBezTo>
                <a:close/>
                <a:moveTo>
                  <a:pt x="909792" y="1984756"/>
                </a:moveTo>
                <a:cubicBezTo>
                  <a:pt x="890259" y="1965224"/>
                  <a:pt x="894699" y="1930039"/>
                  <a:pt x="917238" y="1925742"/>
                </a:cubicBezTo>
                <a:cubicBezTo>
                  <a:pt x="956693" y="1918220"/>
                  <a:pt x="978535" y="1971693"/>
                  <a:pt x="943636" y="1990370"/>
                </a:cubicBezTo>
                <a:cubicBezTo>
                  <a:pt x="929678" y="1997841"/>
                  <a:pt x="921523" y="1996488"/>
                  <a:pt x="909792" y="1984756"/>
                </a:cubicBezTo>
                <a:close/>
                <a:moveTo>
                  <a:pt x="2041781" y="1985927"/>
                </a:moveTo>
                <a:cubicBezTo>
                  <a:pt x="2033680" y="1964818"/>
                  <a:pt x="2062742" y="1935107"/>
                  <a:pt x="2077275" y="1949640"/>
                </a:cubicBezTo>
                <a:cubicBezTo>
                  <a:pt x="2092097" y="1964462"/>
                  <a:pt x="2084137" y="1994663"/>
                  <a:pt x="2064405" y="1998463"/>
                </a:cubicBezTo>
                <a:cubicBezTo>
                  <a:pt x="2055282" y="2000220"/>
                  <a:pt x="2045101" y="1994579"/>
                  <a:pt x="2041781" y="1985927"/>
                </a:cubicBezTo>
                <a:close/>
                <a:moveTo>
                  <a:pt x="2681818" y="1982059"/>
                </a:moveTo>
                <a:cubicBezTo>
                  <a:pt x="2675355" y="1971602"/>
                  <a:pt x="2685198" y="1943100"/>
                  <a:pt x="2695273" y="1943100"/>
                </a:cubicBezTo>
                <a:cubicBezTo>
                  <a:pt x="2699225" y="1943100"/>
                  <a:pt x="2700409" y="1953815"/>
                  <a:pt x="2697906" y="1966912"/>
                </a:cubicBezTo>
                <a:cubicBezTo>
                  <a:pt x="2692978" y="1992690"/>
                  <a:pt x="2690077" y="1995422"/>
                  <a:pt x="2681818" y="1982059"/>
                </a:cubicBezTo>
                <a:close/>
                <a:moveTo>
                  <a:pt x="1624543" y="1963009"/>
                </a:moveTo>
                <a:cubicBezTo>
                  <a:pt x="1618275" y="1952866"/>
                  <a:pt x="1627794" y="1924050"/>
                  <a:pt x="1637414" y="1924050"/>
                </a:cubicBezTo>
                <a:cubicBezTo>
                  <a:pt x="1650771" y="1924050"/>
                  <a:pt x="1665237" y="1945809"/>
                  <a:pt x="1660349" y="1958548"/>
                </a:cubicBezTo>
                <a:cubicBezTo>
                  <a:pt x="1654656" y="1973383"/>
                  <a:pt x="1632649" y="1976125"/>
                  <a:pt x="1624543" y="1963009"/>
                </a:cubicBezTo>
                <a:close/>
                <a:moveTo>
                  <a:pt x="1301638" y="1935206"/>
                </a:moveTo>
                <a:cubicBezTo>
                  <a:pt x="1279657" y="1910917"/>
                  <a:pt x="1281976" y="1888943"/>
                  <a:pt x="1308345" y="1871666"/>
                </a:cubicBezTo>
                <a:cubicBezTo>
                  <a:pt x="1354703" y="1841291"/>
                  <a:pt x="1396082" y="1900239"/>
                  <a:pt x="1352930" y="1935182"/>
                </a:cubicBezTo>
                <a:cubicBezTo>
                  <a:pt x="1326135" y="1956879"/>
                  <a:pt x="1321254" y="1956881"/>
                  <a:pt x="1301638" y="1935206"/>
                </a:cubicBezTo>
                <a:close/>
                <a:moveTo>
                  <a:pt x="2349901" y="1918101"/>
                </a:moveTo>
                <a:cubicBezTo>
                  <a:pt x="2338422" y="1906622"/>
                  <a:pt x="2342436" y="1879349"/>
                  <a:pt x="2357437" y="1866900"/>
                </a:cubicBezTo>
                <a:cubicBezTo>
                  <a:pt x="2376539" y="1851046"/>
                  <a:pt x="2402358" y="1871544"/>
                  <a:pt x="2398378" y="1899404"/>
                </a:cubicBezTo>
                <a:cubicBezTo>
                  <a:pt x="2395561" y="1919118"/>
                  <a:pt x="2363344" y="1931544"/>
                  <a:pt x="2349901" y="1918101"/>
                </a:cubicBezTo>
                <a:close/>
                <a:moveTo>
                  <a:pt x="1510007" y="1899171"/>
                </a:moveTo>
                <a:cubicBezTo>
                  <a:pt x="1499080" y="1888244"/>
                  <a:pt x="1497910" y="1880053"/>
                  <a:pt x="1505304" y="1866238"/>
                </a:cubicBezTo>
                <a:cubicBezTo>
                  <a:pt x="1524254" y="1830829"/>
                  <a:pt x="1570702" y="1852448"/>
                  <a:pt x="1556302" y="1889976"/>
                </a:cubicBezTo>
                <a:cubicBezTo>
                  <a:pt x="1548283" y="1910872"/>
                  <a:pt x="1526112" y="1915276"/>
                  <a:pt x="1510007" y="1899171"/>
                </a:cubicBezTo>
                <a:close/>
                <a:moveTo>
                  <a:pt x="601076" y="1891919"/>
                </a:moveTo>
                <a:cubicBezTo>
                  <a:pt x="586727" y="1874629"/>
                  <a:pt x="597694" y="1847850"/>
                  <a:pt x="619125" y="1847850"/>
                </a:cubicBezTo>
                <a:cubicBezTo>
                  <a:pt x="628481" y="1847850"/>
                  <a:pt x="638812" y="1854822"/>
                  <a:pt x="642082" y="1863344"/>
                </a:cubicBezTo>
                <a:cubicBezTo>
                  <a:pt x="647911" y="1878533"/>
                  <a:pt x="633324" y="1905000"/>
                  <a:pt x="619125" y="1905000"/>
                </a:cubicBezTo>
                <a:cubicBezTo>
                  <a:pt x="615169" y="1905000"/>
                  <a:pt x="607047" y="1899113"/>
                  <a:pt x="601076" y="1891919"/>
                </a:cubicBezTo>
                <a:close/>
                <a:moveTo>
                  <a:pt x="784707" y="1891268"/>
                </a:moveTo>
                <a:cubicBezTo>
                  <a:pt x="781809" y="1883716"/>
                  <a:pt x="780931" y="1869786"/>
                  <a:pt x="782756" y="1860312"/>
                </a:cubicBezTo>
                <a:cubicBezTo>
                  <a:pt x="787266" y="1836890"/>
                  <a:pt x="831967" y="1836808"/>
                  <a:pt x="836474" y="1860213"/>
                </a:cubicBezTo>
                <a:cubicBezTo>
                  <a:pt x="843026" y="1894233"/>
                  <a:pt x="796545" y="1922117"/>
                  <a:pt x="784707" y="1891268"/>
                </a:cubicBezTo>
                <a:close/>
                <a:moveTo>
                  <a:pt x="1927254" y="1880560"/>
                </a:moveTo>
                <a:cubicBezTo>
                  <a:pt x="1918998" y="1859046"/>
                  <a:pt x="1935900" y="1833562"/>
                  <a:pt x="1958425" y="1833562"/>
                </a:cubicBezTo>
                <a:cubicBezTo>
                  <a:pt x="1986969" y="1833562"/>
                  <a:pt x="1983742" y="1889675"/>
                  <a:pt x="1954963" y="1893761"/>
                </a:cubicBezTo>
                <a:cubicBezTo>
                  <a:pt x="1941492" y="1895674"/>
                  <a:pt x="1931166" y="1890755"/>
                  <a:pt x="1927254" y="1880560"/>
                </a:cubicBezTo>
                <a:close/>
                <a:moveTo>
                  <a:pt x="2545556" y="1889166"/>
                </a:moveTo>
                <a:cubicBezTo>
                  <a:pt x="2528281" y="1882196"/>
                  <a:pt x="2530965" y="1843751"/>
                  <a:pt x="2550402" y="1819747"/>
                </a:cubicBezTo>
                <a:cubicBezTo>
                  <a:pt x="2570915" y="1794414"/>
                  <a:pt x="2597965" y="1801794"/>
                  <a:pt x="2606298" y="1834996"/>
                </a:cubicBezTo>
                <a:cubicBezTo>
                  <a:pt x="2615626" y="1872160"/>
                  <a:pt x="2580669" y="1903335"/>
                  <a:pt x="2545556" y="1889166"/>
                </a:cubicBezTo>
                <a:close/>
                <a:moveTo>
                  <a:pt x="1022619" y="1871662"/>
                </a:moveTo>
                <a:cubicBezTo>
                  <a:pt x="1014260" y="1849878"/>
                  <a:pt x="1025970" y="1828800"/>
                  <a:pt x="1046431" y="1828800"/>
                </a:cubicBezTo>
                <a:cubicBezTo>
                  <a:pt x="1068960" y="1828800"/>
                  <a:pt x="1080527" y="1855121"/>
                  <a:pt x="1065798" y="1872869"/>
                </a:cubicBezTo>
                <a:cubicBezTo>
                  <a:pt x="1051467" y="1890136"/>
                  <a:pt x="1029472" y="1889522"/>
                  <a:pt x="1022619" y="1871662"/>
                </a:cubicBezTo>
                <a:close/>
                <a:moveTo>
                  <a:pt x="2873611" y="1859733"/>
                </a:moveTo>
                <a:cubicBezTo>
                  <a:pt x="2862234" y="1857111"/>
                  <a:pt x="2857383" y="1848760"/>
                  <a:pt x="2859324" y="1835138"/>
                </a:cubicBezTo>
                <a:cubicBezTo>
                  <a:pt x="2863025" y="1809159"/>
                  <a:pt x="2900028" y="1801778"/>
                  <a:pt x="2909025" y="1825224"/>
                </a:cubicBezTo>
                <a:cubicBezTo>
                  <a:pt x="2916834" y="1845576"/>
                  <a:pt x="2896818" y="1865081"/>
                  <a:pt x="2873611" y="1859733"/>
                </a:cubicBezTo>
                <a:close/>
                <a:moveTo>
                  <a:pt x="1720850" y="1841499"/>
                </a:moveTo>
                <a:cubicBezTo>
                  <a:pt x="1708180" y="1828830"/>
                  <a:pt x="1714906" y="1791152"/>
                  <a:pt x="1731414" y="1782317"/>
                </a:cubicBezTo>
                <a:cubicBezTo>
                  <a:pt x="1766642" y="1763464"/>
                  <a:pt x="1798182" y="1807982"/>
                  <a:pt x="1769745" y="1836420"/>
                </a:cubicBezTo>
                <a:cubicBezTo>
                  <a:pt x="1757291" y="1848873"/>
                  <a:pt x="1730959" y="1851609"/>
                  <a:pt x="1720850" y="1841499"/>
                </a:cubicBezTo>
                <a:close/>
                <a:moveTo>
                  <a:pt x="2173172" y="1832569"/>
                </a:moveTo>
                <a:cubicBezTo>
                  <a:pt x="2147165" y="1814353"/>
                  <a:pt x="2146729" y="1776877"/>
                  <a:pt x="2172316" y="1758955"/>
                </a:cubicBezTo>
                <a:cubicBezTo>
                  <a:pt x="2197202" y="1741524"/>
                  <a:pt x="2228175" y="1749249"/>
                  <a:pt x="2238044" y="1775350"/>
                </a:cubicBezTo>
                <a:cubicBezTo>
                  <a:pt x="2253862" y="1817186"/>
                  <a:pt x="2208426" y="1857262"/>
                  <a:pt x="2173172" y="1832569"/>
                </a:cubicBezTo>
                <a:close/>
                <a:moveTo>
                  <a:pt x="1222668" y="1805051"/>
                </a:moveTo>
                <a:cubicBezTo>
                  <a:pt x="1219369" y="1796453"/>
                  <a:pt x="1221237" y="1784852"/>
                  <a:pt x="1226819" y="1779270"/>
                </a:cubicBezTo>
                <a:cubicBezTo>
                  <a:pt x="1241332" y="1764757"/>
                  <a:pt x="1268829" y="1778021"/>
                  <a:pt x="1265038" y="1797705"/>
                </a:cubicBezTo>
                <a:cubicBezTo>
                  <a:pt x="1260815" y="1819630"/>
                  <a:pt x="1230294" y="1824922"/>
                  <a:pt x="1222668" y="1805051"/>
                </a:cubicBezTo>
                <a:close/>
                <a:moveTo>
                  <a:pt x="917561" y="1766148"/>
                </a:moveTo>
                <a:cubicBezTo>
                  <a:pt x="914389" y="1757884"/>
                  <a:pt x="919072" y="1743954"/>
                  <a:pt x="927967" y="1735192"/>
                </a:cubicBezTo>
                <a:cubicBezTo>
                  <a:pt x="943090" y="1720295"/>
                  <a:pt x="945017" y="1720447"/>
                  <a:pt x="957683" y="1737531"/>
                </a:cubicBezTo>
                <a:cubicBezTo>
                  <a:pt x="967720" y="1751069"/>
                  <a:pt x="968500" y="1759084"/>
                  <a:pt x="960697" y="1768487"/>
                </a:cubicBezTo>
                <a:cubicBezTo>
                  <a:pt x="946430" y="1785677"/>
                  <a:pt x="924600" y="1784493"/>
                  <a:pt x="917561" y="1766148"/>
                </a:cubicBezTo>
                <a:close/>
                <a:moveTo>
                  <a:pt x="2996143" y="1772509"/>
                </a:moveTo>
                <a:cubicBezTo>
                  <a:pt x="2989875" y="1762366"/>
                  <a:pt x="2999394" y="1733550"/>
                  <a:pt x="3009014" y="1733550"/>
                </a:cubicBezTo>
                <a:cubicBezTo>
                  <a:pt x="3022371" y="1733550"/>
                  <a:pt x="3036837" y="1755309"/>
                  <a:pt x="3031949" y="1768048"/>
                </a:cubicBezTo>
                <a:cubicBezTo>
                  <a:pt x="3026256" y="1782883"/>
                  <a:pt x="3004249" y="1785625"/>
                  <a:pt x="2996143" y="1772509"/>
                </a:cubicBezTo>
                <a:close/>
                <a:moveTo>
                  <a:pt x="2739117" y="1756682"/>
                </a:moveTo>
                <a:cubicBezTo>
                  <a:pt x="2721565" y="1739130"/>
                  <a:pt x="2720614" y="1729379"/>
                  <a:pt x="2734010" y="1704348"/>
                </a:cubicBezTo>
                <a:cubicBezTo>
                  <a:pt x="2752088" y="1670569"/>
                  <a:pt x="2809875" y="1686490"/>
                  <a:pt x="2809875" y="1725249"/>
                </a:cubicBezTo>
                <a:cubicBezTo>
                  <a:pt x="2809875" y="1744887"/>
                  <a:pt x="2785152" y="1771650"/>
                  <a:pt x="2767012" y="1771650"/>
                </a:cubicBezTo>
                <a:cubicBezTo>
                  <a:pt x="2759902" y="1771650"/>
                  <a:pt x="2747350" y="1764914"/>
                  <a:pt x="2739117" y="1756682"/>
                </a:cubicBezTo>
                <a:close/>
                <a:moveTo>
                  <a:pt x="607259" y="1750218"/>
                </a:moveTo>
                <a:cubicBezTo>
                  <a:pt x="600167" y="1730931"/>
                  <a:pt x="609903" y="1714500"/>
                  <a:pt x="628424" y="1714500"/>
                </a:cubicBezTo>
                <a:cubicBezTo>
                  <a:pt x="649542" y="1714500"/>
                  <a:pt x="659614" y="1736875"/>
                  <a:pt x="645050" y="1751439"/>
                </a:cubicBezTo>
                <a:cubicBezTo>
                  <a:pt x="630892" y="1765597"/>
                  <a:pt x="612699" y="1765009"/>
                  <a:pt x="607259" y="1750218"/>
                </a:cubicBezTo>
                <a:close/>
                <a:moveTo>
                  <a:pt x="1375068" y="1747901"/>
                </a:moveTo>
                <a:cubicBezTo>
                  <a:pt x="1371769" y="1739303"/>
                  <a:pt x="1373637" y="1727702"/>
                  <a:pt x="1379220" y="1722120"/>
                </a:cubicBezTo>
                <a:cubicBezTo>
                  <a:pt x="1393732" y="1707607"/>
                  <a:pt x="1421229" y="1720871"/>
                  <a:pt x="1417438" y="1740555"/>
                </a:cubicBezTo>
                <a:cubicBezTo>
                  <a:pt x="1413215" y="1762480"/>
                  <a:pt x="1382694" y="1767772"/>
                  <a:pt x="1375068" y="1747901"/>
                </a:cubicBezTo>
                <a:close/>
                <a:moveTo>
                  <a:pt x="1535430" y="1731645"/>
                </a:moveTo>
                <a:cubicBezTo>
                  <a:pt x="1511976" y="1708191"/>
                  <a:pt x="1535067" y="1670279"/>
                  <a:pt x="1565655" y="1682017"/>
                </a:cubicBezTo>
                <a:cubicBezTo>
                  <a:pt x="1590060" y="1691382"/>
                  <a:pt x="1578986" y="1743075"/>
                  <a:pt x="1552575" y="1743075"/>
                </a:cubicBezTo>
                <a:cubicBezTo>
                  <a:pt x="1549431" y="1743075"/>
                  <a:pt x="1541716" y="1737931"/>
                  <a:pt x="1535430" y="1731645"/>
                </a:cubicBezTo>
                <a:close/>
                <a:moveTo>
                  <a:pt x="2006600" y="1727199"/>
                </a:moveTo>
                <a:cubicBezTo>
                  <a:pt x="1993661" y="1714261"/>
                  <a:pt x="2000820" y="1676764"/>
                  <a:pt x="2017984" y="1667579"/>
                </a:cubicBezTo>
                <a:cubicBezTo>
                  <a:pt x="2045419" y="1652896"/>
                  <a:pt x="2071430" y="1676200"/>
                  <a:pt x="2063385" y="1708255"/>
                </a:cubicBezTo>
                <a:cubicBezTo>
                  <a:pt x="2057241" y="1732737"/>
                  <a:pt x="2023420" y="1744020"/>
                  <a:pt x="2006600" y="1727199"/>
                </a:cubicBezTo>
                <a:close/>
                <a:moveTo>
                  <a:pt x="2367819" y="1725411"/>
                </a:moveTo>
                <a:cubicBezTo>
                  <a:pt x="2358361" y="1710108"/>
                  <a:pt x="2373084" y="1684789"/>
                  <a:pt x="2389592" y="1687969"/>
                </a:cubicBezTo>
                <a:cubicBezTo>
                  <a:pt x="2409886" y="1691877"/>
                  <a:pt x="2409632" y="1727646"/>
                  <a:pt x="2389281" y="1731565"/>
                </a:cubicBezTo>
                <a:cubicBezTo>
                  <a:pt x="2380602" y="1733237"/>
                  <a:pt x="2370944" y="1730467"/>
                  <a:pt x="2367819" y="1725411"/>
                </a:cubicBezTo>
                <a:close/>
                <a:moveTo>
                  <a:pt x="727610" y="1710430"/>
                </a:moveTo>
                <a:cubicBezTo>
                  <a:pt x="718932" y="1687815"/>
                  <a:pt x="727653" y="1655165"/>
                  <a:pt x="745331" y="1644083"/>
                </a:cubicBezTo>
                <a:cubicBezTo>
                  <a:pt x="779866" y="1622434"/>
                  <a:pt x="817231" y="1677618"/>
                  <a:pt x="790139" y="1710261"/>
                </a:cubicBezTo>
                <a:cubicBezTo>
                  <a:pt x="775440" y="1727972"/>
                  <a:pt x="734384" y="1728083"/>
                  <a:pt x="727610" y="1710430"/>
                </a:cubicBezTo>
                <a:close/>
                <a:moveTo>
                  <a:pt x="2477288" y="1696922"/>
                </a:moveTo>
                <a:cubicBezTo>
                  <a:pt x="2466405" y="1676587"/>
                  <a:pt x="2487797" y="1638300"/>
                  <a:pt x="2510042" y="1638300"/>
                </a:cubicBezTo>
                <a:cubicBezTo>
                  <a:pt x="2531342" y="1638300"/>
                  <a:pt x="2545671" y="1672987"/>
                  <a:pt x="2533650" y="1695450"/>
                </a:cubicBezTo>
                <a:cubicBezTo>
                  <a:pt x="2520865" y="1719337"/>
                  <a:pt x="2489719" y="1720151"/>
                  <a:pt x="2477288" y="1696922"/>
                </a:cubicBezTo>
                <a:close/>
                <a:moveTo>
                  <a:pt x="1085952" y="1690811"/>
                </a:moveTo>
                <a:cubicBezTo>
                  <a:pt x="1068361" y="1669614"/>
                  <a:pt x="1081997" y="1630104"/>
                  <a:pt x="1109266" y="1623260"/>
                </a:cubicBezTo>
                <a:cubicBezTo>
                  <a:pt x="1137059" y="1616285"/>
                  <a:pt x="1148605" y="1622282"/>
                  <a:pt x="1155084" y="1647060"/>
                </a:cubicBezTo>
                <a:cubicBezTo>
                  <a:pt x="1165977" y="1688713"/>
                  <a:pt x="1112368" y="1722640"/>
                  <a:pt x="1085952" y="1690811"/>
                </a:cubicBezTo>
                <a:close/>
                <a:moveTo>
                  <a:pt x="1825954" y="1698954"/>
                </a:moveTo>
                <a:cubicBezTo>
                  <a:pt x="1814403" y="1687403"/>
                  <a:pt x="1818675" y="1660180"/>
                  <a:pt x="1834040" y="1647428"/>
                </a:cubicBezTo>
                <a:cubicBezTo>
                  <a:pt x="1855543" y="1629582"/>
                  <a:pt x="1885675" y="1659593"/>
                  <a:pt x="1870480" y="1683722"/>
                </a:cubicBezTo>
                <a:cubicBezTo>
                  <a:pt x="1859124" y="1701754"/>
                  <a:pt x="1836495" y="1709495"/>
                  <a:pt x="1825954" y="1698954"/>
                </a:cubicBezTo>
                <a:close/>
                <a:moveTo>
                  <a:pt x="1290548" y="1663225"/>
                </a:moveTo>
                <a:cubicBezTo>
                  <a:pt x="1277991" y="1654043"/>
                  <a:pt x="1275241" y="1644013"/>
                  <a:pt x="1280040" y="1624893"/>
                </a:cubicBezTo>
                <a:cubicBezTo>
                  <a:pt x="1289290" y="1588039"/>
                  <a:pt x="1336811" y="1592406"/>
                  <a:pt x="1341214" y="1630515"/>
                </a:cubicBezTo>
                <a:cubicBezTo>
                  <a:pt x="1344992" y="1663215"/>
                  <a:pt x="1316070" y="1681887"/>
                  <a:pt x="1290548" y="1663225"/>
                </a:cubicBezTo>
                <a:close/>
                <a:moveTo>
                  <a:pt x="2928884" y="1638214"/>
                </a:moveTo>
                <a:cubicBezTo>
                  <a:pt x="2918732" y="1621787"/>
                  <a:pt x="2934104" y="1590675"/>
                  <a:pt x="2952372" y="1590675"/>
                </a:cubicBezTo>
                <a:cubicBezTo>
                  <a:pt x="2972016" y="1590675"/>
                  <a:pt x="2983461" y="1612124"/>
                  <a:pt x="2975244" y="1633537"/>
                </a:cubicBezTo>
                <a:cubicBezTo>
                  <a:pt x="2969047" y="1649685"/>
                  <a:pt x="2937915" y="1652826"/>
                  <a:pt x="2928884" y="1638214"/>
                </a:cubicBezTo>
                <a:close/>
                <a:moveTo>
                  <a:pt x="1654063" y="1620881"/>
                </a:moveTo>
                <a:cubicBezTo>
                  <a:pt x="1624254" y="1587942"/>
                  <a:pt x="1639035" y="1552208"/>
                  <a:pt x="1684665" y="1546895"/>
                </a:cubicBezTo>
                <a:cubicBezTo>
                  <a:pt x="1721961" y="1542553"/>
                  <a:pt x="1735158" y="1577027"/>
                  <a:pt x="1710567" y="1614556"/>
                </a:cubicBezTo>
                <a:cubicBezTo>
                  <a:pt x="1692091" y="1642755"/>
                  <a:pt x="1675536" y="1644608"/>
                  <a:pt x="1654063" y="1620881"/>
                </a:cubicBezTo>
                <a:close/>
                <a:moveTo>
                  <a:pt x="2156539" y="1625172"/>
                </a:moveTo>
                <a:cubicBezTo>
                  <a:pt x="2148830" y="1605082"/>
                  <a:pt x="2159651" y="1590675"/>
                  <a:pt x="2182449" y="1590675"/>
                </a:cubicBezTo>
                <a:cubicBezTo>
                  <a:pt x="2196839" y="1590675"/>
                  <a:pt x="2200843" y="1595978"/>
                  <a:pt x="2198556" y="1612008"/>
                </a:cubicBezTo>
                <a:cubicBezTo>
                  <a:pt x="2195004" y="1636907"/>
                  <a:pt x="2164687" y="1646405"/>
                  <a:pt x="2156539" y="1625172"/>
                </a:cubicBezTo>
                <a:close/>
                <a:moveTo>
                  <a:pt x="2641586" y="1623273"/>
                </a:moveTo>
                <a:cubicBezTo>
                  <a:pt x="2638414" y="1615009"/>
                  <a:pt x="2642835" y="1601232"/>
                  <a:pt x="2651410" y="1592657"/>
                </a:cubicBezTo>
                <a:cubicBezTo>
                  <a:pt x="2670903" y="1573164"/>
                  <a:pt x="2700352" y="1595718"/>
                  <a:pt x="2690143" y="1622321"/>
                </a:cubicBezTo>
                <a:cubicBezTo>
                  <a:pt x="2682388" y="1642530"/>
                  <a:pt x="2649225" y="1643181"/>
                  <a:pt x="2641586" y="1623273"/>
                </a:cubicBezTo>
                <a:close/>
                <a:moveTo>
                  <a:pt x="924027" y="1614611"/>
                </a:moveTo>
                <a:cubicBezTo>
                  <a:pt x="896203" y="1581085"/>
                  <a:pt x="943726" y="1525530"/>
                  <a:pt x="976769" y="1552954"/>
                </a:cubicBezTo>
                <a:cubicBezTo>
                  <a:pt x="995654" y="1568627"/>
                  <a:pt x="994135" y="1594047"/>
                  <a:pt x="973181" y="1613011"/>
                </a:cubicBezTo>
                <a:cubicBezTo>
                  <a:pt x="951647" y="1632498"/>
                  <a:pt x="939208" y="1632903"/>
                  <a:pt x="924027" y="1614611"/>
                </a:cubicBezTo>
                <a:close/>
                <a:moveTo>
                  <a:pt x="557104" y="1580508"/>
                </a:moveTo>
                <a:cubicBezTo>
                  <a:pt x="549603" y="1536110"/>
                  <a:pt x="553096" y="1529423"/>
                  <a:pt x="579427" y="1537780"/>
                </a:cubicBezTo>
                <a:cubicBezTo>
                  <a:pt x="606042" y="1546227"/>
                  <a:pt x="612562" y="1570447"/>
                  <a:pt x="595308" y="1596779"/>
                </a:cubicBezTo>
                <a:cubicBezTo>
                  <a:pt x="574281" y="1628871"/>
                  <a:pt x="564576" y="1624738"/>
                  <a:pt x="557104" y="1580508"/>
                </a:cubicBezTo>
                <a:close/>
                <a:moveTo>
                  <a:pt x="2281917" y="1585232"/>
                </a:moveTo>
                <a:cubicBezTo>
                  <a:pt x="2262293" y="1565608"/>
                  <a:pt x="2263008" y="1549569"/>
                  <a:pt x="2284368" y="1530238"/>
                </a:cubicBezTo>
                <a:cubicBezTo>
                  <a:pt x="2323843" y="1494514"/>
                  <a:pt x="2368037" y="1532472"/>
                  <a:pt x="2338844" y="1577026"/>
                </a:cubicBezTo>
                <a:cubicBezTo>
                  <a:pt x="2321287" y="1603822"/>
                  <a:pt x="2303126" y="1606440"/>
                  <a:pt x="2281917" y="1585232"/>
                </a:cubicBezTo>
                <a:close/>
                <a:moveTo>
                  <a:pt x="2776145" y="1570991"/>
                </a:moveTo>
                <a:cubicBezTo>
                  <a:pt x="2768737" y="1559004"/>
                  <a:pt x="2776355" y="1549655"/>
                  <a:pt x="2795863" y="1546792"/>
                </a:cubicBezTo>
                <a:cubicBezTo>
                  <a:pt x="2804026" y="1545594"/>
                  <a:pt x="2809875" y="1552335"/>
                  <a:pt x="2809875" y="1562942"/>
                </a:cubicBezTo>
                <a:cubicBezTo>
                  <a:pt x="2809875" y="1582368"/>
                  <a:pt x="2786608" y="1587920"/>
                  <a:pt x="2776145" y="1570991"/>
                </a:cubicBezTo>
                <a:close/>
                <a:moveTo>
                  <a:pt x="1898673" y="1556697"/>
                </a:moveTo>
                <a:cubicBezTo>
                  <a:pt x="1891799" y="1538783"/>
                  <a:pt x="1908655" y="1519248"/>
                  <a:pt x="1923220" y="1528249"/>
                </a:cubicBezTo>
                <a:cubicBezTo>
                  <a:pt x="1938920" y="1537952"/>
                  <a:pt x="1935635" y="1571625"/>
                  <a:pt x="1918988" y="1571625"/>
                </a:cubicBezTo>
                <a:cubicBezTo>
                  <a:pt x="1910966" y="1571625"/>
                  <a:pt x="1901824" y="1564907"/>
                  <a:pt x="1898673" y="1556697"/>
                </a:cubicBezTo>
                <a:close/>
                <a:moveTo>
                  <a:pt x="1438379" y="1547938"/>
                </a:moveTo>
                <a:cubicBezTo>
                  <a:pt x="1428678" y="1536249"/>
                  <a:pt x="1428371" y="1527645"/>
                  <a:pt x="1436979" y="1508752"/>
                </a:cubicBezTo>
                <a:cubicBezTo>
                  <a:pt x="1449281" y="1481753"/>
                  <a:pt x="1473080" y="1481110"/>
                  <a:pt x="1489592" y="1507331"/>
                </a:cubicBezTo>
                <a:cubicBezTo>
                  <a:pt x="1510738" y="1540909"/>
                  <a:pt x="1463579" y="1578302"/>
                  <a:pt x="1438379" y="1547938"/>
                </a:cubicBezTo>
                <a:close/>
                <a:moveTo>
                  <a:pt x="2480214" y="1538991"/>
                </a:moveTo>
                <a:cubicBezTo>
                  <a:pt x="2471548" y="1516408"/>
                  <a:pt x="2483810" y="1493601"/>
                  <a:pt x="2502664" y="1497232"/>
                </a:cubicBezTo>
                <a:cubicBezTo>
                  <a:pt x="2513209" y="1499263"/>
                  <a:pt x="2519362" y="1509127"/>
                  <a:pt x="2519362" y="1524000"/>
                </a:cubicBezTo>
                <a:cubicBezTo>
                  <a:pt x="2519362" y="1551152"/>
                  <a:pt x="2489298" y="1562664"/>
                  <a:pt x="2480214" y="1538991"/>
                </a:cubicBezTo>
                <a:close/>
                <a:moveTo>
                  <a:pt x="717819" y="1519237"/>
                </a:moveTo>
                <a:cubicBezTo>
                  <a:pt x="709427" y="1497367"/>
                  <a:pt x="721200" y="1476375"/>
                  <a:pt x="741857" y="1476375"/>
                </a:cubicBezTo>
                <a:cubicBezTo>
                  <a:pt x="764101" y="1476375"/>
                  <a:pt x="772150" y="1493967"/>
                  <a:pt x="760377" y="1516856"/>
                </a:cubicBezTo>
                <a:cubicBezTo>
                  <a:pt x="749873" y="1537280"/>
                  <a:pt x="725271" y="1538656"/>
                  <a:pt x="717819" y="1519237"/>
                </a:cubicBezTo>
                <a:close/>
                <a:moveTo>
                  <a:pt x="1156193" y="1510295"/>
                </a:moveTo>
                <a:cubicBezTo>
                  <a:pt x="1148660" y="1490664"/>
                  <a:pt x="1168929" y="1466432"/>
                  <a:pt x="1187062" y="1473390"/>
                </a:cubicBezTo>
                <a:cubicBezTo>
                  <a:pt x="1206068" y="1480684"/>
                  <a:pt x="1199630" y="1518234"/>
                  <a:pt x="1178689" y="1522225"/>
                </a:cubicBezTo>
                <a:cubicBezTo>
                  <a:pt x="1169506" y="1523975"/>
                  <a:pt x="1159382" y="1518607"/>
                  <a:pt x="1156193" y="1510295"/>
                </a:cubicBezTo>
                <a:close/>
                <a:moveTo>
                  <a:pt x="2040255" y="1503045"/>
                </a:moveTo>
                <a:cubicBezTo>
                  <a:pt x="2012201" y="1474991"/>
                  <a:pt x="2033114" y="1419225"/>
                  <a:pt x="2071687" y="1419225"/>
                </a:cubicBezTo>
                <a:cubicBezTo>
                  <a:pt x="2098643" y="1419225"/>
                  <a:pt x="2114550" y="1436898"/>
                  <a:pt x="2114550" y="1466850"/>
                </a:cubicBezTo>
                <a:cubicBezTo>
                  <a:pt x="2114550" y="1496801"/>
                  <a:pt x="2098643" y="1514475"/>
                  <a:pt x="2071687" y="1514475"/>
                </a:cubicBezTo>
                <a:cubicBezTo>
                  <a:pt x="2060686" y="1514475"/>
                  <a:pt x="2046541" y="1509331"/>
                  <a:pt x="2040255" y="1503045"/>
                </a:cubicBezTo>
                <a:close/>
                <a:moveTo>
                  <a:pt x="882848" y="1489273"/>
                </a:moveTo>
                <a:cubicBezTo>
                  <a:pt x="868836" y="1475261"/>
                  <a:pt x="876205" y="1446384"/>
                  <a:pt x="892968" y="1449613"/>
                </a:cubicBezTo>
                <a:cubicBezTo>
                  <a:pt x="902136" y="1451378"/>
                  <a:pt x="909637" y="1460980"/>
                  <a:pt x="909637" y="1470949"/>
                </a:cubicBezTo>
                <a:cubicBezTo>
                  <a:pt x="909637" y="1489899"/>
                  <a:pt x="894101" y="1500526"/>
                  <a:pt x="882848" y="1489273"/>
                </a:cubicBezTo>
                <a:close/>
                <a:moveTo>
                  <a:pt x="2920092" y="1480457"/>
                </a:moveTo>
                <a:cubicBezTo>
                  <a:pt x="2902540" y="1462905"/>
                  <a:pt x="2901589" y="1453154"/>
                  <a:pt x="2914985" y="1428123"/>
                </a:cubicBezTo>
                <a:cubicBezTo>
                  <a:pt x="2933368" y="1393774"/>
                  <a:pt x="2981325" y="1411440"/>
                  <a:pt x="2981325" y="1452562"/>
                </a:cubicBezTo>
                <a:cubicBezTo>
                  <a:pt x="2981325" y="1491749"/>
                  <a:pt x="2947015" y="1507379"/>
                  <a:pt x="2920092" y="1480457"/>
                </a:cubicBezTo>
                <a:close/>
                <a:moveTo>
                  <a:pt x="2638045" y="1452104"/>
                </a:moveTo>
                <a:cubicBezTo>
                  <a:pt x="2624546" y="1435839"/>
                  <a:pt x="2647527" y="1371600"/>
                  <a:pt x="2666845" y="1371600"/>
                </a:cubicBezTo>
                <a:cubicBezTo>
                  <a:pt x="2685826" y="1371600"/>
                  <a:pt x="2714276" y="1409026"/>
                  <a:pt x="2708315" y="1426152"/>
                </a:cubicBezTo>
                <a:cubicBezTo>
                  <a:pt x="2695253" y="1463677"/>
                  <a:pt x="2658817" y="1477133"/>
                  <a:pt x="2638045" y="1452104"/>
                </a:cubicBezTo>
                <a:close/>
                <a:moveTo>
                  <a:pt x="1795483" y="1444230"/>
                </a:moveTo>
                <a:cubicBezTo>
                  <a:pt x="1773114" y="1427874"/>
                  <a:pt x="1780066" y="1386726"/>
                  <a:pt x="1805820" y="1383046"/>
                </a:cubicBezTo>
                <a:cubicBezTo>
                  <a:pt x="1831061" y="1379440"/>
                  <a:pt x="1851210" y="1403157"/>
                  <a:pt x="1843511" y="1427412"/>
                </a:cubicBezTo>
                <a:cubicBezTo>
                  <a:pt x="1835758" y="1451842"/>
                  <a:pt x="1815564" y="1458914"/>
                  <a:pt x="1795483" y="1444230"/>
                </a:cubicBezTo>
                <a:close/>
                <a:moveTo>
                  <a:pt x="1030150" y="1431459"/>
                </a:moveTo>
                <a:cubicBezTo>
                  <a:pt x="1017897" y="1408565"/>
                  <a:pt x="1033105" y="1381125"/>
                  <a:pt x="1058047" y="1381125"/>
                </a:cubicBezTo>
                <a:cubicBezTo>
                  <a:pt x="1080922" y="1381125"/>
                  <a:pt x="1092486" y="1406564"/>
                  <a:pt x="1079201" y="1427663"/>
                </a:cubicBezTo>
                <a:cubicBezTo>
                  <a:pt x="1065225" y="1449859"/>
                  <a:pt x="1041000" y="1451734"/>
                  <a:pt x="1030150" y="1431459"/>
                </a:cubicBezTo>
                <a:close/>
                <a:moveTo>
                  <a:pt x="1287593" y="1432159"/>
                </a:moveTo>
                <a:cubicBezTo>
                  <a:pt x="1266530" y="1394522"/>
                  <a:pt x="1310806" y="1354349"/>
                  <a:pt x="1340559" y="1384102"/>
                </a:cubicBezTo>
                <a:cubicBezTo>
                  <a:pt x="1362668" y="1406211"/>
                  <a:pt x="1348921" y="1447800"/>
                  <a:pt x="1319504" y="1447800"/>
                </a:cubicBezTo>
                <a:cubicBezTo>
                  <a:pt x="1306767" y="1447800"/>
                  <a:pt x="1292407" y="1440761"/>
                  <a:pt x="1287593" y="1432159"/>
                </a:cubicBezTo>
                <a:close/>
                <a:moveTo>
                  <a:pt x="1611332" y="1417691"/>
                </a:moveTo>
                <a:cubicBezTo>
                  <a:pt x="1613067" y="1405437"/>
                  <a:pt x="1620916" y="1395412"/>
                  <a:pt x="1628775" y="1395412"/>
                </a:cubicBezTo>
                <a:cubicBezTo>
                  <a:pt x="1649432" y="1395412"/>
                  <a:pt x="1646586" y="1432572"/>
                  <a:pt x="1625620" y="1436610"/>
                </a:cubicBezTo>
                <a:cubicBezTo>
                  <a:pt x="1612094" y="1439215"/>
                  <a:pt x="1608886" y="1434967"/>
                  <a:pt x="1611332" y="1417691"/>
                </a:cubicBezTo>
                <a:close/>
                <a:moveTo>
                  <a:pt x="613055" y="1404965"/>
                </a:moveTo>
                <a:cubicBezTo>
                  <a:pt x="609763" y="1396387"/>
                  <a:pt x="611470" y="1384969"/>
                  <a:pt x="616848" y="1379591"/>
                </a:cubicBezTo>
                <a:cubicBezTo>
                  <a:pt x="632375" y="1364064"/>
                  <a:pt x="661987" y="1374529"/>
                  <a:pt x="661987" y="1395542"/>
                </a:cubicBezTo>
                <a:cubicBezTo>
                  <a:pt x="661987" y="1419771"/>
                  <a:pt x="621712" y="1427526"/>
                  <a:pt x="613055" y="1404965"/>
                </a:cubicBezTo>
                <a:close/>
                <a:moveTo>
                  <a:pt x="2240756" y="1412265"/>
                </a:moveTo>
                <a:cubicBezTo>
                  <a:pt x="2225952" y="1407101"/>
                  <a:pt x="2225231" y="1379028"/>
                  <a:pt x="2239535" y="1364724"/>
                </a:cubicBezTo>
                <a:cubicBezTo>
                  <a:pt x="2255371" y="1348888"/>
                  <a:pt x="2276475" y="1360978"/>
                  <a:pt x="2276475" y="1385887"/>
                </a:cubicBezTo>
                <a:cubicBezTo>
                  <a:pt x="2276475" y="1408412"/>
                  <a:pt x="2261472" y="1419491"/>
                  <a:pt x="2240756" y="1412265"/>
                </a:cubicBezTo>
                <a:close/>
                <a:moveTo>
                  <a:pt x="2425918" y="1408234"/>
                </a:moveTo>
                <a:cubicBezTo>
                  <a:pt x="2405911" y="1397038"/>
                  <a:pt x="2405310" y="1377475"/>
                  <a:pt x="2424388" y="1358397"/>
                </a:cubicBezTo>
                <a:cubicBezTo>
                  <a:pt x="2448807" y="1333978"/>
                  <a:pt x="2483550" y="1361193"/>
                  <a:pt x="2470702" y="1394676"/>
                </a:cubicBezTo>
                <a:cubicBezTo>
                  <a:pt x="2463524" y="1413379"/>
                  <a:pt x="2445087" y="1418962"/>
                  <a:pt x="2425918" y="1408234"/>
                </a:cubicBezTo>
                <a:close/>
                <a:moveTo>
                  <a:pt x="2829070" y="1393593"/>
                </a:moveTo>
                <a:cubicBezTo>
                  <a:pt x="2829151" y="1389355"/>
                  <a:pt x="2833371" y="1379458"/>
                  <a:pt x="2838450" y="1371600"/>
                </a:cubicBezTo>
                <a:cubicBezTo>
                  <a:pt x="2846407" y="1359287"/>
                  <a:pt x="2847703" y="1359538"/>
                  <a:pt x="2847829" y="1373419"/>
                </a:cubicBezTo>
                <a:cubicBezTo>
                  <a:pt x="2847909" y="1382277"/>
                  <a:pt x="2843688" y="1392174"/>
                  <a:pt x="2838450" y="1395412"/>
                </a:cubicBezTo>
                <a:cubicBezTo>
                  <a:pt x="2833211" y="1398650"/>
                  <a:pt x="2828990" y="1397831"/>
                  <a:pt x="2829070" y="1393593"/>
                </a:cubicBezTo>
                <a:close/>
                <a:moveTo>
                  <a:pt x="773644" y="1347247"/>
                </a:moveTo>
                <a:cubicBezTo>
                  <a:pt x="737961" y="1322254"/>
                  <a:pt x="754570" y="1257300"/>
                  <a:pt x="796644" y="1257300"/>
                </a:cubicBezTo>
                <a:cubicBezTo>
                  <a:pt x="845343" y="1257300"/>
                  <a:pt x="864127" y="1307572"/>
                  <a:pt x="828675" y="1343025"/>
                </a:cubicBezTo>
                <a:cubicBezTo>
                  <a:pt x="805743" y="1365956"/>
                  <a:pt x="800887" y="1366329"/>
                  <a:pt x="773644" y="1347247"/>
                </a:cubicBezTo>
                <a:close/>
                <a:moveTo>
                  <a:pt x="1482943" y="1351084"/>
                </a:moveTo>
                <a:cubicBezTo>
                  <a:pt x="1462936" y="1339888"/>
                  <a:pt x="1462335" y="1320325"/>
                  <a:pt x="1481413" y="1301247"/>
                </a:cubicBezTo>
                <a:cubicBezTo>
                  <a:pt x="1505832" y="1276828"/>
                  <a:pt x="1540575" y="1304043"/>
                  <a:pt x="1527727" y="1337526"/>
                </a:cubicBezTo>
                <a:cubicBezTo>
                  <a:pt x="1520549" y="1356229"/>
                  <a:pt x="1502112" y="1361812"/>
                  <a:pt x="1482943" y="1351084"/>
                </a:cubicBezTo>
                <a:close/>
                <a:moveTo>
                  <a:pt x="1930906" y="1340283"/>
                </a:moveTo>
                <a:cubicBezTo>
                  <a:pt x="1923353" y="1320602"/>
                  <a:pt x="1938101" y="1302565"/>
                  <a:pt x="1958528" y="1306499"/>
                </a:cubicBezTo>
                <a:cubicBezTo>
                  <a:pt x="1983835" y="1311373"/>
                  <a:pt x="1981972" y="1346997"/>
                  <a:pt x="1956218" y="1350672"/>
                </a:cubicBezTo>
                <a:cubicBezTo>
                  <a:pt x="1945098" y="1352259"/>
                  <a:pt x="1933707" y="1347584"/>
                  <a:pt x="1930906" y="1340283"/>
                </a:cubicBezTo>
                <a:close/>
                <a:moveTo>
                  <a:pt x="3114675" y="1344080"/>
                </a:moveTo>
                <a:cubicBezTo>
                  <a:pt x="3114675" y="1333911"/>
                  <a:pt x="3152003" y="1287726"/>
                  <a:pt x="3152458" y="1297333"/>
                </a:cubicBezTo>
                <a:cubicBezTo>
                  <a:pt x="3153087" y="1310638"/>
                  <a:pt x="3130478" y="1352550"/>
                  <a:pt x="3122671" y="1352550"/>
                </a:cubicBezTo>
                <a:cubicBezTo>
                  <a:pt x="3118273" y="1352550"/>
                  <a:pt x="3114675" y="1348738"/>
                  <a:pt x="3114675" y="1344080"/>
                </a:cubicBezTo>
                <a:close/>
                <a:moveTo>
                  <a:pt x="944582" y="1312916"/>
                </a:moveTo>
                <a:cubicBezTo>
                  <a:pt x="946317" y="1300662"/>
                  <a:pt x="954166" y="1290637"/>
                  <a:pt x="962025" y="1290637"/>
                </a:cubicBezTo>
                <a:cubicBezTo>
                  <a:pt x="982682" y="1290637"/>
                  <a:pt x="979836" y="1327797"/>
                  <a:pt x="958870" y="1331835"/>
                </a:cubicBezTo>
                <a:cubicBezTo>
                  <a:pt x="945344" y="1334440"/>
                  <a:pt x="942136" y="1330192"/>
                  <a:pt x="944582" y="1312916"/>
                </a:cubicBezTo>
                <a:close/>
                <a:moveTo>
                  <a:pt x="1686360" y="1319736"/>
                </a:moveTo>
                <a:cubicBezTo>
                  <a:pt x="1659490" y="1287360"/>
                  <a:pt x="1696823" y="1230772"/>
                  <a:pt x="1727989" y="1256637"/>
                </a:cubicBezTo>
                <a:cubicBezTo>
                  <a:pt x="1748809" y="1273916"/>
                  <a:pt x="1746925" y="1311718"/>
                  <a:pt x="1724651" y="1323639"/>
                </a:cubicBezTo>
                <a:cubicBezTo>
                  <a:pt x="1701065" y="1336262"/>
                  <a:pt x="1699983" y="1336152"/>
                  <a:pt x="1686360" y="1319736"/>
                </a:cubicBezTo>
                <a:close/>
                <a:moveTo>
                  <a:pt x="1154430" y="1303020"/>
                </a:moveTo>
                <a:cubicBezTo>
                  <a:pt x="1136306" y="1284896"/>
                  <a:pt x="1141070" y="1259003"/>
                  <a:pt x="1165470" y="1243016"/>
                </a:cubicBezTo>
                <a:cubicBezTo>
                  <a:pt x="1191429" y="1226006"/>
                  <a:pt x="1215998" y="1232207"/>
                  <a:pt x="1224127" y="1257820"/>
                </a:cubicBezTo>
                <a:cubicBezTo>
                  <a:pt x="1237323" y="1299395"/>
                  <a:pt x="1184840" y="1333430"/>
                  <a:pt x="1154430" y="1303020"/>
                </a:cubicBezTo>
                <a:close/>
                <a:moveTo>
                  <a:pt x="2051319" y="1271587"/>
                </a:moveTo>
                <a:cubicBezTo>
                  <a:pt x="2043773" y="1251923"/>
                  <a:pt x="2054004" y="1228725"/>
                  <a:pt x="2070222" y="1228725"/>
                </a:cubicBezTo>
                <a:cubicBezTo>
                  <a:pt x="2089719" y="1228725"/>
                  <a:pt x="2106307" y="1252400"/>
                  <a:pt x="2099407" y="1270380"/>
                </a:cubicBezTo>
                <a:cubicBezTo>
                  <a:pt x="2091940" y="1289839"/>
                  <a:pt x="2058644" y="1290675"/>
                  <a:pt x="2051319" y="1271587"/>
                </a:cubicBezTo>
                <a:close/>
                <a:moveTo>
                  <a:pt x="2982769" y="1277245"/>
                </a:moveTo>
                <a:cubicBezTo>
                  <a:pt x="2965452" y="1266539"/>
                  <a:pt x="2972722" y="1234487"/>
                  <a:pt x="2993369" y="1230511"/>
                </a:cubicBezTo>
                <a:cubicBezTo>
                  <a:pt x="3002492" y="1228754"/>
                  <a:pt x="3012673" y="1234395"/>
                  <a:pt x="3015993" y="1243047"/>
                </a:cubicBezTo>
                <a:cubicBezTo>
                  <a:pt x="3023787" y="1263357"/>
                  <a:pt x="2999966" y="1287877"/>
                  <a:pt x="2982769" y="1277245"/>
                </a:cubicBezTo>
                <a:close/>
                <a:moveTo>
                  <a:pt x="2544782" y="1255766"/>
                </a:moveTo>
                <a:cubicBezTo>
                  <a:pt x="2546517" y="1243512"/>
                  <a:pt x="2554366" y="1233487"/>
                  <a:pt x="2562225" y="1233487"/>
                </a:cubicBezTo>
                <a:cubicBezTo>
                  <a:pt x="2582882" y="1233487"/>
                  <a:pt x="2580036" y="1270647"/>
                  <a:pt x="2559070" y="1274685"/>
                </a:cubicBezTo>
                <a:cubicBezTo>
                  <a:pt x="2545544" y="1277290"/>
                  <a:pt x="2542336" y="1273042"/>
                  <a:pt x="2544782" y="1255766"/>
                </a:cubicBezTo>
                <a:close/>
                <a:moveTo>
                  <a:pt x="1291625" y="1251677"/>
                </a:moveTo>
                <a:cubicBezTo>
                  <a:pt x="1284474" y="1233041"/>
                  <a:pt x="1292171" y="1219200"/>
                  <a:pt x="1309687" y="1219200"/>
                </a:cubicBezTo>
                <a:cubicBezTo>
                  <a:pt x="1316927" y="1219200"/>
                  <a:pt x="1325260" y="1223099"/>
                  <a:pt x="1328206" y="1227865"/>
                </a:cubicBezTo>
                <a:cubicBezTo>
                  <a:pt x="1336161" y="1240737"/>
                  <a:pt x="1323761" y="1266825"/>
                  <a:pt x="1309687" y="1266825"/>
                </a:cubicBezTo>
                <a:cubicBezTo>
                  <a:pt x="1302950" y="1266825"/>
                  <a:pt x="1294822" y="1260008"/>
                  <a:pt x="1291625" y="1251677"/>
                </a:cubicBezTo>
                <a:close/>
                <a:moveTo>
                  <a:pt x="2386126" y="1229084"/>
                </a:moveTo>
                <a:cubicBezTo>
                  <a:pt x="2377358" y="1201458"/>
                  <a:pt x="2397176" y="1171575"/>
                  <a:pt x="2424266" y="1171575"/>
                </a:cubicBezTo>
                <a:cubicBezTo>
                  <a:pt x="2451906" y="1171575"/>
                  <a:pt x="2466786" y="1210761"/>
                  <a:pt x="2447822" y="1233611"/>
                </a:cubicBezTo>
                <a:cubicBezTo>
                  <a:pt x="2430712" y="1254227"/>
                  <a:pt x="2393234" y="1251478"/>
                  <a:pt x="2386126" y="1229084"/>
                </a:cubicBezTo>
                <a:close/>
                <a:moveTo>
                  <a:pt x="2203989" y="1215141"/>
                </a:moveTo>
                <a:cubicBezTo>
                  <a:pt x="2195323" y="1192558"/>
                  <a:pt x="2207585" y="1169751"/>
                  <a:pt x="2226439" y="1173382"/>
                </a:cubicBezTo>
                <a:cubicBezTo>
                  <a:pt x="2249090" y="1177744"/>
                  <a:pt x="2249090" y="1222555"/>
                  <a:pt x="2226439" y="1226917"/>
                </a:cubicBezTo>
                <a:cubicBezTo>
                  <a:pt x="2217256" y="1228685"/>
                  <a:pt x="2207153" y="1223386"/>
                  <a:pt x="2203989" y="1215141"/>
                </a:cubicBezTo>
                <a:close/>
                <a:moveTo>
                  <a:pt x="1003782" y="1205468"/>
                </a:moveTo>
                <a:cubicBezTo>
                  <a:pt x="1000884" y="1197916"/>
                  <a:pt x="1000006" y="1183986"/>
                  <a:pt x="1001831" y="1174512"/>
                </a:cubicBezTo>
                <a:cubicBezTo>
                  <a:pt x="1006341" y="1151090"/>
                  <a:pt x="1051042" y="1151008"/>
                  <a:pt x="1055549" y="1174413"/>
                </a:cubicBezTo>
                <a:cubicBezTo>
                  <a:pt x="1062101" y="1208433"/>
                  <a:pt x="1015620" y="1236317"/>
                  <a:pt x="1003782" y="1205468"/>
                </a:cubicBezTo>
                <a:close/>
                <a:moveTo>
                  <a:pt x="1556285" y="1186555"/>
                </a:moveTo>
                <a:cubicBezTo>
                  <a:pt x="1547607" y="1163940"/>
                  <a:pt x="1556328" y="1131290"/>
                  <a:pt x="1574006" y="1120208"/>
                </a:cubicBezTo>
                <a:cubicBezTo>
                  <a:pt x="1608541" y="1098559"/>
                  <a:pt x="1645906" y="1153743"/>
                  <a:pt x="1618814" y="1186386"/>
                </a:cubicBezTo>
                <a:cubicBezTo>
                  <a:pt x="1604115" y="1204097"/>
                  <a:pt x="1563059" y="1204208"/>
                  <a:pt x="1556285" y="1186555"/>
                </a:cubicBezTo>
                <a:close/>
                <a:moveTo>
                  <a:pt x="3105150" y="1186504"/>
                </a:moveTo>
                <a:cubicBezTo>
                  <a:pt x="3105150" y="1172586"/>
                  <a:pt x="3140430" y="1156055"/>
                  <a:pt x="3149907" y="1165532"/>
                </a:cubicBezTo>
                <a:cubicBezTo>
                  <a:pt x="3152778" y="1168403"/>
                  <a:pt x="3152590" y="1177367"/>
                  <a:pt x="3149488" y="1185451"/>
                </a:cubicBezTo>
                <a:cubicBezTo>
                  <a:pt x="3142378" y="1203978"/>
                  <a:pt x="3105150" y="1204862"/>
                  <a:pt x="3105150" y="1186504"/>
                </a:cubicBezTo>
                <a:close/>
                <a:moveTo>
                  <a:pt x="1406926" y="1184676"/>
                </a:moveTo>
                <a:cubicBezTo>
                  <a:pt x="1385159" y="1162909"/>
                  <a:pt x="1413642" y="1118750"/>
                  <a:pt x="1442345" y="1129764"/>
                </a:cubicBezTo>
                <a:cubicBezTo>
                  <a:pt x="1465676" y="1138717"/>
                  <a:pt x="1458421" y="1185023"/>
                  <a:pt x="1433120" y="1188645"/>
                </a:cubicBezTo>
                <a:cubicBezTo>
                  <a:pt x="1422427" y="1190176"/>
                  <a:pt x="1410640" y="1188390"/>
                  <a:pt x="1406926" y="1184676"/>
                </a:cubicBezTo>
                <a:close/>
                <a:moveTo>
                  <a:pt x="1801367" y="1173710"/>
                </a:moveTo>
                <a:cubicBezTo>
                  <a:pt x="1790585" y="1153562"/>
                  <a:pt x="1804158" y="1123950"/>
                  <a:pt x="1824175" y="1123950"/>
                </a:cubicBezTo>
                <a:cubicBezTo>
                  <a:pt x="1843997" y="1123950"/>
                  <a:pt x="1857604" y="1154483"/>
                  <a:pt x="1846569" y="1174202"/>
                </a:cubicBezTo>
                <a:cubicBezTo>
                  <a:pt x="1834680" y="1195445"/>
                  <a:pt x="1812872" y="1195207"/>
                  <a:pt x="1801367" y="1173710"/>
                </a:cubicBezTo>
                <a:close/>
                <a:moveTo>
                  <a:pt x="843848" y="1156162"/>
                </a:moveTo>
                <a:cubicBezTo>
                  <a:pt x="840398" y="1147171"/>
                  <a:pt x="841714" y="1135675"/>
                  <a:pt x="846772" y="1130617"/>
                </a:cubicBezTo>
                <a:cubicBezTo>
                  <a:pt x="860536" y="1116853"/>
                  <a:pt x="887701" y="1130986"/>
                  <a:pt x="884038" y="1150005"/>
                </a:cubicBezTo>
                <a:cubicBezTo>
                  <a:pt x="879745" y="1172294"/>
                  <a:pt x="851688" y="1176592"/>
                  <a:pt x="843848" y="1156162"/>
                </a:cubicBezTo>
                <a:close/>
                <a:moveTo>
                  <a:pt x="1997868" y="1151762"/>
                </a:moveTo>
                <a:cubicBezTo>
                  <a:pt x="1959787" y="1129582"/>
                  <a:pt x="1990288" y="1060265"/>
                  <a:pt x="2031478" y="1075379"/>
                </a:cubicBezTo>
                <a:cubicBezTo>
                  <a:pt x="2059183" y="1085544"/>
                  <a:pt x="2065873" y="1132297"/>
                  <a:pt x="2042109" y="1149674"/>
                </a:cubicBezTo>
                <a:cubicBezTo>
                  <a:pt x="2022098" y="1164305"/>
                  <a:pt x="2019606" y="1164423"/>
                  <a:pt x="1997868" y="1151762"/>
                </a:cubicBezTo>
                <a:close/>
                <a:moveTo>
                  <a:pt x="2304750" y="1118826"/>
                </a:moveTo>
                <a:cubicBezTo>
                  <a:pt x="2294529" y="1106511"/>
                  <a:pt x="2294975" y="1101367"/>
                  <a:pt x="2307335" y="1089007"/>
                </a:cubicBezTo>
                <a:cubicBezTo>
                  <a:pt x="2323309" y="1073033"/>
                  <a:pt x="2343150" y="1078865"/>
                  <a:pt x="2343150" y="1099533"/>
                </a:cubicBezTo>
                <a:cubicBezTo>
                  <a:pt x="2343150" y="1122917"/>
                  <a:pt x="2318446" y="1135329"/>
                  <a:pt x="2304750" y="1118826"/>
                </a:cubicBezTo>
                <a:close/>
                <a:moveTo>
                  <a:pt x="1229602" y="1091670"/>
                </a:moveTo>
                <a:cubicBezTo>
                  <a:pt x="1191158" y="1045347"/>
                  <a:pt x="1255432" y="984498"/>
                  <a:pt x="1297923" y="1026990"/>
                </a:cubicBezTo>
                <a:cubicBezTo>
                  <a:pt x="1317709" y="1046775"/>
                  <a:pt x="1318140" y="1049842"/>
                  <a:pt x="1304561" y="1074144"/>
                </a:cubicBezTo>
                <a:cubicBezTo>
                  <a:pt x="1287898" y="1103964"/>
                  <a:pt x="1247621" y="1113380"/>
                  <a:pt x="1229602" y="1091670"/>
                </a:cubicBezTo>
                <a:close/>
                <a:moveTo>
                  <a:pt x="1727739" y="1072266"/>
                </a:moveTo>
                <a:cubicBezTo>
                  <a:pt x="1719073" y="1049683"/>
                  <a:pt x="1731335" y="1026876"/>
                  <a:pt x="1750189" y="1030507"/>
                </a:cubicBezTo>
                <a:cubicBezTo>
                  <a:pt x="1760734" y="1032538"/>
                  <a:pt x="1766887" y="1042402"/>
                  <a:pt x="1766887" y="1057275"/>
                </a:cubicBezTo>
                <a:cubicBezTo>
                  <a:pt x="1766887" y="1084427"/>
                  <a:pt x="1736823" y="1095939"/>
                  <a:pt x="1727739" y="1072266"/>
                </a:cubicBezTo>
                <a:close/>
                <a:moveTo>
                  <a:pt x="2149876" y="1060851"/>
                </a:moveTo>
                <a:cubicBezTo>
                  <a:pt x="2127254" y="1038229"/>
                  <a:pt x="2162590" y="992246"/>
                  <a:pt x="2189715" y="1009010"/>
                </a:cubicBezTo>
                <a:cubicBezTo>
                  <a:pt x="2208665" y="1020722"/>
                  <a:pt x="2198675" y="1061584"/>
                  <a:pt x="2176070" y="1064820"/>
                </a:cubicBezTo>
                <a:cubicBezTo>
                  <a:pt x="2165377" y="1066351"/>
                  <a:pt x="2153590" y="1064565"/>
                  <a:pt x="2149876" y="1060851"/>
                </a:cubicBezTo>
                <a:close/>
                <a:moveTo>
                  <a:pt x="1524100" y="1024058"/>
                </a:moveTo>
                <a:cubicBezTo>
                  <a:pt x="1508633" y="1005422"/>
                  <a:pt x="1518620" y="981075"/>
                  <a:pt x="1541731" y="981075"/>
                </a:cubicBezTo>
                <a:cubicBezTo>
                  <a:pt x="1566115" y="981075"/>
                  <a:pt x="1574435" y="1005478"/>
                  <a:pt x="1556252" y="1023661"/>
                </a:cubicBezTo>
                <a:cubicBezTo>
                  <a:pt x="1538413" y="1041501"/>
                  <a:pt x="1538574" y="1041499"/>
                  <a:pt x="1524100" y="1024058"/>
                </a:cubicBezTo>
                <a:close/>
                <a:moveTo>
                  <a:pt x="1867688" y="992072"/>
                </a:moveTo>
                <a:cubicBezTo>
                  <a:pt x="1860917" y="979420"/>
                  <a:pt x="1862309" y="968744"/>
                  <a:pt x="1872655" y="953972"/>
                </a:cubicBezTo>
                <a:cubicBezTo>
                  <a:pt x="1890491" y="928507"/>
                  <a:pt x="1910763" y="927674"/>
                  <a:pt x="1923714" y="951873"/>
                </a:cubicBezTo>
                <a:cubicBezTo>
                  <a:pt x="1936466" y="975701"/>
                  <a:pt x="1936314" y="976974"/>
                  <a:pt x="1918607" y="994682"/>
                </a:cubicBezTo>
                <a:cubicBezTo>
                  <a:pt x="1898693" y="1014595"/>
                  <a:pt x="1879207" y="1013597"/>
                  <a:pt x="1867688" y="992072"/>
                </a:cubicBezTo>
                <a:close/>
                <a:moveTo>
                  <a:pt x="1641678" y="947566"/>
                </a:moveTo>
                <a:cubicBezTo>
                  <a:pt x="1633138" y="925310"/>
                  <a:pt x="1657557" y="874341"/>
                  <a:pt x="1673777" y="880565"/>
                </a:cubicBezTo>
                <a:cubicBezTo>
                  <a:pt x="1681315" y="883458"/>
                  <a:pt x="1691129" y="885825"/>
                  <a:pt x="1695587" y="885825"/>
                </a:cubicBezTo>
                <a:cubicBezTo>
                  <a:pt x="1709761" y="885825"/>
                  <a:pt x="1715944" y="922477"/>
                  <a:pt x="1705167" y="942615"/>
                </a:cubicBezTo>
                <a:cubicBezTo>
                  <a:pt x="1692890" y="965555"/>
                  <a:pt x="1649869" y="968910"/>
                  <a:pt x="1641678" y="947566"/>
                </a:cubicBezTo>
                <a:close/>
                <a:moveTo>
                  <a:pt x="2276577" y="928811"/>
                </a:moveTo>
                <a:cubicBezTo>
                  <a:pt x="2262527" y="911882"/>
                  <a:pt x="2270810" y="870986"/>
                  <a:pt x="2289761" y="863714"/>
                </a:cubicBezTo>
                <a:cubicBezTo>
                  <a:pt x="2311396" y="855412"/>
                  <a:pt x="2342058" y="867379"/>
                  <a:pt x="2348124" y="886493"/>
                </a:cubicBezTo>
                <a:cubicBezTo>
                  <a:pt x="2361827" y="929668"/>
                  <a:pt x="2305123" y="963206"/>
                  <a:pt x="2276577" y="928811"/>
                </a:cubicBezTo>
                <a:close/>
                <a:moveTo>
                  <a:pt x="1336944" y="919162"/>
                </a:moveTo>
                <a:cubicBezTo>
                  <a:pt x="1328533" y="897244"/>
                  <a:pt x="1341042" y="874521"/>
                  <a:pt x="1359555" y="878086"/>
                </a:cubicBezTo>
                <a:cubicBezTo>
                  <a:pt x="1380222" y="882066"/>
                  <a:pt x="1387448" y="914060"/>
                  <a:pt x="1370155" y="925019"/>
                </a:cubicBezTo>
                <a:cubicBezTo>
                  <a:pt x="1351556" y="936806"/>
                  <a:pt x="1343145" y="935323"/>
                  <a:pt x="1336944" y="919162"/>
                </a:cubicBezTo>
                <a:close/>
                <a:moveTo>
                  <a:pt x="2089392" y="909566"/>
                </a:moveTo>
                <a:cubicBezTo>
                  <a:pt x="2086080" y="900935"/>
                  <a:pt x="2089624" y="887618"/>
                  <a:pt x="2097268" y="879973"/>
                </a:cubicBezTo>
                <a:cubicBezTo>
                  <a:pt x="2116327" y="860915"/>
                  <a:pt x="2144913" y="873245"/>
                  <a:pt x="2141247" y="898943"/>
                </a:cubicBezTo>
                <a:cubicBezTo>
                  <a:pt x="2137634" y="924262"/>
                  <a:pt x="2098136" y="932354"/>
                  <a:pt x="2089392" y="909566"/>
                </a:cubicBezTo>
                <a:close/>
                <a:moveTo>
                  <a:pt x="1453759" y="852324"/>
                </a:moveTo>
                <a:cubicBezTo>
                  <a:pt x="1434321" y="832885"/>
                  <a:pt x="1434259" y="819596"/>
                  <a:pt x="1453483" y="792150"/>
                </a:cubicBezTo>
                <a:cubicBezTo>
                  <a:pt x="1485200" y="746867"/>
                  <a:pt x="1546723" y="782400"/>
                  <a:pt x="1528221" y="835316"/>
                </a:cubicBezTo>
                <a:cubicBezTo>
                  <a:pt x="1517112" y="867088"/>
                  <a:pt x="1477558" y="876123"/>
                  <a:pt x="1453759" y="852324"/>
                </a:cubicBezTo>
                <a:close/>
                <a:moveTo>
                  <a:pt x="1813418" y="814970"/>
                </a:moveTo>
                <a:cubicBezTo>
                  <a:pt x="1805885" y="795339"/>
                  <a:pt x="1826154" y="771107"/>
                  <a:pt x="1844287" y="778065"/>
                </a:cubicBezTo>
                <a:cubicBezTo>
                  <a:pt x="1863293" y="785359"/>
                  <a:pt x="1856855" y="822909"/>
                  <a:pt x="1835914" y="826900"/>
                </a:cubicBezTo>
                <a:cubicBezTo>
                  <a:pt x="1826731" y="828650"/>
                  <a:pt x="1816607" y="823282"/>
                  <a:pt x="1813418" y="814970"/>
                </a:cubicBezTo>
                <a:close/>
                <a:moveTo>
                  <a:pt x="1964055" y="817245"/>
                </a:moveTo>
                <a:cubicBezTo>
                  <a:pt x="1945943" y="799133"/>
                  <a:pt x="1950167" y="754460"/>
                  <a:pt x="1971048" y="743285"/>
                </a:cubicBezTo>
                <a:cubicBezTo>
                  <a:pt x="2000133" y="727719"/>
                  <a:pt x="2017647" y="731572"/>
                  <a:pt x="2034463" y="757237"/>
                </a:cubicBezTo>
                <a:cubicBezTo>
                  <a:pt x="2063435" y="801455"/>
                  <a:pt x="2001258" y="854448"/>
                  <a:pt x="1964055" y="817245"/>
                </a:cubicBezTo>
                <a:close/>
                <a:moveTo>
                  <a:pt x="2212181" y="783876"/>
                </a:moveTo>
                <a:cubicBezTo>
                  <a:pt x="2196448" y="778043"/>
                  <a:pt x="2197024" y="757505"/>
                  <a:pt x="2213298" y="743998"/>
                </a:cubicBezTo>
                <a:cubicBezTo>
                  <a:pt x="2233240" y="727448"/>
                  <a:pt x="2256516" y="757792"/>
                  <a:pt x="2237556" y="775623"/>
                </a:cubicBezTo>
                <a:cubicBezTo>
                  <a:pt x="2230148" y="782590"/>
                  <a:pt x="2218729" y="786304"/>
                  <a:pt x="2212181" y="783876"/>
                </a:cubicBezTo>
                <a:close/>
                <a:moveTo>
                  <a:pt x="1666875" y="754062"/>
                </a:moveTo>
                <a:cubicBezTo>
                  <a:pt x="1666875" y="731591"/>
                  <a:pt x="1674881" y="723915"/>
                  <a:pt x="1691618" y="730337"/>
                </a:cubicBezTo>
                <a:cubicBezTo>
                  <a:pt x="1712689" y="738423"/>
                  <a:pt x="1708113" y="771525"/>
                  <a:pt x="1685925" y="771525"/>
                </a:cubicBezTo>
                <a:cubicBezTo>
                  <a:pt x="1673802" y="771525"/>
                  <a:pt x="1666875" y="765175"/>
                  <a:pt x="1666875" y="754062"/>
                </a:cubicBezTo>
                <a:close/>
                <a:moveTo>
                  <a:pt x="1514409" y="690483"/>
                </a:moveTo>
                <a:cubicBezTo>
                  <a:pt x="1497578" y="670203"/>
                  <a:pt x="1510279" y="645777"/>
                  <a:pt x="1535766" y="649413"/>
                </a:cubicBezTo>
                <a:cubicBezTo>
                  <a:pt x="1563235" y="653331"/>
                  <a:pt x="1568782" y="681553"/>
                  <a:pt x="1544624" y="694482"/>
                </a:cubicBezTo>
                <a:cubicBezTo>
                  <a:pt x="1530563" y="702007"/>
                  <a:pt x="1523160" y="701027"/>
                  <a:pt x="1514409" y="690483"/>
                </a:cubicBezTo>
                <a:close/>
                <a:moveTo>
                  <a:pt x="1772029" y="671969"/>
                </a:moveTo>
                <a:cubicBezTo>
                  <a:pt x="1758062" y="655141"/>
                  <a:pt x="1766800" y="623023"/>
                  <a:pt x="1787507" y="615078"/>
                </a:cubicBezTo>
                <a:cubicBezTo>
                  <a:pt x="1819246" y="602898"/>
                  <a:pt x="1842557" y="649182"/>
                  <a:pt x="1817370" y="674370"/>
                </a:cubicBezTo>
                <a:cubicBezTo>
                  <a:pt x="1802098" y="689641"/>
                  <a:pt x="1785987" y="688788"/>
                  <a:pt x="1772029" y="671969"/>
                </a:cubicBezTo>
                <a:close/>
                <a:moveTo>
                  <a:pt x="1912143" y="618362"/>
                </a:moveTo>
                <a:cubicBezTo>
                  <a:pt x="1902229" y="612587"/>
                  <a:pt x="1895475" y="597266"/>
                  <a:pt x="1895475" y="580551"/>
                </a:cubicBezTo>
                <a:cubicBezTo>
                  <a:pt x="1895475" y="545528"/>
                  <a:pt x="1917302" y="543334"/>
                  <a:pt x="1956186" y="574449"/>
                </a:cubicBezTo>
                <a:cubicBezTo>
                  <a:pt x="1981920" y="595041"/>
                  <a:pt x="1982593" y="597321"/>
                  <a:pt x="1967412" y="612501"/>
                </a:cubicBezTo>
                <a:cubicBezTo>
                  <a:pt x="1949040" y="630873"/>
                  <a:pt x="1935999" y="632256"/>
                  <a:pt x="1912143" y="618362"/>
                </a:cubicBezTo>
                <a:close/>
              </a:path>
            </a:pathLst>
          </a:custGeom>
          <a:solidFill>
            <a:srgbClr val="7A1732">
              <a:alpha val="55000"/>
            </a:srgbClr>
          </a:solidFill>
          <a:ln>
            <a:noFill/>
          </a:ln>
        </p:spPr>
      </p:sp>
      <p:pic>
        <p:nvPicPr>
          <p:cNvPr id="7" name="paper ball" descr="0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9800000">
            <a:off x="3324225" y="8458200"/>
            <a:ext cx="4019550" cy="3657600"/>
          </a:xfrm>
          <a:prstGeom prst="rect">
            <a:avLst/>
          </a:prstGeom>
        </p:spPr>
      </p:pic>
      <p:sp>
        <p:nvSpPr>
          <p:cNvPr id="8" name="paper ball pattern"/>
          <p:cNvSpPr/>
          <p:nvPr/>
        </p:nvSpPr>
        <p:spPr>
          <a:xfrm rot="-1800000">
            <a:off x="3324225" y="8458200"/>
            <a:ext cx="4019550" cy="3657600"/>
          </a:xfrm>
          <a:custGeom>
            <a:avLst/>
            <a:gdLst/>
            <a:ahLst/>
            <a:cxnLst/>
            <a:rect l="0" t="0" r="r" b="b"/>
            <a:pathLst>
              <a:path w="4019550" h="3657600">
                <a:moveTo>
                  <a:pt x="2115028" y="3072388"/>
                </a:moveTo>
                <a:cubicBezTo>
                  <a:pt x="2108769" y="3064847"/>
                  <a:pt x="2105029" y="3046630"/>
                  <a:pt x="2106717" y="3031907"/>
                </a:cubicBezTo>
                <a:cubicBezTo>
                  <a:pt x="2111085" y="2993814"/>
                  <a:pt x="2167827" y="2986392"/>
                  <a:pt x="2176945" y="3022721"/>
                </a:cubicBezTo>
                <a:cubicBezTo>
                  <a:pt x="2188884" y="3070287"/>
                  <a:pt x="2143498" y="3106693"/>
                  <a:pt x="2115028" y="3072388"/>
                </a:cubicBezTo>
                <a:close/>
                <a:moveTo>
                  <a:pt x="1842259" y="3033786"/>
                </a:moveTo>
                <a:cubicBezTo>
                  <a:pt x="1814869" y="2991983"/>
                  <a:pt x="1850324" y="2953846"/>
                  <a:pt x="1886304" y="2986408"/>
                </a:cubicBezTo>
                <a:cubicBezTo>
                  <a:pt x="1909584" y="3007476"/>
                  <a:pt x="1909908" y="3021555"/>
                  <a:pt x="1887581" y="3041761"/>
                </a:cubicBezTo>
                <a:cubicBezTo>
                  <a:pt x="1864638" y="3062524"/>
                  <a:pt x="1860627" y="3061818"/>
                  <a:pt x="1842259" y="3033786"/>
                </a:cubicBezTo>
                <a:close/>
                <a:moveTo>
                  <a:pt x="1476375" y="3002413"/>
                </a:moveTo>
                <a:cubicBezTo>
                  <a:pt x="1476375" y="2988016"/>
                  <a:pt x="1506773" y="2979338"/>
                  <a:pt x="1517972" y="2990537"/>
                </a:cubicBezTo>
                <a:cubicBezTo>
                  <a:pt x="1524739" y="2997304"/>
                  <a:pt x="1524485" y="3000375"/>
                  <a:pt x="1517159" y="3000375"/>
                </a:cubicBezTo>
                <a:cubicBezTo>
                  <a:pt x="1511300" y="3000375"/>
                  <a:pt x="1499728" y="3002976"/>
                  <a:pt x="1491441" y="3006156"/>
                </a:cubicBezTo>
                <a:cubicBezTo>
                  <a:pt x="1483154" y="3009336"/>
                  <a:pt x="1476375" y="3007651"/>
                  <a:pt x="1476375" y="3002413"/>
                </a:cubicBezTo>
                <a:close/>
                <a:moveTo>
                  <a:pt x="2282825" y="3003550"/>
                </a:moveTo>
                <a:cubicBezTo>
                  <a:pt x="2259995" y="2980720"/>
                  <a:pt x="2291549" y="2937656"/>
                  <a:pt x="2323642" y="2947842"/>
                </a:cubicBezTo>
                <a:cubicBezTo>
                  <a:pt x="2349174" y="2955945"/>
                  <a:pt x="2348450" y="2976532"/>
                  <a:pt x="2321980" y="2995072"/>
                </a:cubicBezTo>
                <a:cubicBezTo>
                  <a:pt x="2298506" y="3011514"/>
                  <a:pt x="2292162" y="3012887"/>
                  <a:pt x="2282825" y="3003550"/>
                </a:cubicBezTo>
                <a:close/>
                <a:moveTo>
                  <a:pt x="1987879" y="2975304"/>
                </a:moveTo>
                <a:cubicBezTo>
                  <a:pt x="1975148" y="2962573"/>
                  <a:pt x="1981276" y="2926183"/>
                  <a:pt x="1997178" y="2920081"/>
                </a:cubicBezTo>
                <a:cubicBezTo>
                  <a:pt x="2020946" y="2910960"/>
                  <a:pt x="2045662" y="2939019"/>
                  <a:pt x="2032405" y="2960072"/>
                </a:cubicBezTo>
                <a:cubicBezTo>
                  <a:pt x="2021049" y="2978104"/>
                  <a:pt x="1998420" y="2985845"/>
                  <a:pt x="1987879" y="2975304"/>
                </a:cubicBezTo>
                <a:close/>
                <a:moveTo>
                  <a:pt x="1352929" y="2957970"/>
                </a:moveTo>
                <a:cubicBezTo>
                  <a:pt x="1333095" y="2934071"/>
                  <a:pt x="1344880" y="2909887"/>
                  <a:pt x="1376362" y="2909887"/>
                </a:cubicBezTo>
                <a:cubicBezTo>
                  <a:pt x="1396043" y="2909887"/>
                  <a:pt x="1405682" y="2915109"/>
                  <a:pt x="1407974" y="2927013"/>
                </a:cubicBezTo>
                <a:cubicBezTo>
                  <a:pt x="1411756" y="2946651"/>
                  <a:pt x="1394005" y="2971800"/>
                  <a:pt x="1376362" y="2971800"/>
                </a:cubicBezTo>
                <a:cubicBezTo>
                  <a:pt x="1369787" y="2971800"/>
                  <a:pt x="1359242" y="2965576"/>
                  <a:pt x="1352929" y="2957970"/>
                </a:cubicBezTo>
                <a:close/>
                <a:moveTo>
                  <a:pt x="1778198" y="2918023"/>
                </a:moveTo>
                <a:cubicBezTo>
                  <a:pt x="1764186" y="2904011"/>
                  <a:pt x="1771555" y="2875134"/>
                  <a:pt x="1788318" y="2878363"/>
                </a:cubicBezTo>
                <a:cubicBezTo>
                  <a:pt x="1797486" y="2880128"/>
                  <a:pt x="1804987" y="2889730"/>
                  <a:pt x="1804987" y="2899699"/>
                </a:cubicBezTo>
                <a:cubicBezTo>
                  <a:pt x="1804987" y="2918649"/>
                  <a:pt x="1789451" y="2929276"/>
                  <a:pt x="1778198" y="2918023"/>
                </a:cubicBezTo>
                <a:close/>
                <a:moveTo>
                  <a:pt x="1581485" y="2896226"/>
                </a:moveTo>
                <a:cubicBezTo>
                  <a:pt x="1560746" y="2857475"/>
                  <a:pt x="1587890" y="2814867"/>
                  <a:pt x="1629398" y="2821015"/>
                </a:cubicBezTo>
                <a:cubicBezTo>
                  <a:pt x="1655072" y="2824818"/>
                  <a:pt x="1678063" y="2857611"/>
                  <a:pt x="1659731" y="2864280"/>
                </a:cubicBezTo>
                <a:cubicBezTo>
                  <a:pt x="1653182" y="2866663"/>
                  <a:pt x="1647825" y="2872794"/>
                  <a:pt x="1647825" y="2877905"/>
                </a:cubicBezTo>
                <a:cubicBezTo>
                  <a:pt x="1647825" y="2883017"/>
                  <a:pt x="1652111" y="2884550"/>
                  <a:pt x="1657350" y="2881312"/>
                </a:cubicBezTo>
                <a:cubicBezTo>
                  <a:pt x="1670686" y="2873069"/>
                  <a:pt x="1669266" y="2889398"/>
                  <a:pt x="1655445" y="2903220"/>
                </a:cubicBezTo>
                <a:cubicBezTo>
                  <a:pt x="1637333" y="2921331"/>
                  <a:pt x="1592660" y="2917107"/>
                  <a:pt x="1581485" y="2896226"/>
                </a:cubicBezTo>
                <a:close/>
                <a:moveTo>
                  <a:pt x="2494223" y="2896071"/>
                </a:moveTo>
                <a:cubicBezTo>
                  <a:pt x="2506591" y="2885334"/>
                  <a:pt x="2523379" y="2876550"/>
                  <a:pt x="2531530" y="2876550"/>
                </a:cubicBezTo>
                <a:cubicBezTo>
                  <a:pt x="2550187" y="2876550"/>
                  <a:pt x="2546469" y="2879792"/>
                  <a:pt x="2505075" y="2899622"/>
                </a:cubicBezTo>
                <a:lnTo>
                  <a:pt x="2471737" y="2915592"/>
                </a:lnTo>
                <a:lnTo>
                  <a:pt x="2494223" y="2896071"/>
                </a:lnTo>
                <a:close/>
                <a:moveTo>
                  <a:pt x="2171566" y="2881151"/>
                </a:moveTo>
                <a:cubicBezTo>
                  <a:pt x="2161104" y="2868545"/>
                  <a:pt x="2161640" y="2863477"/>
                  <a:pt x="2174831" y="2850286"/>
                </a:cubicBezTo>
                <a:cubicBezTo>
                  <a:pt x="2193378" y="2831738"/>
                  <a:pt x="2213602" y="2845077"/>
                  <a:pt x="2208312" y="2872367"/>
                </a:cubicBezTo>
                <a:cubicBezTo>
                  <a:pt x="2203858" y="2895341"/>
                  <a:pt x="2186739" y="2899434"/>
                  <a:pt x="2171566" y="2881151"/>
                </a:cubicBezTo>
                <a:close/>
                <a:moveTo>
                  <a:pt x="1178718" y="2869327"/>
                </a:moveTo>
                <a:cubicBezTo>
                  <a:pt x="1149293" y="2851084"/>
                  <a:pt x="1145845" y="2836801"/>
                  <a:pt x="1166688" y="2819502"/>
                </a:cubicBezTo>
                <a:cubicBezTo>
                  <a:pt x="1199611" y="2792178"/>
                  <a:pt x="1248377" y="2830304"/>
                  <a:pt x="1228355" y="2867715"/>
                </a:cubicBezTo>
                <a:cubicBezTo>
                  <a:pt x="1216460" y="2889942"/>
                  <a:pt x="1212191" y="2890080"/>
                  <a:pt x="1178718" y="2869327"/>
                </a:cubicBezTo>
                <a:close/>
                <a:moveTo>
                  <a:pt x="1905000" y="2843212"/>
                </a:moveTo>
                <a:cubicBezTo>
                  <a:pt x="1905000" y="2817709"/>
                  <a:pt x="1936977" y="2808294"/>
                  <a:pt x="1945440" y="2831306"/>
                </a:cubicBezTo>
                <a:cubicBezTo>
                  <a:pt x="1952661" y="2850942"/>
                  <a:pt x="1942672" y="2867025"/>
                  <a:pt x="1923256" y="2867025"/>
                </a:cubicBezTo>
                <a:cubicBezTo>
                  <a:pt x="1910132" y="2867025"/>
                  <a:pt x="1905000" y="2860329"/>
                  <a:pt x="1905000" y="2843212"/>
                </a:cubicBezTo>
                <a:close/>
                <a:moveTo>
                  <a:pt x="1409800" y="2805233"/>
                </a:moveTo>
                <a:cubicBezTo>
                  <a:pt x="1385165" y="2775550"/>
                  <a:pt x="1426959" y="2737327"/>
                  <a:pt x="1454230" y="2764598"/>
                </a:cubicBezTo>
                <a:cubicBezTo>
                  <a:pt x="1465672" y="2776040"/>
                  <a:pt x="1466446" y="2783306"/>
                  <a:pt x="1457919" y="2799238"/>
                </a:cubicBezTo>
                <a:cubicBezTo>
                  <a:pt x="1445293" y="2822831"/>
                  <a:pt x="1426362" y="2825189"/>
                  <a:pt x="1409800" y="2805233"/>
                </a:cubicBezTo>
                <a:close/>
                <a:moveTo>
                  <a:pt x="2034503" y="2806960"/>
                </a:moveTo>
                <a:cubicBezTo>
                  <a:pt x="1998786" y="2780843"/>
                  <a:pt x="2036754" y="2716068"/>
                  <a:pt x="2074068" y="2739458"/>
                </a:cubicBezTo>
                <a:cubicBezTo>
                  <a:pt x="2096563" y="2753560"/>
                  <a:pt x="2099963" y="2785001"/>
                  <a:pt x="2081039" y="2803925"/>
                </a:cubicBezTo>
                <a:cubicBezTo>
                  <a:pt x="2062322" y="2822641"/>
                  <a:pt x="2056470" y="2823022"/>
                  <a:pt x="2034503" y="2806960"/>
                </a:cubicBezTo>
                <a:close/>
                <a:moveTo>
                  <a:pt x="2297430" y="2798445"/>
                </a:moveTo>
                <a:cubicBezTo>
                  <a:pt x="2281401" y="2782416"/>
                  <a:pt x="2283203" y="2747357"/>
                  <a:pt x="2300967" y="2729592"/>
                </a:cubicBezTo>
                <a:cubicBezTo>
                  <a:pt x="2320591" y="2709968"/>
                  <a:pt x="2336630" y="2710683"/>
                  <a:pt x="2355961" y="2732043"/>
                </a:cubicBezTo>
                <a:cubicBezTo>
                  <a:pt x="2385770" y="2764982"/>
                  <a:pt x="2370140" y="2809875"/>
                  <a:pt x="2328862" y="2809875"/>
                </a:cubicBezTo>
                <a:cubicBezTo>
                  <a:pt x="2317861" y="2809875"/>
                  <a:pt x="2303716" y="2804731"/>
                  <a:pt x="2297430" y="2798445"/>
                </a:cubicBezTo>
                <a:close/>
                <a:moveTo>
                  <a:pt x="2469356" y="2803525"/>
                </a:moveTo>
                <a:cubicBezTo>
                  <a:pt x="2452274" y="2796692"/>
                  <a:pt x="2454648" y="2753202"/>
                  <a:pt x="2472476" y="2746361"/>
                </a:cubicBezTo>
                <a:cubicBezTo>
                  <a:pt x="2495039" y="2737702"/>
                  <a:pt x="2521616" y="2768046"/>
                  <a:pt x="2508995" y="2788055"/>
                </a:cubicBezTo>
                <a:cubicBezTo>
                  <a:pt x="2497600" y="2806120"/>
                  <a:pt x="2486588" y="2810417"/>
                  <a:pt x="2469356" y="2803525"/>
                </a:cubicBezTo>
                <a:close/>
                <a:moveTo>
                  <a:pt x="1734055" y="2758096"/>
                </a:moveTo>
                <a:cubicBezTo>
                  <a:pt x="1725489" y="2747774"/>
                  <a:pt x="1725360" y="2739451"/>
                  <a:pt x="1733531" y="2724184"/>
                </a:cubicBezTo>
                <a:cubicBezTo>
                  <a:pt x="1745670" y="2701503"/>
                  <a:pt x="1769418" y="2701998"/>
                  <a:pt x="1784051" y="2725236"/>
                </a:cubicBezTo>
                <a:cubicBezTo>
                  <a:pt x="1806086" y="2760231"/>
                  <a:pt x="1760624" y="2790110"/>
                  <a:pt x="1734055" y="2758096"/>
                </a:cubicBezTo>
                <a:close/>
                <a:moveTo>
                  <a:pt x="1034169" y="2736844"/>
                </a:moveTo>
                <a:cubicBezTo>
                  <a:pt x="1030817" y="2728110"/>
                  <a:pt x="1031826" y="2717213"/>
                  <a:pt x="1036411" y="2712628"/>
                </a:cubicBezTo>
                <a:cubicBezTo>
                  <a:pt x="1047062" y="2701977"/>
                  <a:pt x="1070580" y="2729376"/>
                  <a:pt x="1062295" y="2742782"/>
                </a:cubicBezTo>
                <a:cubicBezTo>
                  <a:pt x="1053231" y="2757448"/>
                  <a:pt x="1041092" y="2754885"/>
                  <a:pt x="1034169" y="2736844"/>
                </a:cubicBezTo>
                <a:close/>
                <a:moveTo>
                  <a:pt x="1273063" y="2706731"/>
                </a:moveTo>
                <a:cubicBezTo>
                  <a:pt x="1243254" y="2673792"/>
                  <a:pt x="1258884" y="2628900"/>
                  <a:pt x="1300162" y="2628900"/>
                </a:cubicBezTo>
                <a:cubicBezTo>
                  <a:pt x="1342255" y="2628900"/>
                  <a:pt x="1358244" y="2678849"/>
                  <a:pt x="1325606" y="2708386"/>
                </a:cubicBezTo>
                <a:cubicBezTo>
                  <a:pt x="1303283" y="2728588"/>
                  <a:pt x="1292537" y="2728249"/>
                  <a:pt x="1273063" y="2706731"/>
                </a:cubicBezTo>
                <a:close/>
                <a:moveTo>
                  <a:pt x="1544955" y="2712720"/>
                </a:moveTo>
                <a:cubicBezTo>
                  <a:pt x="1516249" y="2684014"/>
                  <a:pt x="1544741" y="2641528"/>
                  <a:pt x="1585788" y="2651830"/>
                </a:cubicBezTo>
                <a:cubicBezTo>
                  <a:pt x="1625361" y="2661762"/>
                  <a:pt x="1613143" y="2724150"/>
                  <a:pt x="1571625" y="2724150"/>
                </a:cubicBezTo>
                <a:cubicBezTo>
                  <a:pt x="1563243" y="2724150"/>
                  <a:pt x="1551241" y="2719006"/>
                  <a:pt x="1544955" y="2712720"/>
                </a:cubicBezTo>
                <a:close/>
                <a:moveTo>
                  <a:pt x="2164556" y="2717451"/>
                </a:moveTo>
                <a:cubicBezTo>
                  <a:pt x="2149874" y="2712008"/>
                  <a:pt x="2148859" y="2679992"/>
                  <a:pt x="2163089" y="2671197"/>
                </a:cubicBezTo>
                <a:cubicBezTo>
                  <a:pt x="2182189" y="2659392"/>
                  <a:pt x="2206834" y="2693240"/>
                  <a:pt x="2190409" y="2708720"/>
                </a:cubicBezTo>
                <a:cubicBezTo>
                  <a:pt x="2182738" y="2715950"/>
                  <a:pt x="2171104" y="2719879"/>
                  <a:pt x="2164556" y="2717451"/>
                </a:cubicBezTo>
                <a:close/>
                <a:moveTo>
                  <a:pt x="1130217" y="2698667"/>
                </a:moveTo>
                <a:cubicBezTo>
                  <a:pt x="1126770" y="2695220"/>
                  <a:pt x="1123950" y="2686685"/>
                  <a:pt x="1123950" y="2679700"/>
                </a:cubicBezTo>
                <a:cubicBezTo>
                  <a:pt x="1123950" y="2665510"/>
                  <a:pt x="1148504" y="2662313"/>
                  <a:pt x="1156620" y="2675445"/>
                </a:cubicBezTo>
                <a:cubicBezTo>
                  <a:pt x="1163102" y="2685934"/>
                  <a:pt x="1138831" y="2707281"/>
                  <a:pt x="1130217" y="2698667"/>
                </a:cubicBezTo>
                <a:close/>
                <a:moveTo>
                  <a:pt x="1878544" y="2690272"/>
                </a:moveTo>
                <a:cubicBezTo>
                  <a:pt x="1839964" y="2663249"/>
                  <a:pt x="1862661" y="2600325"/>
                  <a:pt x="1910988" y="2600325"/>
                </a:cubicBezTo>
                <a:cubicBezTo>
                  <a:pt x="1952447" y="2600325"/>
                  <a:pt x="1968473" y="2659229"/>
                  <a:pt x="1935206" y="2689336"/>
                </a:cubicBezTo>
                <a:cubicBezTo>
                  <a:pt x="1913623" y="2708868"/>
                  <a:pt x="1905290" y="2709006"/>
                  <a:pt x="1878544" y="2690272"/>
                </a:cubicBezTo>
                <a:close/>
                <a:moveTo>
                  <a:pt x="2546889" y="2681991"/>
                </a:moveTo>
                <a:cubicBezTo>
                  <a:pt x="2538223" y="2659408"/>
                  <a:pt x="2550485" y="2636601"/>
                  <a:pt x="2569339" y="2640232"/>
                </a:cubicBezTo>
                <a:cubicBezTo>
                  <a:pt x="2579884" y="2642263"/>
                  <a:pt x="2586037" y="2652127"/>
                  <a:pt x="2586037" y="2667000"/>
                </a:cubicBezTo>
                <a:cubicBezTo>
                  <a:pt x="2586037" y="2694152"/>
                  <a:pt x="2555973" y="2705664"/>
                  <a:pt x="2546889" y="2681991"/>
                </a:cubicBezTo>
                <a:close/>
                <a:moveTo>
                  <a:pt x="1671124" y="2637595"/>
                </a:moveTo>
                <a:cubicBezTo>
                  <a:pt x="1661308" y="2621712"/>
                  <a:pt x="1683385" y="2603500"/>
                  <a:pt x="1696525" y="2616640"/>
                </a:cubicBezTo>
                <a:cubicBezTo>
                  <a:pt x="1707516" y="2627631"/>
                  <a:pt x="1700637" y="2647950"/>
                  <a:pt x="1685925" y="2647950"/>
                </a:cubicBezTo>
                <a:cubicBezTo>
                  <a:pt x="1681304" y="2647950"/>
                  <a:pt x="1674644" y="2643290"/>
                  <a:pt x="1671124" y="2637595"/>
                </a:cubicBezTo>
                <a:close/>
                <a:moveTo>
                  <a:pt x="940129" y="2632404"/>
                </a:moveTo>
                <a:cubicBezTo>
                  <a:pt x="927672" y="2619947"/>
                  <a:pt x="933369" y="2580708"/>
                  <a:pt x="948476" y="2574911"/>
                </a:cubicBezTo>
                <a:cubicBezTo>
                  <a:pt x="971478" y="2566084"/>
                  <a:pt x="997607" y="2596605"/>
                  <a:pt x="984655" y="2617172"/>
                </a:cubicBezTo>
                <a:cubicBezTo>
                  <a:pt x="973299" y="2635204"/>
                  <a:pt x="950670" y="2642945"/>
                  <a:pt x="940129" y="2632404"/>
                </a:cubicBezTo>
                <a:close/>
                <a:moveTo>
                  <a:pt x="2235200" y="2632075"/>
                </a:moveTo>
                <a:cubicBezTo>
                  <a:pt x="2223924" y="2620799"/>
                  <a:pt x="2228454" y="2592989"/>
                  <a:pt x="2242441" y="2587622"/>
                </a:cubicBezTo>
                <a:cubicBezTo>
                  <a:pt x="2259859" y="2580938"/>
                  <a:pt x="2280292" y="2605211"/>
                  <a:pt x="2273077" y="2624016"/>
                </a:cubicBezTo>
                <a:cubicBezTo>
                  <a:pt x="2267384" y="2638851"/>
                  <a:pt x="2246433" y="2643308"/>
                  <a:pt x="2235200" y="2632075"/>
                </a:cubicBezTo>
                <a:close/>
                <a:moveTo>
                  <a:pt x="2066853" y="2605001"/>
                </a:moveTo>
                <a:cubicBezTo>
                  <a:pt x="2057860" y="2594165"/>
                  <a:pt x="2057285" y="2587104"/>
                  <a:pt x="2064783" y="2579606"/>
                </a:cubicBezTo>
                <a:cubicBezTo>
                  <a:pt x="2079233" y="2565156"/>
                  <a:pt x="2107093" y="2577813"/>
                  <a:pt x="2103347" y="2597125"/>
                </a:cubicBezTo>
                <a:cubicBezTo>
                  <a:pt x="2099070" y="2619180"/>
                  <a:pt x="2081727" y="2622923"/>
                  <a:pt x="2066853" y="2605001"/>
                </a:cubicBezTo>
                <a:close/>
                <a:moveTo>
                  <a:pt x="1440180" y="2598420"/>
                </a:moveTo>
                <a:cubicBezTo>
                  <a:pt x="1416255" y="2574495"/>
                  <a:pt x="1434064" y="2533650"/>
                  <a:pt x="1468419" y="2533650"/>
                </a:cubicBezTo>
                <a:cubicBezTo>
                  <a:pt x="1494809" y="2533650"/>
                  <a:pt x="1506751" y="2564939"/>
                  <a:pt x="1489669" y="2589327"/>
                </a:cubicBezTo>
                <a:cubicBezTo>
                  <a:pt x="1473535" y="2612361"/>
                  <a:pt x="1457134" y="2615374"/>
                  <a:pt x="1440180" y="2598420"/>
                </a:cubicBezTo>
                <a:close/>
                <a:moveTo>
                  <a:pt x="2390540" y="2595280"/>
                </a:moveTo>
                <a:cubicBezTo>
                  <a:pt x="2381295" y="2584139"/>
                  <a:pt x="2380972" y="2575172"/>
                  <a:pt x="2389170" y="2557180"/>
                </a:cubicBezTo>
                <a:cubicBezTo>
                  <a:pt x="2401674" y="2529736"/>
                  <a:pt x="2433736" y="2525885"/>
                  <a:pt x="2446302" y="2550318"/>
                </a:cubicBezTo>
                <a:cubicBezTo>
                  <a:pt x="2467258" y="2591063"/>
                  <a:pt x="2419200" y="2629813"/>
                  <a:pt x="2390540" y="2595280"/>
                </a:cubicBezTo>
                <a:close/>
                <a:moveTo>
                  <a:pt x="1765593" y="2557526"/>
                </a:moveTo>
                <a:cubicBezTo>
                  <a:pt x="1762294" y="2548928"/>
                  <a:pt x="1764162" y="2537327"/>
                  <a:pt x="1769745" y="2531745"/>
                </a:cubicBezTo>
                <a:cubicBezTo>
                  <a:pt x="1784257" y="2517232"/>
                  <a:pt x="1811754" y="2530496"/>
                  <a:pt x="1807963" y="2550180"/>
                </a:cubicBezTo>
                <a:cubicBezTo>
                  <a:pt x="1803740" y="2572105"/>
                  <a:pt x="1773219" y="2577397"/>
                  <a:pt x="1765593" y="2557526"/>
                </a:cubicBezTo>
                <a:close/>
                <a:moveTo>
                  <a:pt x="2676445" y="2562099"/>
                </a:moveTo>
                <a:cubicBezTo>
                  <a:pt x="2665448" y="2555244"/>
                  <a:pt x="2664624" y="2549413"/>
                  <a:pt x="2672800" y="2536302"/>
                </a:cubicBezTo>
                <a:cubicBezTo>
                  <a:pt x="2686083" y="2515001"/>
                  <a:pt x="2699354" y="2515611"/>
                  <a:pt x="2703612" y="2537720"/>
                </a:cubicBezTo>
                <a:cubicBezTo>
                  <a:pt x="2707995" y="2560481"/>
                  <a:pt x="2693998" y="2573042"/>
                  <a:pt x="2676445" y="2562099"/>
                </a:cubicBezTo>
                <a:close/>
                <a:moveTo>
                  <a:pt x="1090351" y="2542886"/>
                </a:moveTo>
                <a:cubicBezTo>
                  <a:pt x="1066919" y="2516994"/>
                  <a:pt x="1080749" y="2475664"/>
                  <a:pt x="1117125" y="2462872"/>
                </a:cubicBezTo>
                <a:cubicBezTo>
                  <a:pt x="1149730" y="2451405"/>
                  <a:pt x="1173956" y="2471761"/>
                  <a:pt x="1173956" y="2510625"/>
                </a:cubicBezTo>
                <a:cubicBezTo>
                  <a:pt x="1173956" y="2558033"/>
                  <a:pt x="1122150" y="2578024"/>
                  <a:pt x="1090351" y="2542886"/>
                </a:cubicBezTo>
                <a:close/>
                <a:moveTo>
                  <a:pt x="862994" y="2525713"/>
                </a:moveTo>
                <a:cubicBezTo>
                  <a:pt x="860296" y="2521347"/>
                  <a:pt x="845326" y="2519649"/>
                  <a:pt x="829727" y="2521938"/>
                </a:cubicBezTo>
                <a:cubicBezTo>
                  <a:pt x="805035" y="2525562"/>
                  <a:pt x="802022" y="2523594"/>
                  <a:pt x="806434" y="2506722"/>
                </a:cubicBezTo>
                <a:cubicBezTo>
                  <a:pt x="816851" y="2466885"/>
                  <a:pt x="876300" y="2470082"/>
                  <a:pt x="876300" y="2510479"/>
                </a:cubicBezTo>
                <a:cubicBezTo>
                  <a:pt x="876300" y="2534296"/>
                  <a:pt x="871614" y="2539661"/>
                  <a:pt x="862994" y="2525713"/>
                </a:cubicBezTo>
                <a:close/>
                <a:moveTo>
                  <a:pt x="1635672" y="2522844"/>
                </a:moveTo>
                <a:cubicBezTo>
                  <a:pt x="1597241" y="2501336"/>
                  <a:pt x="1630197" y="2437820"/>
                  <a:pt x="1669010" y="2458592"/>
                </a:cubicBezTo>
                <a:cubicBezTo>
                  <a:pt x="1678313" y="2463571"/>
                  <a:pt x="1685925" y="2478059"/>
                  <a:pt x="1685925" y="2490787"/>
                </a:cubicBezTo>
                <a:cubicBezTo>
                  <a:pt x="1685925" y="2518813"/>
                  <a:pt x="1659075" y="2535940"/>
                  <a:pt x="1635672" y="2522844"/>
                </a:cubicBezTo>
                <a:close/>
                <a:moveTo>
                  <a:pt x="1308086" y="2509098"/>
                </a:moveTo>
                <a:cubicBezTo>
                  <a:pt x="1304914" y="2500834"/>
                  <a:pt x="1309335" y="2487057"/>
                  <a:pt x="1317910" y="2478482"/>
                </a:cubicBezTo>
                <a:cubicBezTo>
                  <a:pt x="1340005" y="2456387"/>
                  <a:pt x="1372871" y="2485351"/>
                  <a:pt x="1352946" y="2509359"/>
                </a:cubicBezTo>
                <a:cubicBezTo>
                  <a:pt x="1337151" y="2528391"/>
                  <a:pt x="1315440" y="2528265"/>
                  <a:pt x="1308086" y="2509098"/>
                </a:cubicBezTo>
                <a:close/>
                <a:moveTo>
                  <a:pt x="2158888" y="2497181"/>
                </a:moveTo>
                <a:cubicBezTo>
                  <a:pt x="2138182" y="2474300"/>
                  <a:pt x="2138964" y="2454642"/>
                  <a:pt x="2161389" y="2434348"/>
                </a:cubicBezTo>
                <a:cubicBezTo>
                  <a:pt x="2204603" y="2395240"/>
                  <a:pt x="2263391" y="2452119"/>
                  <a:pt x="2224348" y="2495261"/>
                </a:cubicBezTo>
                <a:cubicBezTo>
                  <a:pt x="2202635" y="2519253"/>
                  <a:pt x="2179478" y="2519932"/>
                  <a:pt x="2158888" y="2497181"/>
                </a:cubicBezTo>
                <a:close/>
                <a:moveTo>
                  <a:pt x="1901825" y="2489200"/>
                </a:moveTo>
                <a:cubicBezTo>
                  <a:pt x="1890591" y="2477966"/>
                  <a:pt x="1895048" y="2457015"/>
                  <a:pt x="1909883" y="2451322"/>
                </a:cubicBezTo>
                <a:cubicBezTo>
                  <a:pt x="1928688" y="2444107"/>
                  <a:pt x="1952961" y="2464540"/>
                  <a:pt x="1946277" y="2481958"/>
                </a:cubicBezTo>
                <a:cubicBezTo>
                  <a:pt x="1940910" y="2495945"/>
                  <a:pt x="1913100" y="2500475"/>
                  <a:pt x="1901825" y="2489200"/>
                </a:cubicBezTo>
                <a:close/>
                <a:moveTo>
                  <a:pt x="2506980" y="2484120"/>
                </a:moveTo>
                <a:cubicBezTo>
                  <a:pt x="2490147" y="2467287"/>
                  <a:pt x="2493070" y="2434071"/>
                  <a:pt x="2512968" y="2416063"/>
                </a:cubicBezTo>
                <a:cubicBezTo>
                  <a:pt x="2537598" y="2393774"/>
                  <a:pt x="2559285" y="2396484"/>
                  <a:pt x="2577388" y="2424112"/>
                </a:cubicBezTo>
                <a:cubicBezTo>
                  <a:pt x="2606360" y="2468330"/>
                  <a:pt x="2544183" y="2521323"/>
                  <a:pt x="2506980" y="2484120"/>
                </a:cubicBezTo>
                <a:close/>
                <a:moveTo>
                  <a:pt x="2745105" y="2436495"/>
                </a:moveTo>
                <a:cubicBezTo>
                  <a:pt x="2721180" y="2412570"/>
                  <a:pt x="2738989" y="2371725"/>
                  <a:pt x="2773344" y="2371725"/>
                </a:cubicBezTo>
                <a:cubicBezTo>
                  <a:pt x="2804100" y="2371725"/>
                  <a:pt x="2815775" y="2410586"/>
                  <a:pt x="2791037" y="2430618"/>
                </a:cubicBezTo>
                <a:cubicBezTo>
                  <a:pt x="2765859" y="2451005"/>
                  <a:pt x="2760324" y="2451714"/>
                  <a:pt x="2745105" y="2436495"/>
                </a:cubicBezTo>
                <a:close/>
                <a:moveTo>
                  <a:pt x="2016125" y="2432050"/>
                </a:moveTo>
                <a:cubicBezTo>
                  <a:pt x="2005482" y="2421407"/>
                  <a:pt x="2009028" y="2393727"/>
                  <a:pt x="2022462" y="2382577"/>
                </a:cubicBezTo>
                <a:cubicBezTo>
                  <a:pt x="2042240" y="2366163"/>
                  <a:pt x="2071058" y="2391321"/>
                  <a:pt x="2062687" y="2417694"/>
                </a:cubicBezTo>
                <a:cubicBezTo>
                  <a:pt x="2056434" y="2437396"/>
                  <a:pt x="2029710" y="2445635"/>
                  <a:pt x="2016125" y="2432050"/>
                </a:cubicBezTo>
                <a:close/>
                <a:moveTo>
                  <a:pt x="965469" y="2414587"/>
                </a:moveTo>
                <a:cubicBezTo>
                  <a:pt x="957110" y="2392803"/>
                  <a:pt x="968820" y="2371725"/>
                  <a:pt x="989281" y="2371725"/>
                </a:cubicBezTo>
                <a:cubicBezTo>
                  <a:pt x="1011810" y="2371725"/>
                  <a:pt x="1023377" y="2398046"/>
                  <a:pt x="1008648" y="2415794"/>
                </a:cubicBezTo>
                <a:cubicBezTo>
                  <a:pt x="994317" y="2433061"/>
                  <a:pt x="972322" y="2432447"/>
                  <a:pt x="965469" y="2414587"/>
                </a:cubicBezTo>
                <a:close/>
                <a:moveTo>
                  <a:pt x="2349500" y="2422525"/>
                </a:moveTo>
                <a:cubicBezTo>
                  <a:pt x="2338594" y="2411619"/>
                  <a:pt x="2342561" y="2373517"/>
                  <a:pt x="2355056" y="2369159"/>
                </a:cubicBezTo>
                <a:cubicBezTo>
                  <a:pt x="2387837" y="2357724"/>
                  <a:pt x="2408108" y="2410660"/>
                  <a:pt x="2375708" y="2423093"/>
                </a:cubicBezTo>
                <a:cubicBezTo>
                  <a:pt x="2357052" y="2430252"/>
                  <a:pt x="2357231" y="2430256"/>
                  <a:pt x="2349500" y="2422525"/>
                </a:cubicBezTo>
                <a:close/>
                <a:moveTo>
                  <a:pt x="702004" y="2413329"/>
                </a:moveTo>
                <a:cubicBezTo>
                  <a:pt x="690504" y="2401829"/>
                  <a:pt x="694719" y="2364470"/>
                  <a:pt x="708095" y="2359337"/>
                </a:cubicBezTo>
                <a:cubicBezTo>
                  <a:pt x="728617" y="2351462"/>
                  <a:pt x="744876" y="2367287"/>
                  <a:pt x="741402" y="2391754"/>
                </a:cubicBezTo>
                <a:cubicBezTo>
                  <a:pt x="738252" y="2413934"/>
                  <a:pt x="715221" y="2426546"/>
                  <a:pt x="702004" y="2413329"/>
                </a:cubicBezTo>
                <a:close/>
                <a:moveTo>
                  <a:pt x="1221105" y="2388870"/>
                </a:moveTo>
                <a:cubicBezTo>
                  <a:pt x="1192889" y="2360654"/>
                  <a:pt x="1222343" y="2318926"/>
                  <a:pt x="1255646" y="2339933"/>
                </a:cubicBezTo>
                <a:cubicBezTo>
                  <a:pt x="1277301" y="2353593"/>
                  <a:pt x="1279207" y="2367506"/>
                  <a:pt x="1261807" y="2384906"/>
                </a:cubicBezTo>
                <a:cubicBezTo>
                  <a:pt x="1243412" y="2403302"/>
                  <a:pt x="1236235" y="2404000"/>
                  <a:pt x="1221105" y="2388870"/>
                </a:cubicBezTo>
                <a:close/>
                <a:moveTo>
                  <a:pt x="1440180" y="2388870"/>
                </a:moveTo>
                <a:cubicBezTo>
                  <a:pt x="1424151" y="2372841"/>
                  <a:pt x="1425953" y="2337782"/>
                  <a:pt x="1443717" y="2320017"/>
                </a:cubicBezTo>
                <a:cubicBezTo>
                  <a:pt x="1482200" y="2281534"/>
                  <a:pt x="1540529" y="2330791"/>
                  <a:pt x="1510588" y="2376487"/>
                </a:cubicBezTo>
                <a:cubicBezTo>
                  <a:pt x="1493869" y="2402003"/>
                  <a:pt x="1459379" y="2408069"/>
                  <a:pt x="1440180" y="2388870"/>
                </a:cubicBezTo>
                <a:close/>
                <a:moveTo>
                  <a:pt x="1773555" y="2369820"/>
                </a:moveTo>
                <a:cubicBezTo>
                  <a:pt x="1737420" y="2333685"/>
                  <a:pt x="1778840" y="2273198"/>
                  <a:pt x="1825242" y="2294340"/>
                </a:cubicBezTo>
                <a:cubicBezTo>
                  <a:pt x="1866683" y="2313222"/>
                  <a:pt x="1850829" y="2381250"/>
                  <a:pt x="1804987" y="2381250"/>
                </a:cubicBezTo>
                <a:cubicBezTo>
                  <a:pt x="1793986" y="2381250"/>
                  <a:pt x="1779841" y="2376106"/>
                  <a:pt x="1773555" y="2369820"/>
                </a:cubicBezTo>
                <a:close/>
                <a:moveTo>
                  <a:pt x="1616404" y="2365704"/>
                </a:moveTo>
                <a:cubicBezTo>
                  <a:pt x="1605145" y="2354445"/>
                  <a:pt x="1608984" y="2326422"/>
                  <a:pt x="1622495" y="2321237"/>
                </a:cubicBezTo>
                <a:cubicBezTo>
                  <a:pt x="1641693" y="2313870"/>
                  <a:pt x="1659670" y="2328827"/>
                  <a:pt x="1655796" y="2348944"/>
                </a:cubicBezTo>
                <a:cubicBezTo>
                  <a:pt x="1652263" y="2367290"/>
                  <a:pt x="1628220" y="2377520"/>
                  <a:pt x="1616404" y="2365704"/>
                </a:cubicBezTo>
                <a:close/>
                <a:moveTo>
                  <a:pt x="828787" y="2314786"/>
                </a:moveTo>
                <a:cubicBezTo>
                  <a:pt x="804578" y="2269550"/>
                  <a:pt x="848741" y="2225480"/>
                  <a:pt x="887129" y="2256566"/>
                </a:cubicBezTo>
                <a:cubicBezTo>
                  <a:pt x="906123" y="2271946"/>
                  <a:pt x="907908" y="2278328"/>
                  <a:pt x="899745" y="2301671"/>
                </a:cubicBezTo>
                <a:cubicBezTo>
                  <a:pt x="887448" y="2336837"/>
                  <a:pt x="844807" y="2344717"/>
                  <a:pt x="828787" y="2314786"/>
                </a:cubicBezTo>
                <a:close/>
                <a:moveTo>
                  <a:pt x="2587622" y="2320033"/>
                </a:moveTo>
                <a:cubicBezTo>
                  <a:pt x="2581400" y="2303817"/>
                  <a:pt x="2604807" y="2281759"/>
                  <a:pt x="2618957" y="2290504"/>
                </a:cubicBezTo>
                <a:cubicBezTo>
                  <a:pt x="2624425" y="2293884"/>
                  <a:pt x="2628900" y="2304968"/>
                  <a:pt x="2628900" y="2315137"/>
                </a:cubicBezTo>
                <a:cubicBezTo>
                  <a:pt x="2628900" y="2336965"/>
                  <a:pt x="2595634" y="2340911"/>
                  <a:pt x="2587622" y="2320033"/>
                </a:cubicBezTo>
                <a:close/>
                <a:moveTo>
                  <a:pt x="2120198" y="2308687"/>
                </a:moveTo>
                <a:cubicBezTo>
                  <a:pt x="2116748" y="2299696"/>
                  <a:pt x="2118064" y="2288200"/>
                  <a:pt x="2123122" y="2283142"/>
                </a:cubicBezTo>
                <a:cubicBezTo>
                  <a:pt x="2136886" y="2269378"/>
                  <a:pt x="2164051" y="2283511"/>
                  <a:pt x="2160388" y="2302530"/>
                </a:cubicBezTo>
                <a:cubicBezTo>
                  <a:pt x="2156095" y="2324819"/>
                  <a:pt x="2128038" y="2329117"/>
                  <a:pt x="2120198" y="2308687"/>
                </a:cubicBezTo>
                <a:close/>
                <a:moveTo>
                  <a:pt x="1053192" y="2299607"/>
                </a:moveTo>
                <a:cubicBezTo>
                  <a:pt x="1033373" y="2279787"/>
                  <a:pt x="1034309" y="2263921"/>
                  <a:pt x="1056482" y="2243854"/>
                </a:cubicBezTo>
                <a:cubicBezTo>
                  <a:pt x="1092483" y="2211274"/>
                  <a:pt x="1137492" y="2268647"/>
                  <a:pt x="1102995" y="2303145"/>
                </a:cubicBezTo>
                <a:cubicBezTo>
                  <a:pt x="1087471" y="2318668"/>
                  <a:pt x="1071090" y="2317504"/>
                  <a:pt x="1053192" y="2299607"/>
                </a:cubicBezTo>
                <a:close/>
                <a:moveTo>
                  <a:pt x="1959193" y="2284534"/>
                </a:moveTo>
                <a:cubicBezTo>
                  <a:pt x="1937421" y="2272350"/>
                  <a:pt x="1938716" y="2231866"/>
                  <a:pt x="1961265" y="2219798"/>
                </a:cubicBezTo>
                <a:cubicBezTo>
                  <a:pt x="1989244" y="2204824"/>
                  <a:pt x="2025738" y="2237121"/>
                  <a:pt x="2011307" y="2264086"/>
                </a:cubicBezTo>
                <a:cubicBezTo>
                  <a:pt x="1998010" y="2288931"/>
                  <a:pt x="1979810" y="2296072"/>
                  <a:pt x="1959193" y="2284534"/>
                </a:cubicBezTo>
                <a:close/>
                <a:moveTo>
                  <a:pt x="2257860" y="2281761"/>
                </a:moveTo>
                <a:cubicBezTo>
                  <a:pt x="2230768" y="2249118"/>
                  <a:pt x="2268133" y="2193934"/>
                  <a:pt x="2302668" y="2215583"/>
                </a:cubicBezTo>
                <a:cubicBezTo>
                  <a:pt x="2325163" y="2229685"/>
                  <a:pt x="2328563" y="2261126"/>
                  <a:pt x="2309639" y="2280050"/>
                </a:cubicBezTo>
                <a:cubicBezTo>
                  <a:pt x="2290502" y="2299187"/>
                  <a:pt x="2272807" y="2299772"/>
                  <a:pt x="2257860" y="2281761"/>
                </a:cubicBezTo>
                <a:close/>
                <a:moveTo>
                  <a:pt x="2428478" y="2280759"/>
                </a:moveTo>
                <a:cubicBezTo>
                  <a:pt x="2408355" y="2256512"/>
                  <a:pt x="2441444" y="2227812"/>
                  <a:pt x="2463775" y="2250143"/>
                </a:cubicBezTo>
                <a:cubicBezTo>
                  <a:pt x="2479343" y="2265711"/>
                  <a:pt x="2468930" y="2295525"/>
                  <a:pt x="2447925" y="2295525"/>
                </a:cubicBezTo>
                <a:cubicBezTo>
                  <a:pt x="2443969" y="2295525"/>
                  <a:pt x="2435218" y="2288880"/>
                  <a:pt x="2428478" y="2280759"/>
                </a:cubicBezTo>
                <a:close/>
                <a:moveTo>
                  <a:pt x="1348806" y="2232833"/>
                </a:moveTo>
                <a:cubicBezTo>
                  <a:pt x="1341080" y="2212699"/>
                  <a:pt x="1340950" y="2213235"/>
                  <a:pt x="1357588" y="2196597"/>
                </a:cubicBezTo>
                <a:cubicBezTo>
                  <a:pt x="1382335" y="2171850"/>
                  <a:pt x="1416712" y="2199493"/>
                  <a:pt x="1403619" y="2233612"/>
                </a:cubicBezTo>
                <a:cubicBezTo>
                  <a:pt x="1396357" y="2252537"/>
                  <a:pt x="1356148" y="2251965"/>
                  <a:pt x="1348806" y="2232833"/>
                </a:cubicBezTo>
                <a:close/>
                <a:moveTo>
                  <a:pt x="691478" y="2225935"/>
                </a:moveTo>
                <a:cubicBezTo>
                  <a:pt x="655745" y="2199806"/>
                  <a:pt x="693757" y="2135001"/>
                  <a:pt x="731043" y="2158482"/>
                </a:cubicBezTo>
                <a:cubicBezTo>
                  <a:pt x="754407" y="2173195"/>
                  <a:pt x="757076" y="2198453"/>
                  <a:pt x="737546" y="2220033"/>
                </a:cubicBezTo>
                <a:cubicBezTo>
                  <a:pt x="717896" y="2241746"/>
                  <a:pt x="713816" y="2242269"/>
                  <a:pt x="691478" y="2225935"/>
                </a:cubicBezTo>
                <a:close/>
                <a:moveTo>
                  <a:pt x="1663700" y="2232025"/>
                </a:moveTo>
                <a:cubicBezTo>
                  <a:pt x="1660207" y="2228532"/>
                  <a:pt x="1657350" y="2217816"/>
                  <a:pt x="1657350" y="2208212"/>
                </a:cubicBezTo>
                <a:cubicBezTo>
                  <a:pt x="1657350" y="2188272"/>
                  <a:pt x="1691376" y="2183623"/>
                  <a:pt x="1698015" y="2202656"/>
                </a:cubicBezTo>
                <a:cubicBezTo>
                  <a:pt x="1707149" y="2228840"/>
                  <a:pt x="1682020" y="2250345"/>
                  <a:pt x="1663700" y="2232025"/>
                </a:cubicBezTo>
                <a:close/>
                <a:moveTo>
                  <a:pt x="2664226" y="2232426"/>
                </a:moveTo>
                <a:cubicBezTo>
                  <a:pt x="2653233" y="2221433"/>
                  <a:pt x="2656512" y="2193881"/>
                  <a:pt x="2670162" y="2182552"/>
                </a:cubicBezTo>
                <a:cubicBezTo>
                  <a:pt x="2687711" y="2167988"/>
                  <a:pt x="2717828" y="2190838"/>
                  <a:pt x="2713182" y="2215192"/>
                </a:cubicBezTo>
                <a:cubicBezTo>
                  <a:pt x="2709665" y="2233624"/>
                  <a:pt x="2676944" y="2245144"/>
                  <a:pt x="2664226" y="2232426"/>
                </a:cubicBezTo>
                <a:close/>
                <a:moveTo>
                  <a:pt x="1201725" y="2194591"/>
                </a:moveTo>
                <a:cubicBezTo>
                  <a:pt x="1156970" y="2163244"/>
                  <a:pt x="1208570" y="2081786"/>
                  <a:pt x="1254836" y="2110748"/>
                </a:cubicBezTo>
                <a:cubicBezTo>
                  <a:pt x="1281210" y="2127257"/>
                  <a:pt x="1281725" y="2176379"/>
                  <a:pt x="1255715" y="2194597"/>
                </a:cubicBezTo>
                <a:cubicBezTo>
                  <a:pt x="1229001" y="2213308"/>
                  <a:pt x="1228448" y="2213308"/>
                  <a:pt x="1201725" y="2194591"/>
                </a:cubicBezTo>
                <a:close/>
                <a:moveTo>
                  <a:pt x="1506855" y="2179320"/>
                </a:moveTo>
                <a:cubicBezTo>
                  <a:pt x="1473022" y="2145487"/>
                  <a:pt x="1512286" y="2093118"/>
                  <a:pt x="1551102" y="2120305"/>
                </a:cubicBezTo>
                <a:cubicBezTo>
                  <a:pt x="1575413" y="2137333"/>
                  <a:pt x="1577205" y="2155233"/>
                  <a:pt x="1556657" y="2175782"/>
                </a:cubicBezTo>
                <a:cubicBezTo>
                  <a:pt x="1538759" y="2193679"/>
                  <a:pt x="1522378" y="2194843"/>
                  <a:pt x="1506855" y="2179320"/>
                </a:cubicBezTo>
                <a:close/>
                <a:moveTo>
                  <a:pt x="1819654" y="2176919"/>
                </a:moveTo>
                <a:cubicBezTo>
                  <a:pt x="1793197" y="2145041"/>
                  <a:pt x="1835705" y="2106215"/>
                  <a:pt x="1864995" y="2135505"/>
                </a:cubicBezTo>
                <a:cubicBezTo>
                  <a:pt x="1880058" y="2150568"/>
                  <a:pt x="1879421" y="2157817"/>
                  <a:pt x="1861457" y="2175782"/>
                </a:cubicBezTo>
                <a:cubicBezTo>
                  <a:pt x="1842896" y="2194342"/>
                  <a:pt x="1834308" y="2194576"/>
                  <a:pt x="1819654" y="2176919"/>
                </a:cubicBezTo>
                <a:close/>
                <a:moveTo>
                  <a:pt x="2146286" y="2166198"/>
                </a:moveTo>
                <a:cubicBezTo>
                  <a:pt x="2143114" y="2157934"/>
                  <a:pt x="2147535" y="2144157"/>
                  <a:pt x="2156110" y="2135582"/>
                </a:cubicBezTo>
                <a:cubicBezTo>
                  <a:pt x="2178205" y="2113487"/>
                  <a:pt x="2211071" y="2142451"/>
                  <a:pt x="2191146" y="2166459"/>
                </a:cubicBezTo>
                <a:cubicBezTo>
                  <a:pt x="2175351" y="2185491"/>
                  <a:pt x="2153640" y="2185365"/>
                  <a:pt x="2146286" y="2166198"/>
                </a:cubicBezTo>
                <a:close/>
                <a:moveTo>
                  <a:pt x="963026" y="2158619"/>
                </a:moveTo>
                <a:cubicBezTo>
                  <a:pt x="948677" y="2141329"/>
                  <a:pt x="959644" y="2114550"/>
                  <a:pt x="981075" y="2114550"/>
                </a:cubicBezTo>
                <a:cubicBezTo>
                  <a:pt x="1004337" y="2114550"/>
                  <a:pt x="1012035" y="2139379"/>
                  <a:pt x="994277" y="2157136"/>
                </a:cubicBezTo>
                <a:cubicBezTo>
                  <a:pt x="976553" y="2174860"/>
                  <a:pt x="976507" y="2174862"/>
                  <a:pt x="963026" y="2158619"/>
                </a:cubicBezTo>
                <a:close/>
                <a:moveTo>
                  <a:pt x="2500992" y="2156732"/>
                </a:moveTo>
                <a:cubicBezTo>
                  <a:pt x="2461924" y="2117664"/>
                  <a:pt x="2504603" y="2060234"/>
                  <a:pt x="2553326" y="2086310"/>
                </a:cubicBezTo>
                <a:cubicBezTo>
                  <a:pt x="2576589" y="2098760"/>
                  <a:pt x="2577117" y="2135315"/>
                  <a:pt x="2554331" y="2155936"/>
                </a:cubicBezTo>
                <a:cubicBezTo>
                  <a:pt x="2532584" y="2175616"/>
                  <a:pt x="2520064" y="2175803"/>
                  <a:pt x="2500992" y="2156732"/>
                </a:cubicBezTo>
                <a:close/>
                <a:moveTo>
                  <a:pt x="2308669" y="2119768"/>
                </a:moveTo>
                <a:cubicBezTo>
                  <a:pt x="2302034" y="2102477"/>
                  <a:pt x="2311671" y="2085975"/>
                  <a:pt x="2328405" y="2085975"/>
                </a:cubicBezTo>
                <a:cubicBezTo>
                  <a:pt x="2345784" y="2085975"/>
                  <a:pt x="2353592" y="2109822"/>
                  <a:pt x="2340500" y="2122914"/>
                </a:cubicBezTo>
                <a:cubicBezTo>
                  <a:pt x="2325991" y="2137423"/>
                  <a:pt x="2315028" y="2136340"/>
                  <a:pt x="2308669" y="2119768"/>
                </a:cubicBezTo>
                <a:close/>
                <a:moveTo>
                  <a:pt x="2009877" y="2109911"/>
                </a:moveTo>
                <a:cubicBezTo>
                  <a:pt x="2003006" y="2101631"/>
                  <a:pt x="2000681" y="2085553"/>
                  <a:pt x="2004281" y="2071210"/>
                </a:cubicBezTo>
                <a:cubicBezTo>
                  <a:pt x="2012594" y="2038086"/>
                  <a:pt x="2060476" y="2040741"/>
                  <a:pt x="2065274" y="2074593"/>
                </a:cubicBezTo>
                <a:cubicBezTo>
                  <a:pt x="2071029" y="2115187"/>
                  <a:pt x="2033901" y="2138857"/>
                  <a:pt x="2009877" y="2109911"/>
                </a:cubicBezTo>
                <a:close/>
                <a:moveTo>
                  <a:pt x="2733305" y="2109342"/>
                </a:moveTo>
                <a:cubicBezTo>
                  <a:pt x="2718264" y="2091219"/>
                  <a:pt x="2729361" y="2064705"/>
                  <a:pt x="2750314" y="2068699"/>
                </a:cubicBezTo>
                <a:cubicBezTo>
                  <a:pt x="2771255" y="2072690"/>
                  <a:pt x="2777693" y="2110240"/>
                  <a:pt x="2758687" y="2117534"/>
                </a:cubicBezTo>
                <a:cubicBezTo>
                  <a:pt x="2750935" y="2120508"/>
                  <a:pt x="2739513" y="2116822"/>
                  <a:pt x="2733305" y="2109342"/>
                </a:cubicBezTo>
                <a:close/>
                <a:moveTo>
                  <a:pt x="800479" y="2091195"/>
                </a:moveTo>
                <a:cubicBezTo>
                  <a:pt x="775177" y="2060707"/>
                  <a:pt x="812340" y="2013873"/>
                  <a:pt x="845343" y="2034657"/>
                </a:cubicBezTo>
                <a:cubicBezTo>
                  <a:pt x="868061" y="2048963"/>
                  <a:pt x="870848" y="2071016"/>
                  <a:pt x="852282" y="2089581"/>
                </a:cubicBezTo>
                <a:cubicBezTo>
                  <a:pt x="833154" y="2108709"/>
                  <a:pt x="815472" y="2109260"/>
                  <a:pt x="800479" y="2091195"/>
                </a:cubicBezTo>
                <a:close/>
                <a:moveTo>
                  <a:pt x="1076764" y="2072217"/>
                </a:moveTo>
                <a:cubicBezTo>
                  <a:pt x="1051040" y="2041221"/>
                  <a:pt x="1093611" y="2003929"/>
                  <a:pt x="1122145" y="2032463"/>
                </a:cubicBezTo>
                <a:cubicBezTo>
                  <a:pt x="1134276" y="2044594"/>
                  <a:pt x="1135518" y="2052037"/>
                  <a:pt x="1127530" y="2064722"/>
                </a:cubicBezTo>
                <a:cubicBezTo>
                  <a:pt x="1113622" y="2086807"/>
                  <a:pt x="1091575" y="2090062"/>
                  <a:pt x="1076764" y="2072217"/>
                </a:cubicBezTo>
                <a:close/>
                <a:moveTo>
                  <a:pt x="1676207" y="2066565"/>
                </a:moveTo>
                <a:cubicBezTo>
                  <a:pt x="1655676" y="2028201"/>
                  <a:pt x="1689386" y="1985941"/>
                  <a:pt x="1731694" y="1997004"/>
                </a:cubicBezTo>
                <a:cubicBezTo>
                  <a:pt x="1759320" y="2004229"/>
                  <a:pt x="1766976" y="2034290"/>
                  <a:pt x="1748407" y="2062628"/>
                </a:cubicBezTo>
                <a:cubicBezTo>
                  <a:pt x="1729402" y="2091634"/>
                  <a:pt x="1690751" y="2093741"/>
                  <a:pt x="1676207" y="2066565"/>
                </a:cubicBezTo>
                <a:close/>
                <a:moveTo>
                  <a:pt x="1395108" y="2056441"/>
                </a:moveTo>
                <a:cubicBezTo>
                  <a:pt x="1387472" y="2032384"/>
                  <a:pt x="1401148" y="2016256"/>
                  <a:pt x="1425247" y="2020897"/>
                </a:cubicBezTo>
                <a:cubicBezTo>
                  <a:pt x="1446699" y="2025028"/>
                  <a:pt x="1454513" y="2056813"/>
                  <a:pt x="1436830" y="2068019"/>
                </a:cubicBezTo>
                <a:cubicBezTo>
                  <a:pt x="1415651" y="2081441"/>
                  <a:pt x="1401825" y="2077604"/>
                  <a:pt x="1395108" y="2056441"/>
                </a:cubicBezTo>
                <a:close/>
                <a:moveTo>
                  <a:pt x="680796" y="2034588"/>
                </a:moveTo>
                <a:cubicBezTo>
                  <a:pt x="657537" y="2017582"/>
                  <a:pt x="670427" y="1981200"/>
                  <a:pt x="699710" y="1981200"/>
                </a:cubicBezTo>
                <a:cubicBezTo>
                  <a:pt x="723220" y="1981200"/>
                  <a:pt x="736248" y="2000859"/>
                  <a:pt x="727627" y="2023326"/>
                </a:cubicBezTo>
                <a:cubicBezTo>
                  <a:pt x="719969" y="2043281"/>
                  <a:pt x="699437" y="2048219"/>
                  <a:pt x="680796" y="2034588"/>
                </a:cubicBezTo>
                <a:close/>
                <a:moveTo>
                  <a:pt x="2393156" y="2032041"/>
                </a:moveTo>
                <a:cubicBezTo>
                  <a:pt x="2377204" y="2025605"/>
                  <a:pt x="2377983" y="1986243"/>
                  <a:pt x="2394330" y="1972676"/>
                </a:cubicBezTo>
                <a:cubicBezTo>
                  <a:pt x="2422468" y="1949324"/>
                  <a:pt x="2456266" y="1985916"/>
                  <a:pt x="2438030" y="2019990"/>
                </a:cubicBezTo>
                <a:cubicBezTo>
                  <a:pt x="2428313" y="2038146"/>
                  <a:pt x="2416288" y="2041375"/>
                  <a:pt x="2393156" y="2032041"/>
                </a:cubicBezTo>
                <a:close/>
                <a:moveTo>
                  <a:pt x="1900830" y="2013769"/>
                </a:moveTo>
                <a:cubicBezTo>
                  <a:pt x="1877391" y="1990331"/>
                  <a:pt x="1905819" y="1947295"/>
                  <a:pt x="1934575" y="1962685"/>
                </a:cubicBezTo>
                <a:cubicBezTo>
                  <a:pt x="1955012" y="1973623"/>
                  <a:pt x="1958245" y="2000344"/>
                  <a:pt x="1941195" y="2017395"/>
                </a:cubicBezTo>
                <a:cubicBezTo>
                  <a:pt x="1926117" y="2032472"/>
                  <a:pt x="1918883" y="2031822"/>
                  <a:pt x="1900830" y="2013769"/>
                </a:cubicBezTo>
                <a:close/>
                <a:moveTo>
                  <a:pt x="2176466" y="2006354"/>
                </a:moveTo>
                <a:cubicBezTo>
                  <a:pt x="2159738" y="1980825"/>
                  <a:pt x="2165591" y="1956564"/>
                  <a:pt x="2191870" y="1942500"/>
                </a:cubicBezTo>
                <a:cubicBezTo>
                  <a:pt x="2218774" y="1928101"/>
                  <a:pt x="2247900" y="1947403"/>
                  <a:pt x="2247900" y="1979630"/>
                </a:cubicBezTo>
                <a:cubicBezTo>
                  <a:pt x="2247900" y="2029597"/>
                  <a:pt x="2202760" y="2046485"/>
                  <a:pt x="2176466" y="2006354"/>
                </a:cubicBezTo>
                <a:close/>
                <a:moveTo>
                  <a:pt x="2606954" y="2006441"/>
                </a:moveTo>
                <a:cubicBezTo>
                  <a:pt x="2604027" y="1998816"/>
                  <a:pt x="2606809" y="1985497"/>
                  <a:pt x="2613136" y="1976844"/>
                </a:cubicBezTo>
                <a:cubicBezTo>
                  <a:pt x="2628953" y="1955213"/>
                  <a:pt x="2659389" y="1967738"/>
                  <a:pt x="2655597" y="1994318"/>
                </a:cubicBezTo>
                <a:cubicBezTo>
                  <a:pt x="2652212" y="2018043"/>
                  <a:pt x="2614968" y="2027326"/>
                  <a:pt x="2606954" y="2006441"/>
                </a:cubicBezTo>
                <a:close/>
                <a:moveTo>
                  <a:pt x="2811780" y="2007870"/>
                </a:moveTo>
                <a:cubicBezTo>
                  <a:pt x="2794947" y="1991037"/>
                  <a:pt x="2797870" y="1957821"/>
                  <a:pt x="2817768" y="1939813"/>
                </a:cubicBezTo>
                <a:cubicBezTo>
                  <a:pt x="2844167" y="1915922"/>
                  <a:pt x="2847975" y="1919938"/>
                  <a:pt x="2847975" y="1971675"/>
                </a:cubicBezTo>
                <a:cubicBezTo>
                  <a:pt x="2847975" y="2020355"/>
                  <a:pt x="2836120" y="2032210"/>
                  <a:pt x="2811780" y="2007870"/>
                </a:cubicBezTo>
                <a:close/>
                <a:moveTo>
                  <a:pt x="1557998" y="1994788"/>
                </a:moveTo>
                <a:cubicBezTo>
                  <a:pt x="1549777" y="1986566"/>
                  <a:pt x="1543115" y="1976930"/>
                  <a:pt x="1543195" y="1973375"/>
                </a:cubicBezTo>
                <a:cubicBezTo>
                  <a:pt x="1543999" y="1937758"/>
                  <a:pt x="1602911" y="1933456"/>
                  <a:pt x="1607921" y="1968649"/>
                </a:cubicBezTo>
                <a:cubicBezTo>
                  <a:pt x="1612067" y="1997773"/>
                  <a:pt x="1578539" y="2015328"/>
                  <a:pt x="1557998" y="1994788"/>
                </a:cubicBezTo>
                <a:close/>
                <a:moveTo>
                  <a:pt x="1263647" y="1986658"/>
                </a:moveTo>
                <a:cubicBezTo>
                  <a:pt x="1257425" y="1970442"/>
                  <a:pt x="1280832" y="1948384"/>
                  <a:pt x="1294982" y="1957129"/>
                </a:cubicBezTo>
                <a:cubicBezTo>
                  <a:pt x="1300450" y="1960509"/>
                  <a:pt x="1304925" y="1971593"/>
                  <a:pt x="1304925" y="1981762"/>
                </a:cubicBezTo>
                <a:cubicBezTo>
                  <a:pt x="1304925" y="2003590"/>
                  <a:pt x="1271659" y="2007536"/>
                  <a:pt x="1263647" y="1986658"/>
                </a:cubicBezTo>
                <a:close/>
                <a:moveTo>
                  <a:pt x="914878" y="1967488"/>
                </a:moveTo>
                <a:cubicBezTo>
                  <a:pt x="891852" y="1939744"/>
                  <a:pt x="906680" y="1903050"/>
                  <a:pt x="946456" y="1889346"/>
                </a:cubicBezTo>
                <a:cubicBezTo>
                  <a:pt x="990461" y="1874184"/>
                  <a:pt x="1000125" y="1878520"/>
                  <a:pt x="1000125" y="1913426"/>
                </a:cubicBezTo>
                <a:cubicBezTo>
                  <a:pt x="1000125" y="1961111"/>
                  <a:pt x="940806" y="1998729"/>
                  <a:pt x="914878" y="1967488"/>
                </a:cubicBezTo>
                <a:close/>
                <a:moveTo>
                  <a:pt x="2051073" y="1956747"/>
                </a:moveTo>
                <a:cubicBezTo>
                  <a:pt x="2043135" y="1936059"/>
                  <a:pt x="2063289" y="1916604"/>
                  <a:pt x="2077714" y="1931029"/>
                </a:cubicBezTo>
                <a:cubicBezTo>
                  <a:pt x="2089907" y="1943222"/>
                  <a:pt x="2082353" y="1971675"/>
                  <a:pt x="2066925" y="1971675"/>
                </a:cubicBezTo>
                <a:cubicBezTo>
                  <a:pt x="2061357" y="1971675"/>
                  <a:pt x="2054224" y="1964957"/>
                  <a:pt x="2051073" y="1956747"/>
                </a:cubicBezTo>
                <a:close/>
                <a:moveTo>
                  <a:pt x="568048" y="1889502"/>
                </a:moveTo>
                <a:cubicBezTo>
                  <a:pt x="561131" y="1839035"/>
                  <a:pt x="562428" y="1835441"/>
                  <a:pt x="584506" y="1843913"/>
                </a:cubicBezTo>
                <a:cubicBezTo>
                  <a:pt x="604139" y="1851447"/>
                  <a:pt x="615500" y="1893515"/>
                  <a:pt x="603178" y="1913051"/>
                </a:cubicBezTo>
                <a:cubicBezTo>
                  <a:pt x="585333" y="1941340"/>
                  <a:pt x="574123" y="1933826"/>
                  <a:pt x="568048" y="1889502"/>
                </a:cubicBezTo>
                <a:close/>
                <a:moveTo>
                  <a:pt x="1374856" y="1899275"/>
                </a:moveTo>
                <a:cubicBezTo>
                  <a:pt x="1353294" y="1866368"/>
                  <a:pt x="1367432" y="1844017"/>
                  <a:pt x="1412236" y="1840179"/>
                </a:cubicBezTo>
                <a:cubicBezTo>
                  <a:pt x="1453923" y="1836608"/>
                  <a:pt x="1467916" y="1863604"/>
                  <a:pt x="1443607" y="1900703"/>
                </a:cubicBezTo>
                <a:cubicBezTo>
                  <a:pt x="1423750" y="1931010"/>
                  <a:pt x="1395261" y="1930418"/>
                  <a:pt x="1374856" y="1899275"/>
                </a:cubicBezTo>
                <a:close/>
                <a:moveTo>
                  <a:pt x="2290197" y="1913610"/>
                </a:moveTo>
                <a:cubicBezTo>
                  <a:pt x="2278563" y="1894785"/>
                  <a:pt x="2309222" y="1872786"/>
                  <a:pt x="2323356" y="1889817"/>
                </a:cubicBezTo>
                <a:cubicBezTo>
                  <a:pt x="2329906" y="1897708"/>
                  <a:pt x="2332499" y="1908639"/>
                  <a:pt x="2329120" y="1914107"/>
                </a:cubicBezTo>
                <a:cubicBezTo>
                  <a:pt x="2321069" y="1927133"/>
                  <a:pt x="2298376" y="1926844"/>
                  <a:pt x="2290197" y="1913610"/>
                </a:cubicBezTo>
                <a:close/>
                <a:moveTo>
                  <a:pt x="1784643" y="1900301"/>
                </a:moveTo>
                <a:cubicBezTo>
                  <a:pt x="1781344" y="1891703"/>
                  <a:pt x="1783212" y="1880102"/>
                  <a:pt x="1788795" y="1874520"/>
                </a:cubicBezTo>
                <a:cubicBezTo>
                  <a:pt x="1803307" y="1860007"/>
                  <a:pt x="1830804" y="1873271"/>
                  <a:pt x="1827013" y="1892955"/>
                </a:cubicBezTo>
                <a:cubicBezTo>
                  <a:pt x="1822790" y="1914880"/>
                  <a:pt x="1792269" y="1920172"/>
                  <a:pt x="1784643" y="1900301"/>
                </a:cubicBezTo>
                <a:close/>
                <a:moveTo>
                  <a:pt x="3178092" y="1908092"/>
                </a:moveTo>
                <a:cubicBezTo>
                  <a:pt x="3166886" y="1896886"/>
                  <a:pt x="3171477" y="1869071"/>
                  <a:pt x="3185416" y="1863722"/>
                </a:cubicBezTo>
                <a:cubicBezTo>
                  <a:pt x="3197369" y="1859135"/>
                  <a:pt x="3228061" y="1882522"/>
                  <a:pt x="3218426" y="1888875"/>
                </a:cubicBezTo>
                <a:cubicBezTo>
                  <a:pt x="3216369" y="1890231"/>
                  <a:pt x="3207863" y="1896519"/>
                  <a:pt x="3199523" y="1902850"/>
                </a:cubicBezTo>
                <a:cubicBezTo>
                  <a:pt x="3191183" y="1909180"/>
                  <a:pt x="3181539" y="1911539"/>
                  <a:pt x="3178092" y="1908092"/>
                </a:cubicBezTo>
                <a:close/>
                <a:moveTo>
                  <a:pt x="751812" y="1880389"/>
                </a:moveTo>
                <a:cubicBezTo>
                  <a:pt x="737290" y="1862891"/>
                  <a:pt x="749675" y="1835454"/>
                  <a:pt x="774284" y="1830606"/>
                </a:cubicBezTo>
                <a:cubicBezTo>
                  <a:pt x="798042" y="1825926"/>
                  <a:pt x="812870" y="1862293"/>
                  <a:pt x="794638" y="1880526"/>
                </a:cubicBezTo>
                <a:cubicBezTo>
                  <a:pt x="775821" y="1899342"/>
                  <a:pt x="767520" y="1899316"/>
                  <a:pt x="751812" y="1880389"/>
                </a:cubicBezTo>
                <a:close/>
                <a:moveTo>
                  <a:pt x="1146927" y="1888185"/>
                </a:moveTo>
                <a:cubicBezTo>
                  <a:pt x="1127808" y="1875271"/>
                  <a:pt x="1125251" y="1840099"/>
                  <a:pt x="1142310" y="1824661"/>
                </a:cubicBezTo>
                <a:cubicBezTo>
                  <a:pt x="1161063" y="1807690"/>
                  <a:pt x="1209464" y="1823107"/>
                  <a:pt x="1209600" y="1846094"/>
                </a:cubicBezTo>
                <a:cubicBezTo>
                  <a:pt x="1209822" y="1883465"/>
                  <a:pt x="1174780" y="1906998"/>
                  <a:pt x="1146927" y="1888185"/>
                </a:cubicBezTo>
                <a:close/>
                <a:moveTo>
                  <a:pt x="2548617" y="1880507"/>
                </a:moveTo>
                <a:cubicBezTo>
                  <a:pt x="2540385" y="1872274"/>
                  <a:pt x="2533650" y="1859722"/>
                  <a:pt x="2533650" y="1852612"/>
                </a:cubicBezTo>
                <a:cubicBezTo>
                  <a:pt x="2533650" y="1840300"/>
                  <a:pt x="2558342" y="1809750"/>
                  <a:pt x="2568294" y="1809750"/>
                </a:cubicBezTo>
                <a:cubicBezTo>
                  <a:pt x="2586365" y="1809750"/>
                  <a:pt x="2609850" y="1833085"/>
                  <a:pt x="2609850" y="1851042"/>
                </a:cubicBezTo>
                <a:cubicBezTo>
                  <a:pt x="2609850" y="1891676"/>
                  <a:pt x="2576051" y="1907940"/>
                  <a:pt x="2548617" y="1880507"/>
                </a:cubicBezTo>
                <a:close/>
                <a:moveTo>
                  <a:pt x="2725868" y="1845468"/>
                </a:moveTo>
                <a:cubicBezTo>
                  <a:pt x="2727542" y="1833681"/>
                  <a:pt x="2735341" y="1824037"/>
                  <a:pt x="2743200" y="1824037"/>
                </a:cubicBezTo>
                <a:cubicBezTo>
                  <a:pt x="2751058" y="1824037"/>
                  <a:pt x="2758857" y="1833681"/>
                  <a:pt x="2760531" y="1845468"/>
                </a:cubicBezTo>
                <a:cubicBezTo>
                  <a:pt x="2762873" y="1861963"/>
                  <a:pt x="2758881" y="1866900"/>
                  <a:pt x="2743200" y="1866900"/>
                </a:cubicBezTo>
                <a:cubicBezTo>
                  <a:pt x="2727518" y="1866900"/>
                  <a:pt x="2723526" y="1861963"/>
                  <a:pt x="2725868" y="1845468"/>
                </a:cubicBezTo>
                <a:close/>
                <a:moveTo>
                  <a:pt x="1596117" y="1842407"/>
                </a:moveTo>
                <a:cubicBezTo>
                  <a:pt x="1584850" y="1831139"/>
                  <a:pt x="1583602" y="1822965"/>
                  <a:pt x="1591029" y="1809088"/>
                </a:cubicBezTo>
                <a:cubicBezTo>
                  <a:pt x="1608377" y="1776672"/>
                  <a:pt x="1647825" y="1790671"/>
                  <a:pt x="1647825" y="1829243"/>
                </a:cubicBezTo>
                <a:cubicBezTo>
                  <a:pt x="1647825" y="1848372"/>
                  <a:pt x="1611365" y="1857654"/>
                  <a:pt x="1596117" y="1842407"/>
                </a:cubicBezTo>
                <a:close/>
                <a:moveTo>
                  <a:pt x="1964055" y="1836420"/>
                </a:moveTo>
                <a:cubicBezTo>
                  <a:pt x="1935823" y="1808188"/>
                  <a:pt x="1956953" y="1752600"/>
                  <a:pt x="1995916" y="1752600"/>
                </a:cubicBezTo>
                <a:cubicBezTo>
                  <a:pt x="2019293" y="1752600"/>
                  <a:pt x="2047875" y="1780145"/>
                  <a:pt x="2047875" y="1802675"/>
                </a:cubicBezTo>
                <a:cubicBezTo>
                  <a:pt x="2047875" y="1839079"/>
                  <a:pt x="1990009" y="1862374"/>
                  <a:pt x="1964055" y="1836420"/>
                </a:cubicBezTo>
                <a:close/>
                <a:moveTo>
                  <a:pt x="2156539" y="1834722"/>
                </a:moveTo>
                <a:cubicBezTo>
                  <a:pt x="2148830" y="1814632"/>
                  <a:pt x="2159651" y="1800225"/>
                  <a:pt x="2182449" y="1800225"/>
                </a:cubicBezTo>
                <a:cubicBezTo>
                  <a:pt x="2196839" y="1800225"/>
                  <a:pt x="2200843" y="1805528"/>
                  <a:pt x="2198556" y="1821558"/>
                </a:cubicBezTo>
                <a:cubicBezTo>
                  <a:pt x="2195004" y="1846457"/>
                  <a:pt x="2164687" y="1855955"/>
                  <a:pt x="2156539" y="1834722"/>
                </a:cubicBezTo>
                <a:close/>
                <a:moveTo>
                  <a:pt x="2991556" y="1829506"/>
                </a:moveTo>
                <a:cubicBezTo>
                  <a:pt x="2955124" y="1793074"/>
                  <a:pt x="3001263" y="1733211"/>
                  <a:pt x="3039267" y="1767604"/>
                </a:cubicBezTo>
                <a:cubicBezTo>
                  <a:pt x="3061421" y="1787653"/>
                  <a:pt x="3062686" y="1812752"/>
                  <a:pt x="3042557" y="1832882"/>
                </a:cubicBezTo>
                <a:cubicBezTo>
                  <a:pt x="3023068" y="1852370"/>
                  <a:pt x="3013807" y="1851757"/>
                  <a:pt x="2991556" y="1829506"/>
                </a:cubicBezTo>
                <a:close/>
                <a:moveTo>
                  <a:pt x="2844799" y="1831974"/>
                </a:moveTo>
                <a:cubicBezTo>
                  <a:pt x="2833524" y="1820699"/>
                  <a:pt x="2838054" y="1792889"/>
                  <a:pt x="2852041" y="1787522"/>
                </a:cubicBezTo>
                <a:cubicBezTo>
                  <a:pt x="2873178" y="1779411"/>
                  <a:pt x="2891245" y="1806330"/>
                  <a:pt x="2876550" y="1824037"/>
                </a:cubicBezTo>
                <a:cubicBezTo>
                  <a:pt x="2863647" y="1839584"/>
                  <a:pt x="2854656" y="1841831"/>
                  <a:pt x="2844799" y="1831974"/>
                </a:cubicBezTo>
                <a:close/>
                <a:moveTo>
                  <a:pt x="2369236" y="1802606"/>
                </a:moveTo>
                <a:cubicBezTo>
                  <a:pt x="2334701" y="1764142"/>
                  <a:pt x="2384997" y="1701087"/>
                  <a:pt x="2424236" y="1733652"/>
                </a:cubicBezTo>
                <a:cubicBezTo>
                  <a:pt x="2444851" y="1750762"/>
                  <a:pt x="2442223" y="1797508"/>
                  <a:pt x="2419976" y="1809414"/>
                </a:cubicBezTo>
                <a:cubicBezTo>
                  <a:pt x="2394632" y="1822978"/>
                  <a:pt x="2386554" y="1821894"/>
                  <a:pt x="2369236" y="1802606"/>
                </a:cubicBezTo>
                <a:close/>
                <a:moveTo>
                  <a:pt x="873323" y="1794073"/>
                </a:moveTo>
                <a:cubicBezTo>
                  <a:pt x="858650" y="1779400"/>
                  <a:pt x="867156" y="1752600"/>
                  <a:pt x="886487" y="1752600"/>
                </a:cubicBezTo>
                <a:cubicBezTo>
                  <a:pt x="901303" y="1752600"/>
                  <a:pt x="905443" y="1757737"/>
                  <a:pt x="903156" y="1773285"/>
                </a:cubicBezTo>
                <a:cubicBezTo>
                  <a:pt x="899995" y="1794766"/>
                  <a:pt x="884685" y="1805435"/>
                  <a:pt x="873323" y="1794073"/>
                </a:cubicBezTo>
                <a:close/>
                <a:moveTo>
                  <a:pt x="3249930" y="1788795"/>
                </a:moveTo>
                <a:cubicBezTo>
                  <a:pt x="3231712" y="1770577"/>
                  <a:pt x="3236653" y="1735923"/>
                  <a:pt x="3259779" y="1719725"/>
                </a:cubicBezTo>
                <a:cubicBezTo>
                  <a:pt x="3284820" y="1702185"/>
                  <a:pt x="3293803" y="1714828"/>
                  <a:pt x="3294980" y="1769268"/>
                </a:cubicBezTo>
                <a:cubicBezTo>
                  <a:pt x="3295695" y="1802346"/>
                  <a:pt x="3273222" y="1812087"/>
                  <a:pt x="3249930" y="1788795"/>
                </a:cubicBezTo>
                <a:close/>
                <a:moveTo>
                  <a:pt x="1743177" y="1767011"/>
                </a:moveTo>
                <a:cubicBezTo>
                  <a:pt x="1728697" y="1749564"/>
                  <a:pt x="1737629" y="1709102"/>
                  <a:pt x="1757656" y="1701417"/>
                </a:cubicBezTo>
                <a:cubicBezTo>
                  <a:pt x="1778692" y="1693345"/>
                  <a:pt x="1809750" y="1715571"/>
                  <a:pt x="1809750" y="1738698"/>
                </a:cubicBezTo>
                <a:cubicBezTo>
                  <a:pt x="1809750" y="1777289"/>
                  <a:pt x="1766850" y="1795534"/>
                  <a:pt x="1743177" y="1767011"/>
                </a:cubicBezTo>
                <a:close/>
                <a:moveTo>
                  <a:pt x="589887" y="1756564"/>
                </a:moveTo>
                <a:cubicBezTo>
                  <a:pt x="574112" y="1737556"/>
                  <a:pt x="589270" y="1709737"/>
                  <a:pt x="615400" y="1709737"/>
                </a:cubicBezTo>
                <a:cubicBezTo>
                  <a:pt x="648470" y="1709737"/>
                  <a:pt x="641546" y="1770694"/>
                  <a:pt x="608385" y="1771504"/>
                </a:cubicBezTo>
                <a:cubicBezTo>
                  <a:pt x="605097" y="1771584"/>
                  <a:pt x="596773" y="1764861"/>
                  <a:pt x="589887" y="1756564"/>
                </a:cubicBezTo>
                <a:close/>
                <a:moveTo>
                  <a:pt x="1006398" y="1757866"/>
                </a:moveTo>
                <a:cubicBezTo>
                  <a:pt x="997248" y="1734021"/>
                  <a:pt x="1010226" y="1713229"/>
                  <a:pt x="1032293" y="1716377"/>
                </a:cubicBezTo>
                <a:cubicBezTo>
                  <a:pt x="1046741" y="1718439"/>
                  <a:pt x="1052512" y="1726059"/>
                  <a:pt x="1052512" y="1743075"/>
                </a:cubicBezTo>
                <a:cubicBezTo>
                  <a:pt x="1052512" y="1770827"/>
                  <a:pt x="1015881" y="1782577"/>
                  <a:pt x="1006398" y="1757866"/>
                </a:cubicBezTo>
                <a:close/>
                <a:moveTo>
                  <a:pt x="1276729" y="1757820"/>
                </a:moveTo>
                <a:cubicBezTo>
                  <a:pt x="1259499" y="1737058"/>
                  <a:pt x="1268773" y="1710164"/>
                  <a:pt x="1294420" y="1706522"/>
                </a:cubicBezTo>
                <a:cubicBezTo>
                  <a:pt x="1329665" y="1701517"/>
                  <a:pt x="1343960" y="1731254"/>
                  <a:pt x="1318532" y="1756682"/>
                </a:cubicBezTo>
                <a:cubicBezTo>
                  <a:pt x="1299971" y="1775242"/>
                  <a:pt x="1291383" y="1775476"/>
                  <a:pt x="1276729" y="1757820"/>
                </a:cubicBezTo>
                <a:close/>
                <a:moveTo>
                  <a:pt x="1448163" y="1729226"/>
                </a:moveTo>
                <a:cubicBezTo>
                  <a:pt x="1432520" y="1710376"/>
                  <a:pt x="1443020" y="1683607"/>
                  <a:pt x="1464439" y="1687732"/>
                </a:cubicBezTo>
                <a:cubicBezTo>
                  <a:pt x="1474828" y="1689733"/>
                  <a:pt x="1481137" y="1699596"/>
                  <a:pt x="1481137" y="1713836"/>
                </a:cubicBezTo>
                <a:cubicBezTo>
                  <a:pt x="1481137" y="1741437"/>
                  <a:pt x="1464675" y="1749120"/>
                  <a:pt x="1448163" y="1729226"/>
                </a:cubicBezTo>
                <a:close/>
                <a:moveTo>
                  <a:pt x="2230190" y="1720878"/>
                </a:moveTo>
                <a:cubicBezTo>
                  <a:pt x="2214006" y="1701376"/>
                  <a:pt x="2227284" y="1674823"/>
                  <a:pt x="2251493" y="1678277"/>
                </a:cubicBezTo>
                <a:cubicBezTo>
                  <a:pt x="2265907" y="1680334"/>
                  <a:pt x="2271712" y="1687962"/>
                  <a:pt x="2271712" y="1704844"/>
                </a:cubicBezTo>
                <a:cubicBezTo>
                  <a:pt x="2271712" y="1732017"/>
                  <a:pt x="2247268" y="1741456"/>
                  <a:pt x="2230190" y="1720878"/>
                </a:cubicBezTo>
                <a:close/>
                <a:moveTo>
                  <a:pt x="2675880" y="1713295"/>
                </a:moveTo>
                <a:cubicBezTo>
                  <a:pt x="2661673" y="1686749"/>
                  <a:pt x="2678520" y="1647825"/>
                  <a:pt x="2704215" y="1647825"/>
                </a:cubicBezTo>
                <a:cubicBezTo>
                  <a:pt x="2727214" y="1647825"/>
                  <a:pt x="2752725" y="1672226"/>
                  <a:pt x="2752725" y="1694225"/>
                </a:cubicBezTo>
                <a:cubicBezTo>
                  <a:pt x="2752725" y="1734296"/>
                  <a:pt x="2694811" y="1748668"/>
                  <a:pt x="2675880" y="1713295"/>
                </a:cubicBezTo>
                <a:close/>
                <a:moveTo>
                  <a:pt x="3116297" y="1716881"/>
                </a:moveTo>
                <a:cubicBezTo>
                  <a:pt x="3103918" y="1692813"/>
                  <a:pt x="3112916" y="1676400"/>
                  <a:pt x="3138487" y="1676400"/>
                </a:cubicBezTo>
                <a:cubicBezTo>
                  <a:pt x="3150711" y="1676400"/>
                  <a:pt x="3162633" y="1681757"/>
                  <a:pt x="3164981" y="1688306"/>
                </a:cubicBezTo>
                <a:cubicBezTo>
                  <a:pt x="3171082" y="1705320"/>
                  <a:pt x="3154551" y="1733550"/>
                  <a:pt x="3138487" y="1733550"/>
                </a:cubicBezTo>
                <a:cubicBezTo>
                  <a:pt x="3130998" y="1733550"/>
                  <a:pt x="3121012" y="1726049"/>
                  <a:pt x="3116297" y="1716881"/>
                </a:cubicBezTo>
                <a:close/>
                <a:moveTo>
                  <a:pt x="714708" y="1705598"/>
                </a:moveTo>
                <a:cubicBezTo>
                  <a:pt x="699350" y="1676902"/>
                  <a:pt x="717954" y="1638300"/>
                  <a:pt x="747141" y="1638300"/>
                </a:cubicBezTo>
                <a:cubicBezTo>
                  <a:pt x="781295" y="1638300"/>
                  <a:pt x="796575" y="1670585"/>
                  <a:pt x="776744" y="1700851"/>
                </a:cubicBezTo>
                <a:cubicBezTo>
                  <a:pt x="758507" y="1728685"/>
                  <a:pt x="728301" y="1730996"/>
                  <a:pt x="714708" y="1705598"/>
                </a:cubicBezTo>
                <a:close/>
                <a:moveTo>
                  <a:pt x="2514700" y="1709858"/>
                </a:moveTo>
                <a:cubicBezTo>
                  <a:pt x="2499233" y="1691222"/>
                  <a:pt x="2509220" y="1666875"/>
                  <a:pt x="2532331" y="1666875"/>
                </a:cubicBezTo>
                <a:cubicBezTo>
                  <a:pt x="2556715" y="1666875"/>
                  <a:pt x="2565035" y="1691278"/>
                  <a:pt x="2546852" y="1709461"/>
                </a:cubicBezTo>
                <a:cubicBezTo>
                  <a:pt x="2529013" y="1727301"/>
                  <a:pt x="2529174" y="1727299"/>
                  <a:pt x="2514700" y="1709858"/>
                </a:cubicBezTo>
                <a:close/>
                <a:moveTo>
                  <a:pt x="2868018" y="1696066"/>
                </a:moveTo>
                <a:cubicBezTo>
                  <a:pt x="2851800" y="1686040"/>
                  <a:pt x="2861013" y="1657350"/>
                  <a:pt x="2880451" y="1657350"/>
                </a:cubicBezTo>
                <a:cubicBezTo>
                  <a:pt x="2901364" y="1657350"/>
                  <a:pt x="2909181" y="1676426"/>
                  <a:pt x="2894345" y="1691257"/>
                </a:cubicBezTo>
                <a:cubicBezTo>
                  <a:pt x="2886160" y="1699439"/>
                  <a:pt x="2876367" y="1701228"/>
                  <a:pt x="2868018" y="1696066"/>
                </a:cubicBezTo>
                <a:close/>
                <a:moveTo>
                  <a:pt x="2073275" y="1679574"/>
                </a:moveTo>
                <a:cubicBezTo>
                  <a:pt x="2062215" y="1668515"/>
                  <a:pt x="2066410" y="1631534"/>
                  <a:pt x="2080005" y="1620251"/>
                </a:cubicBezTo>
                <a:cubicBezTo>
                  <a:pt x="2108143" y="1596899"/>
                  <a:pt x="2141941" y="1633491"/>
                  <a:pt x="2123705" y="1667565"/>
                </a:cubicBezTo>
                <a:cubicBezTo>
                  <a:pt x="2114100" y="1685511"/>
                  <a:pt x="2085922" y="1692222"/>
                  <a:pt x="2073275" y="1679574"/>
                </a:cubicBezTo>
                <a:close/>
                <a:moveTo>
                  <a:pt x="1879869" y="1662112"/>
                </a:moveTo>
                <a:cubicBezTo>
                  <a:pt x="1872323" y="1642448"/>
                  <a:pt x="1882554" y="1619250"/>
                  <a:pt x="1898772" y="1619250"/>
                </a:cubicBezTo>
                <a:cubicBezTo>
                  <a:pt x="1918269" y="1619250"/>
                  <a:pt x="1934857" y="1642925"/>
                  <a:pt x="1927957" y="1660905"/>
                </a:cubicBezTo>
                <a:cubicBezTo>
                  <a:pt x="1920490" y="1680364"/>
                  <a:pt x="1887194" y="1681200"/>
                  <a:pt x="1879869" y="1662112"/>
                </a:cubicBezTo>
                <a:close/>
                <a:moveTo>
                  <a:pt x="1105532" y="1649007"/>
                </a:moveTo>
                <a:cubicBezTo>
                  <a:pt x="1090841" y="1621557"/>
                  <a:pt x="1092948" y="1605348"/>
                  <a:pt x="1113639" y="1586623"/>
                </a:cubicBezTo>
                <a:cubicBezTo>
                  <a:pt x="1152976" y="1551023"/>
                  <a:pt x="1210901" y="1591529"/>
                  <a:pt x="1187666" y="1638389"/>
                </a:cubicBezTo>
                <a:cubicBezTo>
                  <a:pt x="1171980" y="1670022"/>
                  <a:pt x="1120352" y="1676697"/>
                  <a:pt x="1105532" y="1649007"/>
                </a:cubicBezTo>
                <a:close/>
                <a:moveTo>
                  <a:pt x="1573530" y="1655445"/>
                </a:moveTo>
                <a:cubicBezTo>
                  <a:pt x="1556555" y="1638470"/>
                  <a:pt x="1559649" y="1612175"/>
                  <a:pt x="1581150" y="1590675"/>
                </a:cubicBezTo>
                <a:cubicBezTo>
                  <a:pt x="1606939" y="1564885"/>
                  <a:pt x="1634640" y="1566709"/>
                  <a:pt x="1653463" y="1595437"/>
                </a:cubicBezTo>
                <a:cubicBezTo>
                  <a:pt x="1683707" y="1641595"/>
                  <a:pt x="1612864" y="1694779"/>
                  <a:pt x="1573530" y="1655445"/>
                </a:cubicBezTo>
                <a:close/>
                <a:moveTo>
                  <a:pt x="863599" y="1631949"/>
                </a:moveTo>
                <a:cubicBezTo>
                  <a:pt x="849856" y="1618206"/>
                  <a:pt x="857647" y="1590675"/>
                  <a:pt x="875280" y="1590675"/>
                </a:cubicBezTo>
                <a:cubicBezTo>
                  <a:pt x="897059" y="1590675"/>
                  <a:pt x="907499" y="1612815"/>
                  <a:pt x="892700" y="1627614"/>
                </a:cubicBezTo>
                <a:cubicBezTo>
                  <a:pt x="880470" y="1639844"/>
                  <a:pt x="872658" y="1641008"/>
                  <a:pt x="863599" y="1631949"/>
                </a:cubicBezTo>
                <a:close/>
                <a:moveTo>
                  <a:pt x="2983444" y="1623472"/>
                </a:moveTo>
                <a:cubicBezTo>
                  <a:pt x="2945668" y="1597013"/>
                  <a:pt x="2961140" y="1543050"/>
                  <a:pt x="3006502" y="1543050"/>
                </a:cubicBezTo>
                <a:cubicBezTo>
                  <a:pt x="3049747" y="1543050"/>
                  <a:pt x="3065645" y="1598125"/>
                  <a:pt x="3030560" y="1626393"/>
                </a:cubicBezTo>
                <a:cubicBezTo>
                  <a:pt x="3011754" y="1641546"/>
                  <a:pt x="3009005" y="1641376"/>
                  <a:pt x="2983444" y="1623472"/>
                </a:cubicBezTo>
                <a:close/>
                <a:moveTo>
                  <a:pt x="548943" y="1599337"/>
                </a:moveTo>
                <a:cubicBezTo>
                  <a:pt x="535641" y="1532825"/>
                  <a:pt x="550400" y="1513472"/>
                  <a:pt x="585146" y="1551866"/>
                </a:cubicBezTo>
                <a:cubicBezTo>
                  <a:pt x="605555" y="1574418"/>
                  <a:pt x="601820" y="1598372"/>
                  <a:pt x="575137" y="1616058"/>
                </a:cubicBezTo>
                <a:cubicBezTo>
                  <a:pt x="556232" y="1628588"/>
                  <a:pt x="554583" y="1627535"/>
                  <a:pt x="548943" y="1599337"/>
                </a:cubicBezTo>
                <a:close/>
                <a:moveTo>
                  <a:pt x="2280189" y="1596141"/>
                </a:moveTo>
                <a:cubicBezTo>
                  <a:pt x="2271523" y="1573558"/>
                  <a:pt x="2283785" y="1550751"/>
                  <a:pt x="2302639" y="1554382"/>
                </a:cubicBezTo>
                <a:cubicBezTo>
                  <a:pt x="2325290" y="1558744"/>
                  <a:pt x="2325290" y="1603555"/>
                  <a:pt x="2302639" y="1607917"/>
                </a:cubicBezTo>
                <a:cubicBezTo>
                  <a:pt x="2293456" y="1609685"/>
                  <a:pt x="2283353" y="1604386"/>
                  <a:pt x="2280189" y="1596141"/>
                </a:cubicBezTo>
                <a:close/>
                <a:moveTo>
                  <a:pt x="2448629" y="1591990"/>
                </a:moveTo>
                <a:cubicBezTo>
                  <a:pt x="2436136" y="1568647"/>
                  <a:pt x="2457546" y="1537393"/>
                  <a:pt x="2480101" y="1546048"/>
                </a:cubicBezTo>
                <a:cubicBezTo>
                  <a:pt x="2502059" y="1554475"/>
                  <a:pt x="2509534" y="1578587"/>
                  <a:pt x="2495449" y="1595558"/>
                </a:cubicBezTo>
                <a:cubicBezTo>
                  <a:pt x="2479447" y="1614839"/>
                  <a:pt x="2460066" y="1613362"/>
                  <a:pt x="2448629" y="1591990"/>
                </a:cubicBezTo>
                <a:close/>
                <a:moveTo>
                  <a:pt x="1319892" y="1585232"/>
                </a:moveTo>
                <a:cubicBezTo>
                  <a:pt x="1299610" y="1564950"/>
                  <a:pt x="1301068" y="1539967"/>
                  <a:pt x="1323730" y="1519458"/>
                </a:cubicBezTo>
                <a:cubicBezTo>
                  <a:pt x="1341341" y="1503521"/>
                  <a:pt x="1344066" y="1503441"/>
                  <a:pt x="1366593" y="1518201"/>
                </a:cubicBezTo>
                <a:cubicBezTo>
                  <a:pt x="1394947" y="1536779"/>
                  <a:pt x="1397520" y="1562454"/>
                  <a:pt x="1373231" y="1584436"/>
                </a:cubicBezTo>
                <a:cubicBezTo>
                  <a:pt x="1351484" y="1604116"/>
                  <a:pt x="1338964" y="1604303"/>
                  <a:pt x="1319892" y="1585232"/>
                </a:cubicBezTo>
                <a:close/>
                <a:moveTo>
                  <a:pt x="1482466" y="1593591"/>
                </a:moveTo>
                <a:cubicBezTo>
                  <a:pt x="1471082" y="1582207"/>
                  <a:pt x="1476315" y="1562100"/>
                  <a:pt x="1490662" y="1562100"/>
                </a:cubicBezTo>
                <a:cubicBezTo>
                  <a:pt x="1498520" y="1562100"/>
                  <a:pt x="1504950" y="1568276"/>
                  <a:pt x="1504950" y="1575825"/>
                </a:cubicBezTo>
                <a:cubicBezTo>
                  <a:pt x="1504950" y="1591738"/>
                  <a:pt x="1491355" y="1602480"/>
                  <a:pt x="1482466" y="1593591"/>
                </a:cubicBezTo>
                <a:close/>
                <a:moveTo>
                  <a:pt x="3171825" y="1571625"/>
                </a:moveTo>
                <a:cubicBezTo>
                  <a:pt x="3171825" y="1559348"/>
                  <a:pt x="3176648" y="1552595"/>
                  <a:pt x="3183731" y="1554956"/>
                </a:cubicBezTo>
                <a:cubicBezTo>
                  <a:pt x="3190279" y="1557139"/>
                  <a:pt x="3195637" y="1564639"/>
                  <a:pt x="3195637" y="1571625"/>
                </a:cubicBezTo>
                <a:cubicBezTo>
                  <a:pt x="3195637" y="1578610"/>
                  <a:pt x="3190279" y="1586110"/>
                  <a:pt x="3183731" y="1588293"/>
                </a:cubicBezTo>
                <a:cubicBezTo>
                  <a:pt x="3176648" y="1590654"/>
                  <a:pt x="3171825" y="1583901"/>
                  <a:pt x="3171825" y="1571625"/>
                </a:cubicBezTo>
                <a:close/>
                <a:moveTo>
                  <a:pt x="1752542" y="1566792"/>
                </a:moveTo>
                <a:cubicBezTo>
                  <a:pt x="1742002" y="1554093"/>
                  <a:pt x="1742413" y="1549154"/>
                  <a:pt x="1755060" y="1536506"/>
                </a:cubicBezTo>
                <a:cubicBezTo>
                  <a:pt x="1775487" y="1516080"/>
                  <a:pt x="1802418" y="1527429"/>
                  <a:pt x="1798511" y="1554816"/>
                </a:cubicBezTo>
                <a:cubicBezTo>
                  <a:pt x="1794790" y="1580904"/>
                  <a:pt x="1769683" y="1587446"/>
                  <a:pt x="1752542" y="1566792"/>
                </a:cubicBezTo>
                <a:close/>
                <a:moveTo>
                  <a:pt x="2792730" y="1569720"/>
                </a:moveTo>
                <a:cubicBezTo>
                  <a:pt x="2762534" y="1539524"/>
                  <a:pt x="2794471" y="1486511"/>
                  <a:pt x="2831060" y="1506092"/>
                </a:cubicBezTo>
                <a:cubicBezTo>
                  <a:pt x="2853682" y="1518199"/>
                  <a:pt x="2852740" y="1558879"/>
                  <a:pt x="2829551" y="1571289"/>
                </a:cubicBezTo>
                <a:cubicBezTo>
                  <a:pt x="2806590" y="1583578"/>
                  <a:pt x="2806588" y="1583578"/>
                  <a:pt x="2792730" y="1569720"/>
                </a:cubicBezTo>
                <a:close/>
                <a:moveTo>
                  <a:pt x="962464" y="1557867"/>
                </a:moveTo>
                <a:cubicBezTo>
                  <a:pt x="936740" y="1526871"/>
                  <a:pt x="979311" y="1489579"/>
                  <a:pt x="1007845" y="1518113"/>
                </a:cubicBezTo>
                <a:cubicBezTo>
                  <a:pt x="1019976" y="1530244"/>
                  <a:pt x="1021218" y="1537687"/>
                  <a:pt x="1013230" y="1550372"/>
                </a:cubicBezTo>
                <a:cubicBezTo>
                  <a:pt x="999322" y="1572457"/>
                  <a:pt x="977275" y="1575712"/>
                  <a:pt x="962464" y="1557867"/>
                </a:cubicBezTo>
                <a:close/>
                <a:moveTo>
                  <a:pt x="763444" y="1544144"/>
                </a:moveTo>
                <a:cubicBezTo>
                  <a:pt x="744652" y="1532235"/>
                  <a:pt x="754165" y="1500655"/>
                  <a:pt x="777553" y="1497302"/>
                </a:cubicBezTo>
                <a:cubicBezTo>
                  <a:pt x="801437" y="1493878"/>
                  <a:pt x="814966" y="1520373"/>
                  <a:pt x="799098" y="1539494"/>
                </a:cubicBezTo>
                <a:cubicBezTo>
                  <a:pt x="786542" y="1554623"/>
                  <a:pt x="781099" y="1555332"/>
                  <a:pt x="763444" y="1544144"/>
                </a:cubicBezTo>
                <a:close/>
                <a:moveTo>
                  <a:pt x="1948300" y="1530066"/>
                </a:moveTo>
                <a:cubicBezTo>
                  <a:pt x="1919270" y="1501036"/>
                  <a:pt x="1918657" y="1494669"/>
                  <a:pt x="1942103" y="1465715"/>
                </a:cubicBezTo>
                <a:cubicBezTo>
                  <a:pt x="1969695" y="1431641"/>
                  <a:pt x="2014537" y="1449456"/>
                  <a:pt x="2014537" y="1494492"/>
                </a:cubicBezTo>
                <a:cubicBezTo>
                  <a:pt x="2014537" y="1544316"/>
                  <a:pt x="1980715" y="1562481"/>
                  <a:pt x="1948300" y="1530066"/>
                </a:cubicBezTo>
                <a:close/>
                <a:moveTo>
                  <a:pt x="2603982" y="1538843"/>
                </a:moveTo>
                <a:cubicBezTo>
                  <a:pt x="2593802" y="1512314"/>
                  <a:pt x="2604870" y="1490706"/>
                  <a:pt x="2630145" y="1487765"/>
                </a:cubicBezTo>
                <a:cubicBezTo>
                  <a:pt x="2657639" y="1484567"/>
                  <a:pt x="2671318" y="1504913"/>
                  <a:pt x="2661811" y="1534866"/>
                </a:cubicBezTo>
                <a:cubicBezTo>
                  <a:pt x="2655064" y="1556126"/>
                  <a:pt x="2611757" y="1559104"/>
                  <a:pt x="2603982" y="1538843"/>
                </a:cubicBezTo>
                <a:close/>
                <a:moveTo>
                  <a:pt x="2159793" y="1513712"/>
                </a:moveTo>
                <a:cubicBezTo>
                  <a:pt x="2122795" y="1492162"/>
                  <a:pt x="2152415" y="1436809"/>
                  <a:pt x="2190141" y="1456999"/>
                </a:cubicBezTo>
                <a:cubicBezTo>
                  <a:pt x="2211986" y="1468690"/>
                  <a:pt x="2215889" y="1495050"/>
                  <a:pt x="2198370" y="1512570"/>
                </a:cubicBezTo>
                <a:cubicBezTo>
                  <a:pt x="2184721" y="1526218"/>
                  <a:pt x="2181432" y="1526315"/>
                  <a:pt x="2159793" y="1513712"/>
                </a:cubicBezTo>
                <a:close/>
                <a:moveTo>
                  <a:pt x="1087190" y="1473228"/>
                </a:moveTo>
                <a:cubicBezTo>
                  <a:pt x="1071006" y="1453726"/>
                  <a:pt x="1084284" y="1427173"/>
                  <a:pt x="1108493" y="1430627"/>
                </a:cubicBezTo>
                <a:cubicBezTo>
                  <a:pt x="1122907" y="1432684"/>
                  <a:pt x="1128712" y="1440312"/>
                  <a:pt x="1128712" y="1457194"/>
                </a:cubicBezTo>
                <a:cubicBezTo>
                  <a:pt x="1128712" y="1484367"/>
                  <a:pt x="1104268" y="1493806"/>
                  <a:pt x="1087190" y="1473228"/>
                </a:cubicBezTo>
                <a:close/>
                <a:moveTo>
                  <a:pt x="3095960" y="1467476"/>
                </a:moveTo>
                <a:cubicBezTo>
                  <a:pt x="3083209" y="1443651"/>
                  <a:pt x="3083361" y="1442374"/>
                  <a:pt x="3101048" y="1424686"/>
                </a:cubicBezTo>
                <a:cubicBezTo>
                  <a:pt x="3119373" y="1406361"/>
                  <a:pt x="3152775" y="1420273"/>
                  <a:pt x="3152775" y="1446230"/>
                </a:cubicBezTo>
                <a:cubicBezTo>
                  <a:pt x="3152775" y="1483560"/>
                  <a:pt x="3112607" y="1498581"/>
                  <a:pt x="3095960" y="1467476"/>
                </a:cubicBezTo>
                <a:close/>
                <a:moveTo>
                  <a:pt x="639722" y="1468008"/>
                </a:moveTo>
                <a:cubicBezTo>
                  <a:pt x="621175" y="1456251"/>
                  <a:pt x="629890" y="1415329"/>
                  <a:pt x="651832" y="1411142"/>
                </a:cubicBezTo>
                <a:cubicBezTo>
                  <a:pt x="677106" y="1406320"/>
                  <a:pt x="697506" y="1435450"/>
                  <a:pt x="685095" y="1458640"/>
                </a:cubicBezTo>
                <a:cubicBezTo>
                  <a:pt x="674864" y="1477758"/>
                  <a:pt x="659960" y="1480835"/>
                  <a:pt x="639722" y="1468008"/>
                </a:cubicBezTo>
                <a:close/>
                <a:moveTo>
                  <a:pt x="1527444" y="1462087"/>
                </a:moveTo>
                <a:cubicBezTo>
                  <a:pt x="1519085" y="1440303"/>
                  <a:pt x="1530795" y="1419225"/>
                  <a:pt x="1551256" y="1419225"/>
                </a:cubicBezTo>
                <a:cubicBezTo>
                  <a:pt x="1573785" y="1419225"/>
                  <a:pt x="1585352" y="1445546"/>
                  <a:pt x="1570623" y="1463294"/>
                </a:cubicBezTo>
                <a:cubicBezTo>
                  <a:pt x="1556292" y="1480561"/>
                  <a:pt x="1534297" y="1479947"/>
                  <a:pt x="1527444" y="1462087"/>
                </a:cubicBezTo>
                <a:close/>
                <a:moveTo>
                  <a:pt x="2324100" y="1457325"/>
                </a:moveTo>
                <a:cubicBezTo>
                  <a:pt x="2299203" y="1432428"/>
                  <a:pt x="2300067" y="1417701"/>
                  <a:pt x="2327963" y="1391494"/>
                </a:cubicBezTo>
                <a:cubicBezTo>
                  <a:pt x="2370368" y="1351657"/>
                  <a:pt x="2424953" y="1414295"/>
                  <a:pt x="2385665" y="1457708"/>
                </a:cubicBezTo>
                <a:cubicBezTo>
                  <a:pt x="2364222" y="1481402"/>
                  <a:pt x="2348076" y="1481301"/>
                  <a:pt x="2324100" y="1457325"/>
                </a:cubicBezTo>
                <a:close/>
                <a:moveTo>
                  <a:pt x="2498748" y="1442397"/>
                </a:moveTo>
                <a:cubicBezTo>
                  <a:pt x="2495598" y="1434186"/>
                  <a:pt x="2497694" y="1422795"/>
                  <a:pt x="2503406" y="1417083"/>
                </a:cubicBezTo>
                <a:cubicBezTo>
                  <a:pt x="2517159" y="1403330"/>
                  <a:pt x="2544090" y="1424806"/>
                  <a:pt x="2536827" y="1443733"/>
                </a:cubicBezTo>
                <a:cubicBezTo>
                  <a:pt x="2529859" y="1461891"/>
                  <a:pt x="2505906" y="1461050"/>
                  <a:pt x="2498748" y="1442397"/>
                </a:cubicBezTo>
                <a:close/>
                <a:moveTo>
                  <a:pt x="838200" y="1428750"/>
                </a:moveTo>
                <a:cubicBezTo>
                  <a:pt x="827722" y="1418272"/>
                  <a:pt x="819150" y="1403270"/>
                  <a:pt x="819150" y="1395412"/>
                </a:cubicBezTo>
                <a:cubicBezTo>
                  <a:pt x="819150" y="1374992"/>
                  <a:pt x="853889" y="1343025"/>
                  <a:pt x="876080" y="1343025"/>
                </a:cubicBezTo>
                <a:cubicBezTo>
                  <a:pt x="921329" y="1343025"/>
                  <a:pt x="933379" y="1425298"/>
                  <a:pt x="890538" y="1441738"/>
                </a:cubicBezTo>
                <a:cubicBezTo>
                  <a:pt x="866120" y="1451108"/>
                  <a:pt x="858722" y="1449272"/>
                  <a:pt x="838200" y="1428750"/>
                </a:cubicBezTo>
                <a:close/>
                <a:moveTo>
                  <a:pt x="1216025" y="1431924"/>
                </a:moveTo>
                <a:cubicBezTo>
                  <a:pt x="1205918" y="1421818"/>
                  <a:pt x="1208672" y="1373343"/>
                  <a:pt x="1219741" y="1366502"/>
                </a:cubicBezTo>
                <a:cubicBezTo>
                  <a:pt x="1240259" y="1353821"/>
                  <a:pt x="1276350" y="1371154"/>
                  <a:pt x="1276350" y="1393688"/>
                </a:cubicBezTo>
                <a:cubicBezTo>
                  <a:pt x="1276350" y="1428269"/>
                  <a:pt x="1237190" y="1453090"/>
                  <a:pt x="1216025" y="1431924"/>
                </a:cubicBezTo>
                <a:close/>
                <a:moveTo>
                  <a:pt x="1373981" y="1431966"/>
                </a:moveTo>
                <a:cubicBezTo>
                  <a:pt x="1355429" y="1424481"/>
                  <a:pt x="1359915" y="1382951"/>
                  <a:pt x="1380463" y="1371954"/>
                </a:cubicBezTo>
                <a:cubicBezTo>
                  <a:pt x="1394343" y="1364525"/>
                  <a:pt x="1402516" y="1365777"/>
                  <a:pt x="1413801" y="1377061"/>
                </a:cubicBezTo>
                <a:cubicBezTo>
                  <a:pt x="1446351" y="1409612"/>
                  <a:pt x="1417425" y="1449496"/>
                  <a:pt x="1373981" y="1431966"/>
                </a:cubicBezTo>
                <a:close/>
                <a:moveTo>
                  <a:pt x="2673349" y="1431924"/>
                </a:moveTo>
                <a:cubicBezTo>
                  <a:pt x="2661749" y="1420324"/>
                  <a:pt x="2666786" y="1400175"/>
                  <a:pt x="2681287" y="1400175"/>
                </a:cubicBezTo>
                <a:cubicBezTo>
                  <a:pt x="2689225" y="1400175"/>
                  <a:pt x="2695575" y="1408641"/>
                  <a:pt x="2695575" y="1419225"/>
                </a:cubicBezTo>
                <a:cubicBezTo>
                  <a:pt x="2695575" y="1438201"/>
                  <a:pt x="2685425" y="1444000"/>
                  <a:pt x="2673349" y="1431924"/>
                </a:cubicBezTo>
                <a:close/>
                <a:moveTo>
                  <a:pt x="1687830" y="1417320"/>
                </a:moveTo>
                <a:cubicBezTo>
                  <a:pt x="1661131" y="1390621"/>
                  <a:pt x="1687103" y="1345594"/>
                  <a:pt x="1722687" y="1356888"/>
                </a:cubicBezTo>
                <a:cubicBezTo>
                  <a:pt x="1746693" y="1364507"/>
                  <a:pt x="1755156" y="1387125"/>
                  <a:pt x="1742705" y="1410390"/>
                </a:cubicBezTo>
                <a:cubicBezTo>
                  <a:pt x="1731622" y="1431098"/>
                  <a:pt x="1704973" y="1434463"/>
                  <a:pt x="1687830" y="1417320"/>
                </a:cubicBezTo>
                <a:close/>
                <a:moveTo>
                  <a:pt x="1858819" y="1382020"/>
                </a:moveTo>
                <a:cubicBezTo>
                  <a:pt x="1841502" y="1371314"/>
                  <a:pt x="1848772" y="1339262"/>
                  <a:pt x="1869419" y="1335286"/>
                </a:cubicBezTo>
                <a:cubicBezTo>
                  <a:pt x="1878542" y="1333529"/>
                  <a:pt x="1888723" y="1339170"/>
                  <a:pt x="1892043" y="1347822"/>
                </a:cubicBezTo>
                <a:cubicBezTo>
                  <a:pt x="1899837" y="1368132"/>
                  <a:pt x="1876016" y="1392652"/>
                  <a:pt x="1858819" y="1382020"/>
                </a:cubicBezTo>
                <a:close/>
                <a:moveTo>
                  <a:pt x="2057779" y="1376820"/>
                </a:moveTo>
                <a:cubicBezTo>
                  <a:pt x="2039518" y="1354817"/>
                  <a:pt x="2049645" y="1328737"/>
                  <a:pt x="2076450" y="1328737"/>
                </a:cubicBezTo>
                <a:cubicBezTo>
                  <a:pt x="2091546" y="1328737"/>
                  <a:pt x="2101185" y="1334885"/>
                  <a:pt x="2103299" y="1345863"/>
                </a:cubicBezTo>
                <a:cubicBezTo>
                  <a:pt x="2106597" y="1362989"/>
                  <a:pt x="2090014" y="1390650"/>
                  <a:pt x="2076450" y="1390650"/>
                </a:cubicBezTo>
                <a:cubicBezTo>
                  <a:pt x="2072494" y="1390650"/>
                  <a:pt x="2064092" y="1384426"/>
                  <a:pt x="2057779" y="1376820"/>
                </a:cubicBezTo>
                <a:close/>
                <a:moveTo>
                  <a:pt x="3270543" y="1376426"/>
                </a:moveTo>
                <a:cubicBezTo>
                  <a:pt x="3267244" y="1367828"/>
                  <a:pt x="3269112" y="1356227"/>
                  <a:pt x="3274695" y="1350645"/>
                </a:cubicBezTo>
                <a:cubicBezTo>
                  <a:pt x="3289207" y="1336132"/>
                  <a:pt x="3316704" y="1349396"/>
                  <a:pt x="3312913" y="1369080"/>
                </a:cubicBezTo>
                <a:cubicBezTo>
                  <a:pt x="3308690" y="1391005"/>
                  <a:pt x="3278169" y="1396297"/>
                  <a:pt x="3270543" y="1376426"/>
                </a:cubicBezTo>
                <a:close/>
                <a:moveTo>
                  <a:pt x="984743" y="1357895"/>
                </a:moveTo>
                <a:cubicBezTo>
                  <a:pt x="977210" y="1338264"/>
                  <a:pt x="997479" y="1314032"/>
                  <a:pt x="1015612" y="1320990"/>
                </a:cubicBezTo>
                <a:cubicBezTo>
                  <a:pt x="1034618" y="1328284"/>
                  <a:pt x="1028180" y="1365834"/>
                  <a:pt x="1007239" y="1369825"/>
                </a:cubicBezTo>
                <a:cubicBezTo>
                  <a:pt x="998056" y="1371575"/>
                  <a:pt x="987932" y="1366207"/>
                  <a:pt x="984743" y="1357895"/>
                </a:cubicBezTo>
                <a:close/>
                <a:moveTo>
                  <a:pt x="3049751" y="1319172"/>
                </a:moveTo>
                <a:cubicBezTo>
                  <a:pt x="3055728" y="1306053"/>
                  <a:pt x="3062457" y="1297157"/>
                  <a:pt x="3064704" y="1299404"/>
                </a:cubicBezTo>
                <a:cubicBezTo>
                  <a:pt x="3071431" y="1306131"/>
                  <a:pt x="3056933" y="1343025"/>
                  <a:pt x="3047562" y="1343025"/>
                </a:cubicBezTo>
                <a:cubicBezTo>
                  <a:pt x="3042788" y="1343025"/>
                  <a:pt x="3043774" y="1332291"/>
                  <a:pt x="3049751" y="1319172"/>
                </a:cubicBezTo>
                <a:close/>
                <a:moveTo>
                  <a:pt x="2422794" y="1319212"/>
                </a:moveTo>
                <a:cubicBezTo>
                  <a:pt x="2415248" y="1299548"/>
                  <a:pt x="2425479" y="1276350"/>
                  <a:pt x="2441697" y="1276350"/>
                </a:cubicBezTo>
                <a:cubicBezTo>
                  <a:pt x="2461194" y="1276350"/>
                  <a:pt x="2477782" y="1300025"/>
                  <a:pt x="2470882" y="1318005"/>
                </a:cubicBezTo>
                <a:cubicBezTo>
                  <a:pt x="2463415" y="1337464"/>
                  <a:pt x="2430119" y="1338300"/>
                  <a:pt x="2422794" y="1319212"/>
                </a:cubicBezTo>
                <a:close/>
                <a:moveTo>
                  <a:pt x="2213500" y="1310355"/>
                </a:moveTo>
                <a:cubicBezTo>
                  <a:pt x="2204017" y="1285641"/>
                  <a:pt x="2217309" y="1265214"/>
                  <a:pt x="2240713" y="1268538"/>
                </a:cubicBezTo>
                <a:cubicBezTo>
                  <a:pt x="2256455" y="1270773"/>
                  <a:pt x="2262187" y="1277943"/>
                  <a:pt x="2262187" y="1295400"/>
                </a:cubicBezTo>
                <a:cubicBezTo>
                  <a:pt x="2262187" y="1323516"/>
                  <a:pt x="2223152" y="1335507"/>
                  <a:pt x="2213500" y="1310355"/>
                </a:cubicBezTo>
                <a:close/>
                <a:moveTo>
                  <a:pt x="1127394" y="1300162"/>
                </a:moveTo>
                <a:cubicBezTo>
                  <a:pt x="1119848" y="1280498"/>
                  <a:pt x="1130079" y="1257300"/>
                  <a:pt x="1146297" y="1257300"/>
                </a:cubicBezTo>
                <a:cubicBezTo>
                  <a:pt x="1165794" y="1257300"/>
                  <a:pt x="1182382" y="1280975"/>
                  <a:pt x="1175482" y="1298955"/>
                </a:cubicBezTo>
                <a:cubicBezTo>
                  <a:pt x="1168015" y="1318414"/>
                  <a:pt x="1134719" y="1319250"/>
                  <a:pt x="1127394" y="1300162"/>
                </a:cubicBezTo>
                <a:close/>
                <a:moveTo>
                  <a:pt x="696326" y="1291844"/>
                </a:moveTo>
                <a:cubicBezTo>
                  <a:pt x="681911" y="1274474"/>
                  <a:pt x="692982" y="1247775"/>
                  <a:pt x="714600" y="1247775"/>
                </a:cubicBezTo>
                <a:cubicBezTo>
                  <a:pt x="735655" y="1247775"/>
                  <a:pt x="743332" y="1265839"/>
                  <a:pt x="731802" y="1288256"/>
                </a:cubicBezTo>
                <a:cubicBezTo>
                  <a:pt x="721484" y="1308317"/>
                  <a:pt x="710887" y="1309389"/>
                  <a:pt x="696326" y="1291844"/>
                </a:cubicBezTo>
                <a:close/>
                <a:moveTo>
                  <a:pt x="2581580" y="1286445"/>
                </a:moveTo>
                <a:cubicBezTo>
                  <a:pt x="2560035" y="1246189"/>
                  <a:pt x="2609239" y="1207846"/>
                  <a:pt x="2637989" y="1242488"/>
                </a:cubicBezTo>
                <a:cubicBezTo>
                  <a:pt x="2644272" y="1250057"/>
                  <a:pt x="2648011" y="1266131"/>
                  <a:pt x="2646299" y="1278206"/>
                </a:cubicBezTo>
                <a:cubicBezTo>
                  <a:pt x="2642011" y="1308459"/>
                  <a:pt x="2596465" y="1314257"/>
                  <a:pt x="2581580" y="1286445"/>
                </a:cubicBezTo>
                <a:close/>
                <a:moveTo>
                  <a:pt x="1537411" y="1271587"/>
                </a:moveTo>
                <a:cubicBezTo>
                  <a:pt x="1522958" y="1249528"/>
                  <a:pt x="1522958" y="1246021"/>
                  <a:pt x="1537411" y="1223962"/>
                </a:cubicBezTo>
                <a:cubicBezTo>
                  <a:pt x="1563408" y="1184286"/>
                  <a:pt x="1619250" y="1199463"/>
                  <a:pt x="1619250" y="1246205"/>
                </a:cubicBezTo>
                <a:cubicBezTo>
                  <a:pt x="1619250" y="1297849"/>
                  <a:pt x="1565534" y="1314508"/>
                  <a:pt x="1537411" y="1271587"/>
                </a:cubicBezTo>
                <a:close/>
                <a:moveTo>
                  <a:pt x="3178174" y="1289049"/>
                </a:moveTo>
                <a:cubicBezTo>
                  <a:pt x="3164219" y="1275094"/>
                  <a:pt x="3172253" y="1247775"/>
                  <a:pt x="3190312" y="1247775"/>
                </a:cubicBezTo>
                <a:cubicBezTo>
                  <a:pt x="3212755" y="1247775"/>
                  <a:pt x="3221501" y="1259920"/>
                  <a:pt x="3213699" y="1280252"/>
                </a:cubicBezTo>
                <a:cubicBezTo>
                  <a:pt x="3207731" y="1295804"/>
                  <a:pt x="3189455" y="1300330"/>
                  <a:pt x="3178174" y="1289049"/>
                </a:cubicBezTo>
                <a:close/>
                <a:moveTo>
                  <a:pt x="825779" y="1263491"/>
                </a:moveTo>
                <a:cubicBezTo>
                  <a:pt x="817831" y="1242780"/>
                  <a:pt x="841895" y="1214925"/>
                  <a:pt x="861303" y="1222372"/>
                </a:cubicBezTo>
                <a:cubicBezTo>
                  <a:pt x="884660" y="1231335"/>
                  <a:pt x="877098" y="1270794"/>
                  <a:pt x="851318" y="1274472"/>
                </a:cubicBezTo>
                <a:cubicBezTo>
                  <a:pt x="840198" y="1276059"/>
                  <a:pt x="828705" y="1271117"/>
                  <a:pt x="825779" y="1263491"/>
                </a:cubicBezTo>
                <a:close/>
                <a:moveTo>
                  <a:pt x="1250973" y="1261422"/>
                </a:moveTo>
                <a:cubicBezTo>
                  <a:pt x="1247823" y="1253211"/>
                  <a:pt x="1249919" y="1241820"/>
                  <a:pt x="1255631" y="1236108"/>
                </a:cubicBezTo>
                <a:cubicBezTo>
                  <a:pt x="1269384" y="1222355"/>
                  <a:pt x="1296315" y="1243831"/>
                  <a:pt x="1289052" y="1262758"/>
                </a:cubicBezTo>
                <a:cubicBezTo>
                  <a:pt x="1282084" y="1280916"/>
                  <a:pt x="1258131" y="1280075"/>
                  <a:pt x="1250973" y="1261422"/>
                </a:cubicBezTo>
                <a:close/>
                <a:moveTo>
                  <a:pt x="1391990" y="1263678"/>
                </a:moveTo>
                <a:cubicBezTo>
                  <a:pt x="1375806" y="1244176"/>
                  <a:pt x="1389084" y="1217623"/>
                  <a:pt x="1413293" y="1221077"/>
                </a:cubicBezTo>
                <a:cubicBezTo>
                  <a:pt x="1427707" y="1223134"/>
                  <a:pt x="1433512" y="1230762"/>
                  <a:pt x="1433512" y="1247644"/>
                </a:cubicBezTo>
                <a:cubicBezTo>
                  <a:pt x="1433512" y="1274817"/>
                  <a:pt x="1409068" y="1284256"/>
                  <a:pt x="1391990" y="1263678"/>
                </a:cubicBezTo>
                <a:close/>
                <a:moveTo>
                  <a:pt x="1933677" y="1262186"/>
                </a:moveTo>
                <a:cubicBezTo>
                  <a:pt x="1919096" y="1244616"/>
                  <a:pt x="1928181" y="1204257"/>
                  <a:pt x="1948470" y="1196472"/>
                </a:cubicBezTo>
                <a:cubicBezTo>
                  <a:pt x="1971237" y="1187735"/>
                  <a:pt x="2000250" y="1207596"/>
                  <a:pt x="2000250" y="1231917"/>
                </a:cubicBezTo>
                <a:cubicBezTo>
                  <a:pt x="2000250" y="1272272"/>
                  <a:pt x="1957993" y="1291485"/>
                  <a:pt x="1933677" y="1262186"/>
                </a:cubicBezTo>
                <a:close/>
                <a:moveTo>
                  <a:pt x="1753940" y="1235103"/>
                </a:moveTo>
                <a:cubicBezTo>
                  <a:pt x="1737756" y="1215601"/>
                  <a:pt x="1751034" y="1189048"/>
                  <a:pt x="1775243" y="1192502"/>
                </a:cubicBezTo>
                <a:cubicBezTo>
                  <a:pt x="1789657" y="1194559"/>
                  <a:pt x="1795462" y="1202187"/>
                  <a:pt x="1795462" y="1219069"/>
                </a:cubicBezTo>
                <a:cubicBezTo>
                  <a:pt x="1795462" y="1246242"/>
                  <a:pt x="1771018" y="1255681"/>
                  <a:pt x="1753940" y="1235103"/>
                </a:cubicBezTo>
                <a:close/>
                <a:moveTo>
                  <a:pt x="1013955" y="1205551"/>
                </a:moveTo>
                <a:cubicBezTo>
                  <a:pt x="996675" y="1179179"/>
                  <a:pt x="1008514" y="1143000"/>
                  <a:pt x="1034423" y="1143000"/>
                </a:cubicBezTo>
                <a:cubicBezTo>
                  <a:pt x="1079511" y="1143000"/>
                  <a:pt x="1100637" y="1184001"/>
                  <a:pt x="1070882" y="1213757"/>
                </a:cubicBezTo>
                <a:cubicBezTo>
                  <a:pt x="1049673" y="1234965"/>
                  <a:pt x="1031512" y="1232347"/>
                  <a:pt x="1013955" y="1205551"/>
                </a:cubicBezTo>
                <a:close/>
                <a:moveTo>
                  <a:pt x="2113905" y="1179895"/>
                </a:moveTo>
                <a:cubicBezTo>
                  <a:pt x="2097009" y="1148324"/>
                  <a:pt x="2117061" y="1112317"/>
                  <a:pt x="2149388" y="1116181"/>
                </a:cubicBezTo>
                <a:cubicBezTo>
                  <a:pt x="2183914" y="1120307"/>
                  <a:pt x="2197577" y="1144251"/>
                  <a:pt x="2183295" y="1175597"/>
                </a:cubicBezTo>
                <a:cubicBezTo>
                  <a:pt x="2169122" y="1206703"/>
                  <a:pt x="2129563" y="1209153"/>
                  <a:pt x="2113905" y="1179895"/>
                </a:cubicBezTo>
                <a:close/>
                <a:moveTo>
                  <a:pt x="2327757" y="1186418"/>
                </a:moveTo>
                <a:cubicBezTo>
                  <a:pt x="2324859" y="1178866"/>
                  <a:pt x="2323981" y="1164936"/>
                  <a:pt x="2325806" y="1155462"/>
                </a:cubicBezTo>
                <a:cubicBezTo>
                  <a:pt x="2330316" y="1132040"/>
                  <a:pt x="2375017" y="1131958"/>
                  <a:pt x="2379524" y="1155363"/>
                </a:cubicBezTo>
                <a:cubicBezTo>
                  <a:pt x="2386076" y="1189383"/>
                  <a:pt x="2339595" y="1217267"/>
                  <a:pt x="2327757" y="1186418"/>
                </a:cubicBezTo>
                <a:close/>
                <a:moveTo>
                  <a:pt x="2497931" y="1174401"/>
                </a:moveTo>
                <a:cubicBezTo>
                  <a:pt x="2483249" y="1168958"/>
                  <a:pt x="2482234" y="1136942"/>
                  <a:pt x="2496464" y="1128147"/>
                </a:cubicBezTo>
                <a:cubicBezTo>
                  <a:pt x="2515564" y="1116342"/>
                  <a:pt x="2540209" y="1150190"/>
                  <a:pt x="2523784" y="1165670"/>
                </a:cubicBezTo>
                <a:cubicBezTo>
                  <a:pt x="2516113" y="1172900"/>
                  <a:pt x="2504479" y="1176829"/>
                  <a:pt x="2497931" y="1174401"/>
                </a:cubicBezTo>
                <a:close/>
                <a:moveTo>
                  <a:pt x="895284" y="1147683"/>
                </a:moveTo>
                <a:cubicBezTo>
                  <a:pt x="878453" y="1127403"/>
                  <a:pt x="891154" y="1102977"/>
                  <a:pt x="916641" y="1106613"/>
                </a:cubicBezTo>
                <a:cubicBezTo>
                  <a:pt x="944110" y="1110531"/>
                  <a:pt x="949657" y="1138753"/>
                  <a:pt x="925499" y="1151682"/>
                </a:cubicBezTo>
                <a:cubicBezTo>
                  <a:pt x="911438" y="1159207"/>
                  <a:pt x="904035" y="1158227"/>
                  <a:pt x="895284" y="1147683"/>
                </a:cubicBezTo>
                <a:close/>
                <a:moveTo>
                  <a:pt x="1276852" y="1138842"/>
                </a:moveTo>
                <a:cubicBezTo>
                  <a:pt x="1270007" y="1130595"/>
                  <a:pt x="1267207" y="1114199"/>
                  <a:pt x="1270441" y="1101311"/>
                </a:cubicBezTo>
                <a:cubicBezTo>
                  <a:pt x="1283175" y="1050576"/>
                  <a:pt x="1346283" y="1064959"/>
                  <a:pt x="1341200" y="1117439"/>
                </a:cubicBezTo>
                <a:cubicBezTo>
                  <a:pt x="1337829" y="1152229"/>
                  <a:pt x="1298750" y="1165228"/>
                  <a:pt x="1276852" y="1138842"/>
                </a:cubicBezTo>
                <a:close/>
                <a:moveTo>
                  <a:pt x="1466950" y="1138358"/>
                </a:moveTo>
                <a:cubicBezTo>
                  <a:pt x="1451421" y="1119647"/>
                  <a:pt x="1461504" y="1095375"/>
                  <a:pt x="1484807" y="1095375"/>
                </a:cubicBezTo>
                <a:cubicBezTo>
                  <a:pt x="1507051" y="1095375"/>
                  <a:pt x="1515100" y="1112967"/>
                  <a:pt x="1503327" y="1135856"/>
                </a:cubicBezTo>
                <a:cubicBezTo>
                  <a:pt x="1492839" y="1156249"/>
                  <a:pt x="1482394" y="1156967"/>
                  <a:pt x="1466950" y="1138358"/>
                </a:cubicBezTo>
                <a:close/>
                <a:moveTo>
                  <a:pt x="1640324" y="1131689"/>
                </a:moveTo>
                <a:cubicBezTo>
                  <a:pt x="1624695" y="1116060"/>
                  <a:pt x="1625801" y="1100175"/>
                  <a:pt x="1643540" y="1085453"/>
                </a:cubicBezTo>
                <a:cubicBezTo>
                  <a:pt x="1664661" y="1067924"/>
                  <a:pt x="1695201" y="1097589"/>
                  <a:pt x="1680320" y="1121180"/>
                </a:cubicBezTo>
                <a:cubicBezTo>
                  <a:pt x="1666942" y="1142389"/>
                  <a:pt x="1654336" y="1145701"/>
                  <a:pt x="1640324" y="1131689"/>
                </a:cubicBezTo>
                <a:close/>
                <a:moveTo>
                  <a:pt x="1182571" y="1119781"/>
                </a:moveTo>
                <a:cubicBezTo>
                  <a:pt x="1184381" y="1111043"/>
                  <a:pt x="1190148" y="1104120"/>
                  <a:pt x="1195387" y="1104396"/>
                </a:cubicBezTo>
                <a:cubicBezTo>
                  <a:pt x="1209525" y="1105143"/>
                  <a:pt x="1206928" y="1126453"/>
                  <a:pt x="1192096" y="1131396"/>
                </a:cubicBezTo>
                <a:cubicBezTo>
                  <a:pt x="1184084" y="1134067"/>
                  <a:pt x="1180514" y="1129713"/>
                  <a:pt x="1182571" y="1119781"/>
                </a:cubicBezTo>
                <a:close/>
                <a:moveTo>
                  <a:pt x="1914625" y="1109783"/>
                </a:moveTo>
                <a:cubicBezTo>
                  <a:pt x="1899096" y="1091072"/>
                  <a:pt x="1909179" y="1066800"/>
                  <a:pt x="1932482" y="1066800"/>
                </a:cubicBezTo>
                <a:cubicBezTo>
                  <a:pt x="1954726" y="1066800"/>
                  <a:pt x="1962775" y="1084392"/>
                  <a:pt x="1951002" y="1107281"/>
                </a:cubicBezTo>
                <a:cubicBezTo>
                  <a:pt x="1940514" y="1127674"/>
                  <a:pt x="1930069" y="1128392"/>
                  <a:pt x="1914625" y="1109783"/>
                </a:cubicBezTo>
                <a:close/>
                <a:moveTo>
                  <a:pt x="1769268" y="1056512"/>
                </a:moveTo>
                <a:cubicBezTo>
                  <a:pt x="1748434" y="1044376"/>
                  <a:pt x="1747310" y="997322"/>
                  <a:pt x="1767456" y="980602"/>
                </a:cubicBezTo>
                <a:cubicBezTo>
                  <a:pt x="1790553" y="961433"/>
                  <a:pt x="1832848" y="980070"/>
                  <a:pt x="1836460" y="1011009"/>
                </a:cubicBezTo>
                <a:cubicBezTo>
                  <a:pt x="1841365" y="1053011"/>
                  <a:pt x="1805249" y="1077468"/>
                  <a:pt x="1769268" y="1056512"/>
                </a:cubicBezTo>
                <a:close/>
                <a:moveTo>
                  <a:pt x="2245054" y="1060779"/>
                </a:moveTo>
                <a:cubicBezTo>
                  <a:pt x="2233795" y="1049520"/>
                  <a:pt x="2237634" y="1021497"/>
                  <a:pt x="2251145" y="1016312"/>
                </a:cubicBezTo>
                <a:cubicBezTo>
                  <a:pt x="2270343" y="1008945"/>
                  <a:pt x="2288320" y="1023902"/>
                  <a:pt x="2284446" y="1044019"/>
                </a:cubicBezTo>
                <a:cubicBezTo>
                  <a:pt x="2280913" y="1062365"/>
                  <a:pt x="2256870" y="1072595"/>
                  <a:pt x="2245054" y="1060779"/>
                </a:cubicBezTo>
                <a:close/>
                <a:moveTo>
                  <a:pt x="2067304" y="1024395"/>
                </a:moveTo>
                <a:cubicBezTo>
                  <a:pt x="2049043" y="1002392"/>
                  <a:pt x="2059170" y="976312"/>
                  <a:pt x="2085975" y="976312"/>
                </a:cubicBezTo>
                <a:cubicBezTo>
                  <a:pt x="2101071" y="976312"/>
                  <a:pt x="2110710" y="982460"/>
                  <a:pt x="2112824" y="993438"/>
                </a:cubicBezTo>
                <a:cubicBezTo>
                  <a:pt x="2116122" y="1010564"/>
                  <a:pt x="2099539" y="1038225"/>
                  <a:pt x="2085975" y="1038225"/>
                </a:cubicBezTo>
                <a:cubicBezTo>
                  <a:pt x="2082019" y="1038225"/>
                  <a:pt x="2073617" y="1032001"/>
                  <a:pt x="2067304" y="1024395"/>
                </a:cubicBezTo>
                <a:close/>
                <a:moveTo>
                  <a:pt x="1367699" y="1003700"/>
                </a:moveTo>
                <a:cubicBezTo>
                  <a:pt x="1359620" y="982646"/>
                  <a:pt x="1384082" y="957466"/>
                  <a:pt x="1404866" y="965442"/>
                </a:cubicBezTo>
                <a:cubicBezTo>
                  <a:pt x="1414535" y="969152"/>
                  <a:pt x="1419390" y="979709"/>
                  <a:pt x="1417511" y="992938"/>
                </a:cubicBezTo>
                <a:cubicBezTo>
                  <a:pt x="1413713" y="1019685"/>
                  <a:pt x="1376887" y="1027641"/>
                  <a:pt x="1367699" y="1003700"/>
                </a:cubicBezTo>
                <a:close/>
                <a:moveTo>
                  <a:pt x="1548492" y="994682"/>
                </a:moveTo>
                <a:cubicBezTo>
                  <a:pt x="1530041" y="976230"/>
                  <a:pt x="1529593" y="961517"/>
                  <a:pt x="1546769" y="938028"/>
                </a:cubicBezTo>
                <a:cubicBezTo>
                  <a:pt x="1565031" y="913053"/>
                  <a:pt x="1609725" y="931972"/>
                  <a:pt x="1609725" y="964678"/>
                </a:cubicBezTo>
                <a:cubicBezTo>
                  <a:pt x="1609725" y="1005810"/>
                  <a:pt x="1576098" y="1022287"/>
                  <a:pt x="1548492" y="994682"/>
                </a:cubicBezTo>
                <a:close/>
                <a:moveTo>
                  <a:pt x="2383695" y="997743"/>
                </a:moveTo>
                <a:cubicBezTo>
                  <a:pt x="2357076" y="964072"/>
                  <a:pt x="2367844" y="923925"/>
                  <a:pt x="2403492" y="923925"/>
                </a:cubicBezTo>
                <a:cubicBezTo>
                  <a:pt x="2430476" y="923925"/>
                  <a:pt x="2447925" y="940756"/>
                  <a:pt x="2447925" y="966787"/>
                </a:cubicBezTo>
                <a:cubicBezTo>
                  <a:pt x="2447925" y="1003901"/>
                  <a:pt x="2404940" y="1024618"/>
                  <a:pt x="2383695" y="997743"/>
                </a:cubicBezTo>
                <a:close/>
                <a:moveTo>
                  <a:pt x="1266939" y="933235"/>
                </a:moveTo>
                <a:cubicBezTo>
                  <a:pt x="1278756" y="911156"/>
                  <a:pt x="1285875" y="909063"/>
                  <a:pt x="1285875" y="927668"/>
                </a:cubicBezTo>
                <a:cubicBezTo>
                  <a:pt x="1285875" y="934966"/>
                  <a:pt x="1279346" y="943442"/>
                  <a:pt x="1271367" y="946504"/>
                </a:cubicBezTo>
                <a:cubicBezTo>
                  <a:pt x="1259530" y="951046"/>
                  <a:pt x="1258715" y="948602"/>
                  <a:pt x="1266939" y="933235"/>
                </a:cubicBezTo>
                <a:close/>
                <a:moveTo>
                  <a:pt x="1956282" y="929243"/>
                </a:moveTo>
                <a:cubicBezTo>
                  <a:pt x="1946137" y="902804"/>
                  <a:pt x="1956971" y="881062"/>
                  <a:pt x="1980292" y="881062"/>
                </a:cubicBezTo>
                <a:cubicBezTo>
                  <a:pt x="2010338" y="881062"/>
                  <a:pt x="2027358" y="907500"/>
                  <a:pt x="2010437" y="927889"/>
                </a:cubicBezTo>
                <a:cubicBezTo>
                  <a:pt x="1994800" y="946730"/>
                  <a:pt x="1963295" y="947518"/>
                  <a:pt x="1956282" y="929243"/>
                </a:cubicBezTo>
                <a:close/>
                <a:moveTo>
                  <a:pt x="2177142" y="899432"/>
                </a:moveTo>
                <a:cubicBezTo>
                  <a:pt x="2139986" y="862275"/>
                  <a:pt x="2183237" y="794739"/>
                  <a:pt x="2228631" y="819033"/>
                </a:cubicBezTo>
                <a:cubicBezTo>
                  <a:pt x="2260865" y="836284"/>
                  <a:pt x="2270502" y="864696"/>
                  <a:pt x="2253119" y="891226"/>
                </a:cubicBezTo>
                <a:cubicBezTo>
                  <a:pt x="2235590" y="917979"/>
                  <a:pt x="2199579" y="921869"/>
                  <a:pt x="2177142" y="899432"/>
                </a:cubicBezTo>
                <a:close/>
                <a:moveTo>
                  <a:pt x="1386567" y="870857"/>
                </a:moveTo>
                <a:cubicBezTo>
                  <a:pt x="1367118" y="851408"/>
                  <a:pt x="1367632" y="835128"/>
                  <a:pt x="1388268" y="816918"/>
                </a:cubicBezTo>
                <a:cubicBezTo>
                  <a:pt x="1411488" y="796429"/>
                  <a:pt x="1447800" y="810966"/>
                  <a:pt x="1447800" y="840750"/>
                </a:cubicBezTo>
                <a:cubicBezTo>
                  <a:pt x="1447800" y="881977"/>
                  <a:pt x="1414205" y="898495"/>
                  <a:pt x="1386567" y="870857"/>
                </a:cubicBezTo>
                <a:close/>
                <a:moveTo>
                  <a:pt x="1647501" y="871147"/>
                </a:moveTo>
                <a:cubicBezTo>
                  <a:pt x="1631416" y="851765"/>
                  <a:pt x="1646260" y="823912"/>
                  <a:pt x="1672675" y="823912"/>
                </a:cubicBezTo>
                <a:cubicBezTo>
                  <a:pt x="1686320" y="823912"/>
                  <a:pt x="1690687" y="830808"/>
                  <a:pt x="1690687" y="852357"/>
                </a:cubicBezTo>
                <a:cubicBezTo>
                  <a:pt x="1690687" y="885229"/>
                  <a:pt x="1667545" y="895298"/>
                  <a:pt x="1647501" y="871147"/>
                </a:cubicBezTo>
                <a:close/>
                <a:moveTo>
                  <a:pt x="1806575" y="860425"/>
                </a:moveTo>
                <a:cubicBezTo>
                  <a:pt x="1796574" y="850424"/>
                  <a:pt x="1799161" y="820931"/>
                  <a:pt x="1810664" y="813822"/>
                </a:cubicBezTo>
                <a:cubicBezTo>
                  <a:pt x="1829247" y="802337"/>
                  <a:pt x="1853054" y="834739"/>
                  <a:pt x="1838721" y="852009"/>
                </a:cubicBezTo>
                <a:cubicBezTo>
                  <a:pt x="1825442" y="868009"/>
                  <a:pt x="1816500" y="870350"/>
                  <a:pt x="1806575" y="860425"/>
                </a:cubicBezTo>
                <a:close/>
                <a:moveTo>
                  <a:pt x="2394489" y="796041"/>
                </a:moveTo>
                <a:cubicBezTo>
                  <a:pt x="2391325" y="787796"/>
                  <a:pt x="2391274" y="774435"/>
                  <a:pt x="2394377" y="766351"/>
                </a:cubicBezTo>
                <a:cubicBezTo>
                  <a:pt x="2402159" y="746071"/>
                  <a:pt x="2440749" y="766578"/>
                  <a:pt x="2436484" y="788727"/>
                </a:cubicBezTo>
                <a:cubicBezTo>
                  <a:pt x="2432431" y="809771"/>
                  <a:pt x="2401805" y="815105"/>
                  <a:pt x="2394489" y="796041"/>
                </a:cubicBezTo>
                <a:close/>
                <a:moveTo>
                  <a:pt x="2040255" y="788670"/>
                </a:moveTo>
                <a:cubicBezTo>
                  <a:pt x="2015067" y="763482"/>
                  <a:pt x="2038378" y="717198"/>
                  <a:pt x="2070117" y="729378"/>
                </a:cubicBezTo>
                <a:cubicBezTo>
                  <a:pt x="2090824" y="737323"/>
                  <a:pt x="2099562" y="769441"/>
                  <a:pt x="2085595" y="786269"/>
                </a:cubicBezTo>
                <a:cubicBezTo>
                  <a:pt x="2071637" y="803088"/>
                  <a:pt x="2055526" y="803941"/>
                  <a:pt x="2040255" y="788670"/>
                </a:cubicBezTo>
                <a:close/>
                <a:moveTo>
                  <a:pt x="1909249" y="770695"/>
                </a:moveTo>
                <a:cubicBezTo>
                  <a:pt x="1905729" y="764999"/>
                  <a:pt x="1907246" y="755943"/>
                  <a:pt x="1912620" y="750570"/>
                </a:cubicBezTo>
                <a:cubicBezTo>
                  <a:pt x="1924637" y="738552"/>
                  <a:pt x="1943100" y="748701"/>
                  <a:pt x="1943100" y="767324"/>
                </a:cubicBezTo>
                <a:cubicBezTo>
                  <a:pt x="1943100" y="783361"/>
                  <a:pt x="1918586" y="785801"/>
                  <a:pt x="1909249" y="770695"/>
                </a:cubicBezTo>
                <a:close/>
                <a:moveTo>
                  <a:pt x="1529302" y="750355"/>
                </a:moveTo>
                <a:cubicBezTo>
                  <a:pt x="1510091" y="722927"/>
                  <a:pt x="1510607" y="711302"/>
                  <a:pt x="1531893" y="692038"/>
                </a:cubicBezTo>
                <a:cubicBezTo>
                  <a:pt x="1564473" y="662554"/>
                  <a:pt x="1587545" y="671645"/>
                  <a:pt x="1593538" y="716327"/>
                </a:cubicBezTo>
                <a:cubicBezTo>
                  <a:pt x="1596493" y="738356"/>
                  <a:pt x="1596804" y="759787"/>
                  <a:pt x="1594230" y="763952"/>
                </a:cubicBezTo>
                <a:cubicBezTo>
                  <a:pt x="1584644" y="779463"/>
                  <a:pt x="1543682" y="770885"/>
                  <a:pt x="1529302" y="750355"/>
                </a:cubicBezTo>
                <a:close/>
                <a:moveTo>
                  <a:pt x="2259806" y="736641"/>
                </a:moveTo>
                <a:cubicBezTo>
                  <a:pt x="2242279" y="729569"/>
                  <a:pt x="2244557" y="694878"/>
                  <a:pt x="2262187" y="700386"/>
                </a:cubicBezTo>
                <a:cubicBezTo>
                  <a:pt x="2308638" y="714898"/>
                  <a:pt x="2307649" y="714053"/>
                  <a:pt x="2295431" y="728775"/>
                </a:cubicBezTo>
                <a:cubicBezTo>
                  <a:pt x="2283099" y="743634"/>
                  <a:pt x="2279244" y="744485"/>
                  <a:pt x="2259806" y="736641"/>
                </a:cubicBezTo>
                <a:close/>
                <a:moveTo>
                  <a:pt x="1739641" y="717291"/>
                </a:moveTo>
                <a:cubicBezTo>
                  <a:pt x="1728257" y="705907"/>
                  <a:pt x="1733490" y="685800"/>
                  <a:pt x="1747837" y="685800"/>
                </a:cubicBezTo>
                <a:cubicBezTo>
                  <a:pt x="1755695" y="685800"/>
                  <a:pt x="1762125" y="691976"/>
                  <a:pt x="1762125" y="699525"/>
                </a:cubicBezTo>
                <a:cubicBezTo>
                  <a:pt x="1762125" y="715438"/>
                  <a:pt x="1748530" y="726180"/>
                  <a:pt x="1739641" y="717291"/>
                </a:cubicBezTo>
                <a:close/>
                <a:moveTo>
                  <a:pt x="1843767" y="680357"/>
                </a:moveTo>
                <a:cubicBezTo>
                  <a:pt x="1826215" y="662805"/>
                  <a:pt x="1825264" y="653054"/>
                  <a:pt x="1838660" y="628023"/>
                </a:cubicBezTo>
                <a:cubicBezTo>
                  <a:pt x="1855821" y="595958"/>
                  <a:pt x="1914525" y="614868"/>
                  <a:pt x="1914525" y="652462"/>
                </a:cubicBezTo>
                <a:cubicBezTo>
                  <a:pt x="1914525" y="669139"/>
                  <a:pt x="1888339" y="695325"/>
                  <a:pt x="1871662" y="695325"/>
                </a:cubicBezTo>
                <a:cubicBezTo>
                  <a:pt x="1864552" y="695325"/>
                  <a:pt x="1852000" y="688589"/>
                  <a:pt x="1843767" y="680357"/>
                </a:cubicBezTo>
                <a:close/>
                <a:moveTo>
                  <a:pt x="2095500" y="661193"/>
                </a:moveTo>
                <a:cubicBezTo>
                  <a:pt x="2095500" y="644373"/>
                  <a:pt x="2116005" y="647302"/>
                  <a:pt x="2121892" y="664964"/>
                </a:cubicBezTo>
                <a:cubicBezTo>
                  <a:pt x="2123965" y="671185"/>
                  <a:pt x="2118875" y="676275"/>
                  <a:pt x="2110581" y="676275"/>
                </a:cubicBezTo>
                <a:cubicBezTo>
                  <a:pt x="2102286" y="676275"/>
                  <a:pt x="2095500" y="669488"/>
                  <a:pt x="2095500" y="661193"/>
                </a:cubicBezTo>
                <a:close/>
                <a:moveTo>
                  <a:pt x="1975231" y="567030"/>
                </a:moveTo>
                <a:cubicBezTo>
                  <a:pt x="1971981" y="558559"/>
                  <a:pt x="1971671" y="549278"/>
                  <a:pt x="1974542" y="546407"/>
                </a:cubicBezTo>
                <a:cubicBezTo>
                  <a:pt x="1983710" y="537239"/>
                  <a:pt x="2020495" y="553625"/>
                  <a:pt x="2016653" y="565164"/>
                </a:cubicBezTo>
                <a:cubicBezTo>
                  <a:pt x="2010813" y="582705"/>
                  <a:pt x="1981749" y="584015"/>
                  <a:pt x="1975231" y="567030"/>
                </a:cubicBezTo>
                <a:close/>
              </a:path>
            </a:pathLst>
          </a:custGeom>
          <a:solidFill>
            <a:srgbClr val="7A1732">
              <a:alpha val="55000"/>
            </a:srgbClr>
          </a:solidFill>
          <a:ln>
            <a:noFill/>
          </a:ln>
        </p:spPr>
      </p:sp>
      <p:pic>
        <p:nvPicPr>
          <p:cNvPr id="9" name="paper ball" descr="00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200000">
            <a:off x="6610350" y="9120188"/>
            <a:ext cx="3162300" cy="2905125"/>
          </a:xfrm>
          <a:prstGeom prst="rect">
            <a:avLst/>
          </a:prstGeom>
        </p:spPr>
      </p:pic>
      <p:sp>
        <p:nvSpPr>
          <p:cNvPr id="10" name="paper ball pattern"/>
          <p:cNvSpPr/>
          <p:nvPr/>
        </p:nvSpPr>
        <p:spPr>
          <a:xfrm rot="1200000">
            <a:off x="6610350" y="9120187"/>
            <a:ext cx="3162300" cy="2905125"/>
          </a:xfrm>
          <a:custGeom>
            <a:avLst/>
            <a:gdLst/>
            <a:ahLst/>
            <a:cxnLst/>
            <a:rect l="0" t="0" r="r" b="b"/>
            <a:pathLst>
              <a:path w="3162300" h="2905125">
                <a:moveTo>
                  <a:pt x="1482004" y="2222430"/>
                </a:moveTo>
                <a:cubicBezTo>
                  <a:pt x="1451048" y="2220149"/>
                  <a:pt x="1417310" y="2212392"/>
                  <a:pt x="1407030" y="2205192"/>
                </a:cubicBezTo>
                <a:cubicBezTo>
                  <a:pt x="1394034" y="2196089"/>
                  <a:pt x="1381468" y="2194712"/>
                  <a:pt x="1365793" y="2200671"/>
                </a:cubicBezTo>
                <a:cubicBezTo>
                  <a:pt x="1353393" y="2205386"/>
                  <a:pt x="1267602" y="2207889"/>
                  <a:pt x="1175146" y="2206235"/>
                </a:cubicBezTo>
                <a:lnTo>
                  <a:pt x="1007043" y="2203227"/>
                </a:lnTo>
                <a:lnTo>
                  <a:pt x="955752" y="2163540"/>
                </a:lnTo>
                <a:cubicBezTo>
                  <a:pt x="927541" y="2141713"/>
                  <a:pt x="896059" y="2110039"/>
                  <a:pt x="885791" y="2093154"/>
                </a:cubicBezTo>
                <a:lnTo>
                  <a:pt x="867121" y="2062454"/>
                </a:lnTo>
                <a:lnTo>
                  <a:pt x="888379" y="2054471"/>
                </a:lnTo>
                <a:cubicBezTo>
                  <a:pt x="900071" y="2050080"/>
                  <a:pt x="931123" y="2049124"/>
                  <a:pt x="957384" y="2052347"/>
                </a:cubicBezTo>
                <a:cubicBezTo>
                  <a:pt x="1017479" y="2059721"/>
                  <a:pt x="1357735" y="2059302"/>
                  <a:pt x="1638300" y="2051508"/>
                </a:cubicBezTo>
                <a:cubicBezTo>
                  <a:pt x="1858041" y="2045404"/>
                  <a:pt x="2058421" y="2045721"/>
                  <a:pt x="2064883" y="2052183"/>
                </a:cubicBezTo>
                <a:cubicBezTo>
                  <a:pt x="2073896" y="2061196"/>
                  <a:pt x="2027888" y="2141533"/>
                  <a:pt x="1996783" y="2171094"/>
                </a:cubicBezTo>
                <a:cubicBezTo>
                  <a:pt x="1963362" y="2202855"/>
                  <a:pt x="1959304" y="2204046"/>
                  <a:pt x="1859852" y="2211267"/>
                </a:cubicBezTo>
                <a:cubicBezTo>
                  <a:pt x="1707451" y="2222332"/>
                  <a:pt x="1545585" y="2227114"/>
                  <a:pt x="1482004" y="2222430"/>
                </a:cubicBezTo>
                <a:close/>
                <a:moveTo>
                  <a:pt x="1346949" y="1934324"/>
                </a:moveTo>
                <a:cubicBezTo>
                  <a:pt x="1344176" y="1931551"/>
                  <a:pt x="1218928" y="1928476"/>
                  <a:pt x="1068622" y="1927493"/>
                </a:cubicBezTo>
                <a:cubicBezTo>
                  <a:pt x="719794" y="1925210"/>
                  <a:pt x="678697" y="1920374"/>
                  <a:pt x="654435" y="1878752"/>
                </a:cubicBezTo>
                <a:cubicBezTo>
                  <a:pt x="644493" y="1861697"/>
                  <a:pt x="633969" y="1821387"/>
                  <a:pt x="631048" y="1789176"/>
                </a:cubicBezTo>
                <a:lnTo>
                  <a:pt x="625737" y="1730610"/>
                </a:lnTo>
                <a:lnTo>
                  <a:pt x="772450" y="1737966"/>
                </a:lnTo>
                <a:cubicBezTo>
                  <a:pt x="964120" y="1747577"/>
                  <a:pt x="1004448" y="1748130"/>
                  <a:pt x="1123950" y="1742785"/>
                </a:cubicBezTo>
                <a:cubicBezTo>
                  <a:pt x="1256430" y="1736860"/>
                  <a:pt x="1533506" y="1744924"/>
                  <a:pt x="1527568" y="1754531"/>
                </a:cubicBezTo>
                <a:cubicBezTo>
                  <a:pt x="1520557" y="1765875"/>
                  <a:pt x="1537670" y="1763694"/>
                  <a:pt x="1549647" y="1751717"/>
                </a:cubicBezTo>
                <a:cubicBezTo>
                  <a:pt x="1557173" y="1744191"/>
                  <a:pt x="1565437" y="1744191"/>
                  <a:pt x="1579501" y="1751717"/>
                </a:cubicBezTo>
                <a:cubicBezTo>
                  <a:pt x="1603335" y="1764473"/>
                  <a:pt x="1612636" y="1765016"/>
                  <a:pt x="1605350" y="1753227"/>
                </a:cubicBezTo>
                <a:cubicBezTo>
                  <a:pt x="1602168" y="1748079"/>
                  <a:pt x="1625009" y="1744291"/>
                  <a:pt x="1659557" y="1744239"/>
                </a:cubicBezTo>
                <a:cubicBezTo>
                  <a:pt x="1692395" y="1744188"/>
                  <a:pt x="1744980" y="1742212"/>
                  <a:pt x="1776412" y="1739847"/>
                </a:cubicBezTo>
                <a:cubicBezTo>
                  <a:pt x="1807845" y="1737482"/>
                  <a:pt x="1857136" y="1739680"/>
                  <a:pt x="1885950" y="1744733"/>
                </a:cubicBezTo>
                <a:cubicBezTo>
                  <a:pt x="1981006" y="1761402"/>
                  <a:pt x="2041249" y="1764997"/>
                  <a:pt x="2034192" y="1753579"/>
                </a:cubicBezTo>
                <a:cubicBezTo>
                  <a:pt x="2024424" y="1737773"/>
                  <a:pt x="2047522" y="1737277"/>
                  <a:pt x="2149336" y="1751109"/>
                </a:cubicBezTo>
                <a:cubicBezTo>
                  <a:pt x="2162173" y="1752852"/>
                  <a:pt x="2181225" y="1802817"/>
                  <a:pt x="2181225" y="1834739"/>
                </a:cubicBezTo>
                <a:cubicBezTo>
                  <a:pt x="2181225" y="1849798"/>
                  <a:pt x="2171918" y="1861698"/>
                  <a:pt x="2152143" y="1871924"/>
                </a:cubicBezTo>
                <a:cubicBezTo>
                  <a:pt x="2136148" y="1880195"/>
                  <a:pt x="2114283" y="1895741"/>
                  <a:pt x="2103554" y="1906470"/>
                </a:cubicBezTo>
                <a:cubicBezTo>
                  <a:pt x="2085033" y="1924991"/>
                  <a:pt x="2071195" y="1926131"/>
                  <a:pt x="1830216" y="1928990"/>
                </a:cubicBezTo>
                <a:cubicBezTo>
                  <a:pt x="1690610" y="1930646"/>
                  <a:pt x="1525898" y="1933659"/>
                  <a:pt x="1464190" y="1935684"/>
                </a:cubicBezTo>
                <a:cubicBezTo>
                  <a:pt x="1402482" y="1937710"/>
                  <a:pt x="1349723" y="1937098"/>
                  <a:pt x="1346949" y="1934324"/>
                </a:cubicBezTo>
                <a:close/>
                <a:moveTo>
                  <a:pt x="1947867" y="1632356"/>
                </a:moveTo>
                <a:cubicBezTo>
                  <a:pt x="1959905" y="1623553"/>
                  <a:pt x="1929693" y="1620872"/>
                  <a:pt x="1807903" y="1619936"/>
                </a:cubicBezTo>
                <a:cubicBezTo>
                  <a:pt x="1722479" y="1619279"/>
                  <a:pt x="1562576" y="1616072"/>
                  <a:pt x="1452562" y="1612808"/>
                </a:cubicBezTo>
                <a:cubicBezTo>
                  <a:pt x="1231399" y="1606247"/>
                  <a:pt x="1010206" y="1606238"/>
                  <a:pt x="800100" y="1612780"/>
                </a:cubicBezTo>
                <a:cubicBezTo>
                  <a:pt x="590999" y="1619291"/>
                  <a:pt x="596565" y="1621003"/>
                  <a:pt x="571289" y="1542394"/>
                </a:cubicBezTo>
                <a:cubicBezTo>
                  <a:pt x="547680" y="1468972"/>
                  <a:pt x="551033" y="1422055"/>
                  <a:pt x="579042" y="1433896"/>
                </a:cubicBezTo>
                <a:cubicBezTo>
                  <a:pt x="612590" y="1448078"/>
                  <a:pt x="863070" y="1450293"/>
                  <a:pt x="985837" y="1437493"/>
                </a:cubicBezTo>
                <a:cubicBezTo>
                  <a:pt x="1053941" y="1430392"/>
                  <a:pt x="1128950" y="1424962"/>
                  <a:pt x="1152525" y="1425427"/>
                </a:cubicBezTo>
                <a:cubicBezTo>
                  <a:pt x="1358682" y="1429488"/>
                  <a:pt x="1533267" y="1436991"/>
                  <a:pt x="1541610" y="1442147"/>
                </a:cubicBezTo>
                <a:cubicBezTo>
                  <a:pt x="1558704" y="1452712"/>
                  <a:pt x="1868178" y="1449365"/>
                  <a:pt x="1928812" y="1437960"/>
                </a:cubicBezTo>
                <a:cubicBezTo>
                  <a:pt x="1961375" y="1431834"/>
                  <a:pt x="2008500" y="1430083"/>
                  <a:pt x="2038350" y="1433888"/>
                </a:cubicBezTo>
                <a:cubicBezTo>
                  <a:pt x="2067163" y="1437561"/>
                  <a:pt x="2105739" y="1442009"/>
                  <a:pt x="2124075" y="1443772"/>
                </a:cubicBezTo>
                <a:cubicBezTo>
                  <a:pt x="2142410" y="1445535"/>
                  <a:pt x="2170612" y="1449363"/>
                  <a:pt x="2186746" y="1452278"/>
                </a:cubicBezTo>
                <a:cubicBezTo>
                  <a:pt x="2202880" y="1455194"/>
                  <a:pt x="2265030" y="1458181"/>
                  <a:pt x="2324858" y="1458917"/>
                </a:cubicBezTo>
                <a:cubicBezTo>
                  <a:pt x="2389775" y="1459715"/>
                  <a:pt x="2424035" y="1463121"/>
                  <a:pt x="2409825" y="1467365"/>
                </a:cubicBezTo>
                <a:cubicBezTo>
                  <a:pt x="2390236" y="1473214"/>
                  <a:pt x="2393292" y="1474644"/>
                  <a:pt x="2427055" y="1475425"/>
                </a:cubicBezTo>
                <a:cubicBezTo>
                  <a:pt x="2452202" y="1476007"/>
                  <a:pt x="2465819" y="1472685"/>
                  <a:pt x="2462212" y="1466850"/>
                </a:cubicBezTo>
                <a:cubicBezTo>
                  <a:pt x="2458974" y="1461611"/>
                  <a:pt x="2464079" y="1457467"/>
                  <a:pt x="2473556" y="1457641"/>
                </a:cubicBezTo>
                <a:cubicBezTo>
                  <a:pt x="2499081" y="1458111"/>
                  <a:pt x="2452345" y="1495425"/>
                  <a:pt x="2426232" y="1495425"/>
                </a:cubicBezTo>
                <a:cubicBezTo>
                  <a:pt x="2415462" y="1495425"/>
                  <a:pt x="2409484" y="1498259"/>
                  <a:pt x="2412949" y="1501724"/>
                </a:cubicBezTo>
                <a:cubicBezTo>
                  <a:pt x="2416414" y="1505189"/>
                  <a:pt x="2404393" y="1518117"/>
                  <a:pt x="2386238" y="1530455"/>
                </a:cubicBezTo>
                <a:lnTo>
                  <a:pt x="2353227" y="1552886"/>
                </a:lnTo>
                <a:lnTo>
                  <a:pt x="2271654" y="1532427"/>
                </a:lnTo>
                <a:cubicBezTo>
                  <a:pt x="2178062" y="1508953"/>
                  <a:pt x="2175978" y="1509822"/>
                  <a:pt x="2177868" y="1571529"/>
                </a:cubicBezTo>
                <a:lnTo>
                  <a:pt x="2179274" y="1617435"/>
                </a:lnTo>
                <a:lnTo>
                  <a:pt x="2139768" y="1623474"/>
                </a:lnTo>
                <a:cubicBezTo>
                  <a:pt x="2050822" y="1637070"/>
                  <a:pt x="2007664" y="1639896"/>
                  <a:pt x="2012671" y="1631794"/>
                </a:cubicBezTo>
                <a:cubicBezTo>
                  <a:pt x="2015561" y="1627117"/>
                  <a:pt x="2007065" y="1622392"/>
                  <a:pt x="1993790" y="1621293"/>
                </a:cubicBezTo>
                <a:cubicBezTo>
                  <a:pt x="1975927" y="1619815"/>
                  <a:pt x="1971063" y="1622968"/>
                  <a:pt x="1975076" y="1633424"/>
                </a:cubicBezTo>
                <a:cubicBezTo>
                  <a:pt x="1979083" y="1643867"/>
                  <a:pt x="1974238" y="1647035"/>
                  <a:pt x="1956506" y="1645567"/>
                </a:cubicBezTo>
                <a:cubicBezTo>
                  <a:pt x="1935620" y="1643839"/>
                  <a:pt x="1934502" y="1642129"/>
                  <a:pt x="1947867" y="1632356"/>
                </a:cubicBezTo>
                <a:close/>
                <a:moveTo>
                  <a:pt x="1322053" y="1347453"/>
                </a:moveTo>
                <a:cubicBezTo>
                  <a:pt x="1310080" y="1335480"/>
                  <a:pt x="978166" y="1319347"/>
                  <a:pt x="776441" y="1320933"/>
                </a:cubicBezTo>
                <a:cubicBezTo>
                  <a:pt x="616909" y="1322188"/>
                  <a:pt x="555580" y="1319604"/>
                  <a:pt x="550368" y="1311408"/>
                </a:cubicBezTo>
                <a:cubicBezTo>
                  <a:pt x="535808" y="1288512"/>
                  <a:pt x="543640" y="1235658"/>
                  <a:pt x="567671" y="1194652"/>
                </a:cubicBezTo>
                <a:cubicBezTo>
                  <a:pt x="599408" y="1140497"/>
                  <a:pt x="610257" y="1135094"/>
                  <a:pt x="669913" y="1143729"/>
                </a:cubicBezTo>
                <a:cubicBezTo>
                  <a:pt x="696986" y="1147647"/>
                  <a:pt x="815578" y="1153144"/>
                  <a:pt x="933450" y="1155943"/>
                </a:cubicBezTo>
                <a:cubicBezTo>
                  <a:pt x="1051717" y="1158751"/>
                  <a:pt x="1189562" y="1167585"/>
                  <a:pt x="1241033" y="1175655"/>
                </a:cubicBezTo>
                <a:cubicBezTo>
                  <a:pt x="1378020" y="1197134"/>
                  <a:pt x="1439535" y="1201112"/>
                  <a:pt x="1471612" y="1190568"/>
                </a:cubicBezTo>
                <a:cubicBezTo>
                  <a:pt x="1499892" y="1181273"/>
                  <a:pt x="1499915" y="1181211"/>
                  <a:pt x="1473766" y="1184623"/>
                </a:cubicBezTo>
                <a:cubicBezTo>
                  <a:pt x="1459234" y="1186519"/>
                  <a:pt x="1445051" y="1184358"/>
                  <a:pt x="1442248" y="1179822"/>
                </a:cubicBezTo>
                <a:cubicBezTo>
                  <a:pt x="1439444" y="1175286"/>
                  <a:pt x="1459906" y="1171542"/>
                  <a:pt x="1487719" y="1171502"/>
                </a:cubicBezTo>
                <a:cubicBezTo>
                  <a:pt x="1515531" y="1171462"/>
                  <a:pt x="1574244" y="1167296"/>
                  <a:pt x="1618192" y="1162243"/>
                </a:cubicBezTo>
                <a:cubicBezTo>
                  <a:pt x="1662140" y="1157191"/>
                  <a:pt x="1799658" y="1150347"/>
                  <a:pt x="1923787" y="1147035"/>
                </a:cubicBezTo>
                <a:lnTo>
                  <a:pt x="2149476" y="1141014"/>
                </a:lnTo>
                <a:lnTo>
                  <a:pt x="2180048" y="1179614"/>
                </a:lnTo>
                <a:cubicBezTo>
                  <a:pt x="2196863" y="1200844"/>
                  <a:pt x="2217611" y="1238731"/>
                  <a:pt x="2226155" y="1263806"/>
                </a:cubicBezTo>
                <a:lnTo>
                  <a:pt x="2241689" y="1309397"/>
                </a:lnTo>
                <a:lnTo>
                  <a:pt x="2252446" y="1257154"/>
                </a:lnTo>
                <a:cubicBezTo>
                  <a:pt x="2258363" y="1228421"/>
                  <a:pt x="2270885" y="1190404"/>
                  <a:pt x="2280272" y="1172672"/>
                </a:cubicBezTo>
                <a:lnTo>
                  <a:pt x="2297341" y="1140433"/>
                </a:lnTo>
                <a:lnTo>
                  <a:pt x="2360727" y="1146627"/>
                </a:lnTo>
                <a:cubicBezTo>
                  <a:pt x="2435075" y="1153892"/>
                  <a:pt x="2489253" y="1162347"/>
                  <a:pt x="2494562" y="1167514"/>
                </a:cubicBezTo>
                <a:cubicBezTo>
                  <a:pt x="2496638" y="1169534"/>
                  <a:pt x="2485923" y="1189410"/>
                  <a:pt x="2470750" y="1211682"/>
                </a:cubicBezTo>
                <a:cubicBezTo>
                  <a:pt x="2455576" y="1233953"/>
                  <a:pt x="2439930" y="1257265"/>
                  <a:pt x="2435980" y="1263486"/>
                </a:cubicBezTo>
                <a:cubicBezTo>
                  <a:pt x="2431811" y="1270050"/>
                  <a:pt x="2439304" y="1287282"/>
                  <a:pt x="2453834" y="1304550"/>
                </a:cubicBezTo>
                <a:cubicBezTo>
                  <a:pt x="2467604" y="1320915"/>
                  <a:pt x="2477265" y="1335865"/>
                  <a:pt x="2475303" y="1337772"/>
                </a:cubicBezTo>
                <a:cubicBezTo>
                  <a:pt x="2473342" y="1339679"/>
                  <a:pt x="2433161" y="1337026"/>
                  <a:pt x="2386012" y="1331876"/>
                </a:cubicBezTo>
                <a:cubicBezTo>
                  <a:pt x="2245605" y="1316539"/>
                  <a:pt x="1803103" y="1319723"/>
                  <a:pt x="1676400" y="1336981"/>
                </a:cubicBezTo>
                <a:cubicBezTo>
                  <a:pt x="1572104" y="1351188"/>
                  <a:pt x="1332858" y="1358258"/>
                  <a:pt x="1322053" y="1347453"/>
                </a:cubicBezTo>
                <a:close/>
                <a:moveTo>
                  <a:pt x="1478756" y="1212477"/>
                </a:moveTo>
                <a:cubicBezTo>
                  <a:pt x="1466969" y="1210207"/>
                  <a:pt x="1447680" y="1210207"/>
                  <a:pt x="1435893" y="1212477"/>
                </a:cubicBezTo>
                <a:cubicBezTo>
                  <a:pt x="1424106" y="1214748"/>
                  <a:pt x="1433750" y="1216605"/>
                  <a:pt x="1457325" y="1216605"/>
                </a:cubicBezTo>
                <a:cubicBezTo>
                  <a:pt x="1480899" y="1216605"/>
                  <a:pt x="1490543" y="1214748"/>
                  <a:pt x="1478756" y="1212477"/>
                </a:cubicBezTo>
                <a:close/>
                <a:moveTo>
                  <a:pt x="1400175" y="1181100"/>
                </a:moveTo>
                <a:cubicBezTo>
                  <a:pt x="1388680" y="1173671"/>
                  <a:pt x="1390186" y="1171838"/>
                  <a:pt x="1407880" y="1171720"/>
                </a:cubicBezTo>
                <a:cubicBezTo>
                  <a:pt x="1420144" y="1171639"/>
                  <a:pt x="1427270" y="1175788"/>
                  <a:pt x="1423987" y="1181100"/>
                </a:cubicBezTo>
                <a:cubicBezTo>
                  <a:pt x="1416908" y="1192553"/>
                  <a:pt x="1417898" y="1192553"/>
                  <a:pt x="1400175" y="1181100"/>
                </a:cubicBezTo>
                <a:close/>
                <a:moveTo>
                  <a:pt x="666753" y="1018270"/>
                </a:moveTo>
                <a:cubicBezTo>
                  <a:pt x="666740" y="996698"/>
                  <a:pt x="758173" y="947394"/>
                  <a:pt x="811827" y="940040"/>
                </a:cubicBezTo>
                <a:cubicBezTo>
                  <a:pt x="836358" y="936677"/>
                  <a:pt x="872623" y="925247"/>
                  <a:pt x="892417" y="914638"/>
                </a:cubicBezTo>
                <a:cubicBezTo>
                  <a:pt x="912210" y="904029"/>
                  <a:pt x="946010" y="895350"/>
                  <a:pt x="967527" y="895350"/>
                </a:cubicBezTo>
                <a:cubicBezTo>
                  <a:pt x="1002469" y="895350"/>
                  <a:pt x="1008568" y="891787"/>
                  <a:pt x="1024603" y="862012"/>
                </a:cubicBezTo>
                <a:lnTo>
                  <a:pt x="1042557" y="828675"/>
                </a:lnTo>
                <a:lnTo>
                  <a:pt x="1142847" y="828675"/>
                </a:lnTo>
                <a:cubicBezTo>
                  <a:pt x="1198007" y="828675"/>
                  <a:pt x="1256238" y="832432"/>
                  <a:pt x="1272249" y="837024"/>
                </a:cubicBezTo>
                <a:cubicBezTo>
                  <a:pt x="1291417" y="842521"/>
                  <a:pt x="1310901" y="841473"/>
                  <a:pt x="1329293" y="833955"/>
                </a:cubicBezTo>
                <a:cubicBezTo>
                  <a:pt x="1351308" y="824957"/>
                  <a:pt x="1373382" y="825267"/>
                  <a:pt x="1433469" y="835419"/>
                </a:cubicBezTo>
                <a:cubicBezTo>
                  <a:pt x="1486836" y="844436"/>
                  <a:pt x="1548652" y="846483"/>
                  <a:pt x="1639495" y="842241"/>
                </a:cubicBezTo>
                <a:cubicBezTo>
                  <a:pt x="1730307" y="838000"/>
                  <a:pt x="1771239" y="839354"/>
                  <a:pt x="1775810" y="846750"/>
                </a:cubicBezTo>
                <a:cubicBezTo>
                  <a:pt x="1779402" y="852563"/>
                  <a:pt x="1791723" y="855386"/>
                  <a:pt x="1803189" y="853023"/>
                </a:cubicBezTo>
                <a:cubicBezTo>
                  <a:pt x="1814656" y="850660"/>
                  <a:pt x="1848683" y="846049"/>
                  <a:pt x="1878806" y="842778"/>
                </a:cubicBezTo>
                <a:lnTo>
                  <a:pt x="1933575" y="836829"/>
                </a:lnTo>
                <a:lnTo>
                  <a:pt x="1933575" y="869679"/>
                </a:lnTo>
                <a:cubicBezTo>
                  <a:pt x="1933575" y="899897"/>
                  <a:pt x="1937288" y="904126"/>
                  <a:pt x="1979927" y="922469"/>
                </a:cubicBezTo>
                <a:cubicBezTo>
                  <a:pt x="2022885" y="940949"/>
                  <a:pt x="2061393" y="989781"/>
                  <a:pt x="2045523" y="1005651"/>
                </a:cubicBezTo>
                <a:cubicBezTo>
                  <a:pt x="2042819" y="1008355"/>
                  <a:pt x="1973809" y="1010533"/>
                  <a:pt x="1892167" y="1010491"/>
                </a:cubicBezTo>
                <a:cubicBezTo>
                  <a:pt x="1810524" y="1010448"/>
                  <a:pt x="1741319" y="1014309"/>
                  <a:pt x="1738376" y="1019070"/>
                </a:cubicBezTo>
                <a:cubicBezTo>
                  <a:pt x="1732523" y="1028541"/>
                  <a:pt x="666759" y="1027745"/>
                  <a:pt x="666753" y="1018270"/>
                </a:cubicBezTo>
                <a:close/>
                <a:moveTo>
                  <a:pt x="2533650" y="1021585"/>
                </a:moveTo>
                <a:lnTo>
                  <a:pt x="2500312" y="1017520"/>
                </a:lnTo>
                <a:lnTo>
                  <a:pt x="2547937" y="1001258"/>
                </a:lnTo>
                <a:cubicBezTo>
                  <a:pt x="2606766" y="981170"/>
                  <a:pt x="2631979" y="985933"/>
                  <a:pt x="2600736" y="1011231"/>
                </a:cubicBezTo>
                <a:cubicBezTo>
                  <a:pt x="2588872" y="1020839"/>
                  <a:pt x="2576424" y="1028014"/>
                  <a:pt x="2573076" y="1027175"/>
                </a:cubicBezTo>
                <a:cubicBezTo>
                  <a:pt x="2569727" y="1026337"/>
                  <a:pt x="2551985" y="1023821"/>
                  <a:pt x="2533650" y="1021585"/>
                </a:cubicBezTo>
                <a:close/>
                <a:moveTo>
                  <a:pt x="1152525" y="721407"/>
                </a:moveTo>
                <a:cubicBezTo>
                  <a:pt x="1152525" y="713734"/>
                  <a:pt x="1173181" y="688134"/>
                  <a:pt x="1198428" y="664519"/>
                </a:cubicBezTo>
                <a:cubicBezTo>
                  <a:pt x="1242232" y="623545"/>
                  <a:pt x="1248225" y="621041"/>
                  <a:pt x="1329397" y="609779"/>
                </a:cubicBezTo>
                <a:cubicBezTo>
                  <a:pt x="1383881" y="602220"/>
                  <a:pt x="1430617" y="589309"/>
                  <a:pt x="1459400" y="573866"/>
                </a:cubicBezTo>
                <a:cubicBezTo>
                  <a:pt x="1522547" y="539985"/>
                  <a:pt x="1594228" y="548001"/>
                  <a:pt x="1652088" y="595413"/>
                </a:cubicBezTo>
                <a:cubicBezTo>
                  <a:pt x="1676740" y="615613"/>
                  <a:pt x="1727190" y="640509"/>
                  <a:pt x="1781963" y="659503"/>
                </a:cubicBezTo>
                <a:cubicBezTo>
                  <a:pt x="1839138" y="679330"/>
                  <a:pt x="1872559" y="696033"/>
                  <a:pt x="1874378" y="705689"/>
                </a:cubicBezTo>
                <a:cubicBezTo>
                  <a:pt x="1877845" y="724093"/>
                  <a:pt x="1831503" y="723912"/>
                  <a:pt x="1668102" y="704882"/>
                </a:cubicBezTo>
                <a:cubicBezTo>
                  <a:pt x="1581152" y="694756"/>
                  <a:pt x="1545460" y="694564"/>
                  <a:pt x="1487127" y="703911"/>
                </a:cubicBezTo>
                <a:cubicBezTo>
                  <a:pt x="1447161" y="710315"/>
                  <a:pt x="1384458" y="717120"/>
                  <a:pt x="1347787" y="719035"/>
                </a:cubicBezTo>
                <a:cubicBezTo>
                  <a:pt x="1311116" y="720950"/>
                  <a:pt x="1252180" y="725406"/>
                  <a:pt x="1216818" y="728937"/>
                </a:cubicBezTo>
                <a:cubicBezTo>
                  <a:pt x="1163785" y="734233"/>
                  <a:pt x="1152525" y="732914"/>
                  <a:pt x="1152525" y="721407"/>
                </a:cubicBezTo>
                <a:close/>
              </a:path>
            </a:pathLst>
          </a:custGeom>
          <a:solidFill>
            <a:srgbClr val="7A1732">
              <a:alpha val="55000"/>
            </a:srgbClr>
          </a:solidFill>
          <a:ln>
            <a:noFill/>
          </a:ln>
        </p:spPr>
      </p:sp>
      <p:pic>
        <p:nvPicPr>
          <p:cNvPr id="11" name="paper ball" descr="00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9200000">
            <a:off x="323850" y="9586912"/>
            <a:ext cx="2971800" cy="2733675"/>
          </a:xfrm>
          <a:prstGeom prst="rect">
            <a:avLst/>
          </a:prstGeom>
        </p:spPr>
      </p:pic>
      <p:sp>
        <p:nvSpPr>
          <p:cNvPr id="12" name="paper ball pattern"/>
          <p:cNvSpPr/>
          <p:nvPr/>
        </p:nvSpPr>
        <p:spPr>
          <a:xfrm rot="-2400000">
            <a:off x="323850" y="9586912"/>
            <a:ext cx="2971800" cy="2733675"/>
          </a:xfrm>
          <a:custGeom>
            <a:avLst/>
            <a:gdLst/>
            <a:ahLst/>
            <a:cxnLst/>
            <a:rect l="0" t="0" r="r" b="b"/>
            <a:pathLst>
              <a:path w="2971800" h="2733675">
                <a:moveTo>
                  <a:pt x="1400175" y="2171700"/>
                </a:moveTo>
                <a:cubicBezTo>
                  <a:pt x="1400175" y="2166461"/>
                  <a:pt x="1404208" y="2162175"/>
                  <a:pt x="1409137" y="2162175"/>
                </a:cubicBezTo>
                <a:cubicBezTo>
                  <a:pt x="1414067" y="2162175"/>
                  <a:pt x="1420749" y="2166461"/>
                  <a:pt x="1423987" y="2171700"/>
                </a:cubicBezTo>
                <a:cubicBezTo>
                  <a:pt x="1427225" y="2176938"/>
                  <a:pt x="1423191" y="2181225"/>
                  <a:pt x="1415024" y="2181225"/>
                </a:cubicBezTo>
                <a:cubicBezTo>
                  <a:pt x="1406857" y="2181225"/>
                  <a:pt x="1400175" y="2176938"/>
                  <a:pt x="1400175" y="2171700"/>
                </a:cubicBezTo>
                <a:close/>
                <a:moveTo>
                  <a:pt x="1634466" y="2127822"/>
                </a:moveTo>
                <a:cubicBezTo>
                  <a:pt x="1626829" y="2107923"/>
                  <a:pt x="1626690" y="2108470"/>
                  <a:pt x="1643742" y="2091417"/>
                </a:cubicBezTo>
                <a:cubicBezTo>
                  <a:pt x="1665242" y="2069918"/>
                  <a:pt x="1695450" y="2072160"/>
                  <a:pt x="1695450" y="2095255"/>
                </a:cubicBezTo>
                <a:cubicBezTo>
                  <a:pt x="1695450" y="2121320"/>
                  <a:pt x="1642767" y="2149455"/>
                  <a:pt x="1634466" y="2127822"/>
                </a:cubicBezTo>
                <a:close/>
                <a:moveTo>
                  <a:pt x="1461008" y="2081601"/>
                </a:moveTo>
                <a:cubicBezTo>
                  <a:pt x="1436410" y="2063614"/>
                  <a:pt x="1456632" y="2019300"/>
                  <a:pt x="1489439" y="2019300"/>
                </a:cubicBezTo>
                <a:cubicBezTo>
                  <a:pt x="1516066" y="2019300"/>
                  <a:pt x="1528017" y="2041621"/>
                  <a:pt x="1514705" y="2066494"/>
                </a:cubicBezTo>
                <a:cubicBezTo>
                  <a:pt x="1501797" y="2090612"/>
                  <a:pt x="1481241" y="2096396"/>
                  <a:pt x="1461008" y="2081601"/>
                </a:cubicBezTo>
                <a:close/>
                <a:moveTo>
                  <a:pt x="1114898" y="2001134"/>
                </a:moveTo>
                <a:cubicBezTo>
                  <a:pt x="1100317" y="1973889"/>
                  <a:pt x="1134141" y="1933415"/>
                  <a:pt x="1156195" y="1951718"/>
                </a:cubicBezTo>
                <a:cubicBezTo>
                  <a:pt x="1174376" y="1966807"/>
                  <a:pt x="1176139" y="1991875"/>
                  <a:pt x="1160145" y="2007870"/>
                </a:cubicBezTo>
                <a:cubicBezTo>
                  <a:pt x="1143517" y="2024497"/>
                  <a:pt x="1126007" y="2021891"/>
                  <a:pt x="1114898" y="2001134"/>
                </a:cubicBezTo>
                <a:close/>
                <a:moveTo>
                  <a:pt x="1790465" y="2004730"/>
                </a:moveTo>
                <a:cubicBezTo>
                  <a:pt x="1781099" y="1993445"/>
                  <a:pt x="1780855" y="1984715"/>
                  <a:pt x="1789380" y="1966005"/>
                </a:cubicBezTo>
                <a:cubicBezTo>
                  <a:pt x="1804086" y="1933727"/>
                  <a:pt x="1850990" y="1936423"/>
                  <a:pt x="1855724" y="1969818"/>
                </a:cubicBezTo>
                <a:cubicBezTo>
                  <a:pt x="1861712" y="2012055"/>
                  <a:pt x="1816582" y="2036199"/>
                  <a:pt x="1790465" y="2004730"/>
                </a:cubicBezTo>
                <a:close/>
                <a:moveTo>
                  <a:pt x="909792" y="1984756"/>
                </a:moveTo>
                <a:cubicBezTo>
                  <a:pt x="890259" y="1965224"/>
                  <a:pt x="894699" y="1930039"/>
                  <a:pt x="917238" y="1925742"/>
                </a:cubicBezTo>
                <a:cubicBezTo>
                  <a:pt x="956693" y="1918220"/>
                  <a:pt x="978535" y="1971693"/>
                  <a:pt x="943636" y="1990370"/>
                </a:cubicBezTo>
                <a:cubicBezTo>
                  <a:pt x="929678" y="1997841"/>
                  <a:pt x="921523" y="1996488"/>
                  <a:pt x="909792" y="1984756"/>
                </a:cubicBezTo>
                <a:close/>
                <a:moveTo>
                  <a:pt x="1624543" y="1963009"/>
                </a:moveTo>
                <a:cubicBezTo>
                  <a:pt x="1618275" y="1952866"/>
                  <a:pt x="1627794" y="1924050"/>
                  <a:pt x="1637414" y="1924050"/>
                </a:cubicBezTo>
                <a:cubicBezTo>
                  <a:pt x="1650771" y="1924050"/>
                  <a:pt x="1665237" y="1945809"/>
                  <a:pt x="1660349" y="1958548"/>
                </a:cubicBezTo>
                <a:cubicBezTo>
                  <a:pt x="1654656" y="1973383"/>
                  <a:pt x="1632649" y="1976125"/>
                  <a:pt x="1624543" y="1963009"/>
                </a:cubicBezTo>
                <a:close/>
                <a:moveTo>
                  <a:pt x="1301638" y="1935206"/>
                </a:moveTo>
                <a:cubicBezTo>
                  <a:pt x="1279657" y="1910917"/>
                  <a:pt x="1281976" y="1888943"/>
                  <a:pt x="1308345" y="1871666"/>
                </a:cubicBezTo>
                <a:cubicBezTo>
                  <a:pt x="1354703" y="1841291"/>
                  <a:pt x="1396082" y="1900239"/>
                  <a:pt x="1352930" y="1935182"/>
                </a:cubicBezTo>
                <a:cubicBezTo>
                  <a:pt x="1326135" y="1956879"/>
                  <a:pt x="1321254" y="1956881"/>
                  <a:pt x="1301638" y="1935206"/>
                </a:cubicBezTo>
                <a:close/>
                <a:moveTo>
                  <a:pt x="1510007" y="1899171"/>
                </a:moveTo>
                <a:cubicBezTo>
                  <a:pt x="1499080" y="1888244"/>
                  <a:pt x="1497910" y="1880053"/>
                  <a:pt x="1505304" y="1866238"/>
                </a:cubicBezTo>
                <a:cubicBezTo>
                  <a:pt x="1524254" y="1830829"/>
                  <a:pt x="1570702" y="1852448"/>
                  <a:pt x="1556302" y="1889976"/>
                </a:cubicBezTo>
                <a:cubicBezTo>
                  <a:pt x="1548283" y="1910872"/>
                  <a:pt x="1526112" y="1915276"/>
                  <a:pt x="1510007" y="1899171"/>
                </a:cubicBezTo>
                <a:close/>
                <a:moveTo>
                  <a:pt x="795628" y="1886271"/>
                </a:moveTo>
                <a:cubicBezTo>
                  <a:pt x="773981" y="1862352"/>
                  <a:pt x="783303" y="1835968"/>
                  <a:pt x="811963" y="1840038"/>
                </a:cubicBezTo>
                <a:cubicBezTo>
                  <a:pt x="837158" y="1843615"/>
                  <a:pt x="845821" y="1877292"/>
                  <a:pt x="825817" y="1893893"/>
                </a:cubicBezTo>
                <a:cubicBezTo>
                  <a:pt x="815430" y="1902514"/>
                  <a:pt x="808816" y="1900844"/>
                  <a:pt x="795628" y="1886271"/>
                </a:cubicBezTo>
                <a:close/>
                <a:moveTo>
                  <a:pt x="1022619" y="1871662"/>
                </a:moveTo>
                <a:cubicBezTo>
                  <a:pt x="1014260" y="1849878"/>
                  <a:pt x="1025970" y="1828800"/>
                  <a:pt x="1046431" y="1828800"/>
                </a:cubicBezTo>
                <a:cubicBezTo>
                  <a:pt x="1068960" y="1828800"/>
                  <a:pt x="1080527" y="1855121"/>
                  <a:pt x="1065798" y="1872869"/>
                </a:cubicBezTo>
                <a:cubicBezTo>
                  <a:pt x="1051467" y="1890136"/>
                  <a:pt x="1029472" y="1889522"/>
                  <a:pt x="1022619" y="1871662"/>
                </a:cubicBezTo>
                <a:close/>
                <a:moveTo>
                  <a:pt x="1720850" y="1841499"/>
                </a:moveTo>
                <a:cubicBezTo>
                  <a:pt x="1708180" y="1828830"/>
                  <a:pt x="1714906" y="1791152"/>
                  <a:pt x="1731414" y="1782317"/>
                </a:cubicBezTo>
                <a:cubicBezTo>
                  <a:pt x="1766642" y="1763464"/>
                  <a:pt x="1798182" y="1807982"/>
                  <a:pt x="1769745" y="1836420"/>
                </a:cubicBezTo>
                <a:cubicBezTo>
                  <a:pt x="1757291" y="1848873"/>
                  <a:pt x="1730959" y="1851609"/>
                  <a:pt x="1720850" y="1841499"/>
                </a:cubicBezTo>
                <a:close/>
                <a:moveTo>
                  <a:pt x="1222668" y="1805051"/>
                </a:moveTo>
                <a:cubicBezTo>
                  <a:pt x="1219369" y="1796453"/>
                  <a:pt x="1221237" y="1784852"/>
                  <a:pt x="1226819" y="1779270"/>
                </a:cubicBezTo>
                <a:cubicBezTo>
                  <a:pt x="1241332" y="1764757"/>
                  <a:pt x="1268829" y="1778021"/>
                  <a:pt x="1265038" y="1797705"/>
                </a:cubicBezTo>
                <a:cubicBezTo>
                  <a:pt x="1260815" y="1819630"/>
                  <a:pt x="1230294" y="1824922"/>
                  <a:pt x="1222668" y="1805051"/>
                </a:cubicBezTo>
                <a:close/>
                <a:moveTo>
                  <a:pt x="917561" y="1766148"/>
                </a:moveTo>
                <a:cubicBezTo>
                  <a:pt x="914389" y="1757884"/>
                  <a:pt x="919072" y="1743954"/>
                  <a:pt x="927967" y="1735192"/>
                </a:cubicBezTo>
                <a:cubicBezTo>
                  <a:pt x="943090" y="1720295"/>
                  <a:pt x="945017" y="1720447"/>
                  <a:pt x="957683" y="1737531"/>
                </a:cubicBezTo>
                <a:cubicBezTo>
                  <a:pt x="967720" y="1751069"/>
                  <a:pt x="968500" y="1759084"/>
                  <a:pt x="960697" y="1768487"/>
                </a:cubicBezTo>
                <a:cubicBezTo>
                  <a:pt x="946430" y="1785677"/>
                  <a:pt x="924600" y="1784493"/>
                  <a:pt x="917561" y="1766148"/>
                </a:cubicBezTo>
                <a:close/>
                <a:moveTo>
                  <a:pt x="1375068" y="1747901"/>
                </a:moveTo>
                <a:cubicBezTo>
                  <a:pt x="1371769" y="1739303"/>
                  <a:pt x="1373637" y="1727702"/>
                  <a:pt x="1379220" y="1722120"/>
                </a:cubicBezTo>
                <a:cubicBezTo>
                  <a:pt x="1393732" y="1707607"/>
                  <a:pt x="1421229" y="1720871"/>
                  <a:pt x="1417438" y="1740555"/>
                </a:cubicBezTo>
                <a:cubicBezTo>
                  <a:pt x="1413215" y="1762480"/>
                  <a:pt x="1382694" y="1767772"/>
                  <a:pt x="1375068" y="1747901"/>
                </a:cubicBezTo>
                <a:close/>
                <a:moveTo>
                  <a:pt x="634410" y="1737478"/>
                </a:moveTo>
                <a:cubicBezTo>
                  <a:pt x="626748" y="1717511"/>
                  <a:pt x="627108" y="1714500"/>
                  <a:pt x="637155" y="1714500"/>
                </a:cubicBezTo>
                <a:cubicBezTo>
                  <a:pt x="649063" y="1714500"/>
                  <a:pt x="658134" y="1741388"/>
                  <a:pt x="648282" y="1747477"/>
                </a:cubicBezTo>
                <a:cubicBezTo>
                  <a:pt x="643821" y="1750234"/>
                  <a:pt x="637578" y="1745735"/>
                  <a:pt x="634410" y="1737478"/>
                </a:cubicBezTo>
                <a:close/>
                <a:moveTo>
                  <a:pt x="1535430" y="1731645"/>
                </a:moveTo>
                <a:cubicBezTo>
                  <a:pt x="1511976" y="1708191"/>
                  <a:pt x="1535067" y="1670279"/>
                  <a:pt x="1565655" y="1682017"/>
                </a:cubicBezTo>
                <a:cubicBezTo>
                  <a:pt x="1590060" y="1691382"/>
                  <a:pt x="1578986" y="1743075"/>
                  <a:pt x="1552575" y="1743075"/>
                </a:cubicBezTo>
                <a:cubicBezTo>
                  <a:pt x="1549431" y="1743075"/>
                  <a:pt x="1541716" y="1737931"/>
                  <a:pt x="1535430" y="1731645"/>
                </a:cubicBezTo>
                <a:close/>
                <a:moveTo>
                  <a:pt x="2006600" y="1727199"/>
                </a:moveTo>
                <a:cubicBezTo>
                  <a:pt x="1996827" y="1717427"/>
                  <a:pt x="1999078" y="1678248"/>
                  <a:pt x="2009792" y="1671626"/>
                </a:cubicBezTo>
                <a:cubicBezTo>
                  <a:pt x="2020742" y="1664859"/>
                  <a:pt x="2041236" y="1711648"/>
                  <a:pt x="2033093" y="1724824"/>
                </a:cubicBezTo>
                <a:cubicBezTo>
                  <a:pt x="2026743" y="1735099"/>
                  <a:pt x="2015506" y="1736106"/>
                  <a:pt x="2006600" y="1727199"/>
                </a:cubicBezTo>
                <a:close/>
                <a:moveTo>
                  <a:pt x="727610" y="1710430"/>
                </a:moveTo>
                <a:cubicBezTo>
                  <a:pt x="718932" y="1687815"/>
                  <a:pt x="727653" y="1655165"/>
                  <a:pt x="745331" y="1644083"/>
                </a:cubicBezTo>
                <a:cubicBezTo>
                  <a:pt x="779866" y="1622434"/>
                  <a:pt x="817231" y="1677618"/>
                  <a:pt x="790139" y="1710261"/>
                </a:cubicBezTo>
                <a:cubicBezTo>
                  <a:pt x="775440" y="1727972"/>
                  <a:pt x="734384" y="1728083"/>
                  <a:pt x="727610" y="1710430"/>
                </a:cubicBezTo>
                <a:close/>
                <a:moveTo>
                  <a:pt x="1085952" y="1690811"/>
                </a:moveTo>
                <a:cubicBezTo>
                  <a:pt x="1068361" y="1669614"/>
                  <a:pt x="1081997" y="1630104"/>
                  <a:pt x="1109266" y="1623260"/>
                </a:cubicBezTo>
                <a:cubicBezTo>
                  <a:pt x="1137059" y="1616285"/>
                  <a:pt x="1148605" y="1622282"/>
                  <a:pt x="1155084" y="1647060"/>
                </a:cubicBezTo>
                <a:cubicBezTo>
                  <a:pt x="1165977" y="1688713"/>
                  <a:pt x="1112368" y="1722640"/>
                  <a:pt x="1085952" y="1690811"/>
                </a:cubicBezTo>
                <a:close/>
                <a:moveTo>
                  <a:pt x="1825954" y="1698954"/>
                </a:moveTo>
                <a:cubicBezTo>
                  <a:pt x="1814403" y="1687403"/>
                  <a:pt x="1818675" y="1660180"/>
                  <a:pt x="1834040" y="1647428"/>
                </a:cubicBezTo>
                <a:cubicBezTo>
                  <a:pt x="1855543" y="1629582"/>
                  <a:pt x="1885675" y="1659593"/>
                  <a:pt x="1870480" y="1683722"/>
                </a:cubicBezTo>
                <a:cubicBezTo>
                  <a:pt x="1859124" y="1701754"/>
                  <a:pt x="1836495" y="1709495"/>
                  <a:pt x="1825954" y="1698954"/>
                </a:cubicBezTo>
                <a:close/>
                <a:moveTo>
                  <a:pt x="1290548" y="1663225"/>
                </a:moveTo>
                <a:cubicBezTo>
                  <a:pt x="1277991" y="1654043"/>
                  <a:pt x="1275241" y="1644013"/>
                  <a:pt x="1280040" y="1624893"/>
                </a:cubicBezTo>
                <a:cubicBezTo>
                  <a:pt x="1289290" y="1588039"/>
                  <a:pt x="1336811" y="1592406"/>
                  <a:pt x="1341214" y="1630515"/>
                </a:cubicBezTo>
                <a:cubicBezTo>
                  <a:pt x="1344992" y="1663215"/>
                  <a:pt x="1316070" y="1681887"/>
                  <a:pt x="1290548" y="1663225"/>
                </a:cubicBezTo>
                <a:close/>
                <a:moveTo>
                  <a:pt x="1654063" y="1620881"/>
                </a:moveTo>
                <a:cubicBezTo>
                  <a:pt x="1624254" y="1587942"/>
                  <a:pt x="1639035" y="1552208"/>
                  <a:pt x="1684665" y="1546895"/>
                </a:cubicBezTo>
                <a:cubicBezTo>
                  <a:pt x="1721961" y="1542553"/>
                  <a:pt x="1735158" y="1577027"/>
                  <a:pt x="1710567" y="1614556"/>
                </a:cubicBezTo>
                <a:cubicBezTo>
                  <a:pt x="1692091" y="1642755"/>
                  <a:pt x="1675536" y="1644608"/>
                  <a:pt x="1654063" y="1620881"/>
                </a:cubicBezTo>
                <a:close/>
                <a:moveTo>
                  <a:pt x="924027" y="1614611"/>
                </a:moveTo>
                <a:cubicBezTo>
                  <a:pt x="896203" y="1581085"/>
                  <a:pt x="943726" y="1525530"/>
                  <a:pt x="976769" y="1552954"/>
                </a:cubicBezTo>
                <a:cubicBezTo>
                  <a:pt x="995654" y="1568627"/>
                  <a:pt x="994135" y="1594047"/>
                  <a:pt x="973181" y="1613011"/>
                </a:cubicBezTo>
                <a:cubicBezTo>
                  <a:pt x="951647" y="1632498"/>
                  <a:pt x="939208" y="1632903"/>
                  <a:pt x="924027" y="1614611"/>
                </a:cubicBezTo>
                <a:close/>
                <a:moveTo>
                  <a:pt x="1898673" y="1556697"/>
                </a:moveTo>
                <a:cubicBezTo>
                  <a:pt x="1891799" y="1538783"/>
                  <a:pt x="1908655" y="1519248"/>
                  <a:pt x="1923220" y="1528249"/>
                </a:cubicBezTo>
                <a:cubicBezTo>
                  <a:pt x="1938920" y="1537952"/>
                  <a:pt x="1935635" y="1571625"/>
                  <a:pt x="1918988" y="1571625"/>
                </a:cubicBezTo>
                <a:cubicBezTo>
                  <a:pt x="1910966" y="1571625"/>
                  <a:pt x="1901824" y="1564907"/>
                  <a:pt x="1898673" y="1556697"/>
                </a:cubicBezTo>
                <a:close/>
                <a:moveTo>
                  <a:pt x="1438379" y="1547938"/>
                </a:moveTo>
                <a:cubicBezTo>
                  <a:pt x="1428678" y="1536249"/>
                  <a:pt x="1428371" y="1527645"/>
                  <a:pt x="1436979" y="1508752"/>
                </a:cubicBezTo>
                <a:cubicBezTo>
                  <a:pt x="1449281" y="1481753"/>
                  <a:pt x="1473080" y="1481110"/>
                  <a:pt x="1489592" y="1507331"/>
                </a:cubicBezTo>
                <a:cubicBezTo>
                  <a:pt x="1510738" y="1540909"/>
                  <a:pt x="1463579" y="1578302"/>
                  <a:pt x="1438379" y="1547938"/>
                </a:cubicBezTo>
                <a:close/>
                <a:moveTo>
                  <a:pt x="717819" y="1519237"/>
                </a:moveTo>
                <a:cubicBezTo>
                  <a:pt x="709427" y="1497367"/>
                  <a:pt x="721200" y="1476375"/>
                  <a:pt x="741857" y="1476375"/>
                </a:cubicBezTo>
                <a:cubicBezTo>
                  <a:pt x="764101" y="1476375"/>
                  <a:pt x="772150" y="1493967"/>
                  <a:pt x="760377" y="1516856"/>
                </a:cubicBezTo>
                <a:cubicBezTo>
                  <a:pt x="749873" y="1537280"/>
                  <a:pt x="725271" y="1538656"/>
                  <a:pt x="717819" y="1519237"/>
                </a:cubicBezTo>
                <a:close/>
                <a:moveTo>
                  <a:pt x="1156193" y="1510295"/>
                </a:moveTo>
                <a:cubicBezTo>
                  <a:pt x="1148660" y="1490664"/>
                  <a:pt x="1168929" y="1466432"/>
                  <a:pt x="1187062" y="1473390"/>
                </a:cubicBezTo>
                <a:cubicBezTo>
                  <a:pt x="1206068" y="1480684"/>
                  <a:pt x="1199630" y="1518234"/>
                  <a:pt x="1178689" y="1522225"/>
                </a:cubicBezTo>
                <a:cubicBezTo>
                  <a:pt x="1169506" y="1523975"/>
                  <a:pt x="1159382" y="1518607"/>
                  <a:pt x="1156193" y="1510295"/>
                </a:cubicBezTo>
                <a:close/>
                <a:moveTo>
                  <a:pt x="882848" y="1489273"/>
                </a:moveTo>
                <a:cubicBezTo>
                  <a:pt x="868836" y="1475261"/>
                  <a:pt x="876205" y="1446384"/>
                  <a:pt x="892968" y="1449613"/>
                </a:cubicBezTo>
                <a:cubicBezTo>
                  <a:pt x="902136" y="1451378"/>
                  <a:pt x="909637" y="1460980"/>
                  <a:pt x="909637" y="1470949"/>
                </a:cubicBezTo>
                <a:cubicBezTo>
                  <a:pt x="909637" y="1489899"/>
                  <a:pt x="894101" y="1500526"/>
                  <a:pt x="882848" y="1489273"/>
                </a:cubicBezTo>
                <a:close/>
                <a:moveTo>
                  <a:pt x="1795483" y="1444230"/>
                </a:moveTo>
                <a:cubicBezTo>
                  <a:pt x="1773114" y="1427874"/>
                  <a:pt x="1780066" y="1386726"/>
                  <a:pt x="1805820" y="1383046"/>
                </a:cubicBezTo>
                <a:cubicBezTo>
                  <a:pt x="1831061" y="1379440"/>
                  <a:pt x="1851210" y="1403157"/>
                  <a:pt x="1843511" y="1427412"/>
                </a:cubicBezTo>
                <a:cubicBezTo>
                  <a:pt x="1835758" y="1451842"/>
                  <a:pt x="1815564" y="1458914"/>
                  <a:pt x="1795483" y="1444230"/>
                </a:cubicBezTo>
                <a:close/>
                <a:moveTo>
                  <a:pt x="1030150" y="1431459"/>
                </a:moveTo>
                <a:cubicBezTo>
                  <a:pt x="1017897" y="1408565"/>
                  <a:pt x="1033105" y="1381125"/>
                  <a:pt x="1058047" y="1381125"/>
                </a:cubicBezTo>
                <a:cubicBezTo>
                  <a:pt x="1080922" y="1381125"/>
                  <a:pt x="1092486" y="1406564"/>
                  <a:pt x="1079201" y="1427663"/>
                </a:cubicBezTo>
                <a:cubicBezTo>
                  <a:pt x="1065225" y="1449859"/>
                  <a:pt x="1041000" y="1451734"/>
                  <a:pt x="1030150" y="1431459"/>
                </a:cubicBezTo>
                <a:close/>
                <a:moveTo>
                  <a:pt x="1287593" y="1432159"/>
                </a:moveTo>
                <a:cubicBezTo>
                  <a:pt x="1266530" y="1394522"/>
                  <a:pt x="1310806" y="1354349"/>
                  <a:pt x="1340559" y="1384102"/>
                </a:cubicBezTo>
                <a:cubicBezTo>
                  <a:pt x="1362668" y="1406211"/>
                  <a:pt x="1348921" y="1447800"/>
                  <a:pt x="1319504" y="1447800"/>
                </a:cubicBezTo>
                <a:cubicBezTo>
                  <a:pt x="1306767" y="1447800"/>
                  <a:pt x="1292407" y="1440761"/>
                  <a:pt x="1287593" y="1432159"/>
                </a:cubicBezTo>
                <a:close/>
                <a:moveTo>
                  <a:pt x="1611332" y="1417691"/>
                </a:moveTo>
                <a:cubicBezTo>
                  <a:pt x="1613067" y="1405437"/>
                  <a:pt x="1620916" y="1395412"/>
                  <a:pt x="1628775" y="1395412"/>
                </a:cubicBezTo>
                <a:cubicBezTo>
                  <a:pt x="1649432" y="1395412"/>
                  <a:pt x="1646586" y="1432572"/>
                  <a:pt x="1625620" y="1436610"/>
                </a:cubicBezTo>
                <a:cubicBezTo>
                  <a:pt x="1612094" y="1439215"/>
                  <a:pt x="1608886" y="1434967"/>
                  <a:pt x="1611332" y="1417691"/>
                </a:cubicBezTo>
                <a:close/>
                <a:moveTo>
                  <a:pt x="2076450" y="1428750"/>
                </a:moveTo>
                <a:cubicBezTo>
                  <a:pt x="2054282" y="1421650"/>
                  <a:pt x="2054079" y="1421058"/>
                  <a:pt x="2073506" y="1420174"/>
                </a:cubicBezTo>
                <a:cubicBezTo>
                  <a:pt x="2084984" y="1419652"/>
                  <a:pt x="2097024" y="1423511"/>
                  <a:pt x="2100262" y="1428750"/>
                </a:cubicBezTo>
                <a:cubicBezTo>
                  <a:pt x="2103500" y="1433988"/>
                  <a:pt x="2104824" y="1437847"/>
                  <a:pt x="2103205" y="1437325"/>
                </a:cubicBezTo>
                <a:cubicBezTo>
                  <a:pt x="2101587" y="1436803"/>
                  <a:pt x="2089546" y="1432944"/>
                  <a:pt x="2076450" y="1428750"/>
                </a:cubicBezTo>
                <a:close/>
                <a:moveTo>
                  <a:pt x="613055" y="1404965"/>
                </a:moveTo>
                <a:cubicBezTo>
                  <a:pt x="609763" y="1396387"/>
                  <a:pt x="611470" y="1384969"/>
                  <a:pt x="616848" y="1379591"/>
                </a:cubicBezTo>
                <a:cubicBezTo>
                  <a:pt x="632375" y="1364064"/>
                  <a:pt x="661987" y="1374529"/>
                  <a:pt x="661987" y="1395542"/>
                </a:cubicBezTo>
                <a:cubicBezTo>
                  <a:pt x="661987" y="1419771"/>
                  <a:pt x="621712" y="1427526"/>
                  <a:pt x="613055" y="1404965"/>
                </a:cubicBezTo>
                <a:close/>
                <a:moveTo>
                  <a:pt x="2228850" y="1392478"/>
                </a:moveTo>
                <a:cubicBezTo>
                  <a:pt x="2228850" y="1368750"/>
                  <a:pt x="2249563" y="1351329"/>
                  <a:pt x="2265825" y="1361379"/>
                </a:cubicBezTo>
                <a:cubicBezTo>
                  <a:pt x="2284866" y="1373147"/>
                  <a:pt x="2274330" y="1404536"/>
                  <a:pt x="2250183" y="1407981"/>
                </a:cubicBezTo>
                <a:cubicBezTo>
                  <a:pt x="2234351" y="1410240"/>
                  <a:pt x="2228850" y="1406242"/>
                  <a:pt x="2228850" y="1392478"/>
                </a:cubicBezTo>
                <a:close/>
                <a:moveTo>
                  <a:pt x="773644" y="1347247"/>
                </a:moveTo>
                <a:cubicBezTo>
                  <a:pt x="737961" y="1322254"/>
                  <a:pt x="754570" y="1257300"/>
                  <a:pt x="796644" y="1257300"/>
                </a:cubicBezTo>
                <a:cubicBezTo>
                  <a:pt x="845343" y="1257300"/>
                  <a:pt x="864127" y="1307572"/>
                  <a:pt x="828675" y="1343025"/>
                </a:cubicBezTo>
                <a:cubicBezTo>
                  <a:pt x="805743" y="1365956"/>
                  <a:pt x="800887" y="1366329"/>
                  <a:pt x="773644" y="1347247"/>
                </a:cubicBezTo>
                <a:close/>
                <a:moveTo>
                  <a:pt x="1482943" y="1351084"/>
                </a:moveTo>
                <a:cubicBezTo>
                  <a:pt x="1462936" y="1339888"/>
                  <a:pt x="1462335" y="1320325"/>
                  <a:pt x="1481413" y="1301247"/>
                </a:cubicBezTo>
                <a:cubicBezTo>
                  <a:pt x="1505832" y="1276828"/>
                  <a:pt x="1540575" y="1304043"/>
                  <a:pt x="1527727" y="1337526"/>
                </a:cubicBezTo>
                <a:cubicBezTo>
                  <a:pt x="1520549" y="1356229"/>
                  <a:pt x="1502112" y="1361812"/>
                  <a:pt x="1482943" y="1351084"/>
                </a:cubicBezTo>
                <a:close/>
                <a:moveTo>
                  <a:pt x="1930906" y="1340283"/>
                </a:moveTo>
                <a:cubicBezTo>
                  <a:pt x="1923353" y="1320602"/>
                  <a:pt x="1938101" y="1302565"/>
                  <a:pt x="1958528" y="1306499"/>
                </a:cubicBezTo>
                <a:cubicBezTo>
                  <a:pt x="1983835" y="1311373"/>
                  <a:pt x="1981972" y="1346997"/>
                  <a:pt x="1956218" y="1350672"/>
                </a:cubicBezTo>
                <a:cubicBezTo>
                  <a:pt x="1945098" y="1352259"/>
                  <a:pt x="1933707" y="1347584"/>
                  <a:pt x="1930906" y="1340283"/>
                </a:cubicBezTo>
                <a:close/>
                <a:moveTo>
                  <a:pt x="944582" y="1312916"/>
                </a:moveTo>
                <a:cubicBezTo>
                  <a:pt x="946317" y="1300662"/>
                  <a:pt x="954166" y="1290637"/>
                  <a:pt x="962025" y="1290637"/>
                </a:cubicBezTo>
                <a:cubicBezTo>
                  <a:pt x="982682" y="1290637"/>
                  <a:pt x="979836" y="1327797"/>
                  <a:pt x="958870" y="1331835"/>
                </a:cubicBezTo>
                <a:cubicBezTo>
                  <a:pt x="945344" y="1334440"/>
                  <a:pt x="942136" y="1330192"/>
                  <a:pt x="944582" y="1312916"/>
                </a:cubicBezTo>
                <a:close/>
                <a:moveTo>
                  <a:pt x="1686360" y="1319736"/>
                </a:moveTo>
                <a:cubicBezTo>
                  <a:pt x="1659490" y="1287360"/>
                  <a:pt x="1696823" y="1230772"/>
                  <a:pt x="1727989" y="1256637"/>
                </a:cubicBezTo>
                <a:cubicBezTo>
                  <a:pt x="1748809" y="1273916"/>
                  <a:pt x="1746925" y="1311718"/>
                  <a:pt x="1724651" y="1323639"/>
                </a:cubicBezTo>
                <a:cubicBezTo>
                  <a:pt x="1701065" y="1336262"/>
                  <a:pt x="1699983" y="1336152"/>
                  <a:pt x="1686360" y="1319736"/>
                </a:cubicBezTo>
                <a:close/>
                <a:moveTo>
                  <a:pt x="552450" y="1290264"/>
                </a:moveTo>
                <a:cubicBezTo>
                  <a:pt x="552450" y="1259480"/>
                  <a:pt x="554335" y="1256532"/>
                  <a:pt x="567197" y="1267206"/>
                </a:cubicBezTo>
                <a:cubicBezTo>
                  <a:pt x="584002" y="1281154"/>
                  <a:pt x="582196" y="1315766"/>
                  <a:pt x="564356" y="1321641"/>
                </a:cubicBezTo>
                <a:cubicBezTo>
                  <a:pt x="556267" y="1324305"/>
                  <a:pt x="552450" y="1314244"/>
                  <a:pt x="552450" y="1290264"/>
                </a:cubicBezTo>
                <a:close/>
                <a:moveTo>
                  <a:pt x="1154430" y="1303020"/>
                </a:moveTo>
                <a:cubicBezTo>
                  <a:pt x="1136306" y="1284896"/>
                  <a:pt x="1141070" y="1259003"/>
                  <a:pt x="1165470" y="1243016"/>
                </a:cubicBezTo>
                <a:cubicBezTo>
                  <a:pt x="1191429" y="1226006"/>
                  <a:pt x="1215998" y="1232207"/>
                  <a:pt x="1224127" y="1257820"/>
                </a:cubicBezTo>
                <a:cubicBezTo>
                  <a:pt x="1237323" y="1299395"/>
                  <a:pt x="1184840" y="1333430"/>
                  <a:pt x="1154430" y="1303020"/>
                </a:cubicBezTo>
                <a:close/>
                <a:moveTo>
                  <a:pt x="2051319" y="1271587"/>
                </a:moveTo>
                <a:cubicBezTo>
                  <a:pt x="2043773" y="1251923"/>
                  <a:pt x="2054004" y="1228725"/>
                  <a:pt x="2070222" y="1228725"/>
                </a:cubicBezTo>
                <a:cubicBezTo>
                  <a:pt x="2089719" y="1228725"/>
                  <a:pt x="2106307" y="1252400"/>
                  <a:pt x="2099407" y="1270380"/>
                </a:cubicBezTo>
                <a:cubicBezTo>
                  <a:pt x="2091940" y="1289839"/>
                  <a:pt x="2058644" y="1290675"/>
                  <a:pt x="2051319" y="1271587"/>
                </a:cubicBezTo>
                <a:close/>
                <a:moveTo>
                  <a:pt x="1291625" y="1251677"/>
                </a:moveTo>
                <a:cubicBezTo>
                  <a:pt x="1284474" y="1233041"/>
                  <a:pt x="1292171" y="1219200"/>
                  <a:pt x="1309687" y="1219200"/>
                </a:cubicBezTo>
                <a:cubicBezTo>
                  <a:pt x="1316927" y="1219200"/>
                  <a:pt x="1325260" y="1223099"/>
                  <a:pt x="1328206" y="1227865"/>
                </a:cubicBezTo>
                <a:cubicBezTo>
                  <a:pt x="1336161" y="1240737"/>
                  <a:pt x="1323761" y="1266825"/>
                  <a:pt x="1309687" y="1266825"/>
                </a:cubicBezTo>
                <a:cubicBezTo>
                  <a:pt x="1302950" y="1266825"/>
                  <a:pt x="1294822" y="1260008"/>
                  <a:pt x="1291625" y="1251677"/>
                </a:cubicBezTo>
                <a:close/>
                <a:moveTo>
                  <a:pt x="2203989" y="1215141"/>
                </a:moveTo>
                <a:cubicBezTo>
                  <a:pt x="2195323" y="1192558"/>
                  <a:pt x="2207585" y="1169751"/>
                  <a:pt x="2226439" y="1173382"/>
                </a:cubicBezTo>
                <a:cubicBezTo>
                  <a:pt x="2249090" y="1177744"/>
                  <a:pt x="2249090" y="1222555"/>
                  <a:pt x="2226439" y="1226917"/>
                </a:cubicBezTo>
                <a:cubicBezTo>
                  <a:pt x="2217256" y="1228685"/>
                  <a:pt x="2207153" y="1223386"/>
                  <a:pt x="2203989" y="1215141"/>
                </a:cubicBezTo>
                <a:close/>
                <a:moveTo>
                  <a:pt x="1003782" y="1205468"/>
                </a:moveTo>
                <a:cubicBezTo>
                  <a:pt x="1000884" y="1197916"/>
                  <a:pt x="1000006" y="1183986"/>
                  <a:pt x="1001831" y="1174512"/>
                </a:cubicBezTo>
                <a:cubicBezTo>
                  <a:pt x="1006341" y="1151090"/>
                  <a:pt x="1051042" y="1151008"/>
                  <a:pt x="1055549" y="1174413"/>
                </a:cubicBezTo>
                <a:cubicBezTo>
                  <a:pt x="1062101" y="1208433"/>
                  <a:pt x="1015620" y="1236317"/>
                  <a:pt x="1003782" y="1205468"/>
                </a:cubicBezTo>
                <a:close/>
                <a:moveTo>
                  <a:pt x="606425" y="1203325"/>
                </a:moveTo>
                <a:cubicBezTo>
                  <a:pt x="594691" y="1191591"/>
                  <a:pt x="599936" y="1154972"/>
                  <a:pt x="615160" y="1142337"/>
                </a:cubicBezTo>
                <a:cubicBezTo>
                  <a:pt x="644854" y="1117693"/>
                  <a:pt x="682064" y="1165457"/>
                  <a:pt x="656845" y="1195845"/>
                </a:cubicBezTo>
                <a:cubicBezTo>
                  <a:pt x="644900" y="1210237"/>
                  <a:pt x="617415" y="1214315"/>
                  <a:pt x="606425" y="1203325"/>
                </a:cubicBezTo>
                <a:close/>
                <a:moveTo>
                  <a:pt x="1556285" y="1186555"/>
                </a:moveTo>
                <a:cubicBezTo>
                  <a:pt x="1547607" y="1163940"/>
                  <a:pt x="1556328" y="1131290"/>
                  <a:pt x="1574006" y="1120208"/>
                </a:cubicBezTo>
                <a:cubicBezTo>
                  <a:pt x="1608541" y="1098559"/>
                  <a:pt x="1645906" y="1153743"/>
                  <a:pt x="1618814" y="1186386"/>
                </a:cubicBezTo>
                <a:cubicBezTo>
                  <a:pt x="1604115" y="1204097"/>
                  <a:pt x="1563059" y="1204208"/>
                  <a:pt x="1556285" y="1186555"/>
                </a:cubicBezTo>
                <a:close/>
                <a:moveTo>
                  <a:pt x="1406926" y="1184676"/>
                </a:moveTo>
                <a:cubicBezTo>
                  <a:pt x="1385159" y="1162909"/>
                  <a:pt x="1413642" y="1118750"/>
                  <a:pt x="1442345" y="1129764"/>
                </a:cubicBezTo>
                <a:cubicBezTo>
                  <a:pt x="1465676" y="1138717"/>
                  <a:pt x="1458421" y="1185023"/>
                  <a:pt x="1433120" y="1188645"/>
                </a:cubicBezTo>
                <a:cubicBezTo>
                  <a:pt x="1422427" y="1190176"/>
                  <a:pt x="1410640" y="1188390"/>
                  <a:pt x="1406926" y="1184676"/>
                </a:cubicBezTo>
                <a:close/>
                <a:moveTo>
                  <a:pt x="1801367" y="1173710"/>
                </a:moveTo>
                <a:cubicBezTo>
                  <a:pt x="1790585" y="1153562"/>
                  <a:pt x="1804158" y="1123950"/>
                  <a:pt x="1824175" y="1123950"/>
                </a:cubicBezTo>
                <a:cubicBezTo>
                  <a:pt x="1843997" y="1123950"/>
                  <a:pt x="1857604" y="1154483"/>
                  <a:pt x="1846569" y="1174202"/>
                </a:cubicBezTo>
                <a:cubicBezTo>
                  <a:pt x="1834680" y="1195445"/>
                  <a:pt x="1812872" y="1195207"/>
                  <a:pt x="1801367" y="1173710"/>
                </a:cubicBezTo>
                <a:close/>
                <a:moveTo>
                  <a:pt x="843848" y="1156162"/>
                </a:moveTo>
                <a:cubicBezTo>
                  <a:pt x="840398" y="1147171"/>
                  <a:pt x="841714" y="1135675"/>
                  <a:pt x="846772" y="1130617"/>
                </a:cubicBezTo>
                <a:cubicBezTo>
                  <a:pt x="860536" y="1116853"/>
                  <a:pt x="887701" y="1130986"/>
                  <a:pt x="884038" y="1150005"/>
                </a:cubicBezTo>
                <a:cubicBezTo>
                  <a:pt x="879745" y="1172294"/>
                  <a:pt x="851688" y="1176592"/>
                  <a:pt x="843848" y="1156162"/>
                </a:cubicBezTo>
                <a:close/>
                <a:moveTo>
                  <a:pt x="1997868" y="1151762"/>
                </a:moveTo>
                <a:cubicBezTo>
                  <a:pt x="1980363" y="1141566"/>
                  <a:pt x="1976007" y="1108784"/>
                  <a:pt x="1989359" y="1087732"/>
                </a:cubicBezTo>
                <a:cubicBezTo>
                  <a:pt x="1995143" y="1078613"/>
                  <a:pt x="2004273" y="1084564"/>
                  <a:pt x="2023824" y="1110196"/>
                </a:cubicBezTo>
                <a:cubicBezTo>
                  <a:pt x="2045251" y="1138288"/>
                  <a:pt x="2047858" y="1146687"/>
                  <a:pt x="2037241" y="1153411"/>
                </a:cubicBezTo>
                <a:cubicBezTo>
                  <a:pt x="2020808" y="1163819"/>
                  <a:pt x="2018396" y="1163718"/>
                  <a:pt x="1997868" y="1151762"/>
                </a:cubicBezTo>
                <a:close/>
                <a:moveTo>
                  <a:pt x="2300351" y="1114527"/>
                </a:moveTo>
                <a:cubicBezTo>
                  <a:pt x="2296450" y="1108216"/>
                  <a:pt x="2300193" y="1096149"/>
                  <a:pt x="2308685" y="1087657"/>
                </a:cubicBezTo>
                <a:cubicBezTo>
                  <a:pt x="2321538" y="1074804"/>
                  <a:pt x="2324075" y="1074560"/>
                  <a:pt x="2323954" y="1086190"/>
                </a:cubicBezTo>
                <a:cubicBezTo>
                  <a:pt x="2323708" y="1109717"/>
                  <a:pt x="2308593" y="1127864"/>
                  <a:pt x="2300351" y="1114527"/>
                </a:cubicBezTo>
                <a:close/>
                <a:moveTo>
                  <a:pt x="1229602" y="1091670"/>
                </a:moveTo>
                <a:cubicBezTo>
                  <a:pt x="1191158" y="1045347"/>
                  <a:pt x="1255432" y="984498"/>
                  <a:pt x="1297923" y="1026990"/>
                </a:cubicBezTo>
                <a:cubicBezTo>
                  <a:pt x="1317709" y="1046775"/>
                  <a:pt x="1318140" y="1049842"/>
                  <a:pt x="1304561" y="1074144"/>
                </a:cubicBezTo>
                <a:cubicBezTo>
                  <a:pt x="1287898" y="1103964"/>
                  <a:pt x="1247621" y="1113380"/>
                  <a:pt x="1229602" y="1091670"/>
                </a:cubicBezTo>
                <a:close/>
                <a:moveTo>
                  <a:pt x="735330" y="1074420"/>
                </a:moveTo>
                <a:cubicBezTo>
                  <a:pt x="711876" y="1050966"/>
                  <a:pt x="734967" y="1013054"/>
                  <a:pt x="765555" y="1024792"/>
                </a:cubicBezTo>
                <a:cubicBezTo>
                  <a:pt x="789960" y="1034157"/>
                  <a:pt x="778886" y="1085850"/>
                  <a:pt x="752475" y="1085850"/>
                </a:cubicBezTo>
                <a:cubicBezTo>
                  <a:pt x="749331" y="1085850"/>
                  <a:pt x="741616" y="1080706"/>
                  <a:pt x="735330" y="1074420"/>
                </a:cubicBezTo>
                <a:close/>
                <a:moveTo>
                  <a:pt x="1727739" y="1072266"/>
                </a:moveTo>
                <a:cubicBezTo>
                  <a:pt x="1719073" y="1049683"/>
                  <a:pt x="1731335" y="1026876"/>
                  <a:pt x="1750189" y="1030507"/>
                </a:cubicBezTo>
                <a:cubicBezTo>
                  <a:pt x="1760734" y="1032538"/>
                  <a:pt x="1766887" y="1042402"/>
                  <a:pt x="1766887" y="1057275"/>
                </a:cubicBezTo>
                <a:cubicBezTo>
                  <a:pt x="1766887" y="1084427"/>
                  <a:pt x="1736823" y="1095939"/>
                  <a:pt x="1727739" y="1072266"/>
                </a:cubicBezTo>
                <a:close/>
                <a:moveTo>
                  <a:pt x="2152650" y="1057311"/>
                </a:moveTo>
                <a:cubicBezTo>
                  <a:pt x="2152650" y="1037010"/>
                  <a:pt x="2172343" y="1009650"/>
                  <a:pt x="2186955" y="1009650"/>
                </a:cubicBezTo>
                <a:cubicBezTo>
                  <a:pt x="2211942" y="1009650"/>
                  <a:pt x="2199920" y="1061411"/>
                  <a:pt x="2174081" y="1065081"/>
                </a:cubicBezTo>
                <a:cubicBezTo>
                  <a:pt x="2162294" y="1066755"/>
                  <a:pt x="2152650" y="1063258"/>
                  <a:pt x="2152650" y="1057311"/>
                </a:cubicBezTo>
                <a:close/>
                <a:moveTo>
                  <a:pt x="906780" y="1036320"/>
                </a:moveTo>
                <a:cubicBezTo>
                  <a:pt x="879476" y="1009016"/>
                  <a:pt x="913841" y="954517"/>
                  <a:pt x="950937" y="966291"/>
                </a:cubicBezTo>
                <a:cubicBezTo>
                  <a:pt x="977520" y="974728"/>
                  <a:pt x="984029" y="998959"/>
                  <a:pt x="966783" y="1025279"/>
                </a:cubicBezTo>
                <a:cubicBezTo>
                  <a:pt x="950796" y="1049679"/>
                  <a:pt x="924903" y="1054443"/>
                  <a:pt x="906780" y="1036320"/>
                </a:cubicBezTo>
                <a:close/>
                <a:moveTo>
                  <a:pt x="1524100" y="1024058"/>
                </a:moveTo>
                <a:cubicBezTo>
                  <a:pt x="1508633" y="1005422"/>
                  <a:pt x="1518620" y="981075"/>
                  <a:pt x="1541731" y="981075"/>
                </a:cubicBezTo>
                <a:cubicBezTo>
                  <a:pt x="1566115" y="981075"/>
                  <a:pt x="1574435" y="1005478"/>
                  <a:pt x="1556252" y="1023661"/>
                </a:cubicBezTo>
                <a:cubicBezTo>
                  <a:pt x="1538413" y="1041501"/>
                  <a:pt x="1538574" y="1041499"/>
                  <a:pt x="1524100" y="1024058"/>
                </a:cubicBezTo>
                <a:close/>
                <a:moveTo>
                  <a:pt x="1080039" y="996066"/>
                </a:moveTo>
                <a:cubicBezTo>
                  <a:pt x="1071373" y="973483"/>
                  <a:pt x="1083635" y="950676"/>
                  <a:pt x="1102489" y="954307"/>
                </a:cubicBezTo>
                <a:cubicBezTo>
                  <a:pt x="1113034" y="956338"/>
                  <a:pt x="1119187" y="966202"/>
                  <a:pt x="1119187" y="981075"/>
                </a:cubicBezTo>
                <a:cubicBezTo>
                  <a:pt x="1119187" y="1008227"/>
                  <a:pt x="1089123" y="1019739"/>
                  <a:pt x="1080039" y="996066"/>
                </a:cubicBezTo>
                <a:close/>
                <a:moveTo>
                  <a:pt x="1867688" y="992072"/>
                </a:moveTo>
                <a:cubicBezTo>
                  <a:pt x="1858201" y="974346"/>
                  <a:pt x="1877156" y="933450"/>
                  <a:pt x="1894859" y="933450"/>
                </a:cubicBezTo>
                <a:cubicBezTo>
                  <a:pt x="1911790" y="933450"/>
                  <a:pt x="1928053" y="991749"/>
                  <a:pt x="1913663" y="1000858"/>
                </a:cubicBezTo>
                <a:cubicBezTo>
                  <a:pt x="1892787" y="1014074"/>
                  <a:pt x="1877945" y="1011238"/>
                  <a:pt x="1867688" y="992072"/>
                </a:cubicBezTo>
                <a:close/>
                <a:moveTo>
                  <a:pt x="1641678" y="947566"/>
                </a:moveTo>
                <a:cubicBezTo>
                  <a:pt x="1633138" y="925310"/>
                  <a:pt x="1657557" y="874341"/>
                  <a:pt x="1673777" y="880565"/>
                </a:cubicBezTo>
                <a:cubicBezTo>
                  <a:pt x="1681315" y="883458"/>
                  <a:pt x="1691129" y="885825"/>
                  <a:pt x="1695587" y="885825"/>
                </a:cubicBezTo>
                <a:cubicBezTo>
                  <a:pt x="1709761" y="885825"/>
                  <a:pt x="1715944" y="922477"/>
                  <a:pt x="1705167" y="942615"/>
                </a:cubicBezTo>
                <a:cubicBezTo>
                  <a:pt x="1692890" y="965555"/>
                  <a:pt x="1649869" y="968910"/>
                  <a:pt x="1641678" y="947566"/>
                </a:cubicBezTo>
                <a:close/>
                <a:moveTo>
                  <a:pt x="1336944" y="919162"/>
                </a:moveTo>
                <a:cubicBezTo>
                  <a:pt x="1328533" y="897244"/>
                  <a:pt x="1341042" y="874521"/>
                  <a:pt x="1359555" y="878086"/>
                </a:cubicBezTo>
                <a:cubicBezTo>
                  <a:pt x="1380222" y="882066"/>
                  <a:pt x="1387448" y="914060"/>
                  <a:pt x="1370155" y="925019"/>
                </a:cubicBezTo>
                <a:cubicBezTo>
                  <a:pt x="1351556" y="936806"/>
                  <a:pt x="1343145" y="935323"/>
                  <a:pt x="1336944" y="919162"/>
                </a:cubicBezTo>
                <a:close/>
                <a:moveTo>
                  <a:pt x="762000" y="914400"/>
                </a:moveTo>
                <a:cubicBezTo>
                  <a:pt x="762000" y="909161"/>
                  <a:pt x="770572" y="904875"/>
                  <a:pt x="781050" y="904875"/>
                </a:cubicBezTo>
                <a:cubicBezTo>
                  <a:pt x="791527" y="904875"/>
                  <a:pt x="800100" y="909161"/>
                  <a:pt x="800100" y="914400"/>
                </a:cubicBezTo>
                <a:cubicBezTo>
                  <a:pt x="800100" y="919638"/>
                  <a:pt x="791527" y="923925"/>
                  <a:pt x="781050" y="923925"/>
                </a:cubicBezTo>
                <a:cubicBezTo>
                  <a:pt x="770572" y="923925"/>
                  <a:pt x="762000" y="919638"/>
                  <a:pt x="762000" y="914400"/>
                </a:cubicBezTo>
                <a:close/>
                <a:moveTo>
                  <a:pt x="1175289" y="891291"/>
                </a:moveTo>
                <a:cubicBezTo>
                  <a:pt x="1166623" y="868708"/>
                  <a:pt x="1178885" y="845901"/>
                  <a:pt x="1197739" y="849532"/>
                </a:cubicBezTo>
                <a:cubicBezTo>
                  <a:pt x="1208284" y="851563"/>
                  <a:pt x="1214437" y="861427"/>
                  <a:pt x="1214437" y="876300"/>
                </a:cubicBezTo>
                <a:cubicBezTo>
                  <a:pt x="1214437" y="903452"/>
                  <a:pt x="1184373" y="914964"/>
                  <a:pt x="1175289" y="891291"/>
                </a:cubicBezTo>
                <a:close/>
                <a:moveTo>
                  <a:pt x="956604" y="875235"/>
                </a:moveTo>
                <a:cubicBezTo>
                  <a:pt x="953004" y="869410"/>
                  <a:pt x="955966" y="860903"/>
                  <a:pt x="963185" y="856330"/>
                </a:cubicBezTo>
                <a:cubicBezTo>
                  <a:pt x="983572" y="843418"/>
                  <a:pt x="990600" y="846095"/>
                  <a:pt x="990600" y="866775"/>
                </a:cubicBezTo>
                <a:cubicBezTo>
                  <a:pt x="990600" y="887109"/>
                  <a:pt x="967496" y="892858"/>
                  <a:pt x="956604" y="875235"/>
                </a:cubicBezTo>
                <a:close/>
                <a:moveTo>
                  <a:pt x="1453759" y="852324"/>
                </a:moveTo>
                <a:cubicBezTo>
                  <a:pt x="1434321" y="832885"/>
                  <a:pt x="1434259" y="819596"/>
                  <a:pt x="1453483" y="792150"/>
                </a:cubicBezTo>
                <a:cubicBezTo>
                  <a:pt x="1485200" y="746867"/>
                  <a:pt x="1546723" y="782400"/>
                  <a:pt x="1528221" y="835316"/>
                </a:cubicBezTo>
                <a:cubicBezTo>
                  <a:pt x="1517112" y="867088"/>
                  <a:pt x="1477558" y="876123"/>
                  <a:pt x="1453759" y="852324"/>
                </a:cubicBezTo>
                <a:close/>
                <a:moveTo>
                  <a:pt x="1061927" y="796434"/>
                </a:moveTo>
                <a:cubicBezTo>
                  <a:pt x="1042536" y="782256"/>
                  <a:pt x="1046062" y="753815"/>
                  <a:pt x="1069002" y="739369"/>
                </a:cubicBezTo>
                <a:cubicBezTo>
                  <a:pt x="1091323" y="725313"/>
                  <a:pt x="1118920" y="751881"/>
                  <a:pt x="1110278" y="779107"/>
                </a:cubicBezTo>
                <a:cubicBezTo>
                  <a:pt x="1102331" y="804148"/>
                  <a:pt x="1082295" y="811328"/>
                  <a:pt x="1061927" y="796434"/>
                </a:cubicBezTo>
                <a:close/>
                <a:moveTo>
                  <a:pt x="1666875" y="754062"/>
                </a:moveTo>
                <a:cubicBezTo>
                  <a:pt x="1666875" y="731591"/>
                  <a:pt x="1674881" y="723915"/>
                  <a:pt x="1691618" y="730337"/>
                </a:cubicBezTo>
                <a:cubicBezTo>
                  <a:pt x="1712689" y="738423"/>
                  <a:pt x="1708113" y="771525"/>
                  <a:pt x="1685925" y="771525"/>
                </a:cubicBezTo>
                <a:cubicBezTo>
                  <a:pt x="1673802" y="771525"/>
                  <a:pt x="1666875" y="765175"/>
                  <a:pt x="1666875" y="754062"/>
                </a:cubicBezTo>
                <a:close/>
                <a:moveTo>
                  <a:pt x="1258124" y="725439"/>
                </a:moveTo>
                <a:cubicBezTo>
                  <a:pt x="1236104" y="684296"/>
                  <a:pt x="1284519" y="637957"/>
                  <a:pt x="1319336" y="666852"/>
                </a:cubicBezTo>
                <a:cubicBezTo>
                  <a:pt x="1336392" y="681007"/>
                  <a:pt x="1337860" y="715729"/>
                  <a:pt x="1322070" y="731520"/>
                </a:cubicBezTo>
                <a:cubicBezTo>
                  <a:pt x="1304888" y="748701"/>
                  <a:pt x="1268733" y="745264"/>
                  <a:pt x="1258124" y="725439"/>
                </a:cubicBezTo>
                <a:close/>
                <a:moveTo>
                  <a:pt x="1515934" y="692974"/>
                </a:moveTo>
                <a:cubicBezTo>
                  <a:pt x="1500967" y="678007"/>
                  <a:pt x="1502144" y="661886"/>
                  <a:pt x="1519237" y="647700"/>
                </a:cubicBezTo>
                <a:cubicBezTo>
                  <a:pt x="1535571" y="634143"/>
                  <a:pt x="1562100" y="649395"/>
                  <a:pt x="1562100" y="672343"/>
                </a:cubicBezTo>
                <a:cubicBezTo>
                  <a:pt x="1562100" y="691661"/>
                  <a:pt x="1529285" y="706325"/>
                  <a:pt x="1515934" y="692974"/>
                </a:cubicBezTo>
                <a:close/>
                <a:moveTo>
                  <a:pt x="1389743" y="594220"/>
                </a:moveTo>
                <a:cubicBezTo>
                  <a:pt x="1378795" y="581028"/>
                  <a:pt x="1380188" y="576243"/>
                  <a:pt x="1399544" y="560570"/>
                </a:cubicBezTo>
                <a:cubicBezTo>
                  <a:pt x="1425108" y="539870"/>
                  <a:pt x="1441559" y="541644"/>
                  <a:pt x="1446205" y="565603"/>
                </a:cubicBezTo>
                <a:cubicBezTo>
                  <a:pt x="1453217" y="601767"/>
                  <a:pt x="1412946" y="622178"/>
                  <a:pt x="1389743" y="594220"/>
                </a:cubicBezTo>
                <a:close/>
              </a:path>
            </a:pathLst>
          </a:custGeom>
          <a:solidFill>
            <a:srgbClr val="7A1732">
              <a:alpha val="55000"/>
            </a:srgbClr>
          </a:solidFill>
          <a:ln>
            <a:noFill/>
          </a:ln>
        </p:spPr>
      </p:sp>
      <p:sp>
        <p:nvSpPr>
          <p:cNvPr id="13" name="TEXT: [we've all been there]"/>
          <p:cNvSpPr/>
          <p:nvPr/>
        </p:nvSpPr>
        <p:spPr>
          <a:xfrm rot="120000">
            <a:off x="3019425" y="1019175"/>
            <a:ext cx="5772150" cy="23431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45364" rIns="245364" tIns="105156" bIns="105156"/>
          <a:lstStyle/>
          <a:p>
            <a:pPr algn="r">
              <a:lnSpc>
                <a:spcPts val="8418"/>
              </a:lnSpc>
            </a:pPr>
            <a:r>
              <a:rPr b="1" sz="6900">
                <a:solidFill>
                  <a:srgbClr val="181716"/>
                </a:solidFill>
                <a:latin typeface="Montserrat"/>
              </a:rPr>
              <a:t>[we've all</a:t>
            </a:r>
          </a:p>
          <a:p>
            <a:pPr algn="r">
              <a:lnSpc>
                <a:spcPts val="8418"/>
              </a:lnSpc>
            </a:pPr>
            <a:r>
              <a:rPr b="1" sz="6900">
                <a:solidFill>
                  <a:srgbClr val="181716"/>
                </a:solidFill>
                <a:latin typeface="Montserrat"/>
              </a:rPr>
              <a:t>been there]</a:t>
            </a:r>
          </a:p>
        </p:txBody>
      </p:sp>
      <p:sp>
        <p:nvSpPr>
          <p:cNvPr id="14" name="TEXT: [here's the fix]"/>
          <p:cNvSpPr/>
          <p:nvPr/>
        </p:nvSpPr>
        <p:spPr>
          <a:xfrm rot="120000">
            <a:off x="476250" y="12334875"/>
            <a:ext cx="4762500" cy="857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5354" rIns="165354" tIns="70866" bIns="70866"/>
          <a:lstStyle/>
          <a:p>
            <a:pPr algn="l">
              <a:lnSpc>
                <a:spcPts val="5673"/>
              </a:lnSpc>
            </a:pPr>
            <a:r>
              <a:rPr b="1" sz="4650">
                <a:solidFill>
                  <a:srgbClr val="181716"/>
                </a:solidFill>
                <a:latin typeface="Montserrat"/>
              </a:rPr>
              <a:t>[here's the fix]</a:t>
            </a:r>
          </a:p>
        </p:txBody>
      </p:sp>
      <p:sp>
        <p:nvSpPr>
          <p:cNvPr id="15" name="arrow"/>
          <p:cNvSpPr/>
          <p:nvPr/>
        </p:nvSpPr>
        <p:spPr>
          <a:xfrm rot="120000">
            <a:off x="5572125" y="12463462"/>
            <a:ext cx="1619250" cy="504825"/>
          </a:xfrm>
          <a:custGeom>
            <a:avLst/>
            <a:gdLst/>
            <a:ahLst/>
            <a:cxnLst/>
            <a:rect l="0" t="0" r="r" b="b"/>
            <a:pathLst>
              <a:path w="1619250" h="504825">
                <a:moveTo>
                  <a:pt x="1257300" y="480450"/>
                </a:moveTo>
                <a:cubicBezTo>
                  <a:pt x="1257300" y="466626"/>
                  <a:pt x="1253177" y="458623"/>
                  <a:pt x="1247775" y="461962"/>
                </a:cubicBezTo>
                <a:cubicBezTo>
                  <a:pt x="1242536" y="465200"/>
                  <a:pt x="1238235" y="460095"/>
                  <a:pt x="1238218" y="450618"/>
                </a:cubicBezTo>
                <a:cubicBezTo>
                  <a:pt x="1238201" y="441141"/>
                  <a:pt x="1271222" y="402197"/>
                  <a:pt x="1311598" y="364076"/>
                </a:cubicBezTo>
                <a:lnTo>
                  <a:pt x="1385010" y="294765"/>
                </a:lnTo>
                <a:lnTo>
                  <a:pt x="1266386" y="300090"/>
                </a:lnTo>
                <a:cubicBezTo>
                  <a:pt x="1201143" y="303019"/>
                  <a:pt x="950595" y="310034"/>
                  <a:pt x="709612" y="315678"/>
                </a:cubicBezTo>
                <a:cubicBezTo>
                  <a:pt x="468630" y="321323"/>
                  <a:pt x="223235" y="328686"/>
                  <a:pt x="164292" y="332039"/>
                </a:cubicBezTo>
                <a:cubicBezTo>
                  <a:pt x="81649" y="336741"/>
                  <a:pt x="57124" y="335412"/>
                  <a:pt x="57135" y="326231"/>
                </a:cubicBezTo>
                <a:cubicBezTo>
                  <a:pt x="57144" y="319190"/>
                  <a:pt x="44728" y="314325"/>
                  <a:pt x="26754" y="314324"/>
                </a:cubicBezTo>
                <a:cubicBezTo>
                  <a:pt x="-1225" y="314324"/>
                  <a:pt x="-2231" y="313294"/>
                  <a:pt x="14096" y="301355"/>
                </a:cubicBezTo>
                <a:cubicBezTo>
                  <a:pt x="39698" y="282634"/>
                  <a:pt x="40970" y="257174"/>
                  <a:pt x="16302" y="257175"/>
                </a:cubicBezTo>
                <a:cubicBezTo>
                  <a:pt x="4858" y="257175"/>
                  <a:pt x="89" y="253819"/>
                  <a:pt x="5238" y="249388"/>
                </a:cubicBezTo>
                <a:cubicBezTo>
                  <a:pt x="38131" y="221084"/>
                  <a:pt x="254251" y="205225"/>
                  <a:pt x="757237" y="194206"/>
                </a:cubicBezTo>
                <a:cubicBezTo>
                  <a:pt x="909161" y="190878"/>
                  <a:pt x="1109402" y="185468"/>
                  <a:pt x="1202217" y="182184"/>
                </a:cubicBezTo>
                <a:lnTo>
                  <a:pt x="1370973" y="176212"/>
                </a:lnTo>
                <a:lnTo>
                  <a:pt x="1306992" y="128587"/>
                </a:lnTo>
                <a:cubicBezTo>
                  <a:pt x="1271803" y="102393"/>
                  <a:pt x="1242899" y="74533"/>
                  <a:pt x="1242760" y="66675"/>
                </a:cubicBezTo>
                <a:cubicBezTo>
                  <a:pt x="1242622" y="58816"/>
                  <a:pt x="1239154" y="47029"/>
                  <a:pt x="1235054" y="40481"/>
                </a:cubicBezTo>
                <a:cubicBezTo>
                  <a:pt x="1224885" y="24237"/>
                  <a:pt x="1235722" y="9152"/>
                  <a:pt x="1252842" y="15722"/>
                </a:cubicBezTo>
                <a:cubicBezTo>
                  <a:pt x="1260532" y="18673"/>
                  <a:pt x="1266825" y="16343"/>
                  <a:pt x="1266825" y="10544"/>
                </a:cubicBezTo>
                <a:cubicBezTo>
                  <a:pt x="1266825" y="-9201"/>
                  <a:pt x="1283898" y="-5"/>
                  <a:pt x="1441695" y="104733"/>
                </a:cubicBezTo>
                <a:cubicBezTo>
                  <a:pt x="1620939" y="223706"/>
                  <a:pt x="1633427" y="237454"/>
                  <a:pt x="1593675" y="272033"/>
                </a:cubicBezTo>
                <a:cubicBezTo>
                  <a:pt x="1563065" y="298659"/>
                  <a:pt x="1336730" y="468567"/>
                  <a:pt x="1320437" y="477150"/>
                </a:cubicBezTo>
                <a:cubicBezTo>
                  <a:pt x="1255250" y="511492"/>
                  <a:pt x="1257300" y="511385"/>
                  <a:pt x="1257300" y="480450"/>
                </a:cubicBezTo>
                <a:close/>
              </a:path>
            </a:pathLst>
          </a:custGeom>
          <a:solidFill>
            <a:srgbClr val="7A1732"/>
          </a:solid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TV" descr="0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0000">
            <a:off x="438150" y="3395662"/>
            <a:ext cx="9410700" cy="8829675"/>
          </a:xfrm>
          <a:prstGeom prst="rect">
            <a:avLst/>
          </a:prstGeom>
        </p:spPr>
      </p:pic>
      <p:sp>
        <p:nvSpPr>
          <p:cNvPr id="4" name="PHOTO: The annoying moment (TV)"/>
          <p:cNvSpPr/>
          <p:nvPr/>
        </p:nvSpPr>
        <p:spPr>
          <a:xfrm rot="120000">
            <a:off x="1822576" y="7046599"/>
            <a:ext cx="5133975" cy="3495675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5" name="TEXT: every single time"/>
          <p:cNvSpPr/>
          <p:nvPr/>
        </p:nvSpPr>
        <p:spPr>
          <a:xfrm rot="120000">
            <a:off x="1728788" y="1666875"/>
            <a:ext cx="6829425" cy="10477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2692" rIns="202692" tIns="86868" bIns="86868"/>
          <a:lstStyle/>
          <a:p>
            <a:pPr algn="ctr">
              <a:lnSpc>
                <a:spcPts val="6953"/>
              </a:lnSpc>
            </a:pPr>
            <a:r>
              <a:rPr b="1" sz="5700">
                <a:solidFill>
                  <a:srgbClr val="181716"/>
                </a:solidFill>
                <a:latin typeface="Montserrat"/>
              </a:rPr>
              <a:t>every single time</a:t>
            </a:r>
          </a:p>
        </p:txBody>
      </p:sp>
      <p:pic>
        <p:nvPicPr>
          <p:cNvPr id="6" name="paper ball" descr="0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400000">
            <a:off x="276225" y="10891838"/>
            <a:ext cx="3257550" cy="2981325"/>
          </a:xfrm>
          <a:prstGeom prst="rect">
            <a:avLst/>
          </a:prstGeom>
        </p:spPr>
      </p:pic>
      <p:sp>
        <p:nvSpPr>
          <p:cNvPr id="7" name="paper ball pattern"/>
          <p:cNvSpPr/>
          <p:nvPr/>
        </p:nvSpPr>
        <p:spPr>
          <a:xfrm rot="-1200000">
            <a:off x="276225" y="10891837"/>
            <a:ext cx="3257550" cy="2981325"/>
          </a:xfrm>
          <a:custGeom>
            <a:avLst/>
            <a:gdLst/>
            <a:ahLst/>
            <a:cxnLst/>
            <a:rect l="0" t="0" r="r" b="b"/>
            <a:pathLst>
              <a:path w="3257550" h="2981325">
                <a:moveTo>
                  <a:pt x="1692554" y="2368391"/>
                </a:moveTo>
                <a:cubicBezTo>
                  <a:pt x="1689627" y="2360766"/>
                  <a:pt x="1692409" y="2347447"/>
                  <a:pt x="1698736" y="2338794"/>
                </a:cubicBezTo>
                <a:cubicBezTo>
                  <a:pt x="1714553" y="2317163"/>
                  <a:pt x="1744989" y="2329688"/>
                  <a:pt x="1741197" y="2356268"/>
                </a:cubicBezTo>
                <a:cubicBezTo>
                  <a:pt x="1737812" y="2379993"/>
                  <a:pt x="1700568" y="2389276"/>
                  <a:pt x="1692554" y="2368391"/>
                </a:cubicBezTo>
                <a:close/>
                <a:moveTo>
                  <a:pt x="1261214" y="2320561"/>
                </a:moveTo>
                <a:cubicBezTo>
                  <a:pt x="1250625" y="2292967"/>
                  <a:pt x="1261412" y="2271712"/>
                  <a:pt x="1286005" y="2271712"/>
                </a:cubicBezTo>
                <a:cubicBezTo>
                  <a:pt x="1305968" y="2271712"/>
                  <a:pt x="1309687" y="2276199"/>
                  <a:pt x="1309687" y="2300287"/>
                </a:cubicBezTo>
                <a:cubicBezTo>
                  <a:pt x="1309687" y="2332242"/>
                  <a:pt x="1271780" y="2348097"/>
                  <a:pt x="1261214" y="2320561"/>
                </a:cubicBezTo>
                <a:close/>
                <a:moveTo>
                  <a:pt x="1524000" y="2305050"/>
                </a:moveTo>
                <a:cubicBezTo>
                  <a:pt x="1513522" y="2294572"/>
                  <a:pt x="1504950" y="2279570"/>
                  <a:pt x="1504950" y="2271712"/>
                </a:cubicBezTo>
                <a:cubicBezTo>
                  <a:pt x="1504950" y="2256844"/>
                  <a:pt x="1537540" y="2219325"/>
                  <a:pt x="1550455" y="2219325"/>
                </a:cubicBezTo>
                <a:cubicBezTo>
                  <a:pt x="1567993" y="2219325"/>
                  <a:pt x="1600200" y="2250509"/>
                  <a:pt x="1600200" y="2267490"/>
                </a:cubicBezTo>
                <a:cubicBezTo>
                  <a:pt x="1600200" y="2286904"/>
                  <a:pt x="1568907" y="2324100"/>
                  <a:pt x="1552575" y="2324100"/>
                </a:cubicBezTo>
                <a:cubicBezTo>
                  <a:pt x="1547336" y="2324100"/>
                  <a:pt x="1534477" y="2315527"/>
                  <a:pt x="1524000" y="2305050"/>
                </a:cubicBezTo>
                <a:close/>
                <a:moveTo>
                  <a:pt x="1971675" y="2282134"/>
                </a:moveTo>
                <a:cubicBezTo>
                  <a:pt x="1971675" y="2263266"/>
                  <a:pt x="1990033" y="2252923"/>
                  <a:pt x="2002102" y="2264992"/>
                </a:cubicBezTo>
                <a:cubicBezTo>
                  <a:pt x="2008709" y="2271599"/>
                  <a:pt x="2005394" y="2278149"/>
                  <a:pt x="1991747" y="2285452"/>
                </a:cubicBezTo>
                <a:cubicBezTo>
                  <a:pt x="1975547" y="2294122"/>
                  <a:pt x="1971675" y="2293482"/>
                  <a:pt x="1971675" y="2282134"/>
                </a:cubicBezTo>
                <a:close/>
                <a:moveTo>
                  <a:pt x="1791404" y="2220640"/>
                </a:moveTo>
                <a:cubicBezTo>
                  <a:pt x="1778911" y="2197297"/>
                  <a:pt x="1800321" y="2166043"/>
                  <a:pt x="1822876" y="2174698"/>
                </a:cubicBezTo>
                <a:cubicBezTo>
                  <a:pt x="1844834" y="2183125"/>
                  <a:pt x="1852309" y="2207237"/>
                  <a:pt x="1838224" y="2224208"/>
                </a:cubicBezTo>
                <a:cubicBezTo>
                  <a:pt x="1822222" y="2243489"/>
                  <a:pt x="1802841" y="2242012"/>
                  <a:pt x="1791404" y="2220640"/>
                </a:cubicBezTo>
                <a:close/>
                <a:moveTo>
                  <a:pt x="1123608" y="2199636"/>
                </a:moveTo>
                <a:cubicBezTo>
                  <a:pt x="1115411" y="2184320"/>
                  <a:pt x="1116443" y="2174800"/>
                  <a:pt x="1128255" y="2156773"/>
                </a:cubicBezTo>
                <a:cubicBezTo>
                  <a:pt x="1146657" y="2128687"/>
                  <a:pt x="1163048" y="2127440"/>
                  <a:pt x="1185641" y="2152405"/>
                </a:cubicBezTo>
                <a:cubicBezTo>
                  <a:pt x="1201578" y="2170016"/>
                  <a:pt x="1201658" y="2172741"/>
                  <a:pt x="1186898" y="2195268"/>
                </a:cubicBezTo>
                <a:cubicBezTo>
                  <a:pt x="1167809" y="2224401"/>
                  <a:pt x="1137964" y="2226461"/>
                  <a:pt x="1123608" y="2199636"/>
                </a:cubicBezTo>
                <a:close/>
                <a:moveTo>
                  <a:pt x="1392257" y="2189216"/>
                </a:moveTo>
                <a:cubicBezTo>
                  <a:pt x="1393992" y="2176962"/>
                  <a:pt x="1401841" y="2166937"/>
                  <a:pt x="1409700" y="2166937"/>
                </a:cubicBezTo>
                <a:cubicBezTo>
                  <a:pt x="1430357" y="2166937"/>
                  <a:pt x="1427511" y="2204097"/>
                  <a:pt x="1406545" y="2208135"/>
                </a:cubicBezTo>
                <a:cubicBezTo>
                  <a:pt x="1393019" y="2210740"/>
                  <a:pt x="1389811" y="2206492"/>
                  <a:pt x="1392257" y="2189216"/>
                </a:cubicBezTo>
                <a:close/>
                <a:moveTo>
                  <a:pt x="2095837" y="2180010"/>
                </a:moveTo>
                <a:cubicBezTo>
                  <a:pt x="2095651" y="2166244"/>
                  <a:pt x="2101929" y="2149646"/>
                  <a:pt x="2109787" y="2143125"/>
                </a:cubicBezTo>
                <a:cubicBezTo>
                  <a:pt x="2128796" y="2127348"/>
                  <a:pt x="2128796" y="2147971"/>
                  <a:pt x="2109787" y="2181225"/>
                </a:cubicBezTo>
                <a:lnTo>
                  <a:pt x="2096175" y="2205037"/>
                </a:lnTo>
                <a:lnTo>
                  <a:pt x="2095837" y="2180010"/>
                </a:lnTo>
                <a:close/>
                <a:moveTo>
                  <a:pt x="882133" y="2129134"/>
                </a:moveTo>
                <a:cubicBezTo>
                  <a:pt x="873444" y="2115874"/>
                  <a:pt x="870570" y="2105025"/>
                  <a:pt x="875745" y="2105025"/>
                </a:cubicBezTo>
                <a:cubicBezTo>
                  <a:pt x="886305" y="2105025"/>
                  <a:pt x="908770" y="2142404"/>
                  <a:pt x="902174" y="2149000"/>
                </a:cubicBezTo>
                <a:cubicBezTo>
                  <a:pt x="899840" y="2151334"/>
                  <a:pt x="890821" y="2142395"/>
                  <a:pt x="882133" y="2129134"/>
                </a:cubicBezTo>
                <a:close/>
                <a:moveTo>
                  <a:pt x="1643742" y="2137682"/>
                </a:moveTo>
                <a:cubicBezTo>
                  <a:pt x="1635510" y="2129449"/>
                  <a:pt x="1628775" y="2119040"/>
                  <a:pt x="1628775" y="2114550"/>
                </a:cubicBezTo>
                <a:cubicBezTo>
                  <a:pt x="1628775" y="2099779"/>
                  <a:pt x="1658353" y="2076450"/>
                  <a:pt x="1677080" y="2076450"/>
                </a:cubicBezTo>
                <a:cubicBezTo>
                  <a:pt x="1698437" y="2076450"/>
                  <a:pt x="1703309" y="2121930"/>
                  <a:pt x="1684020" y="2141220"/>
                </a:cubicBezTo>
                <a:cubicBezTo>
                  <a:pt x="1668956" y="2156283"/>
                  <a:pt x="1661707" y="2155646"/>
                  <a:pt x="1643742" y="2137682"/>
                </a:cubicBezTo>
                <a:close/>
                <a:moveTo>
                  <a:pt x="1929674" y="2127650"/>
                </a:moveTo>
                <a:cubicBezTo>
                  <a:pt x="1921595" y="2106596"/>
                  <a:pt x="1946057" y="2081416"/>
                  <a:pt x="1966841" y="2089392"/>
                </a:cubicBezTo>
                <a:cubicBezTo>
                  <a:pt x="1976510" y="2093102"/>
                  <a:pt x="1981365" y="2103659"/>
                  <a:pt x="1979486" y="2116888"/>
                </a:cubicBezTo>
                <a:cubicBezTo>
                  <a:pt x="1975688" y="2143635"/>
                  <a:pt x="1938862" y="2151591"/>
                  <a:pt x="1929674" y="2127650"/>
                </a:cubicBezTo>
                <a:close/>
                <a:moveTo>
                  <a:pt x="1004629" y="2114132"/>
                </a:moveTo>
                <a:cubicBezTo>
                  <a:pt x="997028" y="2101834"/>
                  <a:pt x="1018179" y="2074710"/>
                  <a:pt x="1029779" y="2081879"/>
                </a:cubicBezTo>
                <a:cubicBezTo>
                  <a:pt x="1034424" y="2084750"/>
                  <a:pt x="1038225" y="2095418"/>
                  <a:pt x="1038225" y="2105587"/>
                </a:cubicBezTo>
                <a:cubicBezTo>
                  <a:pt x="1038225" y="2125108"/>
                  <a:pt x="1015055" y="2131002"/>
                  <a:pt x="1004629" y="2114132"/>
                </a:cubicBezTo>
                <a:close/>
                <a:moveTo>
                  <a:pt x="1287556" y="2070006"/>
                </a:moveTo>
                <a:cubicBezTo>
                  <a:pt x="1291833" y="2032675"/>
                  <a:pt x="1338262" y="2029853"/>
                  <a:pt x="1338262" y="2066925"/>
                </a:cubicBezTo>
                <a:cubicBezTo>
                  <a:pt x="1338262" y="2085975"/>
                  <a:pt x="1332883" y="2091353"/>
                  <a:pt x="1311368" y="2093818"/>
                </a:cubicBezTo>
                <a:cubicBezTo>
                  <a:pt x="1286904" y="2096622"/>
                  <a:pt x="1284752" y="2094470"/>
                  <a:pt x="1287556" y="2070006"/>
                </a:cubicBezTo>
                <a:close/>
                <a:moveTo>
                  <a:pt x="1461008" y="2081601"/>
                </a:moveTo>
                <a:cubicBezTo>
                  <a:pt x="1436410" y="2063614"/>
                  <a:pt x="1456632" y="2019300"/>
                  <a:pt x="1489439" y="2019300"/>
                </a:cubicBezTo>
                <a:cubicBezTo>
                  <a:pt x="1516066" y="2019300"/>
                  <a:pt x="1528017" y="2041621"/>
                  <a:pt x="1514705" y="2066494"/>
                </a:cubicBezTo>
                <a:cubicBezTo>
                  <a:pt x="1501797" y="2090612"/>
                  <a:pt x="1481241" y="2096396"/>
                  <a:pt x="1461008" y="2081601"/>
                </a:cubicBezTo>
                <a:close/>
                <a:moveTo>
                  <a:pt x="1114898" y="2001134"/>
                </a:moveTo>
                <a:cubicBezTo>
                  <a:pt x="1100317" y="1973889"/>
                  <a:pt x="1134141" y="1933415"/>
                  <a:pt x="1156195" y="1951718"/>
                </a:cubicBezTo>
                <a:cubicBezTo>
                  <a:pt x="1174376" y="1966807"/>
                  <a:pt x="1176139" y="1991875"/>
                  <a:pt x="1160145" y="2007870"/>
                </a:cubicBezTo>
                <a:cubicBezTo>
                  <a:pt x="1143517" y="2024497"/>
                  <a:pt x="1126007" y="2021891"/>
                  <a:pt x="1114898" y="2001134"/>
                </a:cubicBezTo>
                <a:close/>
                <a:moveTo>
                  <a:pt x="1790465" y="2004730"/>
                </a:moveTo>
                <a:cubicBezTo>
                  <a:pt x="1781099" y="1993445"/>
                  <a:pt x="1780855" y="1984715"/>
                  <a:pt x="1789380" y="1966005"/>
                </a:cubicBezTo>
                <a:cubicBezTo>
                  <a:pt x="1804086" y="1933727"/>
                  <a:pt x="1850990" y="1936423"/>
                  <a:pt x="1855724" y="1969818"/>
                </a:cubicBezTo>
                <a:cubicBezTo>
                  <a:pt x="1861712" y="2012055"/>
                  <a:pt x="1816582" y="2036199"/>
                  <a:pt x="1790465" y="2004730"/>
                </a:cubicBezTo>
                <a:close/>
                <a:moveTo>
                  <a:pt x="733425" y="1996506"/>
                </a:moveTo>
                <a:cubicBezTo>
                  <a:pt x="733425" y="1987470"/>
                  <a:pt x="761936" y="1982917"/>
                  <a:pt x="767019" y="1991140"/>
                </a:cubicBezTo>
                <a:cubicBezTo>
                  <a:pt x="770115" y="1996150"/>
                  <a:pt x="763823" y="2000250"/>
                  <a:pt x="753037" y="2000250"/>
                </a:cubicBezTo>
                <a:cubicBezTo>
                  <a:pt x="742250" y="2000250"/>
                  <a:pt x="733425" y="1998565"/>
                  <a:pt x="733425" y="1996506"/>
                </a:cubicBezTo>
                <a:close/>
                <a:moveTo>
                  <a:pt x="909792" y="1984756"/>
                </a:moveTo>
                <a:cubicBezTo>
                  <a:pt x="890259" y="1965224"/>
                  <a:pt x="894699" y="1930039"/>
                  <a:pt x="917238" y="1925742"/>
                </a:cubicBezTo>
                <a:cubicBezTo>
                  <a:pt x="956693" y="1918220"/>
                  <a:pt x="978535" y="1971693"/>
                  <a:pt x="943636" y="1990370"/>
                </a:cubicBezTo>
                <a:cubicBezTo>
                  <a:pt x="929678" y="1997841"/>
                  <a:pt x="921523" y="1996488"/>
                  <a:pt x="909792" y="1984756"/>
                </a:cubicBezTo>
                <a:close/>
                <a:moveTo>
                  <a:pt x="2041781" y="1985927"/>
                </a:moveTo>
                <a:cubicBezTo>
                  <a:pt x="2033680" y="1964818"/>
                  <a:pt x="2062742" y="1935107"/>
                  <a:pt x="2077275" y="1949640"/>
                </a:cubicBezTo>
                <a:cubicBezTo>
                  <a:pt x="2092097" y="1964462"/>
                  <a:pt x="2084137" y="1994663"/>
                  <a:pt x="2064405" y="1998463"/>
                </a:cubicBezTo>
                <a:cubicBezTo>
                  <a:pt x="2055282" y="2000220"/>
                  <a:pt x="2045101" y="1994579"/>
                  <a:pt x="2041781" y="1985927"/>
                </a:cubicBezTo>
                <a:close/>
                <a:moveTo>
                  <a:pt x="1624543" y="1963009"/>
                </a:moveTo>
                <a:cubicBezTo>
                  <a:pt x="1618275" y="1952866"/>
                  <a:pt x="1627794" y="1924050"/>
                  <a:pt x="1637414" y="1924050"/>
                </a:cubicBezTo>
                <a:cubicBezTo>
                  <a:pt x="1650771" y="1924050"/>
                  <a:pt x="1665237" y="1945809"/>
                  <a:pt x="1660349" y="1958548"/>
                </a:cubicBezTo>
                <a:cubicBezTo>
                  <a:pt x="1654656" y="1973383"/>
                  <a:pt x="1632649" y="1976125"/>
                  <a:pt x="1624543" y="1963009"/>
                </a:cubicBezTo>
                <a:close/>
                <a:moveTo>
                  <a:pt x="1301638" y="1935206"/>
                </a:moveTo>
                <a:cubicBezTo>
                  <a:pt x="1279657" y="1910917"/>
                  <a:pt x="1281976" y="1888943"/>
                  <a:pt x="1308345" y="1871666"/>
                </a:cubicBezTo>
                <a:cubicBezTo>
                  <a:pt x="1354703" y="1841291"/>
                  <a:pt x="1396082" y="1900239"/>
                  <a:pt x="1352930" y="1935182"/>
                </a:cubicBezTo>
                <a:cubicBezTo>
                  <a:pt x="1326135" y="1956879"/>
                  <a:pt x="1321254" y="1956881"/>
                  <a:pt x="1301638" y="1935206"/>
                </a:cubicBezTo>
                <a:close/>
                <a:moveTo>
                  <a:pt x="1510007" y="1899171"/>
                </a:moveTo>
                <a:cubicBezTo>
                  <a:pt x="1499080" y="1888244"/>
                  <a:pt x="1497910" y="1880053"/>
                  <a:pt x="1505304" y="1866238"/>
                </a:cubicBezTo>
                <a:cubicBezTo>
                  <a:pt x="1524254" y="1830829"/>
                  <a:pt x="1570702" y="1852448"/>
                  <a:pt x="1556302" y="1889976"/>
                </a:cubicBezTo>
                <a:cubicBezTo>
                  <a:pt x="1548283" y="1910872"/>
                  <a:pt x="1526112" y="1915276"/>
                  <a:pt x="1510007" y="1899171"/>
                </a:cubicBezTo>
                <a:close/>
                <a:moveTo>
                  <a:pt x="784707" y="1891268"/>
                </a:moveTo>
                <a:cubicBezTo>
                  <a:pt x="781809" y="1883716"/>
                  <a:pt x="780931" y="1869786"/>
                  <a:pt x="782756" y="1860312"/>
                </a:cubicBezTo>
                <a:cubicBezTo>
                  <a:pt x="787266" y="1836890"/>
                  <a:pt x="831967" y="1836808"/>
                  <a:pt x="836474" y="1860213"/>
                </a:cubicBezTo>
                <a:cubicBezTo>
                  <a:pt x="843026" y="1894233"/>
                  <a:pt x="796545" y="1922117"/>
                  <a:pt x="784707" y="1891268"/>
                </a:cubicBezTo>
                <a:close/>
                <a:moveTo>
                  <a:pt x="1927254" y="1880560"/>
                </a:moveTo>
                <a:cubicBezTo>
                  <a:pt x="1918998" y="1859046"/>
                  <a:pt x="1935900" y="1833562"/>
                  <a:pt x="1958425" y="1833562"/>
                </a:cubicBezTo>
                <a:cubicBezTo>
                  <a:pt x="1986969" y="1833562"/>
                  <a:pt x="1983742" y="1889675"/>
                  <a:pt x="1954963" y="1893761"/>
                </a:cubicBezTo>
                <a:cubicBezTo>
                  <a:pt x="1941492" y="1895674"/>
                  <a:pt x="1931166" y="1890755"/>
                  <a:pt x="1927254" y="1880560"/>
                </a:cubicBezTo>
                <a:close/>
                <a:moveTo>
                  <a:pt x="1022619" y="1871662"/>
                </a:moveTo>
                <a:cubicBezTo>
                  <a:pt x="1014260" y="1849878"/>
                  <a:pt x="1025970" y="1828800"/>
                  <a:pt x="1046431" y="1828800"/>
                </a:cubicBezTo>
                <a:cubicBezTo>
                  <a:pt x="1068960" y="1828800"/>
                  <a:pt x="1080527" y="1855121"/>
                  <a:pt x="1065798" y="1872869"/>
                </a:cubicBezTo>
                <a:cubicBezTo>
                  <a:pt x="1051467" y="1890136"/>
                  <a:pt x="1029472" y="1889522"/>
                  <a:pt x="1022619" y="1871662"/>
                </a:cubicBezTo>
                <a:close/>
                <a:moveTo>
                  <a:pt x="1720850" y="1841499"/>
                </a:moveTo>
                <a:cubicBezTo>
                  <a:pt x="1708180" y="1828830"/>
                  <a:pt x="1714906" y="1791152"/>
                  <a:pt x="1731414" y="1782317"/>
                </a:cubicBezTo>
                <a:cubicBezTo>
                  <a:pt x="1766642" y="1763464"/>
                  <a:pt x="1798182" y="1807982"/>
                  <a:pt x="1769745" y="1836420"/>
                </a:cubicBezTo>
                <a:cubicBezTo>
                  <a:pt x="1757291" y="1848873"/>
                  <a:pt x="1730959" y="1851609"/>
                  <a:pt x="1720850" y="1841499"/>
                </a:cubicBezTo>
                <a:close/>
                <a:moveTo>
                  <a:pt x="2173172" y="1832569"/>
                </a:moveTo>
                <a:cubicBezTo>
                  <a:pt x="2133368" y="1804689"/>
                  <a:pt x="2162734" y="1737532"/>
                  <a:pt x="2209394" y="1749734"/>
                </a:cubicBezTo>
                <a:cubicBezTo>
                  <a:pt x="2226765" y="1754276"/>
                  <a:pt x="2243310" y="1803583"/>
                  <a:pt x="2233039" y="1820202"/>
                </a:cubicBezTo>
                <a:cubicBezTo>
                  <a:pt x="2220040" y="1841235"/>
                  <a:pt x="2193401" y="1846738"/>
                  <a:pt x="2173172" y="1832569"/>
                </a:cubicBezTo>
                <a:close/>
                <a:moveTo>
                  <a:pt x="1222668" y="1805051"/>
                </a:moveTo>
                <a:cubicBezTo>
                  <a:pt x="1219369" y="1796453"/>
                  <a:pt x="1221237" y="1784852"/>
                  <a:pt x="1226819" y="1779270"/>
                </a:cubicBezTo>
                <a:cubicBezTo>
                  <a:pt x="1241332" y="1764757"/>
                  <a:pt x="1268829" y="1778021"/>
                  <a:pt x="1265038" y="1797705"/>
                </a:cubicBezTo>
                <a:cubicBezTo>
                  <a:pt x="1260815" y="1819630"/>
                  <a:pt x="1230294" y="1824922"/>
                  <a:pt x="1222668" y="1805051"/>
                </a:cubicBezTo>
                <a:close/>
                <a:moveTo>
                  <a:pt x="917561" y="1766148"/>
                </a:moveTo>
                <a:cubicBezTo>
                  <a:pt x="914389" y="1757884"/>
                  <a:pt x="919072" y="1743954"/>
                  <a:pt x="927967" y="1735192"/>
                </a:cubicBezTo>
                <a:cubicBezTo>
                  <a:pt x="943090" y="1720295"/>
                  <a:pt x="945017" y="1720447"/>
                  <a:pt x="957683" y="1737531"/>
                </a:cubicBezTo>
                <a:cubicBezTo>
                  <a:pt x="967720" y="1751069"/>
                  <a:pt x="968500" y="1759084"/>
                  <a:pt x="960697" y="1768487"/>
                </a:cubicBezTo>
                <a:cubicBezTo>
                  <a:pt x="946430" y="1785677"/>
                  <a:pt x="924600" y="1784493"/>
                  <a:pt x="917561" y="1766148"/>
                </a:cubicBezTo>
                <a:close/>
                <a:moveTo>
                  <a:pt x="624999" y="1747301"/>
                </a:moveTo>
                <a:cubicBezTo>
                  <a:pt x="615898" y="1723584"/>
                  <a:pt x="617946" y="1714500"/>
                  <a:pt x="632393" y="1714500"/>
                </a:cubicBezTo>
                <a:cubicBezTo>
                  <a:pt x="651135" y="1714500"/>
                  <a:pt x="658543" y="1739648"/>
                  <a:pt x="643483" y="1752146"/>
                </a:cubicBezTo>
                <a:cubicBezTo>
                  <a:pt x="634010" y="1760008"/>
                  <a:pt x="629413" y="1758803"/>
                  <a:pt x="624999" y="1747301"/>
                </a:cubicBezTo>
                <a:close/>
                <a:moveTo>
                  <a:pt x="1375068" y="1747901"/>
                </a:moveTo>
                <a:cubicBezTo>
                  <a:pt x="1371769" y="1739303"/>
                  <a:pt x="1373637" y="1727702"/>
                  <a:pt x="1379220" y="1722120"/>
                </a:cubicBezTo>
                <a:cubicBezTo>
                  <a:pt x="1393732" y="1707607"/>
                  <a:pt x="1421229" y="1720871"/>
                  <a:pt x="1417438" y="1740555"/>
                </a:cubicBezTo>
                <a:cubicBezTo>
                  <a:pt x="1413215" y="1762480"/>
                  <a:pt x="1382694" y="1767772"/>
                  <a:pt x="1375068" y="1747901"/>
                </a:cubicBezTo>
                <a:close/>
                <a:moveTo>
                  <a:pt x="1535430" y="1731645"/>
                </a:moveTo>
                <a:cubicBezTo>
                  <a:pt x="1511976" y="1708191"/>
                  <a:pt x="1535067" y="1670279"/>
                  <a:pt x="1565655" y="1682017"/>
                </a:cubicBezTo>
                <a:cubicBezTo>
                  <a:pt x="1590060" y="1691382"/>
                  <a:pt x="1578986" y="1743075"/>
                  <a:pt x="1552575" y="1743075"/>
                </a:cubicBezTo>
                <a:cubicBezTo>
                  <a:pt x="1549431" y="1743075"/>
                  <a:pt x="1541716" y="1737931"/>
                  <a:pt x="1535430" y="1731645"/>
                </a:cubicBezTo>
                <a:close/>
                <a:moveTo>
                  <a:pt x="2006600" y="1727199"/>
                </a:moveTo>
                <a:cubicBezTo>
                  <a:pt x="1993661" y="1714261"/>
                  <a:pt x="2000820" y="1676764"/>
                  <a:pt x="2017984" y="1667579"/>
                </a:cubicBezTo>
                <a:cubicBezTo>
                  <a:pt x="2045419" y="1652896"/>
                  <a:pt x="2071430" y="1676200"/>
                  <a:pt x="2063385" y="1708255"/>
                </a:cubicBezTo>
                <a:cubicBezTo>
                  <a:pt x="2057241" y="1732737"/>
                  <a:pt x="2023420" y="1744020"/>
                  <a:pt x="2006600" y="1727199"/>
                </a:cubicBezTo>
                <a:close/>
                <a:moveTo>
                  <a:pt x="727610" y="1710430"/>
                </a:moveTo>
                <a:cubicBezTo>
                  <a:pt x="718932" y="1687815"/>
                  <a:pt x="727653" y="1655165"/>
                  <a:pt x="745331" y="1644083"/>
                </a:cubicBezTo>
                <a:cubicBezTo>
                  <a:pt x="779866" y="1622434"/>
                  <a:pt x="817231" y="1677618"/>
                  <a:pt x="790139" y="1710261"/>
                </a:cubicBezTo>
                <a:cubicBezTo>
                  <a:pt x="775440" y="1727972"/>
                  <a:pt x="734384" y="1728083"/>
                  <a:pt x="727610" y="1710430"/>
                </a:cubicBezTo>
                <a:close/>
                <a:moveTo>
                  <a:pt x="1085952" y="1690811"/>
                </a:moveTo>
                <a:cubicBezTo>
                  <a:pt x="1068361" y="1669614"/>
                  <a:pt x="1081997" y="1630104"/>
                  <a:pt x="1109266" y="1623260"/>
                </a:cubicBezTo>
                <a:cubicBezTo>
                  <a:pt x="1137059" y="1616285"/>
                  <a:pt x="1148605" y="1622282"/>
                  <a:pt x="1155084" y="1647060"/>
                </a:cubicBezTo>
                <a:cubicBezTo>
                  <a:pt x="1165977" y="1688713"/>
                  <a:pt x="1112368" y="1722640"/>
                  <a:pt x="1085952" y="1690811"/>
                </a:cubicBezTo>
                <a:close/>
                <a:moveTo>
                  <a:pt x="1825954" y="1698954"/>
                </a:moveTo>
                <a:cubicBezTo>
                  <a:pt x="1814403" y="1687403"/>
                  <a:pt x="1818675" y="1660180"/>
                  <a:pt x="1834040" y="1647428"/>
                </a:cubicBezTo>
                <a:cubicBezTo>
                  <a:pt x="1855543" y="1629582"/>
                  <a:pt x="1885675" y="1659593"/>
                  <a:pt x="1870480" y="1683722"/>
                </a:cubicBezTo>
                <a:cubicBezTo>
                  <a:pt x="1859124" y="1701754"/>
                  <a:pt x="1836495" y="1709495"/>
                  <a:pt x="1825954" y="1698954"/>
                </a:cubicBezTo>
                <a:close/>
                <a:moveTo>
                  <a:pt x="1290548" y="1663225"/>
                </a:moveTo>
                <a:cubicBezTo>
                  <a:pt x="1277991" y="1654043"/>
                  <a:pt x="1275241" y="1644013"/>
                  <a:pt x="1280040" y="1624893"/>
                </a:cubicBezTo>
                <a:cubicBezTo>
                  <a:pt x="1289290" y="1588039"/>
                  <a:pt x="1336811" y="1592406"/>
                  <a:pt x="1341214" y="1630515"/>
                </a:cubicBezTo>
                <a:cubicBezTo>
                  <a:pt x="1344992" y="1663215"/>
                  <a:pt x="1316070" y="1681887"/>
                  <a:pt x="1290548" y="1663225"/>
                </a:cubicBezTo>
                <a:close/>
                <a:moveTo>
                  <a:pt x="1654063" y="1620881"/>
                </a:moveTo>
                <a:cubicBezTo>
                  <a:pt x="1624254" y="1587942"/>
                  <a:pt x="1639035" y="1552208"/>
                  <a:pt x="1684665" y="1546895"/>
                </a:cubicBezTo>
                <a:cubicBezTo>
                  <a:pt x="1721961" y="1542553"/>
                  <a:pt x="1735158" y="1577027"/>
                  <a:pt x="1710567" y="1614556"/>
                </a:cubicBezTo>
                <a:cubicBezTo>
                  <a:pt x="1692091" y="1642755"/>
                  <a:pt x="1675536" y="1644608"/>
                  <a:pt x="1654063" y="1620881"/>
                </a:cubicBezTo>
                <a:close/>
                <a:moveTo>
                  <a:pt x="2156539" y="1625172"/>
                </a:moveTo>
                <a:cubicBezTo>
                  <a:pt x="2148830" y="1605082"/>
                  <a:pt x="2159651" y="1590675"/>
                  <a:pt x="2182449" y="1590675"/>
                </a:cubicBezTo>
                <a:cubicBezTo>
                  <a:pt x="2196839" y="1590675"/>
                  <a:pt x="2200843" y="1595978"/>
                  <a:pt x="2198556" y="1612008"/>
                </a:cubicBezTo>
                <a:cubicBezTo>
                  <a:pt x="2195004" y="1636907"/>
                  <a:pt x="2164687" y="1646405"/>
                  <a:pt x="2156539" y="1625172"/>
                </a:cubicBezTo>
                <a:close/>
                <a:moveTo>
                  <a:pt x="924027" y="1614611"/>
                </a:moveTo>
                <a:cubicBezTo>
                  <a:pt x="896203" y="1581085"/>
                  <a:pt x="943726" y="1525530"/>
                  <a:pt x="976769" y="1552954"/>
                </a:cubicBezTo>
                <a:cubicBezTo>
                  <a:pt x="995654" y="1568627"/>
                  <a:pt x="994135" y="1594047"/>
                  <a:pt x="973181" y="1613011"/>
                </a:cubicBezTo>
                <a:cubicBezTo>
                  <a:pt x="951647" y="1632498"/>
                  <a:pt x="939208" y="1632903"/>
                  <a:pt x="924027" y="1614611"/>
                </a:cubicBezTo>
                <a:close/>
                <a:moveTo>
                  <a:pt x="572211" y="1587673"/>
                </a:moveTo>
                <a:cubicBezTo>
                  <a:pt x="552792" y="1536808"/>
                  <a:pt x="563768" y="1517628"/>
                  <a:pt x="594632" y="1548492"/>
                </a:cubicBezTo>
                <a:cubicBezTo>
                  <a:pt x="613042" y="1566903"/>
                  <a:pt x="613209" y="1572593"/>
                  <a:pt x="596024" y="1595998"/>
                </a:cubicBezTo>
                <a:cubicBezTo>
                  <a:pt x="582930" y="1613831"/>
                  <a:pt x="582084" y="1613535"/>
                  <a:pt x="572211" y="1587673"/>
                </a:cubicBezTo>
                <a:close/>
                <a:moveTo>
                  <a:pt x="1898673" y="1556697"/>
                </a:moveTo>
                <a:cubicBezTo>
                  <a:pt x="1891799" y="1538783"/>
                  <a:pt x="1908655" y="1519248"/>
                  <a:pt x="1923220" y="1528249"/>
                </a:cubicBezTo>
                <a:cubicBezTo>
                  <a:pt x="1938920" y="1537952"/>
                  <a:pt x="1935635" y="1571625"/>
                  <a:pt x="1918988" y="1571625"/>
                </a:cubicBezTo>
                <a:cubicBezTo>
                  <a:pt x="1910966" y="1571625"/>
                  <a:pt x="1901824" y="1564907"/>
                  <a:pt x="1898673" y="1556697"/>
                </a:cubicBezTo>
                <a:close/>
                <a:moveTo>
                  <a:pt x="2309812" y="1565199"/>
                </a:moveTo>
                <a:cubicBezTo>
                  <a:pt x="2265256" y="1555340"/>
                  <a:pt x="2263390" y="1553245"/>
                  <a:pt x="2281417" y="1533326"/>
                </a:cubicBezTo>
                <a:cubicBezTo>
                  <a:pt x="2290800" y="1522958"/>
                  <a:pt x="2306234" y="1514475"/>
                  <a:pt x="2315716" y="1514475"/>
                </a:cubicBezTo>
                <a:cubicBezTo>
                  <a:pt x="2334717" y="1514475"/>
                  <a:pt x="2356903" y="1547552"/>
                  <a:pt x="2347790" y="1562296"/>
                </a:cubicBezTo>
                <a:cubicBezTo>
                  <a:pt x="2341786" y="1572012"/>
                  <a:pt x="2340905" y="1572079"/>
                  <a:pt x="2309812" y="1565199"/>
                </a:cubicBezTo>
                <a:close/>
                <a:moveTo>
                  <a:pt x="1438379" y="1547938"/>
                </a:moveTo>
                <a:cubicBezTo>
                  <a:pt x="1428678" y="1536249"/>
                  <a:pt x="1428371" y="1527645"/>
                  <a:pt x="1436979" y="1508752"/>
                </a:cubicBezTo>
                <a:cubicBezTo>
                  <a:pt x="1449281" y="1481753"/>
                  <a:pt x="1473080" y="1481110"/>
                  <a:pt x="1489592" y="1507331"/>
                </a:cubicBezTo>
                <a:cubicBezTo>
                  <a:pt x="1510738" y="1540909"/>
                  <a:pt x="1463579" y="1578302"/>
                  <a:pt x="1438379" y="1547938"/>
                </a:cubicBezTo>
                <a:close/>
                <a:moveTo>
                  <a:pt x="2479944" y="1538287"/>
                </a:moveTo>
                <a:cubicBezTo>
                  <a:pt x="2471533" y="1516369"/>
                  <a:pt x="2484042" y="1493646"/>
                  <a:pt x="2502555" y="1497211"/>
                </a:cubicBezTo>
                <a:cubicBezTo>
                  <a:pt x="2523222" y="1501191"/>
                  <a:pt x="2530448" y="1533185"/>
                  <a:pt x="2513155" y="1544144"/>
                </a:cubicBezTo>
                <a:cubicBezTo>
                  <a:pt x="2494556" y="1555931"/>
                  <a:pt x="2486145" y="1554448"/>
                  <a:pt x="2479944" y="1538287"/>
                </a:cubicBezTo>
                <a:close/>
                <a:moveTo>
                  <a:pt x="717819" y="1519237"/>
                </a:moveTo>
                <a:cubicBezTo>
                  <a:pt x="709427" y="1497367"/>
                  <a:pt x="721200" y="1476375"/>
                  <a:pt x="741857" y="1476375"/>
                </a:cubicBezTo>
                <a:cubicBezTo>
                  <a:pt x="764101" y="1476375"/>
                  <a:pt x="772150" y="1493967"/>
                  <a:pt x="760377" y="1516856"/>
                </a:cubicBezTo>
                <a:cubicBezTo>
                  <a:pt x="749873" y="1537280"/>
                  <a:pt x="725271" y="1538656"/>
                  <a:pt x="717819" y="1519237"/>
                </a:cubicBezTo>
                <a:close/>
                <a:moveTo>
                  <a:pt x="1156193" y="1510295"/>
                </a:moveTo>
                <a:cubicBezTo>
                  <a:pt x="1148660" y="1490664"/>
                  <a:pt x="1168929" y="1466432"/>
                  <a:pt x="1187062" y="1473390"/>
                </a:cubicBezTo>
                <a:cubicBezTo>
                  <a:pt x="1206068" y="1480684"/>
                  <a:pt x="1199630" y="1518234"/>
                  <a:pt x="1178689" y="1522225"/>
                </a:cubicBezTo>
                <a:cubicBezTo>
                  <a:pt x="1169506" y="1523975"/>
                  <a:pt x="1159382" y="1518607"/>
                  <a:pt x="1156193" y="1510295"/>
                </a:cubicBezTo>
                <a:close/>
                <a:moveTo>
                  <a:pt x="2040255" y="1503045"/>
                </a:moveTo>
                <a:cubicBezTo>
                  <a:pt x="2012201" y="1474991"/>
                  <a:pt x="2033114" y="1419225"/>
                  <a:pt x="2071687" y="1419225"/>
                </a:cubicBezTo>
                <a:cubicBezTo>
                  <a:pt x="2098643" y="1419225"/>
                  <a:pt x="2114550" y="1436898"/>
                  <a:pt x="2114550" y="1466850"/>
                </a:cubicBezTo>
                <a:cubicBezTo>
                  <a:pt x="2114550" y="1496801"/>
                  <a:pt x="2098643" y="1514475"/>
                  <a:pt x="2071687" y="1514475"/>
                </a:cubicBezTo>
                <a:cubicBezTo>
                  <a:pt x="2060686" y="1514475"/>
                  <a:pt x="2046541" y="1509331"/>
                  <a:pt x="2040255" y="1503045"/>
                </a:cubicBezTo>
                <a:close/>
                <a:moveTo>
                  <a:pt x="882848" y="1489273"/>
                </a:moveTo>
                <a:cubicBezTo>
                  <a:pt x="868836" y="1475261"/>
                  <a:pt x="876205" y="1446384"/>
                  <a:pt x="892968" y="1449613"/>
                </a:cubicBezTo>
                <a:cubicBezTo>
                  <a:pt x="902136" y="1451378"/>
                  <a:pt x="909637" y="1460980"/>
                  <a:pt x="909637" y="1470949"/>
                </a:cubicBezTo>
                <a:cubicBezTo>
                  <a:pt x="909637" y="1489899"/>
                  <a:pt x="894101" y="1500526"/>
                  <a:pt x="882848" y="1489273"/>
                </a:cubicBezTo>
                <a:close/>
                <a:moveTo>
                  <a:pt x="1795483" y="1444230"/>
                </a:moveTo>
                <a:cubicBezTo>
                  <a:pt x="1773114" y="1427874"/>
                  <a:pt x="1780066" y="1386726"/>
                  <a:pt x="1805820" y="1383046"/>
                </a:cubicBezTo>
                <a:cubicBezTo>
                  <a:pt x="1831061" y="1379440"/>
                  <a:pt x="1851210" y="1403157"/>
                  <a:pt x="1843511" y="1427412"/>
                </a:cubicBezTo>
                <a:cubicBezTo>
                  <a:pt x="1835758" y="1451842"/>
                  <a:pt x="1815564" y="1458914"/>
                  <a:pt x="1795483" y="1444230"/>
                </a:cubicBezTo>
                <a:close/>
                <a:moveTo>
                  <a:pt x="1030150" y="1431459"/>
                </a:moveTo>
                <a:cubicBezTo>
                  <a:pt x="1017897" y="1408565"/>
                  <a:pt x="1033105" y="1381125"/>
                  <a:pt x="1058047" y="1381125"/>
                </a:cubicBezTo>
                <a:cubicBezTo>
                  <a:pt x="1080922" y="1381125"/>
                  <a:pt x="1092486" y="1406564"/>
                  <a:pt x="1079201" y="1427663"/>
                </a:cubicBezTo>
                <a:cubicBezTo>
                  <a:pt x="1065225" y="1449859"/>
                  <a:pt x="1041000" y="1451734"/>
                  <a:pt x="1030150" y="1431459"/>
                </a:cubicBezTo>
                <a:close/>
                <a:moveTo>
                  <a:pt x="1287593" y="1432159"/>
                </a:moveTo>
                <a:cubicBezTo>
                  <a:pt x="1266530" y="1394522"/>
                  <a:pt x="1310806" y="1354349"/>
                  <a:pt x="1340559" y="1384102"/>
                </a:cubicBezTo>
                <a:cubicBezTo>
                  <a:pt x="1362668" y="1406211"/>
                  <a:pt x="1348921" y="1447800"/>
                  <a:pt x="1319504" y="1447800"/>
                </a:cubicBezTo>
                <a:cubicBezTo>
                  <a:pt x="1306767" y="1447800"/>
                  <a:pt x="1292407" y="1440761"/>
                  <a:pt x="1287593" y="1432159"/>
                </a:cubicBezTo>
                <a:close/>
                <a:moveTo>
                  <a:pt x="1611332" y="1417691"/>
                </a:moveTo>
                <a:cubicBezTo>
                  <a:pt x="1613067" y="1405437"/>
                  <a:pt x="1620916" y="1395412"/>
                  <a:pt x="1628775" y="1395412"/>
                </a:cubicBezTo>
                <a:cubicBezTo>
                  <a:pt x="1649432" y="1395412"/>
                  <a:pt x="1646586" y="1432572"/>
                  <a:pt x="1625620" y="1436610"/>
                </a:cubicBezTo>
                <a:cubicBezTo>
                  <a:pt x="1612094" y="1439215"/>
                  <a:pt x="1608886" y="1434967"/>
                  <a:pt x="1611332" y="1417691"/>
                </a:cubicBezTo>
                <a:close/>
                <a:moveTo>
                  <a:pt x="613055" y="1404965"/>
                </a:moveTo>
                <a:cubicBezTo>
                  <a:pt x="609763" y="1396387"/>
                  <a:pt x="611470" y="1384969"/>
                  <a:pt x="616848" y="1379591"/>
                </a:cubicBezTo>
                <a:cubicBezTo>
                  <a:pt x="632375" y="1364064"/>
                  <a:pt x="661987" y="1374529"/>
                  <a:pt x="661987" y="1395542"/>
                </a:cubicBezTo>
                <a:cubicBezTo>
                  <a:pt x="661987" y="1419771"/>
                  <a:pt x="621712" y="1427526"/>
                  <a:pt x="613055" y="1404965"/>
                </a:cubicBezTo>
                <a:close/>
                <a:moveTo>
                  <a:pt x="2240756" y="1412265"/>
                </a:moveTo>
                <a:cubicBezTo>
                  <a:pt x="2225952" y="1407101"/>
                  <a:pt x="2225231" y="1379028"/>
                  <a:pt x="2239535" y="1364724"/>
                </a:cubicBezTo>
                <a:cubicBezTo>
                  <a:pt x="2255371" y="1348888"/>
                  <a:pt x="2276475" y="1360978"/>
                  <a:pt x="2276475" y="1385887"/>
                </a:cubicBezTo>
                <a:cubicBezTo>
                  <a:pt x="2276475" y="1408412"/>
                  <a:pt x="2261472" y="1419491"/>
                  <a:pt x="2240756" y="1412265"/>
                </a:cubicBezTo>
                <a:close/>
                <a:moveTo>
                  <a:pt x="2425918" y="1408234"/>
                </a:moveTo>
                <a:cubicBezTo>
                  <a:pt x="2405911" y="1397038"/>
                  <a:pt x="2405310" y="1377475"/>
                  <a:pt x="2424388" y="1358397"/>
                </a:cubicBezTo>
                <a:cubicBezTo>
                  <a:pt x="2448807" y="1333978"/>
                  <a:pt x="2483550" y="1361193"/>
                  <a:pt x="2470702" y="1394676"/>
                </a:cubicBezTo>
                <a:cubicBezTo>
                  <a:pt x="2463524" y="1413379"/>
                  <a:pt x="2445087" y="1418962"/>
                  <a:pt x="2425918" y="1408234"/>
                </a:cubicBezTo>
                <a:close/>
                <a:moveTo>
                  <a:pt x="773644" y="1347247"/>
                </a:moveTo>
                <a:cubicBezTo>
                  <a:pt x="737961" y="1322254"/>
                  <a:pt x="754570" y="1257300"/>
                  <a:pt x="796644" y="1257300"/>
                </a:cubicBezTo>
                <a:cubicBezTo>
                  <a:pt x="845343" y="1257300"/>
                  <a:pt x="864127" y="1307572"/>
                  <a:pt x="828675" y="1343025"/>
                </a:cubicBezTo>
                <a:cubicBezTo>
                  <a:pt x="805743" y="1365956"/>
                  <a:pt x="800887" y="1366329"/>
                  <a:pt x="773644" y="1347247"/>
                </a:cubicBezTo>
                <a:close/>
                <a:moveTo>
                  <a:pt x="1482943" y="1351084"/>
                </a:moveTo>
                <a:cubicBezTo>
                  <a:pt x="1462936" y="1339888"/>
                  <a:pt x="1462335" y="1320325"/>
                  <a:pt x="1481413" y="1301247"/>
                </a:cubicBezTo>
                <a:cubicBezTo>
                  <a:pt x="1505832" y="1276828"/>
                  <a:pt x="1540575" y="1304043"/>
                  <a:pt x="1527727" y="1337526"/>
                </a:cubicBezTo>
                <a:cubicBezTo>
                  <a:pt x="1520549" y="1356229"/>
                  <a:pt x="1502112" y="1361812"/>
                  <a:pt x="1482943" y="1351084"/>
                </a:cubicBezTo>
                <a:close/>
                <a:moveTo>
                  <a:pt x="1930906" y="1340283"/>
                </a:moveTo>
                <a:cubicBezTo>
                  <a:pt x="1923353" y="1320602"/>
                  <a:pt x="1938101" y="1302565"/>
                  <a:pt x="1958528" y="1306499"/>
                </a:cubicBezTo>
                <a:cubicBezTo>
                  <a:pt x="1983835" y="1311373"/>
                  <a:pt x="1981972" y="1346997"/>
                  <a:pt x="1956218" y="1350672"/>
                </a:cubicBezTo>
                <a:cubicBezTo>
                  <a:pt x="1945098" y="1352259"/>
                  <a:pt x="1933707" y="1347584"/>
                  <a:pt x="1930906" y="1340283"/>
                </a:cubicBezTo>
                <a:close/>
                <a:moveTo>
                  <a:pt x="944582" y="1312916"/>
                </a:moveTo>
                <a:cubicBezTo>
                  <a:pt x="946317" y="1300662"/>
                  <a:pt x="954166" y="1290637"/>
                  <a:pt x="962025" y="1290637"/>
                </a:cubicBezTo>
                <a:cubicBezTo>
                  <a:pt x="982682" y="1290637"/>
                  <a:pt x="979836" y="1327797"/>
                  <a:pt x="958870" y="1331835"/>
                </a:cubicBezTo>
                <a:cubicBezTo>
                  <a:pt x="945344" y="1334440"/>
                  <a:pt x="942136" y="1330192"/>
                  <a:pt x="944582" y="1312916"/>
                </a:cubicBezTo>
                <a:close/>
                <a:moveTo>
                  <a:pt x="1686360" y="1319736"/>
                </a:moveTo>
                <a:cubicBezTo>
                  <a:pt x="1659490" y="1287360"/>
                  <a:pt x="1696823" y="1230772"/>
                  <a:pt x="1727989" y="1256637"/>
                </a:cubicBezTo>
                <a:cubicBezTo>
                  <a:pt x="1748809" y="1273916"/>
                  <a:pt x="1746925" y="1311718"/>
                  <a:pt x="1724651" y="1323639"/>
                </a:cubicBezTo>
                <a:cubicBezTo>
                  <a:pt x="1701065" y="1336262"/>
                  <a:pt x="1699983" y="1336152"/>
                  <a:pt x="1686360" y="1319736"/>
                </a:cubicBezTo>
                <a:close/>
                <a:moveTo>
                  <a:pt x="542925" y="1289843"/>
                </a:moveTo>
                <a:cubicBezTo>
                  <a:pt x="542925" y="1267875"/>
                  <a:pt x="546925" y="1257045"/>
                  <a:pt x="554150" y="1259454"/>
                </a:cubicBezTo>
                <a:cubicBezTo>
                  <a:pt x="585368" y="1269860"/>
                  <a:pt x="588187" y="1323975"/>
                  <a:pt x="557511" y="1323975"/>
                </a:cubicBezTo>
                <a:cubicBezTo>
                  <a:pt x="547126" y="1323975"/>
                  <a:pt x="542925" y="1314143"/>
                  <a:pt x="542925" y="1289843"/>
                </a:cubicBezTo>
                <a:close/>
                <a:moveTo>
                  <a:pt x="1154430" y="1303020"/>
                </a:moveTo>
                <a:cubicBezTo>
                  <a:pt x="1136306" y="1284896"/>
                  <a:pt x="1141070" y="1259003"/>
                  <a:pt x="1165470" y="1243016"/>
                </a:cubicBezTo>
                <a:cubicBezTo>
                  <a:pt x="1191429" y="1226006"/>
                  <a:pt x="1215998" y="1232207"/>
                  <a:pt x="1224127" y="1257820"/>
                </a:cubicBezTo>
                <a:cubicBezTo>
                  <a:pt x="1237323" y="1299395"/>
                  <a:pt x="1184840" y="1333430"/>
                  <a:pt x="1154430" y="1303020"/>
                </a:cubicBezTo>
                <a:close/>
                <a:moveTo>
                  <a:pt x="2051319" y="1271587"/>
                </a:moveTo>
                <a:cubicBezTo>
                  <a:pt x="2043773" y="1251923"/>
                  <a:pt x="2054004" y="1228725"/>
                  <a:pt x="2070222" y="1228725"/>
                </a:cubicBezTo>
                <a:cubicBezTo>
                  <a:pt x="2089719" y="1228725"/>
                  <a:pt x="2106307" y="1252400"/>
                  <a:pt x="2099407" y="1270380"/>
                </a:cubicBezTo>
                <a:cubicBezTo>
                  <a:pt x="2091940" y="1289839"/>
                  <a:pt x="2058644" y="1290675"/>
                  <a:pt x="2051319" y="1271587"/>
                </a:cubicBezTo>
                <a:close/>
                <a:moveTo>
                  <a:pt x="1291625" y="1251677"/>
                </a:moveTo>
                <a:cubicBezTo>
                  <a:pt x="1284474" y="1233041"/>
                  <a:pt x="1292171" y="1219200"/>
                  <a:pt x="1309687" y="1219200"/>
                </a:cubicBezTo>
                <a:cubicBezTo>
                  <a:pt x="1316927" y="1219200"/>
                  <a:pt x="1325260" y="1223099"/>
                  <a:pt x="1328206" y="1227865"/>
                </a:cubicBezTo>
                <a:cubicBezTo>
                  <a:pt x="1336161" y="1240737"/>
                  <a:pt x="1323761" y="1266825"/>
                  <a:pt x="1309687" y="1266825"/>
                </a:cubicBezTo>
                <a:cubicBezTo>
                  <a:pt x="1302950" y="1266825"/>
                  <a:pt x="1294822" y="1260008"/>
                  <a:pt x="1291625" y="1251677"/>
                </a:cubicBezTo>
                <a:close/>
                <a:moveTo>
                  <a:pt x="2386126" y="1229084"/>
                </a:moveTo>
                <a:cubicBezTo>
                  <a:pt x="2377358" y="1201458"/>
                  <a:pt x="2397176" y="1171575"/>
                  <a:pt x="2424266" y="1171575"/>
                </a:cubicBezTo>
                <a:cubicBezTo>
                  <a:pt x="2451906" y="1171575"/>
                  <a:pt x="2466786" y="1210761"/>
                  <a:pt x="2447822" y="1233611"/>
                </a:cubicBezTo>
                <a:cubicBezTo>
                  <a:pt x="2430712" y="1254227"/>
                  <a:pt x="2393234" y="1251478"/>
                  <a:pt x="2386126" y="1229084"/>
                </a:cubicBezTo>
                <a:close/>
                <a:moveTo>
                  <a:pt x="2206625" y="1222375"/>
                </a:moveTo>
                <a:cubicBezTo>
                  <a:pt x="2196624" y="1212374"/>
                  <a:pt x="2199211" y="1182881"/>
                  <a:pt x="2210714" y="1175772"/>
                </a:cubicBezTo>
                <a:cubicBezTo>
                  <a:pt x="2225534" y="1166612"/>
                  <a:pt x="2251640" y="1195712"/>
                  <a:pt x="2244738" y="1213698"/>
                </a:cubicBezTo>
                <a:cubicBezTo>
                  <a:pt x="2238847" y="1229050"/>
                  <a:pt x="2218037" y="1233787"/>
                  <a:pt x="2206625" y="1222375"/>
                </a:cubicBezTo>
                <a:close/>
                <a:moveTo>
                  <a:pt x="1003782" y="1205468"/>
                </a:moveTo>
                <a:cubicBezTo>
                  <a:pt x="1000884" y="1197916"/>
                  <a:pt x="1000006" y="1183986"/>
                  <a:pt x="1001831" y="1174512"/>
                </a:cubicBezTo>
                <a:cubicBezTo>
                  <a:pt x="1006341" y="1151090"/>
                  <a:pt x="1051042" y="1151008"/>
                  <a:pt x="1055549" y="1174413"/>
                </a:cubicBezTo>
                <a:cubicBezTo>
                  <a:pt x="1062101" y="1208433"/>
                  <a:pt x="1015620" y="1236317"/>
                  <a:pt x="1003782" y="1205468"/>
                </a:cubicBezTo>
                <a:close/>
                <a:moveTo>
                  <a:pt x="605036" y="1200471"/>
                </a:moveTo>
                <a:cubicBezTo>
                  <a:pt x="595640" y="1185268"/>
                  <a:pt x="621726" y="1132603"/>
                  <a:pt x="637154" y="1135632"/>
                </a:cubicBezTo>
                <a:cubicBezTo>
                  <a:pt x="659661" y="1140051"/>
                  <a:pt x="672874" y="1169246"/>
                  <a:pt x="660966" y="1188243"/>
                </a:cubicBezTo>
                <a:cubicBezTo>
                  <a:pt x="648729" y="1207763"/>
                  <a:pt x="614207" y="1215311"/>
                  <a:pt x="605036" y="1200471"/>
                </a:cubicBezTo>
                <a:close/>
                <a:moveTo>
                  <a:pt x="1556285" y="1186555"/>
                </a:moveTo>
                <a:cubicBezTo>
                  <a:pt x="1547607" y="1163940"/>
                  <a:pt x="1556328" y="1131290"/>
                  <a:pt x="1574006" y="1120208"/>
                </a:cubicBezTo>
                <a:cubicBezTo>
                  <a:pt x="1608541" y="1098559"/>
                  <a:pt x="1645906" y="1153743"/>
                  <a:pt x="1618814" y="1186386"/>
                </a:cubicBezTo>
                <a:cubicBezTo>
                  <a:pt x="1604115" y="1204097"/>
                  <a:pt x="1563059" y="1204208"/>
                  <a:pt x="1556285" y="1186555"/>
                </a:cubicBezTo>
                <a:close/>
                <a:moveTo>
                  <a:pt x="1406926" y="1184676"/>
                </a:moveTo>
                <a:cubicBezTo>
                  <a:pt x="1385159" y="1162909"/>
                  <a:pt x="1413642" y="1118750"/>
                  <a:pt x="1442345" y="1129764"/>
                </a:cubicBezTo>
                <a:cubicBezTo>
                  <a:pt x="1465676" y="1138717"/>
                  <a:pt x="1458421" y="1185023"/>
                  <a:pt x="1433120" y="1188645"/>
                </a:cubicBezTo>
                <a:cubicBezTo>
                  <a:pt x="1422427" y="1190176"/>
                  <a:pt x="1410640" y="1188390"/>
                  <a:pt x="1406926" y="1184676"/>
                </a:cubicBezTo>
                <a:close/>
                <a:moveTo>
                  <a:pt x="1801367" y="1173710"/>
                </a:moveTo>
                <a:cubicBezTo>
                  <a:pt x="1790585" y="1153562"/>
                  <a:pt x="1804158" y="1123950"/>
                  <a:pt x="1824175" y="1123950"/>
                </a:cubicBezTo>
                <a:cubicBezTo>
                  <a:pt x="1843997" y="1123950"/>
                  <a:pt x="1857604" y="1154483"/>
                  <a:pt x="1846569" y="1174202"/>
                </a:cubicBezTo>
                <a:cubicBezTo>
                  <a:pt x="1834680" y="1195445"/>
                  <a:pt x="1812872" y="1195207"/>
                  <a:pt x="1801367" y="1173710"/>
                </a:cubicBezTo>
                <a:close/>
                <a:moveTo>
                  <a:pt x="843848" y="1156162"/>
                </a:moveTo>
                <a:cubicBezTo>
                  <a:pt x="840398" y="1147171"/>
                  <a:pt x="841714" y="1135675"/>
                  <a:pt x="846772" y="1130617"/>
                </a:cubicBezTo>
                <a:cubicBezTo>
                  <a:pt x="860536" y="1116853"/>
                  <a:pt x="887701" y="1130986"/>
                  <a:pt x="884038" y="1150005"/>
                </a:cubicBezTo>
                <a:cubicBezTo>
                  <a:pt x="879745" y="1172294"/>
                  <a:pt x="851688" y="1176592"/>
                  <a:pt x="843848" y="1156162"/>
                </a:cubicBezTo>
                <a:close/>
                <a:moveTo>
                  <a:pt x="1997868" y="1151762"/>
                </a:moveTo>
                <a:cubicBezTo>
                  <a:pt x="1959787" y="1129582"/>
                  <a:pt x="1990288" y="1060265"/>
                  <a:pt x="2031478" y="1075379"/>
                </a:cubicBezTo>
                <a:cubicBezTo>
                  <a:pt x="2059183" y="1085544"/>
                  <a:pt x="2065873" y="1132297"/>
                  <a:pt x="2042109" y="1149674"/>
                </a:cubicBezTo>
                <a:cubicBezTo>
                  <a:pt x="2022098" y="1164305"/>
                  <a:pt x="2019606" y="1164423"/>
                  <a:pt x="1997868" y="1151762"/>
                </a:cubicBezTo>
                <a:close/>
                <a:moveTo>
                  <a:pt x="1229602" y="1091670"/>
                </a:moveTo>
                <a:cubicBezTo>
                  <a:pt x="1191158" y="1045347"/>
                  <a:pt x="1255432" y="984498"/>
                  <a:pt x="1297923" y="1026990"/>
                </a:cubicBezTo>
                <a:cubicBezTo>
                  <a:pt x="1317709" y="1046775"/>
                  <a:pt x="1318140" y="1049842"/>
                  <a:pt x="1304561" y="1074144"/>
                </a:cubicBezTo>
                <a:cubicBezTo>
                  <a:pt x="1287898" y="1103964"/>
                  <a:pt x="1247621" y="1113380"/>
                  <a:pt x="1229602" y="1091670"/>
                </a:cubicBezTo>
                <a:close/>
                <a:moveTo>
                  <a:pt x="2625252" y="1090082"/>
                </a:moveTo>
                <a:cubicBezTo>
                  <a:pt x="2617297" y="1069352"/>
                  <a:pt x="2643089" y="1039059"/>
                  <a:pt x="2656892" y="1052920"/>
                </a:cubicBezTo>
                <a:cubicBezTo>
                  <a:pt x="2662653" y="1058705"/>
                  <a:pt x="2659731" y="1070295"/>
                  <a:pt x="2648900" y="1084629"/>
                </a:cubicBezTo>
                <a:cubicBezTo>
                  <a:pt x="2633289" y="1105289"/>
                  <a:pt x="2631266" y="1105756"/>
                  <a:pt x="2625252" y="1090082"/>
                </a:cubicBezTo>
                <a:close/>
                <a:moveTo>
                  <a:pt x="735330" y="1074420"/>
                </a:moveTo>
                <a:cubicBezTo>
                  <a:pt x="711876" y="1050966"/>
                  <a:pt x="734967" y="1013054"/>
                  <a:pt x="765555" y="1024792"/>
                </a:cubicBezTo>
                <a:cubicBezTo>
                  <a:pt x="789960" y="1034157"/>
                  <a:pt x="778886" y="1085850"/>
                  <a:pt x="752475" y="1085850"/>
                </a:cubicBezTo>
                <a:cubicBezTo>
                  <a:pt x="749331" y="1085850"/>
                  <a:pt x="741616" y="1080706"/>
                  <a:pt x="735330" y="1074420"/>
                </a:cubicBezTo>
                <a:close/>
                <a:moveTo>
                  <a:pt x="1727739" y="1072266"/>
                </a:moveTo>
                <a:cubicBezTo>
                  <a:pt x="1719073" y="1049683"/>
                  <a:pt x="1731335" y="1026876"/>
                  <a:pt x="1750189" y="1030507"/>
                </a:cubicBezTo>
                <a:cubicBezTo>
                  <a:pt x="1760734" y="1032538"/>
                  <a:pt x="1766887" y="1042402"/>
                  <a:pt x="1766887" y="1057275"/>
                </a:cubicBezTo>
                <a:cubicBezTo>
                  <a:pt x="1766887" y="1084427"/>
                  <a:pt x="1736823" y="1095939"/>
                  <a:pt x="1727739" y="1072266"/>
                </a:cubicBezTo>
                <a:close/>
                <a:moveTo>
                  <a:pt x="906780" y="1036320"/>
                </a:moveTo>
                <a:cubicBezTo>
                  <a:pt x="879476" y="1009016"/>
                  <a:pt x="913841" y="954517"/>
                  <a:pt x="950937" y="966291"/>
                </a:cubicBezTo>
                <a:cubicBezTo>
                  <a:pt x="977520" y="974728"/>
                  <a:pt x="984029" y="998959"/>
                  <a:pt x="966783" y="1025279"/>
                </a:cubicBezTo>
                <a:cubicBezTo>
                  <a:pt x="950796" y="1049679"/>
                  <a:pt x="924903" y="1054443"/>
                  <a:pt x="906780" y="1036320"/>
                </a:cubicBezTo>
                <a:close/>
                <a:moveTo>
                  <a:pt x="1524100" y="1024058"/>
                </a:moveTo>
                <a:cubicBezTo>
                  <a:pt x="1508633" y="1005422"/>
                  <a:pt x="1518620" y="981075"/>
                  <a:pt x="1541731" y="981075"/>
                </a:cubicBezTo>
                <a:cubicBezTo>
                  <a:pt x="1566115" y="981075"/>
                  <a:pt x="1574435" y="1005478"/>
                  <a:pt x="1556252" y="1023661"/>
                </a:cubicBezTo>
                <a:cubicBezTo>
                  <a:pt x="1538413" y="1041501"/>
                  <a:pt x="1538574" y="1041499"/>
                  <a:pt x="1524100" y="1024058"/>
                </a:cubicBezTo>
                <a:close/>
                <a:moveTo>
                  <a:pt x="1080039" y="996066"/>
                </a:moveTo>
                <a:cubicBezTo>
                  <a:pt x="1071373" y="973483"/>
                  <a:pt x="1083635" y="950676"/>
                  <a:pt x="1102489" y="954307"/>
                </a:cubicBezTo>
                <a:cubicBezTo>
                  <a:pt x="1113034" y="956338"/>
                  <a:pt x="1119187" y="966202"/>
                  <a:pt x="1119187" y="981075"/>
                </a:cubicBezTo>
                <a:cubicBezTo>
                  <a:pt x="1119187" y="1008227"/>
                  <a:pt x="1089123" y="1019739"/>
                  <a:pt x="1080039" y="996066"/>
                </a:cubicBezTo>
                <a:close/>
                <a:moveTo>
                  <a:pt x="1867688" y="992072"/>
                </a:moveTo>
                <a:cubicBezTo>
                  <a:pt x="1860917" y="979420"/>
                  <a:pt x="1862309" y="968744"/>
                  <a:pt x="1872655" y="953972"/>
                </a:cubicBezTo>
                <a:cubicBezTo>
                  <a:pt x="1890491" y="928507"/>
                  <a:pt x="1910763" y="927674"/>
                  <a:pt x="1923714" y="951873"/>
                </a:cubicBezTo>
                <a:cubicBezTo>
                  <a:pt x="1936466" y="975701"/>
                  <a:pt x="1936314" y="976974"/>
                  <a:pt x="1918607" y="994682"/>
                </a:cubicBezTo>
                <a:cubicBezTo>
                  <a:pt x="1898693" y="1014595"/>
                  <a:pt x="1879207" y="1013597"/>
                  <a:pt x="1867688" y="992072"/>
                </a:cubicBezTo>
                <a:close/>
                <a:moveTo>
                  <a:pt x="1641678" y="947566"/>
                </a:moveTo>
                <a:cubicBezTo>
                  <a:pt x="1633138" y="925310"/>
                  <a:pt x="1657557" y="874341"/>
                  <a:pt x="1673777" y="880565"/>
                </a:cubicBezTo>
                <a:cubicBezTo>
                  <a:pt x="1681315" y="883458"/>
                  <a:pt x="1691129" y="885825"/>
                  <a:pt x="1695587" y="885825"/>
                </a:cubicBezTo>
                <a:cubicBezTo>
                  <a:pt x="1709761" y="885825"/>
                  <a:pt x="1715944" y="922477"/>
                  <a:pt x="1705167" y="942615"/>
                </a:cubicBezTo>
                <a:cubicBezTo>
                  <a:pt x="1692890" y="965555"/>
                  <a:pt x="1649869" y="968910"/>
                  <a:pt x="1641678" y="947566"/>
                </a:cubicBezTo>
                <a:close/>
                <a:moveTo>
                  <a:pt x="1336944" y="919162"/>
                </a:moveTo>
                <a:cubicBezTo>
                  <a:pt x="1328533" y="897244"/>
                  <a:pt x="1341042" y="874521"/>
                  <a:pt x="1359555" y="878086"/>
                </a:cubicBezTo>
                <a:cubicBezTo>
                  <a:pt x="1380222" y="882066"/>
                  <a:pt x="1387448" y="914060"/>
                  <a:pt x="1370155" y="925019"/>
                </a:cubicBezTo>
                <a:cubicBezTo>
                  <a:pt x="1351556" y="936806"/>
                  <a:pt x="1343145" y="935323"/>
                  <a:pt x="1336944" y="919162"/>
                </a:cubicBezTo>
                <a:close/>
                <a:moveTo>
                  <a:pt x="1175289" y="891291"/>
                </a:moveTo>
                <a:cubicBezTo>
                  <a:pt x="1166623" y="868708"/>
                  <a:pt x="1178885" y="845901"/>
                  <a:pt x="1197739" y="849532"/>
                </a:cubicBezTo>
                <a:cubicBezTo>
                  <a:pt x="1208284" y="851563"/>
                  <a:pt x="1214437" y="861427"/>
                  <a:pt x="1214437" y="876300"/>
                </a:cubicBezTo>
                <a:cubicBezTo>
                  <a:pt x="1214437" y="903452"/>
                  <a:pt x="1184373" y="914964"/>
                  <a:pt x="1175289" y="891291"/>
                </a:cubicBezTo>
                <a:close/>
                <a:moveTo>
                  <a:pt x="1453759" y="852324"/>
                </a:moveTo>
                <a:cubicBezTo>
                  <a:pt x="1434321" y="832885"/>
                  <a:pt x="1434259" y="819596"/>
                  <a:pt x="1453483" y="792150"/>
                </a:cubicBezTo>
                <a:cubicBezTo>
                  <a:pt x="1485200" y="746867"/>
                  <a:pt x="1546723" y="782400"/>
                  <a:pt x="1528221" y="835316"/>
                </a:cubicBezTo>
                <a:cubicBezTo>
                  <a:pt x="1517112" y="867088"/>
                  <a:pt x="1477558" y="876123"/>
                  <a:pt x="1453759" y="852324"/>
                </a:cubicBezTo>
                <a:close/>
                <a:moveTo>
                  <a:pt x="1813418" y="814970"/>
                </a:moveTo>
                <a:cubicBezTo>
                  <a:pt x="1805885" y="795339"/>
                  <a:pt x="1826154" y="771107"/>
                  <a:pt x="1844287" y="778065"/>
                </a:cubicBezTo>
                <a:cubicBezTo>
                  <a:pt x="1863293" y="785359"/>
                  <a:pt x="1856855" y="822909"/>
                  <a:pt x="1835914" y="826900"/>
                </a:cubicBezTo>
                <a:cubicBezTo>
                  <a:pt x="1826731" y="828650"/>
                  <a:pt x="1816607" y="823282"/>
                  <a:pt x="1813418" y="814970"/>
                </a:cubicBezTo>
                <a:close/>
                <a:moveTo>
                  <a:pt x="1962628" y="814963"/>
                </a:moveTo>
                <a:cubicBezTo>
                  <a:pt x="1942247" y="790406"/>
                  <a:pt x="1953955" y="747712"/>
                  <a:pt x="1981069" y="747712"/>
                </a:cubicBezTo>
                <a:cubicBezTo>
                  <a:pt x="2007090" y="747712"/>
                  <a:pt x="2015336" y="767118"/>
                  <a:pt x="2005674" y="805615"/>
                </a:cubicBezTo>
                <a:cubicBezTo>
                  <a:pt x="1999190" y="831451"/>
                  <a:pt x="1979805" y="835660"/>
                  <a:pt x="1962628" y="814963"/>
                </a:cubicBezTo>
                <a:close/>
                <a:moveTo>
                  <a:pt x="1666875" y="754062"/>
                </a:moveTo>
                <a:cubicBezTo>
                  <a:pt x="1666875" y="731591"/>
                  <a:pt x="1674881" y="723915"/>
                  <a:pt x="1691618" y="730337"/>
                </a:cubicBezTo>
                <a:cubicBezTo>
                  <a:pt x="1712689" y="738423"/>
                  <a:pt x="1708113" y="771525"/>
                  <a:pt x="1685925" y="771525"/>
                </a:cubicBezTo>
                <a:cubicBezTo>
                  <a:pt x="1673802" y="771525"/>
                  <a:pt x="1666875" y="765175"/>
                  <a:pt x="1666875" y="754062"/>
                </a:cubicBezTo>
                <a:close/>
                <a:moveTo>
                  <a:pt x="1258124" y="725439"/>
                </a:moveTo>
                <a:cubicBezTo>
                  <a:pt x="1236104" y="684296"/>
                  <a:pt x="1284519" y="637957"/>
                  <a:pt x="1319336" y="666852"/>
                </a:cubicBezTo>
                <a:cubicBezTo>
                  <a:pt x="1336392" y="681007"/>
                  <a:pt x="1337860" y="715729"/>
                  <a:pt x="1322070" y="731520"/>
                </a:cubicBezTo>
                <a:cubicBezTo>
                  <a:pt x="1304888" y="748701"/>
                  <a:pt x="1268733" y="745264"/>
                  <a:pt x="1258124" y="725439"/>
                </a:cubicBezTo>
                <a:close/>
                <a:moveTo>
                  <a:pt x="1515934" y="692974"/>
                </a:moveTo>
                <a:cubicBezTo>
                  <a:pt x="1500967" y="678007"/>
                  <a:pt x="1502144" y="661886"/>
                  <a:pt x="1519237" y="647700"/>
                </a:cubicBezTo>
                <a:cubicBezTo>
                  <a:pt x="1535571" y="634143"/>
                  <a:pt x="1562100" y="649395"/>
                  <a:pt x="1562100" y="672343"/>
                </a:cubicBezTo>
                <a:cubicBezTo>
                  <a:pt x="1562100" y="691661"/>
                  <a:pt x="1529285" y="706325"/>
                  <a:pt x="1515934" y="692974"/>
                </a:cubicBezTo>
                <a:close/>
                <a:moveTo>
                  <a:pt x="1771458" y="671282"/>
                </a:moveTo>
                <a:cubicBezTo>
                  <a:pt x="1754850" y="651269"/>
                  <a:pt x="1764810" y="644684"/>
                  <a:pt x="1799999" y="652412"/>
                </a:cubicBezTo>
                <a:cubicBezTo>
                  <a:pt x="1824209" y="657730"/>
                  <a:pt x="1827646" y="661425"/>
                  <a:pt x="1818563" y="672369"/>
                </a:cubicBezTo>
                <a:cubicBezTo>
                  <a:pt x="1804076" y="689825"/>
                  <a:pt x="1786512" y="689420"/>
                  <a:pt x="1771458" y="671282"/>
                </a:cubicBezTo>
                <a:close/>
                <a:moveTo>
                  <a:pt x="1604089" y="586947"/>
                </a:moveTo>
                <a:cubicBezTo>
                  <a:pt x="1596380" y="566857"/>
                  <a:pt x="1607201" y="552450"/>
                  <a:pt x="1629999" y="552450"/>
                </a:cubicBezTo>
                <a:cubicBezTo>
                  <a:pt x="1644389" y="552450"/>
                  <a:pt x="1648393" y="557753"/>
                  <a:pt x="1646106" y="573783"/>
                </a:cubicBezTo>
                <a:cubicBezTo>
                  <a:pt x="1642554" y="598682"/>
                  <a:pt x="1612237" y="608180"/>
                  <a:pt x="1604089" y="586947"/>
                </a:cubicBezTo>
                <a:close/>
              </a:path>
            </a:pathLst>
          </a:custGeom>
          <a:solidFill>
            <a:srgbClr val="7A1732">
              <a:alpha val="55000"/>
            </a:srgbClr>
          </a:solidFill>
          <a:ln>
            <a:noFill/>
          </a:ln>
        </p:spPr>
      </p:sp>
      <p:pic>
        <p:nvPicPr>
          <p:cNvPr id="8" name="paper ball" descr="00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800000">
            <a:off x="6848475" y="11068050"/>
            <a:ext cx="3067050" cy="2819400"/>
          </a:xfrm>
          <a:prstGeom prst="rect">
            <a:avLst/>
          </a:prstGeom>
        </p:spPr>
      </p:pic>
      <p:sp>
        <p:nvSpPr>
          <p:cNvPr id="9" name="paper ball pattern"/>
          <p:cNvSpPr/>
          <p:nvPr/>
        </p:nvSpPr>
        <p:spPr>
          <a:xfrm rot="1800000">
            <a:off x="6848475" y="11068050"/>
            <a:ext cx="3067050" cy="2819400"/>
          </a:xfrm>
          <a:custGeom>
            <a:avLst/>
            <a:gdLst/>
            <a:ahLst/>
            <a:cxnLst/>
            <a:rect l="0" t="0" r="r" b="b"/>
            <a:pathLst>
              <a:path w="3067050" h="2819400">
                <a:moveTo>
                  <a:pt x="1663700" y="2232025"/>
                </a:moveTo>
                <a:cubicBezTo>
                  <a:pt x="1649956" y="2218281"/>
                  <a:pt x="1657747" y="2190750"/>
                  <a:pt x="1675380" y="2190750"/>
                </a:cubicBezTo>
                <a:cubicBezTo>
                  <a:pt x="1697159" y="2190750"/>
                  <a:pt x="1707599" y="2212890"/>
                  <a:pt x="1692800" y="2227689"/>
                </a:cubicBezTo>
                <a:cubicBezTo>
                  <a:pt x="1680570" y="2239919"/>
                  <a:pt x="1672758" y="2241083"/>
                  <a:pt x="1663700" y="2232025"/>
                </a:cubicBezTo>
                <a:close/>
                <a:moveTo>
                  <a:pt x="1190590" y="2185945"/>
                </a:moveTo>
                <a:cubicBezTo>
                  <a:pt x="1173229" y="2165027"/>
                  <a:pt x="1183534" y="2130776"/>
                  <a:pt x="1211974" y="2114868"/>
                </a:cubicBezTo>
                <a:cubicBezTo>
                  <a:pt x="1245847" y="2095920"/>
                  <a:pt x="1270476" y="2110103"/>
                  <a:pt x="1274547" y="2150902"/>
                </a:cubicBezTo>
                <a:cubicBezTo>
                  <a:pt x="1277120" y="2176682"/>
                  <a:pt x="1273999" y="2181342"/>
                  <a:pt x="1250735" y="2186456"/>
                </a:cubicBezTo>
                <a:cubicBezTo>
                  <a:pt x="1236010" y="2189692"/>
                  <a:pt x="1218918" y="2193871"/>
                  <a:pt x="1212752" y="2195741"/>
                </a:cubicBezTo>
                <a:cubicBezTo>
                  <a:pt x="1206587" y="2197612"/>
                  <a:pt x="1196614" y="2193203"/>
                  <a:pt x="1190590" y="2185945"/>
                </a:cubicBezTo>
                <a:close/>
                <a:moveTo>
                  <a:pt x="1506855" y="2179320"/>
                </a:moveTo>
                <a:cubicBezTo>
                  <a:pt x="1473022" y="2145487"/>
                  <a:pt x="1512286" y="2093118"/>
                  <a:pt x="1551102" y="2120305"/>
                </a:cubicBezTo>
                <a:cubicBezTo>
                  <a:pt x="1575413" y="2137333"/>
                  <a:pt x="1577205" y="2155233"/>
                  <a:pt x="1556657" y="2175782"/>
                </a:cubicBezTo>
                <a:cubicBezTo>
                  <a:pt x="1538759" y="2193679"/>
                  <a:pt x="1522378" y="2194843"/>
                  <a:pt x="1506855" y="2179320"/>
                </a:cubicBezTo>
                <a:close/>
                <a:moveTo>
                  <a:pt x="1815830" y="2138362"/>
                </a:moveTo>
                <a:cubicBezTo>
                  <a:pt x="1821781" y="2122853"/>
                  <a:pt x="1853022" y="2118852"/>
                  <a:pt x="1861468" y="2132517"/>
                </a:cubicBezTo>
                <a:cubicBezTo>
                  <a:pt x="1864337" y="2137160"/>
                  <a:pt x="1857089" y="2143531"/>
                  <a:pt x="1845361" y="2146674"/>
                </a:cubicBezTo>
                <a:cubicBezTo>
                  <a:pt x="1813700" y="2155160"/>
                  <a:pt x="1809805" y="2154063"/>
                  <a:pt x="1815830" y="2138362"/>
                </a:cubicBezTo>
                <a:close/>
                <a:moveTo>
                  <a:pt x="1076764" y="2072217"/>
                </a:moveTo>
                <a:cubicBezTo>
                  <a:pt x="1051040" y="2041221"/>
                  <a:pt x="1093611" y="2003929"/>
                  <a:pt x="1122145" y="2032463"/>
                </a:cubicBezTo>
                <a:cubicBezTo>
                  <a:pt x="1134276" y="2044594"/>
                  <a:pt x="1135518" y="2052037"/>
                  <a:pt x="1127530" y="2064722"/>
                </a:cubicBezTo>
                <a:cubicBezTo>
                  <a:pt x="1113622" y="2086807"/>
                  <a:pt x="1091575" y="2090062"/>
                  <a:pt x="1076764" y="2072217"/>
                </a:cubicBezTo>
                <a:close/>
                <a:moveTo>
                  <a:pt x="1676207" y="2066565"/>
                </a:moveTo>
                <a:cubicBezTo>
                  <a:pt x="1655676" y="2028201"/>
                  <a:pt x="1689386" y="1985941"/>
                  <a:pt x="1731694" y="1997004"/>
                </a:cubicBezTo>
                <a:cubicBezTo>
                  <a:pt x="1759320" y="2004229"/>
                  <a:pt x="1766976" y="2034290"/>
                  <a:pt x="1748407" y="2062628"/>
                </a:cubicBezTo>
                <a:cubicBezTo>
                  <a:pt x="1729402" y="2091634"/>
                  <a:pt x="1690751" y="2093741"/>
                  <a:pt x="1676207" y="2066565"/>
                </a:cubicBezTo>
                <a:close/>
                <a:moveTo>
                  <a:pt x="1395108" y="2056441"/>
                </a:moveTo>
                <a:cubicBezTo>
                  <a:pt x="1387472" y="2032384"/>
                  <a:pt x="1401148" y="2016256"/>
                  <a:pt x="1425247" y="2020897"/>
                </a:cubicBezTo>
                <a:cubicBezTo>
                  <a:pt x="1446699" y="2025028"/>
                  <a:pt x="1454513" y="2056813"/>
                  <a:pt x="1436830" y="2068019"/>
                </a:cubicBezTo>
                <a:cubicBezTo>
                  <a:pt x="1415651" y="2081441"/>
                  <a:pt x="1401825" y="2077604"/>
                  <a:pt x="1395108" y="2056441"/>
                </a:cubicBezTo>
                <a:close/>
                <a:moveTo>
                  <a:pt x="1900830" y="2013769"/>
                </a:moveTo>
                <a:cubicBezTo>
                  <a:pt x="1877391" y="1990331"/>
                  <a:pt x="1905819" y="1947295"/>
                  <a:pt x="1934575" y="1962685"/>
                </a:cubicBezTo>
                <a:cubicBezTo>
                  <a:pt x="1955012" y="1973623"/>
                  <a:pt x="1958245" y="2000344"/>
                  <a:pt x="1941195" y="2017395"/>
                </a:cubicBezTo>
                <a:cubicBezTo>
                  <a:pt x="1926117" y="2032472"/>
                  <a:pt x="1918883" y="2031822"/>
                  <a:pt x="1900830" y="2013769"/>
                </a:cubicBezTo>
                <a:close/>
                <a:moveTo>
                  <a:pt x="1557998" y="1994788"/>
                </a:moveTo>
                <a:cubicBezTo>
                  <a:pt x="1549777" y="1986566"/>
                  <a:pt x="1543115" y="1976930"/>
                  <a:pt x="1543195" y="1973375"/>
                </a:cubicBezTo>
                <a:cubicBezTo>
                  <a:pt x="1543999" y="1937758"/>
                  <a:pt x="1602911" y="1933456"/>
                  <a:pt x="1607921" y="1968649"/>
                </a:cubicBezTo>
                <a:cubicBezTo>
                  <a:pt x="1612067" y="1997773"/>
                  <a:pt x="1578539" y="2015328"/>
                  <a:pt x="1557998" y="1994788"/>
                </a:cubicBezTo>
                <a:close/>
                <a:moveTo>
                  <a:pt x="1263647" y="1986658"/>
                </a:moveTo>
                <a:cubicBezTo>
                  <a:pt x="1257425" y="1970442"/>
                  <a:pt x="1280832" y="1948384"/>
                  <a:pt x="1294982" y="1957129"/>
                </a:cubicBezTo>
                <a:cubicBezTo>
                  <a:pt x="1300450" y="1960509"/>
                  <a:pt x="1304925" y="1971593"/>
                  <a:pt x="1304925" y="1981762"/>
                </a:cubicBezTo>
                <a:cubicBezTo>
                  <a:pt x="1304925" y="2003590"/>
                  <a:pt x="1271659" y="2007536"/>
                  <a:pt x="1263647" y="1986658"/>
                </a:cubicBezTo>
                <a:close/>
                <a:moveTo>
                  <a:pt x="914878" y="1967488"/>
                </a:moveTo>
                <a:cubicBezTo>
                  <a:pt x="891852" y="1939744"/>
                  <a:pt x="906680" y="1903050"/>
                  <a:pt x="946456" y="1889346"/>
                </a:cubicBezTo>
                <a:cubicBezTo>
                  <a:pt x="990461" y="1874184"/>
                  <a:pt x="1000125" y="1878520"/>
                  <a:pt x="1000125" y="1913426"/>
                </a:cubicBezTo>
                <a:cubicBezTo>
                  <a:pt x="1000125" y="1961111"/>
                  <a:pt x="940806" y="1998729"/>
                  <a:pt x="914878" y="1967488"/>
                </a:cubicBezTo>
                <a:close/>
                <a:moveTo>
                  <a:pt x="1374856" y="1899275"/>
                </a:moveTo>
                <a:cubicBezTo>
                  <a:pt x="1353294" y="1866368"/>
                  <a:pt x="1367432" y="1844017"/>
                  <a:pt x="1412236" y="1840179"/>
                </a:cubicBezTo>
                <a:cubicBezTo>
                  <a:pt x="1453923" y="1836608"/>
                  <a:pt x="1467916" y="1863604"/>
                  <a:pt x="1443607" y="1900703"/>
                </a:cubicBezTo>
                <a:cubicBezTo>
                  <a:pt x="1423750" y="1931010"/>
                  <a:pt x="1395261" y="1930418"/>
                  <a:pt x="1374856" y="1899275"/>
                </a:cubicBezTo>
                <a:close/>
                <a:moveTo>
                  <a:pt x="1784643" y="1900301"/>
                </a:moveTo>
                <a:cubicBezTo>
                  <a:pt x="1781344" y="1891703"/>
                  <a:pt x="1783212" y="1880102"/>
                  <a:pt x="1788795" y="1874520"/>
                </a:cubicBezTo>
                <a:cubicBezTo>
                  <a:pt x="1803307" y="1860007"/>
                  <a:pt x="1830804" y="1873271"/>
                  <a:pt x="1827013" y="1892955"/>
                </a:cubicBezTo>
                <a:cubicBezTo>
                  <a:pt x="1822790" y="1914880"/>
                  <a:pt x="1792269" y="1920172"/>
                  <a:pt x="1784643" y="1900301"/>
                </a:cubicBezTo>
                <a:close/>
                <a:moveTo>
                  <a:pt x="757399" y="1876603"/>
                </a:moveTo>
                <a:cubicBezTo>
                  <a:pt x="738970" y="1856240"/>
                  <a:pt x="750289" y="1828800"/>
                  <a:pt x="777118" y="1828800"/>
                </a:cubicBezTo>
                <a:cubicBezTo>
                  <a:pt x="799793" y="1828800"/>
                  <a:pt x="811576" y="1863588"/>
                  <a:pt x="794638" y="1880526"/>
                </a:cubicBezTo>
                <a:cubicBezTo>
                  <a:pt x="776099" y="1899064"/>
                  <a:pt x="777897" y="1899253"/>
                  <a:pt x="757399" y="1876603"/>
                </a:cubicBezTo>
                <a:close/>
                <a:moveTo>
                  <a:pt x="1146927" y="1888185"/>
                </a:moveTo>
                <a:cubicBezTo>
                  <a:pt x="1127808" y="1875271"/>
                  <a:pt x="1125251" y="1840099"/>
                  <a:pt x="1142310" y="1824661"/>
                </a:cubicBezTo>
                <a:cubicBezTo>
                  <a:pt x="1161063" y="1807690"/>
                  <a:pt x="1209464" y="1823107"/>
                  <a:pt x="1209600" y="1846094"/>
                </a:cubicBezTo>
                <a:cubicBezTo>
                  <a:pt x="1209822" y="1883465"/>
                  <a:pt x="1174780" y="1906998"/>
                  <a:pt x="1146927" y="1888185"/>
                </a:cubicBezTo>
                <a:close/>
                <a:moveTo>
                  <a:pt x="1596117" y="1842407"/>
                </a:moveTo>
                <a:cubicBezTo>
                  <a:pt x="1584850" y="1831139"/>
                  <a:pt x="1583602" y="1822965"/>
                  <a:pt x="1591029" y="1809088"/>
                </a:cubicBezTo>
                <a:cubicBezTo>
                  <a:pt x="1608377" y="1776672"/>
                  <a:pt x="1647825" y="1790671"/>
                  <a:pt x="1647825" y="1829243"/>
                </a:cubicBezTo>
                <a:cubicBezTo>
                  <a:pt x="1647825" y="1848372"/>
                  <a:pt x="1611365" y="1857654"/>
                  <a:pt x="1596117" y="1842407"/>
                </a:cubicBezTo>
                <a:close/>
                <a:moveTo>
                  <a:pt x="1964055" y="1836420"/>
                </a:moveTo>
                <a:cubicBezTo>
                  <a:pt x="1935823" y="1808188"/>
                  <a:pt x="1956953" y="1752600"/>
                  <a:pt x="1995916" y="1752600"/>
                </a:cubicBezTo>
                <a:cubicBezTo>
                  <a:pt x="2018942" y="1752600"/>
                  <a:pt x="2047875" y="1780040"/>
                  <a:pt x="2047875" y="1801879"/>
                </a:cubicBezTo>
                <a:cubicBezTo>
                  <a:pt x="2047875" y="1836807"/>
                  <a:pt x="1988789" y="1861154"/>
                  <a:pt x="1964055" y="1836420"/>
                </a:cubicBezTo>
                <a:close/>
                <a:moveTo>
                  <a:pt x="873323" y="1794073"/>
                </a:moveTo>
                <a:cubicBezTo>
                  <a:pt x="858650" y="1779400"/>
                  <a:pt x="867156" y="1752600"/>
                  <a:pt x="886487" y="1752600"/>
                </a:cubicBezTo>
                <a:cubicBezTo>
                  <a:pt x="901303" y="1752600"/>
                  <a:pt x="905443" y="1757737"/>
                  <a:pt x="903156" y="1773285"/>
                </a:cubicBezTo>
                <a:cubicBezTo>
                  <a:pt x="899995" y="1794766"/>
                  <a:pt x="884685" y="1805435"/>
                  <a:pt x="873323" y="1794073"/>
                </a:cubicBezTo>
                <a:close/>
                <a:moveTo>
                  <a:pt x="1743177" y="1767011"/>
                </a:moveTo>
                <a:cubicBezTo>
                  <a:pt x="1728697" y="1749564"/>
                  <a:pt x="1737629" y="1709102"/>
                  <a:pt x="1757656" y="1701417"/>
                </a:cubicBezTo>
                <a:cubicBezTo>
                  <a:pt x="1778692" y="1693345"/>
                  <a:pt x="1809750" y="1715571"/>
                  <a:pt x="1809750" y="1738698"/>
                </a:cubicBezTo>
                <a:cubicBezTo>
                  <a:pt x="1809750" y="1777289"/>
                  <a:pt x="1766850" y="1795534"/>
                  <a:pt x="1743177" y="1767011"/>
                </a:cubicBezTo>
                <a:close/>
                <a:moveTo>
                  <a:pt x="1006398" y="1757866"/>
                </a:moveTo>
                <a:cubicBezTo>
                  <a:pt x="997248" y="1734021"/>
                  <a:pt x="1010226" y="1713229"/>
                  <a:pt x="1032293" y="1716377"/>
                </a:cubicBezTo>
                <a:cubicBezTo>
                  <a:pt x="1046741" y="1718439"/>
                  <a:pt x="1052512" y="1726059"/>
                  <a:pt x="1052512" y="1743075"/>
                </a:cubicBezTo>
                <a:cubicBezTo>
                  <a:pt x="1052512" y="1770827"/>
                  <a:pt x="1015881" y="1782577"/>
                  <a:pt x="1006398" y="1757866"/>
                </a:cubicBezTo>
                <a:close/>
                <a:moveTo>
                  <a:pt x="1276729" y="1757820"/>
                </a:moveTo>
                <a:cubicBezTo>
                  <a:pt x="1259499" y="1737058"/>
                  <a:pt x="1268773" y="1710164"/>
                  <a:pt x="1294420" y="1706522"/>
                </a:cubicBezTo>
                <a:cubicBezTo>
                  <a:pt x="1329665" y="1701517"/>
                  <a:pt x="1343960" y="1731254"/>
                  <a:pt x="1318532" y="1756682"/>
                </a:cubicBezTo>
                <a:cubicBezTo>
                  <a:pt x="1299971" y="1775242"/>
                  <a:pt x="1291383" y="1775476"/>
                  <a:pt x="1276729" y="1757820"/>
                </a:cubicBezTo>
                <a:close/>
                <a:moveTo>
                  <a:pt x="626451" y="1743490"/>
                </a:moveTo>
                <a:cubicBezTo>
                  <a:pt x="619867" y="1720048"/>
                  <a:pt x="623806" y="1706481"/>
                  <a:pt x="634182" y="1716857"/>
                </a:cubicBezTo>
                <a:cubicBezTo>
                  <a:pt x="637224" y="1719899"/>
                  <a:pt x="638208" y="1732401"/>
                  <a:pt x="636368" y="1744638"/>
                </a:cubicBezTo>
                <a:lnTo>
                  <a:pt x="633021" y="1766887"/>
                </a:lnTo>
                <a:lnTo>
                  <a:pt x="626451" y="1743490"/>
                </a:lnTo>
                <a:close/>
                <a:moveTo>
                  <a:pt x="1448163" y="1729226"/>
                </a:moveTo>
                <a:cubicBezTo>
                  <a:pt x="1432520" y="1710376"/>
                  <a:pt x="1443020" y="1683607"/>
                  <a:pt x="1464439" y="1687732"/>
                </a:cubicBezTo>
                <a:cubicBezTo>
                  <a:pt x="1474828" y="1689733"/>
                  <a:pt x="1481137" y="1699596"/>
                  <a:pt x="1481137" y="1713836"/>
                </a:cubicBezTo>
                <a:cubicBezTo>
                  <a:pt x="1481137" y="1741437"/>
                  <a:pt x="1464675" y="1749120"/>
                  <a:pt x="1448163" y="1729226"/>
                </a:cubicBezTo>
                <a:close/>
                <a:moveTo>
                  <a:pt x="714708" y="1705598"/>
                </a:moveTo>
                <a:cubicBezTo>
                  <a:pt x="699350" y="1676902"/>
                  <a:pt x="717954" y="1638300"/>
                  <a:pt x="747141" y="1638300"/>
                </a:cubicBezTo>
                <a:cubicBezTo>
                  <a:pt x="781295" y="1638300"/>
                  <a:pt x="796575" y="1670585"/>
                  <a:pt x="776744" y="1700851"/>
                </a:cubicBezTo>
                <a:cubicBezTo>
                  <a:pt x="758507" y="1728685"/>
                  <a:pt x="728301" y="1730996"/>
                  <a:pt x="714708" y="1705598"/>
                </a:cubicBezTo>
                <a:close/>
                <a:moveTo>
                  <a:pt x="1879869" y="1662112"/>
                </a:moveTo>
                <a:cubicBezTo>
                  <a:pt x="1872323" y="1642448"/>
                  <a:pt x="1882554" y="1619250"/>
                  <a:pt x="1898772" y="1619250"/>
                </a:cubicBezTo>
                <a:cubicBezTo>
                  <a:pt x="1918269" y="1619250"/>
                  <a:pt x="1934857" y="1642925"/>
                  <a:pt x="1927957" y="1660905"/>
                </a:cubicBezTo>
                <a:cubicBezTo>
                  <a:pt x="1920490" y="1680364"/>
                  <a:pt x="1887194" y="1681200"/>
                  <a:pt x="1879869" y="1662112"/>
                </a:cubicBezTo>
                <a:close/>
                <a:moveTo>
                  <a:pt x="2068673" y="1650940"/>
                </a:moveTo>
                <a:cubicBezTo>
                  <a:pt x="2070331" y="1636938"/>
                  <a:pt x="2076319" y="1623964"/>
                  <a:pt x="2081981" y="1622109"/>
                </a:cubicBezTo>
                <a:cubicBezTo>
                  <a:pt x="2088414" y="1620002"/>
                  <a:pt x="2090688" y="1629553"/>
                  <a:pt x="2088044" y="1647568"/>
                </a:cubicBezTo>
                <a:cubicBezTo>
                  <a:pt x="2082829" y="1683099"/>
                  <a:pt x="2064488" y="1686292"/>
                  <a:pt x="2068673" y="1650940"/>
                </a:cubicBezTo>
                <a:close/>
                <a:moveTo>
                  <a:pt x="1105532" y="1649007"/>
                </a:moveTo>
                <a:cubicBezTo>
                  <a:pt x="1090841" y="1621557"/>
                  <a:pt x="1092948" y="1605348"/>
                  <a:pt x="1113639" y="1586623"/>
                </a:cubicBezTo>
                <a:cubicBezTo>
                  <a:pt x="1152976" y="1551023"/>
                  <a:pt x="1210901" y="1591529"/>
                  <a:pt x="1187666" y="1638389"/>
                </a:cubicBezTo>
                <a:cubicBezTo>
                  <a:pt x="1171980" y="1670022"/>
                  <a:pt x="1120352" y="1676697"/>
                  <a:pt x="1105532" y="1649007"/>
                </a:cubicBezTo>
                <a:close/>
                <a:moveTo>
                  <a:pt x="1573530" y="1655445"/>
                </a:moveTo>
                <a:cubicBezTo>
                  <a:pt x="1556555" y="1638470"/>
                  <a:pt x="1559649" y="1612175"/>
                  <a:pt x="1581150" y="1590675"/>
                </a:cubicBezTo>
                <a:cubicBezTo>
                  <a:pt x="1606939" y="1564885"/>
                  <a:pt x="1634640" y="1566709"/>
                  <a:pt x="1653463" y="1595437"/>
                </a:cubicBezTo>
                <a:cubicBezTo>
                  <a:pt x="1683707" y="1641595"/>
                  <a:pt x="1612864" y="1694779"/>
                  <a:pt x="1573530" y="1655445"/>
                </a:cubicBezTo>
                <a:close/>
                <a:moveTo>
                  <a:pt x="863599" y="1631949"/>
                </a:moveTo>
                <a:cubicBezTo>
                  <a:pt x="849856" y="1618206"/>
                  <a:pt x="857647" y="1590675"/>
                  <a:pt x="875280" y="1590675"/>
                </a:cubicBezTo>
                <a:cubicBezTo>
                  <a:pt x="897059" y="1590675"/>
                  <a:pt x="907499" y="1612815"/>
                  <a:pt x="892700" y="1627614"/>
                </a:cubicBezTo>
                <a:cubicBezTo>
                  <a:pt x="880470" y="1639844"/>
                  <a:pt x="872658" y="1641008"/>
                  <a:pt x="863599" y="1631949"/>
                </a:cubicBezTo>
                <a:close/>
                <a:moveTo>
                  <a:pt x="1319892" y="1585232"/>
                </a:moveTo>
                <a:cubicBezTo>
                  <a:pt x="1299610" y="1564950"/>
                  <a:pt x="1301068" y="1539967"/>
                  <a:pt x="1323730" y="1519458"/>
                </a:cubicBezTo>
                <a:cubicBezTo>
                  <a:pt x="1341341" y="1503521"/>
                  <a:pt x="1344066" y="1503441"/>
                  <a:pt x="1366593" y="1518201"/>
                </a:cubicBezTo>
                <a:cubicBezTo>
                  <a:pt x="1394947" y="1536779"/>
                  <a:pt x="1397520" y="1562454"/>
                  <a:pt x="1373231" y="1584436"/>
                </a:cubicBezTo>
                <a:cubicBezTo>
                  <a:pt x="1351484" y="1604116"/>
                  <a:pt x="1338964" y="1604303"/>
                  <a:pt x="1319892" y="1585232"/>
                </a:cubicBezTo>
                <a:close/>
                <a:moveTo>
                  <a:pt x="1482466" y="1593591"/>
                </a:moveTo>
                <a:cubicBezTo>
                  <a:pt x="1471082" y="1582207"/>
                  <a:pt x="1476315" y="1562100"/>
                  <a:pt x="1490662" y="1562100"/>
                </a:cubicBezTo>
                <a:cubicBezTo>
                  <a:pt x="1498520" y="1562100"/>
                  <a:pt x="1504950" y="1568276"/>
                  <a:pt x="1504950" y="1575825"/>
                </a:cubicBezTo>
                <a:cubicBezTo>
                  <a:pt x="1504950" y="1591738"/>
                  <a:pt x="1491355" y="1602480"/>
                  <a:pt x="1482466" y="1593591"/>
                </a:cubicBezTo>
                <a:close/>
                <a:moveTo>
                  <a:pt x="1752542" y="1566792"/>
                </a:moveTo>
                <a:cubicBezTo>
                  <a:pt x="1742002" y="1554093"/>
                  <a:pt x="1742413" y="1549154"/>
                  <a:pt x="1755060" y="1536506"/>
                </a:cubicBezTo>
                <a:cubicBezTo>
                  <a:pt x="1775487" y="1516080"/>
                  <a:pt x="1802418" y="1527429"/>
                  <a:pt x="1798511" y="1554816"/>
                </a:cubicBezTo>
                <a:cubicBezTo>
                  <a:pt x="1794790" y="1580904"/>
                  <a:pt x="1769683" y="1587446"/>
                  <a:pt x="1752542" y="1566792"/>
                </a:cubicBezTo>
                <a:close/>
                <a:moveTo>
                  <a:pt x="962464" y="1557867"/>
                </a:moveTo>
                <a:cubicBezTo>
                  <a:pt x="936740" y="1526871"/>
                  <a:pt x="979311" y="1489579"/>
                  <a:pt x="1007845" y="1518113"/>
                </a:cubicBezTo>
                <a:cubicBezTo>
                  <a:pt x="1019976" y="1530244"/>
                  <a:pt x="1021218" y="1537687"/>
                  <a:pt x="1013230" y="1550372"/>
                </a:cubicBezTo>
                <a:cubicBezTo>
                  <a:pt x="999322" y="1572457"/>
                  <a:pt x="977275" y="1575712"/>
                  <a:pt x="962464" y="1557867"/>
                </a:cubicBezTo>
                <a:close/>
                <a:moveTo>
                  <a:pt x="763444" y="1544144"/>
                </a:moveTo>
                <a:cubicBezTo>
                  <a:pt x="744652" y="1532235"/>
                  <a:pt x="754165" y="1500655"/>
                  <a:pt x="777553" y="1497302"/>
                </a:cubicBezTo>
                <a:cubicBezTo>
                  <a:pt x="801437" y="1493878"/>
                  <a:pt x="814966" y="1520373"/>
                  <a:pt x="799098" y="1539494"/>
                </a:cubicBezTo>
                <a:cubicBezTo>
                  <a:pt x="786542" y="1554623"/>
                  <a:pt x="781099" y="1555332"/>
                  <a:pt x="763444" y="1544144"/>
                </a:cubicBezTo>
                <a:close/>
                <a:moveTo>
                  <a:pt x="1948300" y="1530066"/>
                </a:moveTo>
                <a:cubicBezTo>
                  <a:pt x="1919270" y="1501036"/>
                  <a:pt x="1918657" y="1494669"/>
                  <a:pt x="1942103" y="1465715"/>
                </a:cubicBezTo>
                <a:cubicBezTo>
                  <a:pt x="1969695" y="1431641"/>
                  <a:pt x="2014537" y="1449456"/>
                  <a:pt x="2014537" y="1494492"/>
                </a:cubicBezTo>
                <a:cubicBezTo>
                  <a:pt x="2014537" y="1544316"/>
                  <a:pt x="1980715" y="1562481"/>
                  <a:pt x="1948300" y="1530066"/>
                </a:cubicBezTo>
                <a:close/>
                <a:moveTo>
                  <a:pt x="1087190" y="1473228"/>
                </a:moveTo>
                <a:cubicBezTo>
                  <a:pt x="1071006" y="1453726"/>
                  <a:pt x="1084284" y="1427173"/>
                  <a:pt x="1108493" y="1430627"/>
                </a:cubicBezTo>
                <a:cubicBezTo>
                  <a:pt x="1122907" y="1432684"/>
                  <a:pt x="1128712" y="1440312"/>
                  <a:pt x="1128712" y="1457194"/>
                </a:cubicBezTo>
                <a:cubicBezTo>
                  <a:pt x="1128712" y="1484367"/>
                  <a:pt x="1104268" y="1493806"/>
                  <a:pt x="1087190" y="1473228"/>
                </a:cubicBezTo>
                <a:close/>
                <a:moveTo>
                  <a:pt x="2162254" y="1476625"/>
                </a:moveTo>
                <a:cubicBezTo>
                  <a:pt x="2151661" y="1469928"/>
                  <a:pt x="2150795" y="1464894"/>
                  <a:pt x="2158850" y="1456839"/>
                </a:cubicBezTo>
                <a:cubicBezTo>
                  <a:pt x="2170899" y="1444790"/>
                  <a:pt x="2209800" y="1459961"/>
                  <a:pt x="2209800" y="1476710"/>
                </a:cubicBezTo>
                <a:cubicBezTo>
                  <a:pt x="2209800" y="1488415"/>
                  <a:pt x="2180821" y="1488364"/>
                  <a:pt x="2162254" y="1476625"/>
                </a:cubicBezTo>
                <a:close/>
                <a:moveTo>
                  <a:pt x="639722" y="1468008"/>
                </a:moveTo>
                <a:cubicBezTo>
                  <a:pt x="621175" y="1456251"/>
                  <a:pt x="629890" y="1415329"/>
                  <a:pt x="651832" y="1411142"/>
                </a:cubicBezTo>
                <a:cubicBezTo>
                  <a:pt x="677106" y="1406320"/>
                  <a:pt x="697506" y="1435450"/>
                  <a:pt x="685095" y="1458640"/>
                </a:cubicBezTo>
                <a:cubicBezTo>
                  <a:pt x="674864" y="1477758"/>
                  <a:pt x="659960" y="1480835"/>
                  <a:pt x="639722" y="1468008"/>
                </a:cubicBezTo>
                <a:close/>
                <a:moveTo>
                  <a:pt x="1527444" y="1462087"/>
                </a:moveTo>
                <a:cubicBezTo>
                  <a:pt x="1519085" y="1440303"/>
                  <a:pt x="1530795" y="1419225"/>
                  <a:pt x="1551256" y="1419225"/>
                </a:cubicBezTo>
                <a:cubicBezTo>
                  <a:pt x="1573785" y="1419225"/>
                  <a:pt x="1585352" y="1445546"/>
                  <a:pt x="1570623" y="1463294"/>
                </a:cubicBezTo>
                <a:cubicBezTo>
                  <a:pt x="1556292" y="1480561"/>
                  <a:pt x="1534297" y="1479947"/>
                  <a:pt x="1527444" y="1462087"/>
                </a:cubicBezTo>
                <a:close/>
                <a:moveTo>
                  <a:pt x="2313061" y="1443519"/>
                </a:moveTo>
                <a:cubicBezTo>
                  <a:pt x="2303375" y="1422261"/>
                  <a:pt x="2304840" y="1415912"/>
                  <a:pt x="2324188" y="1395318"/>
                </a:cubicBezTo>
                <a:cubicBezTo>
                  <a:pt x="2351122" y="1366648"/>
                  <a:pt x="2356785" y="1366185"/>
                  <a:pt x="2381250" y="1390650"/>
                </a:cubicBezTo>
                <a:cubicBezTo>
                  <a:pt x="2407524" y="1416924"/>
                  <a:pt x="2405739" y="1422185"/>
                  <a:pt x="2362258" y="1446622"/>
                </a:cubicBezTo>
                <a:lnTo>
                  <a:pt x="2324217" y="1468003"/>
                </a:lnTo>
                <a:lnTo>
                  <a:pt x="2313061" y="1443519"/>
                </a:lnTo>
                <a:close/>
                <a:moveTo>
                  <a:pt x="838200" y="1428750"/>
                </a:moveTo>
                <a:cubicBezTo>
                  <a:pt x="827722" y="1418272"/>
                  <a:pt x="819150" y="1403270"/>
                  <a:pt x="819150" y="1395412"/>
                </a:cubicBezTo>
                <a:cubicBezTo>
                  <a:pt x="819150" y="1374992"/>
                  <a:pt x="853889" y="1343025"/>
                  <a:pt x="876080" y="1343025"/>
                </a:cubicBezTo>
                <a:cubicBezTo>
                  <a:pt x="921329" y="1343025"/>
                  <a:pt x="933379" y="1425298"/>
                  <a:pt x="890538" y="1441738"/>
                </a:cubicBezTo>
                <a:cubicBezTo>
                  <a:pt x="866120" y="1451108"/>
                  <a:pt x="858722" y="1449272"/>
                  <a:pt x="838200" y="1428750"/>
                </a:cubicBezTo>
                <a:close/>
                <a:moveTo>
                  <a:pt x="1216025" y="1431924"/>
                </a:moveTo>
                <a:cubicBezTo>
                  <a:pt x="1205918" y="1421818"/>
                  <a:pt x="1208672" y="1373343"/>
                  <a:pt x="1219741" y="1366502"/>
                </a:cubicBezTo>
                <a:cubicBezTo>
                  <a:pt x="1240259" y="1353821"/>
                  <a:pt x="1276350" y="1371154"/>
                  <a:pt x="1276350" y="1393688"/>
                </a:cubicBezTo>
                <a:cubicBezTo>
                  <a:pt x="1276350" y="1428269"/>
                  <a:pt x="1237190" y="1453090"/>
                  <a:pt x="1216025" y="1431924"/>
                </a:cubicBezTo>
                <a:close/>
                <a:moveTo>
                  <a:pt x="1373981" y="1431966"/>
                </a:moveTo>
                <a:cubicBezTo>
                  <a:pt x="1355429" y="1424481"/>
                  <a:pt x="1359915" y="1382951"/>
                  <a:pt x="1380463" y="1371954"/>
                </a:cubicBezTo>
                <a:cubicBezTo>
                  <a:pt x="1394343" y="1364525"/>
                  <a:pt x="1402516" y="1365777"/>
                  <a:pt x="1413801" y="1377061"/>
                </a:cubicBezTo>
                <a:cubicBezTo>
                  <a:pt x="1446351" y="1409612"/>
                  <a:pt x="1417425" y="1449496"/>
                  <a:pt x="1373981" y="1431966"/>
                </a:cubicBezTo>
                <a:close/>
                <a:moveTo>
                  <a:pt x="1687830" y="1417320"/>
                </a:moveTo>
                <a:cubicBezTo>
                  <a:pt x="1661131" y="1390621"/>
                  <a:pt x="1687103" y="1345594"/>
                  <a:pt x="1722687" y="1356888"/>
                </a:cubicBezTo>
                <a:cubicBezTo>
                  <a:pt x="1746693" y="1364507"/>
                  <a:pt x="1755156" y="1387125"/>
                  <a:pt x="1742705" y="1410390"/>
                </a:cubicBezTo>
                <a:cubicBezTo>
                  <a:pt x="1731622" y="1431098"/>
                  <a:pt x="1704973" y="1434463"/>
                  <a:pt x="1687830" y="1417320"/>
                </a:cubicBezTo>
                <a:close/>
                <a:moveTo>
                  <a:pt x="1858819" y="1382020"/>
                </a:moveTo>
                <a:cubicBezTo>
                  <a:pt x="1841502" y="1371314"/>
                  <a:pt x="1848772" y="1339262"/>
                  <a:pt x="1869419" y="1335286"/>
                </a:cubicBezTo>
                <a:cubicBezTo>
                  <a:pt x="1878542" y="1333529"/>
                  <a:pt x="1888723" y="1339170"/>
                  <a:pt x="1892043" y="1347822"/>
                </a:cubicBezTo>
                <a:cubicBezTo>
                  <a:pt x="1899837" y="1368132"/>
                  <a:pt x="1876016" y="1392652"/>
                  <a:pt x="1858819" y="1382020"/>
                </a:cubicBezTo>
                <a:close/>
                <a:moveTo>
                  <a:pt x="2057779" y="1376820"/>
                </a:moveTo>
                <a:cubicBezTo>
                  <a:pt x="2039518" y="1354817"/>
                  <a:pt x="2049645" y="1328737"/>
                  <a:pt x="2076450" y="1328737"/>
                </a:cubicBezTo>
                <a:cubicBezTo>
                  <a:pt x="2091546" y="1328737"/>
                  <a:pt x="2101185" y="1334885"/>
                  <a:pt x="2103299" y="1345863"/>
                </a:cubicBezTo>
                <a:cubicBezTo>
                  <a:pt x="2106597" y="1362989"/>
                  <a:pt x="2090014" y="1390650"/>
                  <a:pt x="2076450" y="1390650"/>
                </a:cubicBezTo>
                <a:cubicBezTo>
                  <a:pt x="2072494" y="1390650"/>
                  <a:pt x="2064092" y="1384426"/>
                  <a:pt x="2057779" y="1376820"/>
                </a:cubicBezTo>
                <a:close/>
                <a:moveTo>
                  <a:pt x="984743" y="1357895"/>
                </a:moveTo>
                <a:cubicBezTo>
                  <a:pt x="977210" y="1338264"/>
                  <a:pt x="997479" y="1314032"/>
                  <a:pt x="1015612" y="1320990"/>
                </a:cubicBezTo>
                <a:cubicBezTo>
                  <a:pt x="1034618" y="1328284"/>
                  <a:pt x="1028180" y="1365834"/>
                  <a:pt x="1007239" y="1369825"/>
                </a:cubicBezTo>
                <a:cubicBezTo>
                  <a:pt x="998056" y="1371575"/>
                  <a:pt x="987932" y="1366207"/>
                  <a:pt x="984743" y="1357895"/>
                </a:cubicBezTo>
                <a:close/>
                <a:moveTo>
                  <a:pt x="552450" y="1323975"/>
                </a:moveTo>
                <a:cubicBezTo>
                  <a:pt x="552450" y="1282760"/>
                  <a:pt x="565235" y="1276447"/>
                  <a:pt x="585058" y="1307873"/>
                </a:cubicBezTo>
                <a:cubicBezTo>
                  <a:pt x="592250" y="1319275"/>
                  <a:pt x="592250" y="1328674"/>
                  <a:pt x="585058" y="1340076"/>
                </a:cubicBezTo>
                <a:cubicBezTo>
                  <a:pt x="565235" y="1371502"/>
                  <a:pt x="552450" y="1365189"/>
                  <a:pt x="552450" y="1323975"/>
                </a:cubicBezTo>
                <a:close/>
                <a:moveTo>
                  <a:pt x="2213500" y="1310355"/>
                </a:moveTo>
                <a:cubicBezTo>
                  <a:pt x="2204017" y="1285641"/>
                  <a:pt x="2217309" y="1265214"/>
                  <a:pt x="2240713" y="1268538"/>
                </a:cubicBezTo>
                <a:cubicBezTo>
                  <a:pt x="2256455" y="1270773"/>
                  <a:pt x="2262187" y="1277943"/>
                  <a:pt x="2262187" y="1295400"/>
                </a:cubicBezTo>
                <a:cubicBezTo>
                  <a:pt x="2262187" y="1323516"/>
                  <a:pt x="2223152" y="1335507"/>
                  <a:pt x="2213500" y="1310355"/>
                </a:cubicBezTo>
                <a:close/>
                <a:moveTo>
                  <a:pt x="1127394" y="1300162"/>
                </a:moveTo>
                <a:cubicBezTo>
                  <a:pt x="1119848" y="1280498"/>
                  <a:pt x="1130079" y="1257300"/>
                  <a:pt x="1146297" y="1257300"/>
                </a:cubicBezTo>
                <a:cubicBezTo>
                  <a:pt x="1165794" y="1257300"/>
                  <a:pt x="1182382" y="1280975"/>
                  <a:pt x="1175482" y="1298955"/>
                </a:cubicBezTo>
                <a:cubicBezTo>
                  <a:pt x="1168015" y="1318414"/>
                  <a:pt x="1134719" y="1319250"/>
                  <a:pt x="1127394" y="1300162"/>
                </a:cubicBezTo>
                <a:close/>
                <a:moveTo>
                  <a:pt x="695425" y="1290758"/>
                </a:moveTo>
                <a:cubicBezTo>
                  <a:pt x="679896" y="1272047"/>
                  <a:pt x="689979" y="1247775"/>
                  <a:pt x="713282" y="1247775"/>
                </a:cubicBezTo>
                <a:cubicBezTo>
                  <a:pt x="735526" y="1247775"/>
                  <a:pt x="743575" y="1265367"/>
                  <a:pt x="731802" y="1288256"/>
                </a:cubicBezTo>
                <a:cubicBezTo>
                  <a:pt x="721314" y="1308649"/>
                  <a:pt x="710869" y="1309367"/>
                  <a:pt x="695425" y="1290758"/>
                </a:cubicBezTo>
                <a:close/>
                <a:moveTo>
                  <a:pt x="1537411" y="1271587"/>
                </a:moveTo>
                <a:cubicBezTo>
                  <a:pt x="1522958" y="1249528"/>
                  <a:pt x="1522958" y="1246021"/>
                  <a:pt x="1537411" y="1223962"/>
                </a:cubicBezTo>
                <a:cubicBezTo>
                  <a:pt x="1563408" y="1184286"/>
                  <a:pt x="1619250" y="1199463"/>
                  <a:pt x="1619250" y="1246205"/>
                </a:cubicBezTo>
                <a:cubicBezTo>
                  <a:pt x="1619250" y="1297849"/>
                  <a:pt x="1565534" y="1314508"/>
                  <a:pt x="1537411" y="1271587"/>
                </a:cubicBezTo>
                <a:close/>
                <a:moveTo>
                  <a:pt x="825779" y="1263491"/>
                </a:moveTo>
                <a:cubicBezTo>
                  <a:pt x="817831" y="1242780"/>
                  <a:pt x="841895" y="1214925"/>
                  <a:pt x="861303" y="1222372"/>
                </a:cubicBezTo>
                <a:cubicBezTo>
                  <a:pt x="884660" y="1231335"/>
                  <a:pt x="877098" y="1270794"/>
                  <a:pt x="851318" y="1274472"/>
                </a:cubicBezTo>
                <a:cubicBezTo>
                  <a:pt x="840198" y="1276059"/>
                  <a:pt x="828705" y="1271117"/>
                  <a:pt x="825779" y="1263491"/>
                </a:cubicBezTo>
                <a:close/>
                <a:moveTo>
                  <a:pt x="1250973" y="1261422"/>
                </a:moveTo>
                <a:cubicBezTo>
                  <a:pt x="1247823" y="1253211"/>
                  <a:pt x="1249919" y="1241820"/>
                  <a:pt x="1255631" y="1236108"/>
                </a:cubicBezTo>
                <a:cubicBezTo>
                  <a:pt x="1269384" y="1222355"/>
                  <a:pt x="1296315" y="1243831"/>
                  <a:pt x="1289052" y="1262758"/>
                </a:cubicBezTo>
                <a:cubicBezTo>
                  <a:pt x="1282084" y="1280916"/>
                  <a:pt x="1258131" y="1280075"/>
                  <a:pt x="1250973" y="1261422"/>
                </a:cubicBezTo>
                <a:close/>
                <a:moveTo>
                  <a:pt x="1391990" y="1263678"/>
                </a:moveTo>
                <a:cubicBezTo>
                  <a:pt x="1375806" y="1244176"/>
                  <a:pt x="1389084" y="1217623"/>
                  <a:pt x="1413293" y="1221077"/>
                </a:cubicBezTo>
                <a:cubicBezTo>
                  <a:pt x="1427707" y="1223134"/>
                  <a:pt x="1433512" y="1230762"/>
                  <a:pt x="1433512" y="1247644"/>
                </a:cubicBezTo>
                <a:cubicBezTo>
                  <a:pt x="1433512" y="1274817"/>
                  <a:pt x="1409068" y="1284256"/>
                  <a:pt x="1391990" y="1263678"/>
                </a:cubicBezTo>
                <a:close/>
                <a:moveTo>
                  <a:pt x="1933677" y="1262186"/>
                </a:moveTo>
                <a:cubicBezTo>
                  <a:pt x="1919096" y="1244616"/>
                  <a:pt x="1928181" y="1204257"/>
                  <a:pt x="1948470" y="1196472"/>
                </a:cubicBezTo>
                <a:cubicBezTo>
                  <a:pt x="1971237" y="1187735"/>
                  <a:pt x="2000250" y="1207596"/>
                  <a:pt x="2000250" y="1231917"/>
                </a:cubicBezTo>
                <a:cubicBezTo>
                  <a:pt x="2000250" y="1272272"/>
                  <a:pt x="1957993" y="1291485"/>
                  <a:pt x="1933677" y="1262186"/>
                </a:cubicBezTo>
                <a:close/>
                <a:moveTo>
                  <a:pt x="1753940" y="1235103"/>
                </a:moveTo>
                <a:cubicBezTo>
                  <a:pt x="1737756" y="1215601"/>
                  <a:pt x="1751034" y="1189048"/>
                  <a:pt x="1775243" y="1192502"/>
                </a:cubicBezTo>
                <a:cubicBezTo>
                  <a:pt x="1789657" y="1194559"/>
                  <a:pt x="1795462" y="1202187"/>
                  <a:pt x="1795462" y="1219069"/>
                </a:cubicBezTo>
                <a:cubicBezTo>
                  <a:pt x="1795462" y="1246242"/>
                  <a:pt x="1771018" y="1255681"/>
                  <a:pt x="1753940" y="1235103"/>
                </a:cubicBezTo>
                <a:close/>
                <a:moveTo>
                  <a:pt x="1013955" y="1205551"/>
                </a:moveTo>
                <a:cubicBezTo>
                  <a:pt x="996675" y="1179179"/>
                  <a:pt x="1008514" y="1143000"/>
                  <a:pt x="1034423" y="1143000"/>
                </a:cubicBezTo>
                <a:cubicBezTo>
                  <a:pt x="1079511" y="1143000"/>
                  <a:pt x="1100637" y="1184001"/>
                  <a:pt x="1070882" y="1213757"/>
                </a:cubicBezTo>
                <a:cubicBezTo>
                  <a:pt x="1049673" y="1234965"/>
                  <a:pt x="1031512" y="1232347"/>
                  <a:pt x="1013955" y="1205551"/>
                </a:cubicBezTo>
                <a:close/>
                <a:moveTo>
                  <a:pt x="609813" y="1195644"/>
                </a:moveTo>
                <a:cubicBezTo>
                  <a:pt x="591651" y="1173761"/>
                  <a:pt x="601950" y="1147762"/>
                  <a:pt x="628780" y="1147762"/>
                </a:cubicBezTo>
                <a:cubicBezTo>
                  <a:pt x="645868" y="1147762"/>
                  <a:pt x="653286" y="1153550"/>
                  <a:pt x="655421" y="1168549"/>
                </a:cubicBezTo>
                <a:cubicBezTo>
                  <a:pt x="659313" y="1195886"/>
                  <a:pt x="626294" y="1215502"/>
                  <a:pt x="609813" y="1195644"/>
                </a:cubicBezTo>
                <a:close/>
                <a:moveTo>
                  <a:pt x="2114986" y="1181915"/>
                </a:moveTo>
                <a:cubicBezTo>
                  <a:pt x="2107614" y="1168140"/>
                  <a:pt x="2107469" y="1162050"/>
                  <a:pt x="2114513" y="1162050"/>
                </a:cubicBezTo>
                <a:cubicBezTo>
                  <a:pt x="2126061" y="1162050"/>
                  <a:pt x="2138637" y="1188762"/>
                  <a:pt x="2130785" y="1196614"/>
                </a:cubicBezTo>
                <a:cubicBezTo>
                  <a:pt x="2127943" y="1199456"/>
                  <a:pt x="2120834" y="1192841"/>
                  <a:pt x="2114986" y="1181915"/>
                </a:cubicBezTo>
                <a:close/>
                <a:moveTo>
                  <a:pt x="2327757" y="1186418"/>
                </a:moveTo>
                <a:cubicBezTo>
                  <a:pt x="2324859" y="1178866"/>
                  <a:pt x="2323981" y="1164936"/>
                  <a:pt x="2325806" y="1155462"/>
                </a:cubicBezTo>
                <a:cubicBezTo>
                  <a:pt x="2330316" y="1132040"/>
                  <a:pt x="2375017" y="1131958"/>
                  <a:pt x="2379524" y="1155363"/>
                </a:cubicBezTo>
                <a:cubicBezTo>
                  <a:pt x="2386076" y="1189383"/>
                  <a:pt x="2339595" y="1217267"/>
                  <a:pt x="2327757" y="1186418"/>
                </a:cubicBezTo>
                <a:close/>
                <a:moveTo>
                  <a:pt x="896809" y="1150174"/>
                </a:moveTo>
                <a:cubicBezTo>
                  <a:pt x="881241" y="1134606"/>
                  <a:pt x="883192" y="1105312"/>
                  <a:pt x="900233" y="1098772"/>
                </a:cubicBezTo>
                <a:cubicBezTo>
                  <a:pt x="917026" y="1092328"/>
                  <a:pt x="942975" y="1111009"/>
                  <a:pt x="942975" y="1129543"/>
                </a:cubicBezTo>
                <a:cubicBezTo>
                  <a:pt x="942975" y="1148861"/>
                  <a:pt x="910160" y="1163525"/>
                  <a:pt x="896809" y="1150174"/>
                </a:cubicBezTo>
                <a:close/>
                <a:moveTo>
                  <a:pt x="1276852" y="1138842"/>
                </a:moveTo>
                <a:cubicBezTo>
                  <a:pt x="1270007" y="1130595"/>
                  <a:pt x="1267207" y="1114199"/>
                  <a:pt x="1270441" y="1101311"/>
                </a:cubicBezTo>
                <a:cubicBezTo>
                  <a:pt x="1283175" y="1050576"/>
                  <a:pt x="1346283" y="1064959"/>
                  <a:pt x="1341200" y="1117439"/>
                </a:cubicBezTo>
                <a:cubicBezTo>
                  <a:pt x="1337829" y="1152229"/>
                  <a:pt x="1298750" y="1165228"/>
                  <a:pt x="1276852" y="1138842"/>
                </a:cubicBezTo>
                <a:close/>
                <a:moveTo>
                  <a:pt x="1466950" y="1138358"/>
                </a:moveTo>
                <a:cubicBezTo>
                  <a:pt x="1451421" y="1119647"/>
                  <a:pt x="1461504" y="1095375"/>
                  <a:pt x="1484807" y="1095375"/>
                </a:cubicBezTo>
                <a:cubicBezTo>
                  <a:pt x="1507051" y="1095375"/>
                  <a:pt x="1515100" y="1112967"/>
                  <a:pt x="1503327" y="1135856"/>
                </a:cubicBezTo>
                <a:cubicBezTo>
                  <a:pt x="1492839" y="1156249"/>
                  <a:pt x="1482394" y="1156967"/>
                  <a:pt x="1466950" y="1138358"/>
                </a:cubicBezTo>
                <a:close/>
                <a:moveTo>
                  <a:pt x="1640324" y="1131689"/>
                </a:moveTo>
                <a:cubicBezTo>
                  <a:pt x="1624695" y="1116060"/>
                  <a:pt x="1625801" y="1100175"/>
                  <a:pt x="1643540" y="1085453"/>
                </a:cubicBezTo>
                <a:cubicBezTo>
                  <a:pt x="1664661" y="1067924"/>
                  <a:pt x="1695201" y="1097589"/>
                  <a:pt x="1680320" y="1121180"/>
                </a:cubicBezTo>
                <a:cubicBezTo>
                  <a:pt x="1666942" y="1142389"/>
                  <a:pt x="1654336" y="1145701"/>
                  <a:pt x="1640324" y="1131689"/>
                </a:cubicBezTo>
                <a:close/>
                <a:moveTo>
                  <a:pt x="1182571" y="1119781"/>
                </a:moveTo>
                <a:cubicBezTo>
                  <a:pt x="1184381" y="1111043"/>
                  <a:pt x="1190148" y="1104120"/>
                  <a:pt x="1195387" y="1104396"/>
                </a:cubicBezTo>
                <a:cubicBezTo>
                  <a:pt x="1209525" y="1105143"/>
                  <a:pt x="1206928" y="1126453"/>
                  <a:pt x="1192096" y="1131396"/>
                </a:cubicBezTo>
                <a:cubicBezTo>
                  <a:pt x="1184084" y="1134067"/>
                  <a:pt x="1180514" y="1129713"/>
                  <a:pt x="1182571" y="1119781"/>
                </a:cubicBezTo>
                <a:close/>
                <a:moveTo>
                  <a:pt x="731043" y="1113856"/>
                </a:moveTo>
                <a:cubicBezTo>
                  <a:pt x="710321" y="1101544"/>
                  <a:pt x="709401" y="1063608"/>
                  <a:pt x="729342" y="1043667"/>
                </a:cubicBezTo>
                <a:cubicBezTo>
                  <a:pt x="748567" y="1024443"/>
                  <a:pt x="755103" y="1024824"/>
                  <a:pt x="782184" y="1046753"/>
                </a:cubicBezTo>
                <a:cubicBezTo>
                  <a:pt x="825349" y="1081706"/>
                  <a:pt x="779091" y="1142403"/>
                  <a:pt x="731043" y="1113856"/>
                </a:cubicBezTo>
                <a:close/>
                <a:moveTo>
                  <a:pt x="1914625" y="1109783"/>
                </a:moveTo>
                <a:cubicBezTo>
                  <a:pt x="1899096" y="1091072"/>
                  <a:pt x="1909179" y="1066800"/>
                  <a:pt x="1932482" y="1066800"/>
                </a:cubicBezTo>
                <a:cubicBezTo>
                  <a:pt x="1954726" y="1066800"/>
                  <a:pt x="1962775" y="1084392"/>
                  <a:pt x="1951002" y="1107281"/>
                </a:cubicBezTo>
                <a:cubicBezTo>
                  <a:pt x="1940514" y="1127674"/>
                  <a:pt x="1930069" y="1128392"/>
                  <a:pt x="1914625" y="1109783"/>
                </a:cubicBezTo>
                <a:close/>
                <a:moveTo>
                  <a:pt x="1769268" y="1056512"/>
                </a:moveTo>
                <a:cubicBezTo>
                  <a:pt x="1748434" y="1044376"/>
                  <a:pt x="1747310" y="997322"/>
                  <a:pt x="1767456" y="980602"/>
                </a:cubicBezTo>
                <a:cubicBezTo>
                  <a:pt x="1790553" y="961433"/>
                  <a:pt x="1832848" y="980070"/>
                  <a:pt x="1836460" y="1011009"/>
                </a:cubicBezTo>
                <a:cubicBezTo>
                  <a:pt x="1841365" y="1053011"/>
                  <a:pt x="1805249" y="1077468"/>
                  <a:pt x="1769268" y="1056512"/>
                </a:cubicBezTo>
                <a:close/>
                <a:moveTo>
                  <a:pt x="2249525" y="1051105"/>
                </a:moveTo>
                <a:cubicBezTo>
                  <a:pt x="2251371" y="1041522"/>
                  <a:pt x="2260722" y="1032171"/>
                  <a:pt x="2270305" y="1030325"/>
                </a:cubicBezTo>
                <a:cubicBezTo>
                  <a:pt x="2282888" y="1027902"/>
                  <a:pt x="2286797" y="1031811"/>
                  <a:pt x="2284374" y="1044394"/>
                </a:cubicBezTo>
                <a:cubicBezTo>
                  <a:pt x="2282528" y="1053977"/>
                  <a:pt x="2273177" y="1063328"/>
                  <a:pt x="2263594" y="1065174"/>
                </a:cubicBezTo>
                <a:cubicBezTo>
                  <a:pt x="2251011" y="1067597"/>
                  <a:pt x="2247102" y="1063688"/>
                  <a:pt x="2249525" y="1051105"/>
                </a:cubicBezTo>
                <a:close/>
                <a:moveTo>
                  <a:pt x="1100817" y="1032782"/>
                </a:moveTo>
                <a:cubicBezTo>
                  <a:pt x="1074442" y="1006407"/>
                  <a:pt x="1085409" y="962025"/>
                  <a:pt x="1118301" y="962025"/>
                </a:cubicBezTo>
                <a:cubicBezTo>
                  <a:pt x="1143381" y="962025"/>
                  <a:pt x="1162050" y="978805"/>
                  <a:pt x="1162050" y="1001349"/>
                </a:cubicBezTo>
                <a:cubicBezTo>
                  <a:pt x="1162050" y="1018533"/>
                  <a:pt x="1138060" y="1047750"/>
                  <a:pt x="1123950" y="1047750"/>
                </a:cubicBezTo>
                <a:cubicBezTo>
                  <a:pt x="1119459" y="1047750"/>
                  <a:pt x="1109050" y="1041014"/>
                  <a:pt x="1100817" y="1032782"/>
                </a:cubicBezTo>
                <a:close/>
                <a:moveTo>
                  <a:pt x="1367699" y="1003700"/>
                </a:moveTo>
                <a:cubicBezTo>
                  <a:pt x="1359620" y="982646"/>
                  <a:pt x="1384082" y="957466"/>
                  <a:pt x="1404866" y="965442"/>
                </a:cubicBezTo>
                <a:cubicBezTo>
                  <a:pt x="1414535" y="969152"/>
                  <a:pt x="1419390" y="979709"/>
                  <a:pt x="1417511" y="992938"/>
                </a:cubicBezTo>
                <a:cubicBezTo>
                  <a:pt x="1413713" y="1019685"/>
                  <a:pt x="1376887" y="1027641"/>
                  <a:pt x="1367699" y="1003700"/>
                </a:cubicBezTo>
                <a:close/>
                <a:moveTo>
                  <a:pt x="902101" y="1003701"/>
                </a:moveTo>
                <a:cubicBezTo>
                  <a:pt x="889186" y="990786"/>
                  <a:pt x="895463" y="962634"/>
                  <a:pt x="913399" y="953035"/>
                </a:cubicBezTo>
                <a:cubicBezTo>
                  <a:pt x="935008" y="941470"/>
                  <a:pt x="955930" y="960892"/>
                  <a:pt x="950807" y="987761"/>
                </a:cubicBezTo>
                <a:cubicBezTo>
                  <a:pt x="947488" y="1005174"/>
                  <a:pt x="914402" y="1016002"/>
                  <a:pt x="902101" y="1003701"/>
                </a:cubicBezTo>
                <a:close/>
                <a:moveTo>
                  <a:pt x="1548492" y="994682"/>
                </a:moveTo>
                <a:cubicBezTo>
                  <a:pt x="1530041" y="976230"/>
                  <a:pt x="1529593" y="961517"/>
                  <a:pt x="1546769" y="938028"/>
                </a:cubicBezTo>
                <a:cubicBezTo>
                  <a:pt x="1565031" y="913053"/>
                  <a:pt x="1609725" y="931972"/>
                  <a:pt x="1609725" y="964678"/>
                </a:cubicBezTo>
                <a:cubicBezTo>
                  <a:pt x="1609725" y="1005810"/>
                  <a:pt x="1576098" y="1022287"/>
                  <a:pt x="1548492" y="994682"/>
                </a:cubicBezTo>
                <a:close/>
                <a:moveTo>
                  <a:pt x="2390775" y="1000125"/>
                </a:moveTo>
                <a:cubicBezTo>
                  <a:pt x="2390775" y="994886"/>
                  <a:pt x="2401743" y="990600"/>
                  <a:pt x="2415149" y="990600"/>
                </a:cubicBezTo>
                <a:cubicBezTo>
                  <a:pt x="2428973" y="990600"/>
                  <a:pt x="2436976" y="994722"/>
                  <a:pt x="2433637" y="1000125"/>
                </a:cubicBezTo>
                <a:cubicBezTo>
                  <a:pt x="2430399" y="1005363"/>
                  <a:pt x="2419431" y="1009650"/>
                  <a:pt x="2409262" y="1009650"/>
                </a:cubicBezTo>
                <a:cubicBezTo>
                  <a:pt x="2399094" y="1009650"/>
                  <a:pt x="2390775" y="1005363"/>
                  <a:pt x="2390775" y="1000125"/>
                </a:cubicBezTo>
                <a:close/>
                <a:moveTo>
                  <a:pt x="1244600" y="946150"/>
                </a:moveTo>
                <a:cubicBezTo>
                  <a:pt x="1233694" y="935244"/>
                  <a:pt x="1237661" y="897142"/>
                  <a:pt x="1250156" y="892784"/>
                </a:cubicBezTo>
                <a:cubicBezTo>
                  <a:pt x="1282937" y="881349"/>
                  <a:pt x="1303208" y="934285"/>
                  <a:pt x="1270808" y="946718"/>
                </a:cubicBezTo>
                <a:cubicBezTo>
                  <a:pt x="1252152" y="953877"/>
                  <a:pt x="1252331" y="953881"/>
                  <a:pt x="1244600" y="946150"/>
                </a:cubicBezTo>
                <a:close/>
                <a:moveTo>
                  <a:pt x="993798" y="889947"/>
                </a:moveTo>
                <a:cubicBezTo>
                  <a:pt x="985860" y="869259"/>
                  <a:pt x="1006014" y="849804"/>
                  <a:pt x="1020439" y="864229"/>
                </a:cubicBezTo>
                <a:cubicBezTo>
                  <a:pt x="1032632" y="876422"/>
                  <a:pt x="1025078" y="904875"/>
                  <a:pt x="1009650" y="904875"/>
                </a:cubicBezTo>
                <a:cubicBezTo>
                  <a:pt x="1004082" y="904875"/>
                  <a:pt x="996949" y="898157"/>
                  <a:pt x="993798" y="889947"/>
                </a:cubicBezTo>
                <a:close/>
                <a:moveTo>
                  <a:pt x="1386567" y="870857"/>
                </a:moveTo>
                <a:cubicBezTo>
                  <a:pt x="1367118" y="851408"/>
                  <a:pt x="1367632" y="835128"/>
                  <a:pt x="1388268" y="816918"/>
                </a:cubicBezTo>
                <a:cubicBezTo>
                  <a:pt x="1411488" y="796429"/>
                  <a:pt x="1447800" y="810966"/>
                  <a:pt x="1447800" y="840750"/>
                </a:cubicBezTo>
                <a:cubicBezTo>
                  <a:pt x="1447800" y="881977"/>
                  <a:pt x="1414205" y="898495"/>
                  <a:pt x="1386567" y="870857"/>
                </a:cubicBezTo>
                <a:close/>
                <a:moveTo>
                  <a:pt x="1647501" y="871147"/>
                </a:moveTo>
                <a:cubicBezTo>
                  <a:pt x="1631416" y="851765"/>
                  <a:pt x="1646260" y="823912"/>
                  <a:pt x="1672675" y="823912"/>
                </a:cubicBezTo>
                <a:cubicBezTo>
                  <a:pt x="1686320" y="823912"/>
                  <a:pt x="1690687" y="830808"/>
                  <a:pt x="1690687" y="852357"/>
                </a:cubicBezTo>
                <a:cubicBezTo>
                  <a:pt x="1690687" y="885229"/>
                  <a:pt x="1667545" y="895298"/>
                  <a:pt x="1647501" y="871147"/>
                </a:cubicBezTo>
                <a:close/>
                <a:moveTo>
                  <a:pt x="1806575" y="860425"/>
                </a:moveTo>
                <a:cubicBezTo>
                  <a:pt x="1796574" y="850424"/>
                  <a:pt x="1799161" y="820931"/>
                  <a:pt x="1810664" y="813822"/>
                </a:cubicBezTo>
                <a:cubicBezTo>
                  <a:pt x="1829247" y="802337"/>
                  <a:pt x="1853054" y="834739"/>
                  <a:pt x="1838721" y="852009"/>
                </a:cubicBezTo>
                <a:cubicBezTo>
                  <a:pt x="1825442" y="868009"/>
                  <a:pt x="1816500" y="870350"/>
                  <a:pt x="1806575" y="860425"/>
                </a:cubicBezTo>
                <a:close/>
                <a:moveTo>
                  <a:pt x="1124559" y="843696"/>
                </a:moveTo>
                <a:cubicBezTo>
                  <a:pt x="1109773" y="825880"/>
                  <a:pt x="1119155" y="809625"/>
                  <a:pt x="1144224" y="809625"/>
                </a:cubicBezTo>
                <a:cubicBezTo>
                  <a:pt x="1158463" y="809625"/>
                  <a:pt x="1162594" y="814929"/>
                  <a:pt x="1160331" y="830310"/>
                </a:cubicBezTo>
                <a:cubicBezTo>
                  <a:pt x="1156527" y="856158"/>
                  <a:pt x="1140026" y="862333"/>
                  <a:pt x="1124559" y="843696"/>
                </a:cubicBezTo>
                <a:close/>
                <a:moveTo>
                  <a:pt x="1288256" y="774700"/>
                </a:moveTo>
                <a:cubicBezTo>
                  <a:pt x="1270737" y="767692"/>
                  <a:pt x="1273761" y="726931"/>
                  <a:pt x="1292328" y="719806"/>
                </a:cubicBezTo>
                <a:cubicBezTo>
                  <a:pt x="1315661" y="710852"/>
                  <a:pt x="1340820" y="738740"/>
                  <a:pt x="1327895" y="759230"/>
                </a:cubicBezTo>
                <a:cubicBezTo>
                  <a:pt x="1316500" y="777295"/>
                  <a:pt x="1305488" y="781592"/>
                  <a:pt x="1288256" y="774700"/>
                </a:cubicBezTo>
                <a:close/>
                <a:moveTo>
                  <a:pt x="1529302" y="750355"/>
                </a:moveTo>
                <a:cubicBezTo>
                  <a:pt x="1510091" y="722927"/>
                  <a:pt x="1510607" y="711302"/>
                  <a:pt x="1531893" y="692038"/>
                </a:cubicBezTo>
                <a:cubicBezTo>
                  <a:pt x="1564473" y="662554"/>
                  <a:pt x="1587545" y="671645"/>
                  <a:pt x="1593538" y="716327"/>
                </a:cubicBezTo>
                <a:cubicBezTo>
                  <a:pt x="1596493" y="738356"/>
                  <a:pt x="1596804" y="759787"/>
                  <a:pt x="1594230" y="763952"/>
                </a:cubicBezTo>
                <a:cubicBezTo>
                  <a:pt x="1584644" y="779463"/>
                  <a:pt x="1543682" y="770885"/>
                  <a:pt x="1529302" y="750355"/>
                </a:cubicBezTo>
                <a:close/>
                <a:moveTo>
                  <a:pt x="1119309" y="733621"/>
                </a:moveTo>
                <a:cubicBezTo>
                  <a:pt x="1112063" y="721898"/>
                  <a:pt x="1125813" y="695686"/>
                  <a:pt x="1151311" y="672611"/>
                </a:cubicBezTo>
                <a:cubicBezTo>
                  <a:pt x="1170564" y="655186"/>
                  <a:pt x="1171112" y="655314"/>
                  <a:pt x="1182279" y="679822"/>
                </a:cubicBezTo>
                <a:cubicBezTo>
                  <a:pt x="1199941" y="718587"/>
                  <a:pt x="1141091" y="768866"/>
                  <a:pt x="1119309" y="733621"/>
                </a:cubicBezTo>
                <a:close/>
                <a:moveTo>
                  <a:pt x="1739641" y="717291"/>
                </a:moveTo>
                <a:cubicBezTo>
                  <a:pt x="1728257" y="705907"/>
                  <a:pt x="1733490" y="685800"/>
                  <a:pt x="1747837" y="685800"/>
                </a:cubicBezTo>
                <a:cubicBezTo>
                  <a:pt x="1755695" y="685800"/>
                  <a:pt x="1762125" y="691976"/>
                  <a:pt x="1762125" y="699525"/>
                </a:cubicBezTo>
                <a:cubicBezTo>
                  <a:pt x="1762125" y="715438"/>
                  <a:pt x="1748530" y="726180"/>
                  <a:pt x="1739641" y="717291"/>
                </a:cubicBezTo>
                <a:close/>
                <a:moveTo>
                  <a:pt x="1391029" y="643395"/>
                </a:moveTo>
                <a:cubicBezTo>
                  <a:pt x="1365810" y="613007"/>
                  <a:pt x="1403020" y="565243"/>
                  <a:pt x="1432714" y="589887"/>
                </a:cubicBezTo>
                <a:cubicBezTo>
                  <a:pt x="1452172" y="606036"/>
                  <a:pt x="1452184" y="643979"/>
                  <a:pt x="1432733" y="651443"/>
                </a:cubicBezTo>
                <a:cubicBezTo>
                  <a:pt x="1410466" y="659988"/>
                  <a:pt x="1403720" y="658686"/>
                  <a:pt x="1391029" y="643395"/>
                </a:cubicBezTo>
                <a:close/>
              </a:path>
            </a:pathLst>
          </a:custGeom>
          <a:solidFill>
            <a:srgbClr val="7A1732">
              <a:alpha val="55000"/>
            </a:srgbClr>
          </a:solid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PHOTO: The fix (fills the page)"/>
          <p:cNvSpPr/>
          <p:nvPr/>
        </p:nvSpPr>
        <p:spPr>
          <a:xfrm rot="0">
            <a:off x="0" y="0"/>
            <a:ext cx="10287000" cy="137160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4" name="LETTERING: fixed."/>
          <p:cNvSpPr txBox="1"/>
          <p:nvPr/>
        </p:nvSpPr>
        <p:spPr>
          <a:xfrm rot="180000">
            <a:off x="1462088" y="1371600"/>
            <a:ext cx="7362825" cy="29718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9500" i="0">
                <a:solidFill>
                  <a:srgbClr val="7A1732"/>
                </a:solidFill>
                <a:latin typeface="DM Serif Display"/>
              </a:rPr>
              <a:t>fixed.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3" name="burst"/>
          <p:cNvSpPr/>
          <p:nvPr/>
        </p:nvSpPr>
        <p:spPr>
          <a:xfrm rot="0">
            <a:off x="0" y="3124200"/>
            <a:ext cx="10287000" cy="9372600"/>
          </a:xfrm>
          <a:custGeom>
            <a:avLst/>
            <a:gdLst/>
            <a:ahLst/>
            <a:cxnLst/>
            <a:rect l="0" t="0" r="r" b="b"/>
            <a:pathLst>
              <a:path w="10287000" h="9372600">
                <a:moveTo>
                  <a:pt x="5116939" y="9311760"/>
                </a:moveTo>
                <a:cubicBezTo>
                  <a:pt x="5093508" y="9273847"/>
                  <a:pt x="5088312" y="9270417"/>
                  <a:pt x="5060922" y="9274782"/>
                </a:cubicBezTo>
                <a:cubicBezTo>
                  <a:pt x="5015683" y="9281992"/>
                  <a:pt x="4988519" y="9226161"/>
                  <a:pt x="4998859" y="9147225"/>
                </a:cubicBezTo>
                <a:cubicBezTo>
                  <a:pt x="5004466" y="9104420"/>
                  <a:pt x="5002073" y="9077765"/>
                  <a:pt x="4988468" y="9031487"/>
                </a:cubicBezTo>
                <a:cubicBezTo>
                  <a:pt x="4972914" y="8978576"/>
                  <a:pt x="4971247" y="8944864"/>
                  <a:pt x="4974570" y="8750500"/>
                </a:cubicBezTo>
                <a:cubicBezTo>
                  <a:pt x="4981061" y="8370844"/>
                  <a:pt x="4990940" y="8121358"/>
                  <a:pt x="5000853" y="8086725"/>
                </a:cubicBezTo>
                <a:cubicBezTo>
                  <a:pt x="5006102" y="8068389"/>
                  <a:pt x="5014686" y="7920513"/>
                  <a:pt x="5019931" y="7758112"/>
                </a:cubicBezTo>
                <a:cubicBezTo>
                  <a:pt x="5025175" y="7595711"/>
                  <a:pt x="5033203" y="7409259"/>
                  <a:pt x="5037771" y="7343775"/>
                </a:cubicBezTo>
                <a:cubicBezTo>
                  <a:pt x="5042339" y="7278290"/>
                  <a:pt x="5050848" y="7153989"/>
                  <a:pt x="5056681" y="7067550"/>
                </a:cubicBezTo>
                <a:cubicBezTo>
                  <a:pt x="5062513" y="6981110"/>
                  <a:pt x="5069590" y="6897528"/>
                  <a:pt x="5072407" y="6881812"/>
                </a:cubicBezTo>
                <a:cubicBezTo>
                  <a:pt x="5075225" y="6866096"/>
                  <a:pt x="5081459" y="6818947"/>
                  <a:pt x="5086260" y="6777037"/>
                </a:cubicBezTo>
                <a:cubicBezTo>
                  <a:pt x="5098631" y="6669050"/>
                  <a:pt x="5129954" y="6501660"/>
                  <a:pt x="5150290" y="6434866"/>
                </a:cubicBezTo>
                <a:cubicBezTo>
                  <a:pt x="5167227" y="6379235"/>
                  <a:pt x="5211802" y="6377146"/>
                  <a:pt x="5227863" y="6431229"/>
                </a:cubicBezTo>
                <a:cubicBezTo>
                  <a:pt x="5237700" y="6464354"/>
                  <a:pt x="5255559" y="6516376"/>
                  <a:pt x="5268100" y="6548437"/>
                </a:cubicBezTo>
                <a:cubicBezTo>
                  <a:pt x="5272198" y="6558915"/>
                  <a:pt x="5277933" y="6582489"/>
                  <a:pt x="5280844" y="6600825"/>
                </a:cubicBezTo>
                <a:cubicBezTo>
                  <a:pt x="5283755" y="6619160"/>
                  <a:pt x="5290870" y="6659880"/>
                  <a:pt x="5296657" y="6691312"/>
                </a:cubicBezTo>
                <a:cubicBezTo>
                  <a:pt x="5309431" y="6760706"/>
                  <a:pt x="5313027" y="6785105"/>
                  <a:pt x="5324032" y="6877050"/>
                </a:cubicBezTo>
                <a:cubicBezTo>
                  <a:pt x="5328734" y="6916340"/>
                  <a:pt x="5335168" y="6965632"/>
                  <a:pt x="5338330" y="6986587"/>
                </a:cubicBezTo>
                <a:cubicBezTo>
                  <a:pt x="5341491" y="7007542"/>
                  <a:pt x="5346181" y="7056834"/>
                  <a:pt x="5348752" y="7096125"/>
                </a:cubicBezTo>
                <a:cubicBezTo>
                  <a:pt x="5351323" y="7135415"/>
                  <a:pt x="5357653" y="7212568"/>
                  <a:pt x="5362819" y="7267575"/>
                </a:cubicBezTo>
                <a:cubicBezTo>
                  <a:pt x="5403776" y="7703668"/>
                  <a:pt x="5427809" y="8524616"/>
                  <a:pt x="5409943" y="8877300"/>
                </a:cubicBezTo>
                <a:cubicBezTo>
                  <a:pt x="5396156" y="9149469"/>
                  <a:pt x="5390726" y="9214401"/>
                  <a:pt x="5380909" y="9224486"/>
                </a:cubicBezTo>
                <a:cubicBezTo>
                  <a:pt x="5376064" y="9229463"/>
                  <a:pt x="5372100" y="9242591"/>
                  <a:pt x="5372100" y="9253660"/>
                </a:cubicBezTo>
                <a:cubicBezTo>
                  <a:pt x="5372100" y="9288398"/>
                  <a:pt x="5321275" y="9329030"/>
                  <a:pt x="5295247" y="9315100"/>
                </a:cubicBezTo>
                <a:cubicBezTo>
                  <a:pt x="5276126" y="9304867"/>
                  <a:pt x="5271483" y="9306432"/>
                  <a:pt x="5255383" y="9328534"/>
                </a:cubicBezTo>
                <a:cubicBezTo>
                  <a:pt x="5239950" y="9349721"/>
                  <a:pt x="5229937" y="9353550"/>
                  <a:pt x="5189964" y="9353550"/>
                </a:cubicBezTo>
                <a:cubicBezTo>
                  <a:pt x="5144480" y="9353550"/>
                  <a:pt x="5141829" y="9352032"/>
                  <a:pt x="5116939" y="9311760"/>
                </a:cubicBezTo>
                <a:close/>
                <a:moveTo>
                  <a:pt x="1317687" y="8074818"/>
                </a:moveTo>
                <a:cubicBezTo>
                  <a:pt x="1313610" y="8068270"/>
                  <a:pt x="1311594" y="8052708"/>
                  <a:pt x="1313207" y="8040236"/>
                </a:cubicBezTo>
                <a:cubicBezTo>
                  <a:pt x="1316312" y="8016225"/>
                  <a:pt x="1318462" y="8016397"/>
                  <a:pt x="1250693" y="8035233"/>
                </a:cubicBezTo>
                <a:cubicBezTo>
                  <a:pt x="1235851" y="8039358"/>
                  <a:pt x="1222746" y="8033987"/>
                  <a:pt x="1205449" y="8016690"/>
                </a:cubicBezTo>
                <a:cubicBezTo>
                  <a:pt x="1174530" y="7985771"/>
                  <a:pt x="1174733" y="7968167"/>
                  <a:pt x="1206320" y="7941405"/>
                </a:cubicBezTo>
                <a:cubicBezTo>
                  <a:pt x="1295488" y="7865859"/>
                  <a:pt x="1304778" y="7852008"/>
                  <a:pt x="1243012" y="7886700"/>
                </a:cubicBezTo>
                <a:cubicBezTo>
                  <a:pt x="1176761" y="7923910"/>
                  <a:pt x="1153679" y="7895097"/>
                  <a:pt x="1194262" y="7825847"/>
                </a:cubicBezTo>
                <a:cubicBezTo>
                  <a:pt x="1223159" y="7776539"/>
                  <a:pt x="1258641" y="7750991"/>
                  <a:pt x="1288214" y="7758201"/>
                </a:cubicBezTo>
                <a:cubicBezTo>
                  <a:pt x="1304251" y="7762111"/>
                  <a:pt x="1327111" y="7750103"/>
                  <a:pt x="1378515" y="7710768"/>
                </a:cubicBezTo>
                <a:cubicBezTo>
                  <a:pt x="1416371" y="7681800"/>
                  <a:pt x="1451732" y="7658100"/>
                  <a:pt x="1457097" y="7658100"/>
                </a:cubicBezTo>
                <a:cubicBezTo>
                  <a:pt x="1462461" y="7658100"/>
                  <a:pt x="1466850" y="7653763"/>
                  <a:pt x="1466850" y="7648462"/>
                </a:cubicBezTo>
                <a:cubicBezTo>
                  <a:pt x="1466850" y="7642553"/>
                  <a:pt x="1452110" y="7641181"/>
                  <a:pt x="1428750" y="7644917"/>
                </a:cubicBezTo>
                <a:cubicBezTo>
                  <a:pt x="1407795" y="7648268"/>
                  <a:pt x="1390804" y="7647247"/>
                  <a:pt x="1390992" y="7642648"/>
                </a:cubicBezTo>
                <a:cubicBezTo>
                  <a:pt x="1391964" y="7618921"/>
                  <a:pt x="1482166" y="7538042"/>
                  <a:pt x="1652587" y="7408090"/>
                </a:cubicBezTo>
                <a:cubicBezTo>
                  <a:pt x="1704975" y="7368143"/>
                  <a:pt x="1769268" y="7319106"/>
                  <a:pt x="1795462" y="7299118"/>
                </a:cubicBezTo>
                <a:cubicBezTo>
                  <a:pt x="1821656" y="7279130"/>
                  <a:pt x="1852256" y="7256355"/>
                  <a:pt x="1863462" y="7248506"/>
                </a:cubicBezTo>
                <a:cubicBezTo>
                  <a:pt x="1896196" y="7225581"/>
                  <a:pt x="2046268" y="7112988"/>
                  <a:pt x="2085610" y="7081837"/>
                </a:cubicBezTo>
                <a:cubicBezTo>
                  <a:pt x="2105459" y="7066121"/>
                  <a:pt x="2150190" y="7031831"/>
                  <a:pt x="2185011" y="7005637"/>
                </a:cubicBezTo>
                <a:cubicBezTo>
                  <a:pt x="2219833" y="6979443"/>
                  <a:pt x="2267300" y="6943010"/>
                  <a:pt x="2290494" y="6924675"/>
                </a:cubicBezTo>
                <a:cubicBezTo>
                  <a:pt x="2313687" y="6906339"/>
                  <a:pt x="2371726" y="6863476"/>
                  <a:pt x="2419468" y="6829425"/>
                </a:cubicBezTo>
                <a:cubicBezTo>
                  <a:pt x="2467210" y="6795373"/>
                  <a:pt x="2559451" y="6728936"/>
                  <a:pt x="2624448" y="6681787"/>
                </a:cubicBezTo>
                <a:cubicBezTo>
                  <a:pt x="2808469" y="6548297"/>
                  <a:pt x="2960821" y="6442005"/>
                  <a:pt x="3033712" y="6396253"/>
                </a:cubicBezTo>
                <a:cubicBezTo>
                  <a:pt x="3070383" y="6373235"/>
                  <a:pt x="3105352" y="6350038"/>
                  <a:pt x="3111420" y="6344704"/>
                </a:cubicBezTo>
                <a:cubicBezTo>
                  <a:pt x="3117488" y="6339370"/>
                  <a:pt x="3147491" y="6319285"/>
                  <a:pt x="3178095" y="6300072"/>
                </a:cubicBezTo>
                <a:cubicBezTo>
                  <a:pt x="3208698" y="6280858"/>
                  <a:pt x="3261598" y="6246850"/>
                  <a:pt x="3295650" y="6224499"/>
                </a:cubicBezTo>
                <a:cubicBezTo>
                  <a:pt x="3362785" y="6180432"/>
                  <a:pt x="3411729" y="6151570"/>
                  <a:pt x="3500437" y="6103735"/>
                </a:cubicBezTo>
                <a:cubicBezTo>
                  <a:pt x="3531870" y="6086785"/>
                  <a:pt x="3566160" y="6067801"/>
                  <a:pt x="3576637" y="6061547"/>
                </a:cubicBezTo>
                <a:cubicBezTo>
                  <a:pt x="3671336" y="6005029"/>
                  <a:pt x="3806061" y="5945919"/>
                  <a:pt x="3821433" y="5954146"/>
                </a:cubicBezTo>
                <a:cubicBezTo>
                  <a:pt x="3855074" y="5972150"/>
                  <a:pt x="3841208" y="5997346"/>
                  <a:pt x="3729200" y="6121744"/>
                </a:cubicBezTo>
                <a:cubicBezTo>
                  <a:pt x="3703095" y="6150736"/>
                  <a:pt x="3674695" y="6185736"/>
                  <a:pt x="3666088" y="6199522"/>
                </a:cubicBezTo>
                <a:cubicBezTo>
                  <a:pt x="3657482" y="6213308"/>
                  <a:pt x="3581971" y="6291024"/>
                  <a:pt x="3498287" y="6372225"/>
                </a:cubicBezTo>
                <a:cubicBezTo>
                  <a:pt x="3340162" y="6525657"/>
                  <a:pt x="3321753" y="6542628"/>
                  <a:pt x="3219351" y="6629377"/>
                </a:cubicBezTo>
                <a:cubicBezTo>
                  <a:pt x="3185353" y="6658177"/>
                  <a:pt x="3132098" y="6706848"/>
                  <a:pt x="3101005" y="6737534"/>
                </a:cubicBezTo>
                <a:cubicBezTo>
                  <a:pt x="3069913" y="6768220"/>
                  <a:pt x="3015725" y="6816264"/>
                  <a:pt x="2980588" y="6844300"/>
                </a:cubicBezTo>
                <a:cubicBezTo>
                  <a:pt x="2886454" y="6919408"/>
                  <a:pt x="2730106" y="7057545"/>
                  <a:pt x="2721004" y="7073649"/>
                </a:cubicBezTo>
                <a:cubicBezTo>
                  <a:pt x="2714882" y="7084480"/>
                  <a:pt x="2508180" y="7258924"/>
                  <a:pt x="2293096" y="7434777"/>
                </a:cubicBezTo>
                <a:cubicBezTo>
                  <a:pt x="2283902" y="7442294"/>
                  <a:pt x="2223895" y="7491375"/>
                  <a:pt x="2159746" y="7543847"/>
                </a:cubicBezTo>
                <a:cubicBezTo>
                  <a:pt x="2095597" y="7596319"/>
                  <a:pt x="2038681" y="7642419"/>
                  <a:pt x="2033266" y="7646293"/>
                </a:cubicBezTo>
                <a:cubicBezTo>
                  <a:pt x="2027850" y="7650167"/>
                  <a:pt x="1993560" y="7679236"/>
                  <a:pt x="1957066" y="7710890"/>
                </a:cubicBezTo>
                <a:cubicBezTo>
                  <a:pt x="1882354" y="7775692"/>
                  <a:pt x="1784857" y="7850386"/>
                  <a:pt x="1752101" y="7867917"/>
                </a:cubicBezTo>
                <a:cubicBezTo>
                  <a:pt x="1733913" y="7877650"/>
                  <a:pt x="1728415" y="7877015"/>
                  <a:pt x="1718966" y="7864093"/>
                </a:cubicBezTo>
                <a:cubicBezTo>
                  <a:pt x="1712735" y="7855572"/>
                  <a:pt x="1704943" y="7848600"/>
                  <a:pt x="1701650" y="7848600"/>
                </a:cubicBezTo>
                <a:cubicBezTo>
                  <a:pt x="1694000" y="7848600"/>
                  <a:pt x="1597525" y="7922753"/>
                  <a:pt x="1547812" y="7966843"/>
                </a:cubicBezTo>
                <a:cubicBezTo>
                  <a:pt x="1526857" y="7985428"/>
                  <a:pt x="1506318" y="8000716"/>
                  <a:pt x="1502170" y="8000817"/>
                </a:cubicBezTo>
                <a:cubicBezTo>
                  <a:pt x="1498022" y="8000917"/>
                  <a:pt x="1485163" y="8009952"/>
                  <a:pt x="1473595" y="8020894"/>
                </a:cubicBezTo>
                <a:cubicBezTo>
                  <a:pt x="1422812" y="8068929"/>
                  <a:pt x="1333295" y="8099890"/>
                  <a:pt x="1317687" y="8074818"/>
                </a:cubicBezTo>
                <a:close/>
                <a:moveTo>
                  <a:pt x="8536524" y="7956271"/>
                </a:moveTo>
                <a:lnTo>
                  <a:pt x="8505311" y="7931487"/>
                </a:lnTo>
                <a:lnTo>
                  <a:pt x="8483522" y="7951956"/>
                </a:lnTo>
                <a:cubicBezTo>
                  <a:pt x="8443009" y="7990016"/>
                  <a:pt x="8410923" y="7980012"/>
                  <a:pt x="8327312" y="7903248"/>
                </a:cubicBezTo>
                <a:cubicBezTo>
                  <a:pt x="8285871" y="7865201"/>
                  <a:pt x="8222287" y="7808440"/>
                  <a:pt x="8186013" y="7777114"/>
                </a:cubicBezTo>
                <a:cubicBezTo>
                  <a:pt x="8149740" y="7745787"/>
                  <a:pt x="8092201" y="7693670"/>
                  <a:pt x="8058150" y="7661298"/>
                </a:cubicBezTo>
                <a:cubicBezTo>
                  <a:pt x="8024098" y="7628926"/>
                  <a:pt x="7983378" y="7592485"/>
                  <a:pt x="7967662" y="7580319"/>
                </a:cubicBezTo>
                <a:cubicBezTo>
                  <a:pt x="7951946" y="7568153"/>
                  <a:pt x="7910773" y="7530313"/>
                  <a:pt x="7876168" y="7496230"/>
                </a:cubicBezTo>
                <a:cubicBezTo>
                  <a:pt x="7841563" y="7462148"/>
                  <a:pt x="7775407" y="7399972"/>
                  <a:pt x="7729156" y="7358062"/>
                </a:cubicBezTo>
                <a:cubicBezTo>
                  <a:pt x="7384489" y="7045747"/>
                  <a:pt x="6937224" y="6595218"/>
                  <a:pt x="6806513" y="6428685"/>
                </a:cubicBezTo>
                <a:cubicBezTo>
                  <a:pt x="6796530" y="6415967"/>
                  <a:pt x="6756813" y="6370568"/>
                  <a:pt x="6718252" y="6327797"/>
                </a:cubicBezTo>
                <a:cubicBezTo>
                  <a:pt x="6679691" y="6285026"/>
                  <a:pt x="6634280" y="6230622"/>
                  <a:pt x="6617339" y="6206900"/>
                </a:cubicBezTo>
                <a:cubicBezTo>
                  <a:pt x="6600398" y="6183177"/>
                  <a:pt x="6559861" y="6127144"/>
                  <a:pt x="6527257" y="6082382"/>
                </a:cubicBezTo>
                <a:cubicBezTo>
                  <a:pt x="6463136" y="5994348"/>
                  <a:pt x="6459465" y="5972175"/>
                  <a:pt x="6509015" y="5972175"/>
                </a:cubicBezTo>
                <a:cubicBezTo>
                  <a:pt x="6560189" y="5972175"/>
                  <a:pt x="6913637" y="6204209"/>
                  <a:pt x="7132901" y="6381750"/>
                </a:cubicBezTo>
                <a:cubicBezTo>
                  <a:pt x="7168485" y="6410563"/>
                  <a:pt x="7215710" y="6446996"/>
                  <a:pt x="7237845" y="6462712"/>
                </a:cubicBezTo>
                <a:cubicBezTo>
                  <a:pt x="7326024" y="6525321"/>
                  <a:pt x="7628528" y="6763004"/>
                  <a:pt x="7697449" y="6823831"/>
                </a:cubicBezTo>
                <a:cubicBezTo>
                  <a:pt x="7721710" y="6845243"/>
                  <a:pt x="7774935" y="6890623"/>
                  <a:pt x="7815726" y="6924675"/>
                </a:cubicBezTo>
                <a:cubicBezTo>
                  <a:pt x="7856517" y="6958726"/>
                  <a:pt x="7912702" y="7006864"/>
                  <a:pt x="7940581" y="7031646"/>
                </a:cubicBezTo>
                <a:cubicBezTo>
                  <a:pt x="7968459" y="7056429"/>
                  <a:pt x="8008786" y="7087764"/>
                  <a:pt x="8030196" y="7101280"/>
                </a:cubicBezTo>
                <a:cubicBezTo>
                  <a:pt x="8051606" y="7114795"/>
                  <a:pt x="8108077" y="7160955"/>
                  <a:pt x="8155687" y="7203858"/>
                </a:cubicBezTo>
                <a:cubicBezTo>
                  <a:pt x="8203297" y="7246760"/>
                  <a:pt x="8287624" y="7320556"/>
                  <a:pt x="8343081" y="7367849"/>
                </a:cubicBezTo>
                <a:cubicBezTo>
                  <a:pt x="8562499" y="7554967"/>
                  <a:pt x="8735717" y="7753438"/>
                  <a:pt x="8714390" y="7793290"/>
                </a:cubicBezTo>
                <a:cubicBezTo>
                  <a:pt x="8709452" y="7802515"/>
                  <a:pt x="8697257" y="7814428"/>
                  <a:pt x="8687289" y="7819762"/>
                </a:cubicBezTo>
                <a:cubicBezTo>
                  <a:pt x="8670355" y="7828825"/>
                  <a:pt x="8670133" y="7831401"/>
                  <a:pt x="8683908" y="7859014"/>
                </a:cubicBezTo>
                <a:cubicBezTo>
                  <a:pt x="8700570" y="7892413"/>
                  <a:pt x="8683404" y="7927808"/>
                  <a:pt x="8639836" y="7949890"/>
                </a:cubicBezTo>
                <a:cubicBezTo>
                  <a:pt x="8628113" y="7955832"/>
                  <a:pt x="8613738" y="7965476"/>
                  <a:pt x="8607893" y="7971321"/>
                </a:cubicBezTo>
                <a:cubicBezTo>
                  <a:pt x="8591478" y="7987736"/>
                  <a:pt x="8570608" y="7983335"/>
                  <a:pt x="8536524" y="7956271"/>
                </a:cubicBezTo>
                <a:close/>
                <a:moveTo>
                  <a:pt x="6496050" y="7920037"/>
                </a:moveTo>
                <a:cubicBezTo>
                  <a:pt x="6489528" y="7912179"/>
                  <a:pt x="6469921" y="7905750"/>
                  <a:pt x="6452478" y="7905750"/>
                </a:cubicBezTo>
                <a:cubicBezTo>
                  <a:pt x="6412682" y="7905750"/>
                  <a:pt x="6377909" y="7858793"/>
                  <a:pt x="6323011" y="7730916"/>
                </a:cubicBezTo>
                <a:cubicBezTo>
                  <a:pt x="6302444" y="7683009"/>
                  <a:pt x="6279794" y="7630953"/>
                  <a:pt x="6272678" y="7615237"/>
                </a:cubicBezTo>
                <a:cubicBezTo>
                  <a:pt x="6237330" y="7537170"/>
                  <a:pt x="6208180" y="7459351"/>
                  <a:pt x="6163857" y="7324725"/>
                </a:cubicBezTo>
                <a:cubicBezTo>
                  <a:pt x="6137124" y="7243524"/>
                  <a:pt x="6110653" y="7164228"/>
                  <a:pt x="6105034" y="7148512"/>
                </a:cubicBezTo>
                <a:cubicBezTo>
                  <a:pt x="6084764" y="7091819"/>
                  <a:pt x="6031060" y="6909250"/>
                  <a:pt x="6019577" y="6858000"/>
                </a:cubicBezTo>
                <a:cubicBezTo>
                  <a:pt x="6013121" y="6829186"/>
                  <a:pt x="6001958" y="6789452"/>
                  <a:pt x="5994769" y="6769700"/>
                </a:cubicBezTo>
                <a:cubicBezTo>
                  <a:pt x="5981032" y="6731956"/>
                  <a:pt x="5977723" y="6679420"/>
                  <a:pt x="5987481" y="6653991"/>
                </a:cubicBezTo>
                <a:cubicBezTo>
                  <a:pt x="5998504" y="6625266"/>
                  <a:pt x="6024796" y="6640326"/>
                  <a:pt x="6072187" y="6702514"/>
                </a:cubicBezTo>
                <a:cubicBezTo>
                  <a:pt x="6098381" y="6736885"/>
                  <a:pt x="6135885" y="6784780"/>
                  <a:pt x="6155531" y="6808947"/>
                </a:cubicBezTo>
                <a:cubicBezTo>
                  <a:pt x="6175176" y="6833115"/>
                  <a:pt x="6191250" y="6856915"/>
                  <a:pt x="6191250" y="6861837"/>
                </a:cubicBezTo>
                <a:cubicBezTo>
                  <a:pt x="6191250" y="6866760"/>
                  <a:pt x="6197253" y="6877554"/>
                  <a:pt x="6204590" y="6885824"/>
                </a:cubicBezTo>
                <a:cubicBezTo>
                  <a:pt x="6211927" y="6894095"/>
                  <a:pt x="6229138" y="6921092"/>
                  <a:pt x="6242836" y="6945818"/>
                </a:cubicBezTo>
                <a:cubicBezTo>
                  <a:pt x="6256533" y="6970545"/>
                  <a:pt x="6277846" y="7000880"/>
                  <a:pt x="6290196" y="7013230"/>
                </a:cubicBezTo>
                <a:cubicBezTo>
                  <a:pt x="6310481" y="7033515"/>
                  <a:pt x="6352604" y="7112271"/>
                  <a:pt x="6472084" y="7353300"/>
                </a:cubicBezTo>
                <a:cubicBezTo>
                  <a:pt x="6542577" y="7495507"/>
                  <a:pt x="6581775" y="7580435"/>
                  <a:pt x="6581775" y="7590966"/>
                </a:cubicBezTo>
                <a:cubicBezTo>
                  <a:pt x="6581775" y="7596599"/>
                  <a:pt x="6585917" y="7608651"/>
                  <a:pt x="6590981" y="7617747"/>
                </a:cubicBezTo>
                <a:cubicBezTo>
                  <a:pt x="6658605" y="7739234"/>
                  <a:pt x="6665775" y="7886700"/>
                  <a:pt x="6604058" y="7886700"/>
                </a:cubicBezTo>
                <a:cubicBezTo>
                  <a:pt x="6591802" y="7886700"/>
                  <a:pt x="6581775" y="7890680"/>
                  <a:pt x="6581775" y="7895544"/>
                </a:cubicBezTo>
                <a:cubicBezTo>
                  <a:pt x="6581775" y="7928258"/>
                  <a:pt x="6517995" y="7946480"/>
                  <a:pt x="6496050" y="7920037"/>
                </a:cubicBezTo>
                <a:close/>
                <a:moveTo>
                  <a:pt x="3520205" y="7864238"/>
                </a:moveTo>
                <a:cubicBezTo>
                  <a:pt x="3496291" y="7845169"/>
                  <a:pt x="3493703" y="7838281"/>
                  <a:pt x="3499282" y="7808544"/>
                </a:cubicBezTo>
                <a:cubicBezTo>
                  <a:pt x="3504121" y="7782748"/>
                  <a:pt x="3502168" y="7773274"/>
                  <a:pt x="3491136" y="7769041"/>
                </a:cubicBezTo>
                <a:cubicBezTo>
                  <a:pt x="3462055" y="7757882"/>
                  <a:pt x="3482432" y="7689791"/>
                  <a:pt x="3539935" y="7605974"/>
                </a:cubicBezTo>
                <a:cubicBezTo>
                  <a:pt x="3547024" y="7595640"/>
                  <a:pt x="3552825" y="7580057"/>
                  <a:pt x="3552825" y="7571343"/>
                </a:cubicBezTo>
                <a:cubicBezTo>
                  <a:pt x="3552825" y="7532664"/>
                  <a:pt x="3804691" y="7105650"/>
                  <a:pt x="3827505" y="7105650"/>
                </a:cubicBezTo>
                <a:cubicBezTo>
                  <a:pt x="3831334" y="7105650"/>
                  <a:pt x="3842576" y="7091719"/>
                  <a:pt x="3852487" y="7074693"/>
                </a:cubicBezTo>
                <a:cubicBezTo>
                  <a:pt x="3879088" y="7028996"/>
                  <a:pt x="4014911" y="6837946"/>
                  <a:pt x="4040399" y="6810375"/>
                </a:cubicBezTo>
                <a:cubicBezTo>
                  <a:pt x="4052506" y="6797278"/>
                  <a:pt x="4074677" y="6770148"/>
                  <a:pt x="4089668" y="6750086"/>
                </a:cubicBezTo>
                <a:cubicBezTo>
                  <a:pt x="4127101" y="6699991"/>
                  <a:pt x="4210521" y="6619875"/>
                  <a:pt x="4225249" y="6619875"/>
                </a:cubicBezTo>
                <a:cubicBezTo>
                  <a:pt x="4242902" y="6619875"/>
                  <a:pt x="4251310" y="6655441"/>
                  <a:pt x="4240614" y="6684870"/>
                </a:cubicBezTo>
                <a:cubicBezTo>
                  <a:pt x="4235518" y="6698891"/>
                  <a:pt x="4223681" y="6736080"/>
                  <a:pt x="4214309" y="6767512"/>
                </a:cubicBezTo>
                <a:cubicBezTo>
                  <a:pt x="4170868" y="6913209"/>
                  <a:pt x="4118408" y="7059875"/>
                  <a:pt x="4084861" y="7129421"/>
                </a:cubicBezTo>
                <a:cubicBezTo>
                  <a:pt x="4064656" y="7171309"/>
                  <a:pt x="4048125" y="7215082"/>
                  <a:pt x="4048125" y="7226695"/>
                </a:cubicBezTo>
                <a:cubicBezTo>
                  <a:pt x="4048125" y="7272210"/>
                  <a:pt x="3925103" y="7535060"/>
                  <a:pt x="3841025" y="7669187"/>
                </a:cubicBezTo>
                <a:cubicBezTo>
                  <a:pt x="3704693" y="7886674"/>
                  <a:pt x="3708837" y="7882707"/>
                  <a:pt x="3616051" y="7884599"/>
                </a:cubicBezTo>
                <a:cubicBezTo>
                  <a:pt x="3557708" y="7885789"/>
                  <a:pt x="3543429" y="7882756"/>
                  <a:pt x="3520205" y="7864238"/>
                </a:cubicBezTo>
                <a:close/>
                <a:moveTo>
                  <a:pt x="1922622" y="6210300"/>
                </a:moveTo>
                <a:cubicBezTo>
                  <a:pt x="1916816" y="6193642"/>
                  <a:pt x="1905899" y="6181725"/>
                  <a:pt x="1896448" y="6181725"/>
                </a:cubicBezTo>
                <a:cubicBezTo>
                  <a:pt x="1862989" y="6181725"/>
                  <a:pt x="1839059" y="6108443"/>
                  <a:pt x="1866900" y="6091237"/>
                </a:cubicBezTo>
                <a:cubicBezTo>
                  <a:pt x="1872138" y="6087999"/>
                  <a:pt x="1876425" y="6072950"/>
                  <a:pt x="1876425" y="6057795"/>
                </a:cubicBezTo>
                <a:cubicBezTo>
                  <a:pt x="1876425" y="6025348"/>
                  <a:pt x="1943993" y="5972175"/>
                  <a:pt x="1985223" y="5972175"/>
                </a:cubicBezTo>
                <a:cubicBezTo>
                  <a:pt x="2000293" y="5972175"/>
                  <a:pt x="2019298" y="5961321"/>
                  <a:pt x="2034911" y="5943798"/>
                </a:cubicBezTo>
                <a:cubicBezTo>
                  <a:pt x="2048817" y="5928190"/>
                  <a:pt x="2069210" y="5912686"/>
                  <a:pt x="2080229" y="5909343"/>
                </a:cubicBezTo>
                <a:cubicBezTo>
                  <a:pt x="2091247" y="5905999"/>
                  <a:pt x="2122892" y="5893052"/>
                  <a:pt x="2150551" y="5880569"/>
                </a:cubicBezTo>
                <a:cubicBezTo>
                  <a:pt x="2178209" y="5868087"/>
                  <a:pt x="2203279" y="5857875"/>
                  <a:pt x="2206261" y="5857875"/>
                </a:cubicBezTo>
                <a:cubicBezTo>
                  <a:pt x="2209243" y="5857875"/>
                  <a:pt x="2227333" y="5850937"/>
                  <a:pt x="2246460" y="5842457"/>
                </a:cubicBezTo>
                <a:cubicBezTo>
                  <a:pt x="2319964" y="5809871"/>
                  <a:pt x="2339732" y="5801701"/>
                  <a:pt x="2381250" y="5786748"/>
                </a:cubicBezTo>
                <a:cubicBezTo>
                  <a:pt x="2404824" y="5778258"/>
                  <a:pt x="2445543" y="5764680"/>
                  <a:pt x="2471737" y="5756574"/>
                </a:cubicBezTo>
                <a:cubicBezTo>
                  <a:pt x="2497931" y="5748469"/>
                  <a:pt x="2532221" y="5736427"/>
                  <a:pt x="2547937" y="5729815"/>
                </a:cubicBezTo>
                <a:cubicBezTo>
                  <a:pt x="2563653" y="5723204"/>
                  <a:pt x="2600086" y="5712354"/>
                  <a:pt x="2628900" y="5705705"/>
                </a:cubicBezTo>
                <a:cubicBezTo>
                  <a:pt x="2657713" y="5699056"/>
                  <a:pt x="2689860" y="5690102"/>
                  <a:pt x="2700337" y="5685807"/>
                </a:cubicBezTo>
                <a:cubicBezTo>
                  <a:pt x="2721899" y="5676967"/>
                  <a:pt x="2860285" y="5641274"/>
                  <a:pt x="2922430" y="5628524"/>
                </a:cubicBezTo>
                <a:cubicBezTo>
                  <a:pt x="2945044" y="5623884"/>
                  <a:pt x="2968417" y="5617077"/>
                  <a:pt x="2974369" y="5613399"/>
                </a:cubicBezTo>
                <a:cubicBezTo>
                  <a:pt x="2990381" y="5603503"/>
                  <a:pt x="3113368" y="5582728"/>
                  <a:pt x="3159356" y="5582151"/>
                </a:cubicBezTo>
                <a:cubicBezTo>
                  <a:pt x="3236598" y="5581181"/>
                  <a:pt x="3220353" y="5606747"/>
                  <a:pt x="3090071" y="5691187"/>
                </a:cubicBezTo>
                <a:cubicBezTo>
                  <a:pt x="3057739" y="5712142"/>
                  <a:pt x="3006726" y="5745602"/>
                  <a:pt x="2976707" y="5765542"/>
                </a:cubicBezTo>
                <a:cubicBezTo>
                  <a:pt x="2946688" y="5785482"/>
                  <a:pt x="2889370" y="5819666"/>
                  <a:pt x="2849332" y="5841506"/>
                </a:cubicBezTo>
                <a:cubicBezTo>
                  <a:pt x="2809295" y="5863346"/>
                  <a:pt x="2756699" y="5892037"/>
                  <a:pt x="2732453" y="5905264"/>
                </a:cubicBezTo>
                <a:cubicBezTo>
                  <a:pt x="2708206" y="5918490"/>
                  <a:pt x="2669630" y="5942270"/>
                  <a:pt x="2646728" y="5958107"/>
                </a:cubicBezTo>
                <a:cubicBezTo>
                  <a:pt x="2574418" y="6008110"/>
                  <a:pt x="2376266" y="6099127"/>
                  <a:pt x="2116483" y="6201664"/>
                </a:cubicBezTo>
                <a:cubicBezTo>
                  <a:pt x="2104449" y="6206413"/>
                  <a:pt x="2087304" y="6210326"/>
                  <a:pt x="2078383" y="6210358"/>
                </a:cubicBezTo>
                <a:cubicBezTo>
                  <a:pt x="2069461" y="6210390"/>
                  <a:pt x="2049885" y="6216820"/>
                  <a:pt x="2034879" y="6224646"/>
                </a:cubicBezTo>
                <a:cubicBezTo>
                  <a:pt x="1985757" y="6250265"/>
                  <a:pt x="1934260" y="6243683"/>
                  <a:pt x="1922622" y="6210300"/>
                </a:cubicBezTo>
                <a:close/>
                <a:moveTo>
                  <a:pt x="8158162" y="6207832"/>
                </a:moveTo>
                <a:cubicBezTo>
                  <a:pt x="8147685" y="6201555"/>
                  <a:pt x="8121500" y="6195816"/>
                  <a:pt x="8099975" y="6195080"/>
                </a:cubicBezTo>
                <a:cubicBezTo>
                  <a:pt x="8076623" y="6194281"/>
                  <a:pt x="8032226" y="6179792"/>
                  <a:pt x="7989899" y="6159158"/>
                </a:cubicBezTo>
                <a:cubicBezTo>
                  <a:pt x="7950882" y="6140137"/>
                  <a:pt x="7915514" y="6124575"/>
                  <a:pt x="7911302" y="6124575"/>
                </a:cubicBezTo>
                <a:cubicBezTo>
                  <a:pt x="7897469" y="6124575"/>
                  <a:pt x="7581100" y="5963012"/>
                  <a:pt x="7540558" y="5935244"/>
                </a:cubicBezTo>
                <a:cubicBezTo>
                  <a:pt x="7518766" y="5920318"/>
                  <a:pt x="7481649" y="5898361"/>
                  <a:pt x="7458075" y="5886450"/>
                </a:cubicBezTo>
                <a:cubicBezTo>
                  <a:pt x="7434500" y="5874538"/>
                  <a:pt x="7395924" y="5851449"/>
                  <a:pt x="7372350" y="5835140"/>
                </a:cubicBezTo>
                <a:cubicBezTo>
                  <a:pt x="7348775" y="5818831"/>
                  <a:pt x="7322682" y="5801201"/>
                  <a:pt x="7314366" y="5795962"/>
                </a:cubicBezTo>
                <a:cubicBezTo>
                  <a:pt x="7219461" y="5736181"/>
                  <a:pt x="7096125" y="5639778"/>
                  <a:pt x="7096125" y="5625378"/>
                </a:cubicBezTo>
                <a:cubicBezTo>
                  <a:pt x="7096125" y="5589889"/>
                  <a:pt x="7136011" y="5586245"/>
                  <a:pt x="7210425" y="5614934"/>
                </a:cubicBezTo>
                <a:cubicBezTo>
                  <a:pt x="7228760" y="5622003"/>
                  <a:pt x="7271623" y="5632598"/>
                  <a:pt x="7305675" y="5638479"/>
                </a:cubicBezTo>
                <a:cubicBezTo>
                  <a:pt x="7339726" y="5644359"/>
                  <a:pt x="7378303" y="5652934"/>
                  <a:pt x="7391400" y="5657534"/>
                </a:cubicBezTo>
                <a:cubicBezTo>
                  <a:pt x="7416226" y="5666254"/>
                  <a:pt x="7548752" y="5705520"/>
                  <a:pt x="7639050" y="5730910"/>
                </a:cubicBezTo>
                <a:cubicBezTo>
                  <a:pt x="7667863" y="5739012"/>
                  <a:pt x="7751445" y="5768401"/>
                  <a:pt x="7824787" y="5796220"/>
                </a:cubicBezTo>
                <a:cubicBezTo>
                  <a:pt x="7898130" y="5824038"/>
                  <a:pt x="7969965" y="5849765"/>
                  <a:pt x="7984421" y="5853392"/>
                </a:cubicBezTo>
                <a:cubicBezTo>
                  <a:pt x="7998877" y="5857018"/>
                  <a:pt x="8013060" y="5863796"/>
                  <a:pt x="8015939" y="5868455"/>
                </a:cubicBezTo>
                <a:cubicBezTo>
                  <a:pt x="8018818" y="5873113"/>
                  <a:pt x="8027402" y="5876925"/>
                  <a:pt x="8035014" y="5876925"/>
                </a:cubicBezTo>
                <a:cubicBezTo>
                  <a:pt x="8066935" y="5876925"/>
                  <a:pt x="8189779" y="5944967"/>
                  <a:pt x="8195065" y="5965575"/>
                </a:cubicBezTo>
                <a:cubicBezTo>
                  <a:pt x="8198011" y="5977063"/>
                  <a:pt x="8219846" y="5998643"/>
                  <a:pt x="8243586" y="6013530"/>
                </a:cubicBezTo>
                <a:cubicBezTo>
                  <a:pt x="8267326" y="6028418"/>
                  <a:pt x="8287128" y="6043420"/>
                  <a:pt x="8287591" y="6046868"/>
                </a:cubicBezTo>
                <a:cubicBezTo>
                  <a:pt x="8299713" y="6137188"/>
                  <a:pt x="8283109" y="6191250"/>
                  <a:pt x="8243246" y="6191250"/>
                </a:cubicBezTo>
                <a:cubicBezTo>
                  <a:pt x="8236861" y="6191250"/>
                  <a:pt x="8229170" y="6197679"/>
                  <a:pt x="8226155" y="6205537"/>
                </a:cubicBezTo>
                <a:cubicBezTo>
                  <a:pt x="8219618" y="6222573"/>
                  <a:pt x="8184732" y="6223751"/>
                  <a:pt x="8158162" y="6207832"/>
                </a:cubicBezTo>
                <a:close/>
                <a:moveTo>
                  <a:pt x="9320212" y="5090730"/>
                </a:moveTo>
                <a:cubicBezTo>
                  <a:pt x="8625260" y="5063463"/>
                  <a:pt x="8412254" y="5052164"/>
                  <a:pt x="8234362" y="5033133"/>
                </a:cubicBezTo>
                <a:cubicBezTo>
                  <a:pt x="8213407" y="5030891"/>
                  <a:pt x="8172688" y="5026971"/>
                  <a:pt x="8143875" y="5024423"/>
                </a:cubicBezTo>
                <a:cubicBezTo>
                  <a:pt x="7668920" y="4982413"/>
                  <a:pt x="7315231" y="4936648"/>
                  <a:pt x="7172325" y="4898711"/>
                </a:cubicBezTo>
                <a:cubicBezTo>
                  <a:pt x="7143511" y="4891062"/>
                  <a:pt x="7098238" y="4879466"/>
                  <a:pt x="7071716" y="4872942"/>
                </a:cubicBezTo>
                <a:cubicBezTo>
                  <a:pt x="7011331" y="4858088"/>
                  <a:pt x="7000875" y="4851611"/>
                  <a:pt x="7000875" y="4829059"/>
                </a:cubicBezTo>
                <a:cubicBezTo>
                  <a:pt x="7000875" y="4805489"/>
                  <a:pt x="7047850" y="4784535"/>
                  <a:pt x="7115175" y="4778074"/>
                </a:cubicBezTo>
                <a:cubicBezTo>
                  <a:pt x="7143988" y="4775309"/>
                  <a:pt x="7223283" y="4764339"/>
                  <a:pt x="7291387" y="4753697"/>
                </a:cubicBezTo>
                <a:cubicBezTo>
                  <a:pt x="7359491" y="4743055"/>
                  <a:pt x="7443073" y="4734075"/>
                  <a:pt x="7477125" y="4733742"/>
                </a:cubicBezTo>
                <a:cubicBezTo>
                  <a:pt x="7511176" y="4733409"/>
                  <a:pt x="7599045" y="4726968"/>
                  <a:pt x="7672387" y="4719428"/>
                </a:cubicBezTo>
                <a:cubicBezTo>
                  <a:pt x="7902954" y="4695727"/>
                  <a:pt x="8559705" y="4676778"/>
                  <a:pt x="9186862" y="4675733"/>
                </a:cubicBezTo>
                <a:cubicBezTo>
                  <a:pt x="9762162" y="4674774"/>
                  <a:pt x="9851895" y="4677635"/>
                  <a:pt x="9864062" y="4697322"/>
                </a:cubicBezTo>
                <a:cubicBezTo>
                  <a:pt x="9872117" y="4710354"/>
                  <a:pt x="9849303" y="4733925"/>
                  <a:pt x="9828633" y="4733925"/>
                </a:cubicBezTo>
                <a:cubicBezTo>
                  <a:pt x="9818797" y="4733925"/>
                  <a:pt x="9810750" y="4737355"/>
                  <a:pt x="9810750" y="4741548"/>
                </a:cubicBezTo>
                <a:cubicBezTo>
                  <a:pt x="9810750" y="4745741"/>
                  <a:pt x="9883376" y="4750216"/>
                  <a:pt x="9972142" y="4751493"/>
                </a:cubicBezTo>
                <a:cubicBezTo>
                  <a:pt x="10129031" y="4753749"/>
                  <a:pt x="10134944" y="4754567"/>
                  <a:pt x="10184073" y="4780818"/>
                </a:cubicBezTo>
                <a:cubicBezTo>
                  <a:pt x="10243205" y="4812414"/>
                  <a:pt x="10247003" y="4827699"/>
                  <a:pt x="10201275" y="4850059"/>
                </a:cubicBezTo>
                <a:lnTo>
                  <a:pt x="10167937" y="4866359"/>
                </a:lnTo>
                <a:lnTo>
                  <a:pt x="10206299" y="4866817"/>
                </a:lnTo>
                <a:cubicBezTo>
                  <a:pt x="10252898" y="4867373"/>
                  <a:pt x="10287000" y="4889308"/>
                  <a:pt x="10287000" y="4918726"/>
                </a:cubicBezTo>
                <a:cubicBezTo>
                  <a:pt x="10287000" y="4952852"/>
                  <a:pt x="10256850" y="4972307"/>
                  <a:pt x="10192588" y="4979647"/>
                </a:cubicBezTo>
                <a:cubicBezTo>
                  <a:pt x="10129412" y="4986863"/>
                  <a:pt x="10112275" y="5002158"/>
                  <a:pt x="10158412" y="5010150"/>
                </a:cubicBezTo>
                <a:cubicBezTo>
                  <a:pt x="10199623" y="5017288"/>
                  <a:pt x="10198194" y="5054924"/>
                  <a:pt x="10155771" y="5079700"/>
                </a:cubicBezTo>
                <a:cubicBezTo>
                  <a:pt x="10130590" y="5094407"/>
                  <a:pt x="10109412" y="5097428"/>
                  <a:pt x="10046234" y="5095330"/>
                </a:cubicBezTo>
                <a:cubicBezTo>
                  <a:pt x="10003157" y="5093899"/>
                  <a:pt x="9952910" y="5093581"/>
                  <a:pt x="9934575" y="5094625"/>
                </a:cubicBezTo>
                <a:cubicBezTo>
                  <a:pt x="9799261" y="5102324"/>
                  <a:pt x="9580341" y="5100937"/>
                  <a:pt x="9320212" y="5090730"/>
                </a:cubicBezTo>
                <a:close/>
                <a:moveTo>
                  <a:pt x="500062" y="5076698"/>
                </a:moveTo>
                <a:cubicBezTo>
                  <a:pt x="489585" y="5072265"/>
                  <a:pt x="408652" y="5068337"/>
                  <a:pt x="320211" y="5067969"/>
                </a:cubicBezTo>
                <a:cubicBezTo>
                  <a:pt x="173291" y="5067357"/>
                  <a:pt x="156436" y="5065529"/>
                  <a:pt x="124949" y="5046789"/>
                </a:cubicBezTo>
                <a:cubicBezTo>
                  <a:pt x="76202" y="5017775"/>
                  <a:pt x="66194" y="5003130"/>
                  <a:pt x="76532" y="4975938"/>
                </a:cubicBezTo>
                <a:cubicBezTo>
                  <a:pt x="83984" y="4956338"/>
                  <a:pt x="81910" y="4952405"/>
                  <a:pt x="61412" y="4947260"/>
                </a:cubicBezTo>
                <a:cubicBezTo>
                  <a:pt x="-14342" y="4928247"/>
                  <a:pt x="-5231" y="4819650"/>
                  <a:pt x="72117" y="4819650"/>
                </a:cubicBezTo>
                <a:cubicBezTo>
                  <a:pt x="112170" y="4819650"/>
                  <a:pt x="112817" y="4813632"/>
                  <a:pt x="76139" y="4782243"/>
                </a:cubicBezTo>
                <a:cubicBezTo>
                  <a:pt x="43702" y="4754484"/>
                  <a:pt x="46458" y="4747071"/>
                  <a:pt x="100012" y="4718017"/>
                </a:cubicBezTo>
                <a:cubicBezTo>
                  <a:pt x="137405" y="4697729"/>
                  <a:pt x="140320" y="4697593"/>
                  <a:pt x="257175" y="4710670"/>
                </a:cubicBezTo>
                <a:cubicBezTo>
                  <a:pt x="322659" y="4717998"/>
                  <a:pt x="395525" y="4723443"/>
                  <a:pt x="419100" y="4722770"/>
                </a:cubicBezTo>
                <a:cubicBezTo>
                  <a:pt x="448125" y="4721941"/>
                  <a:pt x="452737" y="4720425"/>
                  <a:pt x="433387" y="4718076"/>
                </a:cubicBezTo>
                <a:cubicBezTo>
                  <a:pt x="336789" y="4706348"/>
                  <a:pt x="313738" y="4687701"/>
                  <a:pt x="369093" y="4666065"/>
                </a:cubicBezTo>
                <a:cubicBezTo>
                  <a:pt x="404477" y="4652236"/>
                  <a:pt x="1862771" y="4653790"/>
                  <a:pt x="2200275" y="4668017"/>
                </a:cubicBezTo>
                <a:cubicBezTo>
                  <a:pt x="2339101" y="4673869"/>
                  <a:pt x="2512695" y="4680513"/>
                  <a:pt x="2586037" y="4682781"/>
                </a:cubicBezTo>
                <a:cubicBezTo>
                  <a:pt x="2659380" y="4685049"/>
                  <a:pt x="2731814" y="4691055"/>
                  <a:pt x="2747002" y="4696127"/>
                </a:cubicBezTo>
                <a:cubicBezTo>
                  <a:pt x="2762190" y="4701199"/>
                  <a:pt x="2798624" y="4705375"/>
                  <a:pt x="2827965" y="4705406"/>
                </a:cubicBezTo>
                <a:cubicBezTo>
                  <a:pt x="2857306" y="4705437"/>
                  <a:pt x="2923801" y="4711866"/>
                  <a:pt x="2975732" y="4719693"/>
                </a:cubicBezTo>
                <a:cubicBezTo>
                  <a:pt x="3027663" y="4727520"/>
                  <a:pt x="3088489" y="4733925"/>
                  <a:pt x="3110901" y="4733925"/>
                </a:cubicBezTo>
                <a:cubicBezTo>
                  <a:pt x="3133313" y="4733925"/>
                  <a:pt x="3153950" y="4737646"/>
                  <a:pt x="3156761" y="4742194"/>
                </a:cubicBezTo>
                <a:cubicBezTo>
                  <a:pt x="3159572" y="4746742"/>
                  <a:pt x="3184471" y="4753376"/>
                  <a:pt x="3212092" y="4756936"/>
                </a:cubicBezTo>
                <a:cubicBezTo>
                  <a:pt x="3355055" y="4775362"/>
                  <a:pt x="3363088" y="4828133"/>
                  <a:pt x="3227387" y="4857408"/>
                </a:cubicBezTo>
                <a:cubicBezTo>
                  <a:pt x="3204686" y="4862305"/>
                  <a:pt x="3156108" y="4873148"/>
                  <a:pt x="3119437" y="4881502"/>
                </a:cubicBezTo>
                <a:cubicBezTo>
                  <a:pt x="2965680" y="4916533"/>
                  <a:pt x="2908268" y="4925758"/>
                  <a:pt x="2681287" y="4951908"/>
                </a:cubicBezTo>
                <a:cubicBezTo>
                  <a:pt x="2440008" y="4979705"/>
                  <a:pt x="2335872" y="4989608"/>
                  <a:pt x="2162175" y="5001274"/>
                </a:cubicBezTo>
                <a:cubicBezTo>
                  <a:pt x="2075735" y="5007079"/>
                  <a:pt x="1960006" y="5015570"/>
                  <a:pt x="1905000" y="5020143"/>
                </a:cubicBezTo>
                <a:cubicBezTo>
                  <a:pt x="1420185" y="5060445"/>
                  <a:pt x="544924" y="5095679"/>
                  <a:pt x="500062" y="5076698"/>
                </a:cubicBezTo>
                <a:close/>
                <a:moveTo>
                  <a:pt x="7160352" y="4061552"/>
                </a:moveTo>
                <a:cubicBezTo>
                  <a:pt x="7141742" y="4042942"/>
                  <a:pt x="7159010" y="4020682"/>
                  <a:pt x="7224338" y="3979068"/>
                </a:cubicBezTo>
                <a:cubicBezTo>
                  <a:pt x="7263403" y="3954184"/>
                  <a:pt x="7299827" y="3933825"/>
                  <a:pt x="7305282" y="3933825"/>
                </a:cubicBezTo>
                <a:cubicBezTo>
                  <a:pt x="7310737" y="3933825"/>
                  <a:pt x="7315204" y="3930610"/>
                  <a:pt x="7315209" y="3926681"/>
                </a:cubicBezTo>
                <a:cubicBezTo>
                  <a:pt x="7315215" y="3922752"/>
                  <a:pt x="7337717" y="3907129"/>
                  <a:pt x="7365215" y="3891963"/>
                </a:cubicBezTo>
                <a:cubicBezTo>
                  <a:pt x="7392714" y="3876797"/>
                  <a:pt x="7421641" y="3859007"/>
                  <a:pt x="7429500" y="3852429"/>
                </a:cubicBezTo>
                <a:cubicBezTo>
                  <a:pt x="7442812" y="3841285"/>
                  <a:pt x="7460966" y="3830738"/>
                  <a:pt x="7586662" y="3761122"/>
                </a:cubicBezTo>
                <a:cubicBezTo>
                  <a:pt x="7645176" y="3728715"/>
                  <a:pt x="8075481" y="3514725"/>
                  <a:pt x="8082134" y="3514725"/>
                </a:cubicBezTo>
                <a:cubicBezTo>
                  <a:pt x="8084773" y="3514725"/>
                  <a:pt x="8105102" y="3506603"/>
                  <a:pt x="8127310" y="3496677"/>
                </a:cubicBezTo>
                <a:cubicBezTo>
                  <a:pt x="8234948" y="3448567"/>
                  <a:pt x="8280394" y="3433806"/>
                  <a:pt x="8284358" y="3445668"/>
                </a:cubicBezTo>
                <a:cubicBezTo>
                  <a:pt x="8289645" y="3461488"/>
                  <a:pt x="8325478" y="3460823"/>
                  <a:pt x="8348924" y="3444470"/>
                </a:cubicBezTo>
                <a:cubicBezTo>
                  <a:pt x="8359257" y="3437263"/>
                  <a:pt x="8390501" y="3428249"/>
                  <a:pt x="8418353" y="3424439"/>
                </a:cubicBezTo>
                <a:cubicBezTo>
                  <a:pt x="8463939" y="3418204"/>
                  <a:pt x="8469487" y="3419396"/>
                  <a:pt x="8473929" y="3436382"/>
                </a:cubicBezTo>
                <a:cubicBezTo>
                  <a:pt x="8476643" y="3446761"/>
                  <a:pt x="8488666" y="3459718"/>
                  <a:pt x="8500645" y="3465177"/>
                </a:cubicBezTo>
                <a:cubicBezTo>
                  <a:pt x="8530584" y="3478817"/>
                  <a:pt x="8541384" y="3524160"/>
                  <a:pt x="8518654" y="3540781"/>
                </a:cubicBezTo>
                <a:cubicBezTo>
                  <a:pt x="8504074" y="3551442"/>
                  <a:pt x="8503347" y="3556195"/>
                  <a:pt x="8513751" y="3572854"/>
                </a:cubicBezTo>
                <a:cubicBezTo>
                  <a:pt x="8532601" y="3603037"/>
                  <a:pt x="8471716" y="3657600"/>
                  <a:pt x="8419186" y="3657600"/>
                </a:cubicBezTo>
                <a:cubicBezTo>
                  <a:pt x="8388313" y="3657600"/>
                  <a:pt x="8379979" y="3661674"/>
                  <a:pt x="8372929" y="3680216"/>
                </a:cubicBezTo>
                <a:cubicBezTo>
                  <a:pt x="8364696" y="3701871"/>
                  <a:pt x="8279409" y="3752850"/>
                  <a:pt x="8251413" y="3752850"/>
                </a:cubicBezTo>
                <a:cubicBezTo>
                  <a:pt x="8244512" y="3752850"/>
                  <a:pt x="8231423" y="3756636"/>
                  <a:pt x="8222327" y="3761263"/>
                </a:cubicBezTo>
                <a:cubicBezTo>
                  <a:pt x="8213230" y="3765891"/>
                  <a:pt x="8195071" y="3773872"/>
                  <a:pt x="8181975" y="3778999"/>
                </a:cubicBezTo>
                <a:cubicBezTo>
                  <a:pt x="8168878" y="3784126"/>
                  <a:pt x="8132445" y="3799191"/>
                  <a:pt x="8101012" y="3812478"/>
                </a:cubicBezTo>
                <a:cubicBezTo>
                  <a:pt x="8069580" y="3825764"/>
                  <a:pt x="8024574" y="3844014"/>
                  <a:pt x="8001000" y="3853033"/>
                </a:cubicBezTo>
                <a:cubicBezTo>
                  <a:pt x="7977425" y="3862051"/>
                  <a:pt x="7949565" y="3872818"/>
                  <a:pt x="7939087" y="3876959"/>
                </a:cubicBezTo>
                <a:cubicBezTo>
                  <a:pt x="7916835" y="3885753"/>
                  <a:pt x="7803669" y="3921351"/>
                  <a:pt x="7681912" y="3957856"/>
                </a:cubicBezTo>
                <a:cubicBezTo>
                  <a:pt x="7634763" y="3971992"/>
                  <a:pt x="7583760" y="3987370"/>
                  <a:pt x="7568572" y="3992029"/>
                </a:cubicBezTo>
                <a:cubicBezTo>
                  <a:pt x="7553384" y="3996688"/>
                  <a:pt x="7528991" y="4000500"/>
                  <a:pt x="7514365" y="4000500"/>
                </a:cubicBezTo>
                <a:cubicBezTo>
                  <a:pt x="7499740" y="4000500"/>
                  <a:pt x="7485125" y="4004786"/>
                  <a:pt x="7481887" y="4010025"/>
                </a:cubicBezTo>
                <a:cubicBezTo>
                  <a:pt x="7478649" y="4015263"/>
                  <a:pt x="7463673" y="4019550"/>
                  <a:pt x="7448607" y="4019550"/>
                </a:cubicBezTo>
                <a:cubicBezTo>
                  <a:pt x="7433541" y="4019550"/>
                  <a:pt x="7409148" y="4024142"/>
                  <a:pt x="7394401" y="4029754"/>
                </a:cubicBezTo>
                <a:cubicBezTo>
                  <a:pt x="7379653" y="4035367"/>
                  <a:pt x="7335440" y="4043729"/>
                  <a:pt x="7296150" y="4048338"/>
                </a:cubicBezTo>
                <a:cubicBezTo>
                  <a:pt x="7256859" y="4052946"/>
                  <a:pt x="7211823" y="4059397"/>
                  <a:pt x="7196071" y="4062673"/>
                </a:cubicBezTo>
                <a:cubicBezTo>
                  <a:pt x="7180318" y="4065949"/>
                  <a:pt x="7164245" y="4065445"/>
                  <a:pt x="7160352" y="4061552"/>
                </a:cubicBezTo>
                <a:close/>
                <a:moveTo>
                  <a:pt x="3052762" y="4022822"/>
                </a:moveTo>
                <a:cubicBezTo>
                  <a:pt x="3016091" y="4015320"/>
                  <a:pt x="2966799" y="4005440"/>
                  <a:pt x="2943225" y="4000866"/>
                </a:cubicBezTo>
                <a:cubicBezTo>
                  <a:pt x="2847260" y="3982250"/>
                  <a:pt x="2745062" y="3954327"/>
                  <a:pt x="2728674" y="3942246"/>
                </a:cubicBezTo>
                <a:cubicBezTo>
                  <a:pt x="2723304" y="3938288"/>
                  <a:pt x="2695444" y="3932360"/>
                  <a:pt x="2666761" y="3929074"/>
                </a:cubicBezTo>
                <a:cubicBezTo>
                  <a:pt x="2600833" y="3921519"/>
                  <a:pt x="2525015" y="3906313"/>
                  <a:pt x="2500312" y="3895690"/>
                </a:cubicBezTo>
                <a:cubicBezTo>
                  <a:pt x="2489835" y="3891184"/>
                  <a:pt x="2468403" y="3885584"/>
                  <a:pt x="2452687" y="3883245"/>
                </a:cubicBezTo>
                <a:cubicBezTo>
                  <a:pt x="2426381" y="3879330"/>
                  <a:pt x="2201363" y="3802566"/>
                  <a:pt x="2157412" y="3782514"/>
                </a:cubicBezTo>
                <a:cubicBezTo>
                  <a:pt x="2146935" y="3777733"/>
                  <a:pt x="2123360" y="3768434"/>
                  <a:pt x="2105025" y="3761849"/>
                </a:cubicBezTo>
                <a:cubicBezTo>
                  <a:pt x="2086689" y="3755264"/>
                  <a:pt x="2049057" y="3739830"/>
                  <a:pt x="2021398" y="3727550"/>
                </a:cubicBezTo>
                <a:cubicBezTo>
                  <a:pt x="1993740" y="3715271"/>
                  <a:pt x="1968684" y="3705225"/>
                  <a:pt x="1965719" y="3705225"/>
                </a:cubicBezTo>
                <a:cubicBezTo>
                  <a:pt x="1962754" y="3705225"/>
                  <a:pt x="1946807" y="3695580"/>
                  <a:pt x="1930282" y="3683793"/>
                </a:cubicBezTo>
                <a:cubicBezTo>
                  <a:pt x="1913757" y="3672006"/>
                  <a:pt x="1880205" y="3653067"/>
                  <a:pt x="1855721" y="3641706"/>
                </a:cubicBezTo>
                <a:cubicBezTo>
                  <a:pt x="1803328" y="3617395"/>
                  <a:pt x="1776521" y="3582186"/>
                  <a:pt x="1784922" y="3548715"/>
                </a:cubicBezTo>
                <a:cubicBezTo>
                  <a:pt x="1788138" y="3535901"/>
                  <a:pt x="1786467" y="3522758"/>
                  <a:pt x="1781209" y="3519509"/>
                </a:cubicBezTo>
                <a:cubicBezTo>
                  <a:pt x="1756196" y="3504049"/>
                  <a:pt x="1778871" y="3429000"/>
                  <a:pt x="1808556" y="3429000"/>
                </a:cubicBezTo>
                <a:cubicBezTo>
                  <a:pt x="1818008" y="3429000"/>
                  <a:pt x="1830624" y="3418284"/>
                  <a:pt x="1836591" y="3405187"/>
                </a:cubicBezTo>
                <a:cubicBezTo>
                  <a:pt x="1845742" y="3385103"/>
                  <a:pt x="1853924" y="3381375"/>
                  <a:pt x="1888847" y="3381375"/>
                </a:cubicBezTo>
                <a:cubicBezTo>
                  <a:pt x="1920699" y="3381375"/>
                  <a:pt x="1935416" y="3386870"/>
                  <a:pt x="1952625" y="3405187"/>
                </a:cubicBezTo>
                <a:cubicBezTo>
                  <a:pt x="1964928" y="3418284"/>
                  <a:pt x="1981963" y="3429000"/>
                  <a:pt x="1990480" y="3429000"/>
                </a:cubicBezTo>
                <a:cubicBezTo>
                  <a:pt x="1998996" y="3429000"/>
                  <a:pt x="2011021" y="3434056"/>
                  <a:pt x="2017202" y="3440237"/>
                </a:cubicBezTo>
                <a:cubicBezTo>
                  <a:pt x="2025835" y="3448870"/>
                  <a:pt x="2034081" y="3448455"/>
                  <a:pt x="2052783" y="3438446"/>
                </a:cubicBezTo>
                <a:cubicBezTo>
                  <a:pt x="2073179" y="3427531"/>
                  <a:pt x="2082866" y="3427475"/>
                  <a:pt x="2112507" y="3438102"/>
                </a:cubicBezTo>
                <a:cubicBezTo>
                  <a:pt x="2149213" y="3451262"/>
                  <a:pt x="2240173" y="3490712"/>
                  <a:pt x="2269444" y="3506167"/>
                </a:cubicBezTo>
                <a:cubicBezTo>
                  <a:pt x="2278674" y="3511040"/>
                  <a:pt x="2306535" y="3521678"/>
                  <a:pt x="2331357" y="3529806"/>
                </a:cubicBezTo>
                <a:cubicBezTo>
                  <a:pt x="2391308" y="3549437"/>
                  <a:pt x="2436279" y="3570263"/>
                  <a:pt x="2443320" y="3581654"/>
                </a:cubicBezTo>
                <a:cubicBezTo>
                  <a:pt x="2446471" y="3586753"/>
                  <a:pt x="2456928" y="3590925"/>
                  <a:pt x="2466558" y="3590925"/>
                </a:cubicBezTo>
                <a:cubicBezTo>
                  <a:pt x="2486603" y="3590925"/>
                  <a:pt x="2576571" y="3633932"/>
                  <a:pt x="2826797" y="3763130"/>
                </a:cubicBezTo>
                <a:cubicBezTo>
                  <a:pt x="2885873" y="3793632"/>
                  <a:pt x="2945880" y="3826765"/>
                  <a:pt x="2960147" y="3836758"/>
                </a:cubicBezTo>
                <a:cubicBezTo>
                  <a:pt x="2974414" y="3846751"/>
                  <a:pt x="3011805" y="3868952"/>
                  <a:pt x="3043237" y="3886094"/>
                </a:cubicBezTo>
                <a:cubicBezTo>
                  <a:pt x="3074670" y="3903236"/>
                  <a:pt x="3120757" y="3931704"/>
                  <a:pt x="3145653" y="3949355"/>
                </a:cubicBezTo>
                <a:cubicBezTo>
                  <a:pt x="3170549" y="3967007"/>
                  <a:pt x="3194670" y="3981450"/>
                  <a:pt x="3199255" y="3981450"/>
                </a:cubicBezTo>
                <a:cubicBezTo>
                  <a:pt x="3218502" y="3981450"/>
                  <a:pt x="3231727" y="4009519"/>
                  <a:pt x="3219450" y="4024312"/>
                </a:cubicBezTo>
                <a:cubicBezTo>
                  <a:pt x="3204714" y="4042067"/>
                  <a:pt x="3144181" y="4041526"/>
                  <a:pt x="3052762" y="4022822"/>
                </a:cubicBezTo>
                <a:close/>
                <a:moveTo>
                  <a:pt x="6491225" y="3609780"/>
                </a:moveTo>
                <a:cubicBezTo>
                  <a:pt x="6483997" y="3587006"/>
                  <a:pt x="6536655" y="3504728"/>
                  <a:pt x="6619116" y="3409950"/>
                </a:cubicBezTo>
                <a:cubicBezTo>
                  <a:pt x="6648742" y="3375898"/>
                  <a:pt x="6689807" y="3324463"/>
                  <a:pt x="6710370" y="3295650"/>
                </a:cubicBezTo>
                <a:cubicBezTo>
                  <a:pt x="6778188" y="3200626"/>
                  <a:pt x="6929743" y="3020116"/>
                  <a:pt x="6982273" y="2971800"/>
                </a:cubicBezTo>
                <a:cubicBezTo>
                  <a:pt x="6996512" y="2958703"/>
                  <a:pt x="7037418" y="2913697"/>
                  <a:pt x="7073176" y="2871787"/>
                </a:cubicBezTo>
                <a:cubicBezTo>
                  <a:pt x="7267007" y="2644608"/>
                  <a:pt x="8381393" y="1543049"/>
                  <a:pt x="8417388" y="1543050"/>
                </a:cubicBezTo>
                <a:cubicBezTo>
                  <a:pt x="8425354" y="1543050"/>
                  <a:pt x="8446107" y="1531262"/>
                  <a:pt x="8463506" y="1516856"/>
                </a:cubicBezTo>
                <a:cubicBezTo>
                  <a:pt x="8637152" y="1373070"/>
                  <a:pt x="8733452" y="1341094"/>
                  <a:pt x="8743190" y="1423987"/>
                </a:cubicBezTo>
                <a:cubicBezTo>
                  <a:pt x="8743805" y="1429226"/>
                  <a:pt x="8753872" y="1433850"/>
                  <a:pt x="8765560" y="1434264"/>
                </a:cubicBezTo>
                <a:cubicBezTo>
                  <a:pt x="8804765" y="1435651"/>
                  <a:pt x="8808988" y="1438141"/>
                  <a:pt x="8830107" y="1472312"/>
                </a:cubicBezTo>
                <a:cubicBezTo>
                  <a:pt x="8847897" y="1501096"/>
                  <a:pt x="8849432" y="1510108"/>
                  <a:pt x="8840053" y="1530693"/>
                </a:cubicBezTo>
                <a:cubicBezTo>
                  <a:pt x="8833952" y="1544082"/>
                  <a:pt x="8830193" y="1555554"/>
                  <a:pt x="8831699" y="1556187"/>
                </a:cubicBezTo>
                <a:cubicBezTo>
                  <a:pt x="8889630" y="1580527"/>
                  <a:pt x="8887165" y="1626513"/>
                  <a:pt x="8823890" y="1701864"/>
                </a:cubicBezTo>
                <a:cubicBezTo>
                  <a:pt x="8798258" y="1732388"/>
                  <a:pt x="8770975" y="1761324"/>
                  <a:pt x="8763259" y="1766166"/>
                </a:cubicBezTo>
                <a:cubicBezTo>
                  <a:pt x="8755544" y="1771009"/>
                  <a:pt x="8734113" y="1792037"/>
                  <a:pt x="8715634" y="1812895"/>
                </a:cubicBezTo>
                <a:cubicBezTo>
                  <a:pt x="8675493" y="1858206"/>
                  <a:pt x="8598016" y="1935349"/>
                  <a:pt x="8547274" y="1980526"/>
                </a:cubicBezTo>
                <a:cubicBezTo>
                  <a:pt x="8527096" y="1998492"/>
                  <a:pt x="8472011" y="2048234"/>
                  <a:pt x="8424862" y="2091064"/>
                </a:cubicBezTo>
                <a:cubicBezTo>
                  <a:pt x="8377713" y="2133894"/>
                  <a:pt x="8287702" y="2215122"/>
                  <a:pt x="8224837" y="2271570"/>
                </a:cubicBezTo>
                <a:cubicBezTo>
                  <a:pt x="8161972" y="2328017"/>
                  <a:pt x="8067675" y="2413689"/>
                  <a:pt x="8015287" y="2461951"/>
                </a:cubicBezTo>
                <a:cubicBezTo>
                  <a:pt x="7866999" y="2598561"/>
                  <a:pt x="7716440" y="2733629"/>
                  <a:pt x="7648575" y="2790934"/>
                </a:cubicBezTo>
                <a:cubicBezTo>
                  <a:pt x="7614523" y="2819687"/>
                  <a:pt x="7585233" y="2846427"/>
                  <a:pt x="7583487" y="2850356"/>
                </a:cubicBezTo>
                <a:cubicBezTo>
                  <a:pt x="7581741" y="2854285"/>
                  <a:pt x="7573930" y="2857500"/>
                  <a:pt x="7566131" y="2857500"/>
                </a:cubicBezTo>
                <a:cubicBezTo>
                  <a:pt x="7554001" y="2857500"/>
                  <a:pt x="7492688" y="2909210"/>
                  <a:pt x="7440027" y="2963852"/>
                </a:cubicBezTo>
                <a:cubicBezTo>
                  <a:pt x="7431617" y="2972578"/>
                  <a:pt x="7406886" y="2994009"/>
                  <a:pt x="7385068" y="3011477"/>
                </a:cubicBezTo>
                <a:cubicBezTo>
                  <a:pt x="7290150" y="3087472"/>
                  <a:pt x="7205300" y="3156955"/>
                  <a:pt x="7200900" y="3162293"/>
                </a:cubicBezTo>
                <a:cubicBezTo>
                  <a:pt x="7198280" y="3165470"/>
                  <a:pt x="7178992" y="3180457"/>
                  <a:pt x="7158037" y="3195597"/>
                </a:cubicBezTo>
                <a:cubicBezTo>
                  <a:pt x="7137082" y="3210737"/>
                  <a:pt x="7115651" y="3227951"/>
                  <a:pt x="7110412" y="3233850"/>
                </a:cubicBezTo>
                <a:cubicBezTo>
                  <a:pt x="7077641" y="3270752"/>
                  <a:pt x="6681807" y="3547924"/>
                  <a:pt x="6584571" y="3602056"/>
                </a:cubicBezTo>
                <a:cubicBezTo>
                  <a:pt x="6528407" y="3633324"/>
                  <a:pt x="6499458" y="3635719"/>
                  <a:pt x="6491225" y="3609780"/>
                </a:cubicBezTo>
                <a:close/>
                <a:moveTo>
                  <a:pt x="3781425" y="3601370"/>
                </a:moveTo>
                <a:cubicBezTo>
                  <a:pt x="3773566" y="3597253"/>
                  <a:pt x="3758565" y="3589619"/>
                  <a:pt x="3748087" y="3584404"/>
                </a:cubicBezTo>
                <a:cubicBezTo>
                  <a:pt x="3699471" y="3560208"/>
                  <a:pt x="3632362" y="3521091"/>
                  <a:pt x="3618749" y="3509015"/>
                </a:cubicBezTo>
                <a:cubicBezTo>
                  <a:pt x="3610479" y="3501678"/>
                  <a:pt x="3600253" y="3495675"/>
                  <a:pt x="3596024" y="3495675"/>
                </a:cubicBezTo>
                <a:cubicBezTo>
                  <a:pt x="3591796" y="3495675"/>
                  <a:pt x="3553027" y="3470417"/>
                  <a:pt x="3509870" y="3439548"/>
                </a:cubicBezTo>
                <a:cubicBezTo>
                  <a:pt x="3466713" y="3408678"/>
                  <a:pt x="3422164" y="3380489"/>
                  <a:pt x="3410872" y="3376905"/>
                </a:cubicBezTo>
                <a:cubicBezTo>
                  <a:pt x="3399580" y="3373321"/>
                  <a:pt x="3365347" y="3350357"/>
                  <a:pt x="3334799" y="3325875"/>
                </a:cubicBezTo>
                <a:cubicBezTo>
                  <a:pt x="3304252" y="3301393"/>
                  <a:pt x="3264997" y="3270646"/>
                  <a:pt x="3247566" y="3257550"/>
                </a:cubicBezTo>
                <a:cubicBezTo>
                  <a:pt x="3230135" y="3244453"/>
                  <a:pt x="3189889" y="3212080"/>
                  <a:pt x="3158130" y="3185611"/>
                </a:cubicBezTo>
                <a:cubicBezTo>
                  <a:pt x="3126372" y="3159142"/>
                  <a:pt x="3083246" y="3124852"/>
                  <a:pt x="3062296" y="3109411"/>
                </a:cubicBezTo>
                <a:cubicBezTo>
                  <a:pt x="3041345" y="3093970"/>
                  <a:pt x="3019914" y="3078161"/>
                  <a:pt x="3014671" y="3074278"/>
                </a:cubicBezTo>
                <a:cubicBezTo>
                  <a:pt x="2951688" y="3027646"/>
                  <a:pt x="2831324" y="2927476"/>
                  <a:pt x="2786062" y="2884024"/>
                </a:cubicBezTo>
                <a:cubicBezTo>
                  <a:pt x="2752046" y="2851370"/>
                  <a:pt x="2720412" y="2829113"/>
                  <a:pt x="2707914" y="2829043"/>
                </a:cubicBezTo>
                <a:cubicBezTo>
                  <a:pt x="2696365" y="2828978"/>
                  <a:pt x="2676837" y="2819280"/>
                  <a:pt x="2664518" y="2807493"/>
                </a:cubicBezTo>
                <a:cubicBezTo>
                  <a:pt x="2652199" y="2795706"/>
                  <a:pt x="2618786" y="2766862"/>
                  <a:pt x="2590266" y="2743395"/>
                </a:cubicBezTo>
                <a:cubicBezTo>
                  <a:pt x="2529852" y="2693685"/>
                  <a:pt x="2406555" y="2579771"/>
                  <a:pt x="2401905" y="2569368"/>
                </a:cubicBezTo>
                <a:cubicBezTo>
                  <a:pt x="2400149" y="2565439"/>
                  <a:pt x="2388011" y="2562225"/>
                  <a:pt x="2374931" y="2562225"/>
                </a:cubicBezTo>
                <a:cubicBezTo>
                  <a:pt x="2359035" y="2562225"/>
                  <a:pt x="2322568" y="2537750"/>
                  <a:pt x="2264942" y="2488406"/>
                </a:cubicBezTo>
                <a:cubicBezTo>
                  <a:pt x="2217528" y="2447805"/>
                  <a:pt x="2147362" y="2388870"/>
                  <a:pt x="2109019" y="2357437"/>
                </a:cubicBezTo>
                <a:cubicBezTo>
                  <a:pt x="1999031" y="2267273"/>
                  <a:pt x="1872424" y="2154385"/>
                  <a:pt x="1663463" y="1960161"/>
                </a:cubicBezTo>
                <a:cubicBezTo>
                  <a:pt x="1608610" y="1909177"/>
                  <a:pt x="1605773" y="1904471"/>
                  <a:pt x="1617974" y="1884702"/>
                </a:cubicBezTo>
                <a:cubicBezTo>
                  <a:pt x="1630301" y="1864727"/>
                  <a:pt x="1625537" y="1858318"/>
                  <a:pt x="1527404" y="1762865"/>
                </a:cubicBezTo>
                <a:cubicBezTo>
                  <a:pt x="1394776" y="1633858"/>
                  <a:pt x="1362075" y="1595255"/>
                  <a:pt x="1362075" y="1567697"/>
                </a:cubicBezTo>
                <a:cubicBezTo>
                  <a:pt x="1362075" y="1530288"/>
                  <a:pt x="1383870" y="1520687"/>
                  <a:pt x="1414356" y="1544668"/>
                </a:cubicBezTo>
                <a:cubicBezTo>
                  <a:pt x="1438763" y="1563866"/>
                  <a:pt x="1438102" y="1561659"/>
                  <a:pt x="1405599" y="1515417"/>
                </a:cubicBezTo>
                <a:lnTo>
                  <a:pt x="1370444" y="1465400"/>
                </a:lnTo>
                <a:lnTo>
                  <a:pt x="1395319" y="1432787"/>
                </a:lnTo>
                <a:cubicBezTo>
                  <a:pt x="1423803" y="1395442"/>
                  <a:pt x="1450404" y="1391459"/>
                  <a:pt x="1485900" y="1419225"/>
                </a:cubicBezTo>
                <a:cubicBezTo>
                  <a:pt x="1517718" y="1444113"/>
                  <a:pt x="1537763" y="1444803"/>
                  <a:pt x="1522577" y="1420486"/>
                </a:cubicBezTo>
                <a:cubicBezTo>
                  <a:pt x="1507256" y="1395954"/>
                  <a:pt x="1518866" y="1371600"/>
                  <a:pt x="1545880" y="1371599"/>
                </a:cubicBezTo>
                <a:cubicBezTo>
                  <a:pt x="1579117" y="1371599"/>
                  <a:pt x="1653914" y="1425086"/>
                  <a:pt x="1686104" y="1471872"/>
                </a:cubicBezTo>
                <a:cubicBezTo>
                  <a:pt x="1701595" y="1494388"/>
                  <a:pt x="1719556" y="1514572"/>
                  <a:pt x="1726017" y="1516726"/>
                </a:cubicBezTo>
                <a:cubicBezTo>
                  <a:pt x="1732477" y="1518880"/>
                  <a:pt x="1746459" y="1537245"/>
                  <a:pt x="1757088" y="1557538"/>
                </a:cubicBezTo>
                <a:cubicBezTo>
                  <a:pt x="1778603" y="1598617"/>
                  <a:pt x="1936113" y="1737574"/>
                  <a:pt x="1942222" y="1720865"/>
                </a:cubicBezTo>
                <a:cubicBezTo>
                  <a:pt x="1944359" y="1715020"/>
                  <a:pt x="1913284" y="1679968"/>
                  <a:pt x="1873166" y="1642973"/>
                </a:cubicBezTo>
                <a:cubicBezTo>
                  <a:pt x="1809229" y="1584011"/>
                  <a:pt x="1782688" y="1543050"/>
                  <a:pt x="1808420" y="1543050"/>
                </a:cubicBezTo>
                <a:cubicBezTo>
                  <a:pt x="1832105" y="1543049"/>
                  <a:pt x="1936979" y="1627033"/>
                  <a:pt x="2076042" y="1757362"/>
                </a:cubicBezTo>
                <a:cubicBezTo>
                  <a:pt x="2186846" y="1861207"/>
                  <a:pt x="2325174" y="1988634"/>
                  <a:pt x="2495311" y="2143590"/>
                </a:cubicBezTo>
                <a:cubicBezTo>
                  <a:pt x="2555426" y="2198341"/>
                  <a:pt x="2664725" y="2301608"/>
                  <a:pt x="2738199" y="2373073"/>
                </a:cubicBezTo>
                <a:cubicBezTo>
                  <a:pt x="2811672" y="2444538"/>
                  <a:pt x="2895139" y="2523834"/>
                  <a:pt x="2923680" y="2549286"/>
                </a:cubicBezTo>
                <a:cubicBezTo>
                  <a:pt x="3131447" y="2734564"/>
                  <a:pt x="3524101" y="3151911"/>
                  <a:pt x="3694311" y="3368382"/>
                </a:cubicBezTo>
                <a:cubicBezTo>
                  <a:pt x="3730825" y="3414818"/>
                  <a:pt x="3771207" y="3465671"/>
                  <a:pt x="3784050" y="3481387"/>
                </a:cubicBezTo>
                <a:cubicBezTo>
                  <a:pt x="3796893" y="3497103"/>
                  <a:pt x="3810295" y="3519219"/>
                  <a:pt x="3813832" y="3530533"/>
                </a:cubicBezTo>
                <a:cubicBezTo>
                  <a:pt x="3817368" y="3541847"/>
                  <a:pt x="3826436" y="3556228"/>
                  <a:pt x="3833981" y="3562490"/>
                </a:cubicBezTo>
                <a:cubicBezTo>
                  <a:pt x="3864812" y="3588077"/>
                  <a:pt x="3819724" y="3621433"/>
                  <a:pt x="3781425" y="3601370"/>
                </a:cubicBezTo>
                <a:close/>
                <a:moveTo>
                  <a:pt x="5149136" y="3197454"/>
                </a:moveTo>
                <a:cubicBezTo>
                  <a:pt x="5139756" y="3190595"/>
                  <a:pt x="5127986" y="3165949"/>
                  <a:pt x="5122982" y="3142685"/>
                </a:cubicBezTo>
                <a:cubicBezTo>
                  <a:pt x="5117977" y="3119421"/>
                  <a:pt x="5109666" y="3081099"/>
                  <a:pt x="5104513" y="3057525"/>
                </a:cubicBezTo>
                <a:cubicBezTo>
                  <a:pt x="5099360" y="3033950"/>
                  <a:pt x="5089027" y="2976086"/>
                  <a:pt x="5081551" y="2928937"/>
                </a:cubicBezTo>
                <a:cubicBezTo>
                  <a:pt x="5074075" y="2881788"/>
                  <a:pt x="5065581" y="2832496"/>
                  <a:pt x="5062675" y="2819400"/>
                </a:cubicBezTo>
                <a:cubicBezTo>
                  <a:pt x="5059770" y="2806303"/>
                  <a:pt x="5055401" y="2774156"/>
                  <a:pt x="5052968" y="2747962"/>
                </a:cubicBezTo>
                <a:cubicBezTo>
                  <a:pt x="5050535" y="2721768"/>
                  <a:pt x="5044112" y="2661761"/>
                  <a:pt x="5038695" y="2614612"/>
                </a:cubicBezTo>
                <a:cubicBezTo>
                  <a:pt x="5033278" y="2567463"/>
                  <a:pt x="5026654" y="2498883"/>
                  <a:pt x="5023976" y="2462212"/>
                </a:cubicBezTo>
                <a:cubicBezTo>
                  <a:pt x="5021297" y="2425541"/>
                  <a:pt x="5014702" y="2339816"/>
                  <a:pt x="5009320" y="2271712"/>
                </a:cubicBezTo>
                <a:cubicBezTo>
                  <a:pt x="5003938" y="2203608"/>
                  <a:pt x="4997592" y="2053590"/>
                  <a:pt x="4995217" y="1938337"/>
                </a:cubicBezTo>
                <a:cubicBezTo>
                  <a:pt x="4992843" y="1823085"/>
                  <a:pt x="4988772" y="1711642"/>
                  <a:pt x="4986170" y="1690687"/>
                </a:cubicBezTo>
                <a:cubicBezTo>
                  <a:pt x="4983568" y="1669732"/>
                  <a:pt x="4979040" y="1601152"/>
                  <a:pt x="4976107" y="1538287"/>
                </a:cubicBezTo>
                <a:cubicBezTo>
                  <a:pt x="4942720" y="822698"/>
                  <a:pt x="4961176" y="152011"/>
                  <a:pt x="5016258" y="79214"/>
                </a:cubicBezTo>
                <a:cubicBezTo>
                  <a:pt x="5032027" y="58373"/>
                  <a:pt x="5043903" y="52600"/>
                  <a:pt x="5069479" y="53340"/>
                </a:cubicBezTo>
                <a:cubicBezTo>
                  <a:pt x="5095630" y="54098"/>
                  <a:pt x="5106138" y="48716"/>
                  <a:pt x="5120569" y="27174"/>
                </a:cubicBezTo>
                <a:cubicBezTo>
                  <a:pt x="5157478" y="-27921"/>
                  <a:pt x="5250216" y="-2198"/>
                  <a:pt x="5264050" y="66972"/>
                </a:cubicBezTo>
                <a:cubicBezTo>
                  <a:pt x="5270520" y="99322"/>
                  <a:pt x="5270459" y="99292"/>
                  <a:pt x="5296693" y="83343"/>
                </a:cubicBezTo>
                <a:cubicBezTo>
                  <a:pt x="5313962" y="72845"/>
                  <a:pt x="5319010" y="74815"/>
                  <a:pt x="5339387" y="100012"/>
                </a:cubicBezTo>
                <a:cubicBezTo>
                  <a:pt x="5369531" y="137286"/>
                  <a:pt x="5375919" y="175062"/>
                  <a:pt x="5369316" y="276991"/>
                </a:cubicBezTo>
                <a:cubicBezTo>
                  <a:pt x="5365006" y="343515"/>
                  <a:pt x="5366736" y="363070"/>
                  <a:pt x="5377738" y="372202"/>
                </a:cubicBezTo>
                <a:cubicBezTo>
                  <a:pt x="5393370" y="385175"/>
                  <a:pt x="5391532" y="857629"/>
                  <a:pt x="5373794" y="1385887"/>
                </a:cubicBezTo>
                <a:cubicBezTo>
                  <a:pt x="5368693" y="1537811"/>
                  <a:pt x="5359422" y="1848564"/>
                  <a:pt x="5353192" y="2076450"/>
                </a:cubicBezTo>
                <a:cubicBezTo>
                  <a:pt x="5346962" y="2304335"/>
                  <a:pt x="5338228" y="2495180"/>
                  <a:pt x="5333782" y="2500550"/>
                </a:cubicBezTo>
                <a:cubicBezTo>
                  <a:pt x="5329337" y="2505919"/>
                  <a:pt x="5323743" y="2559497"/>
                  <a:pt x="5321351" y="2619612"/>
                </a:cubicBezTo>
                <a:cubicBezTo>
                  <a:pt x="5318959" y="2679727"/>
                  <a:pt x="5309727" y="2767488"/>
                  <a:pt x="5300835" y="2814637"/>
                </a:cubicBezTo>
                <a:cubicBezTo>
                  <a:pt x="5291943" y="2861786"/>
                  <a:pt x="5282562" y="2928223"/>
                  <a:pt x="5279988" y="2962275"/>
                </a:cubicBezTo>
                <a:cubicBezTo>
                  <a:pt x="5277414" y="2996326"/>
                  <a:pt x="5271369" y="3028259"/>
                  <a:pt x="5266554" y="3033236"/>
                </a:cubicBezTo>
                <a:cubicBezTo>
                  <a:pt x="5261739" y="3038213"/>
                  <a:pt x="5257660" y="3053214"/>
                  <a:pt x="5257489" y="3066573"/>
                </a:cubicBezTo>
                <a:cubicBezTo>
                  <a:pt x="5257049" y="3100930"/>
                  <a:pt x="5224353" y="3191598"/>
                  <a:pt x="5208865" y="3201410"/>
                </a:cubicBezTo>
                <a:cubicBezTo>
                  <a:pt x="5190227" y="3213219"/>
                  <a:pt x="5168750" y="3211796"/>
                  <a:pt x="5149136" y="3197454"/>
                </a:cubicBezTo>
                <a:close/>
                <a:moveTo>
                  <a:pt x="6125948" y="2884750"/>
                </a:moveTo>
                <a:cubicBezTo>
                  <a:pt x="6121391" y="2872429"/>
                  <a:pt x="6124909" y="2837601"/>
                  <a:pt x="6134849" y="2796643"/>
                </a:cubicBezTo>
                <a:cubicBezTo>
                  <a:pt x="6143890" y="2759391"/>
                  <a:pt x="6156381" y="2695041"/>
                  <a:pt x="6162608" y="2653643"/>
                </a:cubicBezTo>
                <a:cubicBezTo>
                  <a:pt x="6168835" y="2612245"/>
                  <a:pt x="6177432" y="2569383"/>
                  <a:pt x="6181713" y="2558393"/>
                </a:cubicBezTo>
                <a:cubicBezTo>
                  <a:pt x="6185995" y="2547404"/>
                  <a:pt x="6198966" y="2506265"/>
                  <a:pt x="6210539" y="2466975"/>
                </a:cubicBezTo>
                <a:cubicBezTo>
                  <a:pt x="6222112" y="2427684"/>
                  <a:pt x="6244340" y="2365533"/>
                  <a:pt x="6259934" y="2328862"/>
                </a:cubicBezTo>
                <a:cubicBezTo>
                  <a:pt x="6275527" y="2292191"/>
                  <a:pt x="6289793" y="2242899"/>
                  <a:pt x="6291636" y="2219325"/>
                </a:cubicBezTo>
                <a:cubicBezTo>
                  <a:pt x="6294659" y="2180653"/>
                  <a:pt x="6348499" y="2007857"/>
                  <a:pt x="6370857" y="1965068"/>
                </a:cubicBezTo>
                <a:cubicBezTo>
                  <a:pt x="6375802" y="1955605"/>
                  <a:pt x="6391733" y="1917858"/>
                  <a:pt x="6406259" y="1881187"/>
                </a:cubicBezTo>
                <a:cubicBezTo>
                  <a:pt x="6420784" y="1844516"/>
                  <a:pt x="6445161" y="1786651"/>
                  <a:pt x="6460430" y="1752600"/>
                </a:cubicBezTo>
                <a:cubicBezTo>
                  <a:pt x="6475698" y="1718548"/>
                  <a:pt x="6494508" y="1675685"/>
                  <a:pt x="6502228" y="1657350"/>
                </a:cubicBezTo>
                <a:cubicBezTo>
                  <a:pt x="6509948" y="1639014"/>
                  <a:pt x="6523040" y="1611153"/>
                  <a:pt x="6531321" y="1595437"/>
                </a:cubicBezTo>
                <a:cubicBezTo>
                  <a:pt x="6539601" y="1579721"/>
                  <a:pt x="6558754" y="1543288"/>
                  <a:pt x="6573881" y="1514475"/>
                </a:cubicBezTo>
                <a:cubicBezTo>
                  <a:pt x="6612101" y="1441679"/>
                  <a:pt x="6641570" y="1417071"/>
                  <a:pt x="6681544" y="1424570"/>
                </a:cubicBezTo>
                <a:cubicBezTo>
                  <a:pt x="6700932" y="1428207"/>
                  <a:pt x="6715529" y="1426276"/>
                  <a:pt x="6719703" y="1419522"/>
                </a:cubicBezTo>
                <a:cubicBezTo>
                  <a:pt x="6736978" y="1391570"/>
                  <a:pt x="6819900" y="1434005"/>
                  <a:pt x="6819900" y="1470797"/>
                </a:cubicBezTo>
                <a:cubicBezTo>
                  <a:pt x="6819900" y="1481822"/>
                  <a:pt x="6828472" y="1496196"/>
                  <a:pt x="6838950" y="1502739"/>
                </a:cubicBezTo>
                <a:cubicBezTo>
                  <a:pt x="6865730" y="1519463"/>
                  <a:pt x="6863587" y="1568504"/>
                  <a:pt x="6834187" y="1611771"/>
                </a:cubicBezTo>
                <a:cubicBezTo>
                  <a:pt x="6818436" y="1634951"/>
                  <a:pt x="6810375" y="1659926"/>
                  <a:pt x="6810375" y="1685548"/>
                </a:cubicBezTo>
                <a:cubicBezTo>
                  <a:pt x="6810375" y="1706852"/>
                  <a:pt x="6806719" y="1731726"/>
                  <a:pt x="6802251" y="1740822"/>
                </a:cubicBezTo>
                <a:cubicBezTo>
                  <a:pt x="6793565" y="1758507"/>
                  <a:pt x="6771629" y="1808895"/>
                  <a:pt x="6755657" y="1847850"/>
                </a:cubicBezTo>
                <a:cubicBezTo>
                  <a:pt x="6750287" y="1860946"/>
                  <a:pt x="6732964" y="1899523"/>
                  <a:pt x="6717162" y="1933575"/>
                </a:cubicBezTo>
                <a:cubicBezTo>
                  <a:pt x="6701360" y="1967626"/>
                  <a:pt x="6678519" y="2019061"/>
                  <a:pt x="6666404" y="2047875"/>
                </a:cubicBezTo>
                <a:cubicBezTo>
                  <a:pt x="6654290" y="2076688"/>
                  <a:pt x="6630925" y="2125980"/>
                  <a:pt x="6614482" y="2157412"/>
                </a:cubicBezTo>
                <a:cubicBezTo>
                  <a:pt x="6533175" y="2312841"/>
                  <a:pt x="6502365" y="2368357"/>
                  <a:pt x="6489114" y="2383311"/>
                </a:cubicBezTo>
                <a:cubicBezTo>
                  <a:pt x="6481145" y="2392303"/>
                  <a:pt x="6446979" y="2454398"/>
                  <a:pt x="6413189" y="2521301"/>
                </a:cubicBezTo>
                <a:cubicBezTo>
                  <a:pt x="6379398" y="2588204"/>
                  <a:pt x="6348548" y="2645140"/>
                  <a:pt x="6344632" y="2647827"/>
                </a:cubicBezTo>
                <a:cubicBezTo>
                  <a:pt x="6340717" y="2650514"/>
                  <a:pt x="6317934" y="2682716"/>
                  <a:pt x="6294004" y="2719387"/>
                </a:cubicBezTo>
                <a:cubicBezTo>
                  <a:pt x="6250907" y="2785431"/>
                  <a:pt x="6230982" y="2811965"/>
                  <a:pt x="6178357" y="2873396"/>
                </a:cubicBezTo>
                <a:cubicBezTo>
                  <a:pt x="6146635" y="2910426"/>
                  <a:pt x="6136277" y="2912670"/>
                  <a:pt x="6125948" y="2884750"/>
                </a:cubicBezTo>
                <a:close/>
                <a:moveTo>
                  <a:pt x="4262437" y="2807809"/>
                </a:moveTo>
                <a:cubicBezTo>
                  <a:pt x="4236243" y="2770172"/>
                  <a:pt x="4203240" y="2725987"/>
                  <a:pt x="4189097" y="2709620"/>
                </a:cubicBezTo>
                <a:cubicBezTo>
                  <a:pt x="4144048" y="2657489"/>
                  <a:pt x="4083541" y="2547132"/>
                  <a:pt x="3988168" y="2343150"/>
                </a:cubicBezTo>
                <a:cubicBezTo>
                  <a:pt x="3982045" y="2330053"/>
                  <a:pt x="3963555" y="2303109"/>
                  <a:pt x="3947079" y="2283275"/>
                </a:cubicBezTo>
                <a:cubicBezTo>
                  <a:pt x="3921481" y="2252461"/>
                  <a:pt x="3819525" y="2059544"/>
                  <a:pt x="3819525" y="2041925"/>
                </a:cubicBezTo>
                <a:cubicBezTo>
                  <a:pt x="3819525" y="2038627"/>
                  <a:pt x="3804982" y="2005397"/>
                  <a:pt x="3787208" y="1968082"/>
                </a:cubicBezTo>
                <a:cubicBezTo>
                  <a:pt x="3693124" y="1770559"/>
                  <a:pt x="3676650" y="1731665"/>
                  <a:pt x="3676650" y="1707070"/>
                </a:cubicBezTo>
                <a:cubicBezTo>
                  <a:pt x="3676650" y="1692297"/>
                  <a:pt x="3672895" y="1676138"/>
                  <a:pt x="3668307" y="1671161"/>
                </a:cubicBezTo>
                <a:cubicBezTo>
                  <a:pt x="3658953" y="1661014"/>
                  <a:pt x="3648439" y="1554366"/>
                  <a:pt x="3654973" y="1535906"/>
                </a:cubicBezTo>
                <a:cubicBezTo>
                  <a:pt x="3657291" y="1529357"/>
                  <a:pt x="3665547" y="1524000"/>
                  <a:pt x="3673320" y="1524000"/>
                </a:cubicBezTo>
                <a:cubicBezTo>
                  <a:pt x="3681094" y="1524000"/>
                  <a:pt x="3701602" y="1508998"/>
                  <a:pt x="3718895" y="1490662"/>
                </a:cubicBezTo>
                <a:cubicBezTo>
                  <a:pt x="3755002" y="1452377"/>
                  <a:pt x="3788638" y="1447507"/>
                  <a:pt x="3815089" y="1476735"/>
                </a:cubicBezTo>
                <a:cubicBezTo>
                  <a:pt x="3827671" y="1490638"/>
                  <a:pt x="3839740" y="1494590"/>
                  <a:pt x="3857625" y="1490662"/>
                </a:cubicBezTo>
                <a:cubicBezTo>
                  <a:pt x="3894852" y="1482485"/>
                  <a:pt x="3943350" y="1548741"/>
                  <a:pt x="3943350" y="1607775"/>
                </a:cubicBezTo>
                <a:cubicBezTo>
                  <a:pt x="3943350" y="1624069"/>
                  <a:pt x="3951760" y="1642769"/>
                  <a:pt x="3963911" y="1653492"/>
                </a:cubicBezTo>
                <a:cubicBezTo>
                  <a:pt x="3994996" y="1680923"/>
                  <a:pt x="4133850" y="1980818"/>
                  <a:pt x="4133850" y="2020523"/>
                </a:cubicBezTo>
                <a:cubicBezTo>
                  <a:pt x="4133850" y="2028232"/>
                  <a:pt x="4137271" y="2038611"/>
                  <a:pt x="4141453" y="2043588"/>
                </a:cubicBezTo>
                <a:cubicBezTo>
                  <a:pt x="4145635" y="2048565"/>
                  <a:pt x="4156714" y="2076211"/>
                  <a:pt x="4166074" y="2105025"/>
                </a:cubicBezTo>
                <a:cubicBezTo>
                  <a:pt x="4175434" y="2133838"/>
                  <a:pt x="4186506" y="2165985"/>
                  <a:pt x="4190679" y="2176462"/>
                </a:cubicBezTo>
                <a:cubicBezTo>
                  <a:pt x="4194851" y="2186940"/>
                  <a:pt x="4214244" y="2246947"/>
                  <a:pt x="4233774" y="2309812"/>
                </a:cubicBezTo>
                <a:cubicBezTo>
                  <a:pt x="4253304" y="2372677"/>
                  <a:pt x="4273470" y="2435535"/>
                  <a:pt x="4278587" y="2449498"/>
                </a:cubicBezTo>
                <a:cubicBezTo>
                  <a:pt x="4293388" y="2489880"/>
                  <a:pt x="4304582" y="2535566"/>
                  <a:pt x="4337717" y="2690812"/>
                </a:cubicBezTo>
                <a:cubicBezTo>
                  <a:pt x="4345543" y="2727483"/>
                  <a:pt x="4354798" y="2769214"/>
                  <a:pt x="4358283" y="2783548"/>
                </a:cubicBezTo>
                <a:cubicBezTo>
                  <a:pt x="4361768" y="2797881"/>
                  <a:pt x="4361794" y="2824670"/>
                  <a:pt x="4358340" y="2843079"/>
                </a:cubicBezTo>
                <a:cubicBezTo>
                  <a:pt x="4347804" y="2899241"/>
                  <a:pt x="4318593" y="2888499"/>
                  <a:pt x="4262437" y="2807809"/>
                </a:cubicBezTo>
                <a:close/>
                <a:moveTo>
                  <a:pt x="2103175" y="1884257"/>
                </a:moveTo>
                <a:cubicBezTo>
                  <a:pt x="2090337" y="1867611"/>
                  <a:pt x="2065142" y="1843172"/>
                  <a:pt x="2047185" y="1829950"/>
                </a:cubicBezTo>
                <a:lnTo>
                  <a:pt x="2014537" y="1805910"/>
                </a:lnTo>
                <a:lnTo>
                  <a:pt x="2052637" y="1847883"/>
                </a:lnTo>
                <a:cubicBezTo>
                  <a:pt x="2114086" y="1915578"/>
                  <a:pt x="2143848" y="1937000"/>
                  <a:pt x="2103175" y="1884257"/>
                </a:cubicBezTo>
                <a:close/>
              </a:path>
            </a:pathLst>
          </a:custGeom>
          <a:solidFill>
            <a:srgbClr val="7A1732"/>
          </a:solidFill>
          <a:ln>
            <a:noFill/>
          </a:ln>
        </p:spPr>
      </p:sp>
      <p:pic>
        <p:nvPicPr>
          <p:cNvPr id="4" name="TV" descr="0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0000">
            <a:off x="438150" y="3395662"/>
            <a:ext cx="9410700" cy="8829675"/>
          </a:xfrm>
          <a:prstGeom prst="rect">
            <a:avLst/>
          </a:prstGeom>
        </p:spPr>
      </p:pic>
      <p:sp>
        <p:nvSpPr>
          <p:cNvPr id="5" name="PHOTO: The fix (TV)"/>
          <p:cNvSpPr/>
          <p:nvPr/>
        </p:nvSpPr>
        <p:spPr>
          <a:xfrm rot="120000">
            <a:off x="1822576" y="7046599"/>
            <a:ext cx="5133975" cy="3495675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6" name="TEXT: [no more tangles]"/>
          <p:cNvSpPr/>
          <p:nvPr/>
        </p:nvSpPr>
        <p:spPr>
          <a:xfrm rot="21480000">
            <a:off x="1790700" y="12168188"/>
            <a:ext cx="6705600" cy="1000125"/>
          </a:xfrm>
          <a:prstGeom prst="rect">
            <a:avLst/>
          </a:prstGeom>
          <a:solidFill>
            <a:srgbClr val="7A17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92024" rIns="192024" tIns="82296" bIns="82296"/>
          <a:lstStyle/>
          <a:p>
            <a:pPr algn="ctr">
              <a:lnSpc>
                <a:spcPts val="6588"/>
              </a:lnSpc>
            </a:pPr>
            <a:r>
              <a:rPr b="1" sz="5400">
                <a:solidFill>
                  <a:srgbClr val="FFFFFF"/>
                </a:solidFill>
                <a:latin typeface="Montserrat"/>
              </a:rPr>
              <a:t>[no more tangles]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torn paper" descr="0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80000">
            <a:off x="876300" y="2019300"/>
            <a:ext cx="8534400" cy="10439400"/>
          </a:xfrm>
          <a:prstGeom prst="rect">
            <a:avLst/>
          </a:prstGeom>
        </p:spPr>
      </p:pic>
      <p:sp>
        <p:nvSpPr>
          <p:cNvPr id="4" name="PHOTO: The fix in use"/>
          <p:cNvSpPr/>
          <p:nvPr/>
        </p:nvSpPr>
        <p:spPr>
          <a:xfrm rot="-120000">
            <a:off x="1524000" y="2667000"/>
            <a:ext cx="7239000" cy="914400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5" name="arrow"/>
          <p:cNvSpPr/>
          <p:nvPr/>
        </p:nvSpPr>
        <p:spPr>
          <a:xfrm rot="-5400000">
            <a:off x="4238625" y="12387262"/>
            <a:ext cx="1809750" cy="561975"/>
          </a:xfrm>
          <a:custGeom>
            <a:avLst/>
            <a:gdLst/>
            <a:ahLst/>
            <a:cxnLst/>
            <a:rect l="0" t="0" r="r" b="b"/>
            <a:pathLst>
              <a:path w="1809750" h="561975">
                <a:moveTo>
                  <a:pt x="1405632" y="546063"/>
                </a:moveTo>
                <a:cubicBezTo>
                  <a:pt x="1402596" y="538152"/>
                  <a:pt x="1402523" y="527781"/>
                  <a:pt x="1405468" y="523015"/>
                </a:cubicBezTo>
                <a:cubicBezTo>
                  <a:pt x="1408414" y="518249"/>
                  <a:pt x="1404141" y="514350"/>
                  <a:pt x="1395974" y="514350"/>
                </a:cubicBezTo>
                <a:cubicBezTo>
                  <a:pt x="1357106" y="514350"/>
                  <a:pt x="1410227" y="443882"/>
                  <a:pt x="1509712" y="363471"/>
                </a:cubicBezTo>
                <a:lnTo>
                  <a:pt x="1547812" y="332676"/>
                </a:lnTo>
                <a:lnTo>
                  <a:pt x="1290637" y="338286"/>
                </a:lnTo>
                <a:cubicBezTo>
                  <a:pt x="817825" y="348601"/>
                  <a:pt x="291664" y="363577"/>
                  <a:pt x="178578" y="369940"/>
                </a:cubicBezTo>
                <a:cubicBezTo>
                  <a:pt x="77323" y="375636"/>
                  <a:pt x="45522" y="372072"/>
                  <a:pt x="78581" y="358733"/>
                </a:cubicBezTo>
                <a:cubicBezTo>
                  <a:pt x="90122" y="354076"/>
                  <a:pt x="45472" y="348592"/>
                  <a:pt x="21431" y="351713"/>
                </a:cubicBezTo>
                <a:cubicBezTo>
                  <a:pt x="14882" y="352564"/>
                  <a:pt x="9525" y="348785"/>
                  <a:pt x="9525" y="343317"/>
                </a:cubicBezTo>
                <a:cubicBezTo>
                  <a:pt x="9525" y="337849"/>
                  <a:pt x="15495" y="333375"/>
                  <a:pt x="22793" y="333375"/>
                </a:cubicBezTo>
                <a:cubicBezTo>
                  <a:pt x="30091" y="333375"/>
                  <a:pt x="38529" y="326945"/>
                  <a:pt x="41544" y="319087"/>
                </a:cubicBezTo>
                <a:cubicBezTo>
                  <a:pt x="44559" y="311229"/>
                  <a:pt x="41803" y="304734"/>
                  <a:pt x="35419" y="304654"/>
                </a:cubicBezTo>
                <a:cubicBezTo>
                  <a:pt x="27976" y="304560"/>
                  <a:pt x="28937" y="300990"/>
                  <a:pt x="38100" y="294702"/>
                </a:cubicBezTo>
                <a:cubicBezTo>
                  <a:pt x="49761" y="286699"/>
                  <a:pt x="48716" y="285413"/>
                  <a:pt x="32416" y="287705"/>
                </a:cubicBezTo>
                <a:cubicBezTo>
                  <a:pt x="21432" y="289249"/>
                  <a:pt x="10716" y="286226"/>
                  <a:pt x="8603" y="280987"/>
                </a:cubicBezTo>
                <a:cubicBezTo>
                  <a:pt x="6491" y="275748"/>
                  <a:pt x="17621" y="270011"/>
                  <a:pt x="33337" y="268238"/>
                </a:cubicBezTo>
                <a:cubicBezTo>
                  <a:pt x="49053" y="266465"/>
                  <a:pt x="66324" y="261367"/>
                  <a:pt x="71717" y="256909"/>
                </a:cubicBezTo>
                <a:cubicBezTo>
                  <a:pt x="86390" y="244781"/>
                  <a:pt x="317498" y="230003"/>
                  <a:pt x="585787" y="224038"/>
                </a:cubicBezTo>
                <a:cubicBezTo>
                  <a:pt x="716756" y="221126"/>
                  <a:pt x="877490" y="216741"/>
                  <a:pt x="942975" y="214294"/>
                </a:cubicBezTo>
                <a:cubicBezTo>
                  <a:pt x="1008459" y="211847"/>
                  <a:pt x="1158478" y="209200"/>
                  <a:pt x="1276350" y="208413"/>
                </a:cubicBezTo>
                <a:cubicBezTo>
                  <a:pt x="1394221" y="207626"/>
                  <a:pt x="1501221" y="204189"/>
                  <a:pt x="1514127" y="200775"/>
                </a:cubicBezTo>
                <a:cubicBezTo>
                  <a:pt x="1537055" y="194709"/>
                  <a:pt x="1536728" y="194035"/>
                  <a:pt x="1499840" y="171342"/>
                </a:cubicBezTo>
                <a:cubicBezTo>
                  <a:pt x="1443823" y="136880"/>
                  <a:pt x="1381568" y="76602"/>
                  <a:pt x="1387101" y="62183"/>
                </a:cubicBezTo>
                <a:cubicBezTo>
                  <a:pt x="1389767" y="55236"/>
                  <a:pt x="1387370" y="46722"/>
                  <a:pt x="1381774" y="43263"/>
                </a:cubicBezTo>
                <a:cubicBezTo>
                  <a:pt x="1363652" y="32064"/>
                  <a:pt x="1370982" y="19050"/>
                  <a:pt x="1395412" y="19050"/>
                </a:cubicBezTo>
                <a:cubicBezTo>
                  <a:pt x="1408509" y="19050"/>
                  <a:pt x="1419225" y="14763"/>
                  <a:pt x="1419225" y="9525"/>
                </a:cubicBezTo>
                <a:cubicBezTo>
                  <a:pt x="1419225" y="-9131"/>
                  <a:pt x="1438165" y="1371"/>
                  <a:pt x="1608044" y="114223"/>
                </a:cubicBezTo>
                <a:cubicBezTo>
                  <a:pt x="1788758" y="234273"/>
                  <a:pt x="1815491" y="258195"/>
                  <a:pt x="1798381" y="284550"/>
                </a:cubicBezTo>
                <a:cubicBezTo>
                  <a:pt x="1784017" y="306674"/>
                  <a:pt x="1477572" y="532635"/>
                  <a:pt x="1441381" y="547787"/>
                </a:cubicBezTo>
                <a:cubicBezTo>
                  <a:pt x="1415329" y="558695"/>
                  <a:pt x="1410388" y="558457"/>
                  <a:pt x="1405632" y="546063"/>
                </a:cubicBezTo>
                <a:close/>
              </a:path>
            </a:pathLst>
          </a:custGeom>
          <a:solidFill>
            <a:srgbClr val="7A1732"/>
          </a:solidFill>
          <a:ln>
            <a:noFill/>
          </a:ln>
        </p:spPr>
      </p:sp>
      <p:sp>
        <p:nvSpPr>
          <p:cNvPr id="6" name="TEXT: [one smooth pass]"/>
          <p:cNvSpPr/>
          <p:nvPr/>
        </p:nvSpPr>
        <p:spPr>
          <a:xfrm rot="180000">
            <a:off x="538162" y="1557338"/>
            <a:ext cx="6162675" cy="8858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0688" rIns="170688" tIns="73152" bIns="73152"/>
          <a:lstStyle/>
          <a:p>
            <a:pPr algn="l">
              <a:lnSpc>
                <a:spcPts val="5856"/>
              </a:lnSpc>
            </a:pPr>
            <a:r>
              <a:rPr b="1" sz="4800">
                <a:solidFill>
                  <a:srgbClr val="181716"/>
                </a:solidFill>
                <a:latin typeface="Montserrat"/>
              </a:rPr>
              <a:t>[one smooth pass]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photo border" descr="0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0000">
            <a:off x="1714500" y="5048250"/>
            <a:ext cx="6858000" cy="8191500"/>
          </a:xfrm>
          <a:prstGeom prst="rect">
            <a:avLst/>
          </a:prstGeom>
        </p:spPr>
      </p:pic>
      <p:sp>
        <p:nvSpPr>
          <p:cNvPr id="4" name="PHOTO: Your product"/>
          <p:cNvSpPr/>
          <p:nvPr/>
        </p:nvSpPr>
        <p:spPr>
          <a:xfrm rot="180000">
            <a:off x="2286000" y="5619750"/>
            <a:ext cx="5715000" cy="704850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5" name="LETTERING: Comment"/>
          <p:cNvSpPr txBox="1"/>
          <p:nvPr/>
        </p:nvSpPr>
        <p:spPr>
          <a:xfrm>
            <a:off x="633412" y="952500"/>
            <a:ext cx="9020175" cy="22860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0" i="0">
                <a:solidFill>
                  <a:srgbClr val="7A1732"/>
                </a:solidFill>
                <a:latin typeface="DM Serif Display"/>
              </a:rPr>
              <a:t>Comment</a:t>
            </a:r>
          </a:p>
        </p:txBody>
      </p:sp>
      <p:sp>
        <p:nvSpPr>
          <p:cNvPr id="6" name="TEXT: &quot;[KEYWORD]&quot;"/>
          <p:cNvSpPr/>
          <p:nvPr/>
        </p:nvSpPr>
        <p:spPr>
          <a:xfrm rot="21480000">
            <a:off x="2152650" y="3114675"/>
            <a:ext cx="5981700" cy="12001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98145" rIns="398145" tIns="159258" bIns="159258"/>
          <a:lstStyle/>
          <a:p>
            <a:pPr algn="ctr">
              <a:lnSpc>
                <a:spcPts val="6953"/>
              </a:lnSpc>
            </a:pPr>
            <a:r>
              <a:rPr b="1" sz="5700">
                <a:solidFill>
                  <a:srgbClr val="181716"/>
                </a:solidFill>
                <a:latin typeface="Montserrat"/>
              </a:rPr>
              <a:t>"[KEYWORD]"</a:t>
            </a:r>
          </a:p>
        </p:txBody>
      </p:sp>
      <p:sp>
        <p:nvSpPr>
          <p:cNvPr id="7" name="TEXT: [Product name]"/>
          <p:cNvSpPr/>
          <p:nvPr/>
        </p:nvSpPr>
        <p:spPr>
          <a:xfrm rot="180000">
            <a:off x="5038725" y="12553950"/>
            <a:ext cx="4781550" cy="800100"/>
          </a:xfrm>
          <a:prstGeom prst="rect">
            <a:avLst/>
          </a:prstGeom>
          <a:solidFill>
            <a:srgbClr val="7A17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54686" rIns="154686" tIns="66294" bIns="66294"/>
          <a:lstStyle/>
          <a:p>
            <a:pPr algn="ctr">
              <a:lnSpc>
                <a:spcPts val="5307"/>
              </a:lnSpc>
            </a:pPr>
            <a:r>
              <a:rPr b="1" sz="4350">
                <a:solidFill>
                  <a:srgbClr val="FFFFFF"/>
                </a:solidFill>
                <a:latin typeface="Montserrat"/>
              </a:rPr>
              <a:t>[Product name]</a:t>
            </a:r>
          </a:p>
        </p:txBody>
      </p:sp>
      <p:pic>
        <p:nvPicPr>
          <p:cNvPr id="8" name="paper ball" descr="0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400000">
            <a:off x="38100" y="10929938"/>
            <a:ext cx="3162300" cy="2905125"/>
          </a:xfrm>
          <a:prstGeom prst="rect">
            <a:avLst/>
          </a:prstGeom>
        </p:spPr>
      </p:pic>
      <p:sp>
        <p:nvSpPr>
          <p:cNvPr id="9" name="paper ball pattern"/>
          <p:cNvSpPr/>
          <p:nvPr/>
        </p:nvSpPr>
        <p:spPr>
          <a:xfrm rot="-1200000">
            <a:off x="38100" y="10929937"/>
            <a:ext cx="3162300" cy="2905125"/>
          </a:xfrm>
          <a:custGeom>
            <a:avLst/>
            <a:gdLst/>
            <a:ahLst/>
            <a:cxnLst/>
            <a:rect l="0" t="0" r="r" b="b"/>
            <a:pathLst>
              <a:path w="3162300" h="2905125">
                <a:moveTo>
                  <a:pt x="1482004" y="2222430"/>
                </a:moveTo>
                <a:cubicBezTo>
                  <a:pt x="1451048" y="2220149"/>
                  <a:pt x="1417310" y="2212392"/>
                  <a:pt x="1407030" y="2205192"/>
                </a:cubicBezTo>
                <a:cubicBezTo>
                  <a:pt x="1394034" y="2196089"/>
                  <a:pt x="1381468" y="2194712"/>
                  <a:pt x="1365793" y="2200671"/>
                </a:cubicBezTo>
                <a:cubicBezTo>
                  <a:pt x="1353393" y="2205386"/>
                  <a:pt x="1267602" y="2207889"/>
                  <a:pt x="1175146" y="2206235"/>
                </a:cubicBezTo>
                <a:lnTo>
                  <a:pt x="1007043" y="2203227"/>
                </a:lnTo>
                <a:lnTo>
                  <a:pt x="955752" y="2163540"/>
                </a:lnTo>
                <a:cubicBezTo>
                  <a:pt x="927541" y="2141713"/>
                  <a:pt x="896059" y="2110039"/>
                  <a:pt x="885791" y="2093154"/>
                </a:cubicBezTo>
                <a:lnTo>
                  <a:pt x="867121" y="2062454"/>
                </a:lnTo>
                <a:lnTo>
                  <a:pt x="888379" y="2054471"/>
                </a:lnTo>
                <a:cubicBezTo>
                  <a:pt x="900071" y="2050080"/>
                  <a:pt x="931123" y="2049124"/>
                  <a:pt x="957384" y="2052347"/>
                </a:cubicBezTo>
                <a:cubicBezTo>
                  <a:pt x="1017479" y="2059721"/>
                  <a:pt x="1357735" y="2059302"/>
                  <a:pt x="1638300" y="2051508"/>
                </a:cubicBezTo>
                <a:cubicBezTo>
                  <a:pt x="1858041" y="2045404"/>
                  <a:pt x="2058421" y="2045721"/>
                  <a:pt x="2064883" y="2052183"/>
                </a:cubicBezTo>
                <a:cubicBezTo>
                  <a:pt x="2073896" y="2061196"/>
                  <a:pt x="2027888" y="2141533"/>
                  <a:pt x="1996783" y="2171094"/>
                </a:cubicBezTo>
                <a:cubicBezTo>
                  <a:pt x="1963362" y="2202855"/>
                  <a:pt x="1959304" y="2204046"/>
                  <a:pt x="1859852" y="2211267"/>
                </a:cubicBezTo>
                <a:cubicBezTo>
                  <a:pt x="1707451" y="2222332"/>
                  <a:pt x="1545585" y="2227114"/>
                  <a:pt x="1482004" y="2222430"/>
                </a:cubicBezTo>
                <a:close/>
                <a:moveTo>
                  <a:pt x="1346949" y="1934324"/>
                </a:moveTo>
                <a:cubicBezTo>
                  <a:pt x="1344176" y="1931551"/>
                  <a:pt x="1218928" y="1928476"/>
                  <a:pt x="1068622" y="1927493"/>
                </a:cubicBezTo>
                <a:cubicBezTo>
                  <a:pt x="719794" y="1925210"/>
                  <a:pt x="678697" y="1920374"/>
                  <a:pt x="654435" y="1878752"/>
                </a:cubicBezTo>
                <a:cubicBezTo>
                  <a:pt x="644493" y="1861697"/>
                  <a:pt x="633969" y="1821387"/>
                  <a:pt x="631048" y="1789176"/>
                </a:cubicBezTo>
                <a:lnTo>
                  <a:pt x="625737" y="1730610"/>
                </a:lnTo>
                <a:lnTo>
                  <a:pt x="772450" y="1737966"/>
                </a:lnTo>
                <a:cubicBezTo>
                  <a:pt x="964120" y="1747577"/>
                  <a:pt x="1004448" y="1748130"/>
                  <a:pt x="1123950" y="1742785"/>
                </a:cubicBezTo>
                <a:cubicBezTo>
                  <a:pt x="1256430" y="1736860"/>
                  <a:pt x="1533506" y="1744924"/>
                  <a:pt x="1527568" y="1754531"/>
                </a:cubicBezTo>
                <a:cubicBezTo>
                  <a:pt x="1520557" y="1765875"/>
                  <a:pt x="1537670" y="1763694"/>
                  <a:pt x="1549647" y="1751717"/>
                </a:cubicBezTo>
                <a:cubicBezTo>
                  <a:pt x="1557173" y="1744191"/>
                  <a:pt x="1565437" y="1744191"/>
                  <a:pt x="1579501" y="1751717"/>
                </a:cubicBezTo>
                <a:cubicBezTo>
                  <a:pt x="1603335" y="1764473"/>
                  <a:pt x="1612636" y="1765016"/>
                  <a:pt x="1605350" y="1753227"/>
                </a:cubicBezTo>
                <a:cubicBezTo>
                  <a:pt x="1602168" y="1748079"/>
                  <a:pt x="1625009" y="1744291"/>
                  <a:pt x="1659557" y="1744239"/>
                </a:cubicBezTo>
                <a:cubicBezTo>
                  <a:pt x="1692395" y="1744188"/>
                  <a:pt x="1744980" y="1742212"/>
                  <a:pt x="1776412" y="1739847"/>
                </a:cubicBezTo>
                <a:cubicBezTo>
                  <a:pt x="1807845" y="1737482"/>
                  <a:pt x="1857136" y="1739680"/>
                  <a:pt x="1885950" y="1744733"/>
                </a:cubicBezTo>
                <a:cubicBezTo>
                  <a:pt x="1981006" y="1761402"/>
                  <a:pt x="2041249" y="1764997"/>
                  <a:pt x="2034192" y="1753579"/>
                </a:cubicBezTo>
                <a:cubicBezTo>
                  <a:pt x="2024424" y="1737773"/>
                  <a:pt x="2047522" y="1737277"/>
                  <a:pt x="2149336" y="1751109"/>
                </a:cubicBezTo>
                <a:cubicBezTo>
                  <a:pt x="2162173" y="1752852"/>
                  <a:pt x="2181225" y="1802817"/>
                  <a:pt x="2181225" y="1834739"/>
                </a:cubicBezTo>
                <a:cubicBezTo>
                  <a:pt x="2181225" y="1849798"/>
                  <a:pt x="2171918" y="1861698"/>
                  <a:pt x="2152143" y="1871924"/>
                </a:cubicBezTo>
                <a:cubicBezTo>
                  <a:pt x="2136148" y="1880195"/>
                  <a:pt x="2114283" y="1895741"/>
                  <a:pt x="2103554" y="1906470"/>
                </a:cubicBezTo>
                <a:cubicBezTo>
                  <a:pt x="2085033" y="1924991"/>
                  <a:pt x="2071195" y="1926131"/>
                  <a:pt x="1830216" y="1928990"/>
                </a:cubicBezTo>
                <a:cubicBezTo>
                  <a:pt x="1690610" y="1930646"/>
                  <a:pt x="1525898" y="1933659"/>
                  <a:pt x="1464190" y="1935684"/>
                </a:cubicBezTo>
                <a:cubicBezTo>
                  <a:pt x="1402482" y="1937710"/>
                  <a:pt x="1349723" y="1937098"/>
                  <a:pt x="1346949" y="1934324"/>
                </a:cubicBezTo>
                <a:close/>
                <a:moveTo>
                  <a:pt x="1947867" y="1632356"/>
                </a:moveTo>
                <a:cubicBezTo>
                  <a:pt x="1959905" y="1623553"/>
                  <a:pt x="1929693" y="1620872"/>
                  <a:pt x="1807903" y="1619936"/>
                </a:cubicBezTo>
                <a:cubicBezTo>
                  <a:pt x="1722479" y="1619279"/>
                  <a:pt x="1562576" y="1616072"/>
                  <a:pt x="1452562" y="1612808"/>
                </a:cubicBezTo>
                <a:cubicBezTo>
                  <a:pt x="1231399" y="1606247"/>
                  <a:pt x="1010206" y="1606238"/>
                  <a:pt x="800100" y="1612780"/>
                </a:cubicBezTo>
                <a:cubicBezTo>
                  <a:pt x="590999" y="1619291"/>
                  <a:pt x="596565" y="1621003"/>
                  <a:pt x="571289" y="1542394"/>
                </a:cubicBezTo>
                <a:cubicBezTo>
                  <a:pt x="547680" y="1468972"/>
                  <a:pt x="551033" y="1422055"/>
                  <a:pt x="579042" y="1433896"/>
                </a:cubicBezTo>
                <a:cubicBezTo>
                  <a:pt x="612590" y="1448078"/>
                  <a:pt x="863070" y="1450293"/>
                  <a:pt x="985837" y="1437493"/>
                </a:cubicBezTo>
                <a:cubicBezTo>
                  <a:pt x="1053941" y="1430392"/>
                  <a:pt x="1128950" y="1424962"/>
                  <a:pt x="1152525" y="1425427"/>
                </a:cubicBezTo>
                <a:cubicBezTo>
                  <a:pt x="1358682" y="1429488"/>
                  <a:pt x="1533267" y="1436991"/>
                  <a:pt x="1541610" y="1442147"/>
                </a:cubicBezTo>
                <a:cubicBezTo>
                  <a:pt x="1558704" y="1452712"/>
                  <a:pt x="1868178" y="1449365"/>
                  <a:pt x="1928812" y="1437960"/>
                </a:cubicBezTo>
                <a:cubicBezTo>
                  <a:pt x="1961375" y="1431834"/>
                  <a:pt x="2008500" y="1430083"/>
                  <a:pt x="2038350" y="1433888"/>
                </a:cubicBezTo>
                <a:cubicBezTo>
                  <a:pt x="2067163" y="1437561"/>
                  <a:pt x="2105739" y="1442009"/>
                  <a:pt x="2124075" y="1443772"/>
                </a:cubicBezTo>
                <a:cubicBezTo>
                  <a:pt x="2142410" y="1445535"/>
                  <a:pt x="2170612" y="1449363"/>
                  <a:pt x="2186746" y="1452278"/>
                </a:cubicBezTo>
                <a:cubicBezTo>
                  <a:pt x="2202880" y="1455194"/>
                  <a:pt x="2265030" y="1458181"/>
                  <a:pt x="2324858" y="1458917"/>
                </a:cubicBezTo>
                <a:cubicBezTo>
                  <a:pt x="2389775" y="1459715"/>
                  <a:pt x="2424035" y="1463121"/>
                  <a:pt x="2409825" y="1467365"/>
                </a:cubicBezTo>
                <a:cubicBezTo>
                  <a:pt x="2390236" y="1473214"/>
                  <a:pt x="2393292" y="1474644"/>
                  <a:pt x="2427055" y="1475425"/>
                </a:cubicBezTo>
                <a:cubicBezTo>
                  <a:pt x="2452202" y="1476007"/>
                  <a:pt x="2465819" y="1472685"/>
                  <a:pt x="2462212" y="1466850"/>
                </a:cubicBezTo>
                <a:cubicBezTo>
                  <a:pt x="2458974" y="1461611"/>
                  <a:pt x="2464079" y="1457467"/>
                  <a:pt x="2473556" y="1457641"/>
                </a:cubicBezTo>
                <a:cubicBezTo>
                  <a:pt x="2499081" y="1458111"/>
                  <a:pt x="2452345" y="1495425"/>
                  <a:pt x="2426232" y="1495425"/>
                </a:cubicBezTo>
                <a:cubicBezTo>
                  <a:pt x="2415462" y="1495425"/>
                  <a:pt x="2409484" y="1498259"/>
                  <a:pt x="2412949" y="1501724"/>
                </a:cubicBezTo>
                <a:cubicBezTo>
                  <a:pt x="2416414" y="1505189"/>
                  <a:pt x="2404393" y="1518117"/>
                  <a:pt x="2386238" y="1530455"/>
                </a:cubicBezTo>
                <a:lnTo>
                  <a:pt x="2353227" y="1552886"/>
                </a:lnTo>
                <a:lnTo>
                  <a:pt x="2271654" y="1532427"/>
                </a:lnTo>
                <a:cubicBezTo>
                  <a:pt x="2178062" y="1508953"/>
                  <a:pt x="2175978" y="1509822"/>
                  <a:pt x="2177868" y="1571529"/>
                </a:cubicBezTo>
                <a:lnTo>
                  <a:pt x="2179274" y="1617435"/>
                </a:lnTo>
                <a:lnTo>
                  <a:pt x="2139768" y="1623474"/>
                </a:lnTo>
                <a:cubicBezTo>
                  <a:pt x="2050822" y="1637070"/>
                  <a:pt x="2007664" y="1639896"/>
                  <a:pt x="2012671" y="1631794"/>
                </a:cubicBezTo>
                <a:cubicBezTo>
                  <a:pt x="2015561" y="1627117"/>
                  <a:pt x="2007065" y="1622392"/>
                  <a:pt x="1993790" y="1621293"/>
                </a:cubicBezTo>
                <a:cubicBezTo>
                  <a:pt x="1975927" y="1619815"/>
                  <a:pt x="1971063" y="1622968"/>
                  <a:pt x="1975076" y="1633424"/>
                </a:cubicBezTo>
                <a:cubicBezTo>
                  <a:pt x="1979083" y="1643867"/>
                  <a:pt x="1974238" y="1647035"/>
                  <a:pt x="1956506" y="1645567"/>
                </a:cubicBezTo>
                <a:cubicBezTo>
                  <a:pt x="1935620" y="1643839"/>
                  <a:pt x="1934502" y="1642129"/>
                  <a:pt x="1947867" y="1632356"/>
                </a:cubicBezTo>
                <a:close/>
                <a:moveTo>
                  <a:pt x="1322053" y="1347453"/>
                </a:moveTo>
                <a:cubicBezTo>
                  <a:pt x="1310080" y="1335480"/>
                  <a:pt x="978166" y="1319347"/>
                  <a:pt x="776441" y="1320933"/>
                </a:cubicBezTo>
                <a:cubicBezTo>
                  <a:pt x="616909" y="1322188"/>
                  <a:pt x="555580" y="1319604"/>
                  <a:pt x="550368" y="1311408"/>
                </a:cubicBezTo>
                <a:cubicBezTo>
                  <a:pt x="535808" y="1288512"/>
                  <a:pt x="543640" y="1235658"/>
                  <a:pt x="567671" y="1194652"/>
                </a:cubicBezTo>
                <a:cubicBezTo>
                  <a:pt x="599408" y="1140497"/>
                  <a:pt x="610257" y="1135094"/>
                  <a:pt x="669913" y="1143729"/>
                </a:cubicBezTo>
                <a:cubicBezTo>
                  <a:pt x="696986" y="1147647"/>
                  <a:pt x="815578" y="1153144"/>
                  <a:pt x="933450" y="1155943"/>
                </a:cubicBezTo>
                <a:cubicBezTo>
                  <a:pt x="1051717" y="1158751"/>
                  <a:pt x="1189562" y="1167585"/>
                  <a:pt x="1241033" y="1175655"/>
                </a:cubicBezTo>
                <a:cubicBezTo>
                  <a:pt x="1378020" y="1197134"/>
                  <a:pt x="1439535" y="1201112"/>
                  <a:pt x="1471612" y="1190568"/>
                </a:cubicBezTo>
                <a:cubicBezTo>
                  <a:pt x="1499892" y="1181273"/>
                  <a:pt x="1499915" y="1181211"/>
                  <a:pt x="1473766" y="1184623"/>
                </a:cubicBezTo>
                <a:cubicBezTo>
                  <a:pt x="1459234" y="1186519"/>
                  <a:pt x="1445051" y="1184358"/>
                  <a:pt x="1442248" y="1179822"/>
                </a:cubicBezTo>
                <a:cubicBezTo>
                  <a:pt x="1439444" y="1175286"/>
                  <a:pt x="1459906" y="1171542"/>
                  <a:pt x="1487719" y="1171502"/>
                </a:cubicBezTo>
                <a:cubicBezTo>
                  <a:pt x="1515531" y="1171462"/>
                  <a:pt x="1574244" y="1167296"/>
                  <a:pt x="1618192" y="1162243"/>
                </a:cubicBezTo>
                <a:cubicBezTo>
                  <a:pt x="1662140" y="1157191"/>
                  <a:pt x="1799658" y="1150347"/>
                  <a:pt x="1923787" y="1147035"/>
                </a:cubicBezTo>
                <a:lnTo>
                  <a:pt x="2149476" y="1141014"/>
                </a:lnTo>
                <a:lnTo>
                  <a:pt x="2180048" y="1179614"/>
                </a:lnTo>
                <a:cubicBezTo>
                  <a:pt x="2196863" y="1200844"/>
                  <a:pt x="2217611" y="1238731"/>
                  <a:pt x="2226155" y="1263806"/>
                </a:cubicBezTo>
                <a:lnTo>
                  <a:pt x="2241689" y="1309397"/>
                </a:lnTo>
                <a:lnTo>
                  <a:pt x="2252446" y="1257154"/>
                </a:lnTo>
                <a:cubicBezTo>
                  <a:pt x="2258363" y="1228421"/>
                  <a:pt x="2270885" y="1190404"/>
                  <a:pt x="2280272" y="1172672"/>
                </a:cubicBezTo>
                <a:lnTo>
                  <a:pt x="2297341" y="1140433"/>
                </a:lnTo>
                <a:lnTo>
                  <a:pt x="2360727" y="1146627"/>
                </a:lnTo>
                <a:cubicBezTo>
                  <a:pt x="2435075" y="1153892"/>
                  <a:pt x="2489253" y="1162347"/>
                  <a:pt x="2494562" y="1167514"/>
                </a:cubicBezTo>
                <a:cubicBezTo>
                  <a:pt x="2496638" y="1169534"/>
                  <a:pt x="2485923" y="1189410"/>
                  <a:pt x="2470750" y="1211682"/>
                </a:cubicBezTo>
                <a:cubicBezTo>
                  <a:pt x="2455576" y="1233953"/>
                  <a:pt x="2439930" y="1257265"/>
                  <a:pt x="2435980" y="1263486"/>
                </a:cubicBezTo>
                <a:cubicBezTo>
                  <a:pt x="2431811" y="1270050"/>
                  <a:pt x="2439304" y="1287282"/>
                  <a:pt x="2453834" y="1304550"/>
                </a:cubicBezTo>
                <a:cubicBezTo>
                  <a:pt x="2467604" y="1320915"/>
                  <a:pt x="2477265" y="1335865"/>
                  <a:pt x="2475303" y="1337772"/>
                </a:cubicBezTo>
                <a:cubicBezTo>
                  <a:pt x="2473342" y="1339679"/>
                  <a:pt x="2433161" y="1337026"/>
                  <a:pt x="2386012" y="1331876"/>
                </a:cubicBezTo>
                <a:cubicBezTo>
                  <a:pt x="2245605" y="1316539"/>
                  <a:pt x="1803103" y="1319723"/>
                  <a:pt x="1676400" y="1336981"/>
                </a:cubicBezTo>
                <a:cubicBezTo>
                  <a:pt x="1572104" y="1351188"/>
                  <a:pt x="1332858" y="1358258"/>
                  <a:pt x="1322053" y="1347453"/>
                </a:cubicBezTo>
                <a:close/>
                <a:moveTo>
                  <a:pt x="1478756" y="1212477"/>
                </a:moveTo>
                <a:cubicBezTo>
                  <a:pt x="1466969" y="1210207"/>
                  <a:pt x="1447680" y="1210207"/>
                  <a:pt x="1435893" y="1212477"/>
                </a:cubicBezTo>
                <a:cubicBezTo>
                  <a:pt x="1424106" y="1214748"/>
                  <a:pt x="1433750" y="1216605"/>
                  <a:pt x="1457325" y="1216605"/>
                </a:cubicBezTo>
                <a:cubicBezTo>
                  <a:pt x="1480899" y="1216605"/>
                  <a:pt x="1490543" y="1214748"/>
                  <a:pt x="1478756" y="1212477"/>
                </a:cubicBezTo>
                <a:close/>
                <a:moveTo>
                  <a:pt x="1400175" y="1181100"/>
                </a:moveTo>
                <a:cubicBezTo>
                  <a:pt x="1388680" y="1173671"/>
                  <a:pt x="1390186" y="1171838"/>
                  <a:pt x="1407880" y="1171720"/>
                </a:cubicBezTo>
                <a:cubicBezTo>
                  <a:pt x="1420144" y="1171639"/>
                  <a:pt x="1427270" y="1175788"/>
                  <a:pt x="1423987" y="1181100"/>
                </a:cubicBezTo>
                <a:cubicBezTo>
                  <a:pt x="1416908" y="1192553"/>
                  <a:pt x="1417898" y="1192553"/>
                  <a:pt x="1400175" y="1181100"/>
                </a:cubicBezTo>
                <a:close/>
                <a:moveTo>
                  <a:pt x="666753" y="1018270"/>
                </a:moveTo>
                <a:cubicBezTo>
                  <a:pt x="666740" y="996698"/>
                  <a:pt x="758173" y="947394"/>
                  <a:pt x="811827" y="940040"/>
                </a:cubicBezTo>
                <a:cubicBezTo>
                  <a:pt x="836358" y="936677"/>
                  <a:pt x="872623" y="925247"/>
                  <a:pt x="892417" y="914638"/>
                </a:cubicBezTo>
                <a:cubicBezTo>
                  <a:pt x="912210" y="904029"/>
                  <a:pt x="946010" y="895350"/>
                  <a:pt x="967527" y="895350"/>
                </a:cubicBezTo>
                <a:cubicBezTo>
                  <a:pt x="1002469" y="895350"/>
                  <a:pt x="1008568" y="891787"/>
                  <a:pt x="1024603" y="862012"/>
                </a:cubicBezTo>
                <a:lnTo>
                  <a:pt x="1042557" y="828675"/>
                </a:lnTo>
                <a:lnTo>
                  <a:pt x="1142847" y="828675"/>
                </a:lnTo>
                <a:cubicBezTo>
                  <a:pt x="1198007" y="828675"/>
                  <a:pt x="1256238" y="832432"/>
                  <a:pt x="1272249" y="837024"/>
                </a:cubicBezTo>
                <a:cubicBezTo>
                  <a:pt x="1291417" y="842521"/>
                  <a:pt x="1310901" y="841473"/>
                  <a:pt x="1329293" y="833955"/>
                </a:cubicBezTo>
                <a:cubicBezTo>
                  <a:pt x="1351308" y="824957"/>
                  <a:pt x="1373382" y="825267"/>
                  <a:pt x="1433469" y="835419"/>
                </a:cubicBezTo>
                <a:cubicBezTo>
                  <a:pt x="1486836" y="844436"/>
                  <a:pt x="1548652" y="846483"/>
                  <a:pt x="1639495" y="842241"/>
                </a:cubicBezTo>
                <a:cubicBezTo>
                  <a:pt x="1730307" y="838000"/>
                  <a:pt x="1771239" y="839354"/>
                  <a:pt x="1775810" y="846750"/>
                </a:cubicBezTo>
                <a:cubicBezTo>
                  <a:pt x="1779402" y="852563"/>
                  <a:pt x="1791723" y="855386"/>
                  <a:pt x="1803189" y="853023"/>
                </a:cubicBezTo>
                <a:cubicBezTo>
                  <a:pt x="1814656" y="850660"/>
                  <a:pt x="1848683" y="846049"/>
                  <a:pt x="1878806" y="842778"/>
                </a:cubicBezTo>
                <a:lnTo>
                  <a:pt x="1933575" y="836829"/>
                </a:lnTo>
                <a:lnTo>
                  <a:pt x="1933575" y="869679"/>
                </a:lnTo>
                <a:cubicBezTo>
                  <a:pt x="1933575" y="899897"/>
                  <a:pt x="1937288" y="904126"/>
                  <a:pt x="1979927" y="922469"/>
                </a:cubicBezTo>
                <a:cubicBezTo>
                  <a:pt x="2022885" y="940949"/>
                  <a:pt x="2061393" y="989781"/>
                  <a:pt x="2045523" y="1005651"/>
                </a:cubicBezTo>
                <a:cubicBezTo>
                  <a:pt x="2042819" y="1008355"/>
                  <a:pt x="1973809" y="1010533"/>
                  <a:pt x="1892167" y="1010491"/>
                </a:cubicBezTo>
                <a:cubicBezTo>
                  <a:pt x="1810524" y="1010448"/>
                  <a:pt x="1741319" y="1014309"/>
                  <a:pt x="1738376" y="1019070"/>
                </a:cubicBezTo>
                <a:cubicBezTo>
                  <a:pt x="1732523" y="1028541"/>
                  <a:pt x="666759" y="1027745"/>
                  <a:pt x="666753" y="1018270"/>
                </a:cubicBezTo>
                <a:close/>
                <a:moveTo>
                  <a:pt x="2533650" y="1021585"/>
                </a:moveTo>
                <a:lnTo>
                  <a:pt x="2500312" y="1017520"/>
                </a:lnTo>
                <a:lnTo>
                  <a:pt x="2547937" y="1001258"/>
                </a:lnTo>
                <a:cubicBezTo>
                  <a:pt x="2606766" y="981170"/>
                  <a:pt x="2631979" y="985933"/>
                  <a:pt x="2600736" y="1011231"/>
                </a:cubicBezTo>
                <a:cubicBezTo>
                  <a:pt x="2588872" y="1020839"/>
                  <a:pt x="2576424" y="1028014"/>
                  <a:pt x="2573076" y="1027175"/>
                </a:cubicBezTo>
                <a:cubicBezTo>
                  <a:pt x="2569727" y="1026337"/>
                  <a:pt x="2551985" y="1023821"/>
                  <a:pt x="2533650" y="1021585"/>
                </a:cubicBezTo>
                <a:close/>
                <a:moveTo>
                  <a:pt x="1152525" y="721407"/>
                </a:moveTo>
                <a:cubicBezTo>
                  <a:pt x="1152525" y="713734"/>
                  <a:pt x="1173181" y="688134"/>
                  <a:pt x="1198428" y="664519"/>
                </a:cubicBezTo>
                <a:cubicBezTo>
                  <a:pt x="1242232" y="623545"/>
                  <a:pt x="1248225" y="621041"/>
                  <a:pt x="1329397" y="609779"/>
                </a:cubicBezTo>
                <a:cubicBezTo>
                  <a:pt x="1383881" y="602220"/>
                  <a:pt x="1430617" y="589309"/>
                  <a:pt x="1459400" y="573866"/>
                </a:cubicBezTo>
                <a:cubicBezTo>
                  <a:pt x="1522547" y="539985"/>
                  <a:pt x="1594228" y="548001"/>
                  <a:pt x="1652088" y="595413"/>
                </a:cubicBezTo>
                <a:cubicBezTo>
                  <a:pt x="1676740" y="615613"/>
                  <a:pt x="1727190" y="640509"/>
                  <a:pt x="1781963" y="659503"/>
                </a:cubicBezTo>
                <a:cubicBezTo>
                  <a:pt x="1839138" y="679330"/>
                  <a:pt x="1872559" y="696033"/>
                  <a:pt x="1874378" y="705689"/>
                </a:cubicBezTo>
                <a:cubicBezTo>
                  <a:pt x="1877845" y="724093"/>
                  <a:pt x="1831503" y="723912"/>
                  <a:pt x="1668102" y="704882"/>
                </a:cubicBezTo>
                <a:cubicBezTo>
                  <a:pt x="1581152" y="694756"/>
                  <a:pt x="1545460" y="694564"/>
                  <a:pt x="1487127" y="703911"/>
                </a:cubicBezTo>
                <a:cubicBezTo>
                  <a:pt x="1447161" y="710315"/>
                  <a:pt x="1384458" y="717120"/>
                  <a:pt x="1347787" y="719035"/>
                </a:cubicBezTo>
                <a:cubicBezTo>
                  <a:pt x="1311116" y="720950"/>
                  <a:pt x="1252180" y="725406"/>
                  <a:pt x="1216818" y="728937"/>
                </a:cubicBezTo>
                <a:cubicBezTo>
                  <a:pt x="1163785" y="734233"/>
                  <a:pt x="1152525" y="732914"/>
                  <a:pt x="1152525" y="721407"/>
                </a:cubicBezTo>
                <a:close/>
              </a:path>
            </a:pathLst>
          </a:custGeom>
          <a:solidFill>
            <a:srgbClr val="7A1732">
              <a:alpha val="55000"/>
            </a:srgbClr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