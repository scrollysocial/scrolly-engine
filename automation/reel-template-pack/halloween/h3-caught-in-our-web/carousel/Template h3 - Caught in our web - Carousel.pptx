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product held up against a plain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Reason 1: swap in a close-up and type its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Reasons 2 and 3: a close-up and a label for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Reason 4: swap in its photo and type its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Swap in your product photo for the middle of the web.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jp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image" Target="../media/image16.jp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19.png"/><Relationship Id="rId5" Type="http://schemas.openxmlformats.org/officeDocument/2006/relationships/image" Target="../media/image20.jpg"/><Relationship Id="rId6" Type="http://schemas.openxmlformats.org/officeDocument/2006/relationships/image" Target="../media/image11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Your product, held up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CAUGHT" descr="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4572000"/>
          </a:xfrm>
          <a:prstGeom prst="rect">
            <a:avLst/>
          </a:prstGeom>
        </p:spPr>
      </p:pic>
      <p:pic>
        <p:nvPicPr>
          <p:cNvPr id="5" name="silk" descr="0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9638" y="-4762"/>
            <a:ext cx="85725" cy="6677025"/>
          </a:xfrm>
          <a:prstGeom prst="rect">
            <a:avLst/>
          </a:prstGeom>
        </p:spPr>
      </p:pic>
      <p:pic>
        <p:nvPicPr>
          <p:cNvPr id="6" name="spider" descr="0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0" y="6562725"/>
            <a:ext cx="2667000" cy="1924050"/>
          </a:xfrm>
          <a:prstGeom prst="rect">
            <a:avLst/>
          </a:prstGeom>
        </p:spPr>
      </p:pic>
      <p:sp>
        <p:nvSpPr>
          <p:cNvPr id="7" name="TEXT: you're about to get"/>
          <p:cNvSpPr/>
          <p:nvPr/>
        </p:nvSpPr>
        <p:spPr>
          <a:xfrm rot="120000">
            <a:off x="719138" y="4876800"/>
            <a:ext cx="6562725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you're about to get</a:t>
            </a:r>
          </a:p>
        </p:txBody>
      </p:sp>
      <p:sp>
        <p:nvSpPr>
          <p:cNvPr id="8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web" descr="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spider" descr="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00" y="5757862"/>
            <a:ext cx="3048000" cy="2200275"/>
          </a:xfrm>
          <a:prstGeom prst="rect">
            <a:avLst/>
          </a:prstGeom>
        </p:spPr>
      </p:pic>
      <p:sp>
        <p:nvSpPr>
          <p:cNvPr id="5" name="TEXT: [4 reasons you'll love it]"/>
          <p:cNvSpPr/>
          <p:nvPr/>
        </p:nvSpPr>
        <p:spPr>
          <a:xfrm rot="120000">
            <a:off x="2862262" y="1071562"/>
            <a:ext cx="6086475" cy="2238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34696" rIns="234696" tIns="100584" bIns="100584"/>
          <a:lstStyle/>
          <a:p>
            <a:pPr algn="r">
              <a:lnSpc>
                <a:spcPts val="8052"/>
              </a:lnSpc>
            </a:pPr>
            <a:r>
              <a:rPr b="1" sz="6600">
                <a:solidFill>
                  <a:srgbClr val="181716"/>
                </a:solidFill>
                <a:latin typeface="Montserrat"/>
              </a:rPr>
              <a:t>[4 reasons</a:t>
            </a:r>
          </a:p>
          <a:p>
            <a:pPr algn="r">
              <a:lnSpc>
                <a:spcPts val="8052"/>
              </a:lnSpc>
            </a:pPr>
            <a:r>
              <a:rPr b="1" sz="6600">
                <a:solidFill>
                  <a:srgbClr val="181716"/>
                </a:solidFill>
                <a:latin typeface="Montserrat"/>
              </a:rPr>
              <a:t>you'll love it]</a:t>
            </a:r>
          </a:p>
        </p:txBody>
      </p:sp>
      <p:sp>
        <p:nvSpPr>
          <p:cNvPr id="6" name="TEXT: [get caught]"/>
          <p:cNvSpPr/>
          <p:nvPr/>
        </p:nvSpPr>
        <p:spPr>
          <a:xfrm rot="120000">
            <a:off x="719138" y="12144375"/>
            <a:ext cx="408622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[get caught]</a:t>
            </a:r>
          </a:p>
        </p:txBody>
      </p:sp>
      <p:sp>
        <p:nvSpPr>
          <p:cNvPr id="7" name="arrow"/>
          <p:cNvSpPr/>
          <p:nvPr/>
        </p:nvSpPr>
        <p:spPr>
          <a:xfrm rot="-120000">
            <a:off x="4905375" y="1227296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161418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silk" descr="0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round paper" descr="0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9850" y="2609850"/>
            <a:ext cx="6972300" cy="6972300"/>
          </a:xfrm>
          <a:prstGeom prst="rect">
            <a:avLst/>
          </a:prstGeom>
        </p:spPr>
      </p:pic>
      <p:sp>
        <p:nvSpPr>
          <p:cNvPr id="5" name="PHOTO: Reason 1"/>
          <p:cNvSpPr/>
          <p:nvPr/>
        </p:nvSpPr>
        <p:spPr>
          <a:xfrm rot="0">
            <a:off x="3143250" y="3143250"/>
            <a:ext cx="5905500" cy="5905500"/>
          </a:xfrm>
          <a:prstGeom prst="ellipse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6" name="spider" descr="0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9800000">
            <a:off x="1143000" y="9529762"/>
            <a:ext cx="2095500" cy="1514475"/>
          </a:xfrm>
          <a:prstGeom prst="rect">
            <a:avLst/>
          </a:prstGeom>
        </p:spPr>
      </p:pic>
      <p:sp>
        <p:nvSpPr>
          <p:cNvPr id="7" name="TEXT: [THE GLOW]"/>
          <p:cNvSpPr/>
          <p:nvPr/>
        </p:nvSpPr>
        <p:spPr>
          <a:xfrm rot="120000">
            <a:off x="852488" y="11229975"/>
            <a:ext cx="5534025" cy="1162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4028" rIns="224028" tIns="96012" bIns="96012"/>
          <a:lstStyle/>
          <a:p>
            <a:pPr algn="l">
              <a:lnSpc>
                <a:spcPts val="7686"/>
              </a:lnSpc>
            </a:pPr>
            <a:r>
              <a:rPr b="1" sz="6300">
                <a:solidFill>
                  <a:srgbClr val="181716"/>
                </a:solidFill>
                <a:latin typeface="Montserrat"/>
              </a:rPr>
              <a:t>[THE GLOW]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silk" descr="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round paper" descr="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" y="1847850"/>
            <a:ext cx="5257800" cy="5257800"/>
          </a:xfrm>
          <a:prstGeom prst="rect">
            <a:avLst/>
          </a:prstGeom>
        </p:spPr>
      </p:pic>
      <p:sp>
        <p:nvSpPr>
          <p:cNvPr id="5" name="PHOTO: Reason 2"/>
          <p:cNvSpPr/>
          <p:nvPr/>
        </p:nvSpPr>
        <p:spPr>
          <a:xfrm rot="0">
            <a:off x="1047750" y="2381250"/>
            <a:ext cx="4191000" cy="4191000"/>
          </a:xfrm>
          <a:prstGeom prst="ellipse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6" name="round paper" descr="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4850" y="6705600"/>
            <a:ext cx="5257800" cy="5257800"/>
          </a:xfrm>
          <a:prstGeom prst="rect">
            <a:avLst/>
          </a:prstGeom>
        </p:spPr>
      </p:pic>
      <p:sp>
        <p:nvSpPr>
          <p:cNvPr id="7" name="PHOTO: Reason 3"/>
          <p:cNvSpPr/>
          <p:nvPr/>
        </p:nvSpPr>
        <p:spPr>
          <a:xfrm rot="0">
            <a:off x="5048250" y="7239000"/>
            <a:ext cx="4191000" cy="4191000"/>
          </a:xfrm>
          <a:prstGeom prst="ellipse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sp>
        <p:nvSpPr>
          <p:cNvPr id="8" name="TEXT: [THE SCENT]"/>
          <p:cNvSpPr/>
          <p:nvPr/>
        </p:nvSpPr>
        <p:spPr>
          <a:xfrm rot="120000">
            <a:off x="771525" y="6943725"/>
            <a:ext cx="4743450" cy="971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ctr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[THE SCENT]</a:t>
            </a:r>
          </a:p>
        </p:txBody>
      </p:sp>
      <p:sp>
        <p:nvSpPr>
          <p:cNvPr id="9" name="TEXT: [THE PRICE]"/>
          <p:cNvSpPr/>
          <p:nvPr/>
        </p:nvSpPr>
        <p:spPr>
          <a:xfrm rot="21480000">
            <a:off x="4591050" y="11896725"/>
            <a:ext cx="4533900" cy="971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ctr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[THE PRICE]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952500" y="2762250"/>
            <a:ext cx="8382000" cy="9715500"/>
          </a:xfrm>
          <a:prstGeom prst="rect">
            <a:avLst/>
          </a:prstGeom>
        </p:spPr>
      </p:pic>
      <p:sp>
        <p:nvSpPr>
          <p:cNvPr id="4" name="PHOTO: Reason 4"/>
          <p:cNvSpPr/>
          <p:nvPr/>
        </p:nvSpPr>
        <p:spPr>
          <a:xfrm rot="120000">
            <a:off x="1524000" y="3333750"/>
            <a:ext cx="7239000" cy="8572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silk" descr="0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8138" y="-4762"/>
            <a:ext cx="85725" cy="2867025"/>
          </a:xfrm>
          <a:prstGeom prst="rect">
            <a:avLst/>
          </a:prstGeom>
        </p:spPr>
      </p:pic>
      <p:pic>
        <p:nvPicPr>
          <p:cNvPr id="6" name="spider" descr="0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2750" y="2628900"/>
            <a:ext cx="2476500" cy="1790700"/>
          </a:xfrm>
          <a:prstGeom prst="rect">
            <a:avLst/>
          </a:prstGeom>
        </p:spPr>
      </p:pic>
      <p:sp>
        <p:nvSpPr>
          <p:cNvPr id="7" name="TEXT: [THE GIFT BOX]"/>
          <p:cNvSpPr/>
          <p:nvPr/>
        </p:nvSpPr>
        <p:spPr>
          <a:xfrm rot="180000">
            <a:off x="361950" y="1257300"/>
            <a:ext cx="6515100" cy="1104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l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[THE GIFT BOX]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web" descr="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62000"/>
            <a:ext cx="10287000" cy="13716000"/>
          </a:xfrm>
          <a:prstGeom prst="rect">
            <a:avLst/>
          </a:prstGeom>
        </p:spPr>
      </p:pic>
      <p:pic>
        <p:nvPicPr>
          <p:cNvPr id="4" name="round paper" descr="0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9850" y="5086350"/>
            <a:ext cx="5067300" cy="5067300"/>
          </a:xfrm>
          <a:prstGeom prst="rect">
            <a:avLst/>
          </a:prstGeom>
        </p:spPr>
      </p:pic>
      <p:sp>
        <p:nvSpPr>
          <p:cNvPr id="5" name="PHOTO: Your product"/>
          <p:cNvSpPr/>
          <p:nvPr/>
        </p:nvSpPr>
        <p:spPr>
          <a:xfrm rot="0">
            <a:off x="3143250" y="5619750"/>
            <a:ext cx="4000500" cy="4000500"/>
          </a:xfrm>
          <a:prstGeom prst="ellipse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6" name="spider" descr="0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0">
            <a:off x="6191250" y="5148262"/>
            <a:ext cx="2095500" cy="1514475"/>
          </a:xfrm>
          <a:prstGeom prst="rect">
            <a:avLst/>
          </a:prstGeom>
        </p:spPr>
      </p:pic>
      <p:pic>
        <p:nvPicPr>
          <p:cNvPr id="7" name="COMMENT" descr="01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0287000" cy="4000500"/>
          </a:xfrm>
          <a:prstGeom prst="rect">
            <a:avLst/>
          </a:prstGeom>
        </p:spPr>
      </p:pic>
      <p:sp>
        <p:nvSpPr>
          <p:cNvPr id="8" name="TEXT: [WEB]"/>
          <p:cNvSpPr/>
          <p:nvPr/>
        </p:nvSpPr>
        <p:spPr>
          <a:xfrm rot="120000">
            <a:off x="3143250" y="11144250"/>
            <a:ext cx="4000500" cy="1524000"/>
          </a:xfrm>
          <a:prstGeom prst="rect">
            <a:avLst/>
          </a:prstGeom>
          <a:solidFill>
            <a:srgbClr val="16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93370" rIns="293370" tIns="125730" bIns="125730"/>
          <a:lstStyle/>
          <a:p>
            <a:pPr algn="ctr">
              <a:lnSpc>
                <a:spcPts val="10065"/>
              </a:lnSpc>
            </a:pPr>
            <a:r>
              <a:rPr b="1" sz="8250">
                <a:solidFill>
                  <a:srgbClr val="FFFFFF"/>
                </a:solidFill>
                <a:latin typeface="Montserrat"/>
              </a:rPr>
              <a:t>[WEB]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