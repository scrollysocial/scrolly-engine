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1. Hook. Swap in a photo of your product held up against a plain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2. Second hook: Instagram often shows a carousel starting on slide 2, so this one works as a cover on its own. No photo needed. Edit both [bracket]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3. Reason 1: swap in a close-up and type its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4. Reasons 2 and 3: a close-up and a label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5. Reason 4: swap in its photo and type its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6. Swap in your product photo for the middle of the web. Type your keyword. Caption to start from (CTA in the first two sentences, 3 hashtags): Comment [KEYWORD] and I will send you [the link]. [One line of real context: who it helps or how you use it.] #[tag] #[tag] #[tag]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22.png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: Your product, held up (fills the page)" descr="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4" name="CAUGHT" descr="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287000" cy="4572000"/>
          </a:xfrm>
          <a:prstGeom prst="rect">
            <a:avLst/>
          </a:prstGeom>
        </p:spPr>
      </p:pic>
      <p:pic>
        <p:nvPicPr>
          <p:cNvPr id="5" name="silk" descr="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638" y="-4762"/>
            <a:ext cx="85725" cy="6677025"/>
          </a:xfrm>
          <a:prstGeom prst="rect">
            <a:avLst/>
          </a:prstGeom>
        </p:spPr>
      </p:pic>
      <p:pic>
        <p:nvPicPr>
          <p:cNvPr id="6" name="spider" descr="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0" y="6562725"/>
            <a:ext cx="2667000" cy="1924050"/>
          </a:xfrm>
          <a:prstGeom prst="rect">
            <a:avLst/>
          </a:prstGeom>
        </p:spPr>
      </p:pic>
      <p:sp>
        <p:nvSpPr>
          <p:cNvPr id="7" name="TEXT: you're about to get"/>
          <p:cNvSpPr/>
          <p:nvPr/>
        </p:nvSpPr>
        <p:spPr>
          <a:xfrm rot="120000">
            <a:off x="719138" y="4876800"/>
            <a:ext cx="6562725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6022" rIns="176022" tIns="75438" bIns="75438"/>
          <a:lstStyle/>
          <a:p>
            <a:pPr algn="ctr">
              <a:lnSpc>
                <a:spcPts val="6039"/>
              </a:lnSpc>
            </a:pPr>
            <a:r>
              <a:rPr b="1" sz="4950">
                <a:solidFill>
                  <a:srgbClr val="181716"/>
                </a:solidFill>
                <a:latin typeface="Montserrat"/>
              </a:rPr>
              <a:t>you're about to get</a:t>
            </a:r>
          </a:p>
        </p:txBody>
      </p:sp>
      <p:sp>
        <p:nvSpPr>
          <p:cNvPr id="8" name="GUIDE (delete)"/>
          <p:cNvSpPr/>
          <p:nvPr/>
        </p:nvSpPr>
        <p:spPr>
          <a:xfrm>
            <a:off x="1352550" y="13063538"/>
            <a:ext cx="7581900" cy="352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9342" rIns="69342" tIns="29718" bIns="29718"/>
          <a:lstStyle/>
          <a:p>
            <a:pPr algn="ctr">
              <a:lnSpc>
                <a:spcPts val="2379"/>
              </a:lnSpc>
            </a:pPr>
            <a:r>
              <a:rPr b="1" sz="1950">
                <a:solidFill>
                  <a:srgbClr val="FFFFFF"/>
                </a:solidFill>
                <a:latin typeface="Montserrat"/>
              </a:rPr>
              <a:t>Everything blue is a guide. Delete it before you download.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eb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4" name="spider" descr="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500" y="5757862"/>
            <a:ext cx="3048000" cy="2200275"/>
          </a:xfrm>
          <a:prstGeom prst="rect">
            <a:avLst/>
          </a:prstGeom>
        </p:spPr>
      </p:pic>
      <p:sp>
        <p:nvSpPr>
          <p:cNvPr id="5" name="TEXT: [4 reasons you'll love it]"/>
          <p:cNvSpPr/>
          <p:nvPr/>
        </p:nvSpPr>
        <p:spPr>
          <a:xfrm rot="120000">
            <a:off x="2862262" y="1071562"/>
            <a:ext cx="6086475" cy="2238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34696" rIns="234696" tIns="100584" bIns="100584"/>
          <a:lstStyle/>
          <a:p>
            <a:pPr algn="r">
              <a:lnSpc>
                <a:spcPts val="8052"/>
              </a:lnSpc>
            </a:pPr>
            <a:r>
              <a:rPr b="1" sz="6600">
                <a:solidFill>
                  <a:srgbClr val="181716"/>
                </a:solidFill>
                <a:latin typeface="Montserrat"/>
              </a:rPr>
              <a:t>[4 reasons</a:t>
            </a:r>
          </a:p>
          <a:p>
            <a:pPr algn="r">
              <a:lnSpc>
                <a:spcPts val="8052"/>
              </a:lnSpc>
            </a:pPr>
            <a:r>
              <a:rPr b="1" sz="6600">
                <a:solidFill>
                  <a:srgbClr val="181716"/>
                </a:solidFill>
                <a:latin typeface="Montserrat"/>
              </a:rPr>
              <a:t>you'll love it]</a:t>
            </a:r>
          </a:p>
        </p:txBody>
      </p:sp>
      <p:sp>
        <p:nvSpPr>
          <p:cNvPr id="6" name="TEXT: [get caught]"/>
          <p:cNvSpPr/>
          <p:nvPr/>
        </p:nvSpPr>
        <p:spPr>
          <a:xfrm rot="120000">
            <a:off x="719138" y="12144375"/>
            <a:ext cx="4086225" cy="857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354" rIns="165354" tIns="70866" bIns="70866"/>
          <a:lstStyle/>
          <a:p>
            <a:pPr algn="l">
              <a:lnSpc>
                <a:spcPts val="5673"/>
              </a:lnSpc>
            </a:pPr>
            <a:r>
              <a:rPr b="1" sz="4650">
                <a:solidFill>
                  <a:srgbClr val="181716"/>
                </a:solidFill>
                <a:latin typeface="Montserrat"/>
              </a:rPr>
              <a:t>[get caught]</a:t>
            </a:r>
          </a:p>
        </p:txBody>
      </p:sp>
      <p:pic>
        <p:nvPicPr>
          <p:cNvPr id="7" name="arrow" descr="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4905375" y="12272962"/>
            <a:ext cx="1619250" cy="504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ilk" descr="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4" name="round paper" descr="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2609850"/>
            <a:ext cx="6972300" cy="6972300"/>
          </a:xfrm>
          <a:prstGeom prst="rect">
            <a:avLst/>
          </a:prstGeom>
        </p:spPr>
      </p:pic>
      <p:pic>
        <p:nvPicPr>
          <p:cNvPr id="5" name="PHOTO: Reason 1" descr="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3143250"/>
            <a:ext cx="5905500" cy="5905500"/>
          </a:xfrm>
          <a:prstGeom prst="ellipse">
            <a:avLst/>
          </a:prstGeom>
        </p:spPr>
      </p:pic>
      <p:pic>
        <p:nvPicPr>
          <p:cNvPr id="6" name="spider" descr="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800000">
            <a:off x="1143000" y="9529762"/>
            <a:ext cx="2095500" cy="1514475"/>
          </a:xfrm>
          <a:prstGeom prst="rect">
            <a:avLst/>
          </a:prstGeom>
        </p:spPr>
      </p:pic>
      <p:sp>
        <p:nvSpPr>
          <p:cNvPr id="7" name="TEXT: [THE GLOW]"/>
          <p:cNvSpPr/>
          <p:nvPr/>
        </p:nvSpPr>
        <p:spPr>
          <a:xfrm rot="120000">
            <a:off x="852488" y="11229975"/>
            <a:ext cx="5534025" cy="1162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4028" rIns="224028" tIns="96012" bIns="96012"/>
          <a:lstStyle/>
          <a:p>
            <a:pPr algn="l">
              <a:lnSpc>
                <a:spcPts val="7686"/>
              </a:lnSpc>
            </a:pPr>
            <a:r>
              <a:rPr b="1" sz="6300">
                <a:solidFill>
                  <a:srgbClr val="181716"/>
                </a:solidFill>
                <a:latin typeface="Montserrat"/>
              </a:rPr>
              <a:t>[THE GLOW]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silk" descr="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4" name="round paper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847850"/>
            <a:ext cx="5257800" cy="5257800"/>
          </a:xfrm>
          <a:prstGeom prst="rect">
            <a:avLst/>
          </a:prstGeom>
        </p:spPr>
      </p:pic>
      <p:pic>
        <p:nvPicPr>
          <p:cNvPr id="5" name="PHOTO: Reason 2" descr="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381250"/>
            <a:ext cx="4191000" cy="4191000"/>
          </a:xfrm>
          <a:prstGeom prst="ellipse">
            <a:avLst/>
          </a:prstGeom>
        </p:spPr>
      </p:pic>
      <p:pic>
        <p:nvPicPr>
          <p:cNvPr id="6" name="round paper" descr="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6705600"/>
            <a:ext cx="5257800" cy="5257800"/>
          </a:xfrm>
          <a:prstGeom prst="rect">
            <a:avLst/>
          </a:prstGeom>
        </p:spPr>
      </p:pic>
      <p:pic>
        <p:nvPicPr>
          <p:cNvPr id="7" name="PHOTO: Reason 3" descr="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0" y="7239000"/>
            <a:ext cx="4191000" cy="4191000"/>
          </a:xfrm>
          <a:prstGeom prst="ellipse">
            <a:avLst/>
          </a:prstGeom>
        </p:spPr>
      </p:pic>
      <p:sp>
        <p:nvSpPr>
          <p:cNvPr id="8" name="TEXT: [THE SCENT]"/>
          <p:cNvSpPr/>
          <p:nvPr/>
        </p:nvSpPr>
        <p:spPr>
          <a:xfrm rot="120000">
            <a:off x="771525" y="6943725"/>
            <a:ext cx="474345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[THE SCENT]</a:t>
            </a:r>
          </a:p>
        </p:txBody>
      </p:sp>
      <p:sp>
        <p:nvSpPr>
          <p:cNvPr id="9" name="TEXT: [THE PRICE]"/>
          <p:cNvSpPr/>
          <p:nvPr/>
        </p:nvSpPr>
        <p:spPr>
          <a:xfrm rot="21480000">
            <a:off x="4591050" y="11896725"/>
            <a:ext cx="4533900" cy="971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6690" rIns="186690" tIns="80010" bIns="80010"/>
          <a:lstStyle/>
          <a:p>
            <a:pPr algn="ctr">
              <a:lnSpc>
                <a:spcPts val="6405"/>
              </a:lnSpc>
            </a:pPr>
            <a:r>
              <a:rPr b="1" sz="5250">
                <a:solidFill>
                  <a:srgbClr val="181716"/>
                </a:solidFill>
                <a:latin typeface="Montserrat"/>
              </a:rPr>
              <a:t>[THE PRICE]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photo border" descr="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52500" y="2762250"/>
            <a:ext cx="8382000" cy="9715500"/>
          </a:xfrm>
          <a:prstGeom prst="rect">
            <a:avLst/>
          </a:prstGeom>
        </p:spPr>
      </p:pic>
      <p:pic>
        <p:nvPicPr>
          <p:cNvPr id="4" name="PHOTO: Reason 4" descr="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524000" y="3333750"/>
            <a:ext cx="7239000" cy="8572500"/>
          </a:xfrm>
          <a:prstGeom prst="rect">
            <a:avLst/>
          </a:prstGeom>
        </p:spPr>
      </p:pic>
      <p:pic>
        <p:nvPicPr>
          <p:cNvPr id="5" name="silk" descr="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138" y="-4762"/>
            <a:ext cx="85725" cy="2867025"/>
          </a:xfrm>
          <a:prstGeom prst="rect">
            <a:avLst/>
          </a:prstGeom>
        </p:spPr>
      </p:pic>
      <p:pic>
        <p:nvPicPr>
          <p:cNvPr id="6" name="spider" descr="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0" y="2628900"/>
            <a:ext cx="2476500" cy="1790700"/>
          </a:xfrm>
          <a:prstGeom prst="rect">
            <a:avLst/>
          </a:prstGeom>
        </p:spPr>
      </p:pic>
      <p:sp>
        <p:nvSpPr>
          <p:cNvPr id="7" name="TEXT: [THE GIFT BOX]"/>
          <p:cNvSpPr/>
          <p:nvPr/>
        </p:nvSpPr>
        <p:spPr>
          <a:xfrm rot="180000">
            <a:off x="361950" y="1257300"/>
            <a:ext cx="6515100" cy="1104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3360" rIns="213360" tIns="91440" bIns="91440"/>
          <a:lstStyle/>
          <a:p>
            <a:pPr algn="l">
              <a:lnSpc>
                <a:spcPts val="7319"/>
              </a:lnSpc>
            </a:pPr>
            <a:r>
              <a:rPr b="1" sz="6000">
                <a:solidFill>
                  <a:srgbClr val="181716"/>
                </a:solidFill>
                <a:latin typeface="Montserrat"/>
              </a:rPr>
              <a:t>[THE GIFT BOX]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pic>
        <p:nvPicPr>
          <p:cNvPr id="3" name="web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10287000" cy="13716000"/>
          </a:xfrm>
          <a:prstGeom prst="rect">
            <a:avLst/>
          </a:prstGeom>
        </p:spPr>
      </p:pic>
      <p:pic>
        <p:nvPicPr>
          <p:cNvPr id="4" name="round paper" descr="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0" y="5086350"/>
            <a:ext cx="5067300" cy="5067300"/>
          </a:xfrm>
          <a:prstGeom prst="rect">
            <a:avLst/>
          </a:prstGeom>
        </p:spPr>
      </p:pic>
      <p:pic>
        <p:nvPicPr>
          <p:cNvPr id="5" name="PHOTO: Your product" descr="0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5619750"/>
            <a:ext cx="4000500" cy="4000500"/>
          </a:xfrm>
          <a:prstGeom prst="ellipse">
            <a:avLst/>
          </a:prstGeom>
        </p:spPr>
      </p:pic>
      <p:pic>
        <p:nvPicPr>
          <p:cNvPr id="6" name="spider" descr="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0">
            <a:off x="6191250" y="5148262"/>
            <a:ext cx="2095500" cy="1514475"/>
          </a:xfrm>
          <a:prstGeom prst="rect">
            <a:avLst/>
          </a:prstGeom>
        </p:spPr>
      </p:pic>
      <p:pic>
        <p:nvPicPr>
          <p:cNvPr id="7" name="COMMENT" descr="0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0287000" cy="4000500"/>
          </a:xfrm>
          <a:prstGeom prst="rect">
            <a:avLst/>
          </a:prstGeom>
        </p:spPr>
      </p:pic>
      <p:sp>
        <p:nvSpPr>
          <p:cNvPr id="8" name="TEXT: [WEB]"/>
          <p:cNvSpPr/>
          <p:nvPr/>
        </p:nvSpPr>
        <p:spPr>
          <a:xfrm rot="120000">
            <a:off x="3143250" y="11144250"/>
            <a:ext cx="4000500" cy="1524000"/>
          </a:xfrm>
          <a:prstGeom prst="rect">
            <a:avLst/>
          </a:prstGeom>
          <a:solidFill>
            <a:srgbClr val="16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93370" rIns="293370" tIns="125730" bIns="125730"/>
          <a:lstStyle/>
          <a:p>
            <a:pPr algn="ctr">
              <a:lnSpc>
                <a:spcPts val="10065"/>
              </a:lnSpc>
            </a:pPr>
            <a:r>
              <a:rPr b="1" sz="8250">
                <a:solidFill>
                  <a:srgbClr val="FFFFFF"/>
                </a:solidFill>
                <a:latin typeface="Montserrat"/>
              </a:rPr>
              <a:t>[WEB]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