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1. Hook. Swap in a photo of you with your product. Edit the [bracket]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Second hook: Instagram often shows a carousel starting on slide 2, so this one works as a cover on its own. Swap in the same shot, empty (you've vanished). Edit both [bracket]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No photo needed. Type your real end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Swap in a photo of your product. Type your real number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Swap in a close-up of your product. Edit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Swap in your product photo. Type your keyword. Caption to start from (CTA in the first two sentences, 3 hashtags): Comment [KEYWORD] and I will send you [the link]. [One line of real context: who it helps or how you use it.] #[tag] #[tag] #[tag]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jp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jpg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You + your product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4" name="LETTERING: now you"/>
          <p:cNvSpPr txBox="1"/>
          <p:nvPr/>
        </p:nvSpPr>
        <p:spPr>
          <a:xfrm>
            <a:off x="2300288" y="1733550"/>
            <a:ext cx="5305425" cy="14859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750" i="0">
                <a:solidFill>
                  <a:srgbClr val="FFFFFF"/>
                </a:solidFill>
                <a:latin typeface="Bodoni FLF"/>
              </a:rPr>
              <a:t>now </a:t>
            </a:r>
            <a:r>
              <a:rPr sz="9750" i="0">
                <a:solidFill>
                  <a:srgbClr val="FFFFFF"/>
                </a:solidFill>
                <a:latin typeface="Bodoni FLF"/>
              </a:rPr>
              <a:t>you</a:t>
            </a:r>
          </a:p>
        </p:txBody>
      </p:sp>
      <p:sp>
        <p:nvSpPr>
          <p:cNvPr id="5" name="LETTERING: see it"/>
          <p:cNvSpPr txBox="1"/>
          <p:nvPr/>
        </p:nvSpPr>
        <p:spPr>
          <a:xfrm>
            <a:off x="1652588" y="2857500"/>
            <a:ext cx="6600825" cy="2857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750" i="0">
                <a:solidFill>
                  <a:srgbClr val="EC7824"/>
                </a:solidFill>
                <a:latin typeface="Bodoni FLF"/>
              </a:rPr>
              <a:t>see </a:t>
            </a:r>
            <a:r>
              <a:rPr sz="18750" i="0">
                <a:solidFill>
                  <a:srgbClr val="EC7824"/>
                </a:solidFill>
                <a:latin typeface="Bodoni FLF"/>
              </a:rPr>
              <a:t>it</a:t>
            </a:r>
          </a:p>
        </p:txBody>
      </p:sp>
      <p:sp>
        <p:nvSpPr>
          <p:cNvPr id="6" name="TEXT: [me + our spice candle]"/>
          <p:cNvSpPr/>
          <p:nvPr/>
        </p:nvSpPr>
        <p:spPr>
          <a:xfrm>
            <a:off x="1233488" y="5667375"/>
            <a:ext cx="7439025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ctr">
              <a:lnSpc>
                <a:spcPts val="5673"/>
              </a:lnSpc>
            </a:pPr>
            <a:r>
              <a:rPr b="1" sz="4650">
                <a:solidFill>
                  <a:srgbClr val="18120E"/>
                </a:solidFill>
                <a:latin typeface="Montserrat"/>
              </a:rPr>
              <a:t>[me + our spice candle]</a:t>
            </a:r>
          </a:p>
        </p:txBody>
      </p:sp>
      <p:sp>
        <p:nvSpPr>
          <p:cNvPr id="7" name="sparkle"/>
          <p:cNvSpPr/>
          <p:nvPr/>
        </p:nvSpPr>
        <p:spPr>
          <a:xfrm rot="0">
            <a:off x="904875" y="2552700"/>
            <a:ext cx="1619250" cy="2133600"/>
          </a:xfrm>
          <a:custGeom>
            <a:avLst/>
            <a:gdLst/>
            <a:ahLst/>
            <a:cxnLst/>
            <a:rect l="0" t="0" r="r" b="b"/>
            <a:pathLst>
              <a:path w="1619250" h="2133600">
                <a:moveTo>
                  <a:pt x="786406" y="2058881"/>
                </a:moveTo>
                <a:cubicBezTo>
                  <a:pt x="789429" y="2011401"/>
                  <a:pt x="787541" y="1980449"/>
                  <a:pt x="781389" y="1976647"/>
                </a:cubicBezTo>
                <a:cubicBezTo>
                  <a:pt x="775964" y="1973294"/>
                  <a:pt x="770945" y="1954730"/>
                  <a:pt x="770237" y="1935394"/>
                </a:cubicBezTo>
                <a:cubicBezTo>
                  <a:pt x="769529" y="1916057"/>
                  <a:pt x="765267" y="1938813"/>
                  <a:pt x="760766" y="1985962"/>
                </a:cubicBezTo>
                <a:cubicBezTo>
                  <a:pt x="745099" y="2150081"/>
                  <a:pt x="724491" y="2130765"/>
                  <a:pt x="713150" y="1941330"/>
                </a:cubicBezTo>
                <a:cubicBezTo>
                  <a:pt x="694076" y="1622744"/>
                  <a:pt x="638983" y="1420281"/>
                  <a:pt x="543195" y="1316755"/>
                </a:cubicBezTo>
                <a:cubicBezTo>
                  <a:pt x="463998" y="1231159"/>
                  <a:pt x="266216" y="1153941"/>
                  <a:pt x="120691" y="1151800"/>
                </a:cubicBezTo>
                <a:cubicBezTo>
                  <a:pt x="67049" y="1151011"/>
                  <a:pt x="10085" y="1134327"/>
                  <a:pt x="9343" y="1119187"/>
                </a:cubicBezTo>
                <a:cubicBezTo>
                  <a:pt x="9086" y="1113948"/>
                  <a:pt x="33236" y="1106521"/>
                  <a:pt x="63010" y="1102683"/>
                </a:cubicBezTo>
                <a:cubicBezTo>
                  <a:pt x="124492" y="1094757"/>
                  <a:pt x="142094" y="1085850"/>
                  <a:pt x="96275" y="1085850"/>
                </a:cubicBezTo>
                <a:cubicBezTo>
                  <a:pt x="78217" y="1085849"/>
                  <a:pt x="67977" y="1081923"/>
                  <a:pt x="71437" y="1076324"/>
                </a:cubicBezTo>
                <a:cubicBezTo>
                  <a:pt x="74675" y="1071086"/>
                  <a:pt x="108454" y="1066800"/>
                  <a:pt x="146502" y="1066800"/>
                </a:cubicBezTo>
                <a:cubicBezTo>
                  <a:pt x="185153" y="1066800"/>
                  <a:pt x="235573" y="1060022"/>
                  <a:pt x="260756" y="1051441"/>
                </a:cubicBezTo>
                <a:cubicBezTo>
                  <a:pt x="310552" y="1034474"/>
                  <a:pt x="316450" y="1023956"/>
                  <a:pt x="268450" y="1037722"/>
                </a:cubicBezTo>
                <a:cubicBezTo>
                  <a:pt x="217209" y="1052418"/>
                  <a:pt x="234915" y="1033194"/>
                  <a:pt x="288131" y="1016354"/>
                </a:cubicBezTo>
                <a:cubicBezTo>
                  <a:pt x="532051" y="939168"/>
                  <a:pt x="697524" y="707320"/>
                  <a:pt x="729464" y="397991"/>
                </a:cubicBezTo>
                <a:cubicBezTo>
                  <a:pt x="732863" y="365071"/>
                  <a:pt x="738962" y="320992"/>
                  <a:pt x="743016" y="300037"/>
                </a:cubicBezTo>
                <a:lnTo>
                  <a:pt x="750387" y="261937"/>
                </a:lnTo>
                <a:lnTo>
                  <a:pt x="751431" y="294481"/>
                </a:lnTo>
                <a:cubicBezTo>
                  <a:pt x="753454" y="357584"/>
                  <a:pt x="761291" y="316878"/>
                  <a:pt x="772096" y="187130"/>
                </a:cubicBezTo>
                <a:cubicBezTo>
                  <a:pt x="785407" y="27306"/>
                  <a:pt x="790765" y="4622"/>
                  <a:pt x="815072" y="5195"/>
                </a:cubicBezTo>
                <a:cubicBezTo>
                  <a:pt x="825251" y="5435"/>
                  <a:pt x="832198" y="11273"/>
                  <a:pt x="830658" y="18293"/>
                </a:cubicBezTo>
                <a:cubicBezTo>
                  <a:pt x="829130" y="25259"/>
                  <a:pt x="834859" y="38671"/>
                  <a:pt x="843390" y="48097"/>
                </a:cubicBezTo>
                <a:cubicBezTo>
                  <a:pt x="859288" y="65665"/>
                  <a:pt x="859524" y="68251"/>
                  <a:pt x="871128" y="352425"/>
                </a:cubicBezTo>
                <a:cubicBezTo>
                  <a:pt x="881751" y="612564"/>
                  <a:pt x="950446" y="796160"/>
                  <a:pt x="1071562" y="888105"/>
                </a:cubicBezTo>
                <a:cubicBezTo>
                  <a:pt x="1158741" y="954288"/>
                  <a:pt x="1250367" y="985447"/>
                  <a:pt x="1423987" y="1007954"/>
                </a:cubicBezTo>
                <a:cubicBezTo>
                  <a:pt x="1458729" y="1012458"/>
                  <a:pt x="1480268" y="1019651"/>
                  <a:pt x="1478921" y="1026299"/>
                </a:cubicBezTo>
                <a:cubicBezTo>
                  <a:pt x="1477383" y="1033884"/>
                  <a:pt x="1493439" y="1035991"/>
                  <a:pt x="1531308" y="1033175"/>
                </a:cubicBezTo>
                <a:cubicBezTo>
                  <a:pt x="1561340" y="1030941"/>
                  <a:pt x="1593475" y="1031472"/>
                  <a:pt x="1602719" y="1034355"/>
                </a:cubicBezTo>
                <a:cubicBezTo>
                  <a:pt x="1629814" y="1042804"/>
                  <a:pt x="1611604" y="1057249"/>
                  <a:pt x="1573444" y="1057577"/>
                </a:cubicBezTo>
                <a:cubicBezTo>
                  <a:pt x="1554107" y="1057744"/>
                  <a:pt x="1529715" y="1064617"/>
                  <a:pt x="1519237" y="1072850"/>
                </a:cubicBezTo>
                <a:cubicBezTo>
                  <a:pt x="1500487" y="1087584"/>
                  <a:pt x="1500523" y="1087720"/>
                  <a:pt x="1521533" y="1081457"/>
                </a:cubicBezTo>
                <a:cubicBezTo>
                  <a:pt x="1533273" y="1077958"/>
                  <a:pt x="1548252" y="1078415"/>
                  <a:pt x="1554818" y="1082474"/>
                </a:cubicBezTo>
                <a:cubicBezTo>
                  <a:pt x="1572772" y="1093570"/>
                  <a:pt x="1463709" y="1113527"/>
                  <a:pt x="1382487" y="1114009"/>
                </a:cubicBezTo>
                <a:cubicBezTo>
                  <a:pt x="1324215" y="1114354"/>
                  <a:pt x="1313335" y="1116831"/>
                  <a:pt x="1317894" y="1128712"/>
                </a:cubicBezTo>
                <a:cubicBezTo>
                  <a:pt x="1321293" y="1137570"/>
                  <a:pt x="1317847" y="1142999"/>
                  <a:pt x="1308826" y="1143000"/>
                </a:cubicBezTo>
                <a:cubicBezTo>
                  <a:pt x="1300823" y="1143000"/>
                  <a:pt x="1296924" y="1138713"/>
                  <a:pt x="1300162" y="1133475"/>
                </a:cubicBezTo>
                <a:cubicBezTo>
                  <a:pt x="1308763" y="1119558"/>
                  <a:pt x="1284798" y="1122453"/>
                  <a:pt x="1257300" y="1138652"/>
                </a:cubicBezTo>
                <a:lnTo>
                  <a:pt x="1233487" y="1152679"/>
                </a:lnTo>
                <a:lnTo>
                  <a:pt x="1262062" y="1147209"/>
                </a:lnTo>
                <a:cubicBezTo>
                  <a:pt x="1281239" y="1143538"/>
                  <a:pt x="1267975" y="1154059"/>
                  <a:pt x="1221731" y="1179198"/>
                </a:cubicBezTo>
                <a:cubicBezTo>
                  <a:pt x="1090914" y="1250315"/>
                  <a:pt x="1014034" y="1334514"/>
                  <a:pt x="949253" y="1477615"/>
                </a:cubicBezTo>
                <a:cubicBezTo>
                  <a:pt x="896412" y="1594338"/>
                  <a:pt x="838248" y="1829435"/>
                  <a:pt x="838213" y="1926431"/>
                </a:cubicBezTo>
                <a:cubicBezTo>
                  <a:pt x="838203" y="1951825"/>
                  <a:pt x="834070" y="1962150"/>
                  <a:pt x="823912" y="1962150"/>
                </a:cubicBezTo>
                <a:cubicBezTo>
                  <a:pt x="812659" y="1962150"/>
                  <a:pt x="809316" y="1976817"/>
                  <a:pt x="808174" y="2031206"/>
                </a:cubicBezTo>
                <a:cubicBezTo>
                  <a:pt x="806164" y="2126881"/>
                  <a:pt x="806174" y="2126812"/>
                  <a:pt x="793170" y="2131147"/>
                </a:cubicBezTo>
                <a:cubicBezTo>
                  <a:pt x="784422" y="2134063"/>
                  <a:pt x="782754" y="2116240"/>
                  <a:pt x="786406" y="2058881"/>
                </a:cubicBezTo>
                <a:close/>
                <a:moveTo>
                  <a:pt x="95250" y="1771650"/>
                </a:moveTo>
                <a:cubicBezTo>
                  <a:pt x="95250" y="1766411"/>
                  <a:pt x="99536" y="1762125"/>
                  <a:pt x="104775" y="1762125"/>
                </a:cubicBezTo>
                <a:cubicBezTo>
                  <a:pt x="110013" y="1762125"/>
                  <a:pt x="114300" y="1757973"/>
                  <a:pt x="114300" y="1752898"/>
                </a:cubicBezTo>
                <a:cubicBezTo>
                  <a:pt x="114300" y="1747824"/>
                  <a:pt x="107870" y="1746140"/>
                  <a:pt x="100012" y="1749155"/>
                </a:cubicBezTo>
                <a:cubicBezTo>
                  <a:pt x="81581" y="1756227"/>
                  <a:pt x="81511" y="1739379"/>
                  <a:pt x="99907" y="1724112"/>
                </a:cubicBezTo>
                <a:cubicBezTo>
                  <a:pt x="107708" y="1717638"/>
                  <a:pt x="111763" y="1708576"/>
                  <a:pt x="108919" y="1703975"/>
                </a:cubicBezTo>
                <a:cubicBezTo>
                  <a:pt x="91749" y="1676193"/>
                  <a:pt x="322663" y="1430958"/>
                  <a:pt x="382207" y="1413741"/>
                </a:cubicBezTo>
                <a:cubicBezTo>
                  <a:pt x="411031" y="1405406"/>
                  <a:pt x="418359" y="1406326"/>
                  <a:pt x="426458" y="1419295"/>
                </a:cubicBezTo>
                <a:cubicBezTo>
                  <a:pt x="438443" y="1438487"/>
                  <a:pt x="431078" y="1481530"/>
                  <a:pt x="413282" y="1496300"/>
                </a:cubicBezTo>
                <a:cubicBezTo>
                  <a:pt x="406004" y="1502340"/>
                  <a:pt x="400050" y="1512207"/>
                  <a:pt x="400050" y="1518225"/>
                </a:cubicBezTo>
                <a:cubicBezTo>
                  <a:pt x="400049" y="1530310"/>
                  <a:pt x="251707" y="1693673"/>
                  <a:pt x="190615" y="1748866"/>
                </a:cubicBezTo>
                <a:cubicBezTo>
                  <a:pt x="147454" y="1787859"/>
                  <a:pt x="126733" y="1785814"/>
                  <a:pt x="162681" y="1746108"/>
                </a:cubicBezTo>
                <a:lnTo>
                  <a:pt x="185737" y="1720642"/>
                </a:lnTo>
                <a:lnTo>
                  <a:pt x="155069" y="1741827"/>
                </a:lnTo>
                <a:cubicBezTo>
                  <a:pt x="138201" y="1753478"/>
                  <a:pt x="121875" y="1767098"/>
                  <a:pt x="118788" y="1772093"/>
                </a:cubicBezTo>
                <a:cubicBezTo>
                  <a:pt x="111390" y="1784063"/>
                  <a:pt x="95250" y="1783759"/>
                  <a:pt x="95250" y="1771650"/>
                </a:cubicBezTo>
                <a:close/>
                <a:moveTo>
                  <a:pt x="1462668" y="1724667"/>
                </a:moveTo>
                <a:cubicBezTo>
                  <a:pt x="1453506" y="1714543"/>
                  <a:pt x="1440108" y="1708524"/>
                  <a:pt x="1432895" y="1711292"/>
                </a:cubicBezTo>
                <a:cubicBezTo>
                  <a:pt x="1415665" y="1717904"/>
                  <a:pt x="1181100" y="1485292"/>
                  <a:pt x="1181100" y="1461593"/>
                </a:cubicBezTo>
                <a:cubicBezTo>
                  <a:pt x="1181100" y="1447901"/>
                  <a:pt x="1183640" y="1446530"/>
                  <a:pt x="1192530" y="1455420"/>
                </a:cubicBezTo>
                <a:cubicBezTo>
                  <a:pt x="1214232" y="1477122"/>
                  <a:pt x="1220524" y="1466776"/>
                  <a:pt x="1200841" y="1441752"/>
                </a:cubicBezTo>
                <a:cubicBezTo>
                  <a:pt x="1168372" y="1400475"/>
                  <a:pt x="1176361" y="1374788"/>
                  <a:pt x="1211716" y="1406784"/>
                </a:cubicBezTo>
                <a:cubicBezTo>
                  <a:pt x="1228471" y="1421947"/>
                  <a:pt x="1229171" y="1421947"/>
                  <a:pt x="1223353" y="1406784"/>
                </a:cubicBezTo>
                <a:cubicBezTo>
                  <a:pt x="1211942" y="1377049"/>
                  <a:pt x="1239817" y="1389770"/>
                  <a:pt x="1307618" y="1445241"/>
                </a:cubicBezTo>
                <a:cubicBezTo>
                  <a:pt x="1401037" y="1521670"/>
                  <a:pt x="1529734" y="1671179"/>
                  <a:pt x="1525449" y="1698298"/>
                </a:cubicBezTo>
                <a:cubicBezTo>
                  <a:pt x="1520767" y="1727932"/>
                  <a:pt x="1517081" y="1729336"/>
                  <a:pt x="1495425" y="1709737"/>
                </a:cubicBezTo>
                <a:cubicBezTo>
                  <a:pt x="1484883" y="1700197"/>
                  <a:pt x="1474037" y="1694612"/>
                  <a:pt x="1471323" y="1697326"/>
                </a:cubicBezTo>
                <a:cubicBezTo>
                  <a:pt x="1468610" y="1700039"/>
                  <a:pt x="1472922" y="1707682"/>
                  <a:pt x="1480907" y="1714308"/>
                </a:cubicBezTo>
                <a:cubicBezTo>
                  <a:pt x="1496703" y="1727418"/>
                  <a:pt x="1500224" y="1743075"/>
                  <a:pt x="1487376" y="1743075"/>
                </a:cubicBezTo>
                <a:cubicBezTo>
                  <a:pt x="1482949" y="1743075"/>
                  <a:pt x="1471831" y="1734791"/>
                  <a:pt x="1462668" y="1724667"/>
                </a:cubicBezTo>
                <a:close/>
                <a:moveTo>
                  <a:pt x="880060" y="1615293"/>
                </a:moveTo>
                <a:cubicBezTo>
                  <a:pt x="902824" y="1530045"/>
                  <a:pt x="898697" y="1514424"/>
                  <a:pt x="873556" y="1590675"/>
                </a:cubicBezTo>
                <a:cubicBezTo>
                  <a:pt x="859930" y="1631999"/>
                  <a:pt x="842778" y="1730231"/>
                  <a:pt x="852943" y="1708728"/>
                </a:cubicBezTo>
                <a:cubicBezTo>
                  <a:pt x="855682" y="1702934"/>
                  <a:pt x="867884" y="1660888"/>
                  <a:pt x="880060" y="1615293"/>
                </a:cubicBezTo>
                <a:close/>
                <a:moveTo>
                  <a:pt x="842416" y="1343025"/>
                </a:moveTo>
                <a:cubicBezTo>
                  <a:pt x="894193" y="1241591"/>
                  <a:pt x="1051169" y="1085850"/>
                  <a:pt x="1101631" y="1085850"/>
                </a:cubicBezTo>
                <a:cubicBezTo>
                  <a:pt x="1108667" y="1085850"/>
                  <a:pt x="1114425" y="1081563"/>
                  <a:pt x="1114425" y="1076325"/>
                </a:cubicBezTo>
                <a:cubicBezTo>
                  <a:pt x="1114425" y="1071086"/>
                  <a:pt x="1108117" y="1066800"/>
                  <a:pt x="1100409" y="1066800"/>
                </a:cubicBezTo>
                <a:cubicBezTo>
                  <a:pt x="1073507" y="1066800"/>
                  <a:pt x="985507" y="1021772"/>
                  <a:pt x="942975" y="986243"/>
                </a:cubicBezTo>
                <a:cubicBezTo>
                  <a:pt x="889963" y="941961"/>
                  <a:pt x="835638" y="858645"/>
                  <a:pt x="811696" y="784907"/>
                </a:cubicBezTo>
                <a:lnTo>
                  <a:pt x="793572" y="729084"/>
                </a:lnTo>
                <a:lnTo>
                  <a:pt x="772936" y="790786"/>
                </a:lnTo>
                <a:cubicBezTo>
                  <a:pt x="728369" y="924041"/>
                  <a:pt x="650570" y="1011924"/>
                  <a:pt x="528276" y="1067160"/>
                </a:cubicBezTo>
                <a:lnTo>
                  <a:pt x="461962" y="1097111"/>
                </a:lnTo>
                <a:lnTo>
                  <a:pt x="500062" y="1111464"/>
                </a:lnTo>
                <a:cubicBezTo>
                  <a:pt x="638284" y="1163536"/>
                  <a:pt x="716626" y="1254391"/>
                  <a:pt x="757222" y="1409700"/>
                </a:cubicBezTo>
                <a:cubicBezTo>
                  <a:pt x="766123" y="1443751"/>
                  <a:pt x="775531" y="1478041"/>
                  <a:pt x="778129" y="1485900"/>
                </a:cubicBezTo>
                <a:cubicBezTo>
                  <a:pt x="780728" y="1493758"/>
                  <a:pt x="792426" y="1472326"/>
                  <a:pt x="804126" y="1438275"/>
                </a:cubicBezTo>
                <a:cubicBezTo>
                  <a:pt x="815826" y="1404223"/>
                  <a:pt x="833057" y="1361360"/>
                  <a:pt x="842416" y="1343025"/>
                </a:cubicBezTo>
                <a:close/>
                <a:moveTo>
                  <a:pt x="308720" y="692898"/>
                </a:moveTo>
                <a:cubicBezTo>
                  <a:pt x="231340" y="634984"/>
                  <a:pt x="97446" y="502694"/>
                  <a:pt x="86250" y="473095"/>
                </a:cubicBezTo>
                <a:cubicBezTo>
                  <a:pt x="74627" y="442367"/>
                  <a:pt x="84355" y="435112"/>
                  <a:pt x="112800" y="453293"/>
                </a:cubicBezTo>
                <a:lnTo>
                  <a:pt x="138112" y="469472"/>
                </a:lnTo>
                <a:lnTo>
                  <a:pt x="114955" y="444216"/>
                </a:lnTo>
                <a:cubicBezTo>
                  <a:pt x="92291" y="419498"/>
                  <a:pt x="92190" y="418665"/>
                  <a:pt x="110193" y="405065"/>
                </a:cubicBezTo>
                <a:cubicBezTo>
                  <a:pt x="134012" y="387071"/>
                  <a:pt x="144786" y="390844"/>
                  <a:pt x="160261" y="422598"/>
                </a:cubicBezTo>
                <a:cubicBezTo>
                  <a:pt x="169562" y="441683"/>
                  <a:pt x="177653" y="446989"/>
                  <a:pt x="190994" y="442755"/>
                </a:cubicBezTo>
                <a:cubicBezTo>
                  <a:pt x="210569" y="436542"/>
                  <a:pt x="409575" y="623531"/>
                  <a:pt x="409575" y="648136"/>
                </a:cubicBezTo>
                <a:cubicBezTo>
                  <a:pt x="409575" y="654929"/>
                  <a:pt x="416692" y="668352"/>
                  <a:pt x="425391" y="677964"/>
                </a:cubicBezTo>
                <a:cubicBezTo>
                  <a:pt x="442853" y="697259"/>
                  <a:pt x="435055" y="715090"/>
                  <a:pt x="417036" y="697071"/>
                </a:cubicBezTo>
                <a:cubicBezTo>
                  <a:pt x="394702" y="674737"/>
                  <a:pt x="387732" y="686362"/>
                  <a:pt x="409539" y="709574"/>
                </a:cubicBezTo>
                <a:cubicBezTo>
                  <a:pt x="439344" y="741301"/>
                  <a:pt x="425963" y="752384"/>
                  <a:pt x="393156" y="723143"/>
                </a:cubicBezTo>
                <a:cubicBezTo>
                  <a:pt x="378929" y="710462"/>
                  <a:pt x="372725" y="707206"/>
                  <a:pt x="379369" y="715908"/>
                </a:cubicBezTo>
                <a:cubicBezTo>
                  <a:pt x="406065" y="750869"/>
                  <a:pt x="370852" y="739400"/>
                  <a:pt x="308720" y="692898"/>
                </a:cubicBezTo>
                <a:close/>
                <a:moveTo>
                  <a:pt x="1152724" y="728902"/>
                </a:moveTo>
                <a:cubicBezTo>
                  <a:pt x="1143096" y="717301"/>
                  <a:pt x="1143055" y="711496"/>
                  <a:pt x="1152525" y="700087"/>
                </a:cubicBezTo>
                <a:cubicBezTo>
                  <a:pt x="1160318" y="690697"/>
                  <a:pt x="1160828" y="685800"/>
                  <a:pt x="1154012" y="685800"/>
                </a:cubicBezTo>
                <a:cubicBezTo>
                  <a:pt x="1133891" y="685800"/>
                  <a:pt x="1182454" y="620586"/>
                  <a:pt x="1255203" y="549915"/>
                </a:cubicBezTo>
                <a:cubicBezTo>
                  <a:pt x="1362501" y="445679"/>
                  <a:pt x="1396514" y="418293"/>
                  <a:pt x="1411519" y="424051"/>
                </a:cubicBezTo>
                <a:cubicBezTo>
                  <a:pt x="1418879" y="426875"/>
                  <a:pt x="1435087" y="418344"/>
                  <a:pt x="1447536" y="405093"/>
                </a:cubicBezTo>
                <a:cubicBezTo>
                  <a:pt x="1472736" y="378268"/>
                  <a:pt x="1507199" y="369623"/>
                  <a:pt x="1485708" y="395517"/>
                </a:cubicBezTo>
                <a:cubicBezTo>
                  <a:pt x="1479082" y="403502"/>
                  <a:pt x="1476453" y="412828"/>
                  <a:pt x="1479867" y="416242"/>
                </a:cubicBezTo>
                <a:cubicBezTo>
                  <a:pt x="1483281" y="419656"/>
                  <a:pt x="1476715" y="432411"/>
                  <a:pt x="1465276" y="444587"/>
                </a:cubicBezTo>
                <a:cubicBezTo>
                  <a:pt x="1439482" y="472043"/>
                  <a:pt x="1453126" y="473989"/>
                  <a:pt x="1481899" y="446958"/>
                </a:cubicBezTo>
                <a:cubicBezTo>
                  <a:pt x="1494505" y="435116"/>
                  <a:pt x="1505332" y="431062"/>
                  <a:pt x="1508906" y="436845"/>
                </a:cubicBezTo>
                <a:cubicBezTo>
                  <a:pt x="1512187" y="442154"/>
                  <a:pt x="1462276" y="499617"/>
                  <a:pt x="1397992" y="564540"/>
                </a:cubicBezTo>
                <a:cubicBezTo>
                  <a:pt x="1266147" y="697696"/>
                  <a:pt x="1208756" y="744956"/>
                  <a:pt x="1202326" y="725667"/>
                </a:cubicBezTo>
                <a:cubicBezTo>
                  <a:pt x="1199079" y="715925"/>
                  <a:pt x="1194535" y="716503"/>
                  <a:pt x="1181477" y="728320"/>
                </a:cubicBezTo>
                <a:cubicBezTo>
                  <a:pt x="1166538" y="741840"/>
                  <a:pt x="1163512" y="741901"/>
                  <a:pt x="1152724" y="72890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sparkle"/>
          <p:cNvSpPr/>
          <p:nvPr/>
        </p:nvSpPr>
        <p:spPr>
          <a:xfrm rot="0">
            <a:off x="7572375" y="4419600"/>
            <a:ext cx="1809750" cy="1828800"/>
          </a:xfrm>
          <a:custGeom>
            <a:avLst/>
            <a:gdLst/>
            <a:ahLst/>
            <a:cxnLst/>
            <a:rect l="0" t="0" r="r" b="b"/>
            <a:pathLst>
              <a:path w="1809750" h="1828800">
                <a:moveTo>
                  <a:pt x="920480" y="1814512"/>
                </a:moveTo>
                <a:cubicBezTo>
                  <a:pt x="917465" y="1806654"/>
                  <a:pt x="917507" y="1793684"/>
                  <a:pt x="920575" y="1785689"/>
                </a:cubicBezTo>
                <a:cubicBezTo>
                  <a:pt x="923643" y="1777695"/>
                  <a:pt x="922703" y="1729475"/>
                  <a:pt x="918486" y="1678533"/>
                </a:cubicBezTo>
                <a:lnTo>
                  <a:pt x="910819" y="1585912"/>
                </a:lnTo>
                <a:lnTo>
                  <a:pt x="903752" y="1651443"/>
                </a:lnTo>
                <a:cubicBezTo>
                  <a:pt x="896795" y="1715944"/>
                  <a:pt x="881514" y="1751211"/>
                  <a:pt x="872644" y="1723236"/>
                </a:cubicBezTo>
                <a:cubicBezTo>
                  <a:pt x="870290" y="1715812"/>
                  <a:pt x="865771" y="1648018"/>
                  <a:pt x="862602" y="1572584"/>
                </a:cubicBezTo>
                <a:cubicBezTo>
                  <a:pt x="847419" y="1211114"/>
                  <a:pt x="782928" y="1048560"/>
                  <a:pt x="635720" y="1000708"/>
                </a:cubicBezTo>
                <a:cubicBezTo>
                  <a:pt x="616035" y="994309"/>
                  <a:pt x="595551" y="980895"/>
                  <a:pt x="590201" y="970899"/>
                </a:cubicBezTo>
                <a:cubicBezTo>
                  <a:pt x="584852" y="960903"/>
                  <a:pt x="569883" y="950066"/>
                  <a:pt x="556937" y="946817"/>
                </a:cubicBezTo>
                <a:cubicBezTo>
                  <a:pt x="526510" y="939180"/>
                  <a:pt x="526494" y="923925"/>
                  <a:pt x="556913" y="923925"/>
                </a:cubicBezTo>
                <a:cubicBezTo>
                  <a:pt x="573901" y="923925"/>
                  <a:pt x="578905" y="919959"/>
                  <a:pt x="574944" y="909637"/>
                </a:cubicBezTo>
                <a:cubicBezTo>
                  <a:pt x="570624" y="898379"/>
                  <a:pt x="577682" y="895350"/>
                  <a:pt x="608224" y="895350"/>
                </a:cubicBezTo>
                <a:cubicBezTo>
                  <a:pt x="684217" y="895350"/>
                  <a:pt x="796294" y="775210"/>
                  <a:pt x="837767" y="649295"/>
                </a:cubicBezTo>
                <a:cubicBezTo>
                  <a:pt x="863104" y="572370"/>
                  <a:pt x="895328" y="354247"/>
                  <a:pt x="895421" y="259033"/>
                </a:cubicBezTo>
                <a:cubicBezTo>
                  <a:pt x="895513" y="165539"/>
                  <a:pt x="911174" y="68539"/>
                  <a:pt x="929066" y="50648"/>
                </a:cubicBezTo>
                <a:cubicBezTo>
                  <a:pt x="936715" y="42998"/>
                  <a:pt x="942974" y="28219"/>
                  <a:pt x="942975" y="17807"/>
                </a:cubicBezTo>
                <a:cubicBezTo>
                  <a:pt x="942975" y="-28063"/>
                  <a:pt x="962163" y="16186"/>
                  <a:pt x="963376" y="64855"/>
                </a:cubicBezTo>
                <a:cubicBezTo>
                  <a:pt x="964632" y="115233"/>
                  <a:pt x="965137" y="116371"/>
                  <a:pt x="970520" y="80962"/>
                </a:cubicBezTo>
                <a:cubicBezTo>
                  <a:pt x="979895" y="19293"/>
                  <a:pt x="994147" y="59265"/>
                  <a:pt x="998539" y="159543"/>
                </a:cubicBezTo>
                <a:cubicBezTo>
                  <a:pt x="1001353" y="223814"/>
                  <a:pt x="999308" y="247650"/>
                  <a:pt x="990979" y="247650"/>
                </a:cubicBezTo>
                <a:cubicBezTo>
                  <a:pt x="978874" y="247649"/>
                  <a:pt x="986541" y="305099"/>
                  <a:pt x="999878" y="314325"/>
                </a:cubicBezTo>
                <a:cubicBezTo>
                  <a:pt x="1003664" y="316944"/>
                  <a:pt x="1009538" y="366236"/>
                  <a:pt x="1012930" y="423862"/>
                </a:cubicBezTo>
                <a:cubicBezTo>
                  <a:pt x="1026538" y="655021"/>
                  <a:pt x="1091939" y="800087"/>
                  <a:pt x="1204521" y="848828"/>
                </a:cubicBezTo>
                <a:cubicBezTo>
                  <a:pt x="1233370" y="861318"/>
                  <a:pt x="1257048" y="876006"/>
                  <a:pt x="1257137" y="881468"/>
                </a:cubicBezTo>
                <a:cubicBezTo>
                  <a:pt x="1257226" y="886930"/>
                  <a:pt x="1276328" y="896488"/>
                  <a:pt x="1299584" y="902708"/>
                </a:cubicBezTo>
                <a:cubicBezTo>
                  <a:pt x="1361015" y="919138"/>
                  <a:pt x="1356136" y="946216"/>
                  <a:pt x="1286178" y="977113"/>
                </a:cubicBezTo>
                <a:cubicBezTo>
                  <a:pt x="1257198" y="989912"/>
                  <a:pt x="1227058" y="1004736"/>
                  <a:pt x="1219200" y="1010056"/>
                </a:cubicBezTo>
                <a:cubicBezTo>
                  <a:pt x="1211341" y="1015375"/>
                  <a:pt x="1197696" y="1022172"/>
                  <a:pt x="1188876" y="1025159"/>
                </a:cubicBezTo>
                <a:cubicBezTo>
                  <a:pt x="1164630" y="1033371"/>
                  <a:pt x="1088586" y="1152511"/>
                  <a:pt x="1061270" y="1225084"/>
                </a:cubicBezTo>
                <a:cubicBezTo>
                  <a:pt x="1047971" y="1260416"/>
                  <a:pt x="1022688" y="1360342"/>
                  <a:pt x="1005087" y="1447143"/>
                </a:cubicBezTo>
                <a:cubicBezTo>
                  <a:pt x="987485" y="1533943"/>
                  <a:pt x="972738" y="1596747"/>
                  <a:pt x="972317" y="1586706"/>
                </a:cubicBezTo>
                <a:cubicBezTo>
                  <a:pt x="970495" y="1543354"/>
                  <a:pt x="957933" y="1587445"/>
                  <a:pt x="955485" y="1645784"/>
                </a:cubicBezTo>
                <a:cubicBezTo>
                  <a:pt x="948983" y="1800709"/>
                  <a:pt x="937122" y="1857880"/>
                  <a:pt x="920480" y="1814512"/>
                </a:cubicBezTo>
                <a:close/>
                <a:moveTo>
                  <a:pt x="1498876" y="1566282"/>
                </a:moveTo>
                <a:cubicBezTo>
                  <a:pt x="1478642" y="1548274"/>
                  <a:pt x="1458554" y="1533536"/>
                  <a:pt x="1454236" y="1533532"/>
                </a:cubicBezTo>
                <a:cubicBezTo>
                  <a:pt x="1438901" y="1533517"/>
                  <a:pt x="1330617" y="1423080"/>
                  <a:pt x="1289292" y="1365307"/>
                </a:cubicBezTo>
                <a:cubicBezTo>
                  <a:pt x="1236684" y="1291761"/>
                  <a:pt x="1232642" y="1233830"/>
                  <a:pt x="1280063" y="1233028"/>
                </a:cubicBezTo>
                <a:cubicBezTo>
                  <a:pt x="1299056" y="1232708"/>
                  <a:pt x="1313109" y="1240566"/>
                  <a:pt x="1326902" y="1259222"/>
                </a:cubicBezTo>
                <a:cubicBezTo>
                  <a:pt x="1337740" y="1273881"/>
                  <a:pt x="1351360" y="1285875"/>
                  <a:pt x="1357170" y="1285875"/>
                </a:cubicBezTo>
                <a:cubicBezTo>
                  <a:pt x="1387145" y="1285875"/>
                  <a:pt x="1562969" y="1505505"/>
                  <a:pt x="1566267" y="1547069"/>
                </a:cubicBezTo>
                <a:cubicBezTo>
                  <a:pt x="1570359" y="1598640"/>
                  <a:pt x="1543754" y="1606225"/>
                  <a:pt x="1498876" y="1566282"/>
                </a:cubicBezTo>
                <a:close/>
                <a:moveTo>
                  <a:pt x="389397" y="1535906"/>
                </a:moveTo>
                <a:cubicBezTo>
                  <a:pt x="388776" y="1531977"/>
                  <a:pt x="389082" y="1524476"/>
                  <a:pt x="390077" y="1519237"/>
                </a:cubicBezTo>
                <a:cubicBezTo>
                  <a:pt x="391071" y="1513998"/>
                  <a:pt x="386436" y="1515070"/>
                  <a:pt x="379775" y="1521618"/>
                </a:cubicBezTo>
                <a:cubicBezTo>
                  <a:pt x="359019" y="1542024"/>
                  <a:pt x="348486" y="1534635"/>
                  <a:pt x="367617" y="1513089"/>
                </a:cubicBezTo>
                <a:cubicBezTo>
                  <a:pt x="385665" y="1492762"/>
                  <a:pt x="385647" y="1492713"/>
                  <a:pt x="364331" y="1503899"/>
                </a:cubicBezTo>
                <a:cubicBezTo>
                  <a:pt x="301392" y="1536926"/>
                  <a:pt x="401110" y="1380157"/>
                  <a:pt x="506347" y="1280633"/>
                </a:cubicBezTo>
                <a:cubicBezTo>
                  <a:pt x="575103" y="1215608"/>
                  <a:pt x="624165" y="1193023"/>
                  <a:pt x="638496" y="1219800"/>
                </a:cubicBezTo>
                <a:cubicBezTo>
                  <a:pt x="646250" y="1234288"/>
                  <a:pt x="645139" y="1246178"/>
                  <a:pt x="633935" y="1268638"/>
                </a:cubicBezTo>
                <a:cubicBezTo>
                  <a:pt x="625789" y="1284967"/>
                  <a:pt x="619125" y="1302297"/>
                  <a:pt x="619125" y="1307150"/>
                </a:cubicBezTo>
                <a:cubicBezTo>
                  <a:pt x="619125" y="1319402"/>
                  <a:pt x="485287" y="1475991"/>
                  <a:pt x="443328" y="1512832"/>
                </a:cubicBezTo>
                <a:cubicBezTo>
                  <a:pt x="409590" y="1542454"/>
                  <a:pt x="391643" y="1550132"/>
                  <a:pt x="389397" y="1535906"/>
                </a:cubicBezTo>
                <a:close/>
                <a:moveTo>
                  <a:pt x="991736" y="1068929"/>
                </a:moveTo>
                <a:cubicBezTo>
                  <a:pt x="1026129" y="1012003"/>
                  <a:pt x="1046585" y="987498"/>
                  <a:pt x="1082407" y="960306"/>
                </a:cubicBezTo>
                <a:lnTo>
                  <a:pt x="1116041" y="934775"/>
                </a:lnTo>
                <a:lnTo>
                  <a:pt x="1087668" y="920103"/>
                </a:lnTo>
                <a:cubicBezTo>
                  <a:pt x="1040169" y="895540"/>
                  <a:pt x="998349" y="846330"/>
                  <a:pt x="965451" y="776287"/>
                </a:cubicBezTo>
                <a:cubicBezTo>
                  <a:pt x="948226" y="739616"/>
                  <a:pt x="933938" y="716041"/>
                  <a:pt x="933699" y="723900"/>
                </a:cubicBezTo>
                <a:cubicBezTo>
                  <a:pt x="932206" y="772913"/>
                  <a:pt x="851844" y="891064"/>
                  <a:pt x="797536" y="924091"/>
                </a:cubicBezTo>
                <a:lnTo>
                  <a:pt x="771160" y="940131"/>
                </a:lnTo>
                <a:lnTo>
                  <a:pt x="807326" y="965194"/>
                </a:lnTo>
                <a:cubicBezTo>
                  <a:pt x="860093" y="1001761"/>
                  <a:pt x="908773" y="1086442"/>
                  <a:pt x="928658" y="1176255"/>
                </a:cubicBezTo>
                <a:cubicBezTo>
                  <a:pt x="934839" y="1204171"/>
                  <a:pt x="935325" y="1203732"/>
                  <a:pt x="952637" y="1154572"/>
                </a:cubicBezTo>
                <a:cubicBezTo>
                  <a:pt x="962356" y="1126975"/>
                  <a:pt x="979950" y="1088435"/>
                  <a:pt x="991736" y="1068929"/>
                </a:cubicBezTo>
                <a:close/>
                <a:moveTo>
                  <a:pt x="105665" y="961889"/>
                </a:moveTo>
                <a:cubicBezTo>
                  <a:pt x="48894" y="953924"/>
                  <a:pt x="5222" y="934793"/>
                  <a:pt x="38576" y="932500"/>
                </a:cubicBezTo>
                <a:cubicBezTo>
                  <a:pt x="46172" y="931978"/>
                  <a:pt x="42490" y="928763"/>
                  <a:pt x="30394" y="925356"/>
                </a:cubicBezTo>
                <a:cubicBezTo>
                  <a:pt x="-4753" y="915457"/>
                  <a:pt x="4755" y="900982"/>
                  <a:pt x="54196" y="889120"/>
                </a:cubicBezTo>
                <a:lnTo>
                  <a:pt x="100012" y="878128"/>
                </a:lnTo>
                <a:lnTo>
                  <a:pt x="62388" y="877214"/>
                </a:lnTo>
                <a:cubicBezTo>
                  <a:pt x="32291" y="876482"/>
                  <a:pt x="27146" y="873918"/>
                  <a:pt x="36667" y="864393"/>
                </a:cubicBezTo>
                <a:cubicBezTo>
                  <a:pt x="45032" y="856026"/>
                  <a:pt x="87363" y="852488"/>
                  <a:pt x="179066" y="852491"/>
                </a:cubicBezTo>
                <a:cubicBezTo>
                  <a:pt x="349191" y="852496"/>
                  <a:pt x="415566" y="861757"/>
                  <a:pt x="422007" y="886390"/>
                </a:cubicBezTo>
                <a:cubicBezTo>
                  <a:pt x="424666" y="896556"/>
                  <a:pt x="433672" y="904875"/>
                  <a:pt x="442020" y="904875"/>
                </a:cubicBezTo>
                <a:cubicBezTo>
                  <a:pt x="467664" y="904875"/>
                  <a:pt x="458983" y="919414"/>
                  <a:pt x="420390" y="941105"/>
                </a:cubicBezTo>
                <a:cubicBezTo>
                  <a:pt x="377129" y="965419"/>
                  <a:pt x="209649" y="976479"/>
                  <a:pt x="105665" y="961889"/>
                </a:cubicBezTo>
                <a:close/>
                <a:moveTo>
                  <a:pt x="1441431" y="954016"/>
                </a:moveTo>
                <a:cubicBezTo>
                  <a:pt x="1438726" y="943673"/>
                  <a:pt x="1427906" y="932960"/>
                  <a:pt x="1417386" y="930209"/>
                </a:cubicBezTo>
                <a:cubicBezTo>
                  <a:pt x="1394016" y="924098"/>
                  <a:pt x="1403492" y="904875"/>
                  <a:pt x="1429874" y="904875"/>
                </a:cubicBezTo>
                <a:cubicBezTo>
                  <a:pt x="1440351" y="904875"/>
                  <a:pt x="1446552" y="901037"/>
                  <a:pt x="1443654" y="896348"/>
                </a:cubicBezTo>
                <a:cubicBezTo>
                  <a:pt x="1418232" y="855214"/>
                  <a:pt x="1733386" y="858431"/>
                  <a:pt x="1784850" y="899830"/>
                </a:cubicBezTo>
                <a:lnTo>
                  <a:pt x="1812339" y="921942"/>
                </a:lnTo>
                <a:lnTo>
                  <a:pt x="1791472" y="944365"/>
                </a:lnTo>
                <a:cubicBezTo>
                  <a:pt x="1761207" y="976886"/>
                  <a:pt x="1449658" y="985477"/>
                  <a:pt x="1441431" y="954016"/>
                </a:cubicBezTo>
                <a:close/>
                <a:moveTo>
                  <a:pt x="595156" y="637922"/>
                </a:moveTo>
                <a:cubicBezTo>
                  <a:pt x="591832" y="632544"/>
                  <a:pt x="583962" y="629327"/>
                  <a:pt x="577665" y="630773"/>
                </a:cubicBezTo>
                <a:cubicBezTo>
                  <a:pt x="548390" y="637496"/>
                  <a:pt x="372547" y="456719"/>
                  <a:pt x="332261" y="378483"/>
                </a:cubicBezTo>
                <a:cubicBezTo>
                  <a:pt x="302878" y="321419"/>
                  <a:pt x="342460" y="273644"/>
                  <a:pt x="385568" y="314142"/>
                </a:cubicBezTo>
                <a:cubicBezTo>
                  <a:pt x="396930" y="324816"/>
                  <a:pt x="408559" y="331215"/>
                  <a:pt x="411412" y="328362"/>
                </a:cubicBezTo>
                <a:cubicBezTo>
                  <a:pt x="419480" y="320294"/>
                  <a:pt x="586301" y="500615"/>
                  <a:pt x="612408" y="545624"/>
                </a:cubicBezTo>
                <a:cubicBezTo>
                  <a:pt x="625220" y="567714"/>
                  <a:pt x="634985" y="594435"/>
                  <a:pt x="634107" y="605004"/>
                </a:cubicBezTo>
                <a:cubicBezTo>
                  <a:pt x="631090" y="641314"/>
                  <a:pt x="608862" y="660099"/>
                  <a:pt x="595156" y="637922"/>
                </a:cubicBezTo>
                <a:close/>
                <a:moveTo>
                  <a:pt x="1224291" y="621041"/>
                </a:moveTo>
                <a:cubicBezTo>
                  <a:pt x="1221858" y="618608"/>
                  <a:pt x="1230877" y="596821"/>
                  <a:pt x="1244334" y="572627"/>
                </a:cubicBezTo>
                <a:cubicBezTo>
                  <a:pt x="1261122" y="542443"/>
                  <a:pt x="1262940" y="535770"/>
                  <a:pt x="1250126" y="551364"/>
                </a:cubicBezTo>
                <a:cubicBezTo>
                  <a:pt x="1239096" y="564786"/>
                  <a:pt x="1228962" y="570064"/>
                  <a:pt x="1225371" y="564255"/>
                </a:cubicBezTo>
                <a:cubicBezTo>
                  <a:pt x="1211860" y="542394"/>
                  <a:pt x="1396941" y="333375"/>
                  <a:pt x="1429810" y="333375"/>
                </a:cubicBezTo>
                <a:cubicBezTo>
                  <a:pt x="1436409" y="333375"/>
                  <a:pt x="1451713" y="324071"/>
                  <a:pt x="1463817" y="312699"/>
                </a:cubicBezTo>
                <a:cubicBezTo>
                  <a:pt x="1487486" y="290464"/>
                  <a:pt x="1505798" y="295111"/>
                  <a:pt x="1486437" y="318440"/>
                </a:cubicBezTo>
                <a:cubicBezTo>
                  <a:pt x="1480001" y="326195"/>
                  <a:pt x="1477317" y="336718"/>
                  <a:pt x="1480472" y="341824"/>
                </a:cubicBezTo>
                <a:cubicBezTo>
                  <a:pt x="1483628" y="346930"/>
                  <a:pt x="1481854" y="353800"/>
                  <a:pt x="1476530" y="357091"/>
                </a:cubicBezTo>
                <a:cubicBezTo>
                  <a:pt x="1471206" y="360382"/>
                  <a:pt x="1466850" y="367854"/>
                  <a:pt x="1466850" y="373697"/>
                </a:cubicBezTo>
                <a:cubicBezTo>
                  <a:pt x="1466850" y="379540"/>
                  <a:pt x="1477565" y="374253"/>
                  <a:pt x="1490662" y="361949"/>
                </a:cubicBezTo>
                <a:cubicBezTo>
                  <a:pt x="1509206" y="344529"/>
                  <a:pt x="1514475" y="342897"/>
                  <a:pt x="1514475" y="354575"/>
                </a:cubicBezTo>
                <a:cubicBezTo>
                  <a:pt x="1514475" y="382066"/>
                  <a:pt x="1297152" y="630299"/>
                  <a:pt x="1280783" y="621506"/>
                </a:cubicBezTo>
                <a:cubicBezTo>
                  <a:pt x="1278344" y="620196"/>
                  <a:pt x="1275278" y="619482"/>
                  <a:pt x="1273968" y="619918"/>
                </a:cubicBezTo>
                <a:cubicBezTo>
                  <a:pt x="1262450" y="623758"/>
                  <a:pt x="1227791" y="624541"/>
                  <a:pt x="1224291" y="62104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" name="GUIDE (delete)"/>
          <p:cNvSpPr/>
          <p:nvPr/>
        </p:nvSpPr>
        <p:spPr>
          <a:xfrm>
            <a:off x="1352550" y="13063538"/>
            <a:ext cx="7581900" cy="352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" rIns="69342" tIns="29718" bIns="29718"/>
          <a:lstStyle/>
          <a:p>
            <a:pPr algn="ctr">
              <a:lnSpc>
                <a:spcPts val="2379"/>
              </a:lnSpc>
            </a:pPr>
            <a:r>
              <a:rPr b="1" sz="1950">
                <a:solidFill>
                  <a:srgbClr val="FFFFFF"/>
                </a:solidFill>
                <a:latin typeface="Montserrat"/>
              </a:rPr>
              <a:t>Everything blue is a guide. Delete it before you download.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The same shot, empty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4" name="smoke" descr="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5" name="TEXT: [now you don't]"/>
          <p:cNvSpPr/>
          <p:nvPr/>
        </p:nvSpPr>
        <p:spPr>
          <a:xfrm rot="120000">
            <a:off x="1895475" y="1428750"/>
            <a:ext cx="8020050" cy="133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rIns="256032" tIns="109728" bIns="109728"/>
          <a:lstStyle/>
          <a:p>
            <a:pPr algn="r">
              <a:lnSpc>
                <a:spcPts val="8784"/>
              </a:lnSpc>
            </a:pPr>
            <a:r>
              <a:rPr b="1" sz="7200">
                <a:solidFill>
                  <a:srgbClr val="18120E"/>
                </a:solidFill>
                <a:latin typeface="Montserrat"/>
              </a:rPr>
              <a:t>[now you don't]</a:t>
            </a:r>
          </a:p>
        </p:txBody>
      </p:sp>
      <p:sp>
        <p:nvSpPr>
          <p:cNvPr id="6" name="TEXT: [swipe before it's gone]"/>
          <p:cNvSpPr/>
          <p:nvPr/>
        </p:nvSpPr>
        <p:spPr>
          <a:xfrm rot="120000">
            <a:off x="-9525" y="12349162"/>
            <a:ext cx="72580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0020" rIns="160020" tIns="68580" bIns="68580"/>
          <a:lstStyle/>
          <a:p>
            <a:pPr algn="l">
              <a:lnSpc>
                <a:spcPts val="5490"/>
              </a:lnSpc>
            </a:pPr>
            <a:r>
              <a:rPr b="1" sz="4500">
                <a:solidFill>
                  <a:srgbClr val="18120E"/>
                </a:solidFill>
                <a:latin typeface="Montserrat"/>
              </a:rPr>
              <a:t>[swipe before it's gone]</a:t>
            </a:r>
          </a:p>
        </p:txBody>
      </p:sp>
      <p:sp>
        <p:nvSpPr>
          <p:cNvPr id="7" name="arrow"/>
          <p:cNvSpPr/>
          <p:nvPr/>
        </p:nvSpPr>
        <p:spPr>
          <a:xfrm rot="120000">
            <a:off x="7191375" y="12463462"/>
            <a:ext cx="1619250" cy="504825"/>
          </a:xfrm>
          <a:custGeom>
            <a:avLst/>
            <a:gdLst/>
            <a:ahLst/>
            <a:cxnLst/>
            <a:rect l="0" t="0" r="r" b="b"/>
            <a:pathLst>
              <a:path w="1619250" h="504825">
                <a:moveTo>
                  <a:pt x="1257300" y="480450"/>
                </a:moveTo>
                <a:cubicBezTo>
                  <a:pt x="1257300" y="466626"/>
                  <a:pt x="1253177" y="458623"/>
                  <a:pt x="1247775" y="461962"/>
                </a:cubicBezTo>
                <a:cubicBezTo>
                  <a:pt x="1242536" y="465200"/>
                  <a:pt x="1238235" y="460095"/>
                  <a:pt x="1238218" y="450618"/>
                </a:cubicBezTo>
                <a:cubicBezTo>
                  <a:pt x="1238201" y="441141"/>
                  <a:pt x="1271222" y="402197"/>
                  <a:pt x="1311598" y="364076"/>
                </a:cubicBezTo>
                <a:lnTo>
                  <a:pt x="1385010" y="294765"/>
                </a:lnTo>
                <a:lnTo>
                  <a:pt x="1266386" y="300090"/>
                </a:lnTo>
                <a:cubicBezTo>
                  <a:pt x="1201143" y="303019"/>
                  <a:pt x="950595" y="310034"/>
                  <a:pt x="709612" y="315678"/>
                </a:cubicBezTo>
                <a:cubicBezTo>
                  <a:pt x="468630" y="321323"/>
                  <a:pt x="223235" y="328686"/>
                  <a:pt x="164292" y="332039"/>
                </a:cubicBezTo>
                <a:cubicBezTo>
                  <a:pt x="81649" y="336741"/>
                  <a:pt x="57124" y="335412"/>
                  <a:pt x="57135" y="326231"/>
                </a:cubicBezTo>
                <a:cubicBezTo>
                  <a:pt x="57144" y="319190"/>
                  <a:pt x="44728" y="314325"/>
                  <a:pt x="26754" y="314324"/>
                </a:cubicBezTo>
                <a:cubicBezTo>
                  <a:pt x="-1225" y="314324"/>
                  <a:pt x="-2231" y="313294"/>
                  <a:pt x="14096" y="301355"/>
                </a:cubicBezTo>
                <a:cubicBezTo>
                  <a:pt x="39698" y="282634"/>
                  <a:pt x="40970" y="257174"/>
                  <a:pt x="16302" y="257175"/>
                </a:cubicBezTo>
                <a:cubicBezTo>
                  <a:pt x="4858" y="257175"/>
                  <a:pt x="89" y="253819"/>
                  <a:pt x="5238" y="249388"/>
                </a:cubicBezTo>
                <a:cubicBezTo>
                  <a:pt x="38131" y="221084"/>
                  <a:pt x="254251" y="205225"/>
                  <a:pt x="757237" y="194206"/>
                </a:cubicBezTo>
                <a:cubicBezTo>
                  <a:pt x="909161" y="190878"/>
                  <a:pt x="1109402" y="185468"/>
                  <a:pt x="1202217" y="182184"/>
                </a:cubicBezTo>
                <a:lnTo>
                  <a:pt x="1370973" y="176212"/>
                </a:lnTo>
                <a:lnTo>
                  <a:pt x="1306992" y="128587"/>
                </a:lnTo>
                <a:cubicBezTo>
                  <a:pt x="1271803" y="102393"/>
                  <a:pt x="1242899" y="74533"/>
                  <a:pt x="1242760" y="66675"/>
                </a:cubicBezTo>
                <a:cubicBezTo>
                  <a:pt x="1242622" y="58816"/>
                  <a:pt x="1239154" y="47029"/>
                  <a:pt x="1235054" y="40481"/>
                </a:cubicBezTo>
                <a:cubicBezTo>
                  <a:pt x="1224885" y="24237"/>
                  <a:pt x="1235722" y="9152"/>
                  <a:pt x="1252842" y="15722"/>
                </a:cubicBezTo>
                <a:cubicBezTo>
                  <a:pt x="1260532" y="18673"/>
                  <a:pt x="1266825" y="16343"/>
                  <a:pt x="1266825" y="10544"/>
                </a:cubicBezTo>
                <a:cubicBezTo>
                  <a:pt x="1266825" y="-9201"/>
                  <a:pt x="1283898" y="-5"/>
                  <a:pt x="1441695" y="104733"/>
                </a:cubicBezTo>
                <a:cubicBezTo>
                  <a:pt x="1620939" y="223706"/>
                  <a:pt x="1633427" y="237454"/>
                  <a:pt x="1593675" y="272033"/>
                </a:cubicBezTo>
                <a:cubicBezTo>
                  <a:pt x="1563065" y="298659"/>
                  <a:pt x="1336730" y="468567"/>
                  <a:pt x="1320437" y="477150"/>
                </a:cubicBezTo>
                <a:cubicBezTo>
                  <a:pt x="1255250" y="511492"/>
                  <a:pt x="1257300" y="511385"/>
                  <a:pt x="1257300" y="480450"/>
                </a:cubicBezTo>
                <a:close/>
              </a:path>
            </a:pathLst>
          </a:custGeom>
          <a:solidFill>
            <a:srgbClr val="EC7824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clock tower" descr="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39" y="-7735253"/>
            <a:ext cx="8943975" cy="22174200"/>
          </a:xfrm>
          <a:prstGeom prst="rect">
            <a:avLst/>
          </a:prstGeom>
        </p:spPr>
      </p:pic>
      <p:pic>
        <p:nvPicPr>
          <p:cNvPr id="4" name="hour hand" descr="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3012" y="8763000"/>
            <a:ext cx="180975" cy="1905000"/>
          </a:xfrm>
          <a:prstGeom prst="rect">
            <a:avLst/>
          </a:prstGeom>
        </p:spPr>
      </p:pic>
      <p:pic>
        <p:nvPicPr>
          <p:cNvPr id="5" name="minute hand" descr="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7775" y="8315325"/>
            <a:ext cx="171450" cy="2800350"/>
          </a:xfrm>
          <a:prstGeom prst="rect">
            <a:avLst/>
          </a:prstGeom>
        </p:spPr>
      </p:pic>
      <p:sp>
        <p:nvSpPr>
          <p:cNvPr id="6" name="burst"/>
          <p:cNvSpPr/>
          <p:nvPr/>
        </p:nvSpPr>
        <p:spPr>
          <a:xfrm rot="1200000">
            <a:off x="523875" y="7596187"/>
            <a:ext cx="1809750" cy="3476625"/>
          </a:xfrm>
          <a:custGeom>
            <a:avLst/>
            <a:gdLst/>
            <a:ahLst/>
            <a:cxnLst/>
            <a:rect l="0" t="0" r="r" b="b"/>
            <a:pathLst>
              <a:path w="1809750" h="3476625">
                <a:moveTo>
                  <a:pt x="848467" y="3463232"/>
                </a:moveTo>
                <a:cubicBezTo>
                  <a:pt x="829572" y="3440465"/>
                  <a:pt x="850742" y="3003707"/>
                  <a:pt x="871759" y="2982690"/>
                </a:cubicBezTo>
                <a:cubicBezTo>
                  <a:pt x="874256" y="2980193"/>
                  <a:pt x="878816" y="2980666"/>
                  <a:pt x="881891" y="2983741"/>
                </a:cubicBezTo>
                <a:cubicBezTo>
                  <a:pt x="904296" y="3006146"/>
                  <a:pt x="914799" y="3443840"/>
                  <a:pt x="893445" y="3465195"/>
                </a:cubicBezTo>
                <a:cubicBezTo>
                  <a:pt x="878292" y="3480347"/>
                  <a:pt x="862085" y="3479640"/>
                  <a:pt x="848467" y="3463232"/>
                </a:cubicBezTo>
                <a:close/>
                <a:moveTo>
                  <a:pt x="369904" y="3345839"/>
                </a:moveTo>
                <a:cubicBezTo>
                  <a:pt x="323919" y="3335258"/>
                  <a:pt x="353268" y="3283594"/>
                  <a:pt x="508279" y="3102251"/>
                </a:cubicBezTo>
                <a:cubicBezTo>
                  <a:pt x="698837" y="2879323"/>
                  <a:pt x="732401" y="2865688"/>
                  <a:pt x="606650" y="3062287"/>
                </a:cubicBezTo>
                <a:cubicBezTo>
                  <a:pt x="484905" y="3252624"/>
                  <a:pt x="401087" y="3353013"/>
                  <a:pt x="369904" y="3345839"/>
                </a:cubicBezTo>
                <a:close/>
                <a:moveTo>
                  <a:pt x="1308252" y="3302793"/>
                </a:moveTo>
                <a:cubicBezTo>
                  <a:pt x="1251084" y="3238455"/>
                  <a:pt x="1061742" y="2935534"/>
                  <a:pt x="1072216" y="2925168"/>
                </a:cubicBezTo>
                <a:cubicBezTo>
                  <a:pt x="1078323" y="2919124"/>
                  <a:pt x="1086611" y="2928226"/>
                  <a:pt x="1171885" y="3034630"/>
                </a:cubicBezTo>
                <a:cubicBezTo>
                  <a:pt x="1240226" y="3119905"/>
                  <a:pt x="1295400" y="3198047"/>
                  <a:pt x="1295400" y="3209561"/>
                </a:cubicBezTo>
                <a:cubicBezTo>
                  <a:pt x="1295400" y="3214576"/>
                  <a:pt x="1305314" y="3228496"/>
                  <a:pt x="1317433" y="3240495"/>
                </a:cubicBezTo>
                <a:cubicBezTo>
                  <a:pt x="1342159" y="3264979"/>
                  <a:pt x="1363794" y="3309805"/>
                  <a:pt x="1355087" y="3318512"/>
                </a:cubicBezTo>
                <a:cubicBezTo>
                  <a:pt x="1343966" y="3329633"/>
                  <a:pt x="1327060" y="3323959"/>
                  <a:pt x="1308252" y="3302793"/>
                </a:cubicBezTo>
                <a:close/>
                <a:moveTo>
                  <a:pt x="669858" y="3223336"/>
                </a:moveTo>
                <a:cubicBezTo>
                  <a:pt x="662058" y="3203010"/>
                  <a:pt x="681840" y="3139917"/>
                  <a:pt x="716621" y="3074193"/>
                </a:cubicBezTo>
                <a:cubicBezTo>
                  <a:pt x="744104" y="3022259"/>
                  <a:pt x="768585" y="3000098"/>
                  <a:pt x="758711" y="3036093"/>
                </a:cubicBezTo>
                <a:cubicBezTo>
                  <a:pt x="756196" y="3045261"/>
                  <a:pt x="751291" y="3069554"/>
                  <a:pt x="747812" y="3090078"/>
                </a:cubicBezTo>
                <a:cubicBezTo>
                  <a:pt x="731959" y="3183601"/>
                  <a:pt x="685250" y="3263448"/>
                  <a:pt x="669858" y="3223336"/>
                </a:cubicBezTo>
                <a:close/>
                <a:moveTo>
                  <a:pt x="1051237" y="3231011"/>
                </a:moveTo>
                <a:cubicBezTo>
                  <a:pt x="1037357" y="3222272"/>
                  <a:pt x="990493" y="3074093"/>
                  <a:pt x="990942" y="3040364"/>
                </a:cubicBezTo>
                <a:lnTo>
                  <a:pt x="991285" y="3014662"/>
                </a:lnTo>
                <a:lnTo>
                  <a:pt x="1014668" y="3043237"/>
                </a:lnTo>
                <a:cubicBezTo>
                  <a:pt x="1048801" y="3084948"/>
                  <a:pt x="1089513" y="3210345"/>
                  <a:pt x="1073967" y="3225885"/>
                </a:cubicBezTo>
                <a:cubicBezTo>
                  <a:pt x="1067406" y="3232444"/>
                  <a:pt x="1057177" y="3234751"/>
                  <a:pt x="1051237" y="3231011"/>
                </a:cubicBezTo>
                <a:close/>
                <a:moveTo>
                  <a:pt x="1401122" y="3067385"/>
                </a:moveTo>
                <a:cubicBezTo>
                  <a:pt x="1244484" y="2957168"/>
                  <a:pt x="1117626" y="2854845"/>
                  <a:pt x="1131773" y="2850129"/>
                </a:cubicBezTo>
                <a:cubicBezTo>
                  <a:pt x="1145065" y="2845698"/>
                  <a:pt x="1220020" y="2884607"/>
                  <a:pt x="1361828" y="2969549"/>
                </a:cubicBezTo>
                <a:cubicBezTo>
                  <a:pt x="1553322" y="3084253"/>
                  <a:pt x="1592262" y="3112947"/>
                  <a:pt x="1588859" y="3136845"/>
                </a:cubicBezTo>
                <a:cubicBezTo>
                  <a:pt x="1582403" y="3182178"/>
                  <a:pt x="1544150" y="3168025"/>
                  <a:pt x="1401122" y="3067385"/>
                </a:cubicBezTo>
                <a:close/>
                <a:moveTo>
                  <a:pt x="240506" y="3136386"/>
                </a:moveTo>
                <a:cubicBezTo>
                  <a:pt x="233957" y="3134049"/>
                  <a:pt x="228600" y="3126906"/>
                  <a:pt x="228600" y="3120512"/>
                </a:cubicBezTo>
                <a:cubicBezTo>
                  <a:pt x="228600" y="3108124"/>
                  <a:pt x="286579" y="3048000"/>
                  <a:pt x="298525" y="3048000"/>
                </a:cubicBezTo>
                <a:cubicBezTo>
                  <a:pt x="302433" y="3048000"/>
                  <a:pt x="316202" y="3038197"/>
                  <a:pt x="329123" y="3026217"/>
                </a:cubicBezTo>
                <a:cubicBezTo>
                  <a:pt x="357048" y="3000323"/>
                  <a:pt x="578531" y="2860978"/>
                  <a:pt x="605264" y="2852484"/>
                </a:cubicBezTo>
                <a:cubicBezTo>
                  <a:pt x="631122" y="2844269"/>
                  <a:pt x="529337" y="2938033"/>
                  <a:pt x="409575" y="3032753"/>
                </a:cubicBezTo>
                <a:cubicBezTo>
                  <a:pt x="303675" y="3116510"/>
                  <a:pt x="259935" y="3143321"/>
                  <a:pt x="240506" y="3136386"/>
                </a:cubicBezTo>
                <a:close/>
                <a:moveTo>
                  <a:pt x="48291" y="2929740"/>
                </a:moveTo>
                <a:cubicBezTo>
                  <a:pt x="20001" y="2895653"/>
                  <a:pt x="72989" y="2866812"/>
                  <a:pt x="247650" y="2821231"/>
                </a:cubicBezTo>
                <a:cubicBezTo>
                  <a:pt x="469991" y="2763207"/>
                  <a:pt x="507274" y="2787816"/>
                  <a:pt x="309562" y="2862096"/>
                </a:cubicBezTo>
                <a:cubicBezTo>
                  <a:pt x="110426" y="2936912"/>
                  <a:pt x="64180" y="2948885"/>
                  <a:pt x="48291" y="2929740"/>
                </a:cubicBezTo>
                <a:close/>
                <a:moveTo>
                  <a:pt x="1371600" y="2834010"/>
                </a:moveTo>
                <a:cubicBezTo>
                  <a:pt x="1252797" y="2802847"/>
                  <a:pt x="1181100" y="2775175"/>
                  <a:pt x="1181100" y="2760485"/>
                </a:cubicBezTo>
                <a:cubicBezTo>
                  <a:pt x="1181100" y="2745615"/>
                  <a:pt x="1298062" y="2765952"/>
                  <a:pt x="1379941" y="2795058"/>
                </a:cubicBezTo>
                <a:cubicBezTo>
                  <a:pt x="1402864" y="2803207"/>
                  <a:pt x="1430581" y="2809875"/>
                  <a:pt x="1441535" y="2809875"/>
                </a:cubicBezTo>
                <a:cubicBezTo>
                  <a:pt x="1473886" y="2809875"/>
                  <a:pt x="1543050" y="2839959"/>
                  <a:pt x="1543050" y="2854031"/>
                </a:cubicBezTo>
                <a:cubicBezTo>
                  <a:pt x="1543050" y="2873452"/>
                  <a:pt x="1505046" y="2869014"/>
                  <a:pt x="1371600" y="2834010"/>
                </a:cubicBezTo>
                <a:close/>
                <a:moveTo>
                  <a:pt x="491138" y="2789853"/>
                </a:moveTo>
                <a:cubicBezTo>
                  <a:pt x="494706" y="2784079"/>
                  <a:pt x="512668" y="2773071"/>
                  <a:pt x="531053" y="2765389"/>
                </a:cubicBezTo>
                <a:cubicBezTo>
                  <a:pt x="575617" y="2746769"/>
                  <a:pt x="595379" y="2763862"/>
                  <a:pt x="554017" y="2785251"/>
                </a:cubicBezTo>
                <a:cubicBezTo>
                  <a:pt x="520150" y="2802764"/>
                  <a:pt x="481405" y="2805600"/>
                  <a:pt x="491138" y="2789853"/>
                </a:cubicBezTo>
                <a:close/>
                <a:moveTo>
                  <a:pt x="219075" y="2657475"/>
                </a:moveTo>
                <a:cubicBezTo>
                  <a:pt x="211216" y="2652396"/>
                  <a:pt x="195008" y="2648176"/>
                  <a:pt x="183057" y="2648095"/>
                </a:cubicBezTo>
                <a:cubicBezTo>
                  <a:pt x="135401" y="2647775"/>
                  <a:pt x="149790" y="2593682"/>
                  <a:pt x="197821" y="2592589"/>
                </a:cubicBezTo>
                <a:cubicBezTo>
                  <a:pt x="292902" y="2590425"/>
                  <a:pt x="603023" y="2643732"/>
                  <a:pt x="580035" y="2658288"/>
                </a:cubicBezTo>
                <a:cubicBezTo>
                  <a:pt x="561924" y="2669756"/>
                  <a:pt x="236945" y="2669023"/>
                  <a:pt x="219075" y="2657475"/>
                </a:cubicBezTo>
                <a:close/>
                <a:moveTo>
                  <a:pt x="1162050" y="2658464"/>
                </a:moveTo>
                <a:cubicBezTo>
                  <a:pt x="1162050" y="2643213"/>
                  <a:pt x="1505854" y="2590800"/>
                  <a:pt x="1605893" y="2590800"/>
                </a:cubicBezTo>
                <a:cubicBezTo>
                  <a:pt x="1653694" y="2590800"/>
                  <a:pt x="1678196" y="2612135"/>
                  <a:pt x="1655946" y="2634385"/>
                </a:cubicBezTo>
                <a:cubicBezTo>
                  <a:pt x="1630572" y="2659759"/>
                  <a:pt x="1162050" y="2682601"/>
                  <a:pt x="1162050" y="2658464"/>
                </a:cubicBezTo>
                <a:close/>
                <a:moveTo>
                  <a:pt x="1143000" y="2566847"/>
                </a:moveTo>
                <a:cubicBezTo>
                  <a:pt x="1143000" y="2557837"/>
                  <a:pt x="1204693" y="2524196"/>
                  <a:pt x="1221282" y="2524160"/>
                </a:cubicBezTo>
                <a:cubicBezTo>
                  <a:pt x="1250137" y="2524097"/>
                  <a:pt x="1229498" y="2549452"/>
                  <a:pt x="1191403" y="2560866"/>
                </a:cubicBezTo>
                <a:cubicBezTo>
                  <a:pt x="1150872" y="2573009"/>
                  <a:pt x="1143000" y="2573982"/>
                  <a:pt x="1143000" y="2566847"/>
                </a:cubicBezTo>
                <a:close/>
                <a:moveTo>
                  <a:pt x="527029" y="2519150"/>
                </a:moveTo>
                <a:cubicBezTo>
                  <a:pt x="469157" y="2490311"/>
                  <a:pt x="439919" y="2461395"/>
                  <a:pt x="454196" y="2447118"/>
                </a:cubicBezTo>
                <a:cubicBezTo>
                  <a:pt x="461020" y="2440294"/>
                  <a:pt x="475011" y="2443379"/>
                  <a:pt x="499427" y="2457093"/>
                </a:cubicBezTo>
                <a:cubicBezTo>
                  <a:pt x="612934" y="2520846"/>
                  <a:pt x="636427" y="2573665"/>
                  <a:pt x="527029" y="2519150"/>
                </a:cubicBezTo>
                <a:close/>
                <a:moveTo>
                  <a:pt x="1295400" y="2490952"/>
                </a:moveTo>
                <a:cubicBezTo>
                  <a:pt x="1295400" y="2454941"/>
                  <a:pt x="1540376" y="2326107"/>
                  <a:pt x="1586729" y="2337741"/>
                </a:cubicBezTo>
                <a:cubicBezTo>
                  <a:pt x="1609962" y="2343572"/>
                  <a:pt x="1608980" y="2381250"/>
                  <a:pt x="1585595" y="2381250"/>
                </a:cubicBezTo>
                <a:cubicBezTo>
                  <a:pt x="1578784" y="2381250"/>
                  <a:pt x="1571783" y="2384729"/>
                  <a:pt x="1570037" y="2388981"/>
                </a:cubicBezTo>
                <a:cubicBezTo>
                  <a:pt x="1564766" y="2401816"/>
                  <a:pt x="1442498" y="2455260"/>
                  <a:pt x="1383743" y="2470411"/>
                </a:cubicBezTo>
                <a:cubicBezTo>
                  <a:pt x="1353490" y="2478212"/>
                  <a:pt x="1321236" y="2487519"/>
                  <a:pt x="1312068" y="2491092"/>
                </a:cubicBezTo>
                <a:cubicBezTo>
                  <a:pt x="1302900" y="2494664"/>
                  <a:pt x="1295400" y="2494601"/>
                  <a:pt x="1295400" y="2490952"/>
                </a:cubicBezTo>
                <a:close/>
                <a:moveTo>
                  <a:pt x="1101535" y="2448047"/>
                </a:moveTo>
                <a:cubicBezTo>
                  <a:pt x="1126140" y="2406288"/>
                  <a:pt x="1233934" y="2274654"/>
                  <a:pt x="1306270" y="2198032"/>
                </a:cubicBezTo>
                <a:cubicBezTo>
                  <a:pt x="1368566" y="2132044"/>
                  <a:pt x="1419225" y="2105414"/>
                  <a:pt x="1419225" y="2138654"/>
                </a:cubicBezTo>
                <a:cubicBezTo>
                  <a:pt x="1419225" y="2170142"/>
                  <a:pt x="1170956" y="2431956"/>
                  <a:pt x="1111060" y="2463633"/>
                </a:cubicBezTo>
                <a:lnTo>
                  <a:pt x="1083883" y="2478006"/>
                </a:lnTo>
                <a:lnTo>
                  <a:pt x="1101535" y="2448047"/>
                </a:lnTo>
                <a:close/>
                <a:moveTo>
                  <a:pt x="612797" y="2416733"/>
                </a:moveTo>
                <a:cubicBezTo>
                  <a:pt x="508808" y="2309074"/>
                  <a:pt x="352424" y="2096898"/>
                  <a:pt x="352424" y="2063469"/>
                </a:cubicBezTo>
                <a:cubicBezTo>
                  <a:pt x="352425" y="2053185"/>
                  <a:pt x="360534" y="2047875"/>
                  <a:pt x="376237" y="2047875"/>
                </a:cubicBezTo>
                <a:cubicBezTo>
                  <a:pt x="389334" y="2047875"/>
                  <a:pt x="400050" y="2051525"/>
                  <a:pt x="400050" y="2055987"/>
                </a:cubicBezTo>
                <a:cubicBezTo>
                  <a:pt x="400050" y="2060449"/>
                  <a:pt x="413098" y="2077753"/>
                  <a:pt x="429046" y="2094441"/>
                </a:cubicBezTo>
                <a:cubicBezTo>
                  <a:pt x="444993" y="2111129"/>
                  <a:pt x="477701" y="2155698"/>
                  <a:pt x="501728" y="2193485"/>
                </a:cubicBezTo>
                <a:cubicBezTo>
                  <a:pt x="525756" y="2231271"/>
                  <a:pt x="565704" y="2292191"/>
                  <a:pt x="590503" y="2328862"/>
                </a:cubicBezTo>
                <a:cubicBezTo>
                  <a:pt x="639420" y="2401198"/>
                  <a:pt x="670288" y="2457086"/>
                  <a:pt x="664512" y="2462862"/>
                </a:cubicBezTo>
                <a:cubicBezTo>
                  <a:pt x="662510" y="2464864"/>
                  <a:pt x="639237" y="2444106"/>
                  <a:pt x="612797" y="2416733"/>
                </a:cubicBezTo>
                <a:close/>
                <a:moveTo>
                  <a:pt x="338137" y="2428875"/>
                </a:moveTo>
                <a:cubicBezTo>
                  <a:pt x="317586" y="2418397"/>
                  <a:pt x="296881" y="2409825"/>
                  <a:pt x="292125" y="2409825"/>
                </a:cubicBezTo>
                <a:cubicBezTo>
                  <a:pt x="277277" y="2409825"/>
                  <a:pt x="175795" y="2344898"/>
                  <a:pt x="149424" y="2318526"/>
                </a:cubicBezTo>
                <a:cubicBezTo>
                  <a:pt x="124265" y="2293368"/>
                  <a:pt x="126860" y="2257425"/>
                  <a:pt x="153835" y="2257425"/>
                </a:cubicBezTo>
                <a:cubicBezTo>
                  <a:pt x="174156" y="2257425"/>
                  <a:pt x="291540" y="2342928"/>
                  <a:pt x="342574" y="2394903"/>
                </a:cubicBezTo>
                <a:cubicBezTo>
                  <a:pt x="398329" y="2451686"/>
                  <a:pt x="397365" y="2459070"/>
                  <a:pt x="338137" y="2428875"/>
                </a:cubicBezTo>
                <a:close/>
                <a:moveTo>
                  <a:pt x="860214" y="2374106"/>
                </a:moveTo>
                <a:cubicBezTo>
                  <a:pt x="846558" y="2294149"/>
                  <a:pt x="850601" y="1929250"/>
                  <a:pt x="865339" y="1911491"/>
                </a:cubicBezTo>
                <a:cubicBezTo>
                  <a:pt x="876765" y="1897724"/>
                  <a:pt x="879777" y="1897591"/>
                  <a:pt x="892484" y="1910298"/>
                </a:cubicBezTo>
                <a:cubicBezTo>
                  <a:pt x="909435" y="1927249"/>
                  <a:pt x="911568" y="2276682"/>
                  <a:pt x="895246" y="2362747"/>
                </a:cubicBezTo>
                <a:cubicBezTo>
                  <a:pt x="890064" y="2390070"/>
                  <a:pt x="885825" y="2413983"/>
                  <a:pt x="885825" y="2415887"/>
                </a:cubicBezTo>
                <a:cubicBezTo>
                  <a:pt x="885825" y="2417791"/>
                  <a:pt x="881801" y="2419350"/>
                  <a:pt x="876883" y="2419350"/>
                </a:cubicBezTo>
                <a:cubicBezTo>
                  <a:pt x="871965" y="2419350"/>
                  <a:pt x="864464" y="2398990"/>
                  <a:pt x="860214" y="2374106"/>
                </a:cubicBezTo>
                <a:close/>
                <a:moveTo>
                  <a:pt x="1000139" y="2379430"/>
                </a:moveTo>
                <a:cubicBezTo>
                  <a:pt x="1000156" y="2344274"/>
                  <a:pt x="1027023" y="2284395"/>
                  <a:pt x="1045368" y="2278629"/>
                </a:cubicBezTo>
                <a:cubicBezTo>
                  <a:pt x="1063799" y="2272836"/>
                  <a:pt x="1059847" y="2319817"/>
                  <a:pt x="1038361" y="2361933"/>
                </a:cubicBezTo>
                <a:cubicBezTo>
                  <a:pt x="1012715" y="2412203"/>
                  <a:pt x="1000121" y="2417968"/>
                  <a:pt x="1000139" y="2379430"/>
                </a:cubicBezTo>
                <a:close/>
                <a:moveTo>
                  <a:pt x="711757" y="2312709"/>
                </a:moveTo>
                <a:cubicBezTo>
                  <a:pt x="658148" y="2202922"/>
                  <a:pt x="650762" y="2152650"/>
                  <a:pt x="688240" y="2152650"/>
                </a:cubicBezTo>
                <a:cubicBezTo>
                  <a:pt x="710621" y="2152650"/>
                  <a:pt x="771616" y="2356393"/>
                  <a:pt x="754392" y="2373617"/>
                </a:cubicBezTo>
                <a:cubicBezTo>
                  <a:pt x="749191" y="2378818"/>
                  <a:pt x="732151" y="2354474"/>
                  <a:pt x="711757" y="2312709"/>
                </a:cubicBezTo>
                <a:close/>
                <a:moveTo>
                  <a:pt x="1080284" y="2193131"/>
                </a:moveTo>
                <a:cubicBezTo>
                  <a:pt x="1083168" y="2183963"/>
                  <a:pt x="1089950" y="2153037"/>
                  <a:pt x="1095356" y="2124407"/>
                </a:cubicBezTo>
                <a:cubicBezTo>
                  <a:pt x="1113264" y="2029550"/>
                  <a:pt x="1160340" y="1957134"/>
                  <a:pt x="1181664" y="1991639"/>
                </a:cubicBezTo>
                <a:cubicBezTo>
                  <a:pt x="1192296" y="2008841"/>
                  <a:pt x="1184532" y="2039573"/>
                  <a:pt x="1151813" y="2109787"/>
                </a:cubicBezTo>
                <a:cubicBezTo>
                  <a:pt x="1117703" y="2182985"/>
                  <a:pt x="1063671" y="2245942"/>
                  <a:pt x="1080284" y="2193131"/>
                </a:cubicBezTo>
                <a:close/>
                <a:moveTo>
                  <a:pt x="891576" y="1726406"/>
                </a:moveTo>
                <a:cubicBezTo>
                  <a:pt x="888354" y="1706760"/>
                  <a:pt x="878241" y="1627814"/>
                  <a:pt x="869103" y="1550969"/>
                </a:cubicBezTo>
                <a:cubicBezTo>
                  <a:pt x="859964" y="1474123"/>
                  <a:pt x="849272" y="1408044"/>
                  <a:pt x="845343" y="1404125"/>
                </a:cubicBezTo>
                <a:cubicBezTo>
                  <a:pt x="841414" y="1400206"/>
                  <a:pt x="837898" y="1383784"/>
                  <a:pt x="837530" y="1367631"/>
                </a:cubicBezTo>
                <a:cubicBezTo>
                  <a:pt x="835922" y="1297070"/>
                  <a:pt x="823935" y="1304779"/>
                  <a:pt x="786701" y="1400320"/>
                </a:cubicBezTo>
                <a:cubicBezTo>
                  <a:pt x="766316" y="1452627"/>
                  <a:pt x="746287" y="1495425"/>
                  <a:pt x="742193" y="1495425"/>
                </a:cubicBezTo>
                <a:cubicBezTo>
                  <a:pt x="738099" y="1495425"/>
                  <a:pt x="733380" y="1504733"/>
                  <a:pt x="731706" y="1516110"/>
                </a:cubicBezTo>
                <a:cubicBezTo>
                  <a:pt x="730032" y="1527487"/>
                  <a:pt x="723749" y="1538411"/>
                  <a:pt x="717745" y="1540386"/>
                </a:cubicBezTo>
                <a:cubicBezTo>
                  <a:pt x="703681" y="1545013"/>
                  <a:pt x="695665" y="1470582"/>
                  <a:pt x="692784" y="1308598"/>
                </a:cubicBezTo>
                <a:lnTo>
                  <a:pt x="690562" y="1183685"/>
                </a:lnTo>
                <a:lnTo>
                  <a:pt x="647700" y="1203823"/>
                </a:lnTo>
                <a:cubicBezTo>
                  <a:pt x="624125" y="1214900"/>
                  <a:pt x="579311" y="1240175"/>
                  <a:pt x="548113" y="1259990"/>
                </a:cubicBezTo>
                <a:cubicBezTo>
                  <a:pt x="516915" y="1279805"/>
                  <a:pt x="480482" y="1298744"/>
                  <a:pt x="467151" y="1302075"/>
                </a:cubicBezTo>
                <a:cubicBezTo>
                  <a:pt x="453819" y="1305406"/>
                  <a:pt x="410765" y="1327250"/>
                  <a:pt x="371475" y="1350616"/>
                </a:cubicBezTo>
                <a:cubicBezTo>
                  <a:pt x="254225" y="1420344"/>
                  <a:pt x="238225" y="1428750"/>
                  <a:pt x="222754" y="1428750"/>
                </a:cubicBezTo>
                <a:cubicBezTo>
                  <a:pt x="214618" y="1428750"/>
                  <a:pt x="209391" y="1424866"/>
                  <a:pt x="211137" y="1420121"/>
                </a:cubicBezTo>
                <a:cubicBezTo>
                  <a:pt x="216502" y="1405541"/>
                  <a:pt x="396554" y="1197491"/>
                  <a:pt x="435142" y="1161284"/>
                </a:cubicBezTo>
                <a:cubicBezTo>
                  <a:pt x="455132" y="1142528"/>
                  <a:pt x="493756" y="1101332"/>
                  <a:pt x="520974" y="1069738"/>
                </a:cubicBezTo>
                <a:lnTo>
                  <a:pt x="570461" y="1012294"/>
                </a:lnTo>
                <a:lnTo>
                  <a:pt x="473349" y="987599"/>
                </a:lnTo>
                <a:cubicBezTo>
                  <a:pt x="419937" y="974017"/>
                  <a:pt x="355713" y="960276"/>
                  <a:pt x="330629" y="957064"/>
                </a:cubicBezTo>
                <a:cubicBezTo>
                  <a:pt x="305544" y="953851"/>
                  <a:pt x="271254" y="945646"/>
                  <a:pt x="254429" y="938830"/>
                </a:cubicBezTo>
                <a:cubicBezTo>
                  <a:pt x="237603" y="932013"/>
                  <a:pt x="198523" y="923612"/>
                  <a:pt x="167583" y="920160"/>
                </a:cubicBezTo>
                <a:cubicBezTo>
                  <a:pt x="136644" y="916708"/>
                  <a:pt x="98068" y="907973"/>
                  <a:pt x="81858" y="900748"/>
                </a:cubicBezTo>
                <a:cubicBezTo>
                  <a:pt x="65649" y="893523"/>
                  <a:pt x="40600" y="884985"/>
                  <a:pt x="26193" y="881774"/>
                </a:cubicBezTo>
                <a:cubicBezTo>
                  <a:pt x="-50324" y="864721"/>
                  <a:pt x="55580" y="844855"/>
                  <a:pt x="549540" y="783603"/>
                </a:cubicBezTo>
                <a:lnTo>
                  <a:pt x="608543" y="776287"/>
                </a:lnTo>
                <a:lnTo>
                  <a:pt x="565057" y="704850"/>
                </a:lnTo>
                <a:cubicBezTo>
                  <a:pt x="541140" y="665559"/>
                  <a:pt x="515585" y="629942"/>
                  <a:pt x="508268" y="625701"/>
                </a:cubicBezTo>
                <a:cubicBezTo>
                  <a:pt x="495061" y="618047"/>
                  <a:pt x="361950" y="425220"/>
                  <a:pt x="361950" y="413744"/>
                </a:cubicBezTo>
                <a:cubicBezTo>
                  <a:pt x="361950" y="410449"/>
                  <a:pt x="353041" y="395241"/>
                  <a:pt x="342152" y="379950"/>
                </a:cubicBezTo>
                <a:cubicBezTo>
                  <a:pt x="331263" y="364658"/>
                  <a:pt x="323762" y="348229"/>
                  <a:pt x="325483" y="343440"/>
                </a:cubicBezTo>
                <a:cubicBezTo>
                  <a:pt x="328693" y="334508"/>
                  <a:pt x="343037" y="344135"/>
                  <a:pt x="473988" y="443110"/>
                </a:cubicBezTo>
                <a:cubicBezTo>
                  <a:pt x="515719" y="474652"/>
                  <a:pt x="593308" y="528195"/>
                  <a:pt x="646406" y="562095"/>
                </a:cubicBezTo>
                <a:cubicBezTo>
                  <a:pt x="699505" y="595995"/>
                  <a:pt x="742977" y="628052"/>
                  <a:pt x="743010" y="633334"/>
                </a:cubicBezTo>
                <a:cubicBezTo>
                  <a:pt x="743043" y="638616"/>
                  <a:pt x="755687" y="650116"/>
                  <a:pt x="771109" y="658889"/>
                </a:cubicBezTo>
                <a:lnTo>
                  <a:pt x="799147" y="674842"/>
                </a:lnTo>
                <a:lnTo>
                  <a:pt x="804198" y="635077"/>
                </a:lnTo>
                <a:cubicBezTo>
                  <a:pt x="823708" y="481498"/>
                  <a:pt x="840192" y="372090"/>
                  <a:pt x="847501" y="347662"/>
                </a:cubicBezTo>
                <a:cubicBezTo>
                  <a:pt x="852204" y="331946"/>
                  <a:pt x="861054" y="263366"/>
                  <a:pt x="867168" y="195262"/>
                </a:cubicBezTo>
                <a:cubicBezTo>
                  <a:pt x="873281" y="127158"/>
                  <a:pt x="881365" y="67151"/>
                  <a:pt x="885131" y="61912"/>
                </a:cubicBezTo>
                <a:cubicBezTo>
                  <a:pt x="888898" y="56673"/>
                  <a:pt x="892508" y="42258"/>
                  <a:pt x="893153" y="29879"/>
                </a:cubicBezTo>
                <a:cubicBezTo>
                  <a:pt x="893799" y="17500"/>
                  <a:pt x="896701" y="4998"/>
                  <a:pt x="899601" y="2098"/>
                </a:cubicBezTo>
                <a:cubicBezTo>
                  <a:pt x="914728" y="-13028"/>
                  <a:pt x="922651" y="19679"/>
                  <a:pt x="956777" y="238125"/>
                </a:cubicBezTo>
                <a:cubicBezTo>
                  <a:pt x="969463" y="319325"/>
                  <a:pt x="984324" y="402907"/>
                  <a:pt x="989803" y="423862"/>
                </a:cubicBezTo>
                <a:cubicBezTo>
                  <a:pt x="995282" y="444817"/>
                  <a:pt x="1002362" y="504388"/>
                  <a:pt x="1005536" y="556242"/>
                </a:cubicBezTo>
                <a:cubicBezTo>
                  <a:pt x="1014159" y="697112"/>
                  <a:pt x="1012505" y="696292"/>
                  <a:pt x="1096227" y="601210"/>
                </a:cubicBezTo>
                <a:cubicBezTo>
                  <a:pt x="1186490" y="498699"/>
                  <a:pt x="1462976" y="235196"/>
                  <a:pt x="1475641" y="239612"/>
                </a:cubicBezTo>
                <a:cubicBezTo>
                  <a:pt x="1480807" y="241413"/>
                  <a:pt x="1458962" y="287893"/>
                  <a:pt x="1427096" y="342900"/>
                </a:cubicBezTo>
                <a:cubicBezTo>
                  <a:pt x="1395229" y="397906"/>
                  <a:pt x="1342332" y="496490"/>
                  <a:pt x="1309547" y="561975"/>
                </a:cubicBezTo>
                <a:cubicBezTo>
                  <a:pt x="1276761" y="627459"/>
                  <a:pt x="1238734" y="693045"/>
                  <a:pt x="1225043" y="707721"/>
                </a:cubicBezTo>
                <a:cubicBezTo>
                  <a:pt x="1188352" y="747053"/>
                  <a:pt x="1191958" y="763441"/>
                  <a:pt x="1235868" y="756922"/>
                </a:cubicBezTo>
                <a:cubicBezTo>
                  <a:pt x="1292359" y="748536"/>
                  <a:pt x="1775894" y="767623"/>
                  <a:pt x="1796304" y="779045"/>
                </a:cubicBezTo>
                <a:cubicBezTo>
                  <a:pt x="1812566" y="788146"/>
                  <a:pt x="1809960" y="791152"/>
                  <a:pt x="1771637" y="807503"/>
                </a:cubicBezTo>
                <a:cubicBezTo>
                  <a:pt x="1748070" y="817558"/>
                  <a:pt x="1705213" y="831332"/>
                  <a:pt x="1676400" y="838112"/>
                </a:cubicBezTo>
                <a:cubicBezTo>
                  <a:pt x="1647586" y="844892"/>
                  <a:pt x="1556857" y="875546"/>
                  <a:pt x="1474779" y="906232"/>
                </a:cubicBezTo>
                <a:cubicBezTo>
                  <a:pt x="1392701" y="936918"/>
                  <a:pt x="1316620" y="962025"/>
                  <a:pt x="1305710" y="962025"/>
                </a:cubicBezTo>
                <a:cubicBezTo>
                  <a:pt x="1294801" y="962025"/>
                  <a:pt x="1285875" y="963817"/>
                  <a:pt x="1285875" y="966008"/>
                </a:cubicBezTo>
                <a:cubicBezTo>
                  <a:pt x="1285875" y="968198"/>
                  <a:pt x="1363027" y="1047727"/>
                  <a:pt x="1457325" y="1142738"/>
                </a:cubicBezTo>
                <a:cubicBezTo>
                  <a:pt x="1551622" y="1237748"/>
                  <a:pt x="1628775" y="1317395"/>
                  <a:pt x="1628775" y="1319730"/>
                </a:cubicBezTo>
                <a:cubicBezTo>
                  <a:pt x="1628775" y="1330229"/>
                  <a:pt x="1601737" y="1321462"/>
                  <a:pt x="1534736" y="1289236"/>
                </a:cubicBezTo>
                <a:cubicBezTo>
                  <a:pt x="1495013" y="1270130"/>
                  <a:pt x="1398233" y="1229138"/>
                  <a:pt x="1319670" y="1198142"/>
                </a:cubicBezTo>
                <a:cubicBezTo>
                  <a:pt x="1241107" y="1167147"/>
                  <a:pt x="1171257" y="1137163"/>
                  <a:pt x="1164446" y="1131511"/>
                </a:cubicBezTo>
                <a:cubicBezTo>
                  <a:pt x="1157636" y="1125859"/>
                  <a:pt x="1150092" y="1123207"/>
                  <a:pt x="1147681" y="1125618"/>
                </a:cubicBezTo>
                <a:cubicBezTo>
                  <a:pt x="1142215" y="1131084"/>
                  <a:pt x="1193201" y="1252589"/>
                  <a:pt x="1257169" y="1386535"/>
                </a:cubicBezTo>
                <a:cubicBezTo>
                  <a:pt x="1283886" y="1442480"/>
                  <a:pt x="1303922" y="1490077"/>
                  <a:pt x="1301692" y="1492307"/>
                </a:cubicBezTo>
                <a:cubicBezTo>
                  <a:pt x="1299462" y="1494537"/>
                  <a:pt x="1233912" y="1434101"/>
                  <a:pt x="1156025" y="1358007"/>
                </a:cubicBezTo>
                <a:lnTo>
                  <a:pt x="1014412" y="1219653"/>
                </a:lnTo>
                <a:lnTo>
                  <a:pt x="1002934" y="1269432"/>
                </a:lnTo>
                <a:cubicBezTo>
                  <a:pt x="996621" y="1296811"/>
                  <a:pt x="989476" y="1336357"/>
                  <a:pt x="987056" y="1357312"/>
                </a:cubicBezTo>
                <a:cubicBezTo>
                  <a:pt x="975255" y="1459496"/>
                  <a:pt x="968407" y="1501002"/>
                  <a:pt x="961914" y="1509712"/>
                </a:cubicBezTo>
                <a:cubicBezTo>
                  <a:pt x="958009" y="1514951"/>
                  <a:pt x="951901" y="1549241"/>
                  <a:pt x="948342" y="1585912"/>
                </a:cubicBezTo>
                <a:cubicBezTo>
                  <a:pt x="944782" y="1622583"/>
                  <a:pt x="938217" y="1665446"/>
                  <a:pt x="933753" y="1681162"/>
                </a:cubicBezTo>
                <a:cubicBezTo>
                  <a:pt x="929288" y="1696878"/>
                  <a:pt x="923026" y="1721524"/>
                  <a:pt x="919836" y="1735931"/>
                </a:cubicBezTo>
                <a:cubicBezTo>
                  <a:pt x="911654" y="1772885"/>
                  <a:pt x="898470" y="1768442"/>
                  <a:pt x="891576" y="1726406"/>
                </a:cubicBezTo>
                <a:close/>
                <a:moveTo>
                  <a:pt x="933167" y="1347787"/>
                </a:moveTo>
                <a:cubicBezTo>
                  <a:pt x="948367" y="1266394"/>
                  <a:pt x="966835" y="1188579"/>
                  <a:pt x="975498" y="1169429"/>
                </a:cubicBezTo>
                <a:cubicBezTo>
                  <a:pt x="986272" y="1145613"/>
                  <a:pt x="1028113" y="1168593"/>
                  <a:pt x="1097756" y="1236577"/>
                </a:cubicBezTo>
                <a:cubicBezTo>
                  <a:pt x="1159096" y="1296456"/>
                  <a:pt x="1162280" y="1296505"/>
                  <a:pt x="1129625" y="1237068"/>
                </a:cubicBezTo>
                <a:cubicBezTo>
                  <a:pt x="1094323" y="1172813"/>
                  <a:pt x="1044813" y="1047511"/>
                  <a:pt x="1051919" y="1040405"/>
                </a:cubicBezTo>
                <a:cubicBezTo>
                  <a:pt x="1059841" y="1032483"/>
                  <a:pt x="1226841" y="1091147"/>
                  <a:pt x="1328737" y="1137645"/>
                </a:cubicBezTo>
                <a:lnTo>
                  <a:pt x="1404937" y="1172417"/>
                </a:lnTo>
                <a:lnTo>
                  <a:pt x="1291055" y="1062516"/>
                </a:lnTo>
                <a:cubicBezTo>
                  <a:pt x="1224343" y="998136"/>
                  <a:pt x="1180946" y="949382"/>
                  <a:pt x="1186280" y="944808"/>
                </a:cubicBezTo>
                <a:cubicBezTo>
                  <a:pt x="1191289" y="940514"/>
                  <a:pt x="1221105" y="929334"/>
                  <a:pt x="1252537" y="919963"/>
                </a:cubicBezTo>
                <a:cubicBezTo>
                  <a:pt x="1283970" y="910591"/>
                  <a:pt x="1323790" y="896363"/>
                  <a:pt x="1341027" y="888344"/>
                </a:cubicBezTo>
                <a:cubicBezTo>
                  <a:pt x="1358265" y="880325"/>
                  <a:pt x="1409519" y="862183"/>
                  <a:pt x="1454927" y="848029"/>
                </a:cubicBezTo>
                <a:lnTo>
                  <a:pt x="1537485" y="822293"/>
                </a:lnTo>
                <a:lnTo>
                  <a:pt x="1405411" y="815959"/>
                </a:lnTo>
                <a:cubicBezTo>
                  <a:pt x="1332771" y="812475"/>
                  <a:pt x="1237582" y="809625"/>
                  <a:pt x="1193881" y="809625"/>
                </a:cubicBezTo>
                <a:cubicBezTo>
                  <a:pt x="1150180" y="809625"/>
                  <a:pt x="1114425" y="806346"/>
                  <a:pt x="1114425" y="802340"/>
                </a:cubicBezTo>
                <a:cubicBezTo>
                  <a:pt x="1114425" y="794230"/>
                  <a:pt x="1137154" y="749934"/>
                  <a:pt x="1188886" y="657225"/>
                </a:cubicBezTo>
                <a:cubicBezTo>
                  <a:pt x="1278878" y="495950"/>
                  <a:pt x="1277240" y="493144"/>
                  <a:pt x="1160805" y="609149"/>
                </a:cubicBezTo>
                <a:cubicBezTo>
                  <a:pt x="1102772" y="666967"/>
                  <a:pt x="1052024" y="712254"/>
                  <a:pt x="1048031" y="709786"/>
                </a:cubicBezTo>
                <a:cubicBezTo>
                  <a:pt x="1044038" y="707318"/>
                  <a:pt x="1033104" y="713770"/>
                  <a:pt x="1023734" y="724124"/>
                </a:cubicBezTo>
                <a:cubicBezTo>
                  <a:pt x="1002538" y="747545"/>
                  <a:pt x="990600" y="748151"/>
                  <a:pt x="990600" y="725805"/>
                </a:cubicBezTo>
                <a:cubicBezTo>
                  <a:pt x="990600" y="716375"/>
                  <a:pt x="986209" y="704269"/>
                  <a:pt x="980842" y="698902"/>
                </a:cubicBezTo>
                <a:cubicBezTo>
                  <a:pt x="975475" y="693535"/>
                  <a:pt x="962696" y="627313"/>
                  <a:pt x="952442" y="551741"/>
                </a:cubicBezTo>
                <a:cubicBezTo>
                  <a:pt x="942189" y="476169"/>
                  <a:pt x="928070" y="386881"/>
                  <a:pt x="921067" y="353323"/>
                </a:cubicBezTo>
                <a:lnTo>
                  <a:pt x="908333" y="292309"/>
                </a:lnTo>
                <a:lnTo>
                  <a:pt x="896200" y="391423"/>
                </a:lnTo>
                <a:cubicBezTo>
                  <a:pt x="889526" y="445936"/>
                  <a:pt x="878358" y="514111"/>
                  <a:pt x="871381" y="542925"/>
                </a:cubicBezTo>
                <a:cubicBezTo>
                  <a:pt x="864405" y="571738"/>
                  <a:pt x="853496" y="628530"/>
                  <a:pt x="847141" y="669131"/>
                </a:cubicBezTo>
                <a:cubicBezTo>
                  <a:pt x="834299" y="751167"/>
                  <a:pt x="831544" y="753373"/>
                  <a:pt x="785644" y="718363"/>
                </a:cubicBezTo>
                <a:cubicBezTo>
                  <a:pt x="767914" y="704840"/>
                  <a:pt x="746709" y="692793"/>
                  <a:pt x="738521" y="691591"/>
                </a:cubicBezTo>
                <a:cubicBezTo>
                  <a:pt x="730333" y="690389"/>
                  <a:pt x="705919" y="672521"/>
                  <a:pt x="684267" y="651884"/>
                </a:cubicBezTo>
                <a:cubicBezTo>
                  <a:pt x="662616" y="631247"/>
                  <a:pt x="647926" y="619720"/>
                  <a:pt x="651625" y="626268"/>
                </a:cubicBezTo>
                <a:cubicBezTo>
                  <a:pt x="663399" y="647116"/>
                  <a:pt x="646975" y="639330"/>
                  <a:pt x="583228" y="593841"/>
                </a:cubicBezTo>
                <a:lnTo>
                  <a:pt x="521100" y="549507"/>
                </a:lnTo>
                <a:lnTo>
                  <a:pt x="560386" y="602687"/>
                </a:lnTo>
                <a:cubicBezTo>
                  <a:pt x="581994" y="631936"/>
                  <a:pt x="609114" y="674389"/>
                  <a:pt x="620653" y="697027"/>
                </a:cubicBezTo>
                <a:cubicBezTo>
                  <a:pt x="632192" y="719665"/>
                  <a:pt x="654127" y="756705"/>
                  <a:pt x="669397" y="779338"/>
                </a:cubicBezTo>
                <a:cubicBezTo>
                  <a:pt x="684667" y="801970"/>
                  <a:pt x="694680" y="822969"/>
                  <a:pt x="691649" y="826000"/>
                </a:cubicBezTo>
                <a:cubicBezTo>
                  <a:pt x="688617" y="829032"/>
                  <a:pt x="633554" y="836988"/>
                  <a:pt x="569287" y="843680"/>
                </a:cubicBezTo>
                <a:cubicBezTo>
                  <a:pt x="505019" y="850372"/>
                  <a:pt x="446008" y="858061"/>
                  <a:pt x="438150" y="860767"/>
                </a:cubicBezTo>
                <a:cubicBezTo>
                  <a:pt x="430291" y="863472"/>
                  <a:pt x="389944" y="868059"/>
                  <a:pt x="348488" y="870960"/>
                </a:cubicBezTo>
                <a:cubicBezTo>
                  <a:pt x="307032" y="873862"/>
                  <a:pt x="271807" y="877542"/>
                  <a:pt x="270211" y="879138"/>
                </a:cubicBezTo>
                <a:cubicBezTo>
                  <a:pt x="268614" y="880735"/>
                  <a:pt x="304676" y="889762"/>
                  <a:pt x="350347" y="899197"/>
                </a:cubicBezTo>
                <a:cubicBezTo>
                  <a:pt x="396019" y="908633"/>
                  <a:pt x="437673" y="919824"/>
                  <a:pt x="442912" y="924066"/>
                </a:cubicBezTo>
                <a:cubicBezTo>
                  <a:pt x="448151" y="928308"/>
                  <a:pt x="479930" y="936757"/>
                  <a:pt x="513531" y="942842"/>
                </a:cubicBezTo>
                <a:cubicBezTo>
                  <a:pt x="609253" y="960175"/>
                  <a:pt x="651697" y="979761"/>
                  <a:pt x="635088" y="998936"/>
                </a:cubicBezTo>
                <a:cubicBezTo>
                  <a:pt x="627715" y="1007448"/>
                  <a:pt x="619118" y="1025261"/>
                  <a:pt x="615983" y="1038521"/>
                </a:cubicBezTo>
                <a:cubicBezTo>
                  <a:pt x="612848" y="1051782"/>
                  <a:pt x="570746" y="1104757"/>
                  <a:pt x="522423" y="1156245"/>
                </a:cubicBezTo>
                <a:lnTo>
                  <a:pt x="434563" y="1249859"/>
                </a:lnTo>
                <a:lnTo>
                  <a:pt x="493235" y="1220242"/>
                </a:lnTo>
                <a:cubicBezTo>
                  <a:pt x="525504" y="1203952"/>
                  <a:pt x="556638" y="1190625"/>
                  <a:pt x="562422" y="1190625"/>
                </a:cubicBezTo>
                <a:cubicBezTo>
                  <a:pt x="568206" y="1190625"/>
                  <a:pt x="601555" y="1173912"/>
                  <a:pt x="636530" y="1153485"/>
                </a:cubicBezTo>
                <a:cubicBezTo>
                  <a:pt x="744389" y="1090492"/>
                  <a:pt x="740405" y="1087102"/>
                  <a:pt x="744030" y="1244960"/>
                </a:cubicBezTo>
                <a:cubicBezTo>
                  <a:pt x="746447" y="1350209"/>
                  <a:pt x="749548" y="1354020"/>
                  <a:pt x="775463" y="1283592"/>
                </a:cubicBezTo>
                <a:cubicBezTo>
                  <a:pt x="784599" y="1258762"/>
                  <a:pt x="795901" y="1236082"/>
                  <a:pt x="800578" y="1233191"/>
                </a:cubicBezTo>
                <a:cubicBezTo>
                  <a:pt x="805255" y="1230300"/>
                  <a:pt x="818259" y="1207753"/>
                  <a:pt x="829476" y="1183086"/>
                </a:cubicBezTo>
                <a:cubicBezTo>
                  <a:pt x="841984" y="1155577"/>
                  <a:pt x="851565" y="1143761"/>
                  <a:pt x="854256" y="1152525"/>
                </a:cubicBezTo>
                <a:cubicBezTo>
                  <a:pt x="856668" y="1160383"/>
                  <a:pt x="862345" y="1175385"/>
                  <a:pt x="866870" y="1185862"/>
                </a:cubicBezTo>
                <a:cubicBezTo>
                  <a:pt x="871396" y="1196340"/>
                  <a:pt x="880105" y="1247775"/>
                  <a:pt x="886224" y="1300162"/>
                </a:cubicBezTo>
                <a:cubicBezTo>
                  <a:pt x="892343" y="1352550"/>
                  <a:pt x="899880" y="1416843"/>
                  <a:pt x="902972" y="1443037"/>
                </a:cubicBezTo>
                <a:lnTo>
                  <a:pt x="908595" y="1490662"/>
                </a:lnTo>
                <a:lnTo>
                  <a:pt x="915545" y="1447800"/>
                </a:lnTo>
                <a:cubicBezTo>
                  <a:pt x="919367" y="1424225"/>
                  <a:pt x="927297" y="1379220"/>
                  <a:pt x="933167" y="1347787"/>
                </a:cubicBezTo>
                <a:close/>
              </a:path>
            </a:pathLst>
          </a:custGeom>
          <a:solidFill>
            <a:srgbClr val="F6EEDE"/>
          </a:solidFill>
          <a:ln>
            <a:noFill/>
          </a:ln>
        </p:spPr>
      </p:sp>
      <p:sp>
        <p:nvSpPr>
          <p:cNvPr id="7" name="burst"/>
          <p:cNvSpPr/>
          <p:nvPr/>
        </p:nvSpPr>
        <p:spPr>
          <a:xfrm rot="-1200000">
            <a:off x="7953375" y="7596187"/>
            <a:ext cx="1809750" cy="3476625"/>
          </a:xfrm>
          <a:custGeom>
            <a:avLst/>
            <a:gdLst/>
            <a:ahLst/>
            <a:cxnLst/>
            <a:rect l="0" t="0" r="r" b="b"/>
            <a:pathLst>
              <a:path w="1809750" h="3476625">
                <a:moveTo>
                  <a:pt x="848467" y="3463232"/>
                </a:moveTo>
                <a:cubicBezTo>
                  <a:pt x="829572" y="3440465"/>
                  <a:pt x="850742" y="3003707"/>
                  <a:pt x="871759" y="2982690"/>
                </a:cubicBezTo>
                <a:cubicBezTo>
                  <a:pt x="874256" y="2980193"/>
                  <a:pt x="878816" y="2980666"/>
                  <a:pt x="881891" y="2983741"/>
                </a:cubicBezTo>
                <a:cubicBezTo>
                  <a:pt x="904296" y="3006146"/>
                  <a:pt x="914799" y="3443840"/>
                  <a:pt x="893445" y="3465195"/>
                </a:cubicBezTo>
                <a:cubicBezTo>
                  <a:pt x="878292" y="3480347"/>
                  <a:pt x="862085" y="3479640"/>
                  <a:pt x="848467" y="3463232"/>
                </a:cubicBezTo>
                <a:close/>
                <a:moveTo>
                  <a:pt x="369904" y="3345839"/>
                </a:moveTo>
                <a:cubicBezTo>
                  <a:pt x="323919" y="3335258"/>
                  <a:pt x="353268" y="3283594"/>
                  <a:pt x="508279" y="3102251"/>
                </a:cubicBezTo>
                <a:cubicBezTo>
                  <a:pt x="698837" y="2879323"/>
                  <a:pt x="732401" y="2865688"/>
                  <a:pt x="606650" y="3062287"/>
                </a:cubicBezTo>
                <a:cubicBezTo>
                  <a:pt x="484905" y="3252624"/>
                  <a:pt x="401087" y="3353013"/>
                  <a:pt x="369904" y="3345839"/>
                </a:cubicBezTo>
                <a:close/>
                <a:moveTo>
                  <a:pt x="1308252" y="3302793"/>
                </a:moveTo>
                <a:cubicBezTo>
                  <a:pt x="1251084" y="3238455"/>
                  <a:pt x="1061742" y="2935534"/>
                  <a:pt x="1072216" y="2925168"/>
                </a:cubicBezTo>
                <a:cubicBezTo>
                  <a:pt x="1078323" y="2919124"/>
                  <a:pt x="1086611" y="2928226"/>
                  <a:pt x="1171885" y="3034630"/>
                </a:cubicBezTo>
                <a:cubicBezTo>
                  <a:pt x="1240226" y="3119905"/>
                  <a:pt x="1295400" y="3198047"/>
                  <a:pt x="1295400" y="3209561"/>
                </a:cubicBezTo>
                <a:cubicBezTo>
                  <a:pt x="1295400" y="3214576"/>
                  <a:pt x="1305314" y="3228496"/>
                  <a:pt x="1317433" y="3240495"/>
                </a:cubicBezTo>
                <a:cubicBezTo>
                  <a:pt x="1342159" y="3264979"/>
                  <a:pt x="1363794" y="3309805"/>
                  <a:pt x="1355087" y="3318512"/>
                </a:cubicBezTo>
                <a:cubicBezTo>
                  <a:pt x="1343966" y="3329633"/>
                  <a:pt x="1327060" y="3323959"/>
                  <a:pt x="1308252" y="3302793"/>
                </a:cubicBezTo>
                <a:close/>
                <a:moveTo>
                  <a:pt x="669858" y="3223336"/>
                </a:moveTo>
                <a:cubicBezTo>
                  <a:pt x="662058" y="3203010"/>
                  <a:pt x="681840" y="3139917"/>
                  <a:pt x="716621" y="3074193"/>
                </a:cubicBezTo>
                <a:cubicBezTo>
                  <a:pt x="744104" y="3022259"/>
                  <a:pt x="768585" y="3000098"/>
                  <a:pt x="758711" y="3036093"/>
                </a:cubicBezTo>
                <a:cubicBezTo>
                  <a:pt x="756196" y="3045261"/>
                  <a:pt x="751291" y="3069554"/>
                  <a:pt x="747812" y="3090078"/>
                </a:cubicBezTo>
                <a:cubicBezTo>
                  <a:pt x="731959" y="3183601"/>
                  <a:pt x="685250" y="3263448"/>
                  <a:pt x="669858" y="3223336"/>
                </a:cubicBezTo>
                <a:close/>
                <a:moveTo>
                  <a:pt x="1051237" y="3231011"/>
                </a:moveTo>
                <a:cubicBezTo>
                  <a:pt x="1037357" y="3222272"/>
                  <a:pt x="990493" y="3074093"/>
                  <a:pt x="990942" y="3040364"/>
                </a:cubicBezTo>
                <a:lnTo>
                  <a:pt x="991285" y="3014662"/>
                </a:lnTo>
                <a:lnTo>
                  <a:pt x="1014668" y="3043237"/>
                </a:lnTo>
                <a:cubicBezTo>
                  <a:pt x="1048801" y="3084948"/>
                  <a:pt x="1089513" y="3210345"/>
                  <a:pt x="1073967" y="3225885"/>
                </a:cubicBezTo>
                <a:cubicBezTo>
                  <a:pt x="1067406" y="3232444"/>
                  <a:pt x="1057177" y="3234751"/>
                  <a:pt x="1051237" y="3231011"/>
                </a:cubicBezTo>
                <a:close/>
                <a:moveTo>
                  <a:pt x="1401122" y="3067385"/>
                </a:moveTo>
                <a:cubicBezTo>
                  <a:pt x="1244484" y="2957168"/>
                  <a:pt x="1117626" y="2854845"/>
                  <a:pt x="1131773" y="2850129"/>
                </a:cubicBezTo>
                <a:cubicBezTo>
                  <a:pt x="1145065" y="2845698"/>
                  <a:pt x="1220020" y="2884607"/>
                  <a:pt x="1361828" y="2969549"/>
                </a:cubicBezTo>
                <a:cubicBezTo>
                  <a:pt x="1553322" y="3084253"/>
                  <a:pt x="1592262" y="3112947"/>
                  <a:pt x="1588859" y="3136845"/>
                </a:cubicBezTo>
                <a:cubicBezTo>
                  <a:pt x="1582403" y="3182178"/>
                  <a:pt x="1544150" y="3168025"/>
                  <a:pt x="1401122" y="3067385"/>
                </a:cubicBezTo>
                <a:close/>
                <a:moveTo>
                  <a:pt x="240506" y="3136386"/>
                </a:moveTo>
                <a:cubicBezTo>
                  <a:pt x="233957" y="3134049"/>
                  <a:pt x="228600" y="3126906"/>
                  <a:pt x="228600" y="3120512"/>
                </a:cubicBezTo>
                <a:cubicBezTo>
                  <a:pt x="228600" y="3108124"/>
                  <a:pt x="286579" y="3048000"/>
                  <a:pt x="298525" y="3048000"/>
                </a:cubicBezTo>
                <a:cubicBezTo>
                  <a:pt x="302433" y="3048000"/>
                  <a:pt x="316202" y="3038197"/>
                  <a:pt x="329123" y="3026217"/>
                </a:cubicBezTo>
                <a:cubicBezTo>
                  <a:pt x="357048" y="3000323"/>
                  <a:pt x="578531" y="2860978"/>
                  <a:pt x="605264" y="2852484"/>
                </a:cubicBezTo>
                <a:cubicBezTo>
                  <a:pt x="631122" y="2844269"/>
                  <a:pt x="529337" y="2938033"/>
                  <a:pt x="409575" y="3032753"/>
                </a:cubicBezTo>
                <a:cubicBezTo>
                  <a:pt x="303675" y="3116510"/>
                  <a:pt x="259935" y="3143321"/>
                  <a:pt x="240506" y="3136386"/>
                </a:cubicBezTo>
                <a:close/>
                <a:moveTo>
                  <a:pt x="48291" y="2929740"/>
                </a:moveTo>
                <a:cubicBezTo>
                  <a:pt x="20001" y="2895653"/>
                  <a:pt x="72989" y="2866812"/>
                  <a:pt x="247650" y="2821231"/>
                </a:cubicBezTo>
                <a:cubicBezTo>
                  <a:pt x="469991" y="2763207"/>
                  <a:pt x="507274" y="2787816"/>
                  <a:pt x="309562" y="2862096"/>
                </a:cubicBezTo>
                <a:cubicBezTo>
                  <a:pt x="110426" y="2936912"/>
                  <a:pt x="64180" y="2948885"/>
                  <a:pt x="48291" y="2929740"/>
                </a:cubicBezTo>
                <a:close/>
                <a:moveTo>
                  <a:pt x="1371600" y="2834010"/>
                </a:moveTo>
                <a:cubicBezTo>
                  <a:pt x="1252797" y="2802847"/>
                  <a:pt x="1181100" y="2775175"/>
                  <a:pt x="1181100" y="2760485"/>
                </a:cubicBezTo>
                <a:cubicBezTo>
                  <a:pt x="1181100" y="2745615"/>
                  <a:pt x="1298062" y="2765952"/>
                  <a:pt x="1379941" y="2795058"/>
                </a:cubicBezTo>
                <a:cubicBezTo>
                  <a:pt x="1402864" y="2803207"/>
                  <a:pt x="1430581" y="2809875"/>
                  <a:pt x="1441535" y="2809875"/>
                </a:cubicBezTo>
                <a:cubicBezTo>
                  <a:pt x="1473886" y="2809875"/>
                  <a:pt x="1543050" y="2839959"/>
                  <a:pt x="1543050" y="2854031"/>
                </a:cubicBezTo>
                <a:cubicBezTo>
                  <a:pt x="1543050" y="2873452"/>
                  <a:pt x="1505046" y="2869014"/>
                  <a:pt x="1371600" y="2834010"/>
                </a:cubicBezTo>
                <a:close/>
                <a:moveTo>
                  <a:pt x="491138" y="2789853"/>
                </a:moveTo>
                <a:cubicBezTo>
                  <a:pt x="494706" y="2784079"/>
                  <a:pt x="512668" y="2773071"/>
                  <a:pt x="531053" y="2765389"/>
                </a:cubicBezTo>
                <a:cubicBezTo>
                  <a:pt x="575617" y="2746769"/>
                  <a:pt x="595379" y="2763862"/>
                  <a:pt x="554017" y="2785251"/>
                </a:cubicBezTo>
                <a:cubicBezTo>
                  <a:pt x="520150" y="2802764"/>
                  <a:pt x="481405" y="2805600"/>
                  <a:pt x="491138" y="2789853"/>
                </a:cubicBezTo>
                <a:close/>
                <a:moveTo>
                  <a:pt x="219075" y="2657475"/>
                </a:moveTo>
                <a:cubicBezTo>
                  <a:pt x="211216" y="2652396"/>
                  <a:pt x="195008" y="2648176"/>
                  <a:pt x="183057" y="2648095"/>
                </a:cubicBezTo>
                <a:cubicBezTo>
                  <a:pt x="135401" y="2647775"/>
                  <a:pt x="149790" y="2593682"/>
                  <a:pt x="197821" y="2592589"/>
                </a:cubicBezTo>
                <a:cubicBezTo>
                  <a:pt x="292902" y="2590425"/>
                  <a:pt x="603023" y="2643732"/>
                  <a:pt x="580035" y="2658288"/>
                </a:cubicBezTo>
                <a:cubicBezTo>
                  <a:pt x="561924" y="2669756"/>
                  <a:pt x="236945" y="2669023"/>
                  <a:pt x="219075" y="2657475"/>
                </a:cubicBezTo>
                <a:close/>
                <a:moveTo>
                  <a:pt x="1162050" y="2658464"/>
                </a:moveTo>
                <a:cubicBezTo>
                  <a:pt x="1162050" y="2643213"/>
                  <a:pt x="1505854" y="2590800"/>
                  <a:pt x="1605893" y="2590800"/>
                </a:cubicBezTo>
                <a:cubicBezTo>
                  <a:pt x="1653694" y="2590800"/>
                  <a:pt x="1678196" y="2612135"/>
                  <a:pt x="1655946" y="2634385"/>
                </a:cubicBezTo>
                <a:cubicBezTo>
                  <a:pt x="1630572" y="2659759"/>
                  <a:pt x="1162050" y="2682601"/>
                  <a:pt x="1162050" y="2658464"/>
                </a:cubicBezTo>
                <a:close/>
                <a:moveTo>
                  <a:pt x="1143000" y="2566847"/>
                </a:moveTo>
                <a:cubicBezTo>
                  <a:pt x="1143000" y="2557837"/>
                  <a:pt x="1204693" y="2524196"/>
                  <a:pt x="1221282" y="2524160"/>
                </a:cubicBezTo>
                <a:cubicBezTo>
                  <a:pt x="1250137" y="2524097"/>
                  <a:pt x="1229498" y="2549452"/>
                  <a:pt x="1191403" y="2560866"/>
                </a:cubicBezTo>
                <a:cubicBezTo>
                  <a:pt x="1150872" y="2573009"/>
                  <a:pt x="1143000" y="2573982"/>
                  <a:pt x="1143000" y="2566847"/>
                </a:cubicBezTo>
                <a:close/>
                <a:moveTo>
                  <a:pt x="527029" y="2519150"/>
                </a:moveTo>
                <a:cubicBezTo>
                  <a:pt x="469157" y="2490311"/>
                  <a:pt x="439919" y="2461395"/>
                  <a:pt x="454196" y="2447118"/>
                </a:cubicBezTo>
                <a:cubicBezTo>
                  <a:pt x="461020" y="2440294"/>
                  <a:pt x="475011" y="2443379"/>
                  <a:pt x="499427" y="2457093"/>
                </a:cubicBezTo>
                <a:cubicBezTo>
                  <a:pt x="612934" y="2520846"/>
                  <a:pt x="636427" y="2573665"/>
                  <a:pt x="527029" y="2519150"/>
                </a:cubicBezTo>
                <a:close/>
                <a:moveTo>
                  <a:pt x="1295400" y="2490952"/>
                </a:moveTo>
                <a:cubicBezTo>
                  <a:pt x="1295400" y="2454941"/>
                  <a:pt x="1540376" y="2326107"/>
                  <a:pt x="1586729" y="2337741"/>
                </a:cubicBezTo>
                <a:cubicBezTo>
                  <a:pt x="1609962" y="2343572"/>
                  <a:pt x="1608980" y="2381250"/>
                  <a:pt x="1585595" y="2381250"/>
                </a:cubicBezTo>
                <a:cubicBezTo>
                  <a:pt x="1578784" y="2381250"/>
                  <a:pt x="1571783" y="2384729"/>
                  <a:pt x="1570037" y="2388981"/>
                </a:cubicBezTo>
                <a:cubicBezTo>
                  <a:pt x="1564766" y="2401816"/>
                  <a:pt x="1442498" y="2455260"/>
                  <a:pt x="1383743" y="2470411"/>
                </a:cubicBezTo>
                <a:cubicBezTo>
                  <a:pt x="1353490" y="2478212"/>
                  <a:pt x="1321236" y="2487519"/>
                  <a:pt x="1312068" y="2491092"/>
                </a:cubicBezTo>
                <a:cubicBezTo>
                  <a:pt x="1302900" y="2494664"/>
                  <a:pt x="1295400" y="2494601"/>
                  <a:pt x="1295400" y="2490952"/>
                </a:cubicBezTo>
                <a:close/>
                <a:moveTo>
                  <a:pt x="1101535" y="2448047"/>
                </a:moveTo>
                <a:cubicBezTo>
                  <a:pt x="1126140" y="2406288"/>
                  <a:pt x="1233934" y="2274654"/>
                  <a:pt x="1306270" y="2198032"/>
                </a:cubicBezTo>
                <a:cubicBezTo>
                  <a:pt x="1368566" y="2132044"/>
                  <a:pt x="1419225" y="2105414"/>
                  <a:pt x="1419225" y="2138654"/>
                </a:cubicBezTo>
                <a:cubicBezTo>
                  <a:pt x="1419225" y="2170142"/>
                  <a:pt x="1170956" y="2431956"/>
                  <a:pt x="1111060" y="2463633"/>
                </a:cubicBezTo>
                <a:lnTo>
                  <a:pt x="1083883" y="2478006"/>
                </a:lnTo>
                <a:lnTo>
                  <a:pt x="1101535" y="2448047"/>
                </a:lnTo>
                <a:close/>
                <a:moveTo>
                  <a:pt x="612797" y="2416733"/>
                </a:moveTo>
                <a:cubicBezTo>
                  <a:pt x="508808" y="2309074"/>
                  <a:pt x="352424" y="2096898"/>
                  <a:pt x="352424" y="2063469"/>
                </a:cubicBezTo>
                <a:cubicBezTo>
                  <a:pt x="352425" y="2053185"/>
                  <a:pt x="360534" y="2047875"/>
                  <a:pt x="376237" y="2047875"/>
                </a:cubicBezTo>
                <a:cubicBezTo>
                  <a:pt x="389334" y="2047875"/>
                  <a:pt x="400050" y="2051525"/>
                  <a:pt x="400050" y="2055987"/>
                </a:cubicBezTo>
                <a:cubicBezTo>
                  <a:pt x="400050" y="2060449"/>
                  <a:pt x="413098" y="2077753"/>
                  <a:pt x="429046" y="2094441"/>
                </a:cubicBezTo>
                <a:cubicBezTo>
                  <a:pt x="444993" y="2111129"/>
                  <a:pt x="477701" y="2155698"/>
                  <a:pt x="501728" y="2193485"/>
                </a:cubicBezTo>
                <a:cubicBezTo>
                  <a:pt x="525756" y="2231271"/>
                  <a:pt x="565704" y="2292191"/>
                  <a:pt x="590503" y="2328862"/>
                </a:cubicBezTo>
                <a:cubicBezTo>
                  <a:pt x="639420" y="2401198"/>
                  <a:pt x="670288" y="2457086"/>
                  <a:pt x="664512" y="2462862"/>
                </a:cubicBezTo>
                <a:cubicBezTo>
                  <a:pt x="662510" y="2464864"/>
                  <a:pt x="639237" y="2444106"/>
                  <a:pt x="612797" y="2416733"/>
                </a:cubicBezTo>
                <a:close/>
                <a:moveTo>
                  <a:pt x="338137" y="2428875"/>
                </a:moveTo>
                <a:cubicBezTo>
                  <a:pt x="317586" y="2418397"/>
                  <a:pt x="296881" y="2409825"/>
                  <a:pt x="292125" y="2409825"/>
                </a:cubicBezTo>
                <a:cubicBezTo>
                  <a:pt x="277277" y="2409825"/>
                  <a:pt x="175795" y="2344898"/>
                  <a:pt x="149424" y="2318526"/>
                </a:cubicBezTo>
                <a:cubicBezTo>
                  <a:pt x="124265" y="2293368"/>
                  <a:pt x="126860" y="2257425"/>
                  <a:pt x="153835" y="2257425"/>
                </a:cubicBezTo>
                <a:cubicBezTo>
                  <a:pt x="174156" y="2257425"/>
                  <a:pt x="291540" y="2342928"/>
                  <a:pt x="342574" y="2394903"/>
                </a:cubicBezTo>
                <a:cubicBezTo>
                  <a:pt x="398329" y="2451686"/>
                  <a:pt x="397365" y="2459070"/>
                  <a:pt x="338137" y="2428875"/>
                </a:cubicBezTo>
                <a:close/>
                <a:moveTo>
                  <a:pt x="860214" y="2374106"/>
                </a:moveTo>
                <a:cubicBezTo>
                  <a:pt x="846558" y="2294149"/>
                  <a:pt x="850601" y="1929250"/>
                  <a:pt x="865339" y="1911491"/>
                </a:cubicBezTo>
                <a:cubicBezTo>
                  <a:pt x="876765" y="1897724"/>
                  <a:pt x="879777" y="1897591"/>
                  <a:pt x="892484" y="1910298"/>
                </a:cubicBezTo>
                <a:cubicBezTo>
                  <a:pt x="909435" y="1927249"/>
                  <a:pt x="911568" y="2276682"/>
                  <a:pt x="895246" y="2362747"/>
                </a:cubicBezTo>
                <a:cubicBezTo>
                  <a:pt x="890064" y="2390070"/>
                  <a:pt x="885825" y="2413983"/>
                  <a:pt x="885825" y="2415887"/>
                </a:cubicBezTo>
                <a:cubicBezTo>
                  <a:pt x="885825" y="2417791"/>
                  <a:pt x="881801" y="2419350"/>
                  <a:pt x="876883" y="2419350"/>
                </a:cubicBezTo>
                <a:cubicBezTo>
                  <a:pt x="871965" y="2419350"/>
                  <a:pt x="864464" y="2398990"/>
                  <a:pt x="860214" y="2374106"/>
                </a:cubicBezTo>
                <a:close/>
                <a:moveTo>
                  <a:pt x="1000139" y="2379430"/>
                </a:moveTo>
                <a:cubicBezTo>
                  <a:pt x="1000156" y="2344274"/>
                  <a:pt x="1027023" y="2284395"/>
                  <a:pt x="1045368" y="2278629"/>
                </a:cubicBezTo>
                <a:cubicBezTo>
                  <a:pt x="1063799" y="2272836"/>
                  <a:pt x="1059847" y="2319817"/>
                  <a:pt x="1038361" y="2361933"/>
                </a:cubicBezTo>
                <a:cubicBezTo>
                  <a:pt x="1012715" y="2412203"/>
                  <a:pt x="1000121" y="2417968"/>
                  <a:pt x="1000139" y="2379430"/>
                </a:cubicBezTo>
                <a:close/>
                <a:moveTo>
                  <a:pt x="711757" y="2312709"/>
                </a:moveTo>
                <a:cubicBezTo>
                  <a:pt x="658148" y="2202922"/>
                  <a:pt x="650762" y="2152650"/>
                  <a:pt x="688240" y="2152650"/>
                </a:cubicBezTo>
                <a:cubicBezTo>
                  <a:pt x="710621" y="2152650"/>
                  <a:pt x="771616" y="2356393"/>
                  <a:pt x="754392" y="2373617"/>
                </a:cubicBezTo>
                <a:cubicBezTo>
                  <a:pt x="749191" y="2378818"/>
                  <a:pt x="732151" y="2354474"/>
                  <a:pt x="711757" y="2312709"/>
                </a:cubicBezTo>
                <a:close/>
                <a:moveTo>
                  <a:pt x="1080284" y="2193131"/>
                </a:moveTo>
                <a:cubicBezTo>
                  <a:pt x="1083168" y="2183963"/>
                  <a:pt x="1089950" y="2153037"/>
                  <a:pt x="1095356" y="2124407"/>
                </a:cubicBezTo>
                <a:cubicBezTo>
                  <a:pt x="1113264" y="2029550"/>
                  <a:pt x="1160340" y="1957134"/>
                  <a:pt x="1181664" y="1991639"/>
                </a:cubicBezTo>
                <a:cubicBezTo>
                  <a:pt x="1192296" y="2008841"/>
                  <a:pt x="1184532" y="2039573"/>
                  <a:pt x="1151813" y="2109787"/>
                </a:cubicBezTo>
                <a:cubicBezTo>
                  <a:pt x="1117703" y="2182985"/>
                  <a:pt x="1063671" y="2245942"/>
                  <a:pt x="1080284" y="2193131"/>
                </a:cubicBezTo>
                <a:close/>
                <a:moveTo>
                  <a:pt x="891576" y="1726406"/>
                </a:moveTo>
                <a:cubicBezTo>
                  <a:pt x="888354" y="1706760"/>
                  <a:pt x="878241" y="1627814"/>
                  <a:pt x="869103" y="1550969"/>
                </a:cubicBezTo>
                <a:cubicBezTo>
                  <a:pt x="859964" y="1474123"/>
                  <a:pt x="849272" y="1408044"/>
                  <a:pt x="845343" y="1404125"/>
                </a:cubicBezTo>
                <a:cubicBezTo>
                  <a:pt x="841414" y="1400206"/>
                  <a:pt x="837898" y="1383784"/>
                  <a:pt x="837530" y="1367631"/>
                </a:cubicBezTo>
                <a:cubicBezTo>
                  <a:pt x="835922" y="1297070"/>
                  <a:pt x="823935" y="1304779"/>
                  <a:pt x="786701" y="1400320"/>
                </a:cubicBezTo>
                <a:cubicBezTo>
                  <a:pt x="766316" y="1452627"/>
                  <a:pt x="746287" y="1495425"/>
                  <a:pt x="742193" y="1495425"/>
                </a:cubicBezTo>
                <a:cubicBezTo>
                  <a:pt x="738099" y="1495425"/>
                  <a:pt x="733380" y="1504733"/>
                  <a:pt x="731706" y="1516110"/>
                </a:cubicBezTo>
                <a:cubicBezTo>
                  <a:pt x="730032" y="1527487"/>
                  <a:pt x="723749" y="1538411"/>
                  <a:pt x="717745" y="1540386"/>
                </a:cubicBezTo>
                <a:cubicBezTo>
                  <a:pt x="703681" y="1545013"/>
                  <a:pt x="695665" y="1470582"/>
                  <a:pt x="692784" y="1308598"/>
                </a:cubicBezTo>
                <a:lnTo>
                  <a:pt x="690562" y="1183685"/>
                </a:lnTo>
                <a:lnTo>
                  <a:pt x="647700" y="1203823"/>
                </a:lnTo>
                <a:cubicBezTo>
                  <a:pt x="624125" y="1214900"/>
                  <a:pt x="579311" y="1240175"/>
                  <a:pt x="548113" y="1259990"/>
                </a:cubicBezTo>
                <a:cubicBezTo>
                  <a:pt x="516915" y="1279805"/>
                  <a:pt x="480482" y="1298744"/>
                  <a:pt x="467151" y="1302075"/>
                </a:cubicBezTo>
                <a:cubicBezTo>
                  <a:pt x="453819" y="1305406"/>
                  <a:pt x="410765" y="1327250"/>
                  <a:pt x="371475" y="1350616"/>
                </a:cubicBezTo>
                <a:cubicBezTo>
                  <a:pt x="254225" y="1420344"/>
                  <a:pt x="238225" y="1428750"/>
                  <a:pt x="222754" y="1428750"/>
                </a:cubicBezTo>
                <a:cubicBezTo>
                  <a:pt x="214618" y="1428750"/>
                  <a:pt x="209391" y="1424866"/>
                  <a:pt x="211137" y="1420121"/>
                </a:cubicBezTo>
                <a:cubicBezTo>
                  <a:pt x="216502" y="1405541"/>
                  <a:pt x="396554" y="1197491"/>
                  <a:pt x="435142" y="1161284"/>
                </a:cubicBezTo>
                <a:cubicBezTo>
                  <a:pt x="455132" y="1142528"/>
                  <a:pt x="493756" y="1101332"/>
                  <a:pt x="520974" y="1069738"/>
                </a:cubicBezTo>
                <a:lnTo>
                  <a:pt x="570461" y="1012294"/>
                </a:lnTo>
                <a:lnTo>
                  <a:pt x="473349" y="987599"/>
                </a:lnTo>
                <a:cubicBezTo>
                  <a:pt x="419937" y="974017"/>
                  <a:pt x="355713" y="960276"/>
                  <a:pt x="330629" y="957064"/>
                </a:cubicBezTo>
                <a:cubicBezTo>
                  <a:pt x="305544" y="953851"/>
                  <a:pt x="271254" y="945646"/>
                  <a:pt x="254429" y="938830"/>
                </a:cubicBezTo>
                <a:cubicBezTo>
                  <a:pt x="237603" y="932013"/>
                  <a:pt x="198523" y="923612"/>
                  <a:pt x="167583" y="920160"/>
                </a:cubicBezTo>
                <a:cubicBezTo>
                  <a:pt x="136644" y="916708"/>
                  <a:pt x="98068" y="907973"/>
                  <a:pt x="81858" y="900748"/>
                </a:cubicBezTo>
                <a:cubicBezTo>
                  <a:pt x="65649" y="893523"/>
                  <a:pt x="40600" y="884985"/>
                  <a:pt x="26193" y="881774"/>
                </a:cubicBezTo>
                <a:cubicBezTo>
                  <a:pt x="-50324" y="864721"/>
                  <a:pt x="55580" y="844855"/>
                  <a:pt x="549540" y="783603"/>
                </a:cubicBezTo>
                <a:lnTo>
                  <a:pt x="608543" y="776287"/>
                </a:lnTo>
                <a:lnTo>
                  <a:pt x="565057" y="704850"/>
                </a:lnTo>
                <a:cubicBezTo>
                  <a:pt x="541140" y="665559"/>
                  <a:pt x="515585" y="629942"/>
                  <a:pt x="508268" y="625701"/>
                </a:cubicBezTo>
                <a:cubicBezTo>
                  <a:pt x="495061" y="618047"/>
                  <a:pt x="361950" y="425220"/>
                  <a:pt x="361950" y="413744"/>
                </a:cubicBezTo>
                <a:cubicBezTo>
                  <a:pt x="361950" y="410449"/>
                  <a:pt x="353041" y="395241"/>
                  <a:pt x="342152" y="379950"/>
                </a:cubicBezTo>
                <a:cubicBezTo>
                  <a:pt x="331263" y="364658"/>
                  <a:pt x="323762" y="348229"/>
                  <a:pt x="325483" y="343440"/>
                </a:cubicBezTo>
                <a:cubicBezTo>
                  <a:pt x="328693" y="334508"/>
                  <a:pt x="343037" y="344135"/>
                  <a:pt x="473988" y="443110"/>
                </a:cubicBezTo>
                <a:cubicBezTo>
                  <a:pt x="515719" y="474652"/>
                  <a:pt x="593308" y="528195"/>
                  <a:pt x="646406" y="562095"/>
                </a:cubicBezTo>
                <a:cubicBezTo>
                  <a:pt x="699505" y="595995"/>
                  <a:pt x="742977" y="628052"/>
                  <a:pt x="743010" y="633334"/>
                </a:cubicBezTo>
                <a:cubicBezTo>
                  <a:pt x="743043" y="638616"/>
                  <a:pt x="755687" y="650116"/>
                  <a:pt x="771109" y="658889"/>
                </a:cubicBezTo>
                <a:lnTo>
                  <a:pt x="799147" y="674842"/>
                </a:lnTo>
                <a:lnTo>
                  <a:pt x="804198" y="635077"/>
                </a:lnTo>
                <a:cubicBezTo>
                  <a:pt x="823708" y="481498"/>
                  <a:pt x="840192" y="372090"/>
                  <a:pt x="847501" y="347662"/>
                </a:cubicBezTo>
                <a:cubicBezTo>
                  <a:pt x="852204" y="331946"/>
                  <a:pt x="861054" y="263366"/>
                  <a:pt x="867168" y="195262"/>
                </a:cubicBezTo>
                <a:cubicBezTo>
                  <a:pt x="873281" y="127158"/>
                  <a:pt x="881365" y="67151"/>
                  <a:pt x="885131" y="61912"/>
                </a:cubicBezTo>
                <a:cubicBezTo>
                  <a:pt x="888898" y="56673"/>
                  <a:pt x="892508" y="42258"/>
                  <a:pt x="893153" y="29879"/>
                </a:cubicBezTo>
                <a:cubicBezTo>
                  <a:pt x="893799" y="17500"/>
                  <a:pt x="896701" y="4998"/>
                  <a:pt x="899601" y="2098"/>
                </a:cubicBezTo>
                <a:cubicBezTo>
                  <a:pt x="914728" y="-13028"/>
                  <a:pt x="922651" y="19679"/>
                  <a:pt x="956777" y="238125"/>
                </a:cubicBezTo>
                <a:cubicBezTo>
                  <a:pt x="969463" y="319325"/>
                  <a:pt x="984324" y="402907"/>
                  <a:pt x="989803" y="423862"/>
                </a:cubicBezTo>
                <a:cubicBezTo>
                  <a:pt x="995282" y="444817"/>
                  <a:pt x="1002362" y="504388"/>
                  <a:pt x="1005536" y="556242"/>
                </a:cubicBezTo>
                <a:cubicBezTo>
                  <a:pt x="1014159" y="697112"/>
                  <a:pt x="1012505" y="696292"/>
                  <a:pt x="1096227" y="601210"/>
                </a:cubicBezTo>
                <a:cubicBezTo>
                  <a:pt x="1186490" y="498699"/>
                  <a:pt x="1462976" y="235196"/>
                  <a:pt x="1475641" y="239612"/>
                </a:cubicBezTo>
                <a:cubicBezTo>
                  <a:pt x="1480807" y="241413"/>
                  <a:pt x="1458962" y="287893"/>
                  <a:pt x="1427096" y="342900"/>
                </a:cubicBezTo>
                <a:cubicBezTo>
                  <a:pt x="1395229" y="397906"/>
                  <a:pt x="1342332" y="496490"/>
                  <a:pt x="1309547" y="561975"/>
                </a:cubicBezTo>
                <a:cubicBezTo>
                  <a:pt x="1276761" y="627459"/>
                  <a:pt x="1238734" y="693045"/>
                  <a:pt x="1225043" y="707721"/>
                </a:cubicBezTo>
                <a:cubicBezTo>
                  <a:pt x="1188352" y="747053"/>
                  <a:pt x="1191958" y="763441"/>
                  <a:pt x="1235868" y="756922"/>
                </a:cubicBezTo>
                <a:cubicBezTo>
                  <a:pt x="1292359" y="748536"/>
                  <a:pt x="1775894" y="767623"/>
                  <a:pt x="1796304" y="779045"/>
                </a:cubicBezTo>
                <a:cubicBezTo>
                  <a:pt x="1812566" y="788146"/>
                  <a:pt x="1809960" y="791152"/>
                  <a:pt x="1771637" y="807503"/>
                </a:cubicBezTo>
                <a:cubicBezTo>
                  <a:pt x="1748070" y="817558"/>
                  <a:pt x="1705213" y="831332"/>
                  <a:pt x="1676400" y="838112"/>
                </a:cubicBezTo>
                <a:cubicBezTo>
                  <a:pt x="1647586" y="844892"/>
                  <a:pt x="1556857" y="875546"/>
                  <a:pt x="1474779" y="906232"/>
                </a:cubicBezTo>
                <a:cubicBezTo>
                  <a:pt x="1392701" y="936918"/>
                  <a:pt x="1316620" y="962025"/>
                  <a:pt x="1305710" y="962025"/>
                </a:cubicBezTo>
                <a:cubicBezTo>
                  <a:pt x="1294801" y="962025"/>
                  <a:pt x="1285875" y="963817"/>
                  <a:pt x="1285875" y="966008"/>
                </a:cubicBezTo>
                <a:cubicBezTo>
                  <a:pt x="1285875" y="968198"/>
                  <a:pt x="1363027" y="1047727"/>
                  <a:pt x="1457325" y="1142738"/>
                </a:cubicBezTo>
                <a:cubicBezTo>
                  <a:pt x="1551622" y="1237748"/>
                  <a:pt x="1628775" y="1317395"/>
                  <a:pt x="1628775" y="1319730"/>
                </a:cubicBezTo>
                <a:cubicBezTo>
                  <a:pt x="1628775" y="1330229"/>
                  <a:pt x="1601737" y="1321462"/>
                  <a:pt x="1534736" y="1289236"/>
                </a:cubicBezTo>
                <a:cubicBezTo>
                  <a:pt x="1495013" y="1270130"/>
                  <a:pt x="1398233" y="1229138"/>
                  <a:pt x="1319670" y="1198142"/>
                </a:cubicBezTo>
                <a:cubicBezTo>
                  <a:pt x="1241107" y="1167147"/>
                  <a:pt x="1171257" y="1137163"/>
                  <a:pt x="1164446" y="1131511"/>
                </a:cubicBezTo>
                <a:cubicBezTo>
                  <a:pt x="1157636" y="1125859"/>
                  <a:pt x="1150092" y="1123207"/>
                  <a:pt x="1147681" y="1125618"/>
                </a:cubicBezTo>
                <a:cubicBezTo>
                  <a:pt x="1142215" y="1131084"/>
                  <a:pt x="1193201" y="1252589"/>
                  <a:pt x="1257169" y="1386535"/>
                </a:cubicBezTo>
                <a:cubicBezTo>
                  <a:pt x="1283886" y="1442480"/>
                  <a:pt x="1303922" y="1490077"/>
                  <a:pt x="1301692" y="1492307"/>
                </a:cubicBezTo>
                <a:cubicBezTo>
                  <a:pt x="1299462" y="1494537"/>
                  <a:pt x="1233912" y="1434101"/>
                  <a:pt x="1156025" y="1358007"/>
                </a:cubicBezTo>
                <a:lnTo>
                  <a:pt x="1014412" y="1219653"/>
                </a:lnTo>
                <a:lnTo>
                  <a:pt x="1002934" y="1269432"/>
                </a:lnTo>
                <a:cubicBezTo>
                  <a:pt x="996621" y="1296811"/>
                  <a:pt x="989476" y="1336357"/>
                  <a:pt x="987056" y="1357312"/>
                </a:cubicBezTo>
                <a:cubicBezTo>
                  <a:pt x="975255" y="1459496"/>
                  <a:pt x="968407" y="1501002"/>
                  <a:pt x="961914" y="1509712"/>
                </a:cubicBezTo>
                <a:cubicBezTo>
                  <a:pt x="958009" y="1514951"/>
                  <a:pt x="951901" y="1549241"/>
                  <a:pt x="948342" y="1585912"/>
                </a:cubicBezTo>
                <a:cubicBezTo>
                  <a:pt x="944782" y="1622583"/>
                  <a:pt x="938217" y="1665446"/>
                  <a:pt x="933753" y="1681162"/>
                </a:cubicBezTo>
                <a:cubicBezTo>
                  <a:pt x="929288" y="1696878"/>
                  <a:pt x="923026" y="1721524"/>
                  <a:pt x="919836" y="1735931"/>
                </a:cubicBezTo>
                <a:cubicBezTo>
                  <a:pt x="911654" y="1772885"/>
                  <a:pt x="898470" y="1768442"/>
                  <a:pt x="891576" y="1726406"/>
                </a:cubicBezTo>
                <a:close/>
                <a:moveTo>
                  <a:pt x="933167" y="1347787"/>
                </a:moveTo>
                <a:cubicBezTo>
                  <a:pt x="948367" y="1266394"/>
                  <a:pt x="966835" y="1188579"/>
                  <a:pt x="975498" y="1169429"/>
                </a:cubicBezTo>
                <a:cubicBezTo>
                  <a:pt x="986272" y="1145613"/>
                  <a:pt x="1028113" y="1168593"/>
                  <a:pt x="1097756" y="1236577"/>
                </a:cubicBezTo>
                <a:cubicBezTo>
                  <a:pt x="1159096" y="1296456"/>
                  <a:pt x="1162280" y="1296505"/>
                  <a:pt x="1129625" y="1237068"/>
                </a:cubicBezTo>
                <a:cubicBezTo>
                  <a:pt x="1094323" y="1172813"/>
                  <a:pt x="1044813" y="1047511"/>
                  <a:pt x="1051919" y="1040405"/>
                </a:cubicBezTo>
                <a:cubicBezTo>
                  <a:pt x="1059841" y="1032483"/>
                  <a:pt x="1226841" y="1091147"/>
                  <a:pt x="1328737" y="1137645"/>
                </a:cubicBezTo>
                <a:lnTo>
                  <a:pt x="1404937" y="1172417"/>
                </a:lnTo>
                <a:lnTo>
                  <a:pt x="1291055" y="1062516"/>
                </a:lnTo>
                <a:cubicBezTo>
                  <a:pt x="1224343" y="998136"/>
                  <a:pt x="1180946" y="949382"/>
                  <a:pt x="1186280" y="944808"/>
                </a:cubicBezTo>
                <a:cubicBezTo>
                  <a:pt x="1191289" y="940514"/>
                  <a:pt x="1221105" y="929334"/>
                  <a:pt x="1252537" y="919963"/>
                </a:cubicBezTo>
                <a:cubicBezTo>
                  <a:pt x="1283970" y="910591"/>
                  <a:pt x="1323790" y="896363"/>
                  <a:pt x="1341027" y="888344"/>
                </a:cubicBezTo>
                <a:cubicBezTo>
                  <a:pt x="1358265" y="880325"/>
                  <a:pt x="1409519" y="862183"/>
                  <a:pt x="1454927" y="848029"/>
                </a:cubicBezTo>
                <a:lnTo>
                  <a:pt x="1537485" y="822293"/>
                </a:lnTo>
                <a:lnTo>
                  <a:pt x="1405411" y="815959"/>
                </a:lnTo>
                <a:cubicBezTo>
                  <a:pt x="1332771" y="812475"/>
                  <a:pt x="1237582" y="809625"/>
                  <a:pt x="1193881" y="809625"/>
                </a:cubicBezTo>
                <a:cubicBezTo>
                  <a:pt x="1150180" y="809625"/>
                  <a:pt x="1114425" y="806346"/>
                  <a:pt x="1114425" y="802340"/>
                </a:cubicBezTo>
                <a:cubicBezTo>
                  <a:pt x="1114425" y="794230"/>
                  <a:pt x="1137154" y="749934"/>
                  <a:pt x="1188886" y="657225"/>
                </a:cubicBezTo>
                <a:cubicBezTo>
                  <a:pt x="1278878" y="495950"/>
                  <a:pt x="1277240" y="493144"/>
                  <a:pt x="1160805" y="609149"/>
                </a:cubicBezTo>
                <a:cubicBezTo>
                  <a:pt x="1102772" y="666967"/>
                  <a:pt x="1052024" y="712254"/>
                  <a:pt x="1048031" y="709786"/>
                </a:cubicBezTo>
                <a:cubicBezTo>
                  <a:pt x="1044038" y="707318"/>
                  <a:pt x="1033104" y="713770"/>
                  <a:pt x="1023734" y="724124"/>
                </a:cubicBezTo>
                <a:cubicBezTo>
                  <a:pt x="1002538" y="747545"/>
                  <a:pt x="990600" y="748151"/>
                  <a:pt x="990600" y="725805"/>
                </a:cubicBezTo>
                <a:cubicBezTo>
                  <a:pt x="990600" y="716375"/>
                  <a:pt x="986209" y="704269"/>
                  <a:pt x="980842" y="698902"/>
                </a:cubicBezTo>
                <a:cubicBezTo>
                  <a:pt x="975475" y="693535"/>
                  <a:pt x="962696" y="627313"/>
                  <a:pt x="952442" y="551741"/>
                </a:cubicBezTo>
                <a:cubicBezTo>
                  <a:pt x="942189" y="476169"/>
                  <a:pt x="928070" y="386881"/>
                  <a:pt x="921067" y="353323"/>
                </a:cubicBezTo>
                <a:lnTo>
                  <a:pt x="908333" y="292309"/>
                </a:lnTo>
                <a:lnTo>
                  <a:pt x="896200" y="391423"/>
                </a:lnTo>
                <a:cubicBezTo>
                  <a:pt x="889526" y="445936"/>
                  <a:pt x="878358" y="514111"/>
                  <a:pt x="871381" y="542925"/>
                </a:cubicBezTo>
                <a:cubicBezTo>
                  <a:pt x="864405" y="571738"/>
                  <a:pt x="853496" y="628530"/>
                  <a:pt x="847141" y="669131"/>
                </a:cubicBezTo>
                <a:cubicBezTo>
                  <a:pt x="834299" y="751167"/>
                  <a:pt x="831544" y="753373"/>
                  <a:pt x="785644" y="718363"/>
                </a:cubicBezTo>
                <a:cubicBezTo>
                  <a:pt x="767914" y="704840"/>
                  <a:pt x="746709" y="692793"/>
                  <a:pt x="738521" y="691591"/>
                </a:cubicBezTo>
                <a:cubicBezTo>
                  <a:pt x="730333" y="690389"/>
                  <a:pt x="705919" y="672521"/>
                  <a:pt x="684267" y="651884"/>
                </a:cubicBezTo>
                <a:cubicBezTo>
                  <a:pt x="662616" y="631247"/>
                  <a:pt x="647926" y="619720"/>
                  <a:pt x="651625" y="626268"/>
                </a:cubicBezTo>
                <a:cubicBezTo>
                  <a:pt x="663399" y="647116"/>
                  <a:pt x="646975" y="639330"/>
                  <a:pt x="583228" y="593841"/>
                </a:cubicBezTo>
                <a:lnTo>
                  <a:pt x="521100" y="549507"/>
                </a:lnTo>
                <a:lnTo>
                  <a:pt x="560386" y="602687"/>
                </a:lnTo>
                <a:cubicBezTo>
                  <a:pt x="581994" y="631936"/>
                  <a:pt x="609114" y="674389"/>
                  <a:pt x="620653" y="697027"/>
                </a:cubicBezTo>
                <a:cubicBezTo>
                  <a:pt x="632192" y="719665"/>
                  <a:pt x="654127" y="756705"/>
                  <a:pt x="669397" y="779338"/>
                </a:cubicBezTo>
                <a:cubicBezTo>
                  <a:pt x="684667" y="801970"/>
                  <a:pt x="694680" y="822969"/>
                  <a:pt x="691649" y="826000"/>
                </a:cubicBezTo>
                <a:cubicBezTo>
                  <a:pt x="688617" y="829032"/>
                  <a:pt x="633554" y="836988"/>
                  <a:pt x="569287" y="843680"/>
                </a:cubicBezTo>
                <a:cubicBezTo>
                  <a:pt x="505019" y="850372"/>
                  <a:pt x="446008" y="858061"/>
                  <a:pt x="438150" y="860767"/>
                </a:cubicBezTo>
                <a:cubicBezTo>
                  <a:pt x="430291" y="863472"/>
                  <a:pt x="389944" y="868059"/>
                  <a:pt x="348488" y="870960"/>
                </a:cubicBezTo>
                <a:cubicBezTo>
                  <a:pt x="307032" y="873862"/>
                  <a:pt x="271807" y="877542"/>
                  <a:pt x="270211" y="879138"/>
                </a:cubicBezTo>
                <a:cubicBezTo>
                  <a:pt x="268614" y="880735"/>
                  <a:pt x="304676" y="889762"/>
                  <a:pt x="350347" y="899197"/>
                </a:cubicBezTo>
                <a:cubicBezTo>
                  <a:pt x="396019" y="908633"/>
                  <a:pt x="437673" y="919824"/>
                  <a:pt x="442912" y="924066"/>
                </a:cubicBezTo>
                <a:cubicBezTo>
                  <a:pt x="448151" y="928308"/>
                  <a:pt x="479930" y="936757"/>
                  <a:pt x="513531" y="942842"/>
                </a:cubicBezTo>
                <a:cubicBezTo>
                  <a:pt x="609253" y="960175"/>
                  <a:pt x="651697" y="979761"/>
                  <a:pt x="635088" y="998936"/>
                </a:cubicBezTo>
                <a:cubicBezTo>
                  <a:pt x="627715" y="1007448"/>
                  <a:pt x="619118" y="1025261"/>
                  <a:pt x="615983" y="1038521"/>
                </a:cubicBezTo>
                <a:cubicBezTo>
                  <a:pt x="612848" y="1051782"/>
                  <a:pt x="570746" y="1104757"/>
                  <a:pt x="522423" y="1156245"/>
                </a:cubicBezTo>
                <a:lnTo>
                  <a:pt x="434563" y="1249859"/>
                </a:lnTo>
                <a:lnTo>
                  <a:pt x="493235" y="1220242"/>
                </a:lnTo>
                <a:cubicBezTo>
                  <a:pt x="525504" y="1203952"/>
                  <a:pt x="556638" y="1190625"/>
                  <a:pt x="562422" y="1190625"/>
                </a:cubicBezTo>
                <a:cubicBezTo>
                  <a:pt x="568206" y="1190625"/>
                  <a:pt x="601555" y="1173912"/>
                  <a:pt x="636530" y="1153485"/>
                </a:cubicBezTo>
                <a:cubicBezTo>
                  <a:pt x="744389" y="1090492"/>
                  <a:pt x="740405" y="1087102"/>
                  <a:pt x="744030" y="1244960"/>
                </a:cubicBezTo>
                <a:cubicBezTo>
                  <a:pt x="746447" y="1350209"/>
                  <a:pt x="749548" y="1354020"/>
                  <a:pt x="775463" y="1283592"/>
                </a:cubicBezTo>
                <a:cubicBezTo>
                  <a:pt x="784599" y="1258762"/>
                  <a:pt x="795901" y="1236082"/>
                  <a:pt x="800578" y="1233191"/>
                </a:cubicBezTo>
                <a:cubicBezTo>
                  <a:pt x="805255" y="1230300"/>
                  <a:pt x="818259" y="1207753"/>
                  <a:pt x="829476" y="1183086"/>
                </a:cubicBezTo>
                <a:cubicBezTo>
                  <a:pt x="841984" y="1155577"/>
                  <a:pt x="851565" y="1143761"/>
                  <a:pt x="854256" y="1152525"/>
                </a:cubicBezTo>
                <a:cubicBezTo>
                  <a:pt x="856668" y="1160383"/>
                  <a:pt x="862345" y="1175385"/>
                  <a:pt x="866870" y="1185862"/>
                </a:cubicBezTo>
                <a:cubicBezTo>
                  <a:pt x="871396" y="1196340"/>
                  <a:pt x="880105" y="1247775"/>
                  <a:pt x="886224" y="1300162"/>
                </a:cubicBezTo>
                <a:cubicBezTo>
                  <a:pt x="892343" y="1352550"/>
                  <a:pt x="899880" y="1416843"/>
                  <a:pt x="902972" y="1443037"/>
                </a:cubicBezTo>
                <a:lnTo>
                  <a:pt x="908595" y="1490662"/>
                </a:lnTo>
                <a:lnTo>
                  <a:pt x="915545" y="1447800"/>
                </a:lnTo>
                <a:cubicBezTo>
                  <a:pt x="919367" y="1424225"/>
                  <a:pt x="927297" y="1379220"/>
                  <a:pt x="933167" y="1347787"/>
                </a:cubicBezTo>
                <a:close/>
              </a:path>
            </a:pathLst>
          </a:custGeom>
          <a:solidFill>
            <a:srgbClr val="F6EEDE"/>
          </a:solidFill>
          <a:ln>
            <a:noFill/>
          </a:ln>
        </p:spPr>
      </p:sp>
      <p:sp>
        <p:nvSpPr>
          <p:cNvPr id="8" name="LETTERING: gone"/>
          <p:cNvSpPr txBox="1"/>
          <p:nvPr/>
        </p:nvSpPr>
        <p:spPr>
          <a:xfrm>
            <a:off x="1319212" y="666750"/>
            <a:ext cx="7648575" cy="3429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500" i="0">
                <a:solidFill>
                  <a:srgbClr val="EC7824"/>
                </a:solidFill>
                <a:latin typeface="Bodoni FLF"/>
              </a:rPr>
              <a:t>gone</a:t>
            </a:r>
          </a:p>
        </p:txBody>
      </p:sp>
      <p:sp>
        <p:nvSpPr>
          <p:cNvPr id="9" name="TEXT: [at midnight Oct 31]"/>
          <p:cNvSpPr/>
          <p:nvPr/>
        </p:nvSpPr>
        <p:spPr>
          <a:xfrm>
            <a:off x="1438275" y="3990975"/>
            <a:ext cx="7410450" cy="971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6690" rIns="186690" tIns="80010" bIns="80010"/>
          <a:lstStyle/>
          <a:p>
            <a:pPr algn="ctr">
              <a:lnSpc>
                <a:spcPts val="6405"/>
              </a:lnSpc>
            </a:pPr>
            <a:r>
              <a:rPr b="1" sz="5250">
                <a:solidFill>
                  <a:srgbClr val="18120E"/>
                </a:solidFill>
                <a:latin typeface="Montserrat"/>
              </a:rPr>
              <a:t>[at midnight Oct 31]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Your product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4" name="TEXT: only"/>
          <p:cNvSpPr/>
          <p:nvPr/>
        </p:nvSpPr>
        <p:spPr>
          <a:xfrm>
            <a:off x="3686175" y="1428750"/>
            <a:ext cx="2533650" cy="133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rIns="256032" tIns="109728" bIns="109728"/>
          <a:lstStyle/>
          <a:p>
            <a:pPr algn="ctr">
              <a:lnSpc>
                <a:spcPts val="8784"/>
              </a:lnSpc>
            </a:pPr>
            <a:r>
              <a:rPr b="1" sz="7200">
                <a:solidFill>
                  <a:srgbClr val="FFFFFF"/>
                </a:solidFill>
                <a:latin typeface="Montserrat"/>
              </a:rPr>
              <a:t>only</a:t>
            </a:r>
          </a:p>
        </p:txBody>
      </p:sp>
      <p:sp>
        <p:nvSpPr>
          <p:cNvPr id="5" name="TEXT: [20 left]"/>
          <p:cNvSpPr/>
          <p:nvPr/>
        </p:nvSpPr>
        <p:spPr>
          <a:xfrm rot="120000">
            <a:off x="2524125" y="3714750"/>
            <a:ext cx="4857750" cy="1524000"/>
          </a:xfrm>
          <a:prstGeom prst="rect">
            <a:avLst/>
          </a:prstGeom>
          <a:solidFill>
            <a:srgbClr val="EC7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93370" rIns="293370" tIns="125730" bIns="125730"/>
          <a:lstStyle/>
          <a:p>
            <a:pPr algn="ctr">
              <a:lnSpc>
                <a:spcPts val="10065"/>
              </a:lnSpc>
            </a:pPr>
            <a:r>
              <a:rPr b="1" sz="8250">
                <a:solidFill>
                  <a:srgbClr val="FFFFFF"/>
                </a:solidFill>
                <a:latin typeface="Montserrat"/>
              </a:rPr>
              <a:t>[20 left]</a:t>
            </a:r>
          </a:p>
        </p:txBody>
      </p:sp>
      <p:sp>
        <p:nvSpPr>
          <p:cNvPr id="6" name="circle"/>
          <p:cNvSpPr/>
          <p:nvPr/>
        </p:nvSpPr>
        <p:spPr>
          <a:xfrm rot="240000">
            <a:off x="1047750" y="2976562"/>
            <a:ext cx="7810500" cy="3000375"/>
          </a:xfrm>
          <a:custGeom>
            <a:avLst/>
            <a:gdLst/>
            <a:ahLst/>
            <a:cxnLst/>
            <a:rect l="0" t="0" r="r" b="b"/>
            <a:pathLst>
              <a:path w="7810500" h="3000375">
                <a:moveTo>
                  <a:pt x="3255648" y="2995298"/>
                </a:moveTo>
                <a:cubicBezTo>
                  <a:pt x="3252855" y="2992505"/>
                  <a:pt x="3169631" y="2986176"/>
                  <a:pt x="3070704" y="2981232"/>
                </a:cubicBezTo>
                <a:cubicBezTo>
                  <a:pt x="2971777" y="2976288"/>
                  <a:pt x="2837259" y="2965845"/>
                  <a:pt x="2771775" y="2958025"/>
                </a:cubicBezTo>
                <a:cubicBezTo>
                  <a:pt x="2540968" y="2930463"/>
                  <a:pt x="2490371" y="2923743"/>
                  <a:pt x="2447925" y="2915013"/>
                </a:cubicBezTo>
                <a:cubicBezTo>
                  <a:pt x="2424350" y="2910164"/>
                  <a:pt x="2375058" y="2901451"/>
                  <a:pt x="2338387" y="2895651"/>
                </a:cubicBezTo>
                <a:cubicBezTo>
                  <a:pt x="2132244" y="2863043"/>
                  <a:pt x="1867647" y="2800398"/>
                  <a:pt x="1633537" y="2728772"/>
                </a:cubicBezTo>
                <a:cubicBezTo>
                  <a:pt x="1473546" y="2679823"/>
                  <a:pt x="1478897" y="2681064"/>
                  <a:pt x="1493043" y="2696184"/>
                </a:cubicBezTo>
                <a:cubicBezTo>
                  <a:pt x="1579502" y="2788594"/>
                  <a:pt x="1208893" y="2674372"/>
                  <a:pt x="895350" y="2511975"/>
                </a:cubicBezTo>
                <a:cubicBezTo>
                  <a:pt x="543758" y="2329871"/>
                  <a:pt x="284817" y="2070225"/>
                  <a:pt x="209278" y="1824037"/>
                </a:cubicBezTo>
                <a:cubicBezTo>
                  <a:pt x="202849" y="1803082"/>
                  <a:pt x="193850" y="1776091"/>
                  <a:pt x="189281" y="1764058"/>
                </a:cubicBezTo>
                <a:cubicBezTo>
                  <a:pt x="184713" y="1752024"/>
                  <a:pt x="180975" y="1727378"/>
                  <a:pt x="180975" y="1709289"/>
                </a:cubicBezTo>
                <a:cubicBezTo>
                  <a:pt x="180975" y="1691200"/>
                  <a:pt x="177541" y="1676400"/>
                  <a:pt x="173343" y="1676400"/>
                </a:cubicBezTo>
                <a:cubicBezTo>
                  <a:pt x="156019" y="1676400"/>
                  <a:pt x="188726" y="1869550"/>
                  <a:pt x="214765" y="1921016"/>
                </a:cubicBezTo>
                <a:cubicBezTo>
                  <a:pt x="244020" y="1978837"/>
                  <a:pt x="238255" y="2000181"/>
                  <a:pt x="204718" y="1958215"/>
                </a:cubicBezTo>
                <a:cubicBezTo>
                  <a:pt x="130557" y="1865414"/>
                  <a:pt x="92295" y="1737400"/>
                  <a:pt x="98382" y="1602444"/>
                </a:cubicBezTo>
                <a:lnTo>
                  <a:pt x="103221" y="1495151"/>
                </a:lnTo>
                <a:lnTo>
                  <a:pt x="77804" y="1544872"/>
                </a:lnTo>
                <a:cubicBezTo>
                  <a:pt x="46466" y="1606176"/>
                  <a:pt x="35963" y="1610049"/>
                  <a:pt x="20091" y="1566155"/>
                </a:cubicBezTo>
                <a:cubicBezTo>
                  <a:pt x="4750" y="1523731"/>
                  <a:pt x="28303" y="1441601"/>
                  <a:pt x="91107" y="1318518"/>
                </a:cubicBezTo>
                <a:cubicBezTo>
                  <a:pt x="236752" y="1033087"/>
                  <a:pt x="639544" y="713834"/>
                  <a:pt x="1109662" y="511211"/>
                </a:cubicBezTo>
                <a:cubicBezTo>
                  <a:pt x="1331230" y="415714"/>
                  <a:pt x="1644221" y="317006"/>
                  <a:pt x="1900237" y="261887"/>
                </a:cubicBezTo>
                <a:cubicBezTo>
                  <a:pt x="1931670" y="255120"/>
                  <a:pt x="1985248" y="242511"/>
                  <a:pt x="2019300" y="233867"/>
                </a:cubicBezTo>
                <a:cubicBezTo>
                  <a:pt x="2268979" y="170485"/>
                  <a:pt x="2456511" y="129559"/>
                  <a:pt x="2609850" y="104987"/>
                </a:cubicBezTo>
                <a:cubicBezTo>
                  <a:pt x="2649140" y="98691"/>
                  <a:pt x="2702718" y="89359"/>
                  <a:pt x="2728912" y="84248"/>
                </a:cubicBezTo>
                <a:cubicBezTo>
                  <a:pt x="2885111" y="53775"/>
                  <a:pt x="3571729" y="5990"/>
                  <a:pt x="3614971" y="22584"/>
                </a:cubicBezTo>
                <a:cubicBezTo>
                  <a:pt x="3653495" y="37367"/>
                  <a:pt x="3609005" y="51180"/>
                  <a:pt x="3517245" y="52926"/>
                </a:cubicBezTo>
                <a:cubicBezTo>
                  <a:pt x="3413308" y="54903"/>
                  <a:pt x="3293026" y="67717"/>
                  <a:pt x="3171825" y="89723"/>
                </a:cubicBezTo>
                <a:cubicBezTo>
                  <a:pt x="3127295" y="97808"/>
                  <a:pt x="3076932" y="104502"/>
                  <a:pt x="3059906" y="104599"/>
                </a:cubicBezTo>
                <a:cubicBezTo>
                  <a:pt x="3042880" y="104696"/>
                  <a:pt x="3028950" y="109086"/>
                  <a:pt x="3028950" y="114355"/>
                </a:cubicBezTo>
                <a:cubicBezTo>
                  <a:pt x="3028950" y="120517"/>
                  <a:pt x="3058689" y="121745"/>
                  <a:pt x="3112293" y="117795"/>
                </a:cubicBezTo>
                <a:cubicBezTo>
                  <a:pt x="3211806" y="110464"/>
                  <a:pt x="3212454" y="121725"/>
                  <a:pt x="3113196" y="133477"/>
                </a:cubicBezTo>
                <a:cubicBezTo>
                  <a:pt x="3074719" y="138033"/>
                  <a:pt x="3019663" y="146037"/>
                  <a:pt x="2990850" y="151263"/>
                </a:cubicBezTo>
                <a:cubicBezTo>
                  <a:pt x="2962036" y="156490"/>
                  <a:pt x="2917031" y="163172"/>
                  <a:pt x="2890837" y="166113"/>
                </a:cubicBezTo>
                <a:cubicBezTo>
                  <a:pt x="2864643" y="169054"/>
                  <a:pt x="2815351" y="175982"/>
                  <a:pt x="2781300" y="181509"/>
                </a:cubicBezTo>
                <a:cubicBezTo>
                  <a:pt x="2747248" y="187036"/>
                  <a:pt x="2701170" y="194020"/>
                  <a:pt x="2678906" y="197030"/>
                </a:cubicBezTo>
                <a:cubicBezTo>
                  <a:pt x="2656641" y="200040"/>
                  <a:pt x="2638425" y="206708"/>
                  <a:pt x="2638425" y="211848"/>
                </a:cubicBezTo>
                <a:cubicBezTo>
                  <a:pt x="2638425" y="217529"/>
                  <a:pt x="2652432" y="218479"/>
                  <a:pt x="2674143" y="214271"/>
                </a:cubicBezTo>
                <a:cubicBezTo>
                  <a:pt x="2730957" y="203259"/>
                  <a:pt x="2814785" y="191756"/>
                  <a:pt x="2947987" y="176696"/>
                </a:cubicBezTo>
                <a:cubicBezTo>
                  <a:pt x="3016091" y="168997"/>
                  <a:pt x="3084671" y="160263"/>
                  <a:pt x="3100387" y="157287"/>
                </a:cubicBezTo>
                <a:cubicBezTo>
                  <a:pt x="3182980" y="141652"/>
                  <a:pt x="3329847" y="140983"/>
                  <a:pt x="3342463" y="156184"/>
                </a:cubicBezTo>
                <a:cubicBezTo>
                  <a:pt x="3358010" y="174917"/>
                  <a:pt x="3380490" y="175846"/>
                  <a:pt x="3394612" y="158339"/>
                </a:cubicBezTo>
                <a:cubicBezTo>
                  <a:pt x="3410913" y="138130"/>
                  <a:pt x="3463298" y="131579"/>
                  <a:pt x="3476960" y="148041"/>
                </a:cubicBezTo>
                <a:cubicBezTo>
                  <a:pt x="3491595" y="165675"/>
                  <a:pt x="3514725" y="166052"/>
                  <a:pt x="3514725" y="148656"/>
                </a:cubicBezTo>
                <a:cubicBezTo>
                  <a:pt x="3514725" y="141358"/>
                  <a:pt x="3522225" y="132310"/>
                  <a:pt x="3531393" y="128548"/>
                </a:cubicBezTo>
                <a:cubicBezTo>
                  <a:pt x="3590079" y="104468"/>
                  <a:pt x="4667990" y="100320"/>
                  <a:pt x="4919662" y="123206"/>
                </a:cubicBezTo>
                <a:cubicBezTo>
                  <a:pt x="4977288" y="128446"/>
                  <a:pt x="5080158" y="137701"/>
                  <a:pt x="5148262" y="143774"/>
                </a:cubicBezTo>
                <a:cubicBezTo>
                  <a:pt x="5216366" y="149846"/>
                  <a:pt x="5284946" y="156411"/>
                  <a:pt x="5300662" y="158364"/>
                </a:cubicBezTo>
                <a:cubicBezTo>
                  <a:pt x="5316378" y="160316"/>
                  <a:pt x="5350668" y="164086"/>
                  <a:pt x="5376862" y="166740"/>
                </a:cubicBezTo>
                <a:cubicBezTo>
                  <a:pt x="5421441" y="171259"/>
                  <a:pt x="5580055" y="191609"/>
                  <a:pt x="5710237" y="209512"/>
                </a:cubicBezTo>
                <a:cubicBezTo>
                  <a:pt x="6006211" y="250217"/>
                  <a:pt x="6561062" y="393418"/>
                  <a:pt x="6805612" y="492218"/>
                </a:cubicBezTo>
                <a:cubicBezTo>
                  <a:pt x="6927925" y="541633"/>
                  <a:pt x="7179573" y="662797"/>
                  <a:pt x="7214323" y="689006"/>
                </a:cubicBezTo>
                <a:cubicBezTo>
                  <a:pt x="7230515" y="701217"/>
                  <a:pt x="7265193" y="723462"/>
                  <a:pt x="7291387" y="738439"/>
                </a:cubicBezTo>
                <a:cubicBezTo>
                  <a:pt x="7367959" y="782221"/>
                  <a:pt x="7505359" y="887419"/>
                  <a:pt x="7573913" y="954751"/>
                </a:cubicBezTo>
                <a:cubicBezTo>
                  <a:pt x="7625034" y="1004960"/>
                  <a:pt x="7734299" y="1149938"/>
                  <a:pt x="7734300" y="1167558"/>
                </a:cubicBezTo>
                <a:cubicBezTo>
                  <a:pt x="7734300" y="1169818"/>
                  <a:pt x="7745131" y="1194121"/>
                  <a:pt x="7758370" y="1221564"/>
                </a:cubicBezTo>
                <a:cubicBezTo>
                  <a:pt x="7771609" y="1249006"/>
                  <a:pt x="7785053" y="1288633"/>
                  <a:pt x="7788245" y="1309623"/>
                </a:cubicBezTo>
                <a:cubicBezTo>
                  <a:pt x="7791438" y="1330613"/>
                  <a:pt x="7797865" y="1352649"/>
                  <a:pt x="7802527" y="1358592"/>
                </a:cubicBezTo>
                <a:cubicBezTo>
                  <a:pt x="7813343" y="1372378"/>
                  <a:pt x="7810962" y="1522589"/>
                  <a:pt x="7799819" y="1529476"/>
                </a:cubicBezTo>
                <a:cubicBezTo>
                  <a:pt x="7795216" y="1532321"/>
                  <a:pt x="7791450" y="1542569"/>
                  <a:pt x="7791450" y="1552249"/>
                </a:cubicBezTo>
                <a:cubicBezTo>
                  <a:pt x="7791450" y="1561929"/>
                  <a:pt x="7778591" y="1598508"/>
                  <a:pt x="7762875" y="1633537"/>
                </a:cubicBezTo>
                <a:cubicBezTo>
                  <a:pt x="7747158" y="1668566"/>
                  <a:pt x="7734300" y="1701465"/>
                  <a:pt x="7734300" y="1706646"/>
                </a:cubicBezTo>
                <a:cubicBezTo>
                  <a:pt x="7734300" y="1739609"/>
                  <a:pt x="7486818" y="2019300"/>
                  <a:pt x="7457651" y="2019300"/>
                </a:cubicBezTo>
                <a:cubicBezTo>
                  <a:pt x="7437436" y="2019300"/>
                  <a:pt x="7451201" y="1997659"/>
                  <a:pt x="7501412" y="1950499"/>
                </a:cubicBezTo>
                <a:cubicBezTo>
                  <a:pt x="7530486" y="1923192"/>
                  <a:pt x="7559418" y="1891765"/>
                  <a:pt x="7565706" y="1880662"/>
                </a:cubicBezTo>
                <a:cubicBezTo>
                  <a:pt x="7571993" y="1869559"/>
                  <a:pt x="7592568" y="1837275"/>
                  <a:pt x="7611428" y="1808919"/>
                </a:cubicBezTo>
                <a:cubicBezTo>
                  <a:pt x="7690791" y="1689595"/>
                  <a:pt x="7734487" y="1586687"/>
                  <a:pt x="7734154" y="1519889"/>
                </a:cubicBezTo>
                <a:cubicBezTo>
                  <a:pt x="7733960" y="1481156"/>
                  <a:pt x="7718635" y="1504346"/>
                  <a:pt x="7709777" y="1556776"/>
                </a:cubicBezTo>
                <a:cubicBezTo>
                  <a:pt x="7706253" y="1577637"/>
                  <a:pt x="7700053" y="1601299"/>
                  <a:pt x="7696000" y="1609358"/>
                </a:cubicBezTo>
                <a:cubicBezTo>
                  <a:pt x="7691946" y="1617418"/>
                  <a:pt x="7680847" y="1643300"/>
                  <a:pt x="7671335" y="1666875"/>
                </a:cubicBezTo>
                <a:cubicBezTo>
                  <a:pt x="7631958" y="1764460"/>
                  <a:pt x="7510211" y="1911624"/>
                  <a:pt x="7397507" y="1997867"/>
                </a:cubicBezTo>
                <a:cubicBezTo>
                  <a:pt x="7365335" y="2022486"/>
                  <a:pt x="7330440" y="2050550"/>
                  <a:pt x="7319962" y="2060230"/>
                </a:cubicBezTo>
                <a:cubicBezTo>
                  <a:pt x="7309485" y="2069911"/>
                  <a:pt x="7269402" y="2102022"/>
                  <a:pt x="7230891" y="2131588"/>
                </a:cubicBezTo>
                <a:cubicBezTo>
                  <a:pt x="7192379" y="2161153"/>
                  <a:pt x="7165389" y="2186850"/>
                  <a:pt x="7170914" y="2188692"/>
                </a:cubicBezTo>
                <a:cubicBezTo>
                  <a:pt x="7176438" y="2190533"/>
                  <a:pt x="7203661" y="2175028"/>
                  <a:pt x="7231410" y="2154236"/>
                </a:cubicBezTo>
                <a:cubicBezTo>
                  <a:pt x="7259159" y="2133444"/>
                  <a:pt x="7308651" y="2102495"/>
                  <a:pt x="7341393" y="2085461"/>
                </a:cubicBezTo>
                <a:cubicBezTo>
                  <a:pt x="7374135" y="2068426"/>
                  <a:pt x="7400925" y="2050858"/>
                  <a:pt x="7400925" y="2046419"/>
                </a:cubicBezTo>
                <a:cubicBezTo>
                  <a:pt x="7400925" y="2041981"/>
                  <a:pt x="7407354" y="2038350"/>
                  <a:pt x="7415212" y="2038350"/>
                </a:cubicBezTo>
                <a:cubicBezTo>
                  <a:pt x="7492379" y="2038350"/>
                  <a:pt x="7182887" y="2262374"/>
                  <a:pt x="6942138" y="2380783"/>
                </a:cubicBezTo>
                <a:cubicBezTo>
                  <a:pt x="6785662" y="2457743"/>
                  <a:pt x="6718881" y="2476145"/>
                  <a:pt x="6695541" y="2448734"/>
                </a:cubicBezTo>
                <a:cubicBezTo>
                  <a:pt x="6681198" y="2431889"/>
                  <a:pt x="6679581" y="2431912"/>
                  <a:pt x="6645406" y="2449445"/>
                </a:cubicBezTo>
                <a:cubicBezTo>
                  <a:pt x="6625983" y="2459409"/>
                  <a:pt x="6557643" y="2486905"/>
                  <a:pt x="6493540" y="2510546"/>
                </a:cubicBezTo>
                <a:cubicBezTo>
                  <a:pt x="6429436" y="2534188"/>
                  <a:pt x="6352877" y="2564059"/>
                  <a:pt x="6323408" y="2576928"/>
                </a:cubicBezTo>
                <a:cubicBezTo>
                  <a:pt x="6293940" y="2589796"/>
                  <a:pt x="6264950" y="2600325"/>
                  <a:pt x="6258985" y="2600325"/>
                </a:cubicBezTo>
                <a:cubicBezTo>
                  <a:pt x="6253021" y="2600325"/>
                  <a:pt x="6240698" y="2604424"/>
                  <a:pt x="6231602" y="2609434"/>
                </a:cubicBezTo>
                <a:cubicBezTo>
                  <a:pt x="6185569" y="2634789"/>
                  <a:pt x="5939678" y="2705308"/>
                  <a:pt x="5810250" y="2730274"/>
                </a:cubicBezTo>
                <a:cubicBezTo>
                  <a:pt x="5690094" y="2753452"/>
                  <a:pt x="5670165" y="2755421"/>
                  <a:pt x="5663580" y="2744766"/>
                </a:cubicBezTo>
                <a:cubicBezTo>
                  <a:pt x="5655351" y="2731452"/>
                  <a:pt x="5689740" y="2713527"/>
                  <a:pt x="5725460" y="2712511"/>
                </a:cubicBezTo>
                <a:cubicBezTo>
                  <a:pt x="5741035" y="2712068"/>
                  <a:pt x="5756022" y="2708077"/>
                  <a:pt x="5758764" y="2703640"/>
                </a:cubicBezTo>
                <a:cubicBezTo>
                  <a:pt x="5761506" y="2699204"/>
                  <a:pt x="5774211" y="2695575"/>
                  <a:pt x="5786999" y="2695575"/>
                </a:cubicBezTo>
                <a:cubicBezTo>
                  <a:pt x="5799787" y="2695575"/>
                  <a:pt x="5810250" y="2692081"/>
                  <a:pt x="5810250" y="2687811"/>
                </a:cubicBezTo>
                <a:cubicBezTo>
                  <a:pt x="5810250" y="2680721"/>
                  <a:pt x="5586372" y="2719442"/>
                  <a:pt x="5553075" y="2732291"/>
                </a:cubicBezTo>
                <a:cubicBezTo>
                  <a:pt x="5545216" y="2735324"/>
                  <a:pt x="5557274" y="2739278"/>
                  <a:pt x="5579870" y="2741079"/>
                </a:cubicBezTo>
                <a:cubicBezTo>
                  <a:pt x="5641997" y="2746031"/>
                  <a:pt x="5624161" y="2765079"/>
                  <a:pt x="5543862" y="2779535"/>
                </a:cubicBezTo>
                <a:cubicBezTo>
                  <a:pt x="5496048" y="2788143"/>
                  <a:pt x="5471225" y="2788985"/>
                  <a:pt x="5464469" y="2782229"/>
                </a:cubicBezTo>
                <a:cubicBezTo>
                  <a:pt x="5454012" y="2771772"/>
                  <a:pt x="5459581" y="2768674"/>
                  <a:pt x="5507831" y="2758101"/>
                </a:cubicBezTo>
                <a:cubicBezTo>
                  <a:pt x="5545332" y="2749884"/>
                  <a:pt x="5541753" y="2729748"/>
                  <a:pt x="5504129" y="2737272"/>
                </a:cubicBezTo>
                <a:cubicBezTo>
                  <a:pt x="5487686" y="2740561"/>
                  <a:pt x="5413748" y="2751722"/>
                  <a:pt x="5339822" y="2762074"/>
                </a:cubicBezTo>
                <a:cubicBezTo>
                  <a:pt x="5265897" y="2772426"/>
                  <a:pt x="5179695" y="2785056"/>
                  <a:pt x="5148262" y="2790140"/>
                </a:cubicBezTo>
                <a:cubicBezTo>
                  <a:pt x="5116830" y="2795224"/>
                  <a:pt x="5063251" y="2801911"/>
                  <a:pt x="5029200" y="2805000"/>
                </a:cubicBezTo>
                <a:cubicBezTo>
                  <a:pt x="4995148" y="2808088"/>
                  <a:pt x="4943713" y="2814468"/>
                  <a:pt x="4914900" y="2819178"/>
                </a:cubicBezTo>
                <a:cubicBezTo>
                  <a:pt x="4852284" y="2829411"/>
                  <a:pt x="4674481" y="2845738"/>
                  <a:pt x="4491037" y="2858098"/>
                </a:cubicBezTo>
                <a:cubicBezTo>
                  <a:pt x="4417695" y="2863040"/>
                  <a:pt x="4316968" y="2871088"/>
                  <a:pt x="4267200" y="2875982"/>
                </a:cubicBezTo>
                <a:cubicBezTo>
                  <a:pt x="4180331" y="2884524"/>
                  <a:pt x="4060582" y="2887202"/>
                  <a:pt x="3814762" y="2886101"/>
                </a:cubicBezTo>
                <a:cubicBezTo>
                  <a:pt x="3609149" y="2885180"/>
                  <a:pt x="3538965" y="2891886"/>
                  <a:pt x="3535675" y="2912768"/>
                </a:cubicBezTo>
                <a:cubicBezTo>
                  <a:pt x="3532135" y="2935232"/>
                  <a:pt x="3583332" y="2943018"/>
                  <a:pt x="3735402" y="2943142"/>
                </a:cubicBezTo>
                <a:cubicBezTo>
                  <a:pt x="3843048" y="2943229"/>
                  <a:pt x="3867150" y="2947526"/>
                  <a:pt x="3867150" y="2966630"/>
                </a:cubicBezTo>
                <a:cubicBezTo>
                  <a:pt x="3867150" y="2988741"/>
                  <a:pt x="3432612" y="3010625"/>
                  <a:pt x="3394850" y="2990415"/>
                </a:cubicBezTo>
                <a:cubicBezTo>
                  <a:pt x="3375756" y="2980196"/>
                  <a:pt x="3366820" y="2979883"/>
                  <a:pt x="3352341" y="2988925"/>
                </a:cubicBezTo>
                <a:cubicBezTo>
                  <a:pt x="3334026" y="3000363"/>
                  <a:pt x="3265246" y="3004896"/>
                  <a:pt x="3255648" y="2995298"/>
                </a:cubicBezTo>
                <a:close/>
                <a:moveTo>
                  <a:pt x="4224337" y="2724465"/>
                </a:moveTo>
                <a:cubicBezTo>
                  <a:pt x="4287202" y="2719171"/>
                  <a:pt x="4426505" y="2708014"/>
                  <a:pt x="4533900" y="2699672"/>
                </a:cubicBezTo>
                <a:cubicBezTo>
                  <a:pt x="4641294" y="2691329"/>
                  <a:pt x="4742021" y="2682772"/>
                  <a:pt x="4757737" y="2680655"/>
                </a:cubicBezTo>
                <a:cubicBezTo>
                  <a:pt x="4854898" y="2667572"/>
                  <a:pt x="4950789" y="2656016"/>
                  <a:pt x="5033962" y="2647367"/>
                </a:cubicBezTo>
                <a:cubicBezTo>
                  <a:pt x="5086350" y="2641920"/>
                  <a:pt x="5142071" y="2635804"/>
                  <a:pt x="5157787" y="2633776"/>
                </a:cubicBezTo>
                <a:cubicBezTo>
                  <a:pt x="5298653" y="2615597"/>
                  <a:pt x="5407889" y="2602178"/>
                  <a:pt x="5419725" y="2601598"/>
                </a:cubicBezTo>
                <a:cubicBezTo>
                  <a:pt x="5444956" y="2600362"/>
                  <a:pt x="5536275" y="2582199"/>
                  <a:pt x="5540997" y="2577477"/>
                </a:cubicBezTo>
                <a:cubicBezTo>
                  <a:pt x="5548150" y="2570324"/>
                  <a:pt x="5277937" y="2579478"/>
                  <a:pt x="5266108" y="2586789"/>
                </a:cubicBezTo>
                <a:cubicBezTo>
                  <a:pt x="5260306" y="2590375"/>
                  <a:pt x="5216415" y="2593904"/>
                  <a:pt x="5168573" y="2594632"/>
                </a:cubicBezTo>
                <a:cubicBezTo>
                  <a:pt x="5120731" y="2595360"/>
                  <a:pt x="5076184" y="2599363"/>
                  <a:pt x="5069580" y="2603527"/>
                </a:cubicBezTo>
                <a:cubicBezTo>
                  <a:pt x="5045553" y="2618678"/>
                  <a:pt x="4933950" y="2619502"/>
                  <a:pt x="4933950" y="2604529"/>
                </a:cubicBezTo>
                <a:cubicBezTo>
                  <a:pt x="4933950" y="2596978"/>
                  <a:pt x="4937164" y="2590587"/>
                  <a:pt x="4941093" y="2590328"/>
                </a:cubicBezTo>
                <a:cubicBezTo>
                  <a:pt x="4945022" y="2590069"/>
                  <a:pt x="5036105" y="2575102"/>
                  <a:pt x="5143500" y="2557069"/>
                </a:cubicBezTo>
                <a:cubicBezTo>
                  <a:pt x="5250894" y="2539036"/>
                  <a:pt x="5360193" y="2522703"/>
                  <a:pt x="5386387" y="2520773"/>
                </a:cubicBezTo>
                <a:cubicBezTo>
                  <a:pt x="5412581" y="2518844"/>
                  <a:pt x="5455443" y="2510512"/>
                  <a:pt x="5481637" y="2502257"/>
                </a:cubicBezTo>
                <a:cubicBezTo>
                  <a:pt x="5507831" y="2494003"/>
                  <a:pt x="5563552" y="2480064"/>
                  <a:pt x="5605462" y="2471282"/>
                </a:cubicBezTo>
                <a:cubicBezTo>
                  <a:pt x="5647372" y="2462501"/>
                  <a:pt x="5692378" y="2451972"/>
                  <a:pt x="5705475" y="2447885"/>
                </a:cubicBezTo>
                <a:cubicBezTo>
                  <a:pt x="5718571" y="2443798"/>
                  <a:pt x="5765720" y="2433110"/>
                  <a:pt x="5810250" y="2424134"/>
                </a:cubicBezTo>
                <a:cubicBezTo>
                  <a:pt x="5854779" y="2415158"/>
                  <a:pt x="5899785" y="2404230"/>
                  <a:pt x="5910262" y="2399849"/>
                </a:cubicBezTo>
                <a:cubicBezTo>
                  <a:pt x="5920740" y="2395469"/>
                  <a:pt x="5948600" y="2387749"/>
                  <a:pt x="5972175" y="2382694"/>
                </a:cubicBezTo>
                <a:cubicBezTo>
                  <a:pt x="6015728" y="2373354"/>
                  <a:pt x="6090886" y="2353728"/>
                  <a:pt x="6176962" y="2329217"/>
                </a:cubicBezTo>
                <a:cubicBezTo>
                  <a:pt x="6203156" y="2321758"/>
                  <a:pt x="6250305" y="2308459"/>
                  <a:pt x="6281737" y="2299663"/>
                </a:cubicBezTo>
                <a:cubicBezTo>
                  <a:pt x="6313170" y="2290867"/>
                  <a:pt x="6380995" y="2270814"/>
                  <a:pt x="6432461" y="2255100"/>
                </a:cubicBezTo>
                <a:cubicBezTo>
                  <a:pt x="6500789" y="2234238"/>
                  <a:pt x="6536765" y="2228003"/>
                  <a:pt x="6565811" y="2231990"/>
                </a:cubicBezTo>
                <a:cubicBezTo>
                  <a:pt x="6601375" y="2236871"/>
                  <a:pt x="6619477" y="2230439"/>
                  <a:pt x="6736763" y="2171237"/>
                </a:cubicBezTo>
                <a:cubicBezTo>
                  <a:pt x="6808910" y="2134820"/>
                  <a:pt x="6872261" y="2105025"/>
                  <a:pt x="6877543" y="2105025"/>
                </a:cubicBezTo>
                <a:cubicBezTo>
                  <a:pt x="6882826" y="2105024"/>
                  <a:pt x="6925480" y="2080379"/>
                  <a:pt x="6972331" y="2050256"/>
                </a:cubicBezTo>
                <a:cubicBezTo>
                  <a:pt x="7019182" y="2020133"/>
                  <a:pt x="7074804" y="1984962"/>
                  <a:pt x="7095936" y="1972099"/>
                </a:cubicBezTo>
                <a:cubicBezTo>
                  <a:pt x="7278226" y="1861135"/>
                  <a:pt x="7473921" y="1517389"/>
                  <a:pt x="7437802" y="1371600"/>
                </a:cubicBezTo>
                <a:cubicBezTo>
                  <a:pt x="7435840" y="1363681"/>
                  <a:pt x="7440625" y="1357312"/>
                  <a:pt x="7448537" y="1357312"/>
                </a:cubicBezTo>
                <a:cubicBezTo>
                  <a:pt x="7472850" y="1357312"/>
                  <a:pt x="7506319" y="1470187"/>
                  <a:pt x="7492848" y="1506751"/>
                </a:cubicBezTo>
                <a:cubicBezTo>
                  <a:pt x="7484284" y="1529995"/>
                  <a:pt x="7484504" y="1537396"/>
                  <a:pt x="7493853" y="1540589"/>
                </a:cubicBezTo>
                <a:cubicBezTo>
                  <a:pt x="7500434" y="1542837"/>
                  <a:pt x="7502986" y="1549259"/>
                  <a:pt x="7499525" y="1554860"/>
                </a:cubicBezTo>
                <a:cubicBezTo>
                  <a:pt x="7495805" y="1560879"/>
                  <a:pt x="7497728" y="1562264"/>
                  <a:pt x="7504228" y="1558247"/>
                </a:cubicBezTo>
                <a:cubicBezTo>
                  <a:pt x="7510276" y="1554509"/>
                  <a:pt x="7515526" y="1539916"/>
                  <a:pt x="7515894" y="1525819"/>
                </a:cubicBezTo>
                <a:cubicBezTo>
                  <a:pt x="7516262" y="1511721"/>
                  <a:pt x="7519719" y="1492157"/>
                  <a:pt x="7523575" y="1482343"/>
                </a:cubicBezTo>
                <a:cubicBezTo>
                  <a:pt x="7537669" y="1446472"/>
                  <a:pt x="7516761" y="1343507"/>
                  <a:pt x="7481118" y="1273251"/>
                </a:cubicBezTo>
                <a:cubicBezTo>
                  <a:pt x="7411806" y="1136630"/>
                  <a:pt x="7331464" y="1040351"/>
                  <a:pt x="7229475" y="971689"/>
                </a:cubicBezTo>
                <a:cubicBezTo>
                  <a:pt x="7195423" y="948765"/>
                  <a:pt x="7166133" y="926496"/>
                  <a:pt x="7164387" y="922204"/>
                </a:cubicBezTo>
                <a:cubicBezTo>
                  <a:pt x="7162641" y="917911"/>
                  <a:pt x="7157877" y="914399"/>
                  <a:pt x="7153800" y="914399"/>
                </a:cubicBezTo>
                <a:cubicBezTo>
                  <a:pt x="7149724" y="914399"/>
                  <a:pt x="7114611" y="893447"/>
                  <a:pt x="7075771" y="867839"/>
                </a:cubicBezTo>
                <a:cubicBezTo>
                  <a:pt x="6999220" y="817367"/>
                  <a:pt x="6879684" y="759502"/>
                  <a:pt x="6863375" y="765022"/>
                </a:cubicBezTo>
                <a:cubicBezTo>
                  <a:pt x="6857799" y="766910"/>
                  <a:pt x="6868239" y="776153"/>
                  <a:pt x="6886575" y="785562"/>
                </a:cubicBezTo>
                <a:cubicBezTo>
                  <a:pt x="6934754" y="810288"/>
                  <a:pt x="7029450" y="877655"/>
                  <a:pt x="7029450" y="887205"/>
                </a:cubicBezTo>
                <a:cubicBezTo>
                  <a:pt x="7029450" y="902186"/>
                  <a:pt x="7004351" y="895588"/>
                  <a:pt x="6952390" y="866947"/>
                </a:cubicBezTo>
                <a:cubicBezTo>
                  <a:pt x="6924050" y="851326"/>
                  <a:pt x="6887185" y="838467"/>
                  <a:pt x="6870468" y="838372"/>
                </a:cubicBezTo>
                <a:cubicBezTo>
                  <a:pt x="6853751" y="838277"/>
                  <a:pt x="6837874" y="834640"/>
                  <a:pt x="6835185" y="830290"/>
                </a:cubicBezTo>
                <a:cubicBezTo>
                  <a:pt x="6832496" y="825939"/>
                  <a:pt x="6777594" y="801776"/>
                  <a:pt x="6713179" y="776594"/>
                </a:cubicBezTo>
                <a:cubicBezTo>
                  <a:pt x="6648765" y="751412"/>
                  <a:pt x="6587490" y="727118"/>
                  <a:pt x="6577012" y="722608"/>
                </a:cubicBezTo>
                <a:cubicBezTo>
                  <a:pt x="6547778" y="710024"/>
                  <a:pt x="6285466" y="618254"/>
                  <a:pt x="6253162" y="609309"/>
                </a:cubicBezTo>
                <a:cubicBezTo>
                  <a:pt x="6237446" y="604957"/>
                  <a:pt x="6201013" y="594372"/>
                  <a:pt x="6172200" y="585787"/>
                </a:cubicBezTo>
                <a:cubicBezTo>
                  <a:pt x="6143386" y="577202"/>
                  <a:pt x="6106953" y="566662"/>
                  <a:pt x="6091237" y="562366"/>
                </a:cubicBezTo>
                <a:cubicBezTo>
                  <a:pt x="5746801" y="468207"/>
                  <a:pt x="5724525" y="463626"/>
                  <a:pt x="5724525" y="486955"/>
                </a:cubicBezTo>
                <a:cubicBezTo>
                  <a:pt x="5724525" y="512567"/>
                  <a:pt x="5639765" y="510871"/>
                  <a:pt x="5471729" y="481899"/>
                </a:cubicBezTo>
                <a:cubicBezTo>
                  <a:pt x="5398597" y="469289"/>
                  <a:pt x="5293941" y="451849"/>
                  <a:pt x="5239160" y="443143"/>
                </a:cubicBezTo>
                <a:cubicBezTo>
                  <a:pt x="5184379" y="434436"/>
                  <a:pt x="5136396" y="425359"/>
                  <a:pt x="5132532" y="422970"/>
                </a:cubicBezTo>
                <a:cubicBezTo>
                  <a:pt x="5128667" y="420582"/>
                  <a:pt x="5089906" y="416586"/>
                  <a:pt x="5046396" y="414091"/>
                </a:cubicBezTo>
                <a:cubicBezTo>
                  <a:pt x="4951899" y="408672"/>
                  <a:pt x="4753372" y="382426"/>
                  <a:pt x="4739209" y="373479"/>
                </a:cubicBezTo>
                <a:cubicBezTo>
                  <a:pt x="4733683" y="369988"/>
                  <a:pt x="4707731" y="366680"/>
                  <a:pt x="4681537" y="366128"/>
                </a:cubicBezTo>
                <a:cubicBezTo>
                  <a:pt x="4611267" y="364645"/>
                  <a:pt x="4454065" y="351292"/>
                  <a:pt x="4445638" y="346090"/>
                </a:cubicBezTo>
                <a:cubicBezTo>
                  <a:pt x="4418207" y="329154"/>
                  <a:pt x="4462228" y="323362"/>
                  <a:pt x="4572718" y="329368"/>
                </a:cubicBezTo>
                <a:cubicBezTo>
                  <a:pt x="4663148" y="334284"/>
                  <a:pt x="4699075" y="333009"/>
                  <a:pt x="4709303" y="324521"/>
                </a:cubicBezTo>
                <a:cubicBezTo>
                  <a:pt x="4720004" y="315640"/>
                  <a:pt x="4727977" y="315569"/>
                  <a:pt x="4744120" y="324208"/>
                </a:cubicBezTo>
                <a:cubicBezTo>
                  <a:pt x="4756019" y="330576"/>
                  <a:pt x="4816935" y="336630"/>
                  <a:pt x="4885223" y="338231"/>
                </a:cubicBezTo>
                <a:cubicBezTo>
                  <a:pt x="4951313" y="339780"/>
                  <a:pt x="5022080" y="344201"/>
                  <a:pt x="5042483" y="348054"/>
                </a:cubicBezTo>
                <a:cubicBezTo>
                  <a:pt x="5069248" y="353110"/>
                  <a:pt x="5077712" y="352042"/>
                  <a:pt x="5072877" y="344218"/>
                </a:cubicBezTo>
                <a:cubicBezTo>
                  <a:pt x="5069191" y="338254"/>
                  <a:pt x="5055847" y="333374"/>
                  <a:pt x="5043224" y="333374"/>
                </a:cubicBezTo>
                <a:cubicBezTo>
                  <a:pt x="5028784" y="333374"/>
                  <a:pt x="5021961" y="328959"/>
                  <a:pt x="5024826" y="321468"/>
                </a:cubicBezTo>
                <a:cubicBezTo>
                  <a:pt x="5028262" y="312483"/>
                  <a:pt x="5007381" y="309449"/>
                  <a:pt x="4939712" y="309102"/>
                </a:cubicBezTo>
                <a:cubicBezTo>
                  <a:pt x="4890394" y="308849"/>
                  <a:pt x="4844277" y="304035"/>
                  <a:pt x="4837228" y="298404"/>
                </a:cubicBezTo>
                <a:cubicBezTo>
                  <a:pt x="4826009" y="289441"/>
                  <a:pt x="4728569" y="282533"/>
                  <a:pt x="4456298" y="271397"/>
                </a:cubicBezTo>
                <a:cubicBezTo>
                  <a:pt x="4416236" y="269759"/>
                  <a:pt x="4375009" y="263896"/>
                  <a:pt x="4364681" y="258369"/>
                </a:cubicBezTo>
                <a:cubicBezTo>
                  <a:pt x="4354354" y="252842"/>
                  <a:pt x="4343041" y="251183"/>
                  <a:pt x="4339541" y="254683"/>
                </a:cubicBezTo>
                <a:cubicBezTo>
                  <a:pt x="4336041" y="258183"/>
                  <a:pt x="4242251" y="259898"/>
                  <a:pt x="4131120" y="258493"/>
                </a:cubicBezTo>
                <a:cubicBezTo>
                  <a:pt x="4019988" y="257089"/>
                  <a:pt x="3856196" y="260482"/>
                  <a:pt x="3767137" y="266034"/>
                </a:cubicBezTo>
                <a:cubicBezTo>
                  <a:pt x="3678078" y="271585"/>
                  <a:pt x="3559057" y="278266"/>
                  <a:pt x="3502645" y="280879"/>
                </a:cubicBezTo>
                <a:cubicBezTo>
                  <a:pt x="3446233" y="283492"/>
                  <a:pt x="3371224" y="289753"/>
                  <a:pt x="3335958" y="294793"/>
                </a:cubicBezTo>
                <a:cubicBezTo>
                  <a:pt x="3300691" y="299832"/>
                  <a:pt x="3231736" y="306315"/>
                  <a:pt x="3182724" y="309200"/>
                </a:cubicBezTo>
                <a:cubicBezTo>
                  <a:pt x="3133712" y="312084"/>
                  <a:pt x="3090371" y="316447"/>
                  <a:pt x="3086410" y="318895"/>
                </a:cubicBezTo>
                <a:cubicBezTo>
                  <a:pt x="3082450" y="321342"/>
                  <a:pt x="3043255" y="327776"/>
                  <a:pt x="2999311" y="333191"/>
                </a:cubicBezTo>
                <a:cubicBezTo>
                  <a:pt x="2803838" y="357280"/>
                  <a:pt x="2668141" y="378657"/>
                  <a:pt x="2581275" y="399048"/>
                </a:cubicBezTo>
                <a:cubicBezTo>
                  <a:pt x="2557700" y="404581"/>
                  <a:pt x="2522592" y="409214"/>
                  <a:pt x="2503255" y="409342"/>
                </a:cubicBezTo>
                <a:cubicBezTo>
                  <a:pt x="2483919" y="409470"/>
                  <a:pt x="2465759" y="413360"/>
                  <a:pt x="2462900" y="417986"/>
                </a:cubicBezTo>
                <a:cubicBezTo>
                  <a:pt x="2460041" y="422613"/>
                  <a:pt x="2433415" y="429432"/>
                  <a:pt x="2403733" y="433141"/>
                </a:cubicBezTo>
                <a:cubicBezTo>
                  <a:pt x="2374050" y="436850"/>
                  <a:pt x="2340775" y="443394"/>
                  <a:pt x="2329788" y="447684"/>
                </a:cubicBezTo>
                <a:cubicBezTo>
                  <a:pt x="2318801" y="451974"/>
                  <a:pt x="2249805" y="469154"/>
                  <a:pt x="2176462" y="485862"/>
                </a:cubicBezTo>
                <a:cubicBezTo>
                  <a:pt x="2103120" y="502570"/>
                  <a:pt x="2034540" y="519642"/>
                  <a:pt x="2024062" y="523800"/>
                </a:cubicBezTo>
                <a:cubicBezTo>
                  <a:pt x="1956982" y="550422"/>
                  <a:pt x="1749866" y="600142"/>
                  <a:pt x="1740007" y="591991"/>
                </a:cubicBezTo>
                <a:cubicBezTo>
                  <a:pt x="1727518" y="581664"/>
                  <a:pt x="1679013" y="588140"/>
                  <a:pt x="1670934" y="601212"/>
                </a:cubicBezTo>
                <a:cubicBezTo>
                  <a:pt x="1668083" y="605825"/>
                  <a:pt x="1653722" y="609600"/>
                  <a:pt x="1639022" y="609600"/>
                </a:cubicBezTo>
                <a:cubicBezTo>
                  <a:pt x="1624321" y="609600"/>
                  <a:pt x="1601395" y="618172"/>
                  <a:pt x="1588075" y="628650"/>
                </a:cubicBezTo>
                <a:cubicBezTo>
                  <a:pt x="1574755" y="639127"/>
                  <a:pt x="1555366" y="647700"/>
                  <a:pt x="1544987" y="647699"/>
                </a:cubicBezTo>
                <a:cubicBezTo>
                  <a:pt x="1532953" y="647699"/>
                  <a:pt x="1526595" y="653656"/>
                  <a:pt x="1527439" y="664141"/>
                </a:cubicBezTo>
                <a:cubicBezTo>
                  <a:pt x="1528414" y="676259"/>
                  <a:pt x="1508725" y="688487"/>
                  <a:pt x="1452562" y="710644"/>
                </a:cubicBezTo>
                <a:cubicBezTo>
                  <a:pt x="1334632" y="757169"/>
                  <a:pt x="1327991" y="760127"/>
                  <a:pt x="1181100" y="831540"/>
                </a:cubicBezTo>
                <a:cubicBezTo>
                  <a:pt x="1051307" y="894641"/>
                  <a:pt x="1015783" y="914861"/>
                  <a:pt x="886091" y="999462"/>
                </a:cubicBezTo>
                <a:cubicBezTo>
                  <a:pt x="737300" y="1096521"/>
                  <a:pt x="611714" y="1215120"/>
                  <a:pt x="549764" y="1317076"/>
                </a:cubicBezTo>
                <a:cubicBezTo>
                  <a:pt x="519956" y="1366132"/>
                  <a:pt x="508469" y="1377184"/>
                  <a:pt x="483191" y="1381125"/>
                </a:cubicBezTo>
                <a:cubicBezTo>
                  <a:pt x="448748" y="1386494"/>
                  <a:pt x="430841" y="1414577"/>
                  <a:pt x="416385" y="1485900"/>
                </a:cubicBezTo>
                <a:cubicBezTo>
                  <a:pt x="403595" y="1549000"/>
                  <a:pt x="407726" y="1702641"/>
                  <a:pt x="423685" y="1757362"/>
                </a:cubicBezTo>
                <a:cubicBezTo>
                  <a:pt x="446790" y="1836589"/>
                  <a:pt x="525384" y="1958641"/>
                  <a:pt x="588706" y="2013632"/>
                </a:cubicBezTo>
                <a:cubicBezTo>
                  <a:pt x="623264" y="2043644"/>
                  <a:pt x="612292" y="2021794"/>
                  <a:pt x="569481" y="1975351"/>
                </a:cubicBezTo>
                <a:cubicBezTo>
                  <a:pt x="533670" y="1936500"/>
                  <a:pt x="531152" y="1930827"/>
                  <a:pt x="546029" y="1922502"/>
                </a:cubicBezTo>
                <a:cubicBezTo>
                  <a:pt x="561718" y="1913722"/>
                  <a:pt x="561557" y="1911335"/>
                  <a:pt x="543284" y="1881769"/>
                </a:cubicBezTo>
                <a:cubicBezTo>
                  <a:pt x="524142" y="1850796"/>
                  <a:pt x="515319" y="1762125"/>
                  <a:pt x="531379" y="1762125"/>
                </a:cubicBezTo>
                <a:cubicBezTo>
                  <a:pt x="535507" y="1762125"/>
                  <a:pt x="557756" y="1791057"/>
                  <a:pt x="580821" y="1826418"/>
                </a:cubicBezTo>
                <a:cubicBezTo>
                  <a:pt x="618359" y="1883967"/>
                  <a:pt x="756737" y="2032085"/>
                  <a:pt x="819150" y="2081520"/>
                </a:cubicBezTo>
                <a:cubicBezTo>
                  <a:pt x="927801" y="2167581"/>
                  <a:pt x="1254087" y="2328253"/>
                  <a:pt x="1419225" y="2377012"/>
                </a:cubicBezTo>
                <a:cubicBezTo>
                  <a:pt x="1448038" y="2385520"/>
                  <a:pt x="1480185" y="2396152"/>
                  <a:pt x="1490662" y="2400639"/>
                </a:cubicBezTo>
                <a:cubicBezTo>
                  <a:pt x="1561760" y="2431088"/>
                  <a:pt x="1931457" y="2520178"/>
                  <a:pt x="2100262" y="2547543"/>
                </a:cubicBezTo>
                <a:cubicBezTo>
                  <a:pt x="2152650" y="2556035"/>
                  <a:pt x="2231945" y="2568989"/>
                  <a:pt x="2276475" y="2576331"/>
                </a:cubicBezTo>
                <a:cubicBezTo>
                  <a:pt x="2321004" y="2583672"/>
                  <a:pt x="2412084" y="2589676"/>
                  <a:pt x="2478874" y="2589673"/>
                </a:cubicBezTo>
                <a:cubicBezTo>
                  <a:pt x="2545665" y="2589670"/>
                  <a:pt x="2604494" y="2592252"/>
                  <a:pt x="2609606" y="2595412"/>
                </a:cubicBezTo>
                <a:cubicBezTo>
                  <a:pt x="2618978" y="2601204"/>
                  <a:pt x="2655644" y="2604289"/>
                  <a:pt x="2838450" y="2614668"/>
                </a:cubicBezTo>
                <a:cubicBezTo>
                  <a:pt x="2893456" y="2617792"/>
                  <a:pt x="2955607" y="2622061"/>
                  <a:pt x="2976562" y="2624155"/>
                </a:cubicBezTo>
                <a:cubicBezTo>
                  <a:pt x="3127099" y="2639201"/>
                  <a:pt x="3216914" y="2641775"/>
                  <a:pt x="3614737" y="2642439"/>
                </a:cubicBezTo>
                <a:cubicBezTo>
                  <a:pt x="4005988" y="2643093"/>
                  <a:pt x="4062412" y="2644988"/>
                  <a:pt x="4062412" y="2657475"/>
                </a:cubicBezTo>
                <a:cubicBezTo>
                  <a:pt x="4062412" y="2668058"/>
                  <a:pt x="4047595" y="2672997"/>
                  <a:pt x="4005262" y="2676525"/>
                </a:cubicBezTo>
                <a:cubicBezTo>
                  <a:pt x="3954965" y="2680716"/>
                  <a:pt x="3947747" y="2683857"/>
                  <a:pt x="3945068" y="2702718"/>
                </a:cubicBezTo>
                <a:cubicBezTo>
                  <a:pt x="3942136" y="2723364"/>
                  <a:pt x="3938294" y="2724175"/>
                  <a:pt x="3840293" y="2724856"/>
                </a:cubicBezTo>
                <a:cubicBezTo>
                  <a:pt x="3784341" y="2725244"/>
                  <a:pt x="3719274" y="2729311"/>
                  <a:pt x="3695700" y="2733895"/>
                </a:cubicBezTo>
                <a:cubicBezTo>
                  <a:pt x="3638647" y="2744986"/>
                  <a:pt x="4072552" y="2737247"/>
                  <a:pt x="4224337" y="2724465"/>
                </a:cubicBezTo>
                <a:close/>
                <a:moveTo>
                  <a:pt x="3919537" y="2695575"/>
                </a:moveTo>
                <a:cubicBezTo>
                  <a:pt x="3923097" y="2689813"/>
                  <a:pt x="3909924" y="2686050"/>
                  <a:pt x="3886200" y="2686050"/>
                </a:cubicBezTo>
                <a:cubicBezTo>
                  <a:pt x="3862475" y="2686050"/>
                  <a:pt x="3849302" y="2689813"/>
                  <a:pt x="3852862" y="2695575"/>
                </a:cubicBezTo>
                <a:cubicBezTo>
                  <a:pt x="3856100" y="2700813"/>
                  <a:pt x="3871102" y="2705100"/>
                  <a:pt x="3886200" y="2705100"/>
                </a:cubicBezTo>
                <a:cubicBezTo>
                  <a:pt x="3901297" y="2705100"/>
                  <a:pt x="3916299" y="2700813"/>
                  <a:pt x="3919537" y="2695575"/>
                </a:cubicBezTo>
                <a:close/>
                <a:moveTo>
                  <a:pt x="4343400" y="2677166"/>
                </a:moveTo>
                <a:cubicBezTo>
                  <a:pt x="4343400" y="2665591"/>
                  <a:pt x="4378535" y="2654518"/>
                  <a:pt x="4390939" y="2662184"/>
                </a:cubicBezTo>
                <a:cubicBezTo>
                  <a:pt x="4409792" y="2673836"/>
                  <a:pt x="4400086" y="2686050"/>
                  <a:pt x="4371975" y="2686050"/>
                </a:cubicBezTo>
                <a:cubicBezTo>
                  <a:pt x="4356258" y="2686050"/>
                  <a:pt x="4343400" y="2682052"/>
                  <a:pt x="4343400" y="2677166"/>
                </a:cubicBezTo>
                <a:close/>
                <a:moveTo>
                  <a:pt x="4133850" y="2649474"/>
                </a:moveTo>
                <a:cubicBezTo>
                  <a:pt x="4133850" y="2625655"/>
                  <a:pt x="4506084" y="2597486"/>
                  <a:pt x="4520148" y="2620241"/>
                </a:cubicBezTo>
                <a:cubicBezTo>
                  <a:pt x="4525622" y="2629099"/>
                  <a:pt x="4502368" y="2635513"/>
                  <a:pt x="4457700" y="2637467"/>
                </a:cubicBezTo>
                <a:cubicBezTo>
                  <a:pt x="4439364" y="2638268"/>
                  <a:pt x="4377213" y="2643062"/>
                  <a:pt x="4319587" y="2648118"/>
                </a:cubicBezTo>
                <a:cubicBezTo>
                  <a:pt x="4190096" y="2659480"/>
                  <a:pt x="4133850" y="2659891"/>
                  <a:pt x="4133850" y="2649474"/>
                </a:cubicBezTo>
                <a:close/>
                <a:moveTo>
                  <a:pt x="4554261" y="2649243"/>
                </a:moveTo>
                <a:cubicBezTo>
                  <a:pt x="4534832" y="2643807"/>
                  <a:pt x="4537965" y="2641288"/>
                  <a:pt x="4577225" y="2630788"/>
                </a:cubicBezTo>
                <a:cubicBezTo>
                  <a:pt x="4621154" y="2619039"/>
                  <a:pt x="4647772" y="2625524"/>
                  <a:pt x="4635711" y="2645038"/>
                </a:cubicBezTo>
                <a:cubicBezTo>
                  <a:pt x="4629357" y="2655319"/>
                  <a:pt x="4584292" y="2657646"/>
                  <a:pt x="4554261" y="2649243"/>
                </a:cubicBezTo>
                <a:close/>
                <a:moveTo>
                  <a:pt x="4698206" y="2630618"/>
                </a:moveTo>
                <a:cubicBezTo>
                  <a:pt x="4661234" y="2625367"/>
                  <a:pt x="4674884" y="2609850"/>
                  <a:pt x="4716476" y="2609850"/>
                </a:cubicBezTo>
                <a:cubicBezTo>
                  <a:pt x="4738311" y="2609850"/>
                  <a:pt x="4783672" y="2605061"/>
                  <a:pt x="4817278" y="2599209"/>
                </a:cubicBezTo>
                <a:cubicBezTo>
                  <a:pt x="4879000" y="2588461"/>
                  <a:pt x="4912748" y="2597338"/>
                  <a:pt x="4890611" y="2618499"/>
                </a:cubicBezTo>
                <a:cubicBezTo>
                  <a:pt x="4881485" y="2627222"/>
                  <a:pt x="4737951" y="2636263"/>
                  <a:pt x="4698206" y="2630618"/>
                </a:cubicBezTo>
                <a:close/>
                <a:moveTo>
                  <a:pt x="7131432" y="2118312"/>
                </a:moveTo>
                <a:cubicBezTo>
                  <a:pt x="7166668" y="2094188"/>
                  <a:pt x="7199929" y="2069135"/>
                  <a:pt x="7205343" y="2062639"/>
                </a:cubicBezTo>
                <a:cubicBezTo>
                  <a:pt x="7210757" y="2056143"/>
                  <a:pt x="7229117" y="2041299"/>
                  <a:pt x="7246143" y="2029653"/>
                </a:cubicBezTo>
                <a:cubicBezTo>
                  <a:pt x="7263169" y="2018006"/>
                  <a:pt x="7277100" y="2004332"/>
                  <a:pt x="7277100" y="1999266"/>
                </a:cubicBezTo>
                <a:cubicBezTo>
                  <a:pt x="7277100" y="1987905"/>
                  <a:pt x="7251434" y="2001031"/>
                  <a:pt x="7224712" y="2026060"/>
                </a:cubicBezTo>
                <a:cubicBezTo>
                  <a:pt x="7214235" y="2035873"/>
                  <a:pt x="7186374" y="2057588"/>
                  <a:pt x="7162800" y="2074316"/>
                </a:cubicBezTo>
                <a:cubicBezTo>
                  <a:pt x="7110561" y="2111384"/>
                  <a:pt x="7051522" y="2162175"/>
                  <a:pt x="7060673" y="2162175"/>
                </a:cubicBezTo>
                <a:cubicBezTo>
                  <a:pt x="7064353" y="2162175"/>
                  <a:pt x="7096195" y="2142437"/>
                  <a:pt x="7131432" y="2118312"/>
                </a:cubicBezTo>
                <a:close/>
                <a:moveTo>
                  <a:pt x="476280" y="1590731"/>
                </a:moveTo>
                <a:cubicBezTo>
                  <a:pt x="460701" y="1561621"/>
                  <a:pt x="489784" y="1460879"/>
                  <a:pt x="534042" y="1390650"/>
                </a:cubicBezTo>
                <a:cubicBezTo>
                  <a:pt x="538994" y="1382791"/>
                  <a:pt x="545874" y="1369933"/>
                  <a:pt x="549330" y="1362075"/>
                </a:cubicBezTo>
                <a:cubicBezTo>
                  <a:pt x="573959" y="1306081"/>
                  <a:pt x="786435" y="1095375"/>
                  <a:pt x="818271" y="1095375"/>
                </a:cubicBezTo>
                <a:cubicBezTo>
                  <a:pt x="839320" y="1095375"/>
                  <a:pt x="826833" y="1111886"/>
                  <a:pt x="742485" y="1195586"/>
                </a:cubicBezTo>
                <a:cubicBezTo>
                  <a:pt x="623209" y="1313944"/>
                  <a:pt x="532110" y="1457814"/>
                  <a:pt x="518353" y="1549551"/>
                </a:cubicBezTo>
                <a:cubicBezTo>
                  <a:pt x="510688" y="1600664"/>
                  <a:pt x="491596" y="1619350"/>
                  <a:pt x="476280" y="1590731"/>
                </a:cubicBezTo>
                <a:close/>
                <a:moveTo>
                  <a:pt x="1724025" y="423936"/>
                </a:moveTo>
                <a:cubicBezTo>
                  <a:pt x="1961708" y="357728"/>
                  <a:pt x="2144982" y="310615"/>
                  <a:pt x="2219325" y="296612"/>
                </a:cubicBezTo>
                <a:cubicBezTo>
                  <a:pt x="2326430" y="276438"/>
                  <a:pt x="2475360" y="246681"/>
                  <a:pt x="2512355" y="238062"/>
                </a:cubicBezTo>
                <a:cubicBezTo>
                  <a:pt x="2534695" y="232858"/>
                  <a:pt x="2567660" y="228600"/>
                  <a:pt x="2585612" y="228600"/>
                </a:cubicBezTo>
                <a:cubicBezTo>
                  <a:pt x="2603563" y="228599"/>
                  <a:pt x="2620899" y="224313"/>
                  <a:pt x="2624137" y="219074"/>
                </a:cubicBezTo>
                <a:cubicBezTo>
                  <a:pt x="2627375" y="213836"/>
                  <a:pt x="2624413" y="209488"/>
                  <a:pt x="2617555" y="209413"/>
                </a:cubicBezTo>
                <a:cubicBezTo>
                  <a:pt x="2598978" y="209210"/>
                  <a:pt x="2306525" y="256135"/>
                  <a:pt x="2260209" y="266750"/>
                </a:cubicBezTo>
                <a:cubicBezTo>
                  <a:pt x="2238166" y="271802"/>
                  <a:pt x="2213087" y="273233"/>
                  <a:pt x="2204479" y="269930"/>
                </a:cubicBezTo>
                <a:cubicBezTo>
                  <a:pt x="2195870" y="266626"/>
                  <a:pt x="2185540" y="269243"/>
                  <a:pt x="2181522" y="275744"/>
                </a:cubicBezTo>
                <a:cubicBezTo>
                  <a:pt x="2177504" y="282245"/>
                  <a:pt x="2158648" y="288005"/>
                  <a:pt x="2139621" y="288544"/>
                </a:cubicBezTo>
                <a:cubicBezTo>
                  <a:pt x="2120593" y="289084"/>
                  <a:pt x="2105025" y="292768"/>
                  <a:pt x="2105025" y="296731"/>
                </a:cubicBezTo>
                <a:cubicBezTo>
                  <a:pt x="2105025" y="300694"/>
                  <a:pt x="2088951" y="306508"/>
                  <a:pt x="2069306" y="309651"/>
                </a:cubicBezTo>
                <a:cubicBezTo>
                  <a:pt x="2049660" y="312794"/>
                  <a:pt x="2026144" y="319417"/>
                  <a:pt x="2017047" y="324370"/>
                </a:cubicBezTo>
                <a:cubicBezTo>
                  <a:pt x="2007951" y="329322"/>
                  <a:pt x="1991813" y="333375"/>
                  <a:pt x="1981185" y="333375"/>
                </a:cubicBezTo>
                <a:cubicBezTo>
                  <a:pt x="1960438" y="333375"/>
                  <a:pt x="1855404" y="359060"/>
                  <a:pt x="1824037" y="371804"/>
                </a:cubicBezTo>
                <a:cubicBezTo>
                  <a:pt x="1813560" y="376061"/>
                  <a:pt x="1779270" y="387004"/>
                  <a:pt x="1747837" y="396122"/>
                </a:cubicBezTo>
                <a:cubicBezTo>
                  <a:pt x="1716405" y="405240"/>
                  <a:pt x="1686401" y="415788"/>
                  <a:pt x="1681162" y="419563"/>
                </a:cubicBezTo>
                <a:cubicBezTo>
                  <a:pt x="1675923" y="423337"/>
                  <a:pt x="1657756" y="429393"/>
                  <a:pt x="1640790" y="433020"/>
                </a:cubicBezTo>
                <a:cubicBezTo>
                  <a:pt x="1623824" y="436647"/>
                  <a:pt x="1607080" y="444247"/>
                  <a:pt x="1603582" y="449908"/>
                </a:cubicBezTo>
                <a:cubicBezTo>
                  <a:pt x="1599509" y="456497"/>
                  <a:pt x="1603753" y="458211"/>
                  <a:pt x="1615379" y="454671"/>
                </a:cubicBezTo>
                <a:cubicBezTo>
                  <a:pt x="1625366" y="451630"/>
                  <a:pt x="1674256" y="437799"/>
                  <a:pt x="1724025" y="423936"/>
                </a:cubicBezTo>
                <a:close/>
                <a:moveTo>
                  <a:pt x="4302918" y="345602"/>
                </a:moveTo>
                <a:cubicBezTo>
                  <a:pt x="4287137" y="343212"/>
                  <a:pt x="4276725" y="335683"/>
                  <a:pt x="4276725" y="326664"/>
                </a:cubicBezTo>
                <a:cubicBezTo>
                  <a:pt x="4276725" y="313889"/>
                  <a:pt x="4286106" y="312655"/>
                  <a:pt x="4340701" y="318248"/>
                </a:cubicBezTo>
                <a:cubicBezTo>
                  <a:pt x="4410352" y="325384"/>
                  <a:pt x="4415062" y="327124"/>
                  <a:pt x="4405704" y="342266"/>
                </a:cubicBezTo>
                <a:cubicBezTo>
                  <a:pt x="4399582" y="352171"/>
                  <a:pt x="4355688" y="353596"/>
                  <a:pt x="4302918" y="345602"/>
                </a:cubicBezTo>
                <a:close/>
                <a:moveTo>
                  <a:pt x="3648075" y="33921"/>
                </a:moveTo>
                <a:cubicBezTo>
                  <a:pt x="3648075" y="16737"/>
                  <a:pt x="3730479" y="2394"/>
                  <a:pt x="3745116" y="17031"/>
                </a:cubicBezTo>
                <a:cubicBezTo>
                  <a:pt x="3763195" y="35110"/>
                  <a:pt x="3742751" y="47625"/>
                  <a:pt x="3695137" y="47625"/>
                </a:cubicBezTo>
                <a:cubicBezTo>
                  <a:pt x="3660545" y="47625"/>
                  <a:pt x="3648075" y="43993"/>
                  <a:pt x="3648075" y="33921"/>
                </a:cubicBezTo>
                <a:close/>
                <a:moveTo>
                  <a:pt x="3778579" y="41604"/>
                </a:moveTo>
                <a:cubicBezTo>
                  <a:pt x="3765185" y="28210"/>
                  <a:pt x="3772466" y="19050"/>
                  <a:pt x="3796506" y="19050"/>
                </a:cubicBezTo>
                <a:cubicBezTo>
                  <a:pt x="3811955" y="19050"/>
                  <a:pt x="3819637" y="23480"/>
                  <a:pt x="3817148" y="30956"/>
                </a:cubicBezTo>
                <a:cubicBezTo>
                  <a:pt x="3812563" y="44726"/>
                  <a:pt x="3788378" y="51403"/>
                  <a:pt x="3778579" y="416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smoke" descr="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7905750"/>
            <a:ext cx="8572500" cy="6667500"/>
          </a:xfrm>
          <a:prstGeom prst="rect">
            <a:avLst/>
          </a:prstGeom>
        </p:spPr>
      </p:pic>
      <p:pic>
        <p:nvPicPr>
          <p:cNvPr id="4" name="torn paper" descr="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0000">
            <a:off x="1066800" y="1924050"/>
            <a:ext cx="8153400" cy="9486900"/>
          </a:xfrm>
          <a:prstGeom prst="rect">
            <a:avLst/>
          </a:prstGeom>
        </p:spPr>
      </p:pic>
      <p:sp>
        <p:nvSpPr>
          <p:cNvPr id="5" name="PHOTO: Your product, close up"/>
          <p:cNvSpPr/>
          <p:nvPr/>
        </p:nvSpPr>
        <p:spPr>
          <a:xfrm rot="180000">
            <a:off x="1714500" y="2571750"/>
            <a:ext cx="6858000" cy="8191500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6" name="TEXT: [the last batch of the season]"/>
          <p:cNvSpPr/>
          <p:nvPr/>
        </p:nvSpPr>
        <p:spPr>
          <a:xfrm rot="120000">
            <a:off x="823912" y="11453812"/>
            <a:ext cx="4448175" cy="1476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54686" rIns="154686" tIns="66294" bIns="66294"/>
          <a:lstStyle/>
          <a:p>
            <a:pPr algn="l">
              <a:lnSpc>
                <a:spcPts val="5307"/>
              </a:lnSpc>
            </a:pPr>
            <a:r>
              <a:rPr b="1" sz="4350">
                <a:solidFill>
                  <a:srgbClr val="18120E"/>
                </a:solidFill>
                <a:latin typeface="Montserrat"/>
              </a:rPr>
              <a:t>[the last batch</a:t>
            </a:r>
          </a:p>
          <a:p>
            <a:pPr algn="l">
              <a:lnSpc>
                <a:spcPts val="5307"/>
              </a:lnSpc>
            </a:pPr>
            <a:r>
              <a:rPr b="1" sz="4350">
                <a:solidFill>
                  <a:srgbClr val="18120E"/>
                </a:solidFill>
                <a:latin typeface="Montserrat"/>
              </a:rPr>
              <a:t>of the season]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smoke" descr="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239000"/>
            <a:ext cx="10287000" cy="6667500"/>
          </a:xfrm>
          <a:prstGeom prst="rect">
            <a:avLst/>
          </a:prstGeom>
        </p:spPr>
      </p:pic>
      <p:pic>
        <p:nvPicPr>
          <p:cNvPr id="4" name="round paper" descr="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750" y="7429500"/>
            <a:ext cx="5143500" cy="5143500"/>
          </a:xfrm>
          <a:prstGeom prst="rect">
            <a:avLst/>
          </a:prstGeom>
        </p:spPr>
      </p:pic>
      <p:sp>
        <p:nvSpPr>
          <p:cNvPr id="5" name="PHOTO: Your product"/>
          <p:cNvSpPr/>
          <p:nvPr/>
        </p:nvSpPr>
        <p:spPr>
          <a:xfrm rot="0">
            <a:off x="3143250" y="8001000"/>
            <a:ext cx="4000500" cy="4000500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6" name="LETTERING: comment"/>
          <p:cNvSpPr txBox="1"/>
          <p:nvPr/>
        </p:nvSpPr>
        <p:spPr>
          <a:xfrm>
            <a:off x="1381125" y="1123950"/>
            <a:ext cx="7524750" cy="19431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750" i="0">
                <a:solidFill>
                  <a:srgbClr val="FFFFFF"/>
                </a:solidFill>
                <a:latin typeface="Bodoni FLF"/>
              </a:rPr>
              <a:t>comment</a:t>
            </a:r>
          </a:p>
        </p:txBody>
      </p:sp>
      <p:sp>
        <p:nvSpPr>
          <p:cNvPr id="7" name="TEXT: [POOF]"/>
          <p:cNvSpPr/>
          <p:nvPr/>
        </p:nvSpPr>
        <p:spPr>
          <a:xfrm>
            <a:off x="2176462" y="2976562"/>
            <a:ext cx="5934075" cy="2047875"/>
          </a:xfrm>
          <a:prstGeom prst="roundRect">
            <a:avLst>
              <a:gd name="adj" fmla="val 50000"/>
            </a:avLst>
          </a:prstGeom>
          <a:solidFill>
            <a:srgbClr val="EC7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81038" rIns="681038" tIns="272415" bIns="272415"/>
          <a:lstStyle/>
          <a:p>
            <a:pPr algn="ctr">
              <a:lnSpc>
                <a:spcPts val="11894"/>
              </a:lnSpc>
            </a:pPr>
            <a:r>
              <a:rPr b="1" sz="9750">
                <a:solidFill>
                  <a:srgbClr val="FFFFFF"/>
                </a:solidFill>
                <a:latin typeface="Montserrat"/>
              </a:rPr>
              <a:t>[POOF]</a:t>
            </a:r>
          </a:p>
        </p:txBody>
      </p:sp>
      <p:sp>
        <p:nvSpPr>
          <p:cNvPr id="8" name="LETTERING: before it's gone"/>
          <p:cNvSpPr txBox="1"/>
          <p:nvPr/>
        </p:nvSpPr>
        <p:spPr>
          <a:xfrm>
            <a:off x="1185862" y="5276850"/>
            <a:ext cx="7915275" cy="12573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250" i="0">
                <a:solidFill>
                  <a:srgbClr val="EC7824"/>
                </a:solidFill>
                <a:latin typeface="Bodoni FLF"/>
              </a:rPr>
              <a:t>before </a:t>
            </a:r>
            <a:r>
              <a:rPr sz="8250" i="0">
                <a:solidFill>
                  <a:srgbClr val="EC7824"/>
                </a:solidFill>
                <a:latin typeface="Bodoni FLF"/>
              </a:rPr>
              <a:t>it's </a:t>
            </a:r>
            <a:r>
              <a:rPr sz="8250" i="0">
                <a:solidFill>
                  <a:srgbClr val="EC7824"/>
                </a:solidFill>
                <a:latin typeface="Bodoni FLF"/>
              </a:rPr>
              <a:t>gone</a:t>
            </a:r>
          </a:p>
        </p:txBody>
      </p:sp>
      <p:sp>
        <p:nvSpPr>
          <p:cNvPr id="9" name="arrow"/>
          <p:cNvSpPr/>
          <p:nvPr/>
        </p:nvSpPr>
        <p:spPr>
          <a:xfrm rot="0">
            <a:off x="476250" y="3700462"/>
            <a:ext cx="1905000" cy="600075"/>
          </a:xfrm>
          <a:custGeom>
            <a:avLst/>
            <a:gdLst/>
            <a:ahLst/>
            <a:cxnLst/>
            <a:rect l="0" t="0" r="r" b="b"/>
            <a:pathLst>
              <a:path w="1905000" h="600075">
                <a:moveTo>
                  <a:pt x="1479760" y="573881"/>
                </a:moveTo>
                <a:cubicBezTo>
                  <a:pt x="1480191" y="559273"/>
                  <a:pt x="1475800" y="548607"/>
                  <a:pt x="1469832" y="549767"/>
                </a:cubicBezTo>
                <a:cubicBezTo>
                  <a:pt x="1421986" y="559068"/>
                  <a:pt x="1483480" y="476437"/>
                  <a:pt x="1590675" y="387391"/>
                </a:cubicBezTo>
                <a:lnTo>
                  <a:pt x="1633537" y="351785"/>
                </a:lnTo>
                <a:lnTo>
                  <a:pt x="1519237" y="356707"/>
                </a:lnTo>
                <a:cubicBezTo>
                  <a:pt x="1456372" y="359415"/>
                  <a:pt x="1259205" y="363924"/>
                  <a:pt x="1081087" y="366727"/>
                </a:cubicBezTo>
                <a:cubicBezTo>
                  <a:pt x="682301" y="373004"/>
                  <a:pt x="412493" y="380441"/>
                  <a:pt x="381000" y="386025"/>
                </a:cubicBezTo>
                <a:cubicBezTo>
                  <a:pt x="327392" y="395531"/>
                  <a:pt x="66009" y="399307"/>
                  <a:pt x="71454" y="390497"/>
                </a:cubicBezTo>
                <a:cubicBezTo>
                  <a:pt x="74557" y="385476"/>
                  <a:pt x="58939" y="378465"/>
                  <a:pt x="36748" y="374916"/>
                </a:cubicBezTo>
                <a:cubicBezTo>
                  <a:pt x="969" y="369195"/>
                  <a:pt x="-1115" y="367545"/>
                  <a:pt x="18336" y="360349"/>
                </a:cubicBezTo>
                <a:cubicBezTo>
                  <a:pt x="33902" y="354591"/>
                  <a:pt x="38867" y="346863"/>
                  <a:pt x="35434" y="333736"/>
                </a:cubicBezTo>
                <a:cubicBezTo>
                  <a:pt x="32774" y="323562"/>
                  <a:pt x="35500" y="312864"/>
                  <a:pt x="41492" y="309962"/>
                </a:cubicBezTo>
                <a:cubicBezTo>
                  <a:pt x="47484" y="307060"/>
                  <a:pt x="40180" y="307041"/>
                  <a:pt x="25261" y="309920"/>
                </a:cubicBezTo>
                <a:cubicBezTo>
                  <a:pt x="5691" y="313697"/>
                  <a:pt x="-736" y="311723"/>
                  <a:pt x="2183" y="302834"/>
                </a:cubicBezTo>
                <a:cubicBezTo>
                  <a:pt x="4409" y="296057"/>
                  <a:pt x="18759" y="289061"/>
                  <a:pt x="34072" y="287288"/>
                </a:cubicBezTo>
                <a:cubicBezTo>
                  <a:pt x="49384" y="285515"/>
                  <a:pt x="66241" y="280486"/>
                  <a:pt x="71531" y="276113"/>
                </a:cubicBezTo>
                <a:cubicBezTo>
                  <a:pt x="95671" y="256161"/>
                  <a:pt x="529459" y="236735"/>
                  <a:pt x="1308087" y="220737"/>
                </a:cubicBezTo>
                <a:lnTo>
                  <a:pt x="1620812" y="214312"/>
                </a:lnTo>
                <a:lnTo>
                  <a:pt x="1560500" y="169964"/>
                </a:lnTo>
                <a:cubicBezTo>
                  <a:pt x="1487944" y="116614"/>
                  <a:pt x="1453245" y="80981"/>
                  <a:pt x="1461244" y="68038"/>
                </a:cubicBezTo>
                <a:cubicBezTo>
                  <a:pt x="1464498" y="62773"/>
                  <a:pt x="1462804" y="55774"/>
                  <a:pt x="1457480" y="52483"/>
                </a:cubicBezTo>
                <a:cubicBezTo>
                  <a:pt x="1441380" y="42533"/>
                  <a:pt x="1446624" y="19050"/>
                  <a:pt x="1464944" y="19050"/>
                </a:cubicBezTo>
                <a:cubicBezTo>
                  <a:pt x="1474374" y="19050"/>
                  <a:pt x="1486501" y="14638"/>
                  <a:pt x="1491893" y="9246"/>
                </a:cubicBezTo>
                <a:cubicBezTo>
                  <a:pt x="1498615" y="2524"/>
                  <a:pt x="1508960" y="3273"/>
                  <a:pt x="1524800" y="11627"/>
                </a:cubicBezTo>
                <a:cubicBezTo>
                  <a:pt x="1574403" y="37789"/>
                  <a:pt x="1863367" y="237337"/>
                  <a:pt x="1884280" y="259871"/>
                </a:cubicBezTo>
                <a:cubicBezTo>
                  <a:pt x="1914053" y="291952"/>
                  <a:pt x="1903029" y="308399"/>
                  <a:pt x="1805108" y="377991"/>
                </a:cubicBezTo>
                <a:cubicBezTo>
                  <a:pt x="1763132" y="407824"/>
                  <a:pt x="1690211" y="463063"/>
                  <a:pt x="1643062" y="500744"/>
                </a:cubicBezTo>
                <a:cubicBezTo>
                  <a:pt x="1575288" y="554909"/>
                  <a:pt x="1501725" y="600075"/>
                  <a:pt x="1481280" y="600075"/>
                </a:cubicBezTo>
                <a:cubicBezTo>
                  <a:pt x="1480018" y="600075"/>
                  <a:pt x="1479334" y="588287"/>
                  <a:pt x="1479760" y="573881"/>
                </a:cubicBezTo>
                <a:close/>
              </a:path>
            </a:pathLst>
          </a:custGeom>
          <a:solidFill>
            <a:srgbClr val="EC7824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