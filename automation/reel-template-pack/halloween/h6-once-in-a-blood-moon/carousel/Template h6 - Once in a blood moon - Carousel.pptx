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your product or 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both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Swap in a photo for the moon window. Edit the deal.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Swap in a photo of your product. Edit the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Swap in a photo of your shop or the whole collection.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Type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Your product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LETTERING: once in a"/>
          <p:cNvSpPr txBox="1"/>
          <p:nvPr/>
        </p:nvSpPr>
        <p:spPr>
          <a:xfrm>
            <a:off x="2343150" y="1447800"/>
            <a:ext cx="5600700" cy="14859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750" i="0">
                <a:solidFill>
                  <a:srgbClr val="F6EEDE"/>
                </a:solidFill>
                <a:latin typeface="Bodoni Moda"/>
              </a:rPr>
              <a:t>once </a:t>
            </a:r>
            <a:r>
              <a:rPr sz="9750" i="0">
                <a:solidFill>
                  <a:srgbClr val="F6EEDE"/>
                </a:solidFill>
                <a:latin typeface="Bodoni Moda"/>
              </a:rPr>
              <a:t>in </a:t>
            </a:r>
            <a:r>
              <a:rPr sz="9750" i="0">
                <a:solidFill>
                  <a:srgbClr val="F6EEDE"/>
                </a:solidFill>
                <a:latin typeface="Bodoni Moda"/>
              </a:rPr>
              <a:t>a</a:t>
            </a:r>
          </a:p>
        </p:txBody>
      </p:sp>
      <p:sp>
        <p:nvSpPr>
          <p:cNvPr id="5" name="LETTERING: blood"/>
          <p:cNvSpPr txBox="1"/>
          <p:nvPr/>
        </p:nvSpPr>
        <p:spPr>
          <a:xfrm rot="120000">
            <a:off x="1471612" y="2857500"/>
            <a:ext cx="7343775" cy="285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750" i="0">
                <a:solidFill>
                  <a:srgbClr val="E85C3C"/>
                </a:solidFill>
                <a:latin typeface="Bodoni Moda"/>
              </a:rPr>
              <a:t>blood</a:t>
            </a:r>
          </a:p>
        </p:txBody>
      </p:sp>
      <p:sp>
        <p:nvSpPr>
          <p:cNvPr id="6" name="LETTERING: moon"/>
          <p:cNvSpPr txBox="1"/>
          <p:nvPr/>
        </p:nvSpPr>
        <p:spPr>
          <a:xfrm rot="120000">
            <a:off x="1781175" y="5048250"/>
            <a:ext cx="7105650" cy="285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750" i="0">
                <a:solidFill>
                  <a:srgbClr val="E85C3C"/>
                </a:solidFill>
                <a:latin typeface="Bodoni Moda"/>
              </a:rPr>
              <a:t>moon</a:t>
            </a:r>
          </a:p>
        </p:txBody>
      </p:sp>
      <p:sp>
        <p:nvSpPr>
          <p:cNvPr id="7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moon glow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00" y="1905000"/>
            <a:ext cx="13335000" cy="13335000"/>
          </a:xfrm>
          <a:prstGeom prst="rect">
            <a:avLst/>
          </a:prstGeom>
        </p:spPr>
      </p:pic>
      <p:pic>
        <p:nvPicPr>
          <p:cNvPr id="4" name="blood moon" descr="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4476750"/>
            <a:ext cx="8191500" cy="8191500"/>
          </a:xfrm>
          <a:prstGeom prst="rect">
            <a:avLst/>
          </a:prstGeom>
        </p:spPr>
      </p:pic>
      <p:pic>
        <p:nvPicPr>
          <p:cNvPr id="5" name="clouds" descr="0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190750" y="8258175"/>
            <a:ext cx="12382500" cy="8248650"/>
          </a:xfrm>
          <a:prstGeom prst="rect">
            <a:avLst/>
          </a:prstGeom>
        </p:spPr>
      </p:pic>
      <p:sp>
        <p:nvSpPr>
          <p:cNvPr id="6" name="TEXT: our once-a-year"/>
          <p:cNvSpPr/>
          <p:nvPr/>
        </p:nvSpPr>
        <p:spPr>
          <a:xfrm>
            <a:off x="4200525" y="1300162"/>
            <a:ext cx="4933950" cy="828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r">
              <a:lnSpc>
                <a:spcPts val="5490"/>
              </a:lnSpc>
            </a:pPr>
            <a:r>
              <a:rPr b="1" sz="4500">
                <a:solidFill>
                  <a:srgbClr val="F6EEDE"/>
                </a:solidFill>
                <a:latin typeface="Montserrat"/>
              </a:rPr>
              <a:t>our once-a-year</a:t>
            </a:r>
          </a:p>
        </p:txBody>
      </p:sp>
      <p:sp>
        <p:nvSpPr>
          <p:cNvPr id="7" name="TEXT: SALE"/>
          <p:cNvSpPr/>
          <p:nvPr/>
        </p:nvSpPr>
        <p:spPr>
          <a:xfrm>
            <a:off x="4257675" y="1752600"/>
            <a:ext cx="5962650" cy="2781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33400" rIns="533400" tIns="228600" bIns="228600"/>
          <a:lstStyle/>
          <a:p>
            <a:pPr algn="r">
              <a:lnSpc>
                <a:spcPts val="18300"/>
              </a:lnSpc>
            </a:pPr>
            <a:r>
              <a:rPr b="0" sz="15000">
                <a:solidFill>
                  <a:srgbClr val="E85C3C"/>
                </a:solidFill>
                <a:latin typeface="Bodoni Moda"/>
              </a:rPr>
              <a:t>SALE</a:t>
            </a:r>
          </a:p>
        </p:txBody>
      </p:sp>
      <p:sp>
        <p:nvSpPr>
          <p:cNvPr id="8" name="TEXT: [see the deal]"/>
          <p:cNvSpPr/>
          <p:nvPr/>
        </p:nvSpPr>
        <p:spPr>
          <a:xfrm rot="120000">
            <a:off x="614362" y="12239625"/>
            <a:ext cx="4486275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[see the deal]</a:t>
            </a:r>
          </a:p>
        </p:txBody>
      </p:sp>
      <p:sp>
        <p:nvSpPr>
          <p:cNvPr id="9" name="arrow"/>
          <p:cNvSpPr/>
          <p:nvPr/>
        </p:nvSpPr>
        <p:spPr>
          <a:xfrm rot="120000">
            <a:off x="5095875" y="1236821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F6EEDE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moon glow" descr="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8250" y="-285750"/>
            <a:ext cx="12763500" cy="12763500"/>
          </a:xfrm>
          <a:prstGeom prst="rect">
            <a:avLst/>
          </a:prstGeom>
        </p:spPr>
      </p:pic>
      <p:sp>
        <p:nvSpPr>
          <p:cNvPr id="4" name="PHOTO: Your product (in the moon)"/>
          <p:cNvSpPr/>
          <p:nvPr/>
        </p:nvSpPr>
        <p:spPr>
          <a:xfrm rot="0">
            <a:off x="1333500" y="2286000"/>
            <a:ext cx="7620000" cy="76200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everything"/>
          <p:cNvSpPr/>
          <p:nvPr/>
        </p:nvSpPr>
        <p:spPr>
          <a:xfrm>
            <a:off x="3400425" y="10539412"/>
            <a:ext cx="3486150" cy="828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ctr">
              <a:lnSpc>
                <a:spcPts val="5490"/>
              </a:lnSpc>
            </a:pPr>
            <a:r>
              <a:rPr b="1" sz="4500">
                <a:solidFill>
                  <a:srgbClr val="F6EEDE"/>
                </a:solidFill>
                <a:latin typeface="Montserrat"/>
              </a:rPr>
              <a:t>everything</a:t>
            </a:r>
          </a:p>
        </p:txBody>
      </p:sp>
      <p:sp>
        <p:nvSpPr>
          <p:cNvPr id="6" name="TEXT: 30% off"/>
          <p:cNvSpPr/>
          <p:nvPr/>
        </p:nvSpPr>
        <p:spPr>
          <a:xfrm>
            <a:off x="1223962" y="10968038"/>
            <a:ext cx="7839075" cy="2638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6730" rIns="506730" tIns="217170" bIns="217170"/>
          <a:lstStyle/>
          <a:p>
            <a:pPr algn="ctr">
              <a:lnSpc>
                <a:spcPts val="17385"/>
              </a:lnSpc>
            </a:pPr>
            <a:r>
              <a:rPr b="0" sz="14250">
                <a:solidFill>
                  <a:srgbClr val="E85C3C"/>
                </a:solidFill>
                <a:latin typeface="Bodoni Moda"/>
              </a:rPr>
              <a:t>30% 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3238500" y="1333500"/>
            <a:ext cx="6477000" cy="8001000"/>
          </a:xfrm>
          <a:prstGeom prst="rect">
            <a:avLst/>
          </a:prstGeom>
        </p:spPr>
      </p:pic>
      <p:sp>
        <p:nvSpPr>
          <p:cNvPr id="4" name="PHOTO: Your product"/>
          <p:cNvSpPr/>
          <p:nvPr/>
        </p:nvSpPr>
        <p:spPr>
          <a:xfrm rot="-180000">
            <a:off x="3810000" y="1905000"/>
            <a:ext cx="5334000" cy="6858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moon glow" descr="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476500" y="6096000"/>
            <a:ext cx="9715500" cy="9715500"/>
          </a:xfrm>
          <a:prstGeom prst="rect">
            <a:avLst/>
          </a:prstGeom>
        </p:spPr>
      </p:pic>
      <p:pic>
        <p:nvPicPr>
          <p:cNvPr id="6" name="blood moon" descr="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" y="8667750"/>
            <a:ext cx="4572000" cy="4572000"/>
          </a:xfrm>
          <a:prstGeom prst="rect">
            <a:avLst/>
          </a:prstGeom>
        </p:spPr>
      </p:pic>
      <p:pic>
        <p:nvPicPr>
          <p:cNvPr id="7" name="wolf" descr="0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10106025"/>
            <a:ext cx="3048000" cy="3133725"/>
          </a:xfrm>
          <a:prstGeom prst="rect">
            <a:avLst/>
          </a:prstGeom>
        </p:spPr>
      </p:pic>
      <p:sp>
        <p:nvSpPr>
          <p:cNvPr id="8" name="TEXT: this weekend only"/>
          <p:cNvSpPr/>
          <p:nvPr/>
        </p:nvSpPr>
        <p:spPr>
          <a:xfrm>
            <a:off x="5024438" y="10487025"/>
            <a:ext cx="5191125" cy="742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18" rIns="144018" tIns="61722" bIns="61722"/>
          <a:lstStyle/>
          <a:p>
            <a:pPr algn="ctr">
              <a:lnSpc>
                <a:spcPts val="4941"/>
              </a:lnSpc>
            </a:pPr>
            <a:r>
              <a:rPr b="1" sz="4050">
                <a:solidFill>
                  <a:srgbClr val="F6EEDE"/>
                </a:solidFill>
                <a:latin typeface="Montserrat"/>
              </a:rPr>
              <a:t>this weekend only</a:t>
            </a:r>
          </a:p>
        </p:txBody>
      </p:sp>
      <p:sp>
        <p:nvSpPr>
          <p:cNvPr id="9" name="TEXT: Oct 29-31"/>
          <p:cNvSpPr/>
          <p:nvPr/>
        </p:nvSpPr>
        <p:spPr>
          <a:xfrm>
            <a:off x="4862512" y="11263312"/>
            <a:ext cx="5514975" cy="16668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rIns="320040" tIns="137160" bIns="137160"/>
          <a:lstStyle/>
          <a:p>
            <a:pPr algn="ctr">
              <a:lnSpc>
                <a:spcPts val="10980"/>
              </a:lnSpc>
            </a:pPr>
            <a:r>
              <a:rPr b="0" sz="9000">
                <a:solidFill>
                  <a:srgbClr val="E85C3C"/>
                </a:solidFill>
                <a:latin typeface="Bodoni Moda"/>
              </a:rPr>
              <a:t>Oct 29-31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Your shop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tree" descr="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620250" y="714375"/>
            <a:ext cx="14287500" cy="13049250"/>
          </a:xfrm>
          <a:prstGeom prst="rect">
            <a:avLst/>
          </a:prstGeom>
        </p:spPr>
      </p:pic>
      <p:pic>
        <p:nvPicPr>
          <p:cNvPr id="5" name="branch" descr="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0"/>
            <a:ext cx="7239000" cy="2943225"/>
          </a:xfrm>
          <a:prstGeom prst="rect">
            <a:avLst/>
          </a:prstGeom>
        </p:spPr>
      </p:pic>
      <p:pic>
        <p:nvPicPr>
          <p:cNvPr id="6" name="hanging bat" descr="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2847975"/>
            <a:ext cx="2000250" cy="3190875"/>
          </a:xfrm>
          <a:prstGeom prst="rect">
            <a:avLst/>
          </a:prstGeom>
        </p:spPr>
      </p:pic>
      <p:sp>
        <p:nvSpPr>
          <p:cNvPr id="7" name="TEXT: [everything in the shop]"/>
          <p:cNvSpPr/>
          <p:nvPr/>
        </p:nvSpPr>
        <p:spPr>
          <a:xfrm rot="120000">
            <a:off x="1866900" y="11953875"/>
            <a:ext cx="7696200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ctr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[everything in the shop]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moon glow" descr="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14500" y="381000"/>
            <a:ext cx="13716000" cy="13716000"/>
          </a:xfrm>
          <a:prstGeom prst="rect">
            <a:avLst/>
          </a:prstGeom>
        </p:spPr>
      </p:pic>
      <p:pic>
        <p:nvPicPr>
          <p:cNvPr id="4" name="blood moon" descr="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952750"/>
            <a:ext cx="8572500" cy="8572500"/>
          </a:xfrm>
          <a:prstGeom prst="rect">
            <a:avLst/>
          </a:prstGeom>
        </p:spPr>
      </p:pic>
      <p:pic>
        <p:nvPicPr>
          <p:cNvPr id="5" name="clouds" descr="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00250" y="7905750"/>
            <a:ext cx="14287500" cy="9525000"/>
          </a:xfrm>
          <a:prstGeom prst="rect">
            <a:avLst/>
          </a:prstGeom>
        </p:spPr>
      </p:pic>
      <p:pic>
        <p:nvPicPr>
          <p:cNvPr id="6" name="bat" descr="0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120000">
            <a:off x="666750" y="1628775"/>
            <a:ext cx="2476500" cy="1123950"/>
          </a:xfrm>
          <a:prstGeom prst="rect">
            <a:avLst/>
          </a:prstGeom>
        </p:spPr>
      </p:pic>
      <p:pic>
        <p:nvPicPr>
          <p:cNvPr id="7" name="bat" descr="0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480000">
            <a:off x="7381875" y="1262062"/>
            <a:ext cx="2000250" cy="904875"/>
          </a:xfrm>
          <a:prstGeom prst="rect">
            <a:avLst/>
          </a:prstGeom>
        </p:spPr>
      </p:pic>
      <p:sp>
        <p:nvSpPr>
          <p:cNvPr id="8" name="TEXT: comment"/>
          <p:cNvSpPr/>
          <p:nvPr/>
        </p:nvSpPr>
        <p:spPr>
          <a:xfrm>
            <a:off x="3409950" y="5257800"/>
            <a:ext cx="34671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ctr">
              <a:lnSpc>
                <a:spcPts val="6039"/>
              </a:lnSpc>
            </a:pPr>
            <a:r>
              <a:rPr b="1" sz="4950">
                <a:solidFill>
                  <a:srgbClr val="F6EEDE"/>
                </a:solidFill>
                <a:latin typeface="Montserrat"/>
              </a:rPr>
              <a:t>comment</a:t>
            </a:r>
          </a:p>
        </p:txBody>
      </p:sp>
      <p:sp>
        <p:nvSpPr>
          <p:cNvPr id="9" name="TEXT: MOON"/>
          <p:cNvSpPr/>
          <p:nvPr/>
        </p:nvSpPr>
        <p:spPr>
          <a:xfrm>
            <a:off x="1085850" y="5738812"/>
            <a:ext cx="8115300" cy="31908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13410" rIns="613410" tIns="262890" bIns="262890"/>
          <a:lstStyle/>
          <a:p>
            <a:pPr algn="ctr">
              <a:lnSpc>
                <a:spcPts val="21045"/>
              </a:lnSpc>
            </a:pPr>
            <a:r>
              <a:rPr b="0" sz="17250">
                <a:solidFill>
                  <a:srgbClr val="F6EEDE"/>
                </a:solidFill>
                <a:latin typeface="Bodoni Moda"/>
              </a:rPr>
              <a:t>MOON</a:t>
            </a:r>
          </a:p>
        </p:txBody>
      </p:sp>
      <p:sp>
        <p:nvSpPr>
          <p:cNvPr id="10" name="TEXT: for your code"/>
          <p:cNvSpPr/>
          <p:nvPr/>
        </p:nvSpPr>
        <p:spPr>
          <a:xfrm>
            <a:off x="3028950" y="8539162"/>
            <a:ext cx="4229100" cy="828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ctr">
              <a:lnSpc>
                <a:spcPts val="5490"/>
              </a:lnSpc>
            </a:pPr>
            <a:r>
              <a:rPr b="1" sz="4500">
                <a:solidFill>
                  <a:srgbClr val="F6EEDE"/>
                </a:solidFill>
                <a:latin typeface="Montserrat"/>
              </a:rPr>
              <a:t>for your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