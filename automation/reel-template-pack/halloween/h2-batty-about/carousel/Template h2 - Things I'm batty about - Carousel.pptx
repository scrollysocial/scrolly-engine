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Swap in your opening photo (you or your product).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No photo needed. Edit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Favourite 1: swap in its photo and type its name on the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Favourite 2: swap in its photo and type its name on the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Favourite 3: swap in its photo and type its name on the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The same three photos. Type your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png"/><Relationship Id="rId4" Type="http://schemas.openxmlformats.org/officeDocument/2006/relationships/image" Target="../media/image15.jp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jp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png"/><Relationship Id="rId4" Type="http://schemas.openxmlformats.org/officeDocument/2006/relationships/image" Target="../media/image22.jp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23.png"/><Relationship Id="rId8" Type="http://schemas.openxmlformats.org/officeDocument/2006/relationships/image" Target="../media/image17.png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5.png"/><Relationship Id="rId6" Type="http://schemas.openxmlformats.org/officeDocument/2006/relationships/image" Target="../media/image26.jpg"/><Relationship Id="rId7" Type="http://schemas.openxmlformats.org/officeDocument/2006/relationships/image" Target="../media/image27.png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Opening photo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bat" descr="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7150" y="752475"/>
            <a:ext cx="3352800" cy="2305050"/>
          </a:xfrm>
          <a:prstGeom prst="rect">
            <a:avLst/>
          </a:prstGeom>
        </p:spPr>
      </p:pic>
      <p:pic>
        <p:nvPicPr>
          <p:cNvPr id="5" name="bat" descr="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409575"/>
            <a:ext cx="2667000" cy="2038350"/>
          </a:xfrm>
          <a:prstGeom prst="rect">
            <a:avLst/>
          </a:prstGeom>
        </p:spPr>
      </p:pic>
      <p:pic>
        <p:nvPicPr>
          <p:cNvPr id="6" name="bat" descr="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1025" y="5153025"/>
            <a:ext cx="2266950" cy="1885950"/>
          </a:xfrm>
          <a:prstGeom prst="rect">
            <a:avLst/>
          </a:prstGeom>
        </p:spPr>
      </p:pic>
      <p:pic>
        <p:nvPicPr>
          <p:cNvPr id="7" name="bat" descr="0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00050" y="6276975"/>
            <a:ext cx="2895600" cy="1924050"/>
          </a:xfrm>
          <a:prstGeom prst="rect">
            <a:avLst/>
          </a:prstGeom>
        </p:spPr>
      </p:pic>
      <p:pic>
        <p:nvPicPr>
          <p:cNvPr id="8" name="bat" descr="0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3300" y="11387138"/>
            <a:ext cx="2057400" cy="1800225"/>
          </a:xfrm>
          <a:prstGeom prst="rect">
            <a:avLst/>
          </a:prstGeom>
        </p:spPr>
      </p:pic>
      <p:pic>
        <p:nvPicPr>
          <p:cNvPr id="9" name="bat" descr="0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" y="11872912"/>
            <a:ext cx="2381250" cy="1590675"/>
          </a:xfrm>
          <a:prstGeom prst="rect">
            <a:avLst/>
          </a:prstGeom>
        </p:spPr>
      </p:pic>
      <p:sp>
        <p:nvSpPr>
          <p:cNvPr id="10" name="TEXT: things I'm"/>
          <p:cNvSpPr/>
          <p:nvPr/>
        </p:nvSpPr>
        <p:spPr>
          <a:xfrm rot="120000">
            <a:off x="3228975" y="7705725"/>
            <a:ext cx="3829050" cy="971550"/>
          </a:xfrm>
          <a:prstGeom prst="rect">
            <a:avLst/>
          </a:prstGeom>
          <a:solidFill>
            <a:srgbClr val="CEA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6690" rIns="186690" tIns="80010" bIns="80010"/>
          <a:lstStyle/>
          <a:p>
            <a:pPr algn="ctr">
              <a:lnSpc>
                <a:spcPts val="6405"/>
              </a:lnSpc>
            </a:pPr>
            <a:r>
              <a:rPr b="1" sz="5250">
                <a:solidFill>
                  <a:srgbClr val="1C1422"/>
                </a:solidFill>
                <a:latin typeface="Montserrat"/>
              </a:rPr>
              <a:t>things I'm</a:t>
            </a:r>
          </a:p>
        </p:txBody>
      </p:sp>
      <p:pic>
        <p:nvPicPr>
          <p:cNvPr id="11" name="BATTY" descr="0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80000">
            <a:off x="-652462" y="8534400"/>
            <a:ext cx="11591925" cy="2743200"/>
          </a:xfrm>
          <a:prstGeom prst="rect">
            <a:avLst/>
          </a:prstGeom>
        </p:spPr>
      </p:pic>
      <p:pic>
        <p:nvPicPr>
          <p:cNvPr id="12" name="about" descr="00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480000">
            <a:off x="2114550" y="10763250"/>
            <a:ext cx="6438900" cy="1714500"/>
          </a:xfrm>
          <a:prstGeom prst="rect">
            <a:avLst/>
          </a:prstGeom>
        </p:spPr>
      </p:pic>
      <p:sp>
        <p:nvSpPr>
          <p:cNvPr id="13" name="GUIDE (delete)"/>
          <p:cNvSpPr/>
          <p:nvPr/>
        </p:nvSpPr>
        <p:spPr>
          <a:xfrm>
            <a:off x="1352550" y="1306353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branch" descr="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76250"/>
            <a:ext cx="10287000" cy="4191000"/>
          </a:xfrm>
          <a:prstGeom prst="rect">
            <a:avLst/>
          </a:prstGeom>
        </p:spPr>
      </p:pic>
      <p:pic>
        <p:nvPicPr>
          <p:cNvPr id="4" name="hanging bat" descr="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376488"/>
            <a:ext cx="1809750" cy="2867025"/>
          </a:xfrm>
          <a:prstGeom prst="rect">
            <a:avLst/>
          </a:prstGeom>
        </p:spPr>
      </p:pic>
      <p:pic>
        <p:nvPicPr>
          <p:cNvPr id="5" name="TOP 3" descr="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0000">
            <a:off x="161925" y="6515100"/>
            <a:ext cx="9582150" cy="2781300"/>
          </a:xfrm>
          <a:prstGeom prst="rect">
            <a:avLst/>
          </a:prstGeom>
        </p:spPr>
      </p:pic>
      <p:sp>
        <p:nvSpPr>
          <p:cNvPr id="6" name="TEXT: [my Halloween favourites]"/>
          <p:cNvSpPr/>
          <p:nvPr/>
        </p:nvSpPr>
        <p:spPr>
          <a:xfrm rot="120000">
            <a:off x="2571750" y="4452938"/>
            <a:ext cx="6667500" cy="2143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4028" rIns="224028" tIns="96012" bIns="96012"/>
          <a:lstStyle/>
          <a:p>
            <a:pPr algn="r">
              <a:lnSpc>
                <a:spcPts val="7686"/>
              </a:lnSpc>
            </a:pPr>
            <a:r>
              <a:rPr b="1" sz="6300">
                <a:solidFill>
                  <a:srgbClr val="181716"/>
                </a:solidFill>
                <a:latin typeface="Montserrat"/>
              </a:rPr>
              <a:t>[my Halloween</a:t>
            </a:r>
          </a:p>
          <a:p>
            <a:pPr algn="r">
              <a:lnSpc>
                <a:spcPts val="7686"/>
              </a:lnSpc>
            </a:pPr>
            <a:r>
              <a:rPr b="1" sz="6300">
                <a:solidFill>
                  <a:srgbClr val="181716"/>
                </a:solidFill>
                <a:latin typeface="Montserrat"/>
              </a:rPr>
              <a:t>favourites]</a:t>
            </a:r>
          </a:p>
        </p:txBody>
      </p:sp>
      <p:sp>
        <p:nvSpPr>
          <p:cNvPr id="7" name="TEXT: [number 1 first]"/>
          <p:cNvSpPr/>
          <p:nvPr/>
        </p:nvSpPr>
        <p:spPr>
          <a:xfrm rot="120000">
            <a:off x="557212" y="11953875"/>
            <a:ext cx="5172075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[number 1 first]</a:t>
            </a:r>
          </a:p>
        </p:txBody>
      </p:sp>
      <p:sp>
        <p:nvSpPr>
          <p:cNvPr id="8" name="arrow"/>
          <p:cNvSpPr/>
          <p:nvPr/>
        </p:nvSpPr>
        <p:spPr>
          <a:xfrm rot="-120000">
            <a:off x="6048375" y="12082462"/>
            <a:ext cx="1619250" cy="504825"/>
          </a:xfrm>
          <a:custGeom>
            <a:avLst/>
            <a:gdLst/>
            <a:ahLst/>
            <a:cxnLst/>
            <a:rect l="0" t="0" r="r" b="b"/>
            <a:pathLst>
              <a:path w="1619250" h="504825">
                <a:moveTo>
                  <a:pt x="1257300" y="480450"/>
                </a:moveTo>
                <a:cubicBezTo>
                  <a:pt x="1257300" y="466626"/>
                  <a:pt x="1253177" y="458623"/>
                  <a:pt x="1247775" y="461962"/>
                </a:cubicBezTo>
                <a:cubicBezTo>
                  <a:pt x="1242536" y="465200"/>
                  <a:pt x="1238235" y="460095"/>
                  <a:pt x="1238218" y="450618"/>
                </a:cubicBezTo>
                <a:cubicBezTo>
                  <a:pt x="1238201" y="441141"/>
                  <a:pt x="1271222" y="402197"/>
                  <a:pt x="1311598" y="364076"/>
                </a:cubicBezTo>
                <a:lnTo>
                  <a:pt x="1385010" y="294765"/>
                </a:lnTo>
                <a:lnTo>
                  <a:pt x="1266386" y="300090"/>
                </a:lnTo>
                <a:cubicBezTo>
                  <a:pt x="1201143" y="303019"/>
                  <a:pt x="950595" y="310034"/>
                  <a:pt x="709612" y="315678"/>
                </a:cubicBezTo>
                <a:cubicBezTo>
                  <a:pt x="468630" y="321323"/>
                  <a:pt x="223235" y="328686"/>
                  <a:pt x="164292" y="332039"/>
                </a:cubicBezTo>
                <a:cubicBezTo>
                  <a:pt x="81649" y="336741"/>
                  <a:pt x="57124" y="335412"/>
                  <a:pt x="57135" y="326231"/>
                </a:cubicBezTo>
                <a:cubicBezTo>
                  <a:pt x="57144" y="319190"/>
                  <a:pt x="44728" y="314325"/>
                  <a:pt x="26754" y="314324"/>
                </a:cubicBezTo>
                <a:cubicBezTo>
                  <a:pt x="-1225" y="314324"/>
                  <a:pt x="-2231" y="313294"/>
                  <a:pt x="14096" y="301355"/>
                </a:cubicBezTo>
                <a:cubicBezTo>
                  <a:pt x="39698" y="282634"/>
                  <a:pt x="40970" y="257174"/>
                  <a:pt x="16302" y="257175"/>
                </a:cubicBezTo>
                <a:cubicBezTo>
                  <a:pt x="4858" y="257175"/>
                  <a:pt x="89" y="253819"/>
                  <a:pt x="5238" y="249388"/>
                </a:cubicBezTo>
                <a:cubicBezTo>
                  <a:pt x="38131" y="221084"/>
                  <a:pt x="254251" y="205225"/>
                  <a:pt x="757237" y="194206"/>
                </a:cubicBezTo>
                <a:cubicBezTo>
                  <a:pt x="909161" y="190878"/>
                  <a:pt x="1109402" y="185468"/>
                  <a:pt x="1202217" y="182184"/>
                </a:cubicBezTo>
                <a:lnTo>
                  <a:pt x="1370973" y="176212"/>
                </a:lnTo>
                <a:lnTo>
                  <a:pt x="1306992" y="128587"/>
                </a:lnTo>
                <a:cubicBezTo>
                  <a:pt x="1271803" y="102393"/>
                  <a:pt x="1242899" y="74533"/>
                  <a:pt x="1242760" y="66675"/>
                </a:cubicBezTo>
                <a:cubicBezTo>
                  <a:pt x="1242622" y="58816"/>
                  <a:pt x="1239154" y="47029"/>
                  <a:pt x="1235054" y="40481"/>
                </a:cubicBezTo>
                <a:cubicBezTo>
                  <a:pt x="1224885" y="24237"/>
                  <a:pt x="1235722" y="9152"/>
                  <a:pt x="1252842" y="15722"/>
                </a:cubicBezTo>
                <a:cubicBezTo>
                  <a:pt x="1260532" y="18673"/>
                  <a:pt x="1266825" y="16343"/>
                  <a:pt x="1266825" y="10544"/>
                </a:cubicBezTo>
                <a:cubicBezTo>
                  <a:pt x="1266825" y="-9201"/>
                  <a:pt x="1283898" y="-5"/>
                  <a:pt x="1441695" y="104733"/>
                </a:cubicBezTo>
                <a:cubicBezTo>
                  <a:pt x="1620939" y="223706"/>
                  <a:pt x="1633427" y="237454"/>
                  <a:pt x="1593675" y="272033"/>
                </a:cubicBezTo>
                <a:cubicBezTo>
                  <a:pt x="1563065" y="298659"/>
                  <a:pt x="1336730" y="468567"/>
                  <a:pt x="1320437" y="477150"/>
                </a:cubicBezTo>
                <a:cubicBezTo>
                  <a:pt x="1255250" y="511492"/>
                  <a:pt x="1257300" y="511385"/>
                  <a:pt x="1257300" y="480450"/>
                </a:cubicBezTo>
                <a:close/>
              </a:path>
            </a:pathLst>
          </a:custGeom>
          <a:solidFill>
            <a:srgbClr val="CEACD6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1143000" y="2000250"/>
            <a:ext cx="8382000" cy="9334500"/>
          </a:xfrm>
          <a:prstGeom prst="rect">
            <a:avLst/>
          </a:prstGeom>
        </p:spPr>
      </p:pic>
      <p:sp>
        <p:nvSpPr>
          <p:cNvPr id="4" name="PHOTO: Favourite 1"/>
          <p:cNvSpPr/>
          <p:nvPr/>
        </p:nvSpPr>
        <p:spPr>
          <a:xfrm rot="-120000">
            <a:off x="1714500" y="2571750"/>
            <a:ext cx="7239000" cy="8191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1" descr="0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60000">
            <a:off x="-785812" y="1000125"/>
            <a:ext cx="4429125" cy="4286250"/>
          </a:xfrm>
          <a:prstGeom prst="rect">
            <a:avLst/>
          </a:prstGeom>
        </p:spPr>
      </p:pic>
      <p:sp>
        <p:nvSpPr>
          <p:cNvPr id="6" name="crown"/>
          <p:cNvSpPr/>
          <p:nvPr/>
        </p:nvSpPr>
        <p:spPr>
          <a:xfrm rot="600000">
            <a:off x="7429500" y="1433512"/>
            <a:ext cx="1905000" cy="1895475"/>
          </a:xfrm>
          <a:custGeom>
            <a:avLst/>
            <a:gdLst/>
            <a:ahLst/>
            <a:cxnLst/>
            <a:rect l="0" t="0" r="r" b="b"/>
            <a:pathLst>
              <a:path w="1905000" h="1895475">
                <a:moveTo>
                  <a:pt x="419100" y="1888868"/>
                </a:moveTo>
                <a:cubicBezTo>
                  <a:pt x="348264" y="1877568"/>
                  <a:pt x="294827" y="1854146"/>
                  <a:pt x="289258" y="1831957"/>
                </a:cubicBezTo>
                <a:cubicBezTo>
                  <a:pt x="286123" y="1819467"/>
                  <a:pt x="275112" y="1804727"/>
                  <a:pt x="264788" y="1799202"/>
                </a:cubicBezTo>
                <a:cubicBezTo>
                  <a:pt x="254464" y="1793677"/>
                  <a:pt x="248491" y="1786683"/>
                  <a:pt x="251514" y="1783660"/>
                </a:cubicBezTo>
                <a:cubicBezTo>
                  <a:pt x="254536" y="1780638"/>
                  <a:pt x="252491" y="1772720"/>
                  <a:pt x="246968" y="1766066"/>
                </a:cubicBezTo>
                <a:cubicBezTo>
                  <a:pt x="230815" y="1746603"/>
                  <a:pt x="262413" y="1697570"/>
                  <a:pt x="309396" y="1669191"/>
                </a:cubicBezTo>
                <a:lnTo>
                  <a:pt x="351029" y="1644043"/>
                </a:lnTo>
                <a:lnTo>
                  <a:pt x="332644" y="1618223"/>
                </a:lnTo>
                <a:cubicBezTo>
                  <a:pt x="314018" y="1592066"/>
                  <a:pt x="270230" y="1394934"/>
                  <a:pt x="261560" y="1298205"/>
                </a:cubicBezTo>
                <a:cubicBezTo>
                  <a:pt x="260055" y="1281412"/>
                  <a:pt x="255744" y="1262690"/>
                  <a:pt x="251980" y="1256600"/>
                </a:cubicBezTo>
                <a:cubicBezTo>
                  <a:pt x="235525" y="1229976"/>
                  <a:pt x="229935" y="1179574"/>
                  <a:pt x="244037" y="1184985"/>
                </a:cubicBezTo>
                <a:cubicBezTo>
                  <a:pt x="255362" y="1189331"/>
                  <a:pt x="256758" y="1181486"/>
                  <a:pt x="251969" y="1140436"/>
                </a:cubicBezTo>
                <a:cubicBezTo>
                  <a:pt x="244106" y="1073044"/>
                  <a:pt x="228616" y="1032894"/>
                  <a:pt x="216882" y="1049488"/>
                </a:cubicBezTo>
                <a:cubicBezTo>
                  <a:pt x="210942" y="1057889"/>
                  <a:pt x="209898" y="1053378"/>
                  <a:pt x="213723" y="1035843"/>
                </a:cubicBezTo>
                <a:cubicBezTo>
                  <a:pt x="216866" y="1021437"/>
                  <a:pt x="215569" y="1009649"/>
                  <a:pt x="210841" y="1009650"/>
                </a:cubicBezTo>
                <a:cubicBezTo>
                  <a:pt x="199399" y="1009650"/>
                  <a:pt x="190829" y="962945"/>
                  <a:pt x="201107" y="956593"/>
                </a:cubicBezTo>
                <a:cubicBezTo>
                  <a:pt x="205536" y="953856"/>
                  <a:pt x="205352" y="944314"/>
                  <a:pt x="200698" y="935389"/>
                </a:cubicBezTo>
                <a:cubicBezTo>
                  <a:pt x="196044" y="926464"/>
                  <a:pt x="187280" y="884872"/>
                  <a:pt x="181223" y="842962"/>
                </a:cubicBezTo>
                <a:cubicBezTo>
                  <a:pt x="175166" y="801052"/>
                  <a:pt x="168674" y="758190"/>
                  <a:pt x="166796" y="747712"/>
                </a:cubicBezTo>
                <a:cubicBezTo>
                  <a:pt x="164918" y="737235"/>
                  <a:pt x="163054" y="719582"/>
                  <a:pt x="162653" y="708485"/>
                </a:cubicBezTo>
                <a:cubicBezTo>
                  <a:pt x="162068" y="692287"/>
                  <a:pt x="154339" y="687290"/>
                  <a:pt x="123462" y="683149"/>
                </a:cubicBezTo>
                <a:cubicBezTo>
                  <a:pt x="50758" y="673397"/>
                  <a:pt x="6448" y="622101"/>
                  <a:pt x="6448" y="547687"/>
                </a:cubicBezTo>
                <a:cubicBezTo>
                  <a:pt x="6448" y="503293"/>
                  <a:pt x="32263" y="447674"/>
                  <a:pt x="52867" y="447675"/>
                </a:cubicBezTo>
                <a:cubicBezTo>
                  <a:pt x="60721" y="447675"/>
                  <a:pt x="71121" y="437219"/>
                  <a:pt x="75979" y="424441"/>
                </a:cubicBezTo>
                <a:cubicBezTo>
                  <a:pt x="80838" y="411663"/>
                  <a:pt x="93309" y="396661"/>
                  <a:pt x="103692" y="391104"/>
                </a:cubicBezTo>
                <a:cubicBezTo>
                  <a:pt x="127596" y="378311"/>
                  <a:pt x="180975" y="377911"/>
                  <a:pt x="180975" y="390525"/>
                </a:cubicBezTo>
                <a:cubicBezTo>
                  <a:pt x="180975" y="395763"/>
                  <a:pt x="190619" y="400066"/>
                  <a:pt x="202406" y="400085"/>
                </a:cubicBezTo>
                <a:cubicBezTo>
                  <a:pt x="283271" y="400219"/>
                  <a:pt x="335562" y="502879"/>
                  <a:pt x="296995" y="585787"/>
                </a:cubicBezTo>
                <a:lnTo>
                  <a:pt x="279272" y="623887"/>
                </a:lnTo>
                <a:lnTo>
                  <a:pt x="342042" y="701055"/>
                </a:lnTo>
                <a:cubicBezTo>
                  <a:pt x="376565" y="743498"/>
                  <a:pt x="454104" y="845079"/>
                  <a:pt x="514350" y="926790"/>
                </a:cubicBezTo>
                <a:cubicBezTo>
                  <a:pt x="625421" y="1077437"/>
                  <a:pt x="638175" y="1090932"/>
                  <a:pt x="638175" y="1057809"/>
                </a:cubicBezTo>
                <a:cubicBezTo>
                  <a:pt x="638175" y="1005336"/>
                  <a:pt x="772547" y="641615"/>
                  <a:pt x="790414" y="645724"/>
                </a:cubicBezTo>
                <a:cubicBezTo>
                  <a:pt x="798515" y="647587"/>
                  <a:pt x="800752" y="641698"/>
                  <a:pt x="797161" y="627966"/>
                </a:cubicBezTo>
                <a:cubicBezTo>
                  <a:pt x="792840" y="611442"/>
                  <a:pt x="838912" y="464058"/>
                  <a:pt x="880695" y="360743"/>
                </a:cubicBezTo>
                <a:cubicBezTo>
                  <a:pt x="885223" y="349547"/>
                  <a:pt x="880403" y="343604"/>
                  <a:pt x="863314" y="339315"/>
                </a:cubicBezTo>
                <a:cubicBezTo>
                  <a:pt x="804912" y="324657"/>
                  <a:pt x="752308" y="252944"/>
                  <a:pt x="752631" y="188424"/>
                </a:cubicBezTo>
                <a:cubicBezTo>
                  <a:pt x="752807" y="153261"/>
                  <a:pt x="791264" y="79759"/>
                  <a:pt x="807678" y="83214"/>
                </a:cubicBezTo>
                <a:cubicBezTo>
                  <a:pt x="813562" y="84453"/>
                  <a:pt x="829755" y="70548"/>
                  <a:pt x="843663" y="52315"/>
                </a:cubicBezTo>
                <a:cubicBezTo>
                  <a:pt x="890660" y="-9301"/>
                  <a:pt x="954465" y="-10745"/>
                  <a:pt x="1061050" y="47397"/>
                </a:cubicBezTo>
                <a:cubicBezTo>
                  <a:pt x="1134554" y="87494"/>
                  <a:pt x="1140683" y="178517"/>
                  <a:pt x="1075561" y="262927"/>
                </a:cubicBezTo>
                <a:cubicBezTo>
                  <a:pt x="1054217" y="290592"/>
                  <a:pt x="1033150" y="314545"/>
                  <a:pt x="1028743" y="316157"/>
                </a:cubicBezTo>
                <a:cubicBezTo>
                  <a:pt x="1024337" y="317768"/>
                  <a:pt x="1026344" y="342661"/>
                  <a:pt x="1033203" y="371475"/>
                </a:cubicBezTo>
                <a:cubicBezTo>
                  <a:pt x="1040063" y="400288"/>
                  <a:pt x="1053013" y="458152"/>
                  <a:pt x="1061983" y="500062"/>
                </a:cubicBezTo>
                <a:cubicBezTo>
                  <a:pt x="1070953" y="541972"/>
                  <a:pt x="1086822" y="610552"/>
                  <a:pt x="1097247" y="652462"/>
                </a:cubicBezTo>
                <a:cubicBezTo>
                  <a:pt x="1121513" y="750015"/>
                  <a:pt x="1128539" y="795475"/>
                  <a:pt x="1114545" y="764381"/>
                </a:cubicBezTo>
                <a:cubicBezTo>
                  <a:pt x="1109240" y="752594"/>
                  <a:pt x="1100559" y="733305"/>
                  <a:pt x="1095254" y="721518"/>
                </a:cubicBezTo>
                <a:cubicBezTo>
                  <a:pt x="1086511" y="702091"/>
                  <a:pt x="1085978" y="702759"/>
                  <a:pt x="1089553" y="728662"/>
                </a:cubicBezTo>
                <a:cubicBezTo>
                  <a:pt x="1099396" y="799976"/>
                  <a:pt x="1118581" y="876300"/>
                  <a:pt x="1126663" y="876300"/>
                </a:cubicBezTo>
                <a:cubicBezTo>
                  <a:pt x="1134682" y="876300"/>
                  <a:pt x="1131864" y="853598"/>
                  <a:pt x="1118093" y="807243"/>
                </a:cubicBezTo>
                <a:cubicBezTo>
                  <a:pt x="1115369" y="798075"/>
                  <a:pt x="1117522" y="790575"/>
                  <a:pt x="1122876" y="790575"/>
                </a:cubicBezTo>
                <a:cubicBezTo>
                  <a:pt x="1128230" y="790575"/>
                  <a:pt x="1135139" y="806648"/>
                  <a:pt x="1138228" y="826293"/>
                </a:cubicBezTo>
                <a:cubicBezTo>
                  <a:pt x="1141317" y="845939"/>
                  <a:pt x="1147733" y="877014"/>
                  <a:pt x="1152486" y="895350"/>
                </a:cubicBezTo>
                <a:cubicBezTo>
                  <a:pt x="1157238" y="913685"/>
                  <a:pt x="1166778" y="953953"/>
                  <a:pt x="1173684" y="984834"/>
                </a:cubicBezTo>
                <a:lnTo>
                  <a:pt x="1186241" y="1040982"/>
                </a:lnTo>
                <a:lnTo>
                  <a:pt x="1273860" y="922032"/>
                </a:lnTo>
                <a:cubicBezTo>
                  <a:pt x="1350317" y="818235"/>
                  <a:pt x="1455549" y="685564"/>
                  <a:pt x="1585442" y="529206"/>
                </a:cubicBezTo>
                <a:cubicBezTo>
                  <a:pt x="1618768" y="489091"/>
                  <a:pt x="1621220" y="482872"/>
                  <a:pt x="1606874" y="474843"/>
                </a:cubicBezTo>
                <a:cubicBezTo>
                  <a:pt x="1528510" y="430989"/>
                  <a:pt x="1556287" y="275810"/>
                  <a:pt x="1650508" y="231073"/>
                </a:cubicBezTo>
                <a:cubicBezTo>
                  <a:pt x="1675226" y="219337"/>
                  <a:pt x="1695450" y="205783"/>
                  <a:pt x="1695450" y="200954"/>
                </a:cubicBezTo>
                <a:cubicBezTo>
                  <a:pt x="1695450" y="180764"/>
                  <a:pt x="1769902" y="179310"/>
                  <a:pt x="1813617" y="198648"/>
                </a:cubicBezTo>
                <a:cubicBezTo>
                  <a:pt x="1932413" y="251196"/>
                  <a:pt x="1923897" y="417059"/>
                  <a:pt x="1799090" y="481599"/>
                </a:cubicBezTo>
                <a:cubicBezTo>
                  <a:pt x="1774098" y="494522"/>
                  <a:pt x="1771649" y="500286"/>
                  <a:pt x="1771650" y="546182"/>
                </a:cubicBezTo>
                <a:cubicBezTo>
                  <a:pt x="1771650" y="573899"/>
                  <a:pt x="1767766" y="619866"/>
                  <a:pt x="1763019" y="648331"/>
                </a:cubicBezTo>
                <a:cubicBezTo>
                  <a:pt x="1758272" y="676797"/>
                  <a:pt x="1749404" y="751522"/>
                  <a:pt x="1743314" y="814387"/>
                </a:cubicBezTo>
                <a:cubicBezTo>
                  <a:pt x="1730151" y="950244"/>
                  <a:pt x="1705057" y="1144549"/>
                  <a:pt x="1671967" y="1366837"/>
                </a:cubicBezTo>
                <a:cubicBezTo>
                  <a:pt x="1642119" y="1567343"/>
                  <a:pt x="1641432" y="1553042"/>
                  <a:pt x="1682186" y="1579450"/>
                </a:cubicBezTo>
                <a:cubicBezTo>
                  <a:pt x="1700955" y="1591612"/>
                  <a:pt x="1713887" y="1603987"/>
                  <a:pt x="1710924" y="1606950"/>
                </a:cubicBezTo>
                <a:cubicBezTo>
                  <a:pt x="1707962" y="1609912"/>
                  <a:pt x="1713920" y="1624110"/>
                  <a:pt x="1724166" y="1638499"/>
                </a:cubicBezTo>
                <a:cubicBezTo>
                  <a:pt x="1742365" y="1664056"/>
                  <a:pt x="1742386" y="1665181"/>
                  <a:pt x="1725067" y="1687199"/>
                </a:cubicBezTo>
                <a:cubicBezTo>
                  <a:pt x="1715316" y="1699595"/>
                  <a:pt x="1706911" y="1714023"/>
                  <a:pt x="1706390" y="1719262"/>
                </a:cubicBezTo>
                <a:cubicBezTo>
                  <a:pt x="1705869" y="1724501"/>
                  <a:pt x="1684977" y="1731328"/>
                  <a:pt x="1659964" y="1734434"/>
                </a:cubicBezTo>
                <a:cubicBezTo>
                  <a:pt x="1634952" y="1737540"/>
                  <a:pt x="1620702" y="1740755"/>
                  <a:pt x="1628298" y="1741578"/>
                </a:cubicBezTo>
                <a:cubicBezTo>
                  <a:pt x="1637335" y="1742557"/>
                  <a:pt x="1638877" y="1746307"/>
                  <a:pt x="1632758" y="1752426"/>
                </a:cubicBezTo>
                <a:cubicBezTo>
                  <a:pt x="1627615" y="1757569"/>
                  <a:pt x="1578307" y="1763398"/>
                  <a:pt x="1523186" y="1765377"/>
                </a:cubicBezTo>
                <a:cubicBezTo>
                  <a:pt x="1468065" y="1767357"/>
                  <a:pt x="1414623" y="1773440"/>
                  <a:pt x="1404426" y="1778894"/>
                </a:cubicBezTo>
                <a:cubicBezTo>
                  <a:pt x="1368849" y="1797925"/>
                  <a:pt x="1266680" y="1813415"/>
                  <a:pt x="1254838" y="1801573"/>
                </a:cubicBezTo>
                <a:cubicBezTo>
                  <a:pt x="1239453" y="1786188"/>
                  <a:pt x="1228319" y="1788085"/>
                  <a:pt x="1234805" y="1804987"/>
                </a:cubicBezTo>
                <a:cubicBezTo>
                  <a:pt x="1238609" y="1814901"/>
                  <a:pt x="1234144" y="1819275"/>
                  <a:pt x="1220219" y="1819275"/>
                </a:cubicBezTo>
                <a:cubicBezTo>
                  <a:pt x="1209181" y="1819275"/>
                  <a:pt x="1200150" y="1814988"/>
                  <a:pt x="1200150" y="1809750"/>
                </a:cubicBezTo>
                <a:cubicBezTo>
                  <a:pt x="1200150" y="1804511"/>
                  <a:pt x="1192649" y="1800290"/>
                  <a:pt x="1183481" y="1800370"/>
                </a:cubicBezTo>
                <a:cubicBezTo>
                  <a:pt x="1169090" y="1800496"/>
                  <a:pt x="1168765" y="1801903"/>
                  <a:pt x="1181100" y="1810666"/>
                </a:cubicBezTo>
                <a:cubicBezTo>
                  <a:pt x="1192119" y="1818494"/>
                  <a:pt x="1189445" y="1819521"/>
                  <a:pt x="1169410" y="1815155"/>
                </a:cubicBezTo>
                <a:cubicBezTo>
                  <a:pt x="1155122" y="1812042"/>
                  <a:pt x="1092971" y="1815748"/>
                  <a:pt x="1031297" y="1823391"/>
                </a:cubicBezTo>
                <a:cubicBezTo>
                  <a:pt x="969623" y="1831034"/>
                  <a:pt x="887889" y="1840119"/>
                  <a:pt x="849667" y="1843579"/>
                </a:cubicBezTo>
                <a:cubicBezTo>
                  <a:pt x="788338" y="1849132"/>
                  <a:pt x="782183" y="1851395"/>
                  <a:pt x="797280" y="1862845"/>
                </a:cubicBezTo>
                <a:cubicBezTo>
                  <a:pt x="812510" y="1874395"/>
                  <a:pt x="809684" y="1875778"/>
                  <a:pt x="771525" y="1875452"/>
                </a:cubicBezTo>
                <a:cubicBezTo>
                  <a:pt x="738991" y="1875174"/>
                  <a:pt x="733252" y="1873113"/>
                  <a:pt x="747712" y="1866900"/>
                </a:cubicBezTo>
                <a:cubicBezTo>
                  <a:pt x="761534" y="1860960"/>
                  <a:pt x="751078" y="1858211"/>
                  <a:pt x="709612" y="1856881"/>
                </a:cubicBezTo>
                <a:lnTo>
                  <a:pt x="652462" y="1855049"/>
                </a:lnTo>
                <a:lnTo>
                  <a:pt x="714375" y="1842308"/>
                </a:lnTo>
                <a:lnTo>
                  <a:pt x="776287" y="1829568"/>
                </a:lnTo>
                <a:lnTo>
                  <a:pt x="709612" y="1834409"/>
                </a:lnTo>
                <a:cubicBezTo>
                  <a:pt x="672941" y="1837071"/>
                  <a:pt x="641499" y="1843354"/>
                  <a:pt x="639742" y="1848371"/>
                </a:cubicBezTo>
                <a:cubicBezTo>
                  <a:pt x="637985" y="1853388"/>
                  <a:pt x="632923" y="1855253"/>
                  <a:pt x="628494" y="1852516"/>
                </a:cubicBezTo>
                <a:cubicBezTo>
                  <a:pt x="624065" y="1849779"/>
                  <a:pt x="617749" y="1851895"/>
                  <a:pt x="614458" y="1857219"/>
                </a:cubicBezTo>
                <a:cubicBezTo>
                  <a:pt x="610740" y="1863236"/>
                  <a:pt x="624911" y="1866900"/>
                  <a:pt x="651900" y="1866900"/>
                </a:cubicBezTo>
                <a:cubicBezTo>
                  <a:pt x="675783" y="1866900"/>
                  <a:pt x="695325" y="1871186"/>
                  <a:pt x="695325" y="1876425"/>
                </a:cubicBezTo>
                <a:cubicBezTo>
                  <a:pt x="695325" y="1881663"/>
                  <a:pt x="673893" y="1885950"/>
                  <a:pt x="647700" y="1885950"/>
                </a:cubicBezTo>
                <a:cubicBezTo>
                  <a:pt x="616027" y="1885950"/>
                  <a:pt x="600026" y="1881961"/>
                  <a:pt x="599929" y="1874043"/>
                </a:cubicBezTo>
                <a:cubicBezTo>
                  <a:pt x="599828" y="1865855"/>
                  <a:pt x="597056" y="1866447"/>
                  <a:pt x="591051" y="1875940"/>
                </a:cubicBezTo>
                <a:cubicBezTo>
                  <a:pt x="582371" y="1889660"/>
                  <a:pt x="474772" y="1897750"/>
                  <a:pt x="419100" y="1888868"/>
                </a:cubicBezTo>
                <a:close/>
                <a:moveTo>
                  <a:pt x="874519" y="1767080"/>
                </a:moveTo>
                <a:cubicBezTo>
                  <a:pt x="877245" y="1764354"/>
                  <a:pt x="861615" y="1762125"/>
                  <a:pt x="839787" y="1762125"/>
                </a:cubicBezTo>
                <a:cubicBezTo>
                  <a:pt x="783346" y="1762125"/>
                  <a:pt x="790364" y="1745783"/>
                  <a:pt x="847357" y="1744499"/>
                </a:cubicBezTo>
                <a:cubicBezTo>
                  <a:pt x="882231" y="1743713"/>
                  <a:pt x="893384" y="1746639"/>
                  <a:pt x="889920" y="1755667"/>
                </a:cubicBezTo>
                <a:cubicBezTo>
                  <a:pt x="881125" y="1778585"/>
                  <a:pt x="1207021" y="1740370"/>
                  <a:pt x="1226343" y="1716217"/>
                </a:cubicBezTo>
                <a:cubicBezTo>
                  <a:pt x="1233574" y="1707177"/>
                  <a:pt x="1238250" y="1705788"/>
                  <a:pt x="1238250" y="1712679"/>
                </a:cubicBezTo>
                <a:cubicBezTo>
                  <a:pt x="1238250" y="1718919"/>
                  <a:pt x="1247894" y="1723686"/>
                  <a:pt x="1259681" y="1723273"/>
                </a:cubicBezTo>
                <a:cubicBezTo>
                  <a:pt x="1271468" y="1722859"/>
                  <a:pt x="1275727" y="1720350"/>
                  <a:pt x="1269146" y="1717696"/>
                </a:cubicBezTo>
                <a:cubicBezTo>
                  <a:pt x="1262565" y="1715043"/>
                  <a:pt x="1259732" y="1708744"/>
                  <a:pt x="1262851" y="1703698"/>
                </a:cubicBezTo>
                <a:cubicBezTo>
                  <a:pt x="1266385" y="1697979"/>
                  <a:pt x="1273262" y="1698459"/>
                  <a:pt x="1281112" y="1704975"/>
                </a:cubicBezTo>
                <a:cubicBezTo>
                  <a:pt x="1289821" y="1712202"/>
                  <a:pt x="1295607" y="1712345"/>
                  <a:pt x="1299876" y="1705437"/>
                </a:cubicBezTo>
                <a:cubicBezTo>
                  <a:pt x="1303271" y="1699944"/>
                  <a:pt x="1321869" y="1694915"/>
                  <a:pt x="1341205" y="1694261"/>
                </a:cubicBezTo>
                <a:cubicBezTo>
                  <a:pt x="1432490" y="1691176"/>
                  <a:pt x="1260388" y="1676140"/>
                  <a:pt x="1123950" y="1675281"/>
                </a:cubicBezTo>
                <a:cubicBezTo>
                  <a:pt x="973726" y="1674334"/>
                  <a:pt x="848129" y="1688006"/>
                  <a:pt x="667404" y="1724977"/>
                </a:cubicBezTo>
                <a:cubicBezTo>
                  <a:pt x="546933" y="1749621"/>
                  <a:pt x="547655" y="1754451"/>
                  <a:pt x="671526" y="1752561"/>
                </a:cubicBezTo>
                <a:cubicBezTo>
                  <a:pt x="799573" y="1750607"/>
                  <a:pt x="805169" y="1751519"/>
                  <a:pt x="757237" y="1766525"/>
                </a:cubicBezTo>
                <a:cubicBezTo>
                  <a:pt x="720747" y="1777948"/>
                  <a:pt x="722315" y="1778317"/>
                  <a:pt x="794350" y="1775244"/>
                </a:cubicBezTo>
                <a:cubicBezTo>
                  <a:pt x="835718" y="1773479"/>
                  <a:pt x="871794" y="1769805"/>
                  <a:pt x="874519" y="1767080"/>
                </a:cubicBezTo>
                <a:close/>
                <a:moveTo>
                  <a:pt x="1042987" y="1637640"/>
                </a:moveTo>
                <a:cubicBezTo>
                  <a:pt x="1137284" y="1630101"/>
                  <a:pt x="1137045" y="1630067"/>
                  <a:pt x="1019175" y="1634264"/>
                </a:cubicBezTo>
                <a:cubicBezTo>
                  <a:pt x="953690" y="1636597"/>
                  <a:pt x="887253" y="1642654"/>
                  <a:pt x="871537" y="1647726"/>
                </a:cubicBezTo>
                <a:cubicBezTo>
                  <a:pt x="849047" y="1654985"/>
                  <a:pt x="854117" y="1655703"/>
                  <a:pt x="895350" y="1651102"/>
                </a:cubicBezTo>
                <a:cubicBezTo>
                  <a:pt x="924163" y="1647886"/>
                  <a:pt x="990600" y="1641828"/>
                  <a:pt x="1042987" y="1637640"/>
                </a:cubicBezTo>
                <a:close/>
                <a:moveTo>
                  <a:pt x="728662" y="1515667"/>
                </a:moveTo>
                <a:cubicBezTo>
                  <a:pt x="998112" y="1464477"/>
                  <a:pt x="1305771" y="1462566"/>
                  <a:pt x="1501107" y="1510868"/>
                </a:cubicBezTo>
                <a:cubicBezTo>
                  <a:pt x="1519855" y="1515504"/>
                  <a:pt x="1521431" y="1510962"/>
                  <a:pt x="1526883" y="1436559"/>
                </a:cubicBezTo>
                <a:cubicBezTo>
                  <a:pt x="1530077" y="1392973"/>
                  <a:pt x="1538933" y="1320879"/>
                  <a:pt x="1546565" y="1276350"/>
                </a:cubicBezTo>
                <a:cubicBezTo>
                  <a:pt x="1554196" y="1231820"/>
                  <a:pt x="1562769" y="1176099"/>
                  <a:pt x="1565616" y="1152525"/>
                </a:cubicBezTo>
                <a:cubicBezTo>
                  <a:pt x="1580554" y="1028847"/>
                  <a:pt x="1591849" y="946205"/>
                  <a:pt x="1595558" y="933450"/>
                </a:cubicBezTo>
                <a:cubicBezTo>
                  <a:pt x="1607558" y="892182"/>
                  <a:pt x="1629035" y="671124"/>
                  <a:pt x="1619879" y="683122"/>
                </a:cubicBezTo>
                <a:cubicBezTo>
                  <a:pt x="1616756" y="687214"/>
                  <a:pt x="1603550" y="703421"/>
                  <a:pt x="1590532" y="719137"/>
                </a:cubicBezTo>
                <a:lnTo>
                  <a:pt x="1566862" y="747712"/>
                </a:lnTo>
                <a:lnTo>
                  <a:pt x="1594581" y="723900"/>
                </a:lnTo>
                <a:cubicBezTo>
                  <a:pt x="1654120" y="672751"/>
                  <a:pt x="1634906" y="700337"/>
                  <a:pt x="1292712" y="1157287"/>
                </a:cubicBezTo>
                <a:cubicBezTo>
                  <a:pt x="1245635" y="1220152"/>
                  <a:pt x="1201263" y="1270992"/>
                  <a:pt x="1194108" y="1270264"/>
                </a:cubicBezTo>
                <a:cubicBezTo>
                  <a:pt x="1186954" y="1269536"/>
                  <a:pt x="1181100" y="1274894"/>
                  <a:pt x="1181100" y="1282170"/>
                </a:cubicBezTo>
                <a:cubicBezTo>
                  <a:pt x="1181100" y="1304786"/>
                  <a:pt x="1135755" y="1297028"/>
                  <a:pt x="1110831" y="1270148"/>
                </a:cubicBezTo>
                <a:cubicBezTo>
                  <a:pt x="1086293" y="1243685"/>
                  <a:pt x="1038999" y="1066739"/>
                  <a:pt x="970577" y="745399"/>
                </a:cubicBezTo>
                <a:cubicBezTo>
                  <a:pt x="953574" y="665546"/>
                  <a:pt x="937929" y="601945"/>
                  <a:pt x="935811" y="604063"/>
                </a:cubicBezTo>
                <a:cubicBezTo>
                  <a:pt x="933692" y="606182"/>
                  <a:pt x="911378" y="669373"/>
                  <a:pt x="886223" y="744489"/>
                </a:cubicBezTo>
                <a:cubicBezTo>
                  <a:pt x="860589" y="821038"/>
                  <a:pt x="835799" y="880015"/>
                  <a:pt x="829819" y="878681"/>
                </a:cubicBezTo>
                <a:cubicBezTo>
                  <a:pt x="823951" y="877371"/>
                  <a:pt x="819150" y="880235"/>
                  <a:pt x="819150" y="885045"/>
                </a:cubicBezTo>
                <a:cubicBezTo>
                  <a:pt x="819150" y="889856"/>
                  <a:pt x="816278" y="901275"/>
                  <a:pt x="812768" y="910421"/>
                </a:cubicBezTo>
                <a:cubicBezTo>
                  <a:pt x="808418" y="921758"/>
                  <a:pt x="809933" y="924858"/>
                  <a:pt x="817531" y="920162"/>
                </a:cubicBezTo>
                <a:cubicBezTo>
                  <a:pt x="829723" y="912627"/>
                  <a:pt x="831906" y="923471"/>
                  <a:pt x="822914" y="946903"/>
                </a:cubicBezTo>
                <a:cubicBezTo>
                  <a:pt x="819746" y="955160"/>
                  <a:pt x="813365" y="959574"/>
                  <a:pt x="808736" y="956713"/>
                </a:cubicBezTo>
                <a:cubicBezTo>
                  <a:pt x="804106" y="953851"/>
                  <a:pt x="803140" y="958865"/>
                  <a:pt x="806590" y="967855"/>
                </a:cubicBezTo>
                <a:cubicBezTo>
                  <a:pt x="810845" y="978944"/>
                  <a:pt x="809279" y="981985"/>
                  <a:pt x="801718" y="977312"/>
                </a:cubicBezTo>
                <a:cubicBezTo>
                  <a:pt x="795589" y="973524"/>
                  <a:pt x="790575" y="974607"/>
                  <a:pt x="790575" y="979719"/>
                </a:cubicBezTo>
                <a:cubicBezTo>
                  <a:pt x="790575" y="984830"/>
                  <a:pt x="794622" y="990441"/>
                  <a:pt x="799569" y="992187"/>
                </a:cubicBezTo>
                <a:cubicBezTo>
                  <a:pt x="804516" y="993933"/>
                  <a:pt x="794303" y="1044654"/>
                  <a:pt x="776875" y="1104900"/>
                </a:cubicBezTo>
                <a:cubicBezTo>
                  <a:pt x="759446" y="1165145"/>
                  <a:pt x="742661" y="1225417"/>
                  <a:pt x="739574" y="1238836"/>
                </a:cubicBezTo>
                <a:cubicBezTo>
                  <a:pt x="732618" y="1269080"/>
                  <a:pt x="696932" y="1310485"/>
                  <a:pt x="671512" y="1317807"/>
                </a:cubicBezTo>
                <a:cubicBezTo>
                  <a:pt x="640795" y="1326654"/>
                  <a:pt x="603009" y="1285191"/>
                  <a:pt x="466594" y="1092940"/>
                </a:cubicBezTo>
                <a:cubicBezTo>
                  <a:pt x="396874" y="994684"/>
                  <a:pt x="338834" y="915388"/>
                  <a:pt x="337616" y="916727"/>
                </a:cubicBezTo>
                <a:cubicBezTo>
                  <a:pt x="336397" y="918066"/>
                  <a:pt x="345180" y="972740"/>
                  <a:pt x="357133" y="1038225"/>
                </a:cubicBezTo>
                <a:cubicBezTo>
                  <a:pt x="369086" y="1103709"/>
                  <a:pt x="383552" y="1191577"/>
                  <a:pt x="389280" y="1233487"/>
                </a:cubicBezTo>
                <a:cubicBezTo>
                  <a:pt x="395007" y="1275397"/>
                  <a:pt x="406408" y="1358294"/>
                  <a:pt x="414614" y="1417702"/>
                </a:cubicBezTo>
                <a:cubicBezTo>
                  <a:pt x="422865" y="1477434"/>
                  <a:pt x="426763" y="1544195"/>
                  <a:pt x="423335" y="1567054"/>
                </a:cubicBezTo>
                <a:lnTo>
                  <a:pt x="417136" y="1608391"/>
                </a:lnTo>
                <a:lnTo>
                  <a:pt x="520512" y="1571982"/>
                </a:lnTo>
                <a:cubicBezTo>
                  <a:pt x="577368" y="1551956"/>
                  <a:pt x="671036" y="1526615"/>
                  <a:pt x="728662" y="1515667"/>
                </a:cubicBezTo>
                <a:close/>
                <a:moveTo>
                  <a:pt x="541793" y="990086"/>
                </a:moveTo>
                <a:cubicBezTo>
                  <a:pt x="519546" y="958371"/>
                  <a:pt x="496998" y="929737"/>
                  <a:pt x="491686" y="926454"/>
                </a:cubicBezTo>
                <a:cubicBezTo>
                  <a:pt x="482184" y="920581"/>
                  <a:pt x="505251" y="955912"/>
                  <a:pt x="550668" y="1016793"/>
                </a:cubicBezTo>
                <a:cubicBezTo>
                  <a:pt x="590752" y="1070527"/>
                  <a:pt x="584031" y="1050301"/>
                  <a:pt x="541793" y="990086"/>
                </a:cubicBezTo>
                <a:close/>
                <a:moveTo>
                  <a:pt x="1735137" y="357333"/>
                </a:moveTo>
                <a:cubicBezTo>
                  <a:pt x="1749776" y="356997"/>
                  <a:pt x="1752118" y="344833"/>
                  <a:pt x="1739551" y="334403"/>
                </a:cubicBezTo>
                <a:cubicBezTo>
                  <a:pt x="1728998" y="325645"/>
                  <a:pt x="1722677" y="326558"/>
                  <a:pt x="1710659" y="338576"/>
                </a:cubicBezTo>
                <a:cubicBezTo>
                  <a:pt x="1693868" y="355366"/>
                  <a:pt x="1699367" y="376189"/>
                  <a:pt x="1717539" y="364632"/>
                </a:cubicBezTo>
                <a:cubicBezTo>
                  <a:pt x="1723725" y="360698"/>
                  <a:pt x="1731645" y="357413"/>
                  <a:pt x="1735137" y="357333"/>
                </a:cubicBezTo>
                <a:close/>
                <a:moveTo>
                  <a:pt x="970073" y="170892"/>
                </a:moveTo>
                <a:cubicBezTo>
                  <a:pt x="975736" y="132652"/>
                  <a:pt x="945401" y="120225"/>
                  <a:pt x="918156" y="149623"/>
                </a:cubicBezTo>
                <a:cubicBezTo>
                  <a:pt x="891081" y="178837"/>
                  <a:pt x="889328" y="195665"/>
                  <a:pt x="912018" y="208526"/>
                </a:cubicBezTo>
                <a:cubicBezTo>
                  <a:pt x="934093" y="221038"/>
                  <a:pt x="965679" y="200562"/>
                  <a:pt x="970073" y="170892"/>
                </a:cubicBezTo>
                <a:close/>
              </a:path>
            </a:pathLst>
          </a:custGeom>
          <a:solidFill>
            <a:srgbClr val="CEACD6"/>
          </a:solidFill>
          <a:ln>
            <a:noFill/>
          </a:ln>
        </p:spPr>
      </p:sp>
      <p:pic>
        <p:nvPicPr>
          <p:cNvPr id="7" name="ticket stub" descr="0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0000">
            <a:off x="2857500" y="10753725"/>
            <a:ext cx="5715000" cy="2305050"/>
          </a:xfrm>
          <a:prstGeom prst="rect">
            <a:avLst/>
          </a:prstGeom>
        </p:spPr>
      </p:pic>
      <p:sp>
        <p:nvSpPr>
          <p:cNvPr id="8" name="TEXT: [favourite 1]"/>
          <p:cNvSpPr/>
          <p:nvPr/>
        </p:nvSpPr>
        <p:spPr>
          <a:xfrm rot="180000">
            <a:off x="3434546" y="11519153"/>
            <a:ext cx="3419475" cy="714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8684" rIns="138684" tIns="59436" bIns="59436"/>
          <a:lstStyle/>
          <a:p>
            <a:pPr algn="ctr">
              <a:lnSpc>
                <a:spcPts val="4758"/>
              </a:lnSpc>
            </a:pPr>
            <a:r>
              <a:rPr b="1" sz="3900">
                <a:solidFill>
                  <a:srgbClr val="1C1422"/>
                </a:solidFill>
                <a:latin typeface="Montserrat"/>
              </a:rPr>
              <a:t>[favourite 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Favourite 2 (top of the page)"/>
          <p:cNvSpPr/>
          <p:nvPr/>
        </p:nvSpPr>
        <p:spPr>
          <a:xfrm rot="0">
            <a:off x="0" y="0"/>
            <a:ext cx="10287000" cy="85725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torn night" descr="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0" y="7296150"/>
            <a:ext cx="11049000" cy="6858000"/>
          </a:xfrm>
          <a:prstGeom prst="rect">
            <a:avLst/>
          </a:prstGeom>
        </p:spPr>
      </p:pic>
      <p:pic>
        <p:nvPicPr>
          <p:cNvPr id="5" name="2" descr="0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300000">
            <a:off x="-314325" y="8148638"/>
            <a:ext cx="3867150" cy="3705225"/>
          </a:xfrm>
          <a:prstGeom prst="rect">
            <a:avLst/>
          </a:prstGeom>
        </p:spPr>
      </p:pic>
      <p:sp>
        <p:nvSpPr>
          <p:cNvPr id="6" name="heart"/>
          <p:cNvSpPr/>
          <p:nvPr/>
        </p:nvSpPr>
        <p:spPr>
          <a:xfrm rot="-480000">
            <a:off x="7810500" y="8977312"/>
            <a:ext cx="1524000" cy="1476375"/>
          </a:xfrm>
          <a:custGeom>
            <a:avLst/>
            <a:gdLst/>
            <a:ahLst/>
            <a:cxnLst/>
            <a:rect l="0" t="0" r="r" b="b"/>
            <a:pathLst>
              <a:path w="1524000" h="1476375">
                <a:moveTo>
                  <a:pt x="833437" y="1466850"/>
                </a:moveTo>
                <a:cubicBezTo>
                  <a:pt x="830199" y="1461611"/>
                  <a:pt x="820302" y="1457312"/>
                  <a:pt x="811444" y="1457296"/>
                </a:cubicBezTo>
                <a:cubicBezTo>
                  <a:pt x="789955" y="1457257"/>
                  <a:pt x="557212" y="1303232"/>
                  <a:pt x="557212" y="1289050"/>
                </a:cubicBezTo>
                <a:cubicBezTo>
                  <a:pt x="557212" y="1282938"/>
                  <a:pt x="553310" y="1274365"/>
                  <a:pt x="548541" y="1270000"/>
                </a:cubicBezTo>
                <a:cubicBezTo>
                  <a:pt x="543422" y="1265313"/>
                  <a:pt x="542990" y="1267445"/>
                  <a:pt x="547486" y="1275204"/>
                </a:cubicBezTo>
                <a:cubicBezTo>
                  <a:pt x="552694" y="1284193"/>
                  <a:pt x="550919" y="1286952"/>
                  <a:pt x="541869" y="1283935"/>
                </a:cubicBezTo>
                <a:cubicBezTo>
                  <a:pt x="534591" y="1281509"/>
                  <a:pt x="528637" y="1274871"/>
                  <a:pt x="528637" y="1269184"/>
                </a:cubicBezTo>
                <a:cubicBezTo>
                  <a:pt x="528637" y="1258955"/>
                  <a:pt x="474089" y="1214716"/>
                  <a:pt x="409575" y="1172623"/>
                </a:cubicBezTo>
                <a:cubicBezTo>
                  <a:pt x="379870" y="1153242"/>
                  <a:pt x="378719" y="1153064"/>
                  <a:pt x="399018" y="1170986"/>
                </a:cubicBezTo>
                <a:cubicBezTo>
                  <a:pt x="439415" y="1206656"/>
                  <a:pt x="413994" y="1201565"/>
                  <a:pt x="366894" y="1164553"/>
                </a:cubicBezTo>
                <a:cubicBezTo>
                  <a:pt x="250888" y="1073395"/>
                  <a:pt x="160972" y="987771"/>
                  <a:pt x="166399" y="973628"/>
                </a:cubicBezTo>
                <a:cubicBezTo>
                  <a:pt x="172408" y="957969"/>
                  <a:pt x="135571" y="911903"/>
                  <a:pt x="123168" y="919568"/>
                </a:cubicBezTo>
                <a:cubicBezTo>
                  <a:pt x="95412" y="936722"/>
                  <a:pt x="17834" y="758607"/>
                  <a:pt x="4584" y="647303"/>
                </a:cubicBezTo>
                <a:cubicBezTo>
                  <a:pt x="-10791" y="518145"/>
                  <a:pt x="92321" y="279716"/>
                  <a:pt x="166957" y="271846"/>
                </a:cubicBezTo>
                <a:cubicBezTo>
                  <a:pt x="197220" y="268655"/>
                  <a:pt x="266497" y="234330"/>
                  <a:pt x="266603" y="222475"/>
                </a:cubicBezTo>
                <a:cubicBezTo>
                  <a:pt x="266726" y="208655"/>
                  <a:pt x="289599" y="199780"/>
                  <a:pt x="322247" y="200884"/>
                </a:cubicBezTo>
                <a:cubicBezTo>
                  <a:pt x="346378" y="201699"/>
                  <a:pt x="346099" y="202194"/>
                  <a:pt x="316706" y="210681"/>
                </a:cubicBezTo>
                <a:cubicBezTo>
                  <a:pt x="273648" y="223113"/>
                  <a:pt x="278032" y="226843"/>
                  <a:pt x="330993" y="222838"/>
                </a:cubicBezTo>
                <a:lnTo>
                  <a:pt x="376237" y="219416"/>
                </a:lnTo>
                <a:lnTo>
                  <a:pt x="333375" y="232598"/>
                </a:lnTo>
                <a:cubicBezTo>
                  <a:pt x="293549" y="244845"/>
                  <a:pt x="292537" y="245922"/>
                  <a:pt x="319087" y="247800"/>
                </a:cubicBezTo>
                <a:cubicBezTo>
                  <a:pt x="401901" y="253658"/>
                  <a:pt x="479865" y="274277"/>
                  <a:pt x="522320" y="301549"/>
                </a:cubicBezTo>
                <a:cubicBezTo>
                  <a:pt x="534561" y="309413"/>
                  <a:pt x="546574" y="313850"/>
                  <a:pt x="549014" y="311410"/>
                </a:cubicBezTo>
                <a:cubicBezTo>
                  <a:pt x="551455" y="308969"/>
                  <a:pt x="537999" y="297422"/>
                  <a:pt x="519112" y="285750"/>
                </a:cubicBezTo>
                <a:cubicBezTo>
                  <a:pt x="500225" y="274077"/>
                  <a:pt x="486726" y="262573"/>
                  <a:pt x="489113" y="260186"/>
                </a:cubicBezTo>
                <a:cubicBezTo>
                  <a:pt x="495737" y="253562"/>
                  <a:pt x="564957" y="291070"/>
                  <a:pt x="601184" y="320913"/>
                </a:cubicBezTo>
                <a:cubicBezTo>
                  <a:pt x="618909" y="335515"/>
                  <a:pt x="627443" y="339902"/>
                  <a:pt x="620148" y="330663"/>
                </a:cubicBezTo>
                <a:cubicBezTo>
                  <a:pt x="612853" y="321424"/>
                  <a:pt x="610086" y="310753"/>
                  <a:pt x="613997" y="306951"/>
                </a:cubicBezTo>
                <a:cubicBezTo>
                  <a:pt x="617909" y="303148"/>
                  <a:pt x="648067" y="328966"/>
                  <a:pt x="681014" y="364323"/>
                </a:cubicBezTo>
                <a:cubicBezTo>
                  <a:pt x="724862" y="411379"/>
                  <a:pt x="742398" y="424749"/>
                  <a:pt x="746443" y="414210"/>
                </a:cubicBezTo>
                <a:cubicBezTo>
                  <a:pt x="780742" y="324827"/>
                  <a:pt x="982579" y="102286"/>
                  <a:pt x="1072564" y="54636"/>
                </a:cubicBezTo>
                <a:cubicBezTo>
                  <a:pt x="1142882" y="17401"/>
                  <a:pt x="1231859" y="-3301"/>
                  <a:pt x="1288996" y="4277"/>
                </a:cubicBezTo>
                <a:cubicBezTo>
                  <a:pt x="1357238" y="13330"/>
                  <a:pt x="1433787" y="55287"/>
                  <a:pt x="1415474" y="73600"/>
                </a:cubicBezTo>
                <a:cubicBezTo>
                  <a:pt x="1412362" y="76712"/>
                  <a:pt x="1401952" y="72140"/>
                  <a:pt x="1392339" y="63441"/>
                </a:cubicBezTo>
                <a:cubicBezTo>
                  <a:pt x="1382727" y="54742"/>
                  <a:pt x="1369199" y="47624"/>
                  <a:pt x="1362277" y="47624"/>
                </a:cubicBezTo>
                <a:cubicBezTo>
                  <a:pt x="1355355" y="47624"/>
                  <a:pt x="1367193" y="60303"/>
                  <a:pt x="1388584" y="75798"/>
                </a:cubicBezTo>
                <a:cubicBezTo>
                  <a:pt x="1409974" y="91293"/>
                  <a:pt x="1438885" y="123440"/>
                  <a:pt x="1452830" y="147235"/>
                </a:cubicBezTo>
                <a:cubicBezTo>
                  <a:pt x="1466775" y="171031"/>
                  <a:pt x="1480008" y="190500"/>
                  <a:pt x="1482236" y="190500"/>
                </a:cubicBezTo>
                <a:cubicBezTo>
                  <a:pt x="1489079" y="190500"/>
                  <a:pt x="1448699" y="115980"/>
                  <a:pt x="1438411" y="109621"/>
                </a:cubicBezTo>
                <a:cubicBezTo>
                  <a:pt x="1433097" y="106337"/>
                  <a:pt x="1428885" y="96402"/>
                  <a:pt x="1429051" y="87544"/>
                </a:cubicBezTo>
                <a:cubicBezTo>
                  <a:pt x="1429282" y="75141"/>
                  <a:pt x="1434719" y="77537"/>
                  <a:pt x="1452689" y="97959"/>
                </a:cubicBezTo>
                <a:cubicBezTo>
                  <a:pt x="1521780" y="176481"/>
                  <a:pt x="1539950" y="425964"/>
                  <a:pt x="1489256" y="600075"/>
                </a:cubicBezTo>
                <a:cubicBezTo>
                  <a:pt x="1477740" y="639627"/>
                  <a:pt x="1472400" y="648056"/>
                  <a:pt x="1467459" y="634480"/>
                </a:cubicBezTo>
                <a:cubicBezTo>
                  <a:pt x="1462266" y="620208"/>
                  <a:pt x="1457313" y="626105"/>
                  <a:pt x="1443455" y="663055"/>
                </a:cubicBezTo>
                <a:cubicBezTo>
                  <a:pt x="1372753" y="851572"/>
                  <a:pt x="1184722" y="1141402"/>
                  <a:pt x="1044025" y="1278731"/>
                </a:cubicBezTo>
                <a:cubicBezTo>
                  <a:pt x="1013164" y="1308854"/>
                  <a:pt x="992729" y="1333500"/>
                  <a:pt x="998614" y="1333500"/>
                </a:cubicBezTo>
                <a:cubicBezTo>
                  <a:pt x="1004500" y="1333500"/>
                  <a:pt x="1029418" y="1314237"/>
                  <a:pt x="1053989" y="1290694"/>
                </a:cubicBezTo>
                <a:cubicBezTo>
                  <a:pt x="1104201" y="1242582"/>
                  <a:pt x="1123165" y="1240914"/>
                  <a:pt x="1080566" y="1288355"/>
                </a:cubicBezTo>
                <a:cubicBezTo>
                  <a:pt x="997248" y="1381146"/>
                  <a:pt x="958302" y="1417198"/>
                  <a:pt x="946339" y="1412607"/>
                </a:cubicBezTo>
                <a:cubicBezTo>
                  <a:pt x="939116" y="1409836"/>
                  <a:pt x="926832" y="1412859"/>
                  <a:pt x="919041" y="1419325"/>
                </a:cubicBezTo>
                <a:cubicBezTo>
                  <a:pt x="907788" y="1428664"/>
                  <a:pt x="901891" y="1428606"/>
                  <a:pt x="890369" y="1419044"/>
                </a:cubicBezTo>
                <a:cubicBezTo>
                  <a:pt x="878314" y="1409039"/>
                  <a:pt x="876829" y="1409520"/>
                  <a:pt x="881577" y="1421895"/>
                </a:cubicBezTo>
                <a:cubicBezTo>
                  <a:pt x="893801" y="1453749"/>
                  <a:pt x="850392" y="1494284"/>
                  <a:pt x="833437" y="1466850"/>
                </a:cubicBezTo>
                <a:close/>
                <a:moveTo>
                  <a:pt x="1001521" y="1289719"/>
                </a:moveTo>
                <a:cubicBezTo>
                  <a:pt x="1041927" y="1247979"/>
                  <a:pt x="1070386" y="1210699"/>
                  <a:pt x="1068784" y="1201613"/>
                </a:cubicBezTo>
                <a:cubicBezTo>
                  <a:pt x="1066941" y="1191166"/>
                  <a:pt x="1068583" y="1189627"/>
                  <a:pt x="1073661" y="1197044"/>
                </a:cubicBezTo>
                <a:cubicBezTo>
                  <a:pt x="1078884" y="1204674"/>
                  <a:pt x="1091549" y="1196039"/>
                  <a:pt x="1113518" y="1169872"/>
                </a:cubicBezTo>
                <a:cubicBezTo>
                  <a:pt x="1134806" y="1144516"/>
                  <a:pt x="1142068" y="1129260"/>
                  <a:pt x="1134946" y="1124859"/>
                </a:cubicBezTo>
                <a:cubicBezTo>
                  <a:pt x="1127767" y="1120422"/>
                  <a:pt x="1133542" y="1107240"/>
                  <a:pt x="1152249" y="1085356"/>
                </a:cubicBezTo>
                <a:cubicBezTo>
                  <a:pt x="1167691" y="1067292"/>
                  <a:pt x="1180499" y="1057013"/>
                  <a:pt x="1180712" y="1062513"/>
                </a:cubicBezTo>
                <a:cubicBezTo>
                  <a:pt x="1180925" y="1068014"/>
                  <a:pt x="1175742" y="1078523"/>
                  <a:pt x="1169193" y="1085866"/>
                </a:cubicBezTo>
                <a:cubicBezTo>
                  <a:pt x="1159023" y="1097272"/>
                  <a:pt x="1159780" y="1097327"/>
                  <a:pt x="1174389" y="1086245"/>
                </a:cubicBezTo>
                <a:cubicBezTo>
                  <a:pt x="1183795" y="1079110"/>
                  <a:pt x="1189029" y="1066856"/>
                  <a:pt x="1186020" y="1059014"/>
                </a:cubicBezTo>
                <a:cubicBezTo>
                  <a:pt x="1183011" y="1051172"/>
                  <a:pt x="1190663" y="1029356"/>
                  <a:pt x="1203026" y="1010534"/>
                </a:cubicBezTo>
                <a:cubicBezTo>
                  <a:pt x="1282627" y="889338"/>
                  <a:pt x="1269158" y="903004"/>
                  <a:pt x="1135582" y="1078964"/>
                </a:cubicBezTo>
                <a:cubicBezTo>
                  <a:pt x="1009750" y="1244724"/>
                  <a:pt x="979742" y="1282943"/>
                  <a:pt x="950118" y="1315178"/>
                </a:cubicBezTo>
                <a:cubicBezTo>
                  <a:pt x="927018" y="1340315"/>
                  <a:pt x="916617" y="1362075"/>
                  <a:pt x="927703" y="1362075"/>
                </a:cubicBezTo>
                <a:cubicBezTo>
                  <a:pt x="929781" y="1362075"/>
                  <a:pt x="962999" y="1329515"/>
                  <a:pt x="1001521" y="1289719"/>
                </a:cubicBezTo>
                <a:close/>
                <a:moveTo>
                  <a:pt x="842793" y="1232861"/>
                </a:moveTo>
                <a:cubicBezTo>
                  <a:pt x="857041" y="1214182"/>
                  <a:pt x="871132" y="1201332"/>
                  <a:pt x="874107" y="1204307"/>
                </a:cubicBezTo>
                <a:cubicBezTo>
                  <a:pt x="880819" y="1211019"/>
                  <a:pt x="914400" y="1181537"/>
                  <a:pt x="914400" y="1168932"/>
                </a:cubicBezTo>
                <a:cubicBezTo>
                  <a:pt x="914400" y="1163864"/>
                  <a:pt x="907970" y="1165053"/>
                  <a:pt x="900112" y="1171575"/>
                </a:cubicBezTo>
                <a:cubicBezTo>
                  <a:pt x="873234" y="1193881"/>
                  <a:pt x="885908" y="1171409"/>
                  <a:pt x="979360" y="1031061"/>
                </a:cubicBezTo>
                <a:cubicBezTo>
                  <a:pt x="1201198" y="697901"/>
                  <a:pt x="1288728" y="498262"/>
                  <a:pt x="1289902" y="322781"/>
                </a:cubicBezTo>
                <a:cubicBezTo>
                  <a:pt x="1290498" y="233522"/>
                  <a:pt x="1279008" y="214747"/>
                  <a:pt x="1229335" y="223819"/>
                </a:cubicBezTo>
                <a:cubicBezTo>
                  <a:pt x="1122281" y="243370"/>
                  <a:pt x="966412" y="397567"/>
                  <a:pt x="889920" y="559593"/>
                </a:cubicBezTo>
                <a:cubicBezTo>
                  <a:pt x="852428" y="639010"/>
                  <a:pt x="833594" y="660006"/>
                  <a:pt x="842927" y="611981"/>
                </a:cubicBezTo>
                <a:cubicBezTo>
                  <a:pt x="847167" y="590161"/>
                  <a:pt x="846496" y="588968"/>
                  <a:pt x="838905" y="604837"/>
                </a:cubicBezTo>
                <a:cubicBezTo>
                  <a:pt x="833893" y="615315"/>
                  <a:pt x="832113" y="641723"/>
                  <a:pt x="834950" y="663522"/>
                </a:cubicBezTo>
                <a:cubicBezTo>
                  <a:pt x="839387" y="697608"/>
                  <a:pt x="837139" y="704747"/>
                  <a:pt x="818893" y="714512"/>
                </a:cubicBezTo>
                <a:cubicBezTo>
                  <a:pt x="801988" y="723559"/>
                  <a:pt x="795907" y="723247"/>
                  <a:pt x="788966" y="712977"/>
                </a:cubicBezTo>
                <a:cubicBezTo>
                  <a:pt x="782492" y="703397"/>
                  <a:pt x="780969" y="704978"/>
                  <a:pt x="783034" y="719137"/>
                </a:cubicBezTo>
                <a:cubicBezTo>
                  <a:pt x="785343" y="734969"/>
                  <a:pt x="780181" y="738322"/>
                  <a:pt x="752475" y="738983"/>
                </a:cubicBezTo>
                <a:cubicBezTo>
                  <a:pt x="710415" y="739988"/>
                  <a:pt x="698019" y="729217"/>
                  <a:pt x="619205" y="623172"/>
                </a:cubicBezTo>
                <a:cubicBezTo>
                  <a:pt x="489070" y="448078"/>
                  <a:pt x="361920" y="385593"/>
                  <a:pt x="290295" y="461537"/>
                </a:cubicBezTo>
                <a:cubicBezTo>
                  <a:pt x="211176" y="545429"/>
                  <a:pt x="209136" y="692080"/>
                  <a:pt x="285416" y="812337"/>
                </a:cubicBezTo>
                <a:cubicBezTo>
                  <a:pt x="301316" y="837403"/>
                  <a:pt x="314324" y="860430"/>
                  <a:pt x="314324" y="863509"/>
                </a:cubicBezTo>
                <a:cubicBezTo>
                  <a:pt x="314325" y="874445"/>
                  <a:pt x="282392" y="842520"/>
                  <a:pt x="265191" y="814387"/>
                </a:cubicBezTo>
                <a:cubicBezTo>
                  <a:pt x="255583" y="798671"/>
                  <a:pt x="247705" y="790785"/>
                  <a:pt x="247685" y="796863"/>
                </a:cubicBezTo>
                <a:cubicBezTo>
                  <a:pt x="247643" y="810066"/>
                  <a:pt x="313063" y="894214"/>
                  <a:pt x="338936" y="914235"/>
                </a:cubicBezTo>
                <a:cubicBezTo>
                  <a:pt x="356900" y="928136"/>
                  <a:pt x="356901" y="928024"/>
                  <a:pt x="339042" y="907092"/>
                </a:cubicBezTo>
                <a:cubicBezTo>
                  <a:pt x="307473" y="870091"/>
                  <a:pt x="337389" y="884124"/>
                  <a:pt x="376685" y="924750"/>
                </a:cubicBezTo>
                <a:cubicBezTo>
                  <a:pt x="414827" y="964183"/>
                  <a:pt x="622763" y="1135746"/>
                  <a:pt x="669639" y="1166461"/>
                </a:cubicBezTo>
                <a:cubicBezTo>
                  <a:pt x="683676" y="1175658"/>
                  <a:pt x="693102" y="1186515"/>
                  <a:pt x="690585" y="1190587"/>
                </a:cubicBezTo>
                <a:cubicBezTo>
                  <a:pt x="688068" y="1194659"/>
                  <a:pt x="693463" y="1203834"/>
                  <a:pt x="702573" y="1210977"/>
                </a:cubicBezTo>
                <a:cubicBezTo>
                  <a:pt x="717562" y="1222727"/>
                  <a:pt x="717894" y="1222377"/>
                  <a:pt x="706064" y="1207293"/>
                </a:cubicBezTo>
                <a:cubicBezTo>
                  <a:pt x="684964" y="1180388"/>
                  <a:pt x="702495" y="1187944"/>
                  <a:pt x="755424" y="1228569"/>
                </a:cubicBezTo>
                <a:cubicBezTo>
                  <a:pt x="815462" y="1274649"/>
                  <a:pt x="811084" y="1274434"/>
                  <a:pt x="842793" y="1232861"/>
                </a:cubicBezTo>
                <a:close/>
                <a:moveTo>
                  <a:pt x="1114682" y="1232693"/>
                </a:moveTo>
                <a:cubicBezTo>
                  <a:pt x="1114540" y="1227017"/>
                  <a:pt x="1129248" y="1205586"/>
                  <a:pt x="1147366" y="1185068"/>
                </a:cubicBezTo>
                <a:cubicBezTo>
                  <a:pt x="1165483" y="1164550"/>
                  <a:pt x="1180485" y="1153183"/>
                  <a:pt x="1180703" y="1159808"/>
                </a:cubicBezTo>
                <a:cubicBezTo>
                  <a:pt x="1180921" y="1166433"/>
                  <a:pt x="1166214" y="1187865"/>
                  <a:pt x="1148020" y="1207433"/>
                </a:cubicBezTo>
                <a:cubicBezTo>
                  <a:pt x="1129826" y="1227002"/>
                  <a:pt x="1114824" y="1238368"/>
                  <a:pt x="1114682" y="1232693"/>
                </a:cubicBezTo>
                <a:close/>
                <a:moveTo>
                  <a:pt x="499586" y="1172761"/>
                </a:moveTo>
                <a:cubicBezTo>
                  <a:pt x="494609" y="1168174"/>
                  <a:pt x="443388" y="1127341"/>
                  <a:pt x="385762" y="1082020"/>
                </a:cubicBezTo>
                <a:cubicBezTo>
                  <a:pt x="292752" y="1008870"/>
                  <a:pt x="287765" y="1006015"/>
                  <a:pt x="341350" y="1056590"/>
                </a:cubicBezTo>
                <a:cubicBezTo>
                  <a:pt x="374550" y="1087925"/>
                  <a:pt x="423842" y="1128583"/>
                  <a:pt x="450888" y="1146941"/>
                </a:cubicBezTo>
                <a:cubicBezTo>
                  <a:pt x="498876" y="1179514"/>
                  <a:pt x="517805" y="1189550"/>
                  <a:pt x="499586" y="1172761"/>
                </a:cubicBezTo>
                <a:close/>
                <a:moveTo>
                  <a:pt x="983456" y="1083631"/>
                </a:moveTo>
                <a:cubicBezTo>
                  <a:pt x="1003101" y="1060198"/>
                  <a:pt x="1019175" y="1037867"/>
                  <a:pt x="1019175" y="1034007"/>
                </a:cubicBezTo>
                <a:cubicBezTo>
                  <a:pt x="1019175" y="1026484"/>
                  <a:pt x="946846" y="1113102"/>
                  <a:pt x="925136" y="1146623"/>
                </a:cubicBezTo>
                <a:lnTo>
                  <a:pt x="912061" y="1166812"/>
                </a:lnTo>
                <a:lnTo>
                  <a:pt x="929899" y="1146525"/>
                </a:lnTo>
                <a:cubicBezTo>
                  <a:pt x="939710" y="1135367"/>
                  <a:pt x="963810" y="1107065"/>
                  <a:pt x="983456" y="1083631"/>
                </a:cubicBezTo>
                <a:close/>
                <a:moveTo>
                  <a:pt x="1190625" y="1133465"/>
                </a:moveTo>
                <a:cubicBezTo>
                  <a:pt x="1190625" y="1118106"/>
                  <a:pt x="1253654" y="1037754"/>
                  <a:pt x="1260406" y="1044506"/>
                </a:cubicBezTo>
                <a:cubicBezTo>
                  <a:pt x="1266351" y="1050451"/>
                  <a:pt x="1216254" y="1128284"/>
                  <a:pt x="1200026" y="1138313"/>
                </a:cubicBezTo>
                <a:cubicBezTo>
                  <a:pt x="1194855" y="1141509"/>
                  <a:pt x="1190625" y="1139327"/>
                  <a:pt x="1190625" y="1133465"/>
                </a:cubicBezTo>
                <a:close/>
                <a:moveTo>
                  <a:pt x="1276606" y="1015536"/>
                </a:moveTo>
                <a:cubicBezTo>
                  <a:pt x="1276188" y="1001848"/>
                  <a:pt x="1315252" y="942975"/>
                  <a:pt x="1324751" y="942975"/>
                </a:cubicBezTo>
                <a:cubicBezTo>
                  <a:pt x="1329563" y="942975"/>
                  <a:pt x="1333384" y="946189"/>
                  <a:pt x="1333243" y="950118"/>
                </a:cubicBezTo>
                <a:cubicBezTo>
                  <a:pt x="1332863" y="960718"/>
                  <a:pt x="1276905" y="1025351"/>
                  <a:pt x="1276606" y="1015536"/>
                </a:cubicBezTo>
                <a:close/>
                <a:moveTo>
                  <a:pt x="1381125" y="833760"/>
                </a:moveTo>
                <a:cubicBezTo>
                  <a:pt x="1381125" y="821619"/>
                  <a:pt x="1414244" y="762000"/>
                  <a:pt x="1420989" y="762000"/>
                </a:cubicBezTo>
                <a:cubicBezTo>
                  <a:pt x="1432977" y="762000"/>
                  <a:pt x="1430427" y="771325"/>
                  <a:pt x="1408923" y="806119"/>
                </a:cubicBezTo>
                <a:cubicBezTo>
                  <a:pt x="1390740" y="835540"/>
                  <a:pt x="1381125" y="845101"/>
                  <a:pt x="1381125" y="833760"/>
                </a:cubicBezTo>
                <a:close/>
                <a:moveTo>
                  <a:pt x="1419809" y="746125"/>
                </a:moveTo>
                <a:cubicBezTo>
                  <a:pt x="1420805" y="732605"/>
                  <a:pt x="1465225" y="642361"/>
                  <a:pt x="1465912" y="652462"/>
                </a:cubicBezTo>
                <a:cubicBezTo>
                  <a:pt x="1467337" y="673404"/>
                  <a:pt x="1440534" y="746959"/>
                  <a:pt x="1430225" y="750395"/>
                </a:cubicBezTo>
                <a:cubicBezTo>
                  <a:pt x="1424175" y="752412"/>
                  <a:pt x="1419488" y="750490"/>
                  <a:pt x="1419809" y="746125"/>
                </a:cubicBezTo>
                <a:close/>
                <a:moveTo>
                  <a:pt x="570987" y="384949"/>
                </a:moveTo>
                <a:cubicBezTo>
                  <a:pt x="552933" y="366167"/>
                  <a:pt x="525303" y="344528"/>
                  <a:pt x="509587" y="336863"/>
                </a:cubicBezTo>
                <a:lnTo>
                  <a:pt x="481012" y="322926"/>
                </a:lnTo>
                <a:lnTo>
                  <a:pt x="509573" y="344819"/>
                </a:lnTo>
                <a:cubicBezTo>
                  <a:pt x="525282" y="356860"/>
                  <a:pt x="550999" y="378374"/>
                  <a:pt x="566723" y="392627"/>
                </a:cubicBezTo>
                <a:cubicBezTo>
                  <a:pt x="607334" y="429438"/>
                  <a:pt x="609683" y="425208"/>
                  <a:pt x="570987" y="384949"/>
                </a:cubicBezTo>
                <a:close/>
                <a:moveTo>
                  <a:pt x="504825" y="252427"/>
                </a:moveTo>
                <a:cubicBezTo>
                  <a:pt x="481250" y="239812"/>
                  <a:pt x="437316" y="224446"/>
                  <a:pt x="407193" y="218281"/>
                </a:cubicBezTo>
                <a:cubicBezTo>
                  <a:pt x="377070" y="212115"/>
                  <a:pt x="352425" y="203342"/>
                  <a:pt x="352425" y="198785"/>
                </a:cubicBezTo>
                <a:cubicBezTo>
                  <a:pt x="352425" y="173174"/>
                  <a:pt x="546977" y="234727"/>
                  <a:pt x="566653" y="266563"/>
                </a:cubicBezTo>
                <a:cubicBezTo>
                  <a:pt x="576631" y="282709"/>
                  <a:pt x="550060" y="276633"/>
                  <a:pt x="504825" y="252427"/>
                </a:cubicBezTo>
                <a:close/>
              </a:path>
            </a:pathLst>
          </a:custGeom>
          <a:solidFill>
            <a:srgbClr val="CEACD6"/>
          </a:solidFill>
          <a:ln>
            <a:noFill/>
          </a:ln>
        </p:spPr>
      </p:sp>
      <p:pic>
        <p:nvPicPr>
          <p:cNvPr id="7" name="ticket stub" descr="0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480000">
            <a:off x="3048000" y="10658475"/>
            <a:ext cx="5715000" cy="2305050"/>
          </a:xfrm>
          <a:prstGeom prst="rect">
            <a:avLst/>
          </a:prstGeom>
        </p:spPr>
      </p:pic>
      <p:sp>
        <p:nvSpPr>
          <p:cNvPr id="8" name="TEXT: [favourite 2]"/>
          <p:cNvSpPr/>
          <p:nvPr/>
        </p:nvSpPr>
        <p:spPr>
          <a:xfrm rot="21480000">
            <a:off x="3624611" y="11473758"/>
            <a:ext cx="3419475" cy="714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8684" rIns="138684" tIns="59436" bIns="59436"/>
          <a:lstStyle/>
          <a:p>
            <a:pPr algn="ctr">
              <a:lnSpc>
                <a:spcPts val="4758"/>
              </a:lnSpc>
            </a:pPr>
            <a:r>
              <a:rPr b="1" sz="3900">
                <a:solidFill>
                  <a:srgbClr val="1C1422"/>
                </a:solidFill>
                <a:latin typeface="Montserrat"/>
              </a:rPr>
              <a:t>[favourite 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burst"/>
          <p:cNvSpPr/>
          <p:nvPr/>
        </p:nvSpPr>
        <p:spPr>
          <a:xfrm rot="0">
            <a:off x="1047750" y="2900362"/>
            <a:ext cx="8191500" cy="7153275"/>
          </a:xfrm>
          <a:custGeom>
            <a:avLst/>
            <a:gdLst/>
            <a:ahLst/>
            <a:cxnLst/>
            <a:rect l="0" t="0" r="r" b="b"/>
            <a:pathLst>
              <a:path w="8191500" h="7153275">
                <a:moveTo>
                  <a:pt x="3969543" y="7112657"/>
                </a:moveTo>
                <a:cubicBezTo>
                  <a:pt x="3960375" y="7090357"/>
                  <a:pt x="3952875" y="7061028"/>
                  <a:pt x="3952875" y="7047482"/>
                </a:cubicBezTo>
                <a:cubicBezTo>
                  <a:pt x="3952875" y="7033935"/>
                  <a:pt x="3946426" y="7009925"/>
                  <a:pt x="3938545" y="6994127"/>
                </a:cubicBezTo>
                <a:cubicBezTo>
                  <a:pt x="3930663" y="6978328"/>
                  <a:pt x="3919738" y="6944451"/>
                  <a:pt x="3914267" y="6918844"/>
                </a:cubicBezTo>
                <a:cubicBezTo>
                  <a:pt x="3893766" y="6822903"/>
                  <a:pt x="3888428" y="6804218"/>
                  <a:pt x="3865588" y="6748462"/>
                </a:cubicBezTo>
                <a:cubicBezTo>
                  <a:pt x="3852713" y="6717030"/>
                  <a:pt x="3832581" y="6659165"/>
                  <a:pt x="3820852" y="6619875"/>
                </a:cubicBezTo>
                <a:cubicBezTo>
                  <a:pt x="3809122" y="6580584"/>
                  <a:pt x="3784962" y="6501288"/>
                  <a:pt x="3767162" y="6443662"/>
                </a:cubicBezTo>
                <a:cubicBezTo>
                  <a:pt x="3749362" y="6386036"/>
                  <a:pt x="3731924" y="6328171"/>
                  <a:pt x="3728410" y="6315075"/>
                </a:cubicBezTo>
                <a:cubicBezTo>
                  <a:pt x="3724896" y="6301978"/>
                  <a:pt x="3716897" y="6284833"/>
                  <a:pt x="3710634" y="6276975"/>
                </a:cubicBezTo>
                <a:cubicBezTo>
                  <a:pt x="3704371" y="6269116"/>
                  <a:pt x="3687249" y="6230540"/>
                  <a:pt x="3672586" y="6191250"/>
                </a:cubicBezTo>
                <a:cubicBezTo>
                  <a:pt x="3581182" y="5946335"/>
                  <a:pt x="3534727" y="5848350"/>
                  <a:pt x="3510018" y="5848350"/>
                </a:cubicBezTo>
                <a:cubicBezTo>
                  <a:pt x="3494548" y="5848350"/>
                  <a:pt x="3450445" y="5909745"/>
                  <a:pt x="3421068" y="5972175"/>
                </a:cubicBezTo>
                <a:cubicBezTo>
                  <a:pt x="3409975" y="5995749"/>
                  <a:pt x="3397026" y="6021466"/>
                  <a:pt x="3392292" y="6029325"/>
                </a:cubicBezTo>
                <a:cubicBezTo>
                  <a:pt x="3387559" y="6037183"/>
                  <a:pt x="3376659" y="6058614"/>
                  <a:pt x="3368070" y="6076950"/>
                </a:cubicBezTo>
                <a:cubicBezTo>
                  <a:pt x="3346248" y="6123537"/>
                  <a:pt x="3286516" y="6240734"/>
                  <a:pt x="3275832" y="6257925"/>
                </a:cubicBezTo>
                <a:cubicBezTo>
                  <a:pt x="3270949" y="6265783"/>
                  <a:pt x="3264449" y="6278641"/>
                  <a:pt x="3261388" y="6286500"/>
                </a:cubicBezTo>
                <a:cubicBezTo>
                  <a:pt x="3258327" y="6294358"/>
                  <a:pt x="3252456" y="6309360"/>
                  <a:pt x="3248342" y="6319837"/>
                </a:cubicBezTo>
                <a:cubicBezTo>
                  <a:pt x="3210256" y="6416836"/>
                  <a:pt x="3155675" y="6510125"/>
                  <a:pt x="3138355" y="6507823"/>
                </a:cubicBezTo>
                <a:cubicBezTo>
                  <a:pt x="3119155" y="6505271"/>
                  <a:pt x="3086100" y="6565315"/>
                  <a:pt x="3086100" y="6602744"/>
                </a:cubicBezTo>
                <a:cubicBezTo>
                  <a:pt x="3086100" y="6611547"/>
                  <a:pt x="3081813" y="6621399"/>
                  <a:pt x="3076575" y="6624637"/>
                </a:cubicBezTo>
                <a:cubicBezTo>
                  <a:pt x="3071336" y="6627875"/>
                  <a:pt x="3067050" y="6640031"/>
                  <a:pt x="3067050" y="6651651"/>
                </a:cubicBezTo>
                <a:cubicBezTo>
                  <a:pt x="3067050" y="6675659"/>
                  <a:pt x="3017822" y="6734175"/>
                  <a:pt x="2997625" y="6734175"/>
                </a:cubicBezTo>
                <a:cubicBezTo>
                  <a:pt x="2960413" y="6734175"/>
                  <a:pt x="2951070" y="6702121"/>
                  <a:pt x="2958024" y="6598311"/>
                </a:cubicBezTo>
                <a:cubicBezTo>
                  <a:pt x="2964553" y="6500839"/>
                  <a:pt x="2964229" y="6498499"/>
                  <a:pt x="2942050" y="6482977"/>
                </a:cubicBezTo>
                <a:cubicBezTo>
                  <a:pt x="2920836" y="6468130"/>
                  <a:pt x="2918985" y="6459208"/>
                  <a:pt x="2912617" y="6341098"/>
                </a:cubicBezTo>
                <a:cubicBezTo>
                  <a:pt x="2908879" y="6271778"/>
                  <a:pt x="2901748" y="6161484"/>
                  <a:pt x="2896770" y="6096000"/>
                </a:cubicBezTo>
                <a:cubicBezTo>
                  <a:pt x="2891792" y="6030515"/>
                  <a:pt x="2884706" y="5912643"/>
                  <a:pt x="2881023" y="5834062"/>
                </a:cubicBezTo>
                <a:cubicBezTo>
                  <a:pt x="2877339" y="5755481"/>
                  <a:pt x="2871818" y="5686982"/>
                  <a:pt x="2868753" y="5681843"/>
                </a:cubicBezTo>
                <a:cubicBezTo>
                  <a:pt x="2863562" y="5673138"/>
                  <a:pt x="2858214" y="5615560"/>
                  <a:pt x="2840542" y="5378093"/>
                </a:cubicBezTo>
                <a:lnTo>
                  <a:pt x="2833545" y="5284073"/>
                </a:lnTo>
                <a:lnTo>
                  <a:pt x="2796310" y="5251886"/>
                </a:lnTo>
                <a:cubicBezTo>
                  <a:pt x="2747586" y="5209768"/>
                  <a:pt x="2705160" y="5208692"/>
                  <a:pt x="2647002" y="5248101"/>
                </a:cubicBezTo>
                <a:cubicBezTo>
                  <a:pt x="2623949" y="5263722"/>
                  <a:pt x="2595828" y="5276581"/>
                  <a:pt x="2584511" y="5276676"/>
                </a:cubicBezTo>
                <a:cubicBezTo>
                  <a:pt x="2573194" y="5276772"/>
                  <a:pt x="2536761" y="5289705"/>
                  <a:pt x="2503548" y="5305417"/>
                </a:cubicBezTo>
                <a:cubicBezTo>
                  <a:pt x="2470336" y="5321129"/>
                  <a:pt x="2437682" y="5333988"/>
                  <a:pt x="2430984" y="5333992"/>
                </a:cubicBezTo>
                <a:cubicBezTo>
                  <a:pt x="2420650" y="5333998"/>
                  <a:pt x="2353603" y="5366469"/>
                  <a:pt x="2293143" y="5400749"/>
                </a:cubicBezTo>
                <a:cubicBezTo>
                  <a:pt x="2283975" y="5405947"/>
                  <a:pt x="2270494" y="5413414"/>
                  <a:pt x="2263185" y="5417343"/>
                </a:cubicBezTo>
                <a:cubicBezTo>
                  <a:pt x="2226891" y="5436853"/>
                  <a:pt x="1866335" y="5684465"/>
                  <a:pt x="1795310" y="5738657"/>
                </a:cubicBezTo>
                <a:cubicBezTo>
                  <a:pt x="1750569" y="5772794"/>
                  <a:pt x="1710462" y="5800725"/>
                  <a:pt x="1706183" y="5800725"/>
                </a:cubicBezTo>
                <a:cubicBezTo>
                  <a:pt x="1701903" y="5800725"/>
                  <a:pt x="1690589" y="5809358"/>
                  <a:pt x="1681040" y="5819909"/>
                </a:cubicBezTo>
                <a:cubicBezTo>
                  <a:pt x="1666037" y="5836488"/>
                  <a:pt x="1620646" y="5869760"/>
                  <a:pt x="1538287" y="5924550"/>
                </a:cubicBezTo>
                <a:cubicBezTo>
                  <a:pt x="1472428" y="5968362"/>
                  <a:pt x="1405459" y="6016623"/>
                  <a:pt x="1333500" y="6072126"/>
                </a:cubicBezTo>
                <a:cubicBezTo>
                  <a:pt x="1252604" y="6134521"/>
                  <a:pt x="1015724" y="6308093"/>
                  <a:pt x="922154" y="6373535"/>
                </a:cubicBezTo>
                <a:cubicBezTo>
                  <a:pt x="882509" y="6401263"/>
                  <a:pt x="869335" y="6406137"/>
                  <a:pt x="856204" y="6397936"/>
                </a:cubicBezTo>
                <a:cubicBezTo>
                  <a:pt x="836351" y="6385538"/>
                  <a:pt x="773635" y="6423089"/>
                  <a:pt x="746015" y="6463912"/>
                </a:cubicBezTo>
                <a:cubicBezTo>
                  <a:pt x="722553" y="6498589"/>
                  <a:pt x="662985" y="6556244"/>
                  <a:pt x="602853" y="6602473"/>
                </a:cubicBezTo>
                <a:cubicBezTo>
                  <a:pt x="561711" y="6634104"/>
                  <a:pt x="548432" y="6639556"/>
                  <a:pt x="525044" y="6634419"/>
                </a:cubicBezTo>
                <a:cubicBezTo>
                  <a:pt x="505557" y="6630139"/>
                  <a:pt x="484949" y="6634293"/>
                  <a:pt x="458351" y="6647862"/>
                </a:cubicBezTo>
                <a:cubicBezTo>
                  <a:pt x="405364" y="6674894"/>
                  <a:pt x="386162" y="6672699"/>
                  <a:pt x="363576" y="6637026"/>
                </a:cubicBezTo>
                <a:cubicBezTo>
                  <a:pt x="347600" y="6611794"/>
                  <a:pt x="346210" y="6602905"/>
                  <a:pt x="355496" y="6585350"/>
                </a:cubicBezTo>
                <a:cubicBezTo>
                  <a:pt x="380917" y="6537294"/>
                  <a:pt x="469159" y="6440781"/>
                  <a:pt x="542488" y="6380831"/>
                </a:cubicBezTo>
                <a:cubicBezTo>
                  <a:pt x="559126" y="6367230"/>
                  <a:pt x="577863" y="6341193"/>
                  <a:pt x="584127" y="6322973"/>
                </a:cubicBezTo>
                <a:cubicBezTo>
                  <a:pt x="596524" y="6286913"/>
                  <a:pt x="635217" y="6238208"/>
                  <a:pt x="766762" y="6093085"/>
                </a:cubicBezTo>
                <a:cubicBezTo>
                  <a:pt x="813911" y="6041069"/>
                  <a:pt x="867060" y="5978654"/>
                  <a:pt x="884871" y="5954386"/>
                </a:cubicBezTo>
                <a:cubicBezTo>
                  <a:pt x="926108" y="5898199"/>
                  <a:pt x="1019294" y="5791364"/>
                  <a:pt x="1123404" y="5680917"/>
                </a:cubicBezTo>
                <a:cubicBezTo>
                  <a:pt x="1168233" y="5633358"/>
                  <a:pt x="1238235" y="5551919"/>
                  <a:pt x="1278962" y="5499942"/>
                </a:cubicBezTo>
                <a:cubicBezTo>
                  <a:pt x="1319690" y="5447964"/>
                  <a:pt x="1380606" y="5373290"/>
                  <a:pt x="1414333" y="5334000"/>
                </a:cubicBezTo>
                <a:cubicBezTo>
                  <a:pt x="1448059" y="5294709"/>
                  <a:pt x="1475816" y="5258680"/>
                  <a:pt x="1476014" y="5253936"/>
                </a:cubicBezTo>
                <a:cubicBezTo>
                  <a:pt x="1476212" y="5249192"/>
                  <a:pt x="1487090" y="5231261"/>
                  <a:pt x="1500187" y="5214090"/>
                </a:cubicBezTo>
                <a:cubicBezTo>
                  <a:pt x="1513284" y="5196919"/>
                  <a:pt x="1524000" y="5179766"/>
                  <a:pt x="1524000" y="5175971"/>
                </a:cubicBezTo>
                <a:cubicBezTo>
                  <a:pt x="1524000" y="5172176"/>
                  <a:pt x="1540578" y="5147244"/>
                  <a:pt x="1560840" y="5120567"/>
                </a:cubicBezTo>
                <a:cubicBezTo>
                  <a:pt x="1581102" y="5093889"/>
                  <a:pt x="1605564" y="5059203"/>
                  <a:pt x="1615200" y="5043487"/>
                </a:cubicBezTo>
                <a:cubicBezTo>
                  <a:pt x="1624836" y="5027771"/>
                  <a:pt x="1642548" y="5002796"/>
                  <a:pt x="1654560" y="4987987"/>
                </a:cubicBezTo>
                <a:cubicBezTo>
                  <a:pt x="1666572" y="4973179"/>
                  <a:pt x="1676400" y="4955036"/>
                  <a:pt x="1676399" y="4947670"/>
                </a:cubicBezTo>
                <a:cubicBezTo>
                  <a:pt x="1676399" y="4930395"/>
                  <a:pt x="1760487" y="4753219"/>
                  <a:pt x="1778689" y="4732143"/>
                </a:cubicBezTo>
                <a:cubicBezTo>
                  <a:pt x="1804853" y="4701847"/>
                  <a:pt x="1782333" y="4696161"/>
                  <a:pt x="1730942" y="4720087"/>
                </a:cubicBezTo>
                <a:cubicBezTo>
                  <a:pt x="1703563" y="4732834"/>
                  <a:pt x="1672590" y="4743396"/>
                  <a:pt x="1662112" y="4743557"/>
                </a:cubicBezTo>
                <a:cubicBezTo>
                  <a:pt x="1651635" y="4743719"/>
                  <a:pt x="1613058" y="4754458"/>
                  <a:pt x="1576387" y="4767421"/>
                </a:cubicBezTo>
                <a:cubicBezTo>
                  <a:pt x="1539716" y="4780385"/>
                  <a:pt x="1489106" y="4791010"/>
                  <a:pt x="1463920" y="4791033"/>
                </a:cubicBezTo>
                <a:cubicBezTo>
                  <a:pt x="1433722" y="4791060"/>
                  <a:pt x="1404529" y="4798657"/>
                  <a:pt x="1378195" y="4813342"/>
                </a:cubicBezTo>
                <a:cubicBezTo>
                  <a:pt x="1356232" y="4825590"/>
                  <a:pt x="1327546" y="4838014"/>
                  <a:pt x="1314450" y="4840952"/>
                </a:cubicBezTo>
                <a:cubicBezTo>
                  <a:pt x="1283755" y="4847838"/>
                  <a:pt x="1237697" y="4864359"/>
                  <a:pt x="1169013" y="4893120"/>
                </a:cubicBezTo>
                <a:cubicBezTo>
                  <a:pt x="1047420" y="4944037"/>
                  <a:pt x="1019674" y="4898022"/>
                  <a:pt x="1115892" y="4805023"/>
                </a:cubicBezTo>
                <a:cubicBezTo>
                  <a:pt x="1149137" y="4772890"/>
                  <a:pt x="1197768" y="4719536"/>
                  <a:pt x="1223962" y="4686458"/>
                </a:cubicBezTo>
                <a:cubicBezTo>
                  <a:pt x="1250156" y="4653380"/>
                  <a:pt x="1283374" y="4613765"/>
                  <a:pt x="1297781" y="4598425"/>
                </a:cubicBezTo>
                <a:cubicBezTo>
                  <a:pt x="1312187" y="4583085"/>
                  <a:pt x="1323975" y="4563177"/>
                  <a:pt x="1323974" y="4554186"/>
                </a:cubicBezTo>
                <a:cubicBezTo>
                  <a:pt x="1323974" y="4545194"/>
                  <a:pt x="1344905" y="4513084"/>
                  <a:pt x="1370486" y="4482829"/>
                </a:cubicBezTo>
                <a:cubicBezTo>
                  <a:pt x="1472832" y="4361785"/>
                  <a:pt x="1497466" y="4277309"/>
                  <a:pt x="1448415" y="4215586"/>
                </a:cubicBezTo>
                <a:cubicBezTo>
                  <a:pt x="1433037" y="4196236"/>
                  <a:pt x="1419107" y="4177430"/>
                  <a:pt x="1417458" y="4173795"/>
                </a:cubicBezTo>
                <a:cubicBezTo>
                  <a:pt x="1397224" y="4129172"/>
                  <a:pt x="1151820" y="4021112"/>
                  <a:pt x="947737" y="3966960"/>
                </a:cubicBezTo>
                <a:cubicBezTo>
                  <a:pt x="845609" y="3939861"/>
                  <a:pt x="805109" y="3928795"/>
                  <a:pt x="752475" y="3913604"/>
                </a:cubicBezTo>
                <a:cubicBezTo>
                  <a:pt x="672113" y="3890412"/>
                  <a:pt x="633988" y="3885619"/>
                  <a:pt x="485775" y="3880079"/>
                </a:cubicBezTo>
                <a:cubicBezTo>
                  <a:pt x="393086" y="3876614"/>
                  <a:pt x="323103" y="3869826"/>
                  <a:pt x="315183" y="3863533"/>
                </a:cubicBezTo>
                <a:cubicBezTo>
                  <a:pt x="307233" y="3857215"/>
                  <a:pt x="258659" y="3852567"/>
                  <a:pt x="196121" y="3852140"/>
                </a:cubicBezTo>
                <a:cubicBezTo>
                  <a:pt x="33623" y="3851029"/>
                  <a:pt x="0" y="3843174"/>
                  <a:pt x="0" y="3806323"/>
                </a:cubicBezTo>
                <a:cubicBezTo>
                  <a:pt x="0" y="3782191"/>
                  <a:pt x="5592" y="3774074"/>
                  <a:pt x="29519" y="3763483"/>
                </a:cubicBezTo>
                <a:cubicBezTo>
                  <a:pt x="77449" y="3742267"/>
                  <a:pt x="143758" y="3724297"/>
                  <a:pt x="175345" y="3723964"/>
                </a:cubicBezTo>
                <a:cubicBezTo>
                  <a:pt x="204254" y="3723658"/>
                  <a:pt x="299231" y="3694918"/>
                  <a:pt x="311337" y="3682812"/>
                </a:cubicBezTo>
                <a:cubicBezTo>
                  <a:pt x="314726" y="3679423"/>
                  <a:pt x="326225" y="3676649"/>
                  <a:pt x="336890" y="3676650"/>
                </a:cubicBezTo>
                <a:cubicBezTo>
                  <a:pt x="347554" y="3676650"/>
                  <a:pt x="369343" y="3664176"/>
                  <a:pt x="385309" y="3648930"/>
                </a:cubicBezTo>
                <a:cubicBezTo>
                  <a:pt x="415738" y="3619873"/>
                  <a:pt x="458347" y="3592727"/>
                  <a:pt x="514350" y="3566721"/>
                </a:cubicBezTo>
                <a:cubicBezTo>
                  <a:pt x="532685" y="3558206"/>
                  <a:pt x="554116" y="3547282"/>
                  <a:pt x="561975" y="3542446"/>
                </a:cubicBezTo>
                <a:cubicBezTo>
                  <a:pt x="569833" y="3537610"/>
                  <a:pt x="582691" y="3530686"/>
                  <a:pt x="590550" y="3527059"/>
                </a:cubicBezTo>
                <a:cubicBezTo>
                  <a:pt x="598408" y="3523432"/>
                  <a:pt x="644743" y="3495599"/>
                  <a:pt x="693518" y="3465207"/>
                </a:cubicBezTo>
                <a:cubicBezTo>
                  <a:pt x="742292" y="3434815"/>
                  <a:pt x="783958" y="3409950"/>
                  <a:pt x="786108" y="3409950"/>
                </a:cubicBezTo>
                <a:cubicBezTo>
                  <a:pt x="793222" y="3409950"/>
                  <a:pt x="881000" y="3348177"/>
                  <a:pt x="884237" y="3340893"/>
                </a:cubicBezTo>
                <a:cubicBezTo>
                  <a:pt x="885983" y="3336964"/>
                  <a:pt x="892413" y="3333635"/>
                  <a:pt x="898525" y="3333495"/>
                </a:cubicBezTo>
                <a:cubicBezTo>
                  <a:pt x="909369" y="3333247"/>
                  <a:pt x="1005504" y="3258848"/>
                  <a:pt x="1084355" y="3189681"/>
                </a:cubicBezTo>
                <a:cubicBezTo>
                  <a:pt x="1131325" y="3148480"/>
                  <a:pt x="1249713" y="3012241"/>
                  <a:pt x="1319213" y="2919412"/>
                </a:cubicBezTo>
                <a:cubicBezTo>
                  <a:pt x="1358182" y="2867363"/>
                  <a:pt x="1370467" y="2842375"/>
                  <a:pt x="1375220" y="2805497"/>
                </a:cubicBezTo>
                <a:cubicBezTo>
                  <a:pt x="1378568" y="2779515"/>
                  <a:pt x="1385552" y="2754012"/>
                  <a:pt x="1390741" y="2748823"/>
                </a:cubicBezTo>
                <a:cubicBezTo>
                  <a:pt x="1395929" y="2743635"/>
                  <a:pt x="1400175" y="2715054"/>
                  <a:pt x="1400174" y="2685311"/>
                </a:cubicBezTo>
                <a:cubicBezTo>
                  <a:pt x="1400174" y="2647840"/>
                  <a:pt x="1404757" y="2627429"/>
                  <a:pt x="1415095" y="2618849"/>
                </a:cubicBezTo>
                <a:cubicBezTo>
                  <a:pt x="1430569" y="2606007"/>
                  <a:pt x="1428850" y="2461679"/>
                  <a:pt x="1412916" y="2435898"/>
                </a:cubicBezTo>
                <a:cubicBezTo>
                  <a:pt x="1409146" y="2429799"/>
                  <a:pt x="1402842" y="2407507"/>
                  <a:pt x="1398907" y="2386360"/>
                </a:cubicBezTo>
                <a:cubicBezTo>
                  <a:pt x="1373723" y="2251043"/>
                  <a:pt x="1358091" y="2201472"/>
                  <a:pt x="1298840" y="2069045"/>
                </a:cubicBezTo>
                <a:cubicBezTo>
                  <a:pt x="1286470" y="2041399"/>
                  <a:pt x="1276350" y="2016487"/>
                  <a:pt x="1276350" y="2013687"/>
                </a:cubicBezTo>
                <a:cubicBezTo>
                  <a:pt x="1276350" y="2007260"/>
                  <a:pt x="1230471" y="1905090"/>
                  <a:pt x="1218991" y="1885950"/>
                </a:cubicBezTo>
                <a:cubicBezTo>
                  <a:pt x="1202622" y="1858659"/>
                  <a:pt x="1120162" y="1709596"/>
                  <a:pt x="1107874" y="1685084"/>
                </a:cubicBezTo>
                <a:cubicBezTo>
                  <a:pt x="1101077" y="1671524"/>
                  <a:pt x="1086912" y="1652643"/>
                  <a:pt x="1076395" y="1643126"/>
                </a:cubicBezTo>
                <a:cubicBezTo>
                  <a:pt x="1065879" y="1633609"/>
                  <a:pt x="1057275" y="1619771"/>
                  <a:pt x="1057275" y="1612375"/>
                </a:cubicBezTo>
                <a:cubicBezTo>
                  <a:pt x="1057275" y="1595402"/>
                  <a:pt x="1034753" y="1564899"/>
                  <a:pt x="892894" y="1389745"/>
                </a:cubicBezTo>
                <a:cubicBezTo>
                  <a:pt x="852390" y="1339734"/>
                  <a:pt x="849497" y="1285875"/>
                  <a:pt x="887315" y="1285875"/>
                </a:cubicBezTo>
                <a:cubicBezTo>
                  <a:pt x="901247" y="1285874"/>
                  <a:pt x="1038764" y="1381232"/>
                  <a:pt x="1089261" y="1425909"/>
                </a:cubicBezTo>
                <a:cubicBezTo>
                  <a:pt x="1114712" y="1448426"/>
                  <a:pt x="1143786" y="1466850"/>
                  <a:pt x="1153871" y="1466850"/>
                </a:cubicBezTo>
                <a:cubicBezTo>
                  <a:pt x="1172701" y="1466850"/>
                  <a:pt x="1238700" y="1497672"/>
                  <a:pt x="1314450" y="1541841"/>
                </a:cubicBezTo>
                <a:cubicBezTo>
                  <a:pt x="1366079" y="1571946"/>
                  <a:pt x="1422543" y="1595841"/>
                  <a:pt x="1585912" y="1656724"/>
                </a:cubicBezTo>
                <a:cubicBezTo>
                  <a:pt x="1800271" y="1736608"/>
                  <a:pt x="1902755" y="1756894"/>
                  <a:pt x="2057400" y="1750053"/>
                </a:cubicBezTo>
                <a:cubicBezTo>
                  <a:pt x="2145707" y="1746147"/>
                  <a:pt x="2167208" y="1741808"/>
                  <a:pt x="2259285" y="1709316"/>
                </a:cubicBezTo>
                <a:cubicBezTo>
                  <a:pt x="2300541" y="1694758"/>
                  <a:pt x="2306396" y="1694726"/>
                  <a:pt x="2334823" y="1708907"/>
                </a:cubicBezTo>
                <a:cubicBezTo>
                  <a:pt x="2370598" y="1726754"/>
                  <a:pt x="2402690" y="1710565"/>
                  <a:pt x="2485990" y="1632647"/>
                </a:cubicBezTo>
                <a:cubicBezTo>
                  <a:pt x="2510087" y="1610107"/>
                  <a:pt x="2541407" y="1587254"/>
                  <a:pt x="2555590" y="1581861"/>
                </a:cubicBezTo>
                <a:cubicBezTo>
                  <a:pt x="2570478" y="1576201"/>
                  <a:pt x="2587018" y="1558883"/>
                  <a:pt x="2594726" y="1540885"/>
                </a:cubicBezTo>
                <a:cubicBezTo>
                  <a:pt x="2646059" y="1421024"/>
                  <a:pt x="2657475" y="1391108"/>
                  <a:pt x="2657475" y="1376449"/>
                </a:cubicBezTo>
                <a:cubicBezTo>
                  <a:pt x="2657475" y="1367330"/>
                  <a:pt x="2663690" y="1340005"/>
                  <a:pt x="2671287" y="1315728"/>
                </a:cubicBezTo>
                <a:cubicBezTo>
                  <a:pt x="2695033" y="1239847"/>
                  <a:pt x="2703467" y="1198276"/>
                  <a:pt x="2714061" y="1104900"/>
                </a:cubicBezTo>
                <a:cubicBezTo>
                  <a:pt x="2719708" y="1055131"/>
                  <a:pt x="2728345" y="988695"/>
                  <a:pt x="2733256" y="957262"/>
                </a:cubicBezTo>
                <a:cubicBezTo>
                  <a:pt x="2747094" y="868686"/>
                  <a:pt x="2750119" y="821481"/>
                  <a:pt x="2757365" y="581025"/>
                </a:cubicBezTo>
                <a:cubicBezTo>
                  <a:pt x="2763405" y="380539"/>
                  <a:pt x="2766058" y="354416"/>
                  <a:pt x="2782788" y="330623"/>
                </a:cubicBezTo>
                <a:cubicBezTo>
                  <a:pt x="2800169" y="305905"/>
                  <a:pt x="2800637" y="299115"/>
                  <a:pt x="2789518" y="232946"/>
                </a:cubicBezTo>
                <a:cubicBezTo>
                  <a:pt x="2778993" y="170303"/>
                  <a:pt x="2779499" y="156449"/>
                  <a:pt x="2793769" y="116635"/>
                </a:cubicBezTo>
                <a:cubicBezTo>
                  <a:pt x="2802679" y="91776"/>
                  <a:pt x="2809948" y="63830"/>
                  <a:pt x="2809922" y="54532"/>
                </a:cubicBezTo>
                <a:cubicBezTo>
                  <a:pt x="2809869" y="35548"/>
                  <a:pt x="2849657" y="16638"/>
                  <a:pt x="2871787" y="25130"/>
                </a:cubicBezTo>
                <a:cubicBezTo>
                  <a:pt x="2879735" y="28180"/>
                  <a:pt x="2889050" y="41990"/>
                  <a:pt x="2892486" y="55819"/>
                </a:cubicBezTo>
                <a:cubicBezTo>
                  <a:pt x="2895922" y="69648"/>
                  <a:pt x="2907101" y="92335"/>
                  <a:pt x="2917327" y="106235"/>
                </a:cubicBezTo>
                <a:cubicBezTo>
                  <a:pt x="2935367" y="130756"/>
                  <a:pt x="2947483" y="173797"/>
                  <a:pt x="2958474" y="252412"/>
                </a:cubicBezTo>
                <a:cubicBezTo>
                  <a:pt x="2961404" y="273367"/>
                  <a:pt x="2967841" y="301277"/>
                  <a:pt x="2972778" y="314435"/>
                </a:cubicBezTo>
                <a:cubicBezTo>
                  <a:pt x="2977715" y="327593"/>
                  <a:pt x="2985537" y="359740"/>
                  <a:pt x="2990161" y="385873"/>
                </a:cubicBezTo>
                <a:cubicBezTo>
                  <a:pt x="3003834" y="463154"/>
                  <a:pt x="3039152" y="602436"/>
                  <a:pt x="3053616" y="636116"/>
                </a:cubicBezTo>
                <a:cubicBezTo>
                  <a:pt x="3061005" y="653320"/>
                  <a:pt x="3067050" y="677713"/>
                  <a:pt x="3067050" y="690323"/>
                </a:cubicBezTo>
                <a:cubicBezTo>
                  <a:pt x="3067050" y="702933"/>
                  <a:pt x="3071336" y="715899"/>
                  <a:pt x="3076575" y="719137"/>
                </a:cubicBezTo>
                <a:cubicBezTo>
                  <a:pt x="3081813" y="722375"/>
                  <a:pt x="3086100" y="735341"/>
                  <a:pt x="3086100" y="747951"/>
                </a:cubicBezTo>
                <a:cubicBezTo>
                  <a:pt x="3086100" y="760561"/>
                  <a:pt x="3092125" y="784954"/>
                  <a:pt x="3099489" y="802158"/>
                </a:cubicBezTo>
                <a:cubicBezTo>
                  <a:pt x="3114761" y="837834"/>
                  <a:pt x="3181480" y="1048338"/>
                  <a:pt x="3181401" y="1060597"/>
                </a:cubicBezTo>
                <a:cubicBezTo>
                  <a:pt x="3181252" y="1083943"/>
                  <a:pt x="3252890" y="1228922"/>
                  <a:pt x="3298017" y="1296601"/>
                </a:cubicBezTo>
                <a:cubicBezTo>
                  <a:pt x="3317670" y="1326074"/>
                  <a:pt x="3333750" y="1353014"/>
                  <a:pt x="3333750" y="1356467"/>
                </a:cubicBezTo>
                <a:cubicBezTo>
                  <a:pt x="3333750" y="1371884"/>
                  <a:pt x="3460965" y="1533968"/>
                  <a:pt x="3507922" y="1578378"/>
                </a:cubicBezTo>
                <a:cubicBezTo>
                  <a:pt x="3555589" y="1623459"/>
                  <a:pt x="3564795" y="1628105"/>
                  <a:pt x="3618497" y="1634181"/>
                </a:cubicBezTo>
                <a:cubicBezTo>
                  <a:pt x="3650715" y="1637826"/>
                  <a:pt x="3679376" y="1644530"/>
                  <a:pt x="3682187" y="1649079"/>
                </a:cubicBezTo>
                <a:cubicBezTo>
                  <a:pt x="3689960" y="1661656"/>
                  <a:pt x="3735459" y="1658851"/>
                  <a:pt x="3763835" y="1644046"/>
                </a:cubicBezTo>
                <a:cubicBezTo>
                  <a:pt x="3777735" y="1636793"/>
                  <a:pt x="3805175" y="1625557"/>
                  <a:pt x="3824812" y="1619076"/>
                </a:cubicBezTo>
                <a:cubicBezTo>
                  <a:pt x="3844449" y="1612595"/>
                  <a:pt x="3878082" y="1594904"/>
                  <a:pt x="3899551" y="1579762"/>
                </a:cubicBezTo>
                <a:cubicBezTo>
                  <a:pt x="3921021" y="1564619"/>
                  <a:pt x="3960624" y="1537198"/>
                  <a:pt x="3987557" y="1518826"/>
                </a:cubicBezTo>
                <a:cubicBezTo>
                  <a:pt x="4071593" y="1461503"/>
                  <a:pt x="4294109" y="1206320"/>
                  <a:pt x="4376737" y="1072511"/>
                </a:cubicBezTo>
                <a:cubicBezTo>
                  <a:pt x="4394604" y="1043577"/>
                  <a:pt x="4459343" y="952094"/>
                  <a:pt x="4478011" y="929401"/>
                </a:cubicBezTo>
                <a:cubicBezTo>
                  <a:pt x="4482644" y="923769"/>
                  <a:pt x="4526084" y="863441"/>
                  <a:pt x="4574546" y="795337"/>
                </a:cubicBezTo>
                <a:cubicBezTo>
                  <a:pt x="4629903" y="717542"/>
                  <a:pt x="4669707" y="670483"/>
                  <a:pt x="4681622" y="668744"/>
                </a:cubicBezTo>
                <a:cubicBezTo>
                  <a:pt x="4693429" y="667021"/>
                  <a:pt x="4723669" y="631745"/>
                  <a:pt x="4761742" y="575280"/>
                </a:cubicBezTo>
                <a:cubicBezTo>
                  <a:pt x="4795378" y="525397"/>
                  <a:pt x="4833954" y="478795"/>
                  <a:pt x="4847467" y="471719"/>
                </a:cubicBezTo>
                <a:cubicBezTo>
                  <a:pt x="4870141" y="459847"/>
                  <a:pt x="4890350" y="428426"/>
                  <a:pt x="4948839" y="314105"/>
                </a:cubicBezTo>
                <a:cubicBezTo>
                  <a:pt x="5001112" y="211933"/>
                  <a:pt x="5050500" y="189224"/>
                  <a:pt x="5055963" y="264848"/>
                </a:cubicBezTo>
                <a:cubicBezTo>
                  <a:pt x="5058286" y="297008"/>
                  <a:pt x="5051973" y="318259"/>
                  <a:pt x="5026276" y="364778"/>
                </a:cubicBezTo>
                <a:cubicBezTo>
                  <a:pt x="4988383" y="433378"/>
                  <a:pt x="4930586" y="622096"/>
                  <a:pt x="4939179" y="649170"/>
                </a:cubicBezTo>
                <a:cubicBezTo>
                  <a:pt x="4942407" y="659342"/>
                  <a:pt x="4940947" y="672816"/>
                  <a:pt x="4935933" y="679113"/>
                </a:cubicBezTo>
                <a:cubicBezTo>
                  <a:pt x="4930920" y="685410"/>
                  <a:pt x="4924447" y="703421"/>
                  <a:pt x="4921550" y="719137"/>
                </a:cubicBezTo>
                <a:cubicBezTo>
                  <a:pt x="4918653" y="734853"/>
                  <a:pt x="4911229" y="768581"/>
                  <a:pt x="4905053" y="794088"/>
                </a:cubicBezTo>
                <a:cubicBezTo>
                  <a:pt x="4897573" y="824982"/>
                  <a:pt x="4896891" y="847241"/>
                  <a:pt x="4903011" y="860763"/>
                </a:cubicBezTo>
                <a:cubicBezTo>
                  <a:pt x="4911844" y="880279"/>
                  <a:pt x="4909013" y="910666"/>
                  <a:pt x="4887809" y="1023937"/>
                </a:cubicBezTo>
                <a:cubicBezTo>
                  <a:pt x="4882905" y="1050131"/>
                  <a:pt x="4880596" y="1074417"/>
                  <a:pt x="4882677" y="1077906"/>
                </a:cubicBezTo>
                <a:cubicBezTo>
                  <a:pt x="4884758" y="1081396"/>
                  <a:pt x="4882256" y="1095309"/>
                  <a:pt x="4877118" y="1108825"/>
                </a:cubicBezTo>
                <a:cubicBezTo>
                  <a:pt x="4871979" y="1122340"/>
                  <a:pt x="4865183" y="1177231"/>
                  <a:pt x="4862016" y="1230804"/>
                </a:cubicBezTo>
                <a:cubicBezTo>
                  <a:pt x="4858848" y="1284377"/>
                  <a:pt x="4854258" y="1331442"/>
                  <a:pt x="4851816" y="1335394"/>
                </a:cubicBezTo>
                <a:cubicBezTo>
                  <a:pt x="4832968" y="1365891"/>
                  <a:pt x="4832380" y="1863900"/>
                  <a:pt x="4851130" y="1916728"/>
                </a:cubicBezTo>
                <a:cubicBezTo>
                  <a:pt x="4868487" y="1965634"/>
                  <a:pt x="4869976" y="1966206"/>
                  <a:pt x="4909740" y="1939221"/>
                </a:cubicBezTo>
                <a:cubicBezTo>
                  <a:pt x="4929086" y="1926093"/>
                  <a:pt x="4953993" y="1912470"/>
                  <a:pt x="4965088" y="1908948"/>
                </a:cubicBezTo>
                <a:cubicBezTo>
                  <a:pt x="4976183" y="1905427"/>
                  <a:pt x="5005819" y="1888096"/>
                  <a:pt x="5030945" y="1870435"/>
                </a:cubicBezTo>
                <a:cubicBezTo>
                  <a:pt x="5056071" y="1852774"/>
                  <a:pt x="5079888" y="1838093"/>
                  <a:pt x="5083871" y="1837809"/>
                </a:cubicBezTo>
                <a:cubicBezTo>
                  <a:pt x="5095927" y="1836951"/>
                  <a:pt x="5275348" y="1705107"/>
                  <a:pt x="5313249" y="1669256"/>
                </a:cubicBezTo>
                <a:cubicBezTo>
                  <a:pt x="5329799" y="1653600"/>
                  <a:pt x="5352395" y="1654087"/>
                  <a:pt x="5358591" y="1670232"/>
                </a:cubicBezTo>
                <a:cubicBezTo>
                  <a:pt x="5363415" y="1682804"/>
                  <a:pt x="5329630" y="1745815"/>
                  <a:pt x="5275287" y="1825594"/>
                </a:cubicBezTo>
                <a:cubicBezTo>
                  <a:pt x="5260430" y="1847406"/>
                  <a:pt x="5248275" y="1868177"/>
                  <a:pt x="5248275" y="1871752"/>
                </a:cubicBezTo>
                <a:cubicBezTo>
                  <a:pt x="5248275" y="1875328"/>
                  <a:pt x="5232812" y="1911060"/>
                  <a:pt x="5213913" y="1951158"/>
                </a:cubicBezTo>
                <a:cubicBezTo>
                  <a:pt x="5195015" y="1991255"/>
                  <a:pt x="5164845" y="2056209"/>
                  <a:pt x="5146870" y="2095500"/>
                </a:cubicBezTo>
                <a:cubicBezTo>
                  <a:pt x="5128895" y="2134790"/>
                  <a:pt x="5107716" y="2179434"/>
                  <a:pt x="5099806" y="2194709"/>
                </a:cubicBezTo>
                <a:cubicBezTo>
                  <a:pt x="5079495" y="2233929"/>
                  <a:pt x="5097170" y="2248465"/>
                  <a:pt x="5182871" y="2263022"/>
                </a:cubicBezTo>
                <a:cubicBezTo>
                  <a:pt x="5239221" y="2272594"/>
                  <a:pt x="5256650" y="2272353"/>
                  <a:pt x="5280804" y="2261669"/>
                </a:cubicBezTo>
                <a:cubicBezTo>
                  <a:pt x="5296965" y="2254521"/>
                  <a:pt x="5344477" y="2244092"/>
                  <a:pt x="5386387" y="2238494"/>
                </a:cubicBezTo>
                <a:cubicBezTo>
                  <a:pt x="5482413" y="2225667"/>
                  <a:pt x="5488590" y="2224456"/>
                  <a:pt x="5557837" y="2204868"/>
                </a:cubicBezTo>
                <a:cubicBezTo>
                  <a:pt x="5645025" y="2180205"/>
                  <a:pt x="5677011" y="2171624"/>
                  <a:pt x="5734050" y="2157597"/>
                </a:cubicBezTo>
                <a:cubicBezTo>
                  <a:pt x="5762863" y="2150511"/>
                  <a:pt x="5831443" y="2128706"/>
                  <a:pt x="5886450" y="2109142"/>
                </a:cubicBezTo>
                <a:cubicBezTo>
                  <a:pt x="5956511" y="2084224"/>
                  <a:pt x="6005003" y="2072971"/>
                  <a:pt x="6048375" y="2071568"/>
                </a:cubicBezTo>
                <a:cubicBezTo>
                  <a:pt x="6129878" y="2068931"/>
                  <a:pt x="6262018" y="2019702"/>
                  <a:pt x="6296710" y="1979050"/>
                </a:cubicBezTo>
                <a:cubicBezTo>
                  <a:pt x="6318218" y="1953847"/>
                  <a:pt x="6323542" y="1951803"/>
                  <a:pt x="6340344" y="1962296"/>
                </a:cubicBezTo>
                <a:cubicBezTo>
                  <a:pt x="6370636" y="1981213"/>
                  <a:pt x="6547077" y="1910391"/>
                  <a:pt x="6556157" y="1875670"/>
                </a:cubicBezTo>
                <a:cubicBezTo>
                  <a:pt x="6561025" y="1857053"/>
                  <a:pt x="6677551" y="1797169"/>
                  <a:pt x="6732081" y="1785260"/>
                </a:cubicBezTo>
                <a:cubicBezTo>
                  <a:pt x="6767146" y="1777603"/>
                  <a:pt x="6860602" y="1742024"/>
                  <a:pt x="6871811" y="1732064"/>
                </a:cubicBezTo>
                <a:cubicBezTo>
                  <a:pt x="6906592" y="1701161"/>
                  <a:pt x="7001771" y="1743903"/>
                  <a:pt x="6981698" y="1781411"/>
                </a:cubicBezTo>
                <a:cubicBezTo>
                  <a:pt x="6974700" y="1794487"/>
                  <a:pt x="6975195" y="1805119"/>
                  <a:pt x="6983415" y="1818282"/>
                </a:cubicBezTo>
                <a:cubicBezTo>
                  <a:pt x="6998757" y="1842849"/>
                  <a:pt x="6989613" y="1853167"/>
                  <a:pt x="6887390" y="1926642"/>
                </a:cubicBezTo>
                <a:cubicBezTo>
                  <a:pt x="6842412" y="1958971"/>
                  <a:pt x="6782038" y="2004286"/>
                  <a:pt x="6753225" y="2027342"/>
                </a:cubicBezTo>
                <a:cubicBezTo>
                  <a:pt x="6724411" y="2050399"/>
                  <a:pt x="6683934" y="2082667"/>
                  <a:pt x="6663276" y="2099050"/>
                </a:cubicBezTo>
                <a:cubicBezTo>
                  <a:pt x="6642617" y="2115433"/>
                  <a:pt x="6599754" y="2150613"/>
                  <a:pt x="6568026" y="2177228"/>
                </a:cubicBezTo>
                <a:cubicBezTo>
                  <a:pt x="6536297" y="2203843"/>
                  <a:pt x="6493192" y="2238165"/>
                  <a:pt x="6472237" y="2253498"/>
                </a:cubicBezTo>
                <a:cubicBezTo>
                  <a:pt x="6328537" y="2358647"/>
                  <a:pt x="6076164" y="2570724"/>
                  <a:pt x="5925966" y="2712546"/>
                </a:cubicBezTo>
                <a:cubicBezTo>
                  <a:pt x="5847024" y="2787085"/>
                  <a:pt x="5808320" y="2816955"/>
                  <a:pt x="5782547" y="2823227"/>
                </a:cubicBezTo>
                <a:cubicBezTo>
                  <a:pt x="5733000" y="2835284"/>
                  <a:pt x="5665514" y="2938189"/>
                  <a:pt x="5669495" y="2995612"/>
                </a:cubicBezTo>
                <a:cubicBezTo>
                  <a:pt x="5671891" y="3030165"/>
                  <a:pt x="5674797" y="3034012"/>
                  <a:pt x="5700712" y="3036936"/>
                </a:cubicBezTo>
                <a:cubicBezTo>
                  <a:pt x="5756658" y="3043248"/>
                  <a:pt x="5770637" y="3080447"/>
                  <a:pt x="5729287" y="3112973"/>
                </a:cubicBezTo>
                <a:cubicBezTo>
                  <a:pt x="5716190" y="3123275"/>
                  <a:pt x="5705475" y="3135620"/>
                  <a:pt x="5705475" y="3140406"/>
                </a:cubicBezTo>
                <a:cubicBezTo>
                  <a:pt x="5705475" y="3150539"/>
                  <a:pt x="5787241" y="3209925"/>
                  <a:pt x="5801192" y="3209925"/>
                </a:cubicBezTo>
                <a:cubicBezTo>
                  <a:pt x="5806382" y="3209925"/>
                  <a:pt x="5827603" y="3220640"/>
                  <a:pt x="5848350" y="3233737"/>
                </a:cubicBezTo>
                <a:cubicBezTo>
                  <a:pt x="5869096" y="3246834"/>
                  <a:pt x="5898490" y="3257550"/>
                  <a:pt x="5913669" y="3257550"/>
                </a:cubicBezTo>
                <a:cubicBezTo>
                  <a:pt x="5928848" y="3257550"/>
                  <a:pt x="5946603" y="3263979"/>
                  <a:pt x="5953125" y="3271837"/>
                </a:cubicBezTo>
                <a:cubicBezTo>
                  <a:pt x="5959646" y="3279695"/>
                  <a:pt x="5974846" y="3286125"/>
                  <a:pt x="5986902" y="3286125"/>
                </a:cubicBezTo>
                <a:cubicBezTo>
                  <a:pt x="6014045" y="3286124"/>
                  <a:pt x="6094658" y="3301917"/>
                  <a:pt x="6157912" y="3319627"/>
                </a:cubicBezTo>
                <a:cubicBezTo>
                  <a:pt x="6184106" y="3326961"/>
                  <a:pt x="6218396" y="3335058"/>
                  <a:pt x="6234112" y="3337621"/>
                </a:cubicBezTo>
                <a:cubicBezTo>
                  <a:pt x="6249828" y="3340184"/>
                  <a:pt x="6294834" y="3349128"/>
                  <a:pt x="6334125" y="3357497"/>
                </a:cubicBezTo>
                <a:cubicBezTo>
                  <a:pt x="6373415" y="3365866"/>
                  <a:pt x="6422864" y="3375987"/>
                  <a:pt x="6444010" y="3379988"/>
                </a:cubicBezTo>
                <a:cubicBezTo>
                  <a:pt x="6465157" y="3383989"/>
                  <a:pt x="6487485" y="3390369"/>
                  <a:pt x="6493628" y="3394165"/>
                </a:cubicBezTo>
                <a:cubicBezTo>
                  <a:pt x="6504150" y="3400668"/>
                  <a:pt x="6566599" y="3411382"/>
                  <a:pt x="6686550" y="3427262"/>
                </a:cubicBezTo>
                <a:cubicBezTo>
                  <a:pt x="6715363" y="3431077"/>
                  <a:pt x="6745366" y="3438316"/>
                  <a:pt x="6753225" y="3443349"/>
                </a:cubicBezTo>
                <a:cubicBezTo>
                  <a:pt x="6761083" y="3448382"/>
                  <a:pt x="6794301" y="3455785"/>
                  <a:pt x="6827043" y="3459800"/>
                </a:cubicBezTo>
                <a:cubicBezTo>
                  <a:pt x="6933139" y="3472809"/>
                  <a:pt x="7004026" y="3483827"/>
                  <a:pt x="7086600" y="3500142"/>
                </a:cubicBezTo>
                <a:cubicBezTo>
                  <a:pt x="7131129" y="3508940"/>
                  <a:pt x="7197566" y="3519547"/>
                  <a:pt x="7234237" y="3523712"/>
                </a:cubicBezTo>
                <a:cubicBezTo>
                  <a:pt x="7320586" y="3533521"/>
                  <a:pt x="7351038" y="3546142"/>
                  <a:pt x="7354951" y="3573743"/>
                </a:cubicBezTo>
                <a:cubicBezTo>
                  <a:pt x="7357834" y="3594079"/>
                  <a:pt x="7363993" y="3596160"/>
                  <a:pt x="7439025" y="3602143"/>
                </a:cubicBezTo>
                <a:cubicBezTo>
                  <a:pt x="7506675" y="3607537"/>
                  <a:pt x="7586424" y="3620495"/>
                  <a:pt x="7635443" y="3634056"/>
                </a:cubicBezTo>
                <a:cubicBezTo>
                  <a:pt x="7674721" y="3644923"/>
                  <a:pt x="7649457" y="3724116"/>
                  <a:pt x="7606617" y="3724413"/>
                </a:cubicBezTo>
                <a:cubicBezTo>
                  <a:pt x="7595642" y="3724489"/>
                  <a:pt x="7567374" y="3731341"/>
                  <a:pt x="7543800" y="3739639"/>
                </a:cubicBezTo>
                <a:cubicBezTo>
                  <a:pt x="7512381" y="3750697"/>
                  <a:pt x="7486949" y="3752844"/>
                  <a:pt x="7448550" y="3747676"/>
                </a:cubicBezTo>
                <a:cubicBezTo>
                  <a:pt x="7359409" y="3735682"/>
                  <a:pt x="7328656" y="3739357"/>
                  <a:pt x="7293449" y="3766210"/>
                </a:cubicBezTo>
                <a:cubicBezTo>
                  <a:pt x="7253665" y="3796555"/>
                  <a:pt x="7219920" y="3803239"/>
                  <a:pt x="6858000" y="3852463"/>
                </a:cubicBezTo>
                <a:cubicBezTo>
                  <a:pt x="6802993" y="3859945"/>
                  <a:pt x="6732270" y="3870551"/>
                  <a:pt x="6700837" y="3876033"/>
                </a:cubicBezTo>
                <a:cubicBezTo>
                  <a:pt x="6669405" y="3881515"/>
                  <a:pt x="6585823" y="3894790"/>
                  <a:pt x="6515100" y="3905532"/>
                </a:cubicBezTo>
                <a:cubicBezTo>
                  <a:pt x="6444376" y="3916275"/>
                  <a:pt x="6375796" y="3928917"/>
                  <a:pt x="6362700" y="3933626"/>
                </a:cubicBezTo>
                <a:cubicBezTo>
                  <a:pt x="6349603" y="3938335"/>
                  <a:pt x="6319599" y="3944909"/>
                  <a:pt x="6296025" y="3948236"/>
                </a:cubicBezTo>
                <a:cubicBezTo>
                  <a:pt x="6217392" y="3959332"/>
                  <a:pt x="5957858" y="4021799"/>
                  <a:pt x="5872162" y="4050255"/>
                </a:cubicBezTo>
                <a:cubicBezTo>
                  <a:pt x="5671136" y="4117006"/>
                  <a:pt x="5516155" y="4189728"/>
                  <a:pt x="5479718" y="4234400"/>
                </a:cubicBezTo>
                <a:cubicBezTo>
                  <a:pt x="5393478" y="4340134"/>
                  <a:pt x="5399272" y="4328482"/>
                  <a:pt x="5410535" y="4373545"/>
                </a:cubicBezTo>
                <a:cubicBezTo>
                  <a:pt x="5416212" y="4396256"/>
                  <a:pt x="5422284" y="4423410"/>
                  <a:pt x="5424029" y="4433887"/>
                </a:cubicBezTo>
                <a:cubicBezTo>
                  <a:pt x="5428647" y="4461610"/>
                  <a:pt x="5475319" y="4564018"/>
                  <a:pt x="5491469" y="4581863"/>
                </a:cubicBezTo>
                <a:cubicBezTo>
                  <a:pt x="5511216" y="4603684"/>
                  <a:pt x="5543039" y="4703853"/>
                  <a:pt x="5543315" y="4745061"/>
                </a:cubicBezTo>
                <a:cubicBezTo>
                  <a:pt x="5543806" y="4818353"/>
                  <a:pt x="5573732" y="4903476"/>
                  <a:pt x="5706704" y="5209813"/>
                </a:cubicBezTo>
                <a:cubicBezTo>
                  <a:pt x="5719125" y="5238428"/>
                  <a:pt x="5777331" y="5358300"/>
                  <a:pt x="5836052" y="5476195"/>
                </a:cubicBezTo>
                <a:cubicBezTo>
                  <a:pt x="5931341" y="5667510"/>
                  <a:pt x="5941315" y="5692212"/>
                  <a:pt x="5928835" y="5706001"/>
                </a:cubicBezTo>
                <a:cubicBezTo>
                  <a:pt x="5911681" y="5724956"/>
                  <a:pt x="5941118" y="5775302"/>
                  <a:pt x="5983800" y="5800011"/>
                </a:cubicBezTo>
                <a:cubicBezTo>
                  <a:pt x="6024277" y="5823443"/>
                  <a:pt x="6074508" y="5905500"/>
                  <a:pt x="6048375" y="5905500"/>
                </a:cubicBezTo>
                <a:cubicBezTo>
                  <a:pt x="6013559" y="5905500"/>
                  <a:pt x="6128256" y="6124689"/>
                  <a:pt x="6223958" y="6241044"/>
                </a:cubicBezTo>
                <a:cubicBezTo>
                  <a:pt x="6342230" y="6384840"/>
                  <a:pt x="6375827" y="6437356"/>
                  <a:pt x="6365019" y="6461538"/>
                </a:cubicBezTo>
                <a:cubicBezTo>
                  <a:pt x="6358036" y="6477158"/>
                  <a:pt x="6361435" y="6490435"/>
                  <a:pt x="6379949" y="6519862"/>
                </a:cubicBezTo>
                <a:cubicBezTo>
                  <a:pt x="6405904" y="6561117"/>
                  <a:pt x="6477893" y="6659767"/>
                  <a:pt x="6487685" y="6667500"/>
                </a:cubicBezTo>
                <a:cubicBezTo>
                  <a:pt x="6491002" y="6670119"/>
                  <a:pt x="6496683" y="6690016"/>
                  <a:pt x="6500309" y="6711715"/>
                </a:cubicBezTo>
                <a:cubicBezTo>
                  <a:pt x="6506534" y="6748970"/>
                  <a:pt x="6505267" y="6751983"/>
                  <a:pt x="6477554" y="6765808"/>
                </a:cubicBezTo>
                <a:cubicBezTo>
                  <a:pt x="6448289" y="6780407"/>
                  <a:pt x="6448094" y="6780328"/>
                  <a:pt x="6407834" y="6737458"/>
                </a:cubicBezTo>
                <a:cubicBezTo>
                  <a:pt x="6385630" y="6713814"/>
                  <a:pt x="6363176" y="6686974"/>
                  <a:pt x="6357937" y="6677814"/>
                </a:cubicBezTo>
                <a:cubicBezTo>
                  <a:pt x="6340081" y="6646592"/>
                  <a:pt x="6272794" y="6567623"/>
                  <a:pt x="6194946" y="6486525"/>
                </a:cubicBezTo>
                <a:cubicBezTo>
                  <a:pt x="6152202" y="6441995"/>
                  <a:pt x="6106295" y="6392703"/>
                  <a:pt x="6092931" y="6376987"/>
                </a:cubicBezTo>
                <a:cubicBezTo>
                  <a:pt x="6069711" y="6349679"/>
                  <a:pt x="6068046" y="6349203"/>
                  <a:pt x="6055397" y="6366248"/>
                </a:cubicBezTo>
                <a:cubicBezTo>
                  <a:pt x="6046785" y="6377852"/>
                  <a:pt x="6035758" y="6382028"/>
                  <a:pt x="6023836" y="6378201"/>
                </a:cubicBezTo>
                <a:cubicBezTo>
                  <a:pt x="6002643" y="6371396"/>
                  <a:pt x="5235292" y="5594520"/>
                  <a:pt x="5202758" y="5546929"/>
                </a:cubicBezTo>
                <a:cubicBezTo>
                  <a:pt x="5190820" y="5529468"/>
                  <a:pt x="5169379" y="5509144"/>
                  <a:pt x="5155110" y="5501766"/>
                </a:cubicBezTo>
                <a:cubicBezTo>
                  <a:pt x="5111088" y="5479001"/>
                  <a:pt x="5088202" y="5448588"/>
                  <a:pt x="5107124" y="5437999"/>
                </a:cubicBezTo>
                <a:cubicBezTo>
                  <a:pt x="5120974" y="5430248"/>
                  <a:pt x="5119904" y="5426028"/>
                  <a:pt x="5097661" y="5400680"/>
                </a:cubicBezTo>
                <a:cubicBezTo>
                  <a:pt x="5067973" y="5366847"/>
                  <a:pt x="5061180" y="5365783"/>
                  <a:pt x="5040209" y="5391682"/>
                </a:cubicBezTo>
                <a:cubicBezTo>
                  <a:pt x="5024424" y="5411175"/>
                  <a:pt x="5024102" y="5411089"/>
                  <a:pt x="4969203" y="5372632"/>
                </a:cubicBezTo>
                <a:cubicBezTo>
                  <a:pt x="4938871" y="5351384"/>
                  <a:pt x="4911895" y="5334000"/>
                  <a:pt x="4909256" y="5334000"/>
                </a:cubicBezTo>
                <a:cubicBezTo>
                  <a:pt x="4906618" y="5334000"/>
                  <a:pt x="4880019" y="5318082"/>
                  <a:pt x="4850148" y="5298626"/>
                </a:cubicBezTo>
                <a:cubicBezTo>
                  <a:pt x="4767233" y="5244623"/>
                  <a:pt x="4753783" y="5238750"/>
                  <a:pt x="4713029" y="5238750"/>
                </a:cubicBezTo>
                <a:cubicBezTo>
                  <a:pt x="4676295" y="5238750"/>
                  <a:pt x="4675427" y="5239507"/>
                  <a:pt x="4681338" y="5266418"/>
                </a:cubicBezTo>
                <a:cubicBezTo>
                  <a:pt x="4690349" y="5307445"/>
                  <a:pt x="4674357" y="5309790"/>
                  <a:pt x="4606476" y="5277393"/>
                </a:cubicBezTo>
                <a:cubicBezTo>
                  <a:pt x="4501881" y="5227475"/>
                  <a:pt x="4428648" y="5259456"/>
                  <a:pt x="4322864" y="5401246"/>
                </a:cubicBezTo>
                <a:cubicBezTo>
                  <a:pt x="4273344" y="5467622"/>
                  <a:pt x="4179965" y="5704961"/>
                  <a:pt x="4158199" y="5819775"/>
                </a:cubicBezTo>
                <a:cubicBezTo>
                  <a:pt x="4154723" y="5838110"/>
                  <a:pt x="4146158" y="5868114"/>
                  <a:pt x="4139166" y="5886450"/>
                </a:cubicBezTo>
                <a:cubicBezTo>
                  <a:pt x="4122150" y="5931073"/>
                  <a:pt x="4095750" y="6082453"/>
                  <a:pt x="4095750" y="6135397"/>
                </a:cubicBezTo>
                <a:cubicBezTo>
                  <a:pt x="4095750" y="6158782"/>
                  <a:pt x="4091000" y="6182664"/>
                  <a:pt x="4085195" y="6188469"/>
                </a:cubicBezTo>
                <a:cubicBezTo>
                  <a:pt x="4079132" y="6194532"/>
                  <a:pt x="4072592" y="6251086"/>
                  <a:pt x="4069828" y="6321343"/>
                </a:cubicBezTo>
                <a:cubicBezTo>
                  <a:pt x="4067182" y="6388619"/>
                  <a:pt x="4061615" y="6450137"/>
                  <a:pt x="4057456" y="6458051"/>
                </a:cubicBezTo>
                <a:cubicBezTo>
                  <a:pt x="4053297" y="6465965"/>
                  <a:pt x="4049353" y="6534022"/>
                  <a:pt x="4048692" y="6609290"/>
                </a:cubicBezTo>
                <a:cubicBezTo>
                  <a:pt x="4048030" y="6684557"/>
                  <a:pt x="4044129" y="6753092"/>
                  <a:pt x="4040023" y="6761588"/>
                </a:cubicBezTo>
                <a:cubicBezTo>
                  <a:pt x="4032038" y="6778111"/>
                  <a:pt x="4033393" y="6876068"/>
                  <a:pt x="4043531" y="7015162"/>
                </a:cubicBezTo>
                <a:cubicBezTo>
                  <a:pt x="4049437" y="7096187"/>
                  <a:pt x="4048543" y="7102323"/>
                  <a:pt x="4027218" y="7127081"/>
                </a:cubicBezTo>
                <a:cubicBezTo>
                  <a:pt x="3996946" y="7162225"/>
                  <a:pt x="3989116" y="7160267"/>
                  <a:pt x="3969543" y="7112657"/>
                </a:cubicBezTo>
                <a:close/>
                <a:moveTo>
                  <a:pt x="3860106" y="6000149"/>
                </a:moveTo>
                <a:cubicBezTo>
                  <a:pt x="3857226" y="5968387"/>
                  <a:pt x="3859579" y="5920167"/>
                  <a:pt x="3865334" y="5892993"/>
                </a:cubicBezTo>
                <a:cubicBezTo>
                  <a:pt x="3871089" y="5865820"/>
                  <a:pt x="3880524" y="5805011"/>
                  <a:pt x="3886301" y="5757862"/>
                </a:cubicBezTo>
                <a:cubicBezTo>
                  <a:pt x="3897074" y="5669934"/>
                  <a:pt x="3934585" y="5513995"/>
                  <a:pt x="3957286" y="5462770"/>
                </a:cubicBezTo>
                <a:cubicBezTo>
                  <a:pt x="3964296" y="5446953"/>
                  <a:pt x="3972238" y="5425440"/>
                  <a:pt x="3974937" y="5414962"/>
                </a:cubicBezTo>
                <a:cubicBezTo>
                  <a:pt x="4020994" y="5236117"/>
                  <a:pt x="4193842" y="5012530"/>
                  <a:pt x="4319492" y="4969264"/>
                </a:cubicBezTo>
                <a:cubicBezTo>
                  <a:pt x="4340499" y="4962031"/>
                  <a:pt x="4372689" y="4950749"/>
                  <a:pt x="4391025" y="4944194"/>
                </a:cubicBezTo>
                <a:cubicBezTo>
                  <a:pt x="4489325" y="4909053"/>
                  <a:pt x="4579501" y="4898913"/>
                  <a:pt x="4617764" y="4918700"/>
                </a:cubicBezTo>
                <a:cubicBezTo>
                  <a:pt x="4632787" y="4926469"/>
                  <a:pt x="4683285" y="4937798"/>
                  <a:pt x="4729983" y="4943875"/>
                </a:cubicBezTo>
                <a:cubicBezTo>
                  <a:pt x="4776680" y="4949953"/>
                  <a:pt x="4818959" y="4958779"/>
                  <a:pt x="4823936" y="4963488"/>
                </a:cubicBezTo>
                <a:cubicBezTo>
                  <a:pt x="4828913" y="4968197"/>
                  <a:pt x="4842590" y="4972050"/>
                  <a:pt x="4854330" y="4972050"/>
                </a:cubicBezTo>
                <a:cubicBezTo>
                  <a:pt x="4866070" y="4972050"/>
                  <a:pt x="4878006" y="4975821"/>
                  <a:pt x="4880855" y="4980431"/>
                </a:cubicBezTo>
                <a:cubicBezTo>
                  <a:pt x="4883704" y="4985041"/>
                  <a:pt x="4907513" y="4995837"/>
                  <a:pt x="4933763" y="5004423"/>
                </a:cubicBezTo>
                <a:cubicBezTo>
                  <a:pt x="5065038" y="5047361"/>
                  <a:pt x="5272646" y="5213415"/>
                  <a:pt x="5505120" y="5461419"/>
                </a:cubicBezTo>
                <a:cubicBezTo>
                  <a:pt x="5565739" y="5526088"/>
                  <a:pt x="5577399" y="5519575"/>
                  <a:pt x="5531192" y="5446856"/>
                </a:cubicBezTo>
                <a:cubicBezTo>
                  <a:pt x="5513388" y="5418837"/>
                  <a:pt x="5480546" y="5357336"/>
                  <a:pt x="5458210" y="5310187"/>
                </a:cubicBezTo>
                <a:cubicBezTo>
                  <a:pt x="5435873" y="5263038"/>
                  <a:pt x="5413061" y="5215890"/>
                  <a:pt x="5407516" y="5205412"/>
                </a:cubicBezTo>
                <a:cubicBezTo>
                  <a:pt x="5401971" y="5194935"/>
                  <a:pt x="5385133" y="5160645"/>
                  <a:pt x="5370097" y="5129212"/>
                </a:cubicBezTo>
                <a:cubicBezTo>
                  <a:pt x="5355061" y="5097780"/>
                  <a:pt x="5338645" y="5064619"/>
                  <a:pt x="5333617" y="5055522"/>
                </a:cubicBezTo>
                <a:cubicBezTo>
                  <a:pt x="5328589" y="5046426"/>
                  <a:pt x="5324475" y="5033849"/>
                  <a:pt x="5324475" y="5027574"/>
                </a:cubicBezTo>
                <a:cubicBezTo>
                  <a:pt x="5324475" y="5021298"/>
                  <a:pt x="5315390" y="4997399"/>
                  <a:pt x="5304288" y="4974463"/>
                </a:cubicBezTo>
                <a:cubicBezTo>
                  <a:pt x="5285174" y="4934981"/>
                  <a:pt x="5278740" y="4914525"/>
                  <a:pt x="5257088" y="4824412"/>
                </a:cubicBezTo>
                <a:cubicBezTo>
                  <a:pt x="5252053" y="4803457"/>
                  <a:pt x="5244066" y="4777740"/>
                  <a:pt x="5239339" y="4767262"/>
                </a:cubicBezTo>
                <a:cubicBezTo>
                  <a:pt x="5225135" y="4735781"/>
                  <a:pt x="5217067" y="4675630"/>
                  <a:pt x="5218385" y="4611033"/>
                </a:cubicBezTo>
                <a:cubicBezTo>
                  <a:pt x="5219069" y="4577494"/>
                  <a:pt x="5215185" y="4544700"/>
                  <a:pt x="5209755" y="4538156"/>
                </a:cubicBezTo>
                <a:cubicBezTo>
                  <a:pt x="5204075" y="4531312"/>
                  <a:pt x="5201055" y="4490454"/>
                  <a:pt x="5202646" y="4441973"/>
                </a:cubicBezTo>
                <a:cubicBezTo>
                  <a:pt x="5205173" y="4364966"/>
                  <a:pt x="5207120" y="4357443"/>
                  <a:pt x="5225189" y="4354860"/>
                </a:cubicBezTo>
                <a:cubicBezTo>
                  <a:pt x="5238029" y="4353025"/>
                  <a:pt x="5248890" y="4359706"/>
                  <a:pt x="5256154" y="4373910"/>
                </a:cubicBezTo>
                <a:cubicBezTo>
                  <a:pt x="5265522" y="4392227"/>
                  <a:pt x="5266404" y="4387263"/>
                  <a:pt x="5261576" y="4343400"/>
                </a:cubicBezTo>
                <a:cubicBezTo>
                  <a:pt x="5257978" y="4310711"/>
                  <a:pt x="5248672" y="4283247"/>
                  <a:pt x="5236827" y="4270360"/>
                </a:cubicBezTo>
                <a:cubicBezTo>
                  <a:pt x="5212068" y="4243425"/>
                  <a:pt x="5218594" y="4211497"/>
                  <a:pt x="5270571" y="4105275"/>
                </a:cubicBezTo>
                <a:cubicBezTo>
                  <a:pt x="5333347" y="3976982"/>
                  <a:pt x="5494528" y="3825430"/>
                  <a:pt x="5634037" y="3763524"/>
                </a:cubicBezTo>
                <a:cubicBezTo>
                  <a:pt x="5705611" y="3731763"/>
                  <a:pt x="5722711" y="3724871"/>
                  <a:pt x="5767387" y="3709776"/>
                </a:cubicBezTo>
                <a:cubicBezTo>
                  <a:pt x="5793581" y="3700926"/>
                  <a:pt x="5823585" y="3690174"/>
                  <a:pt x="5834062" y="3685884"/>
                </a:cubicBezTo>
                <a:cubicBezTo>
                  <a:pt x="5844540" y="3681594"/>
                  <a:pt x="5863828" y="3676053"/>
                  <a:pt x="5876925" y="3673570"/>
                </a:cubicBezTo>
                <a:cubicBezTo>
                  <a:pt x="5890021" y="3671087"/>
                  <a:pt x="5913596" y="3664598"/>
                  <a:pt x="5929312" y="3659151"/>
                </a:cubicBezTo>
                <a:cubicBezTo>
                  <a:pt x="5992185" y="3637361"/>
                  <a:pt x="6122896" y="3609974"/>
                  <a:pt x="6164027" y="3609975"/>
                </a:cubicBezTo>
                <a:cubicBezTo>
                  <a:pt x="6179688" y="3609975"/>
                  <a:pt x="6201769" y="3605015"/>
                  <a:pt x="6213094" y="3598954"/>
                </a:cubicBezTo>
                <a:cubicBezTo>
                  <a:pt x="6233220" y="3588183"/>
                  <a:pt x="6233260" y="3587766"/>
                  <a:pt x="6214850" y="3580573"/>
                </a:cubicBezTo>
                <a:cubicBezTo>
                  <a:pt x="6204489" y="3576525"/>
                  <a:pt x="6177028" y="3572912"/>
                  <a:pt x="6153826" y="3572544"/>
                </a:cubicBezTo>
                <a:cubicBezTo>
                  <a:pt x="6112392" y="3571886"/>
                  <a:pt x="6060883" y="3559347"/>
                  <a:pt x="6025908" y="3541403"/>
                </a:cubicBezTo>
                <a:cubicBezTo>
                  <a:pt x="6016171" y="3536408"/>
                  <a:pt x="5984025" y="3524408"/>
                  <a:pt x="5954471" y="3514738"/>
                </a:cubicBezTo>
                <a:cubicBezTo>
                  <a:pt x="5745672" y="3446417"/>
                  <a:pt x="5572125" y="3329137"/>
                  <a:pt x="5572125" y="3256357"/>
                </a:cubicBezTo>
                <a:cubicBezTo>
                  <a:pt x="5572125" y="3250955"/>
                  <a:pt x="5554980" y="3230547"/>
                  <a:pt x="5534025" y="3211007"/>
                </a:cubicBezTo>
                <a:cubicBezTo>
                  <a:pt x="5511969" y="3190441"/>
                  <a:pt x="5495925" y="3166688"/>
                  <a:pt x="5495925" y="3154602"/>
                </a:cubicBezTo>
                <a:cubicBezTo>
                  <a:pt x="5495925" y="3139086"/>
                  <a:pt x="5490222" y="3133725"/>
                  <a:pt x="5473722" y="3133725"/>
                </a:cubicBezTo>
                <a:cubicBezTo>
                  <a:pt x="5434745" y="3133725"/>
                  <a:pt x="5409345" y="3048075"/>
                  <a:pt x="5434115" y="3000174"/>
                </a:cubicBezTo>
                <a:cubicBezTo>
                  <a:pt x="5441917" y="2985088"/>
                  <a:pt x="5448300" y="2962070"/>
                  <a:pt x="5448300" y="2949022"/>
                </a:cubicBezTo>
                <a:cubicBezTo>
                  <a:pt x="5448300" y="2935974"/>
                  <a:pt x="5452586" y="2922650"/>
                  <a:pt x="5457825" y="2919412"/>
                </a:cubicBezTo>
                <a:cubicBezTo>
                  <a:pt x="5463063" y="2916174"/>
                  <a:pt x="5467350" y="2905157"/>
                  <a:pt x="5467350" y="2894930"/>
                </a:cubicBezTo>
                <a:cubicBezTo>
                  <a:pt x="5467350" y="2884702"/>
                  <a:pt x="5484495" y="2851217"/>
                  <a:pt x="5505450" y="2820518"/>
                </a:cubicBezTo>
                <a:cubicBezTo>
                  <a:pt x="5526405" y="2789818"/>
                  <a:pt x="5543550" y="2761797"/>
                  <a:pt x="5543550" y="2758247"/>
                </a:cubicBezTo>
                <a:cubicBezTo>
                  <a:pt x="5543550" y="2749833"/>
                  <a:pt x="5617679" y="2642664"/>
                  <a:pt x="5648325" y="2606773"/>
                </a:cubicBezTo>
                <a:cubicBezTo>
                  <a:pt x="5680797" y="2568743"/>
                  <a:pt x="5791801" y="2472809"/>
                  <a:pt x="5895150" y="2393459"/>
                </a:cubicBezTo>
                <a:cubicBezTo>
                  <a:pt x="5922791" y="2372236"/>
                  <a:pt x="5884963" y="2379092"/>
                  <a:pt x="5831129" y="2405062"/>
                </a:cubicBezTo>
                <a:cubicBezTo>
                  <a:pt x="5803980" y="2418159"/>
                  <a:pt x="5776952" y="2428874"/>
                  <a:pt x="5771065" y="2428875"/>
                </a:cubicBezTo>
                <a:cubicBezTo>
                  <a:pt x="5765179" y="2428875"/>
                  <a:pt x="5734083" y="2437245"/>
                  <a:pt x="5701962" y="2447476"/>
                </a:cubicBezTo>
                <a:cubicBezTo>
                  <a:pt x="5578626" y="2486761"/>
                  <a:pt x="5543619" y="2495550"/>
                  <a:pt x="5510468" y="2495550"/>
                </a:cubicBezTo>
                <a:cubicBezTo>
                  <a:pt x="5491623" y="2495550"/>
                  <a:pt x="5466711" y="2501517"/>
                  <a:pt x="5455108" y="2508810"/>
                </a:cubicBezTo>
                <a:cubicBezTo>
                  <a:pt x="5442826" y="2516530"/>
                  <a:pt x="5380287" y="2526702"/>
                  <a:pt x="5305425" y="2533157"/>
                </a:cubicBezTo>
                <a:cubicBezTo>
                  <a:pt x="5234701" y="2539254"/>
                  <a:pt x="5163978" y="2545728"/>
                  <a:pt x="5148262" y="2547543"/>
                </a:cubicBezTo>
                <a:cubicBezTo>
                  <a:pt x="5117215" y="2551128"/>
                  <a:pt x="4921674" y="2527751"/>
                  <a:pt x="4866485" y="2513856"/>
                </a:cubicBezTo>
                <a:cubicBezTo>
                  <a:pt x="4783144" y="2492873"/>
                  <a:pt x="4747002" y="2402424"/>
                  <a:pt x="4785317" y="2310724"/>
                </a:cubicBezTo>
                <a:cubicBezTo>
                  <a:pt x="4793722" y="2290607"/>
                  <a:pt x="4800600" y="2272936"/>
                  <a:pt x="4800600" y="2271455"/>
                </a:cubicBezTo>
                <a:cubicBezTo>
                  <a:pt x="4800600" y="2269974"/>
                  <a:pt x="4783682" y="2271031"/>
                  <a:pt x="4763005" y="2273805"/>
                </a:cubicBezTo>
                <a:cubicBezTo>
                  <a:pt x="4735856" y="2277446"/>
                  <a:pt x="4721112" y="2274548"/>
                  <a:pt x="4709938" y="2263373"/>
                </a:cubicBezTo>
                <a:cubicBezTo>
                  <a:pt x="4701427" y="2254863"/>
                  <a:pt x="4689296" y="2247899"/>
                  <a:pt x="4682979" y="2247899"/>
                </a:cubicBezTo>
                <a:cubicBezTo>
                  <a:pt x="4652434" y="2247899"/>
                  <a:pt x="4543425" y="2107813"/>
                  <a:pt x="4543425" y="2068560"/>
                </a:cubicBezTo>
                <a:cubicBezTo>
                  <a:pt x="4543425" y="2059186"/>
                  <a:pt x="4537131" y="2043195"/>
                  <a:pt x="4529440" y="2033026"/>
                </a:cubicBezTo>
                <a:cubicBezTo>
                  <a:pt x="4521748" y="2022857"/>
                  <a:pt x="4515319" y="2003275"/>
                  <a:pt x="4515152" y="1989510"/>
                </a:cubicBezTo>
                <a:cubicBezTo>
                  <a:pt x="4514986" y="1975744"/>
                  <a:pt x="4508838" y="1959493"/>
                  <a:pt x="4501490" y="1953394"/>
                </a:cubicBezTo>
                <a:cubicBezTo>
                  <a:pt x="4494142" y="1947296"/>
                  <a:pt x="4485705" y="1924268"/>
                  <a:pt x="4482742" y="1902222"/>
                </a:cubicBezTo>
                <a:cubicBezTo>
                  <a:pt x="4469226" y="1801654"/>
                  <a:pt x="4464433" y="1781191"/>
                  <a:pt x="4451971" y="1770848"/>
                </a:cubicBezTo>
                <a:cubicBezTo>
                  <a:pt x="4436391" y="1757917"/>
                  <a:pt x="4435196" y="1679820"/>
                  <a:pt x="4449360" y="1600200"/>
                </a:cubicBezTo>
                <a:cubicBezTo>
                  <a:pt x="4454486" y="1571386"/>
                  <a:pt x="4462305" y="1522095"/>
                  <a:pt x="4466735" y="1490662"/>
                </a:cubicBezTo>
                <a:cubicBezTo>
                  <a:pt x="4477798" y="1412178"/>
                  <a:pt x="4492847" y="1358296"/>
                  <a:pt x="4504821" y="1354305"/>
                </a:cubicBezTo>
                <a:cubicBezTo>
                  <a:pt x="4520354" y="1349127"/>
                  <a:pt x="4516649" y="1314450"/>
                  <a:pt x="4500562" y="1314450"/>
                </a:cubicBezTo>
                <a:cubicBezTo>
                  <a:pt x="4492704" y="1314450"/>
                  <a:pt x="4486275" y="1322665"/>
                  <a:pt x="4486275" y="1332706"/>
                </a:cubicBezTo>
                <a:cubicBezTo>
                  <a:pt x="4486275" y="1342747"/>
                  <a:pt x="4483060" y="1352391"/>
                  <a:pt x="4479131" y="1354137"/>
                </a:cubicBezTo>
                <a:cubicBezTo>
                  <a:pt x="4475202" y="1355883"/>
                  <a:pt x="4456486" y="1380886"/>
                  <a:pt x="4437541" y="1409700"/>
                </a:cubicBezTo>
                <a:cubicBezTo>
                  <a:pt x="4381600" y="1494779"/>
                  <a:pt x="4257743" y="1636084"/>
                  <a:pt x="4225575" y="1651526"/>
                </a:cubicBezTo>
                <a:cubicBezTo>
                  <a:pt x="4209178" y="1659397"/>
                  <a:pt x="4152900" y="1709319"/>
                  <a:pt x="4100512" y="1762462"/>
                </a:cubicBezTo>
                <a:cubicBezTo>
                  <a:pt x="3991145" y="1873407"/>
                  <a:pt x="3979839" y="1881330"/>
                  <a:pt x="3952082" y="1866475"/>
                </a:cubicBezTo>
                <a:cubicBezTo>
                  <a:pt x="3936471" y="1858121"/>
                  <a:pt x="3928694" y="1859065"/>
                  <a:pt x="3915613" y="1870903"/>
                </a:cubicBezTo>
                <a:cubicBezTo>
                  <a:pt x="3906469" y="1879178"/>
                  <a:pt x="3895996" y="1885950"/>
                  <a:pt x="3892339" y="1885950"/>
                </a:cubicBezTo>
                <a:cubicBezTo>
                  <a:pt x="3888683" y="1885950"/>
                  <a:pt x="3870406" y="1899880"/>
                  <a:pt x="3851722" y="1916906"/>
                </a:cubicBezTo>
                <a:cubicBezTo>
                  <a:pt x="3739617" y="2019067"/>
                  <a:pt x="3547980" y="2036825"/>
                  <a:pt x="3392022" y="1959504"/>
                </a:cubicBezTo>
                <a:cubicBezTo>
                  <a:pt x="3303423" y="1915578"/>
                  <a:pt x="3059054" y="1625252"/>
                  <a:pt x="3057525" y="1562100"/>
                </a:cubicBezTo>
                <a:cubicBezTo>
                  <a:pt x="3057335" y="1554241"/>
                  <a:pt x="3044398" y="1524624"/>
                  <a:pt x="3028777" y="1496284"/>
                </a:cubicBezTo>
                <a:cubicBezTo>
                  <a:pt x="3013156" y="1467944"/>
                  <a:pt x="3000348" y="1440083"/>
                  <a:pt x="3000316" y="1434371"/>
                </a:cubicBezTo>
                <a:cubicBezTo>
                  <a:pt x="3000284" y="1428660"/>
                  <a:pt x="2994411" y="1412784"/>
                  <a:pt x="2987267" y="1399091"/>
                </a:cubicBezTo>
                <a:cubicBezTo>
                  <a:pt x="2980122" y="1385398"/>
                  <a:pt x="2964497" y="1337178"/>
                  <a:pt x="2952545" y="1291935"/>
                </a:cubicBezTo>
                <a:cubicBezTo>
                  <a:pt x="2928239" y="1199927"/>
                  <a:pt x="2919087" y="1190858"/>
                  <a:pt x="2910380" y="1250156"/>
                </a:cubicBezTo>
                <a:cubicBezTo>
                  <a:pt x="2895429" y="1351975"/>
                  <a:pt x="2883417" y="1416207"/>
                  <a:pt x="2875561" y="1436341"/>
                </a:cubicBezTo>
                <a:cubicBezTo>
                  <a:pt x="2870866" y="1448375"/>
                  <a:pt x="2867025" y="1470388"/>
                  <a:pt x="2867025" y="1485259"/>
                </a:cubicBezTo>
                <a:cubicBezTo>
                  <a:pt x="2867025" y="1500130"/>
                  <a:pt x="2860622" y="1524574"/>
                  <a:pt x="2852796" y="1539579"/>
                </a:cubicBezTo>
                <a:cubicBezTo>
                  <a:pt x="2844970" y="1554585"/>
                  <a:pt x="2838486" y="1573291"/>
                  <a:pt x="2838388" y="1581150"/>
                </a:cubicBezTo>
                <a:cubicBezTo>
                  <a:pt x="2838184" y="1597390"/>
                  <a:pt x="2791908" y="1691463"/>
                  <a:pt x="2764659" y="1731031"/>
                </a:cubicBezTo>
                <a:cubicBezTo>
                  <a:pt x="2754685" y="1745513"/>
                  <a:pt x="2740915" y="1771428"/>
                  <a:pt x="2734057" y="1788621"/>
                </a:cubicBezTo>
                <a:cubicBezTo>
                  <a:pt x="2709541" y="1850081"/>
                  <a:pt x="2584564" y="1962585"/>
                  <a:pt x="2485737" y="2012157"/>
                </a:cubicBezTo>
                <a:cubicBezTo>
                  <a:pt x="2436127" y="2037042"/>
                  <a:pt x="2388289" y="2057402"/>
                  <a:pt x="2379430" y="2057401"/>
                </a:cubicBezTo>
                <a:cubicBezTo>
                  <a:pt x="2370572" y="2057400"/>
                  <a:pt x="2361017" y="2061132"/>
                  <a:pt x="2358198" y="2065694"/>
                </a:cubicBezTo>
                <a:cubicBezTo>
                  <a:pt x="2352012" y="2075702"/>
                  <a:pt x="2283612" y="2085038"/>
                  <a:pt x="2163615" y="2092253"/>
                </a:cubicBezTo>
                <a:cubicBezTo>
                  <a:pt x="2037774" y="2099818"/>
                  <a:pt x="1772297" y="2045043"/>
                  <a:pt x="1664378" y="1989246"/>
                </a:cubicBezTo>
                <a:cubicBezTo>
                  <a:pt x="1619587" y="1966088"/>
                  <a:pt x="1609541" y="1962150"/>
                  <a:pt x="1595267" y="1962150"/>
                </a:cubicBezTo>
                <a:cubicBezTo>
                  <a:pt x="1587174" y="1962150"/>
                  <a:pt x="1578084" y="1955720"/>
                  <a:pt x="1575069" y="1947862"/>
                </a:cubicBezTo>
                <a:cubicBezTo>
                  <a:pt x="1570275" y="1935368"/>
                  <a:pt x="1533525" y="1926520"/>
                  <a:pt x="1533525" y="1937859"/>
                </a:cubicBezTo>
                <a:cubicBezTo>
                  <a:pt x="1533525" y="1940216"/>
                  <a:pt x="1546134" y="1960829"/>
                  <a:pt x="1561547" y="1983666"/>
                </a:cubicBezTo>
                <a:cubicBezTo>
                  <a:pt x="1590948" y="2027230"/>
                  <a:pt x="1649492" y="2140088"/>
                  <a:pt x="1688734" y="2228850"/>
                </a:cubicBezTo>
                <a:cubicBezTo>
                  <a:pt x="1701472" y="2257663"/>
                  <a:pt x="1720761" y="2300929"/>
                  <a:pt x="1731599" y="2324998"/>
                </a:cubicBezTo>
                <a:cubicBezTo>
                  <a:pt x="1751977" y="2370256"/>
                  <a:pt x="1781174" y="2505176"/>
                  <a:pt x="1781174" y="2554087"/>
                </a:cubicBezTo>
                <a:cubicBezTo>
                  <a:pt x="1781174" y="2569409"/>
                  <a:pt x="1787926" y="2592249"/>
                  <a:pt x="1796178" y="2604843"/>
                </a:cubicBezTo>
                <a:cubicBezTo>
                  <a:pt x="1819477" y="2640401"/>
                  <a:pt x="1799727" y="2880777"/>
                  <a:pt x="1771154" y="2909411"/>
                </a:cubicBezTo>
                <a:cubicBezTo>
                  <a:pt x="1766188" y="2914388"/>
                  <a:pt x="1762125" y="2926406"/>
                  <a:pt x="1762125" y="2936119"/>
                </a:cubicBezTo>
                <a:cubicBezTo>
                  <a:pt x="1762125" y="2999237"/>
                  <a:pt x="1555561" y="3285002"/>
                  <a:pt x="1451863" y="3365343"/>
                </a:cubicBezTo>
                <a:cubicBezTo>
                  <a:pt x="1349938" y="3444310"/>
                  <a:pt x="1266699" y="3505199"/>
                  <a:pt x="1260672" y="3505200"/>
                </a:cubicBezTo>
                <a:cubicBezTo>
                  <a:pt x="1257187" y="3505200"/>
                  <a:pt x="1240286" y="3515915"/>
                  <a:pt x="1223115" y="3529012"/>
                </a:cubicBezTo>
                <a:cubicBezTo>
                  <a:pt x="1205944" y="3542109"/>
                  <a:pt x="1187681" y="3552825"/>
                  <a:pt x="1182529" y="3552825"/>
                </a:cubicBezTo>
                <a:cubicBezTo>
                  <a:pt x="1177377" y="3552825"/>
                  <a:pt x="1171733" y="3556039"/>
                  <a:pt x="1169987" y="3559968"/>
                </a:cubicBezTo>
                <a:cubicBezTo>
                  <a:pt x="1163415" y="3574755"/>
                  <a:pt x="1088588" y="3608108"/>
                  <a:pt x="1035408" y="3619954"/>
                </a:cubicBezTo>
                <a:cubicBezTo>
                  <a:pt x="947043" y="3639637"/>
                  <a:pt x="954755" y="3650820"/>
                  <a:pt x="1064418" y="3662018"/>
                </a:cubicBezTo>
                <a:cubicBezTo>
                  <a:pt x="1091922" y="3664827"/>
                  <a:pt x="1136927" y="3669474"/>
                  <a:pt x="1164431" y="3672346"/>
                </a:cubicBezTo>
                <a:cubicBezTo>
                  <a:pt x="1191934" y="3675218"/>
                  <a:pt x="1223010" y="3681077"/>
                  <a:pt x="1233487" y="3685366"/>
                </a:cubicBezTo>
                <a:cubicBezTo>
                  <a:pt x="1243965" y="3689654"/>
                  <a:pt x="1271825" y="3698217"/>
                  <a:pt x="1295400" y="3704393"/>
                </a:cubicBezTo>
                <a:cubicBezTo>
                  <a:pt x="1397750" y="3731209"/>
                  <a:pt x="1466850" y="3755517"/>
                  <a:pt x="1466850" y="3764705"/>
                </a:cubicBezTo>
                <a:cubicBezTo>
                  <a:pt x="1466850" y="3768662"/>
                  <a:pt x="1474897" y="3771900"/>
                  <a:pt x="1484733" y="3771900"/>
                </a:cubicBezTo>
                <a:cubicBezTo>
                  <a:pt x="1494569" y="3771900"/>
                  <a:pt x="1507953" y="3778329"/>
                  <a:pt x="1514475" y="3786187"/>
                </a:cubicBezTo>
                <a:cubicBezTo>
                  <a:pt x="1520996" y="3794045"/>
                  <a:pt x="1531747" y="3800475"/>
                  <a:pt x="1538365" y="3800475"/>
                </a:cubicBezTo>
                <a:cubicBezTo>
                  <a:pt x="1552867" y="3800475"/>
                  <a:pt x="1581060" y="3815241"/>
                  <a:pt x="1638300" y="3852817"/>
                </a:cubicBezTo>
                <a:cubicBezTo>
                  <a:pt x="1818843" y="3971339"/>
                  <a:pt x="1929361" y="4163435"/>
                  <a:pt x="1876556" y="4266941"/>
                </a:cubicBezTo>
                <a:cubicBezTo>
                  <a:pt x="1866006" y="4287621"/>
                  <a:pt x="1857375" y="4312680"/>
                  <a:pt x="1857375" y="4322629"/>
                </a:cubicBezTo>
                <a:cubicBezTo>
                  <a:pt x="1857375" y="4332578"/>
                  <a:pt x="1840230" y="4360195"/>
                  <a:pt x="1819275" y="4384001"/>
                </a:cubicBezTo>
                <a:cubicBezTo>
                  <a:pt x="1798320" y="4407807"/>
                  <a:pt x="1781175" y="4429842"/>
                  <a:pt x="1781175" y="4432967"/>
                </a:cubicBezTo>
                <a:cubicBezTo>
                  <a:pt x="1781175" y="4436093"/>
                  <a:pt x="1813502" y="4438650"/>
                  <a:pt x="1853014" y="4438650"/>
                </a:cubicBezTo>
                <a:cubicBezTo>
                  <a:pt x="1896554" y="4438650"/>
                  <a:pt x="1930454" y="4443340"/>
                  <a:pt x="1939070" y="4450556"/>
                </a:cubicBezTo>
                <a:cubicBezTo>
                  <a:pt x="1976480" y="4481888"/>
                  <a:pt x="1981199" y="4490053"/>
                  <a:pt x="1981200" y="4523445"/>
                </a:cubicBezTo>
                <a:cubicBezTo>
                  <a:pt x="1981200" y="4551996"/>
                  <a:pt x="1986079" y="4561867"/>
                  <a:pt x="2005269" y="4572137"/>
                </a:cubicBezTo>
                <a:cubicBezTo>
                  <a:pt x="2037470" y="4589371"/>
                  <a:pt x="2041025" y="4609783"/>
                  <a:pt x="2028466" y="4705350"/>
                </a:cubicBezTo>
                <a:cubicBezTo>
                  <a:pt x="2022615" y="4749879"/>
                  <a:pt x="2014723" y="4809886"/>
                  <a:pt x="2010928" y="4838700"/>
                </a:cubicBezTo>
                <a:cubicBezTo>
                  <a:pt x="1994881" y="4960558"/>
                  <a:pt x="1889405" y="5162276"/>
                  <a:pt x="1777078" y="5285925"/>
                </a:cubicBezTo>
                <a:cubicBezTo>
                  <a:pt x="1755438" y="5309747"/>
                  <a:pt x="1731980" y="5336738"/>
                  <a:pt x="1724949" y="5345906"/>
                </a:cubicBezTo>
                <a:cubicBezTo>
                  <a:pt x="1703147" y="5374336"/>
                  <a:pt x="1733832" y="5366389"/>
                  <a:pt x="1771650" y="5333811"/>
                </a:cubicBezTo>
                <a:cubicBezTo>
                  <a:pt x="1799360" y="5309939"/>
                  <a:pt x="1876465" y="5259684"/>
                  <a:pt x="1954035" y="5214937"/>
                </a:cubicBezTo>
                <a:cubicBezTo>
                  <a:pt x="2044678" y="5162648"/>
                  <a:pt x="2166665" y="5095875"/>
                  <a:pt x="2171547" y="5095875"/>
                </a:cubicBezTo>
                <a:cubicBezTo>
                  <a:pt x="2174909" y="5095875"/>
                  <a:pt x="2198821" y="5085886"/>
                  <a:pt x="2224686" y="5073678"/>
                </a:cubicBezTo>
                <a:cubicBezTo>
                  <a:pt x="2250550" y="5061470"/>
                  <a:pt x="2297430" y="5043736"/>
                  <a:pt x="2328862" y="5034268"/>
                </a:cubicBezTo>
                <a:cubicBezTo>
                  <a:pt x="2360295" y="5024801"/>
                  <a:pt x="2390298" y="5013896"/>
                  <a:pt x="2395537" y="5010036"/>
                </a:cubicBezTo>
                <a:cubicBezTo>
                  <a:pt x="2405775" y="5002493"/>
                  <a:pt x="2435093" y="4996180"/>
                  <a:pt x="2535850" y="4979824"/>
                </a:cubicBezTo>
                <a:cubicBezTo>
                  <a:pt x="2607112" y="4968257"/>
                  <a:pt x="2628900" y="4976360"/>
                  <a:pt x="2628900" y="5014430"/>
                </a:cubicBezTo>
                <a:cubicBezTo>
                  <a:pt x="2628900" y="5033558"/>
                  <a:pt x="2632928" y="5035156"/>
                  <a:pt x="2674143" y="5032377"/>
                </a:cubicBezTo>
                <a:cubicBezTo>
                  <a:pt x="2699027" y="5030699"/>
                  <a:pt x="2755075" y="5027685"/>
                  <a:pt x="2798694" y="5025679"/>
                </a:cubicBezTo>
                <a:cubicBezTo>
                  <a:pt x="2842313" y="5023673"/>
                  <a:pt x="2882819" y="5017215"/>
                  <a:pt x="2888706" y="5011328"/>
                </a:cubicBezTo>
                <a:cubicBezTo>
                  <a:pt x="2894593" y="5005441"/>
                  <a:pt x="2904558" y="5000625"/>
                  <a:pt x="2910851" y="5000625"/>
                </a:cubicBezTo>
                <a:cubicBezTo>
                  <a:pt x="2926077" y="5000625"/>
                  <a:pt x="2962259" y="5062928"/>
                  <a:pt x="2962333" y="5089275"/>
                </a:cubicBezTo>
                <a:cubicBezTo>
                  <a:pt x="2962365" y="5100763"/>
                  <a:pt x="2968795" y="5122439"/>
                  <a:pt x="2976621" y="5137445"/>
                </a:cubicBezTo>
                <a:cubicBezTo>
                  <a:pt x="2984447" y="5152450"/>
                  <a:pt x="2990850" y="5170879"/>
                  <a:pt x="2990850" y="5178399"/>
                </a:cubicBezTo>
                <a:cubicBezTo>
                  <a:pt x="2990850" y="5205244"/>
                  <a:pt x="3019147" y="5246140"/>
                  <a:pt x="3041626" y="5251782"/>
                </a:cubicBezTo>
                <a:cubicBezTo>
                  <a:pt x="3071210" y="5259207"/>
                  <a:pt x="3124581" y="5367979"/>
                  <a:pt x="3147399" y="5467350"/>
                </a:cubicBezTo>
                <a:cubicBezTo>
                  <a:pt x="3156420" y="5506640"/>
                  <a:pt x="3167630" y="5551646"/>
                  <a:pt x="3172308" y="5567362"/>
                </a:cubicBezTo>
                <a:cubicBezTo>
                  <a:pt x="3176987" y="5583078"/>
                  <a:pt x="3183694" y="5627012"/>
                  <a:pt x="3187212" y="5664993"/>
                </a:cubicBezTo>
                <a:cubicBezTo>
                  <a:pt x="3190731" y="5702974"/>
                  <a:pt x="3196291" y="5734050"/>
                  <a:pt x="3199569" y="5734050"/>
                </a:cubicBezTo>
                <a:cubicBezTo>
                  <a:pt x="3202846" y="5734050"/>
                  <a:pt x="3219156" y="5709404"/>
                  <a:pt x="3235814" y="5679281"/>
                </a:cubicBezTo>
                <a:cubicBezTo>
                  <a:pt x="3270446" y="5616655"/>
                  <a:pt x="3295665" y="5588000"/>
                  <a:pt x="3379241" y="5516313"/>
                </a:cubicBezTo>
                <a:lnTo>
                  <a:pt x="3438755" y="5465265"/>
                </a:lnTo>
                <a:lnTo>
                  <a:pt x="3471342" y="5490120"/>
                </a:lnTo>
                <a:cubicBezTo>
                  <a:pt x="3489265" y="5503790"/>
                  <a:pt x="3511715" y="5515070"/>
                  <a:pt x="3521233" y="5515186"/>
                </a:cubicBezTo>
                <a:cubicBezTo>
                  <a:pt x="3544623" y="5515473"/>
                  <a:pt x="3576174" y="5542183"/>
                  <a:pt x="3594115" y="5576887"/>
                </a:cubicBezTo>
                <a:cubicBezTo>
                  <a:pt x="3602240" y="5592603"/>
                  <a:pt x="3622265" y="5620464"/>
                  <a:pt x="3638615" y="5638800"/>
                </a:cubicBezTo>
                <a:cubicBezTo>
                  <a:pt x="3706894" y="5715369"/>
                  <a:pt x="3777068" y="5836008"/>
                  <a:pt x="3810372" y="5934075"/>
                </a:cubicBezTo>
                <a:cubicBezTo>
                  <a:pt x="3821936" y="5968126"/>
                  <a:pt x="3835156" y="6000059"/>
                  <a:pt x="3839749" y="6005036"/>
                </a:cubicBezTo>
                <a:cubicBezTo>
                  <a:pt x="3844342" y="6010013"/>
                  <a:pt x="3848100" y="6023943"/>
                  <a:pt x="3848100" y="6035992"/>
                </a:cubicBezTo>
                <a:cubicBezTo>
                  <a:pt x="3848100" y="6048041"/>
                  <a:pt x="3851979" y="6057900"/>
                  <a:pt x="3856721" y="6057900"/>
                </a:cubicBezTo>
                <a:cubicBezTo>
                  <a:pt x="3861495" y="6057900"/>
                  <a:pt x="3863006" y="6032123"/>
                  <a:pt x="3860106" y="6000149"/>
                </a:cubicBezTo>
                <a:close/>
                <a:moveTo>
                  <a:pt x="5233987" y="5510507"/>
                </a:moveTo>
                <a:cubicBezTo>
                  <a:pt x="5203717" y="5485696"/>
                  <a:pt x="5191125" y="5481070"/>
                  <a:pt x="5191125" y="5494763"/>
                </a:cubicBezTo>
                <a:cubicBezTo>
                  <a:pt x="5191125" y="5506150"/>
                  <a:pt x="5230640" y="5532919"/>
                  <a:pt x="5248275" y="5533478"/>
                </a:cubicBezTo>
                <a:cubicBezTo>
                  <a:pt x="5256818" y="5533748"/>
                  <a:pt x="5251074" y="5524513"/>
                  <a:pt x="5233987" y="5510507"/>
                </a:cubicBezTo>
                <a:close/>
                <a:moveTo>
                  <a:pt x="2881709" y="5167194"/>
                </a:moveTo>
                <a:cubicBezTo>
                  <a:pt x="2876350" y="5124299"/>
                  <a:pt x="2871916" y="5114462"/>
                  <a:pt x="2859126" y="5117098"/>
                </a:cubicBezTo>
                <a:cubicBezTo>
                  <a:pt x="2838467" y="5121355"/>
                  <a:pt x="2839903" y="5174888"/>
                  <a:pt x="2861249" y="5196235"/>
                </a:cubicBezTo>
                <a:cubicBezTo>
                  <a:pt x="2869664" y="5204650"/>
                  <a:pt x="2876550" y="5216230"/>
                  <a:pt x="2876550" y="5221967"/>
                </a:cubicBezTo>
                <a:cubicBezTo>
                  <a:pt x="2876550" y="5227705"/>
                  <a:pt x="2879211" y="5229738"/>
                  <a:pt x="2882464" y="5226485"/>
                </a:cubicBezTo>
                <a:cubicBezTo>
                  <a:pt x="2885717" y="5223232"/>
                  <a:pt x="2885377" y="5196551"/>
                  <a:pt x="2881709" y="5167194"/>
                </a:cubicBezTo>
                <a:close/>
                <a:moveTo>
                  <a:pt x="8162925" y="4772025"/>
                </a:moveTo>
                <a:cubicBezTo>
                  <a:pt x="8155681" y="4758490"/>
                  <a:pt x="8155681" y="4747459"/>
                  <a:pt x="8162925" y="4733925"/>
                </a:cubicBezTo>
                <a:cubicBezTo>
                  <a:pt x="8179188" y="4703537"/>
                  <a:pt x="8191500" y="4711745"/>
                  <a:pt x="8191500" y="4752975"/>
                </a:cubicBezTo>
                <a:cubicBezTo>
                  <a:pt x="8191500" y="4794204"/>
                  <a:pt x="8179188" y="4802412"/>
                  <a:pt x="8162925" y="4772025"/>
                </a:cubicBezTo>
                <a:close/>
                <a:moveTo>
                  <a:pt x="5276704" y="4465637"/>
                </a:moveTo>
                <a:cubicBezTo>
                  <a:pt x="5276784" y="4451667"/>
                  <a:pt x="5281907" y="4438551"/>
                  <a:pt x="5288088" y="4436491"/>
                </a:cubicBezTo>
                <a:cubicBezTo>
                  <a:pt x="5301261" y="4432100"/>
                  <a:pt x="5291657" y="4400550"/>
                  <a:pt x="5277148" y="4400550"/>
                </a:cubicBezTo>
                <a:cubicBezTo>
                  <a:pt x="5271745" y="4400550"/>
                  <a:pt x="5267325" y="4411012"/>
                  <a:pt x="5267325" y="4423800"/>
                </a:cubicBezTo>
                <a:cubicBezTo>
                  <a:pt x="5267325" y="4436588"/>
                  <a:pt x="5263038" y="4449699"/>
                  <a:pt x="5257800" y="4452937"/>
                </a:cubicBezTo>
                <a:cubicBezTo>
                  <a:pt x="5247021" y="4459599"/>
                  <a:pt x="5244889" y="4498764"/>
                  <a:pt x="5254768" y="4508643"/>
                </a:cubicBezTo>
                <a:cubicBezTo>
                  <a:pt x="5264431" y="4518306"/>
                  <a:pt x="5276538" y="4494570"/>
                  <a:pt x="5276704" y="4465637"/>
                </a:cubicBezTo>
                <a:close/>
                <a:moveTo>
                  <a:pt x="5419725" y="4202963"/>
                </a:moveTo>
                <a:cubicBezTo>
                  <a:pt x="5419725" y="4196155"/>
                  <a:pt x="5443299" y="4167011"/>
                  <a:pt x="5472112" y="4138198"/>
                </a:cubicBezTo>
                <a:cubicBezTo>
                  <a:pt x="5500925" y="4109385"/>
                  <a:pt x="5524500" y="4077925"/>
                  <a:pt x="5524500" y="4068288"/>
                </a:cubicBezTo>
                <a:cubicBezTo>
                  <a:pt x="5524500" y="4054734"/>
                  <a:pt x="5529892" y="4051797"/>
                  <a:pt x="5548312" y="4055318"/>
                </a:cubicBezTo>
                <a:cubicBezTo>
                  <a:pt x="5565346" y="4058574"/>
                  <a:pt x="5572125" y="4055709"/>
                  <a:pt x="5572125" y="4045251"/>
                </a:cubicBezTo>
                <a:cubicBezTo>
                  <a:pt x="5572125" y="4037211"/>
                  <a:pt x="5574726" y="4023853"/>
                  <a:pt x="5577906" y="4015566"/>
                </a:cubicBezTo>
                <a:cubicBezTo>
                  <a:pt x="5586264" y="3993786"/>
                  <a:pt x="5559650" y="3996496"/>
                  <a:pt x="5538787" y="4019550"/>
                </a:cubicBezTo>
                <a:cubicBezTo>
                  <a:pt x="5529305" y="4030027"/>
                  <a:pt x="5516069" y="4038600"/>
                  <a:pt x="5509373" y="4038600"/>
                </a:cubicBezTo>
                <a:cubicBezTo>
                  <a:pt x="5491687" y="4038600"/>
                  <a:pt x="5429250" y="4118154"/>
                  <a:pt x="5429250" y="4140690"/>
                </a:cubicBezTo>
                <a:cubicBezTo>
                  <a:pt x="5429250" y="4151231"/>
                  <a:pt x="5421267" y="4170078"/>
                  <a:pt x="5411510" y="4182571"/>
                </a:cubicBezTo>
                <a:cubicBezTo>
                  <a:pt x="5401753" y="4195065"/>
                  <a:pt x="5390659" y="4215213"/>
                  <a:pt x="5386857" y="4227345"/>
                </a:cubicBezTo>
                <a:cubicBezTo>
                  <a:pt x="5380101" y="4248899"/>
                  <a:pt x="5380397" y="4249014"/>
                  <a:pt x="5399834" y="4232372"/>
                </a:cubicBezTo>
                <a:cubicBezTo>
                  <a:pt x="5410774" y="4223005"/>
                  <a:pt x="5419725" y="4209771"/>
                  <a:pt x="5419725" y="4202963"/>
                </a:cubicBezTo>
                <a:close/>
                <a:moveTo>
                  <a:pt x="5575026" y="3082434"/>
                </a:moveTo>
                <a:cubicBezTo>
                  <a:pt x="5605697" y="3054340"/>
                  <a:pt x="5623107" y="3009900"/>
                  <a:pt x="5603441" y="3009900"/>
                </a:cubicBezTo>
                <a:cubicBezTo>
                  <a:pt x="5591322" y="3009900"/>
                  <a:pt x="5514975" y="3089703"/>
                  <a:pt x="5514975" y="3102370"/>
                </a:cubicBezTo>
                <a:cubicBezTo>
                  <a:pt x="5514975" y="3123668"/>
                  <a:pt x="5538555" y="3115839"/>
                  <a:pt x="5575026" y="3082434"/>
                </a:cubicBezTo>
                <a:close/>
              </a:path>
            </a:pathLst>
          </a:custGeom>
          <a:solidFill>
            <a:srgbClr val="CEACD6"/>
          </a:solidFill>
          <a:ln>
            <a:noFill/>
          </a:ln>
        </p:spPr>
      </p:sp>
      <p:pic>
        <p:nvPicPr>
          <p:cNvPr id="4" name="round paper" descr="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3048000"/>
            <a:ext cx="6858000" cy="6858000"/>
          </a:xfrm>
          <a:prstGeom prst="rect">
            <a:avLst/>
          </a:prstGeom>
        </p:spPr>
      </p:pic>
      <p:sp>
        <p:nvSpPr>
          <p:cNvPr id="5" name="PHOTO: Favourite 3"/>
          <p:cNvSpPr/>
          <p:nvPr/>
        </p:nvSpPr>
        <p:spPr>
          <a:xfrm rot="0">
            <a:off x="2286000" y="3619500"/>
            <a:ext cx="5715000" cy="5715000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6" name="bat" descr="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0" y="2124075"/>
            <a:ext cx="2667000" cy="2038350"/>
          </a:xfrm>
          <a:prstGeom prst="rect">
            <a:avLst/>
          </a:prstGeom>
        </p:spPr>
      </p:pic>
      <p:pic>
        <p:nvPicPr>
          <p:cNvPr id="7" name="bat" descr="0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8624888"/>
            <a:ext cx="2057400" cy="1800225"/>
          </a:xfrm>
          <a:prstGeom prst="rect">
            <a:avLst/>
          </a:prstGeom>
        </p:spPr>
      </p:pic>
      <p:pic>
        <p:nvPicPr>
          <p:cNvPr id="8" name="3" descr="0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00000">
            <a:off x="-314325" y="595312"/>
            <a:ext cx="3867150" cy="3762375"/>
          </a:xfrm>
          <a:prstGeom prst="rect">
            <a:avLst/>
          </a:prstGeom>
        </p:spPr>
      </p:pic>
      <p:pic>
        <p:nvPicPr>
          <p:cNvPr id="9" name="ticket stub" descr="01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20000">
            <a:off x="3048000" y="10753725"/>
            <a:ext cx="5715000" cy="2305050"/>
          </a:xfrm>
          <a:prstGeom prst="rect">
            <a:avLst/>
          </a:prstGeom>
        </p:spPr>
      </p:pic>
      <p:sp>
        <p:nvSpPr>
          <p:cNvPr id="10" name="TEXT: [favourite 3]"/>
          <p:cNvSpPr/>
          <p:nvPr/>
        </p:nvSpPr>
        <p:spPr>
          <a:xfrm rot="120000">
            <a:off x="3624611" y="11529117"/>
            <a:ext cx="3419475" cy="714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8684" rIns="138684" tIns="59436" bIns="59436"/>
          <a:lstStyle/>
          <a:p>
            <a:pPr algn="ctr">
              <a:lnSpc>
                <a:spcPts val="4758"/>
              </a:lnSpc>
            </a:pPr>
            <a:r>
              <a:rPr b="1" sz="3900">
                <a:solidFill>
                  <a:srgbClr val="1C1422"/>
                </a:solidFill>
                <a:latin typeface="Montserrat"/>
              </a:rPr>
              <a:t>[favourite 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branch" descr="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66750"/>
            <a:ext cx="10287000" cy="4191000"/>
          </a:xfrm>
          <a:prstGeom prst="rect">
            <a:avLst/>
          </a:prstGeom>
        </p:spPr>
      </p:pic>
      <p:pic>
        <p:nvPicPr>
          <p:cNvPr id="4" name="hanging bat" descr="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625" y="1423988"/>
            <a:ext cx="1809750" cy="2867025"/>
          </a:xfrm>
          <a:prstGeom prst="rect">
            <a:avLst/>
          </a:prstGeom>
        </p:spPr>
      </p:pic>
      <p:pic>
        <p:nvPicPr>
          <p:cNvPr id="5" name="photo border" descr="0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0000">
            <a:off x="342900" y="4010025"/>
            <a:ext cx="3505200" cy="4171950"/>
          </a:xfrm>
          <a:prstGeom prst="rect">
            <a:avLst/>
          </a:prstGeom>
        </p:spPr>
      </p:pic>
      <p:sp>
        <p:nvSpPr>
          <p:cNvPr id="6" name="PHOTO: Favourite 1"/>
          <p:cNvSpPr/>
          <p:nvPr/>
        </p:nvSpPr>
        <p:spPr>
          <a:xfrm rot="-180000">
            <a:off x="857250" y="4524375"/>
            <a:ext cx="2476500" cy="3143250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  <a:ln>
            <a:noFill/>
          </a:ln>
        </p:spPr>
      </p:sp>
      <p:pic>
        <p:nvPicPr>
          <p:cNvPr id="7" name="hanging bat" descr="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625" y="1423988"/>
            <a:ext cx="1809750" cy="2867025"/>
          </a:xfrm>
          <a:prstGeom prst="rect">
            <a:avLst/>
          </a:prstGeom>
        </p:spPr>
      </p:pic>
      <p:pic>
        <p:nvPicPr>
          <p:cNvPr id="8" name="photo border" descr="0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480000">
            <a:off x="3390900" y="4010025"/>
            <a:ext cx="3505200" cy="4171950"/>
          </a:xfrm>
          <a:prstGeom prst="rect">
            <a:avLst/>
          </a:prstGeom>
        </p:spPr>
      </p:pic>
      <p:sp>
        <p:nvSpPr>
          <p:cNvPr id="9" name="PHOTO: Favourite 2"/>
          <p:cNvSpPr/>
          <p:nvPr/>
        </p:nvSpPr>
        <p:spPr>
          <a:xfrm rot="120000">
            <a:off x="3905250" y="4524375"/>
            <a:ext cx="2476500" cy="3143250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  <a:ln>
            <a:noFill/>
          </a:ln>
        </p:spPr>
      </p:sp>
      <p:pic>
        <p:nvPicPr>
          <p:cNvPr id="10" name="hanging bat" descr="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625" y="1423988"/>
            <a:ext cx="1809750" cy="2867025"/>
          </a:xfrm>
          <a:prstGeom prst="rect">
            <a:avLst/>
          </a:prstGeom>
        </p:spPr>
      </p:pic>
      <p:pic>
        <p:nvPicPr>
          <p:cNvPr id="11" name="photo border" descr="0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6438900" y="4010025"/>
            <a:ext cx="3505200" cy="4171950"/>
          </a:xfrm>
          <a:prstGeom prst="rect">
            <a:avLst/>
          </a:prstGeom>
        </p:spPr>
      </p:pic>
      <p:sp>
        <p:nvSpPr>
          <p:cNvPr id="12" name="PHOTO: Favourite 3"/>
          <p:cNvSpPr/>
          <p:nvPr/>
        </p:nvSpPr>
        <p:spPr>
          <a:xfrm rot="-120000">
            <a:off x="6953250" y="4524375"/>
            <a:ext cx="2476500" cy="3143250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  <a:ln>
            <a:noFill/>
          </a:ln>
        </p:spPr>
      </p:sp>
      <p:sp>
        <p:nvSpPr>
          <p:cNvPr id="13" name="TEXT: comment"/>
          <p:cNvSpPr/>
          <p:nvPr/>
        </p:nvSpPr>
        <p:spPr>
          <a:xfrm rot="120000">
            <a:off x="3409950" y="8305800"/>
            <a:ext cx="3467100" cy="914400"/>
          </a:xfrm>
          <a:prstGeom prst="rect">
            <a:avLst/>
          </a:prstGeom>
          <a:solidFill>
            <a:srgbClr val="CEA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6022" rIns="176022" tIns="75438" bIns="75438"/>
          <a:lstStyle/>
          <a:p>
            <a:pPr algn="ctr">
              <a:lnSpc>
                <a:spcPts val="6039"/>
              </a:lnSpc>
            </a:pPr>
            <a:r>
              <a:rPr b="1" sz="4950">
                <a:solidFill>
                  <a:srgbClr val="1C1422"/>
                </a:solidFill>
                <a:latin typeface="Montserrat"/>
              </a:rPr>
              <a:t>comment</a:t>
            </a:r>
          </a:p>
        </p:txBody>
      </p:sp>
      <p:pic>
        <p:nvPicPr>
          <p:cNvPr id="14" name="BATTY" descr="03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20000">
            <a:off x="-142875" y="9015412"/>
            <a:ext cx="10572750" cy="2543175"/>
          </a:xfrm>
          <a:prstGeom prst="rect">
            <a:avLst/>
          </a:prstGeom>
        </p:spPr>
      </p:pic>
      <p:sp>
        <p:nvSpPr>
          <p:cNvPr id="15" name="TEXT: [and I'll send all 3 links]"/>
          <p:cNvSpPr/>
          <p:nvPr/>
        </p:nvSpPr>
        <p:spPr>
          <a:xfrm rot="21480000">
            <a:off x="1714500" y="11520488"/>
            <a:ext cx="6858000" cy="771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9352" rIns="149352" tIns="64008" bIns="64008"/>
          <a:lstStyle/>
          <a:p>
            <a:pPr algn="ctr">
              <a:lnSpc>
                <a:spcPts val="5123"/>
              </a:lnSpc>
            </a:pPr>
            <a:r>
              <a:rPr b="1" sz="4200">
                <a:solidFill>
                  <a:srgbClr val="181716"/>
                </a:solidFill>
                <a:latin typeface="Montserrat"/>
              </a:rPr>
              <a:t>[and I'll send all 3 links]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