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your opening photo (you or your product).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Favourite 1: swap in its photo and type its name on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Favourite 2: swap in its photo and type its name on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Favourite 3: swap in its photo and type its name on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The same three photos.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image" Target="../media/image27.png"/><Relationship Id="rId9" Type="http://schemas.openxmlformats.org/officeDocument/2006/relationships/image" Target="../media/image19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Opening photo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bat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7150" y="752475"/>
            <a:ext cx="3352800" cy="2305050"/>
          </a:xfrm>
          <a:prstGeom prst="rect">
            <a:avLst/>
          </a:prstGeom>
        </p:spPr>
      </p:pic>
      <p:pic>
        <p:nvPicPr>
          <p:cNvPr id="5" name="bat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0" y="409575"/>
            <a:ext cx="2667000" cy="2038350"/>
          </a:xfrm>
          <a:prstGeom prst="rect">
            <a:avLst/>
          </a:prstGeom>
        </p:spPr>
      </p:pic>
      <p:pic>
        <p:nvPicPr>
          <p:cNvPr id="6" name="bat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1025" y="5153025"/>
            <a:ext cx="2266950" cy="1885950"/>
          </a:xfrm>
          <a:prstGeom prst="rect">
            <a:avLst/>
          </a:prstGeom>
        </p:spPr>
      </p:pic>
      <p:pic>
        <p:nvPicPr>
          <p:cNvPr id="7" name="bat" descr="0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00050" y="6276975"/>
            <a:ext cx="2895600" cy="1924050"/>
          </a:xfrm>
          <a:prstGeom prst="rect">
            <a:avLst/>
          </a:prstGeom>
        </p:spPr>
      </p:pic>
      <p:pic>
        <p:nvPicPr>
          <p:cNvPr id="8" name="bat" descr="0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3300" y="11387138"/>
            <a:ext cx="2057400" cy="1800225"/>
          </a:xfrm>
          <a:prstGeom prst="rect">
            <a:avLst/>
          </a:prstGeom>
        </p:spPr>
      </p:pic>
      <p:pic>
        <p:nvPicPr>
          <p:cNvPr id="9" name="bat" descr="0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" y="11872912"/>
            <a:ext cx="2381250" cy="1590675"/>
          </a:xfrm>
          <a:prstGeom prst="rect">
            <a:avLst/>
          </a:prstGeom>
        </p:spPr>
      </p:pic>
      <p:sp>
        <p:nvSpPr>
          <p:cNvPr id="10" name="TEXT: things I'm"/>
          <p:cNvSpPr/>
          <p:nvPr/>
        </p:nvSpPr>
        <p:spPr>
          <a:xfrm rot="120000">
            <a:off x="3228975" y="7705725"/>
            <a:ext cx="3829050" cy="971550"/>
          </a:xfrm>
          <a:prstGeom prst="rect">
            <a:avLst/>
          </a:prstGeom>
          <a:solidFill>
            <a:srgbClr val="CEA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C1422"/>
                </a:solidFill>
                <a:latin typeface="Montserrat"/>
              </a:rPr>
              <a:t>things I'm</a:t>
            </a:r>
          </a:p>
        </p:txBody>
      </p:sp>
      <p:pic>
        <p:nvPicPr>
          <p:cNvPr id="11" name="BATTY" descr="0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0000">
            <a:off x="-652462" y="8534400"/>
            <a:ext cx="11591925" cy="2743200"/>
          </a:xfrm>
          <a:prstGeom prst="rect">
            <a:avLst/>
          </a:prstGeom>
        </p:spPr>
      </p:pic>
      <p:pic>
        <p:nvPicPr>
          <p:cNvPr id="12" name="about" descr="00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1480000">
            <a:off x="2114550" y="10763250"/>
            <a:ext cx="6438900" cy="1714500"/>
          </a:xfrm>
          <a:prstGeom prst="rect">
            <a:avLst/>
          </a:prstGeom>
        </p:spPr>
      </p:pic>
      <p:sp>
        <p:nvSpPr>
          <p:cNvPr id="13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ranch" descr="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6250"/>
            <a:ext cx="10287000" cy="4191000"/>
          </a:xfrm>
          <a:prstGeom prst="rect">
            <a:avLst/>
          </a:prstGeom>
        </p:spPr>
      </p:pic>
      <p:pic>
        <p:nvPicPr>
          <p:cNvPr id="4" name="hanging bat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2376488"/>
            <a:ext cx="1809750" cy="2867025"/>
          </a:xfrm>
          <a:prstGeom prst="rect">
            <a:avLst/>
          </a:prstGeom>
        </p:spPr>
      </p:pic>
      <p:pic>
        <p:nvPicPr>
          <p:cNvPr id="5" name="TOP 3" descr="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161925" y="6515100"/>
            <a:ext cx="9582150" cy="2781300"/>
          </a:xfrm>
          <a:prstGeom prst="rect">
            <a:avLst/>
          </a:prstGeom>
        </p:spPr>
      </p:pic>
      <p:sp>
        <p:nvSpPr>
          <p:cNvPr id="6" name="TEXT: [my Halloween favourites]"/>
          <p:cNvSpPr/>
          <p:nvPr/>
        </p:nvSpPr>
        <p:spPr>
          <a:xfrm rot="120000">
            <a:off x="2571750" y="4452938"/>
            <a:ext cx="6667500" cy="2143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[my Halloween</a:t>
            </a:r>
          </a:p>
          <a:p>
            <a:pPr algn="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favourites]</a:t>
            </a:r>
          </a:p>
        </p:txBody>
      </p:sp>
      <p:sp>
        <p:nvSpPr>
          <p:cNvPr id="7" name="TEXT: [number 1 first]"/>
          <p:cNvSpPr/>
          <p:nvPr/>
        </p:nvSpPr>
        <p:spPr>
          <a:xfrm rot="120000">
            <a:off x="557212" y="11953875"/>
            <a:ext cx="51720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[number 1 first]</a:t>
            </a:r>
          </a:p>
        </p:txBody>
      </p:sp>
      <p:pic>
        <p:nvPicPr>
          <p:cNvPr id="8" name="arrow" descr="0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6048375" y="1208246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143000" y="2000250"/>
            <a:ext cx="8382000" cy="9334500"/>
          </a:xfrm>
          <a:prstGeom prst="rect">
            <a:avLst/>
          </a:prstGeom>
        </p:spPr>
      </p:pic>
      <p:pic>
        <p:nvPicPr>
          <p:cNvPr id="4" name="PHOTO: Favourite 1" descr="0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714500" y="2571750"/>
            <a:ext cx="7239000" cy="8191500"/>
          </a:xfrm>
          <a:prstGeom prst="rect">
            <a:avLst/>
          </a:prstGeom>
        </p:spPr>
      </p:pic>
      <p:pic>
        <p:nvPicPr>
          <p:cNvPr id="5" name="1" descr="0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-785812" y="1000125"/>
            <a:ext cx="4429125" cy="4286250"/>
          </a:xfrm>
          <a:prstGeom prst="rect">
            <a:avLst/>
          </a:prstGeom>
        </p:spPr>
      </p:pic>
      <p:pic>
        <p:nvPicPr>
          <p:cNvPr id="6" name="crown" descr="0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7429500" y="1433512"/>
            <a:ext cx="1905000" cy="1895475"/>
          </a:xfrm>
          <a:prstGeom prst="rect">
            <a:avLst/>
          </a:prstGeom>
        </p:spPr>
      </p:pic>
      <p:pic>
        <p:nvPicPr>
          <p:cNvPr id="7" name="ticket stub" descr="01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857500" y="10753725"/>
            <a:ext cx="5715000" cy="2305050"/>
          </a:xfrm>
          <a:prstGeom prst="rect">
            <a:avLst/>
          </a:prstGeom>
        </p:spPr>
      </p:pic>
      <p:sp>
        <p:nvSpPr>
          <p:cNvPr id="8" name="TEXT: [favourite 1]"/>
          <p:cNvSpPr/>
          <p:nvPr/>
        </p:nvSpPr>
        <p:spPr>
          <a:xfrm rot="180000">
            <a:off x="3434546" y="11519153"/>
            <a:ext cx="3419475" cy="714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ctr">
              <a:lnSpc>
                <a:spcPts val="4758"/>
              </a:lnSpc>
            </a:pPr>
            <a:r>
              <a:rPr b="1" sz="3900">
                <a:solidFill>
                  <a:srgbClr val="1C1422"/>
                </a:solidFill>
                <a:latin typeface="Montserrat"/>
              </a:rPr>
              <a:t>[favourite 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Favourite 2 (top of the page)" descr="0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8572500"/>
          </a:xfrm>
          <a:prstGeom prst="rect">
            <a:avLst/>
          </a:prstGeom>
        </p:spPr>
      </p:pic>
      <p:pic>
        <p:nvPicPr>
          <p:cNvPr id="4" name="torn night" descr="0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7296150"/>
            <a:ext cx="11049000" cy="6858000"/>
          </a:xfrm>
          <a:prstGeom prst="rect">
            <a:avLst/>
          </a:prstGeom>
        </p:spPr>
      </p:pic>
      <p:pic>
        <p:nvPicPr>
          <p:cNvPr id="5" name="2" descr="0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-314325" y="8148638"/>
            <a:ext cx="3867150" cy="3705225"/>
          </a:xfrm>
          <a:prstGeom prst="rect">
            <a:avLst/>
          </a:prstGeom>
        </p:spPr>
      </p:pic>
      <p:pic>
        <p:nvPicPr>
          <p:cNvPr id="6" name="heart" descr="0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80000">
            <a:off x="7810500" y="8977312"/>
            <a:ext cx="1524000" cy="1476375"/>
          </a:xfrm>
          <a:prstGeom prst="rect">
            <a:avLst/>
          </a:prstGeom>
        </p:spPr>
      </p:pic>
      <p:pic>
        <p:nvPicPr>
          <p:cNvPr id="7" name="ticket stub" descr="01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480000">
            <a:off x="3048000" y="10658475"/>
            <a:ext cx="5715000" cy="2305050"/>
          </a:xfrm>
          <a:prstGeom prst="rect">
            <a:avLst/>
          </a:prstGeom>
        </p:spPr>
      </p:pic>
      <p:sp>
        <p:nvSpPr>
          <p:cNvPr id="8" name="TEXT: [favourite 2]"/>
          <p:cNvSpPr/>
          <p:nvPr/>
        </p:nvSpPr>
        <p:spPr>
          <a:xfrm rot="21480000">
            <a:off x="3624611" y="11473758"/>
            <a:ext cx="3419475" cy="714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ctr">
              <a:lnSpc>
                <a:spcPts val="4758"/>
              </a:lnSpc>
            </a:pPr>
            <a:r>
              <a:rPr b="1" sz="3900">
                <a:solidFill>
                  <a:srgbClr val="1C1422"/>
                </a:solidFill>
                <a:latin typeface="Montserrat"/>
              </a:rPr>
              <a:t>[favourite 2]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2900362"/>
            <a:ext cx="8191500" cy="7153275"/>
          </a:xfrm>
          <a:prstGeom prst="rect">
            <a:avLst/>
          </a:prstGeom>
        </p:spPr>
      </p:pic>
      <p:pic>
        <p:nvPicPr>
          <p:cNvPr id="4" name="round paper" descr="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3048000"/>
            <a:ext cx="6858000" cy="6858000"/>
          </a:xfrm>
          <a:prstGeom prst="rect">
            <a:avLst/>
          </a:prstGeom>
        </p:spPr>
      </p:pic>
      <p:pic>
        <p:nvPicPr>
          <p:cNvPr id="5" name="PHOTO: Favourite 3" descr="0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3619500"/>
            <a:ext cx="5715000" cy="5715000"/>
          </a:xfrm>
          <a:prstGeom prst="ellipse">
            <a:avLst/>
          </a:prstGeom>
        </p:spPr>
      </p:pic>
      <p:pic>
        <p:nvPicPr>
          <p:cNvPr id="6" name="bat" descr="0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0" y="2124075"/>
            <a:ext cx="2667000" cy="2038350"/>
          </a:xfrm>
          <a:prstGeom prst="rect">
            <a:avLst/>
          </a:prstGeom>
        </p:spPr>
      </p:pic>
      <p:pic>
        <p:nvPicPr>
          <p:cNvPr id="7" name="bat" descr="0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8624888"/>
            <a:ext cx="2057400" cy="1800225"/>
          </a:xfrm>
          <a:prstGeom prst="rect">
            <a:avLst/>
          </a:prstGeom>
        </p:spPr>
      </p:pic>
      <p:pic>
        <p:nvPicPr>
          <p:cNvPr id="8" name="3" descr="02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300000">
            <a:off x="-314325" y="595312"/>
            <a:ext cx="3867150" cy="3762375"/>
          </a:xfrm>
          <a:prstGeom prst="rect">
            <a:avLst/>
          </a:prstGeom>
        </p:spPr>
      </p:pic>
      <p:pic>
        <p:nvPicPr>
          <p:cNvPr id="9" name="ticket stub" descr="0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20000">
            <a:off x="3048000" y="10753725"/>
            <a:ext cx="5715000" cy="2305050"/>
          </a:xfrm>
          <a:prstGeom prst="rect">
            <a:avLst/>
          </a:prstGeom>
        </p:spPr>
      </p:pic>
      <p:sp>
        <p:nvSpPr>
          <p:cNvPr id="10" name="TEXT: [favourite 3]"/>
          <p:cNvSpPr/>
          <p:nvPr/>
        </p:nvSpPr>
        <p:spPr>
          <a:xfrm rot="120000">
            <a:off x="3624611" y="11529117"/>
            <a:ext cx="3419475" cy="714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ctr">
              <a:lnSpc>
                <a:spcPts val="4758"/>
              </a:lnSpc>
            </a:pPr>
            <a:r>
              <a:rPr b="1" sz="3900">
                <a:solidFill>
                  <a:srgbClr val="1C1422"/>
                </a:solidFill>
                <a:latin typeface="Montserrat"/>
              </a:rPr>
              <a:t>[favourite 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ranch" descr="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6750"/>
            <a:ext cx="10287000" cy="4191000"/>
          </a:xfrm>
          <a:prstGeom prst="rect">
            <a:avLst/>
          </a:prstGeom>
        </p:spPr>
      </p:pic>
      <p:pic>
        <p:nvPicPr>
          <p:cNvPr id="4" name="hanging bat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25" y="1423988"/>
            <a:ext cx="1809750" cy="2867025"/>
          </a:xfrm>
          <a:prstGeom prst="rect">
            <a:avLst/>
          </a:prstGeom>
        </p:spPr>
      </p:pic>
      <p:pic>
        <p:nvPicPr>
          <p:cNvPr id="5" name="photo border" descr="0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342900" y="4010025"/>
            <a:ext cx="3505200" cy="4171950"/>
          </a:xfrm>
          <a:prstGeom prst="rect">
            <a:avLst/>
          </a:prstGeom>
        </p:spPr>
      </p:pic>
      <p:pic>
        <p:nvPicPr>
          <p:cNvPr id="6" name="PHOTO: Favourite 1" descr="0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857250" y="4524375"/>
            <a:ext cx="2476500" cy="3143250"/>
          </a:xfrm>
          <a:prstGeom prst="rect">
            <a:avLst/>
          </a:prstGeom>
        </p:spPr>
      </p:pic>
      <p:pic>
        <p:nvPicPr>
          <p:cNvPr id="7" name="hanging bat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625" y="1423988"/>
            <a:ext cx="1809750" cy="2867025"/>
          </a:xfrm>
          <a:prstGeom prst="rect">
            <a:avLst/>
          </a:prstGeom>
        </p:spPr>
      </p:pic>
      <p:pic>
        <p:nvPicPr>
          <p:cNvPr id="8" name="photo border" descr="0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3390900" y="4010025"/>
            <a:ext cx="3505200" cy="4171950"/>
          </a:xfrm>
          <a:prstGeom prst="rect">
            <a:avLst/>
          </a:prstGeom>
        </p:spPr>
      </p:pic>
      <p:pic>
        <p:nvPicPr>
          <p:cNvPr id="9" name="PHOTO: Favourite 2" descr="0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80000">
            <a:off x="3905250" y="4524375"/>
            <a:ext cx="2476500" cy="3143250"/>
          </a:xfrm>
          <a:prstGeom prst="rect">
            <a:avLst/>
          </a:prstGeom>
        </p:spPr>
      </p:pic>
      <p:pic>
        <p:nvPicPr>
          <p:cNvPr id="10" name="hanging bat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625" y="1423988"/>
            <a:ext cx="1809750" cy="2867025"/>
          </a:xfrm>
          <a:prstGeom prst="rect">
            <a:avLst/>
          </a:prstGeom>
        </p:spPr>
      </p:pic>
      <p:pic>
        <p:nvPicPr>
          <p:cNvPr id="11" name="photo border" descr="0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438900" y="4010025"/>
            <a:ext cx="3505200" cy="4171950"/>
          </a:xfrm>
          <a:prstGeom prst="rect">
            <a:avLst/>
          </a:prstGeom>
        </p:spPr>
      </p:pic>
      <p:pic>
        <p:nvPicPr>
          <p:cNvPr id="12" name="PHOTO: Favourite 3" descr="0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6953250" y="4524375"/>
            <a:ext cx="2476500" cy="3143250"/>
          </a:xfrm>
          <a:prstGeom prst="rect">
            <a:avLst/>
          </a:prstGeom>
        </p:spPr>
      </p:pic>
      <p:sp>
        <p:nvSpPr>
          <p:cNvPr id="13" name="TEXT: comment"/>
          <p:cNvSpPr/>
          <p:nvPr/>
        </p:nvSpPr>
        <p:spPr>
          <a:xfrm rot="120000">
            <a:off x="3409950" y="8305800"/>
            <a:ext cx="3467100" cy="914400"/>
          </a:xfrm>
          <a:prstGeom prst="rect">
            <a:avLst/>
          </a:prstGeom>
          <a:solidFill>
            <a:srgbClr val="CEA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C1422"/>
                </a:solidFill>
                <a:latin typeface="Montserrat"/>
              </a:rPr>
              <a:t>comment</a:t>
            </a:r>
          </a:p>
        </p:txBody>
      </p:sp>
      <p:pic>
        <p:nvPicPr>
          <p:cNvPr id="14" name="BATTY" descr="04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20000">
            <a:off x="-142875" y="9015412"/>
            <a:ext cx="10572750" cy="2543175"/>
          </a:xfrm>
          <a:prstGeom prst="rect">
            <a:avLst/>
          </a:prstGeom>
        </p:spPr>
      </p:pic>
      <p:sp>
        <p:nvSpPr>
          <p:cNvPr id="15" name="TEXT: [and I'll send all 3 links]"/>
          <p:cNvSpPr/>
          <p:nvPr/>
        </p:nvSpPr>
        <p:spPr>
          <a:xfrm rot="21480000">
            <a:off x="1714500" y="11520488"/>
            <a:ext cx="6858000" cy="771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9352" rIns="149352" tIns="64008" bIns="64008"/>
          <a:lstStyle/>
          <a:p>
            <a:pPr algn="ctr">
              <a:lnSpc>
                <a:spcPts val="5123"/>
              </a:lnSpc>
            </a:pPr>
            <a:r>
              <a:rPr b="1" sz="4200">
                <a:solidFill>
                  <a:srgbClr val="181716"/>
                </a:solidFill>
                <a:latin typeface="Montserrat"/>
              </a:rPr>
              <a:t>[and I'll send all 3 links]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