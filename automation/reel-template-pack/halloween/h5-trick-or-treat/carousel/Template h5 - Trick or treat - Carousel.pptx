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the common mistake in both glass panes (use the same photo twice).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Swap in a photo of your product for the open doorway.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The trick: a photo of the common mistake. Name it on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The treat: swap in your product photo and say what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The proof: a photo of the result or a happy customer. Edit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Type your keyword and your offer.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trick (left pane)"/>
          <p:cNvSpPr/>
          <p:nvPr/>
        </p:nvSpPr>
        <p:spPr>
          <a:xfrm rot="0">
            <a:off x="1600200" y="0"/>
            <a:ext cx="2286000" cy="9144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PHOTO: The trick (right pane)"/>
          <p:cNvSpPr/>
          <p:nvPr/>
        </p:nvSpPr>
        <p:spPr>
          <a:xfrm rot="0">
            <a:off x="6553200" y="0"/>
            <a:ext cx="2286000" cy="9144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5" name="burst"/>
          <p:cNvSpPr/>
          <p:nvPr/>
        </p:nvSpPr>
        <p:spPr>
          <a:xfrm rot="0">
            <a:off x="1714500" y="6486525"/>
            <a:ext cx="2857500" cy="2647950"/>
          </a:xfrm>
          <a:custGeom>
            <a:avLst/>
            <a:gdLst/>
            <a:ahLst/>
            <a:cxnLst/>
            <a:rect l="0" t="0" r="r" b="b"/>
            <a:pathLst>
              <a:path w="2857500" h="2647950">
                <a:moveTo>
                  <a:pt x="1476852" y="2544067"/>
                </a:moveTo>
                <a:cubicBezTo>
                  <a:pt x="1471351" y="2533788"/>
                  <a:pt x="1466850" y="2517062"/>
                  <a:pt x="1466850" y="2506900"/>
                </a:cubicBezTo>
                <a:cubicBezTo>
                  <a:pt x="1466850" y="2458608"/>
                  <a:pt x="1337804" y="2121563"/>
                  <a:pt x="1319212" y="2121296"/>
                </a:cubicBezTo>
                <a:cubicBezTo>
                  <a:pt x="1313973" y="2121220"/>
                  <a:pt x="1285517" y="2169488"/>
                  <a:pt x="1255975" y="2228558"/>
                </a:cubicBezTo>
                <a:cubicBezTo>
                  <a:pt x="1226433" y="2287627"/>
                  <a:pt x="1198079" y="2338647"/>
                  <a:pt x="1192965" y="2341934"/>
                </a:cubicBezTo>
                <a:cubicBezTo>
                  <a:pt x="1187851" y="2345222"/>
                  <a:pt x="1180422" y="2358628"/>
                  <a:pt x="1176455" y="2371725"/>
                </a:cubicBezTo>
                <a:cubicBezTo>
                  <a:pt x="1158673" y="2430437"/>
                  <a:pt x="1133475" y="2434346"/>
                  <a:pt x="1133475" y="2378392"/>
                </a:cubicBezTo>
                <a:cubicBezTo>
                  <a:pt x="1133475" y="2355865"/>
                  <a:pt x="1129773" y="2333363"/>
                  <a:pt x="1125250" y="2328386"/>
                </a:cubicBezTo>
                <a:cubicBezTo>
                  <a:pt x="1120726" y="2323409"/>
                  <a:pt x="1111530" y="2230021"/>
                  <a:pt x="1104814" y="2120858"/>
                </a:cubicBezTo>
                <a:cubicBezTo>
                  <a:pt x="1093115" y="1930697"/>
                  <a:pt x="1091715" y="1921974"/>
                  <a:pt x="1071417" y="1912725"/>
                </a:cubicBezTo>
                <a:cubicBezTo>
                  <a:pt x="1020029" y="1889312"/>
                  <a:pt x="900090" y="1956402"/>
                  <a:pt x="590772" y="2181585"/>
                </a:cubicBezTo>
                <a:cubicBezTo>
                  <a:pt x="497495" y="2249491"/>
                  <a:pt x="415514" y="2305050"/>
                  <a:pt x="408593" y="2305050"/>
                </a:cubicBezTo>
                <a:cubicBezTo>
                  <a:pt x="401671" y="2305050"/>
                  <a:pt x="378449" y="2322283"/>
                  <a:pt x="356987" y="2343346"/>
                </a:cubicBezTo>
                <a:cubicBezTo>
                  <a:pt x="335525" y="2364409"/>
                  <a:pt x="309646" y="2383328"/>
                  <a:pt x="299476" y="2385388"/>
                </a:cubicBezTo>
                <a:cubicBezTo>
                  <a:pt x="289307" y="2387449"/>
                  <a:pt x="274039" y="2391893"/>
                  <a:pt x="265547" y="2395264"/>
                </a:cubicBezTo>
                <a:cubicBezTo>
                  <a:pt x="230088" y="2409343"/>
                  <a:pt x="239346" y="2370542"/>
                  <a:pt x="283605" y="2319584"/>
                </a:cubicBezTo>
                <a:cubicBezTo>
                  <a:pt x="308359" y="2291084"/>
                  <a:pt x="352186" y="2238833"/>
                  <a:pt x="381000" y="2203472"/>
                </a:cubicBezTo>
                <a:cubicBezTo>
                  <a:pt x="409813" y="2168110"/>
                  <a:pt x="452856" y="2117563"/>
                  <a:pt x="476651" y="2091145"/>
                </a:cubicBezTo>
                <a:cubicBezTo>
                  <a:pt x="598190" y="1956207"/>
                  <a:pt x="671158" y="1856528"/>
                  <a:pt x="710400" y="1771830"/>
                </a:cubicBezTo>
                <a:cubicBezTo>
                  <a:pt x="730528" y="1728384"/>
                  <a:pt x="731353" y="1722785"/>
                  <a:pt x="716797" y="1728397"/>
                </a:cubicBezTo>
                <a:cubicBezTo>
                  <a:pt x="707607" y="1731941"/>
                  <a:pt x="680799" y="1739530"/>
                  <a:pt x="657225" y="1745263"/>
                </a:cubicBezTo>
                <a:cubicBezTo>
                  <a:pt x="633650" y="1750996"/>
                  <a:pt x="585590" y="1765557"/>
                  <a:pt x="550424" y="1777622"/>
                </a:cubicBezTo>
                <a:cubicBezTo>
                  <a:pt x="475376" y="1803370"/>
                  <a:pt x="464417" y="1796380"/>
                  <a:pt x="510225" y="1751981"/>
                </a:cubicBezTo>
                <a:cubicBezTo>
                  <a:pt x="554903" y="1708678"/>
                  <a:pt x="619125" y="1608690"/>
                  <a:pt x="619125" y="1582434"/>
                </a:cubicBezTo>
                <a:cubicBezTo>
                  <a:pt x="619125" y="1518073"/>
                  <a:pt x="425710" y="1447809"/>
                  <a:pt x="209920" y="1433778"/>
                </a:cubicBezTo>
                <a:cubicBezTo>
                  <a:pt x="107605" y="1427125"/>
                  <a:pt x="95205" y="1415699"/>
                  <a:pt x="167798" y="1394962"/>
                </a:cubicBezTo>
                <a:cubicBezTo>
                  <a:pt x="231926" y="1376643"/>
                  <a:pt x="431157" y="1262647"/>
                  <a:pt x="486622" y="1212538"/>
                </a:cubicBezTo>
                <a:cubicBezTo>
                  <a:pt x="582833" y="1125618"/>
                  <a:pt x="622083" y="1028006"/>
                  <a:pt x="600049" y="930454"/>
                </a:cubicBezTo>
                <a:cubicBezTo>
                  <a:pt x="584733" y="862648"/>
                  <a:pt x="495640" y="680940"/>
                  <a:pt x="448417" y="621200"/>
                </a:cubicBezTo>
                <a:cubicBezTo>
                  <a:pt x="395976" y="554856"/>
                  <a:pt x="401432" y="538993"/>
                  <a:pt x="461063" y="584436"/>
                </a:cubicBezTo>
                <a:cubicBezTo>
                  <a:pt x="624454" y="708950"/>
                  <a:pt x="866486" y="752817"/>
                  <a:pt x="973295" y="677275"/>
                </a:cubicBezTo>
                <a:cubicBezTo>
                  <a:pt x="1029935" y="637215"/>
                  <a:pt x="1054292" y="530224"/>
                  <a:pt x="1071847" y="244380"/>
                </a:cubicBezTo>
                <a:cubicBezTo>
                  <a:pt x="1077779" y="147773"/>
                  <a:pt x="1082453" y="123825"/>
                  <a:pt x="1095375" y="123824"/>
                </a:cubicBezTo>
                <a:cubicBezTo>
                  <a:pt x="1106227" y="123824"/>
                  <a:pt x="1111734" y="140438"/>
                  <a:pt x="1158039" y="312854"/>
                </a:cubicBezTo>
                <a:cubicBezTo>
                  <a:pt x="1250709" y="657909"/>
                  <a:pt x="1342288" y="744699"/>
                  <a:pt x="1493897" y="631151"/>
                </a:cubicBezTo>
                <a:cubicBezTo>
                  <a:pt x="1522221" y="609938"/>
                  <a:pt x="1690527" y="394504"/>
                  <a:pt x="1702348" y="364331"/>
                </a:cubicBezTo>
                <a:cubicBezTo>
                  <a:pt x="1704914" y="357782"/>
                  <a:pt x="1712009" y="352425"/>
                  <a:pt x="1718115" y="352425"/>
                </a:cubicBezTo>
                <a:cubicBezTo>
                  <a:pt x="1724221" y="352425"/>
                  <a:pt x="1737296" y="337423"/>
                  <a:pt x="1747171" y="319087"/>
                </a:cubicBezTo>
                <a:cubicBezTo>
                  <a:pt x="1757045" y="300751"/>
                  <a:pt x="1768095" y="285749"/>
                  <a:pt x="1771726" y="285749"/>
                </a:cubicBezTo>
                <a:cubicBezTo>
                  <a:pt x="1775356" y="285749"/>
                  <a:pt x="1792441" y="263247"/>
                  <a:pt x="1809691" y="235743"/>
                </a:cubicBezTo>
                <a:cubicBezTo>
                  <a:pt x="1843758" y="181425"/>
                  <a:pt x="1859906" y="188011"/>
                  <a:pt x="1835087" y="246101"/>
                </a:cubicBezTo>
                <a:cubicBezTo>
                  <a:pt x="1818581" y="284733"/>
                  <a:pt x="1798225" y="377083"/>
                  <a:pt x="1794855" y="428625"/>
                </a:cubicBezTo>
                <a:cubicBezTo>
                  <a:pt x="1793656" y="446960"/>
                  <a:pt x="1788076" y="494109"/>
                  <a:pt x="1782456" y="533400"/>
                </a:cubicBezTo>
                <a:cubicBezTo>
                  <a:pt x="1770212" y="619000"/>
                  <a:pt x="1768766" y="761753"/>
                  <a:pt x="1779964" y="779417"/>
                </a:cubicBezTo>
                <a:cubicBezTo>
                  <a:pt x="1788245" y="792480"/>
                  <a:pt x="1872687" y="746298"/>
                  <a:pt x="1921631" y="701939"/>
                </a:cubicBezTo>
                <a:cubicBezTo>
                  <a:pt x="1951303" y="675046"/>
                  <a:pt x="1960450" y="689585"/>
                  <a:pt x="1935279" y="723631"/>
                </a:cubicBezTo>
                <a:cubicBezTo>
                  <a:pt x="1923864" y="739071"/>
                  <a:pt x="1914525" y="753952"/>
                  <a:pt x="1914525" y="756700"/>
                </a:cubicBezTo>
                <a:cubicBezTo>
                  <a:pt x="1914525" y="759448"/>
                  <a:pt x="1901644" y="788287"/>
                  <a:pt x="1885901" y="820787"/>
                </a:cubicBezTo>
                <a:cubicBezTo>
                  <a:pt x="1864037" y="865922"/>
                  <a:pt x="1860100" y="881746"/>
                  <a:pt x="1869232" y="887792"/>
                </a:cubicBezTo>
                <a:cubicBezTo>
                  <a:pt x="1885580" y="898615"/>
                  <a:pt x="1959589" y="888175"/>
                  <a:pt x="2062162" y="860578"/>
                </a:cubicBezTo>
                <a:cubicBezTo>
                  <a:pt x="2109311" y="847892"/>
                  <a:pt x="2165032" y="834163"/>
                  <a:pt x="2185987" y="830069"/>
                </a:cubicBezTo>
                <a:cubicBezTo>
                  <a:pt x="2206942" y="825974"/>
                  <a:pt x="2239089" y="816072"/>
                  <a:pt x="2257425" y="808064"/>
                </a:cubicBezTo>
                <a:cubicBezTo>
                  <a:pt x="2275760" y="800055"/>
                  <a:pt x="2307270" y="788123"/>
                  <a:pt x="2327447" y="781548"/>
                </a:cubicBezTo>
                <a:cubicBezTo>
                  <a:pt x="2347623" y="774973"/>
                  <a:pt x="2372269" y="761455"/>
                  <a:pt x="2382215" y="751509"/>
                </a:cubicBezTo>
                <a:cubicBezTo>
                  <a:pt x="2392162" y="741562"/>
                  <a:pt x="2406942" y="733424"/>
                  <a:pt x="2415060" y="733424"/>
                </a:cubicBezTo>
                <a:cubicBezTo>
                  <a:pt x="2423178" y="733424"/>
                  <a:pt x="2442195" y="727025"/>
                  <a:pt x="2457319" y="719204"/>
                </a:cubicBezTo>
                <a:cubicBezTo>
                  <a:pt x="2512646" y="690594"/>
                  <a:pt x="2531579" y="734202"/>
                  <a:pt x="2480678" y="773008"/>
                </a:cubicBezTo>
                <a:cubicBezTo>
                  <a:pt x="2401519" y="833357"/>
                  <a:pt x="2226183" y="974894"/>
                  <a:pt x="2171770" y="1022368"/>
                </a:cubicBezTo>
                <a:cubicBezTo>
                  <a:pt x="2137756" y="1052044"/>
                  <a:pt x="2105213" y="1076325"/>
                  <a:pt x="2099451" y="1076325"/>
                </a:cubicBezTo>
                <a:cubicBezTo>
                  <a:pt x="2093689" y="1076325"/>
                  <a:pt x="2080798" y="1091600"/>
                  <a:pt x="2070806" y="1110270"/>
                </a:cubicBezTo>
                <a:cubicBezTo>
                  <a:pt x="2053405" y="1142781"/>
                  <a:pt x="2053360" y="1144623"/>
                  <a:pt x="2069723" y="1153840"/>
                </a:cubicBezTo>
                <a:cubicBezTo>
                  <a:pt x="2080363" y="1159832"/>
                  <a:pt x="2084774" y="1169877"/>
                  <a:pt x="2081414" y="1180462"/>
                </a:cubicBezTo>
                <a:cubicBezTo>
                  <a:pt x="2078447" y="1189811"/>
                  <a:pt x="2081474" y="1201716"/>
                  <a:pt x="2088141" y="1206919"/>
                </a:cubicBezTo>
                <a:cubicBezTo>
                  <a:pt x="2118705" y="1230770"/>
                  <a:pt x="2282065" y="1270751"/>
                  <a:pt x="2494343" y="1306333"/>
                </a:cubicBezTo>
                <a:cubicBezTo>
                  <a:pt x="2564403" y="1318077"/>
                  <a:pt x="2626620" y="1332581"/>
                  <a:pt x="2632603" y="1338564"/>
                </a:cubicBezTo>
                <a:cubicBezTo>
                  <a:pt x="2638586" y="1344547"/>
                  <a:pt x="2662151" y="1351946"/>
                  <a:pt x="2684969" y="1355007"/>
                </a:cubicBezTo>
                <a:cubicBezTo>
                  <a:pt x="2707787" y="1358067"/>
                  <a:pt x="2730921" y="1365036"/>
                  <a:pt x="2736379" y="1370494"/>
                </a:cubicBezTo>
                <a:cubicBezTo>
                  <a:pt x="2750352" y="1384467"/>
                  <a:pt x="2698209" y="1403034"/>
                  <a:pt x="2664083" y="1396236"/>
                </a:cubicBezTo>
                <a:cubicBezTo>
                  <a:pt x="2648291" y="1393090"/>
                  <a:pt x="2628727" y="1396564"/>
                  <a:pt x="2616270" y="1404727"/>
                </a:cubicBezTo>
                <a:cubicBezTo>
                  <a:pt x="2604673" y="1412325"/>
                  <a:pt x="2556694" y="1422915"/>
                  <a:pt x="2509649" y="1428261"/>
                </a:cubicBezTo>
                <a:cubicBezTo>
                  <a:pt x="2328911" y="1448798"/>
                  <a:pt x="2122911" y="1496086"/>
                  <a:pt x="2045852" y="1534728"/>
                </a:cubicBezTo>
                <a:cubicBezTo>
                  <a:pt x="1965888" y="1574826"/>
                  <a:pt x="1953060" y="1608350"/>
                  <a:pt x="1992009" y="1675436"/>
                </a:cubicBezTo>
                <a:cubicBezTo>
                  <a:pt x="2002347" y="1693242"/>
                  <a:pt x="2014905" y="1729429"/>
                  <a:pt x="2019916" y="1755851"/>
                </a:cubicBezTo>
                <a:cubicBezTo>
                  <a:pt x="2024927" y="1782273"/>
                  <a:pt x="2055699" y="1861693"/>
                  <a:pt x="2088299" y="1932341"/>
                </a:cubicBezTo>
                <a:cubicBezTo>
                  <a:pt x="2120899" y="2002988"/>
                  <a:pt x="2147642" y="2066092"/>
                  <a:pt x="2147729" y="2072572"/>
                </a:cubicBezTo>
                <a:cubicBezTo>
                  <a:pt x="2147816" y="2079051"/>
                  <a:pt x="2157184" y="2095066"/>
                  <a:pt x="2168546" y="2108161"/>
                </a:cubicBezTo>
                <a:cubicBezTo>
                  <a:pt x="2179909" y="2121255"/>
                  <a:pt x="2186921" y="2134253"/>
                  <a:pt x="2184128" y="2137046"/>
                </a:cubicBezTo>
                <a:cubicBezTo>
                  <a:pt x="2177755" y="2143419"/>
                  <a:pt x="2211208" y="2199769"/>
                  <a:pt x="2258944" y="2263067"/>
                </a:cubicBezTo>
                <a:cubicBezTo>
                  <a:pt x="2279063" y="2289744"/>
                  <a:pt x="2295525" y="2317844"/>
                  <a:pt x="2295525" y="2325510"/>
                </a:cubicBezTo>
                <a:cubicBezTo>
                  <a:pt x="2295524" y="2333176"/>
                  <a:pt x="2306240" y="2353973"/>
                  <a:pt x="2319337" y="2371725"/>
                </a:cubicBezTo>
                <a:cubicBezTo>
                  <a:pt x="2345354" y="2406988"/>
                  <a:pt x="2350391" y="2432033"/>
                  <a:pt x="2330493" y="2427192"/>
                </a:cubicBezTo>
                <a:cubicBezTo>
                  <a:pt x="2323532" y="2425498"/>
                  <a:pt x="2291112" y="2392953"/>
                  <a:pt x="2258449" y="2354869"/>
                </a:cubicBezTo>
                <a:cubicBezTo>
                  <a:pt x="2225785" y="2316785"/>
                  <a:pt x="2194575" y="2288397"/>
                  <a:pt x="2189093" y="2291786"/>
                </a:cubicBezTo>
                <a:cubicBezTo>
                  <a:pt x="2178812" y="2298140"/>
                  <a:pt x="1905000" y="2031503"/>
                  <a:pt x="1905000" y="2015136"/>
                </a:cubicBezTo>
                <a:cubicBezTo>
                  <a:pt x="1905000" y="2010092"/>
                  <a:pt x="1910143" y="2011108"/>
                  <a:pt x="1916430" y="2017395"/>
                </a:cubicBezTo>
                <a:cubicBezTo>
                  <a:pt x="1922716" y="2023681"/>
                  <a:pt x="1932360" y="2028803"/>
                  <a:pt x="1937861" y="2028777"/>
                </a:cubicBezTo>
                <a:cubicBezTo>
                  <a:pt x="1943361" y="2028751"/>
                  <a:pt x="1935121" y="2018536"/>
                  <a:pt x="1919549" y="2006077"/>
                </a:cubicBezTo>
                <a:cubicBezTo>
                  <a:pt x="1903977" y="1993618"/>
                  <a:pt x="1885058" y="1985795"/>
                  <a:pt x="1877506" y="1988693"/>
                </a:cubicBezTo>
                <a:cubicBezTo>
                  <a:pt x="1869513" y="1991760"/>
                  <a:pt x="1866324" y="1989837"/>
                  <a:pt x="1869875" y="1984091"/>
                </a:cubicBezTo>
                <a:cubicBezTo>
                  <a:pt x="1873230" y="1978662"/>
                  <a:pt x="1866767" y="1966147"/>
                  <a:pt x="1855513" y="1956279"/>
                </a:cubicBezTo>
                <a:cubicBezTo>
                  <a:pt x="1844258" y="1946411"/>
                  <a:pt x="1838183" y="1943695"/>
                  <a:pt x="1842012" y="1950243"/>
                </a:cubicBezTo>
                <a:cubicBezTo>
                  <a:pt x="1852695" y="1968513"/>
                  <a:pt x="1836656" y="1964476"/>
                  <a:pt x="1800054" y="1939682"/>
                </a:cubicBezTo>
                <a:cubicBezTo>
                  <a:pt x="1752711" y="1907611"/>
                  <a:pt x="1724025" y="1899801"/>
                  <a:pt x="1724025" y="1918980"/>
                </a:cubicBezTo>
                <a:cubicBezTo>
                  <a:pt x="1724025" y="1931120"/>
                  <a:pt x="1720253" y="1932226"/>
                  <a:pt x="1705601" y="1924385"/>
                </a:cubicBezTo>
                <a:cubicBezTo>
                  <a:pt x="1637929" y="1888168"/>
                  <a:pt x="1575241" y="1961457"/>
                  <a:pt x="1538544" y="2119691"/>
                </a:cubicBezTo>
                <a:cubicBezTo>
                  <a:pt x="1518724" y="2205154"/>
                  <a:pt x="1494585" y="2458189"/>
                  <a:pt x="1501464" y="2508377"/>
                </a:cubicBezTo>
                <a:cubicBezTo>
                  <a:pt x="1507756" y="2554284"/>
                  <a:pt x="1493435" y="2575052"/>
                  <a:pt x="1476852" y="2544067"/>
                </a:cubicBezTo>
                <a:close/>
                <a:moveTo>
                  <a:pt x="1444971" y="2145502"/>
                </a:moveTo>
                <a:cubicBezTo>
                  <a:pt x="1449598" y="2037284"/>
                  <a:pt x="1488552" y="1925661"/>
                  <a:pt x="1543552" y="1863020"/>
                </a:cubicBezTo>
                <a:cubicBezTo>
                  <a:pt x="1641368" y="1751614"/>
                  <a:pt x="1843800" y="1800988"/>
                  <a:pt x="1987009" y="1971181"/>
                </a:cubicBezTo>
                <a:cubicBezTo>
                  <a:pt x="2017464" y="2007375"/>
                  <a:pt x="2036726" y="2009621"/>
                  <a:pt x="2011661" y="1974056"/>
                </a:cubicBezTo>
                <a:cubicBezTo>
                  <a:pt x="1946863" y="1882112"/>
                  <a:pt x="1873555" y="1629004"/>
                  <a:pt x="1909762" y="1622230"/>
                </a:cubicBezTo>
                <a:cubicBezTo>
                  <a:pt x="1915001" y="1621250"/>
                  <a:pt x="1918202" y="1629822"/>
                  <a:pt x="1916877" y="1641280"/>
                </a:cubicBezTo>
                <a:cubicBezTo>
                  <a:pt x="1914971" y="1657756"/>
                  <a:pt x="1916382" y="1659141"/>
                  <a:pt x="1923624" y="1647904"/>
                </a:cubicBezTo>
                <a:cubicBezTo>
                  <a:pt x="1933310" y="1632876"/>
                  <a:pt x="1927389" y="1593512"/>
                  <a:pt x="1912613" y="1574690"/>
                </a:cubicBezTo>
                <a:cubicBezTo>
                  <a:pt x="1900229" y="1558917"/>
                  <a:pt x="1927275" y="1508865"/>
                  <a:pt x="1974808" y="1459589"/>
                </a:cubicBezTo>
                <a:cubicBezTo>
                  <a:pt x="2018980" y="1413798"/>
                  <a:pt x="2121069" y="1369164"/>
                  <a:pt x="2209800" y="1356851"/>
                </a:cubicBezTo>
                <a:lnTo>
                  <a:pt x="2262187" y="1349581"/>
                </a:lnTo>
                <a:lnTo>
                  <a:pt x="2219281" y="1338361"/>
                </a:lnTo>
                <a:cubicBezTo>
                  <a:pt x="2134319" y="1316143"/>
                  <a:pt x="2057940" y="1275030"/>
                  <a:pt x="2026158" y="1234407"/>
                </a:cubicBezTo>
                <a:cubicBezTo>
                  <a:pt x="2009367" y="1212946"/>
                  <a:pt x="1992382" y="1193958"/>
                  <a:pt x="1988414" y="1192212"/>
                </a:cubicBezTo>
                <a:cubicBezTo>
                  <a:pt x="1949292" y="1174995"/>
                  <a:pt x="2025123" y="1025642"/>
                  <a:pt x="2103292" y="965955"/>
                </a:cubicBezTo>
                <a:cubicBezTo>
                  <a:pt x="2154341" y="926977"/>
                  <a:pt x="2155185" y="927098"/>
                  <a:pt x="2050400" y="958346"/>
                </a:cubicBezTo>
                <a:cubicBezTo>
                  <a:pt x="1988599" y="976775"/>
                  <a:pt x="1944644" y="983396"/>
                  <a:pt x="1881187" y="983837"/>
                </a:cubicBezTo>
                <a:cubicBezTo>
                  <a:pt x="1773859" y="984581"/>
                  <a:pt x="1749157" y="973663"/>
                  <a:pt x="1754505" y="927847"/>
                </a:cubicBezTo>
                <a:cubicBezTo>
                  <a:pt x="1757199" y="904773"/>
                  <a:pt x="1754499" y="895350"/>
                  <a:pt x="1745192" y="895350"/>
                </a:cubicBezTo>
                <a:cubicBezTo>
                  <a:pt x="1716552" y="895349"/>
                  <a:pt x="1677992" y="840841"/>
                  <a:pt x="1657058" y="770761"/>
                </a:cubicBezTo>
                <a:cubicBezTo>
                  <a:pt x="1635903" y="699946"/>
                  <a:pt x="1637563" y="643836"/>
                  <a:pt x="1662810" y="576262"/>
                </a:cubicBezTo>
                <a:cubicBezTo>
                  <a:pt x="1666725" y="565785"/>
                  <a:pt x="1651024" y="580909"/>
                  <a:pt x="1627920" y="609871"/>
                </a:cubicBezTo>
                <a:cubicBezTo>
                  <a:pt x="1579387" y="670709"/>
                  <a:pt x="1493536" y="752474"/>
                  <a:pt x="1478191" y="752474"/>
                </a:cubicBezTo>
                <a:cubicBezTo>
                  <a:pt x="1472418" y="752474"/>
                  <a:pt x="1451905" y="763190"/>
                  <a:pt x="1432606" y="776287"/>
                </a:cubicBezTo>
                <a:cubicBezTo>
                  <a:pt x="1393468" y="802846"/>
                  <a:pt x="1316042" y="808732"/>
                  <a:pt x="1280425" y="787856"/>
                </a:cubicBezTo>
                <a:cubicBezTo>
                  <a:pt x="1227305" y="756719"/>
                  <a:pt x="1146120" y="631109"/>
                  <a:pt x="1128276" y="552450"/>
                </a:cubicBezTo>
                <a:lnTo>
                  <a:pt x="1120713" y="519112"/>
                </a:lnTo>
                <a:lnTo>
                  <a:pt x="1112401" y="557212"/>
                </a:lnTo>
                <a:cubicBezTo>
                  <a:pt x="1107829" y="578167"/>
                  <a:pt x="1102805" y="606028"/>
                  <a:pt x="1101236" y="619125"/>
                </a:cubicBezTo>
                <a:cubicBezTo>
                  <a:pt x="1098070" y="645548"/>
                  <a:pt x="1075982" y="691311"/>
                  <a:pt x="1040480" y="745001"/>
                </a:cubicBezTo>
                <a:cubicBezTo>
                  <a:pt x="1005957" y="797210"/>
                  <a:pt x="936730" y="828675"/>
                  <a:pt x="856383" y="828674"/>
                </a:cubicBezTo>
                <a:cubicBezTo>
                  <a:pt x="795533" y="828674"/>
                  <a:pt x="676162" y="800108"/>
                  <a:pt x="650790" y="779475"/>
                </a:cubicBezTo>
                <a:cubicBezTo>
                  <a:pt x="644632" y="774467"/>
                  <a:pt x="656387" y="803848"/>
                  <a:pt x="676913" y="844766"/>
                </a:cubicBezTo>
                <a:cubicBezTo>
                  <a:pt x="778282" y="1046843"/>
                  <a:pt x="739190" y="1186290"/>
                  <a:pt x="544237" y="1318034"/>
                </a:cubicBezTo>
                <a:cubicBezTo>
                  <a:pt x="516146" y="1337018"/>
                  <a:pt x="485323" y="1352549"/>
                  <a:pt x="475743" y="1352550"/>
                </a:cubicBezTo>
                <a:cubicBezTo>
                  <a:pt x="430720" y="1352550"/>
                  <a:pt x="454786" y="1369599"/>
                  <a:pt x="506418" y="1374280"/>
                </a:cubicBezTo>
                <a:cubicBezTo>
                  <a:pt x="679285" y="1389955"/>
                  <a:pt x="815057" y="1534309"/>
                  <a:pt x="737518" y="1619989"/>
                </a:cubicBezTo>
                <a:cubicBezTo>
                  <a:pt x="721457" y="1637736"/>
                  <a:pt x="722019" y="1638300"/>
                  <a:pt x="755761" y="1638300"/>
                </a:cubicBezTo>
                <a:cubicBezTo>
                  <a:pt x="774908" y="1638300"/>
                  <a:pt x="790575" y="1642586"/>
                  <a:pt x="790575" y="1647825"/>
                </a:cubicBezTo>
                <a:cubicBezTo>
                  <a:pt x="790575" y="1667428"/>
                  <a:pt x="792238" y="1671985"/>
                  <a:pt x="804482" y="1685925"/>
                </a:cubicBezTo>
                <a:cubicBezTo>
                  <a:pt x="834421" y="1720008"/>
                  <a:pt x="800208" y="1827420"/>
                  <a:pt x="730910" y="1916906"/>
                </a:cubicBezTo>
                <a:cubicBezTo>
                  <a:pt x="715696" y="1936551"/>
                  <a:pt x="707642" y="1952625"/>
                  <a:pt x="713012" y="1952625"/>
                </a:cubicBezTo>
                <a:cubicBezTo>
                  <a:pt x="718382" y="1952625"/>
                  <a:pt x="725082" y="1948893"/>
                  <a:pt x="727901" y="1944331"/>
                </a:cubicBezTo>
                <a:cubicBezTo>
                  <a:pt x="757052" y="1897163"/>
                  <a:pt x="1019175" y="1794256"/>
                  <a:pt x="1019175" y="1829979"/>
                </a:cubicBezTo>
                <a:cubicBezTo>
                  <a:pt x="1019175" y="1837126"/>
                  <a:pt x="1036518" y="1839245"/>
                  <a:pt x="1071356" y="1836356"/>
                </a:cubicBezTo>
                <a:lnTo>
                  <a:pt x="1123538" y="1832029"/>
                </a:lnTo>
                <a:lnTo>
                  <a:pt x="1134442" y="1866133"/>
                </a:lnTo>
                <a:cubicBezTo>
                  <a:pt x="1140439" y="1884890"/>
                  <a:pt x="1152989" y="1908810"/>
                  <a:pt x="1162329" y="1919287"/>
                </a:cubicBezTo>
                <a:cubicBezTo>
                  <a:pt x="1181277" y="1940540"/>
                  <a:pt x="1209655" y="2028574"/>
                  <a:pt x="1209710" y="2066272"/>
                </a:cubicBezTo>
                <a:lnTo>
                  <a:pt x="1209746" y="2090737"/>
                </a:lnTo>
                <a:lnTo>
                  <a:pt x="1227493" y="2062162"/>
                </a:lnTo>
                <a:cubicBezTo>
                  <a:pt x="1260692" y="2008708"/>
                  <a:pt x="1289685" y="1988529"/>
                  <a:pt x="1316039" y="2000537"/>
                </a:cubicBezTo>
                <a:cubicBezTo>
                  <a:pt x="1345271" y="2013856"/>
                  <a:pt x="1416875" y="2118489"/>
                  <a:pt x="1425024" y="2159793"/>
                </a:cubicBezTo>
                <a:cubicBezTo>
                  <a:pt x="1433804" y="2204301"/>
                  <a:pt x="1442731" y="2197906"/>
                  <a:pt x="1444971" y="2145502"/>
                </a:cubicBezTo>
                <a:close/>
                <a:moveTo>
                  <a:pt x="2025109" y="1488534"/>
                </a:moveTo>
                <a:cubicBezTo>
                  <a:pt x="2016203" y="1479628"/>
                  <a:pt x="1975050" y="1524014"/>
                  <a:pt x="1966887" y="1551331"/>
                </a:cubicBezTo>
                <a:cubicBezTo>
                  <a:pt x="1961540" y="1569228"/>
                  <a:pt x="1967529" y="1565725"/>
                  <a:pt x="1995820" y="1534410"/>
                </a:cubicBezTo>
                <a:cubicBezTo>
                  <a:pt x="2015442" y="1512691"/>
                  <a:pt x="2028622" y="1492047"/>
                  <a:pt x="2025109" y="1488534"/>
                </a:cubicBezTo>
                <a:close/>
              </a:path>
            </a:pathLst>
          </a:custGeom>
          <a:solidFill>
            <a:srgbClr val="C4AAE8"/>
          </a:solidFill>
          <a:ln>
            <a:noFill/>
          </a:ln>
        </p:spPr>
      </p:sp>
      <p:pic>
        <p:nvPicPr>
          <p:cNvPr id="6" name="TRICK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-119062" y="7729538"/>
            <a:ext cx="10525125" cy="5114925"/>
          </a:xfrm>
          <a:prstGeom prst="rect">
            <a:avLst/>
          </a:prstGeom>
        </p:spPr>
      </p:pic>
      <p:pic>
        <p:nvPicPr>
          <p:cNvPr id="7" name="or TREAT?" descr="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80000">
            <a:off x="804862" y="10668000"/>
            <a:ext cx="8677275" cy="2857500"/>
          </a:xfrm>
          <a:prstGeom prst="rect">
            <a:avLst/>
          </a:prstGeom>
        </p:spPr>
      </p:pic>
      <p:sp>
        <p:nvSpPr>
          <p:cNvPr id="8" name="GUIDE (delete)"/>
          <p:cNvSpPr/>
          <p:nvPr/>
        </p:nvSpPr>
        <p:spPr>
          <a:xfrm>
            <a:off x="1352550" y="13206412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product (in the doorway)"/>
          <p:cNvSpPr/>
          <p:nvPr/>
        </p:nvSpPr>
        <p:spPr>
          <a:xfrm rot="0">
            <a:off x="3639992" y="3341630"/>
            <a:ext cx="3057525" cy="5133975"/>
          </a:xfrm>
          <a:prstGeom prst="round2SameRect">
            <a:avLst>
              <a:gd name="adj1" fmla="val 50000"/>
              <a:gd name="adj2" fmla="val 0"/>
            </a:avLst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candy" descr="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5857875"/>
            <a:ext cx="3162300" cy="2762250"/>
          </a:xfrm>
          <a:prstGeom prst="rect">
            <a:avLst/>
          </a:prstGeom>
        </p:spPr>
      </p:pic>
      <p:pic>
        <p:nvPicPr>
          <p:cNvPr id="5" name="candy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375" y="4781550"/>
            <a:ext cx="3524250" cy="3771900"/>
          </a:xfrm>
          <a:prstGeom prst="rect">
            <a:avLst/>
          </a:prstGeom>
        </p:spPr>
      </p:pic>
      <p:pic>
        <p:nvPicPr>
          <p:cNvPr id="6" name="candy" descr="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47675" y="8591550"/>
            <a:ext cx="5276850" cy="4724400"/>
          </a:xfrm>
          <a:prstGeom prst="rect">
            <a:avLst/>
          </a:prstGeom>
        </p:spPr>
      </p:pic>
      <p:pic>
        <p:nvPicPr>
          <p:cNvPr id="7" name="candy" descr="0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0" y="9701212"/>
            <a:ext cx="2667000" cy="3076575"/>
          </a:xfrm>
          <a:prstGeom prst="rect">
            <a:avLst/>
          </a:prstGeom>
        </p:spPr>
      </p:pic>
      <p:pic>
        <p:nvPicPr>
          <p:cNvPr id="8" name="candy" descr="0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150" y="10868025"/>
            <a:ext cx="2171700" cy="3028950"/>
          </a:xfrm>
          <a:prstGeom prst="rect">
            <a:avLst/>
          </a:prstGeom>
        </p:spPr>
      </p:pic>
      <p:sp>
        <p:nvSpPr>
          <p:cNvPr id="9" name="TEXT: [something sweet is coming]"/>
          <p:cNvSpPr/>
          <p:nvPr/>
        </p:nvSpPr>
        <p:spPr>
          <a:xfrm rot="120000">
            <a:off x="2157412" y="885825"/>
            <a:ext cx="7496175" cy="203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13360" rIns="213360" tIns="91440" bIns="91440"/>
          <a:lstStyle/>
          <a:p>
            <a:pPr algn="r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[something sweet</a:t>
            </a:r>
          </a:p>
          <a:p>
            <a:pPr algn="r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is coming]</a:t>
            </a:r>
          </a:p>
        </p:txBody>
      </p:sp>
      <p:sp>
        <p:nvSpPr>
          <p:cNvPr id="10" name="TEXT: [trick first]"/>
          <p:cNvSpPr/>
          <p:nvPr/>
        </p:nvSpPr>
        <p:spPr>
          <a:xfrm rot="120000">
            <a:off x="957262" y="12525375"/>
            <a:ext cx="360997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[trick first]</a:t>
            </a:r>
          </a:p>
        </p:txBody>
      </p:sp>
      <p:sp>
        <p:nvSpPr>
          <p:cNvPr id="11" name="arrow"/>
          <p:cNvSpPr/>
          <p:nvPr/>
        </p:nvSpPr>
        <p:spPr>
          <a:xfrm rot="-120000">
            <a:off x="5000625" y="12396787"/>
            <a:ext cx="2571750" cy="923925"/>
          </a:xfrm>
          <a:custGeom>
            <a:avLst/>
            <a:gdLst/>
            <a:ahLst/>
            <a:cxnLst/>
            <a:rect l="0" t="0" r="r" b="b"/>
            <a:pathLst>
              <a:path w="2571750" h="923925">
                <a:moveTo>
                  <a:pt x="1962150" y="819943"/>
                </a:moveTo>
                <a:cubicBezTo>
                  <a:pt x="1962150" y="815141"/>
                  <a:pt x="1967507" y="809050"/>
                  <a:pt x="1974056" y="806408"/>
                </a:cubicBezTo>
                <a:cubicBezTo>
                  <a:pt x="1981045" y="803588"/>
                  <a:pt x="1978939" y="801293"/>
                  <a:pt x="1968958" y="800851"/>
                </a:cubicBezTo>
                <a:cubicBezTo>
                  <a:pt x="1954557" y="800215"/>
                  <a:pt x="1953629" y="796970"/>
                  <a:pt x="1962895" y="779656"/>
                </a:cubicBezTo>
                <a:cubicBezTo>
                  <a:pt x="1972641" y="761445"/>
                  <a:pt x="1971705" y="759770"/>
                  <a:pt x="1954321" y="764316"/>
                </a:cubicBezTo>
                <a:cubicBezTo>
                  <a:pt x="1933562" y="769744"/>
                  <a:pt x="1917570" y="748078"/>
                  <a:pt x="1934578" y="737567"/>
                </a:cubicBezTo>
                <a:cubicBezTo>
                  <a:pt x="1939911" y="734271"/>
                  <a:pt x="1948025" y="721709"/>
                  <a:pt x="1952610" y="709651"/>
                </a:cubicBezTo>
                <a:cubicBezTo>
                  <a:pt x="1960022" y="690154"/>
                  <a:pt x="2026559" y="627994"/>
                  <a:pt x="2124104" y="549438"/>
                </a:cubicBezTo>
                <a:lnTo>
                  <a:pt x="2157412" y="522614"/>
                </a:lnTo>
                <a:lnTo>
                  <a:pt x="1995487" y="527908"/>
                </a:lnTo>
                <a:cubicBezTo>
                  <a:pt x="1906428" y="530820"/>
                  <a:pt x="1670685" y="535427"/>
                  <a:pt x="1471612" y="538147"/>
                </a:cubicBezTo>
                <a:cubicBezTo>
                  <a:pt x="971757" y="544976"/>
                  <a:pt x="721516" y="551687"/>
                  <a:pt x="576262" y="562160"/>
                </a:cubicBezTo>
                <a:cubicBezTo>
                  <a:pt x="377183" y="576513"/>
                  <a:pt x="165013" y="581391"/>
                  <a:pt x="181060" y="571245"/>
                </a:cubicBezTo>
                <a:cubicBezTo>
                  <a:pt x="188871" y="566307"/>
                  <a:pt x="205978" y="561862"/>
                  <a:pt x="219075" y="561368"/>
                </a:cubicBezTo>
                <a:cubicBezTo>
                  <a:pt x="254588" y="560029"/>
                  <a:pt x="231958" y="554731"/>
                  <a:pt x="157162" y="546874"/>
                </a:cubicBezTo>
                <a:lnTo>
                  <a:pt x="90487" y="539869"/>
                </a:lnTo>
                <a:lnTo>
                  <a:pt x="128587" y="527842"/>
                </a:lnTo>
                <a:cubicBezTo>
                  <a:pt x="151574" y="520585"/>
                  <a:pt x="159131" y="515258"/>
                  <a:pt x="147637" y="514412"/>
                </a:cubicBezTo>
                <a:lnTo>
                  <a:pt x="128587" y="513011"/>
                </a:lnTo>
                <a:lnTo>
                  <a:pt x="147637" y="504825"/>
                </a:lnTo>
                <a:cubicBezTo>
                  <a:pt x="163927" y="497825"/>
                  <a:pt x="164272" y="496541"/>
                  <a:pt x="150018" y="495969"/>
                </a:cubicBezTo>
                <a:cubicBezTo>
                  <a:pt x="128423" y="495102"/>
                  <a:pt x="128423" y="478934"/>
                  <a:pt x="150018" y="473290"/>
                </a:cubicBezTo>
                <a:cubicBezTo>
                  <a:pt x="159186" y="470895"/>
                  <a:pt x="150089" y="468437"/>
                  <a:pt x="129802" y="467829"/>
                </a:cubicBezTo>
                <a:cubicBezTo>
                  <a:pt x="98151" y="466881"/>
                  <a:pt x="94599" y="464697"/>
                  <a:pt x="104774" y="452437"/>
                </a:cubicBezTo>
                <a:cubicBezTo>
                  <a:pt x="111296" y="444579"/>
                  <a:pt x="126164" y="438150"/>
                  <a:pt x="137815" y="438150"/>
                </a:cubicBezTo>
                <a:cubicBezTo>
                  <a:pt x="149465" y="438150"/>
                  <a:pt x="171443" y="432176"/>
                  <a:pt x="186655" y="424876"/>
                </a:cubicBezTo>
                <a:cubicBezTo>
                  <a:pt x="239206" y="399654"/>
                  <a:pt x="929676" y="371391"/>
                  <a:pt x="1851944" y="356711"/>
                </a:cubicBezTo>
                <a:cubicBezTo>
                  <a:pt x="2008739" y="354215"/>
                  <a:pt x="2138394" y="350805"/>
                  <a:pt x="2140065" y="349134"/>
                </a:cubicBezTo>
                <a:cubicBezTo>
                  <a:pt x="2141737" y="347462"/>
                  <a:pt x="2122749" y="332805"/>
                  <a:pt x="2097871" y="316562"/>
                </a:cubicBezTo>
                <a:cubicBezTo>
                  <a:pt x="2001590" y="253699"/>
                  <a:pt x="1938357" y="195606"/>
                  <a:pt x="1937908" y="169600"/>
                </a:cubicBezTo>
                <a:cubicBezTo>
                  <a:pt x="1937672" y="155942"/>
                  <a:pt x="1931518" y="137586"/>
                  <a:pt x="1924233" y="128808"/>
                </a:cubicBezTo>
                <a:cubicBezTo>
                  <a:pt x="1909123" y="110601"/>
                  <a:pt x="1923423" y="95343"/>
                  <a:pt x="1951520" y="99693"/>
                </a:cubicBezTo>
                <a:cubicBezTo>
                  <a:pt x="1959986" y="101004"/>
                  <a:pt x="1969667" y="97817"/>
                  <a:pt x="1973033" y="92611"/>
                </a:cubicBezTo>
                <a:cubicBezTo>
                  <a:pt x="1983029" y="77156"/>
                  <a:pt x="2022291" y="92296"/>
                  <a:pt x="2087026" y="136567"/>
                </a:cubicBezTo>
                <a:cubicBezTo>
                  <a:pt x="2120499" y="159459"/>
                  <a:pt x="2214779" y="222750"/>
                  <a:pt x="2296536" y="277213"/>
                </a:cubicBezTo>
                <a:cubicBezTo>
                  <a:pt x="2378293" y="331676"/>
                  <a:pt x="2456961" y="390242"/>
                  <a:pt x="2471354" y="407359"/>
                </a:cubicBezTo>
                <a:cubicBezTo>
                  <a:pt x="2506939" y="449680"/>
                  <a:pt x="2497054" y="463030"/>
                  <a:pt x="2354111" y="565705"/>
                </a:cubicBezTo>
                <a:cubicBezTo>
                  <a:pt x="2291717" y="610522"/>
                  <a:pt x="2194898" y="683738"/>
                  <a:pt x="2138956" y="728407"/>
                </a:cubicBezTo>
                <a:cubicBezTo>
                  <a:pt x="2083014" y="773077"/>
                  <a:pt x="2029173" y="809625"/>
                  <a:pt x="2019309" y="809625"/>
                </a:cubicBezTo>
                <a:cubicBezTo>
                  <a:pt x="2009444" y="809625"/>
                  <a:pt x="1998725" y="813911"/>
                  <a:pt x="1995487" y="819150"/>
                </a:cubicBezTo>
                <a:cubicBezTo>
                  <a:pt x="1988107" y="831090"/>
                  <a:pt x="1962150" y="831708"/>
                  <a:pt x="1962150" y="819943"/>
                </a:cubicBezTo>
                <a:close/>
              </a:path>
            </a:pathLst>
          </a:custGeom>
          <a:solidFill>
            <a:srgbClr val="C4AAE8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trick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TEXT: the trick:"/>
          <p:cNvSpPr/>
          <p:nvPr/>
        </p:nvSpPr>
        <p:spPr>
          <a:xfrm rot="180000">
            <a:off x="1076325" y="1595438"/>
            <a:ext cx="3562350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the trick:</a:t>
            </a:r>
          </a:p>
        </p:txBody>
      </p:sp>
      <p:pic>
        <p:nvPicPr>
          <p:cNvPr id="5" name="sticky note" descr="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00000">
            <a:off x="4210050" y="7096125"/>
            <a:ext cx="4914900" cy="4857750"/>
          </a:xfrm>
          <a:prstGeom prst="rect">
            <a:avLst/>
          </a:prstGeom>
        </p:spPr>
      </p:pic>
      <p:sp>
        <p:nvSpPr>
          <p:cNvPr id="6" name="TEXT: [cheap sponges]"/>
          <p:cNvSpPr/>
          <p:nvPr/>
        </p:nvSpPr>
        <p:spPr>
          <a:xfrm rot="21300000">
            <a:off x="5135067" y="9019088"/>
            <a:ext cx="3114675" cy="1581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[cheap</a:t>
            </a:r>
          </a:p>
          <a:p>
            <a:pPr algn="ctr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sponges]</a:t>
            </a:r>
          </a:p>
        </p:txBody>
      </p:sp>
      <p:sp>
        <p:nvSpPr>
          <p:cNvPr id="7" name="cross"/>
          <p:cNvSpPr/>
          <p:nvPr/>
        </p:nvSpPr>
        <p:spPr>
          <a:xfrm rot="300000">
            <a:off x="7803911" y="6830387"/>
            <a:ext cx="1809750" cy="1781175"/>
          </a:xfrm>
          <a:custGeom>
            <a:avLst/>
            <a:gdLst/>
            <a:ahLst/>
            <a:cxnLst/>
            <a:rect l="0" t="0" r="r" b="b"/>
            <a:pathLst>
              <a:path w="1809750" h="1781175">
                <a:moveTo>
                  <a:pt x="235743" y="1694945"/>
                </a:moveTo>
                <a:cubicBezTo>
                  <a:pt x="216375" y="1683364"/>
                  <a:pt x="213741" y="1647496"/>
                  <a:pt x="230981" y="1630084"/>
                </a:cubicBezTo>
                <a:cubicBezTo>
                  <a:pt x="238049" y="1622946"/>
                  <a:pt x="231275" y="1624083"/>
                  <a:pt x="214312" y="1632883"/>
                </a:cubicBezTo>
                <a:cubicBezTo>
                  <a:pt x="173635" y="1653985"/>
                  <a:pt x="155222" y="1651462"/>
                  <a:pt x="136018" y="1622153"/>
                </a:cubicBezTo>
                <a:cubicBezTo>
                  <a:pt x="119010" y="1596195"/>
                  <a:pt x="118228" y="1564870"/>
                  <a:pt x="134173" y="1548288"/>
                </a:cubicBezTo>
                <a:cubicBezTo>
                  <a:pt x="145928" y="1536064"/>
                  <a:pt x="145258" y="1521402"/>
                  <a:pt x="133282" y="1528804"/>
                </a:cubicBezTo>
                <a:cubicBezTo>
                  <a:pt x="118351" y="1538031"/>
                  <a:pt x="110003" y="1504492"/>
                  <a:pt x="122321" y="1484767"/>
                </a:cubicBezTo>
                <a:cubicBezTo>
                  <a:pt x="128387" y="1475055"/>
                  <a:pt x="133350" y="1460093"/>
                  <a:pt x="133350" y="1451520"/>
                </a:cubicBezTo>
                <a:cubicBezTo>
                  <a:pt x="133349" y="1424603"/>
                  <a:pt x="212178" y="1324375"/>
                  <a:pt x="348997" y="1177329"/>
                </a:cubicBezTo>
                <a:cubicBezTo>
                  <a:pt x="421605" y="1099293"/>
                  <a:pt x="505308" y="1009282"/>
                  <a:pt x="535004" y="977304"/>
                </a:cubicBezTo>
                <a:lnTo>
                  <a:pt x="588995" y="919162"/>
                </a:lnTo>
                <a:lnTo>
                  <a:pt x="558816" y="886476"/>
                </a:lnTo>
                <a:cubicBezTo>
                  <a:pt x="542218" y="868499"/>
                  <a:pt x="473707" y="797118"/>
                  <a:pt x="406571" y="727851"/>
                </a:cubicBezTo>
                <a:cubicBezTo>
                  <a:pt x="339434" y="658584"/>
                  <a:pt x="262282" y="574314"/>
                  <a:pt x="235121" y="540584"/>
                </a:cubicBezTo>
                <a:cubicBezTo>
                  <a:pt x="207960" y="506855"/>
                  <a:pt x="170230" y="460364"/>
                  <a:pt x="151277" y="437272"/>
                </a:cubicBezTo>
                <a:cubicBezTo>
                  <a:pt x="90622" y="363370"/>
                  <a:pt x="74244" y="312131"/>
                  <a:pt x="105114" y="292852"/>
                </a:cubicBezTo>
                <a:cubicBezTo>
                  <a:pt x="118282" y="284628"/>
                  <a:pt x="120121" y="277249"/>
                  <a:pt x="113404" y="259581"/>
                </a:cubicBezTo>
                <a:cubicBezTo>
                  <a:pt x="97772" y="218466"/>
                  <a:pt x="145392" y="169110"/>
                  <a:pt x="192081" y="178035"/>
                </a:cubicBezTo>
                <a:cubicBezTo>
                  <a:pt x="212825" y="182001"/>
                  <a:pt x="217169" y="178596"/>
                  <a:pt x="221965" y="154617"/>
                </a:cubicBezTo>
                <a:cubicBezTo>
                  <a:pt x="228595" y="121467"/>
                  <a:pt x="260315" y="105506"/>
                  <a:pt x="323889" y="103331"/>
                </a:cubicBezTo>
                <a:cubicBezTo>
                  <a:pt x="396238" y="100856"/>
                  <a:pt x="460990" y="148180"/>
                  <a:pt x="584601" y="293877"/>
                </a:cubicBezTo>
                <a:cubicBezTo>
                  <a:pt x="623065" y="339212"/>
                  <a:pt x="710878" y="429300"/>
                  <a:pt x="779743" y="494070"/>
                </a:cubicBezTo>
                <a:lnTo>
                  <a:pt x="904950" y="611835"/>
                </a:lnTo>
                <a:lnTo>
                  <a:pt x="969506" y="551186"/>
                </a:lnTo>
                <a:cubicBezTo>
                  <a:pt x="1070212" y="456575"/>
                  <a:pt x="1158527" y="381000"/>
                  <a:pt x="1168381" y="381000"/>
                </a:cubicBezTo>
                <a:cubicBezTo>
                  <a:pt x="1173321" y="381000"/>
                  <a:pt x="1192134" y="365631"/>
                  <a:pt x="1210187" y="346848"/>
                </a:cubicBezTo>
                <a:cubicBezTo>
                  <a:pt x="1264850" y="289976"/>
                  <a:pt x="1452317" y="144201"/>
                  <a:pt x="1496678" y="124073"/>
                </a:cubicBezTo>
                <a:cubicBezTo>
                  <a:pt x="1547262" y="101120"/>
                  <a:pt x="1560974" y="100283"/>
                  <a:pt x="1568421" y="119690"/>
                </a:cubicBezTo>
                <a:cubicBezTo>
                  <a:pt x="1574547" y="135654"/>
                  <a:pt x="1519429" y="200025"/>
                  <a:pt x="1499634" y="200024"/>
                </a:cubicBezTo>
                <a:cubicBezTo>
                  <a:pt x="1487932" y="200024"/>
                  <a:pt x="1283700" y="377959"/>
                  <a:pt x="1277508" y="393549"/>
                </a:cubicBezTo>
                <a:cubicBezTo>
                  <a:pt x="1275526" y="398540"/>
                  <a:pt x="1321840" y="360253"/>
                  <a:pt x="1380429" y="308468"/>
                </a:cubicBezTo>
                <a:cubicBezTo>
                  <a:pt x="1439018" y="256682"/>
                  <a:pt x="1489932" y="213942"/>
                  <a:pt x="1493571" y="213489"/>
                </a:cubicBezTo>
                <a:cubicBezTo>
                  <a:pt x="1506452" y="211888"/>
                  <a:pt x="1538935" y="197705"/>
                  <a:pt x="1591449" y="170754"/>
                </a:cubicBezTo>
                <a:cubicBezTo>
                  <a:pt x="1632006" y="149939"/>
                  <a:pt x="1647250" y="146110"/>
                  <a:pt x="1655742" y="154602"/>
                </a:cubicBezTo>
                <a:cubicBezTo>
                  <a:pt x="1671694" y="170554"/>
                  <a:pt x="1669474" y="187464"/>
                  <a:pt x="1650473" y="194755"/>
                </a:cubicBezTo>
                <a:cubicBezTo>
                  <a:pt x="1636728" y="200030"/>
                  <a:pt x="1636281" y="202415"/>
                  <a:pt x="1647713" y="209480"/>
                </a:cubicBezTo>
                <a:cubicBezTo>
                  <a:pt x="1659323" y="216656"/>
                  <a:pt x="1658929" y="220592"/>
                  <a:pt x="1645065" y="235912"/>
                </a:cubicBezTo>
                <a:cubicBezTo>
                  <a:pt x="1636105" y="245812"/>
                  <a:pt x="1628775" y="260832"/>
                  <a:pt x="1628775" y="269291"/>
                </a:cubicBezTo>
                <a:cubicBezTo>
                  <a:pt x="1628774" y="277749"/>
                  <a:pt x="1619248" y="291342"/>
                  <a:pt x="1607605" y="299497"/>
                </a:cubicBezTo>
                <a:cubicBezTo>
                  <a:pt x="1595962" y="307652"/>
                  <a:pt x="1590929" y="314324"/>
                  <a:pt x="1596420" y="314324"/>
                </a:cubicBezTo>
                <a:cubicBezTo>
                  <a:pt x="1601911" y="314324"/>
                  <a:pt x="1616147" y="303954"/>
                  <a:pt x="1628055" y="291278"/>
                </a:cubicBezTo>
                <a:cubicBezTo>
                  <a:pt x="1660011" y="257262"/>
                  <a:pt x="1701172" y="242161"/>
                  <a:pt x="1719797" y="257619"/>
                </a:cubicBezTo>
                <a:cubicBezTo>
                  <a:pt x="1732893" y="268487"/>
                  <a:pt x="1731516" y="272373"/>
                  <a:pt x="1707882" y="291262"/>
                </a:cubicBezTo>
                <a:cubicBezTo>
                  <a:pt x="1693186" y="303007"/>
                  <a:pt x="1684350" y="315832"/>
                  <a:pt x="1688247" y="319762"/>
                </a:cubicBezTo>
                <a:cubicBezTo>
                  <a:pt x="1692144" y="323692"/>
                  <a:pt x="1703958" y="319102"/>
                  <a:pt x="1714500" y="309562"/>
                </a:cubicBezTo>
                <a:cubicBezTo>
                  <a:pt x="1749663" y="277740"/>
                  <a:pt x="1744197" y="301668"/>
                  <a:pt x="1704967" y="351298"/>
                </a:cubicBezTo>
                <a:cubicBezTo>
                  <a:pt x="1662477" y="405053"/>
                  <a:pt x="1385719" y="694196"/>
                  <a:pt x="1329571" y="743495"/>
                </a:cubicBezTo>
                <a:cubicBezTo>
                  <a:pt x="1310250" y="760459"/>
                  <a:pt x="1296445" y="779561"/>
                  <a:pt x="1298894" y="785943"/>
                </a:cubicBezTo>
                <a:cubicBezTo>
                  <a:pt x="1301343" y="792324"/>
                  <a:pt x="1280127" y="820477"/>
                  <a:pt x="1251748" y="848504"/>
                </a:cubicBezTo>
                <a:cubicBezTo>
                  <a:pt x="1223369" y="876530"/>
                  <a:pt x="1200150" y="903468"/>
                  <a:pt x="1200150" y="908364"/>
                </a:cubicBezTo>
                <a:cubicBezTo>
                  <a:pt x="1200150" y="913261"/>
                  <a:pt x="1246227" y="962743"/>
                  <a:pt x="1302543" y="1018326"/>
                </a:cubicBezTo>
                <a:cubicBezTo>
                  <a:pt x="1441986" y="1155951"/>
                  <a:pt x="1571625" y="1295647"/>
                  <a:pt x="1571625" y="1308282"/>
                </a:cubicBezTo>
                <a:cubicBezTo>
                  <a:pt x="1571625" y="1314013"/>
                  <a:pt x="1541621" y="1288927"/>
                  <a:pt x="1504950" y="1252537"/>
                </a:cubicBezTo>
                <a:cubicBezTo>
                  <a:pt x="1468278" y="1216147"/>
                  <a:pt x="1438275" y="1190169"/>
                  <a:pt x="1438275" y="1194808"/>
                </a:cubicBezTo>
                <a:cubicBezTo>
                  <a:pt x="1438275" y="1199447"/>
                  <a:pt x="1483280" y="1249394"/>
                  <a:pt x="1538287" y="1305801"/>
                </a:cubicBezTo>
                <a:cubicBezTo>
                  <a:pt x="1593294" y="1362209"/>
                  <a:pt x="1638300" y="1415615"/>
                  <a:pt x="1638300" y="1424483"/>
                </a:cubicBezTo>
                <a:cubicBezTo>
                  <a:pt x="1638300" y="1438469"/>
                  <a:pt x="1636089" y="1438874"/>
                  <a:pt x="1621631" y="1427535"/>
                </a:cubicBezTo>
                <a:cubicBezTo>
                  <a:pt x="1606172" y="1415411"/>
                  <a:pt x="1605999" y="1415844"/>
                  <a:pt x="1619250" y="1433512"/>
                </a:cubicBezTo>
                <a:cubicBezTo>
                  <a:pt x="1627108" y="1443990"/>
                  <a:pt x="1636897" y="1455048"/>
                  <a:pt x="1641003" y="1458086"/>
                </a:cubicBezTo>
                <a:cubicBezTo>
                  <a:pt x="1653116" y="1467048"/>
                  <a:pt x="1638107" y="1494202"/>
                  <a:pt x="1617411" y="1500771"/>
                </a:cubicBezTo>
                <a:cubicBezTo>
                  <a:pt x="1606890" y="1504110"/>
                  <a:pt x="1593570" y="1502130"/>
                  <a:pt x="1587811" y="1496371"/>
                </a:cubicBezTo>
                <a:cubicBezTo>
                  <a:pt x="1565379" y="1473939"/>
                  <a:pt x="1561570" y="1487556"/>
                  <a:pt x="1581331" y="1519531"/>
                </a:cubicBezTo>
                <a:cubicBezTo>
                  <a:pt x="1617545" y="1578126"/>
                  <a:pt x="1598722" y="1606060"/>
                  <a:pt x="1525365" y="1602589"/>
                </a:cubicBezTo>
                <a:cubicBezTo>
                  <a:pt x="1515920" y="1602142"/>
                  <a:pt x="1515279" y="1604814"/>
                  <a:pt x="1522983" y="1612518"/>
                </a:cubicBezTo>
                <a:cubicBezTo>
                  <a:pt x="1555922" y="1645457"/>
                  <a:pt x="1503467" y="1685973"/>
                  <a:pt x="1458194" y="1662562"/>
                </a:cubicBezTo>
                <a:cubicBezTo>
                  <a:pt x="1435592" y="1650873"/>
                  <a:pt x="1425137" y="1649919"/>
                  <a:pt x="1411692" y="1658316"/>
                </a:cubicBezTo>
                <a:cubicBezTo>
                  <a:pt x="1372045" y="1683076"/>
                  <a:pt x="1277940" y="1612021"/>
                  <a:pt x="1042519" y="1379568"/>
                </a:cubicBezTo>
                <a:lnTo>
                  <a:pt x="870601" y="1209817"/>
                </a:lnTo>
                <a:lnTo>
                  <a:pt x="828705" y="1252506"/>
                </a:lnTo>
                <a:cubicBezTo>
                  <a:pt x="800062" y="1281691"/>
                  <a:pt x="784565" y="1291563"/>
                  <a:pt x="779714" y="1283713"/>
                </a:cubicBezTo>
                <a:cubicBezTo>
                  <a:pt x="774938" y="1275986"/>
                  <a:pt x="769627" y="1279913"/>
                  <a:pt x="763469" y="1295722"/>
                </a:cubicBezTo>
                <a:cubicBezTo>
                  <a:pt x="753487" y="1321352"/>
                  <a:pt x="685800" y="1390766"/>
                  <a:pt x="685800" y="1375373"/>
                </a:cubicBezTo>
                <a:cubicBezTo>
                  <a:pt x="685800" y="1370154"/>
                  <a:pt x="691157" y="1359783"/>
                  <a:pt x="697706" y="1352326"/>
                </a:cubicBezTo>
                <a:cubicBezTo>
                  <a:pt x="704254" y="1344869"/>
                  <a:pt x="699817" y="1346956"/>
                  <a:pt x="687845" y="1356964"/>
                </a:cubicBezTo>
                <a:cubicBezTo>
                  <a:pt x="675873" y="1366972"/>
                  <a:pt x="668174" y="1380624"/>
                  <a:pt x="670737" y="1387301"/>
                </a:cubicBezTo>
                <a:cubicBezTo>
                  <a:pt x="676089" y="1401250"/>
                  <a:pt x="601489" y="1468848"/>
                  <a:pt x="589155" y="1461225"/>
                </a:cubicBezTo>
                <a:cubicBezTo>
                  <a:pt x="584663" y="1458449"/>
                  <a:pt x="577223" y="1466080"/>
                  <a:pt x="572620" y="1478183"/>
                </a:cubicBezTo>
                <a:cubicBezTo>
                  <a:pt x="555884" y="1522189"/>
                  <a:pt x="366916" y="1679454"/>
                  <a:pt x="319087" y="1689180"/>
                </a:cubicBezTo>
                <a:cubicBezTo>
                  <a:pt x="303371" y="1692376"/>
                  <a:pt x="281940" y="1697223"/>
                  <a:pt x="271462" y="1699951"/>
                </a:cubicBezTo>
                <a:cubicBezTo>
                  <a:pt x="260985" y="1702680"/>
                  <a:pt x="244911" y="1700427"/>
                  <a:pt x="235743" y="1694945"/>
                </a:cubicBezTo>
                <a:close/>
                <a:moveTo>
                  <a:pt x="1162050" y="1435618"/>
                </a:moveTo>
                <a:cubicBezTo>
                  <a:pt x="1162050" y="1434157"/>
                  <a:pt x="1133117" y="1405225"/>
                  <a:pt x="1097756" y="1371324"/>
                </a:cubicBezTo>
                <a:lnTo>
                  <a:pt x="1033462" y="1309687"/>
                </a:lnTo>
                <a:lnTo>
                  <a:pt x="1095099" y="1373981"/>
                </a:lnTo>
                <a:cubicBezTo>
                  <a:pt x="1152351" y="1433700"/>
                  <a:pt x="1162050" y="1442629"/>
                  <a:pt x="1162050" y="1435618"/>
                </a:cubicBezTo>
                <a:close/>
                <a:moveTo>
                  <a:pt x="476250" y="1097142"/>
                </a:moveTo>
                <a:cubicBezTo>
                  <a:pt x="476250" y="1087393"/>
                  <a:pt x="352681" y="1211950"/>
                  <a:pt x="331537" y="1243012"/>
                </a:cubicBezTo>
                <a:cubicBezTo>
                  <a:pt x="320839" y="1258728"/>
                  <a:pt x="349023" y="1233682"/>
                  <a:pt x="394168" y="1187354"/>
                </a:cubicBezTo>
                <a:cubicBezTo>
                  <a:pt x="439313" y="1141027"/>
                  <a:pt x="476250" y="1100431"/>
                  <a:pt x="476250" y="1097142"/>
                </a:cubicBezTo>
                <a:close/>
                <a:moveTo>
                  <a:pt x="1395233" y="697014"/>
                </a:moveTo>
                <a:cubicBezTo>
                  <a:pt x="1447523" y="643697"/>
                  <a:pt x="1494510" y="600075"/>
                  <a:pt x="1499650" y="600075"/>
                </a:cubicBezTo>
                <a:cubicBezTo>
                  <a:pt x="1511857" y="600075"/>
                  <a:pt x="1429927" y="683728"/>
                  <a:pt x="1357312" y="745409"/>
                </a:cubicBezTo>
                <a:cubicBezTo>
                  <a:pt x="1314979" y="781367"/>
                  <a:pt x="1324811" y="768820"/>
                  <a:pt x="1395233" y="697014"/>
                </a:cubicBezTo>
                <a:close/>
                <a:moveTo>
                  <a:pt x="803700" y="568215"/>
                </a:moveTo>
                <a:cubicBezTo>
                  <a:pt x="767668" y="529332"/>
                  <a:pt x="736380" y="499184"/>
                  <a:pt x="734171" y="501219"/>
                </a:cubicBezTo>
                <a:cubicBezTo>
                  <a:pt x="729555" y="505472"/>
                  <a:pt x="860153" y="644478"/>
                  <a:pt x="865613" y="641123"/>
                </a:cubicBezTo>
                <a:cubicBezTo>
                  <a:pt x="867593" y="639906"/>
                  <a:pt x="839733" y="607097"/>
                  <a:pt x="803700" y="568215"/>
                </a:cubicBezTo>
                <a:close/>
                <a:moveTo>
                  <a:pt x="1561533" y="469875"/>
                </a:moveTo>
                <a:cubicBezTo>
                  <a:pt x="1569079" y="463153"/>
                  <a:pt x="1573142" y="455542"/>
                  <a:pt x="1570562" y="452962"/>
                </a:cubicBezTo>
                <a:cubicBezTo>
                  <a:pt x="1567982" y="450382"/>
                  <a:pt x="1527518" y="487654"/>
                  <a:pt x="1480642" y="535789"/>
                </a:cubicBezTo>
                <a:lnTo>
                  <a:pt x="1395412" y="623308"/>
                </a:lnTo>
                <a:lnTo>
                  <a:pt x="1471612" y="552702"/>
                </a:lnTo>
                <a:cubicBezTo>
                  <a:pt x="1513522" y="513869"/>
                  <a:pt x="1553986" y="476596"/>
                  <a:pt x="1561533" y="469875"/>
                </a:cubicBezTo>
                <a:close/>
                <a:moveTo>
                  <a:pt x="1515354" y="584412"/>
                </a:moveTo>
                <a:cubicBezTo>
                  <a:pt x="1523413" y="562859"/>
                  <a:pt x="1695500" y="388954"/>
                  <a:pt x="1705478" y="392280"/>
                </a:cubicBezTo>
                <a:cubicBezTo>
                  <a:pt x="1711219" y="394193"/>
                  <a:pt x="1698876" y="415116"/>
                  <a:pt x="1678051" y="438775"/>
                </a:cubicBezTo>
                <a:cubicBezTo>
                  <a:pt x="1634793" y="487919"/>
                  <a:pt x="1509497" y="600077"/>
                  <a:pt x="1515354" y="584412"/>
                </a:cubicBezTo>
                <a:close/>
                <a:moveTo>
                  <a:pt x="1508092" y="165603"/>
                </a:moveTo>
                <a:cubicBezTo>
                  <a:pt x="1558284" y="118953"/>
                  <a:pt x="1547457" y="115902"/>
                  <a:pt x="1495036" y="161924"/>
                </a:cubicBezTo>
                <a:cubicBezTo>
                  <a:pt x="1471675" y="182432"/>
                  <a:pt x="1456848" y="199279"/>
                  <a:pt x="1462087" y="199361"/>
                </a:cubicBezTo>
                <a:cubicBezTo>
                  <a:pt x="1467326" y="199442"/>
                  <a:pt x="1488028" y="184251"/>
                  <a:pt x="1508092" y="165603"/>
                </a:cubicBezTo>
                <a:close/>
              </a:path>
            </a:pathLst>
          </a:custGeom>
          <a:solidFill>
            <a:srgbClr val="C4AAE8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1238250" y="2571750"/>
            <a:ext cx="7810500" cy="9334500"/>
          </a:xfrm>
          <a:prstGeom prst="rect">
            <a:avLst/>
          </a:prstGeom>
        </p:spPr>
      </p:pic>
      <p:sp>
        <p:nvSpPr>
          <p:cNvPr id="4" name="PHOTO: The treat: your product"/>
          <p:cNvSpPr/>
          <p:nvPr/>
        </p:nvSpPr>
        <p:spPr>
          <a:xfrm rot="-120000">
            <a:off x="1809750" y="3143250"/>
            <a:ext cx="6667500" cy="8191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TREAT" descr="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333375" y="-57150"/>
            <a:ext cx="9620250" cy="4495800"/>
          </a:xfrm>
          <a:prstGeom prst="rect">
            <a:avLst/>
          </a:prstGeom>
        </p:spPr>
      </p:pic>
      <p:pic>
        <p:nvPicPr>
          <p:cNvPr id="6" name="candy" descr="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4575" y="2971800"/>
            <a:ext cx="5276850" cy="4724400"/>
          </a:xfrm>
          <a:prstGeom prst="rect">
            <a:avLst/>
          </a:prstGeom>
        </p:spPr>
      </p:pic>
      <p:sp>
        <p:nvSpPr>
          <p:cNvPr id="7" name="heart"/>
          <p:cNvSpPr/>
          <p:nvPr/>
        </p:nvSpPr>
        <p:spPr>
          <a:xfrm rot="-480000">
            <a:off x="285750" y="8615362"/>
            <a:ext cx="2857500" cy="2771775"/>
          </a:xfrm>
          <a:custGeom>
            <a:avLst/>
            <a:gdLst/>
            <a:ahLst/>
            <a:cxnLst/>
            <a:rect l="0" t="0" r="r" b="b"/>
            <a:pathLst>
              <a:path w="2857500" h="2771775">
                <a:moveTo>
                  <a:pt x="1563683" y="2616520"/>
                </a:moveTo>
                <a:cubicBezTo>
                  <a:pt x="1558032" y="2609711"/>
                  <a:pt x="1531504" y="2598526"/>
                  <a:pt x="1504732" y="2591664"/>
                </a:cubicBezTo>
                <a:cubicBezTo>
                  <a:pt x="1477960" y="2584803"/>
                  <a:pt x="1444554" y="2568502"/>
                  <a:pt x="1430496" y="2555440"/>
                </a:cubicBezTo>
                <a:cubicBezTo>
                  <a:pt x="1416439" y="2542378"/>
                  <a:pt x="1389935" y="2523545"/>
                  <a:pt x="1371600" y="2513589"/>
                </a:cubicBezTo>
                <a:cubicBezTo>
                  <a:pt x="1314330" y="2482492"/>
                  <a:pt x="1108371" y="2348706"/>
                  <a:pt x="1092011" y="2331975"/>
                </a:cubicBezTo>
                <a:cubicBezTo>
                  <a:pt x="1083440" y="2323210"/>
                  <a:pt x="1065034" y="2307076"/>
                  <a:pt x="1051109" y="2296123"/>
                </a:cubicBezTo>
                <a:cubicBezTo>
                  <a:pt x="1013757" y="2266742"/>
                  <a:pt x="1028631" y="2263631"/>
                  <a:pt x="1072103" y="2291733"/>
                </a:cubicBezTo>
                <a:lnTo>
                  <a:pt x="1109662" y="2316012"/>
                </a:lnTo>
                <a:lnTo>
                  <a:pt x="1081087" y="2290809"/>
                </a:lnTo>
                <a:cubicBezTo>
                  <a:pt x="1065371" y="2276947"/>
                  <a:pt x="1007506" y="2233746"/>
                  <a:pt x="952500" y="2194805"/>
                </a:cubicBezTo>
                <a:cubicBezTo>
                  <a:pt x="897493" y="2155865"/>
                  <a:pt x="836414" y="2110920"/>
                  <a:pt x="816768" y="2094927"/>
                </a:cubicBezTo>
                <a:cubicBezTo>
                  <a:pt x="797123" y="2078934"/>
                  <a:pt x="781050" y="2070065"/>
                  <a:pt x="781050" y="2075218"/>
                </a:cubicBezTo>
                <a:cubicBezTo>
                  <a:pt x="781050" y="2080371"/>
                  <a:pt x="796884" y="2097640"/>
                  <a:pt x="816238" y="2113593"/>
                </a:cubicBezTo>
                <a:cubicBezTo>
                  <a:pt x="872339" y="2159836"/>
                  <a:pt x="844268" y="2159763"/>
                  <a:pt x="785882" y="2113513"/>
                </a:cubicBezTo>
                <a:cubicBezTo>
                  <a:pt x="756841" y="2090509"/>
                  <a:pt x="711368" y="2056126"/>
                  <a:pt x="684832" y="2037107"/>
                </a:cubicBezTo>
                <a:cubicBezTo>
                  <a:pt x="658295" y="2018087"/>
                  <a:pt x="585506" y="1954547"/>
                  <a:pt x="523079" y="1895906"/>
                </a:cubicBezTo>
                <a:cubicBezTo>
                  <a:pt x="417713" y="1796931"/>
                  <a:pt x="388697" y="1761600"/>
                  <a:pt x="423862" y="1775094"/>
                </a:cubicBezTo>
                <a:cubicBezTo>
                  <a:pt x="447775" y="1784270"/>
                  <a:pt x="440135" y="1768075"/>
                  <a:pt x="396360" y="1716791"/>
                </a:cubicBezTo>
                <a:cubicBezTo>
                  <a:pt x="373376" y="1689865"/>
                  <a:pt x="345166" y="1652616"/>
                  <a:pt x="333671" y="1634017"/>
                </a:cubicBezTo>
                <a:cubicBezTo>
                  <a:pt x="303222" y="1584750"/>
                  <a:pt x="298928" y="1592608"/>
                  <a:pt x="327937" y="1644510"/>
                </a:cubicBezTo>
                <a:cubicBezTo>
                  <a:pt x="341558" y="1668881"/>
                  <a:pt x="350497" y="1691027"/>
                  <a:pt x="347801" y="1693723"/>
                </a:cubicBezTo>
                <a:cubicBezTo>
                  <a:pt x="345105" y="1696419"/>
                  <a:pt x="341563" y="1696839"/>
                  <a:pt x="339929" y="1694656"/>
                </a:cubicBezTo>
                <a:cubicBezTo>
                  <a:pt x="258040" y="1585266"/>
                  <a:pt x="210661" y="1493193"/>
                  <a:pt x="175137" y="1374415"/>
                </a:cubicBezTo>
                <a:cubicBezTo>
                  <a:pt x="130547" y="1225323"/>
                  <a:pt x="139363" y="1012398"/>
                  <a:pt x="195176" y="890444"/>
                </a:cubicBezTo>
                <a:cubicBezTo>
                  <a:pt x="202405" y="874649"/>
                  <a:pt x="213074" y="849219"/>
                  <a:pt x="218886" y="833933"/>
                </a:cubicBezTo>
                <a:cubicBezTo>
                  <a:pt x="235818" y="789397"/>
                  <a:pt x="312030" y="680073"/>
                  <a:pt x="358630" y="633473"/>
                </a:cubicBezTo>
                <a:cubicBezTo>
                  <a:pt x="401753" y="590350"/>
                  <a:pt x="425859" y="578245"/>
                  <a:pt x="415655" y="604837"/>
                </a:cubicBezTo>
                <a:cubicBezTo>
                  <a:pt x="409479" y="620930"/>
                  <a:pt x="424173" y="624509"/>
                  <a:pt x="433626" y="609214"/>
                </a:cubicBezTo>
                <a:cubicBezTo>
                  <a:pt x="443990" y="592444"/>
                  <a:pt x="509565" y="554552"/>
                  <a:pt x="573008" y="528674"/>
                </a:cubicBezTo>
                <a:cubicBezTo>
                  <a:pt x="635950" y="503000"/>
                  <a:pt x="761999" y="487116"/>
                  <a:pt x="762000" y="504859"/>
                </a:cubicBezTo>
                <a:cubicBezTo>
                  <a:pt x="762000" y="510079"/>
                  <a:pt x="752853" y="514350"/>
                  <a:pt x="741673" y="514350"/>
                </a:cubicBezTo>
                <a:cubicBezTo>
                  <a:pt x="714310" y="514350"/>
                  <a:pt x="645240" y="534396"/>
                  <a:pt x="633412" y="545771"/>
                </a:cubicBezTo>
                <a:cubicBezTo>
                  <a:pt x="627283" y="551664"/>
                  <a:pt x="636773" y="552979"/>
                  <a:pt x="660026" y="549458"/>
                </a:cubicBezTo>
                <a:cubicBezTo>
                  <a:pt x="729533" y="538933"/>
                  <a:pt x="863704" y="568658"/>
                  <a:pt x="975620" y="619377"/>
                </a:cubicBezTo>
                <a:cubicBezTo>
                  <a:pt x="1032865" y="645320"/>
                  <a:pt x="1081626" y="664623"/>
                  <a:pt x="1083976" y="662273"/>
                </a:cubicBezTo>
                <a:cubicBezTo>
                  <a:pt x="1086327" y="659922"/>
                  <a:pt x="1059849" y="639893"/>
                  <a:pt x="1025137" y="617763"/>
                </a:cubicBezTo>
                <a:cubicBezTo>
                  <a:pt x="965442" y="579705"/>
                  <a:pt x="948744" y="561975"/>
                  <a:pt x="972597" y="561974"/>
                </a:cubicBezTo>
                <a:cubicBezTo>
                  <a:pt x="987154" y="561974"/>
                  <a:pt x="1089666" y="617261"/>
                  <a:pt x="1111175" y="636712"/>
                </a:cubicBezTo>
                <a:cubicBezTo>
                  <a:pt x="1212525" y="728363"/>
                  <a:pt x="1276932" y="771472"/>
                  <a:pt x="1204912" y="699452"/>
                </a:cubicBezTo>
                <a:cubicBezTo>
                  <a:pt x="1169276" y="663816"/>
                  <a:pt x="1163175" y="647700"/>
                  <a:pt x="1185319" y="647699"/>
                </a:cubicBezTo>
                <a:cubicBezTo>
                  <a:pt x="1205476" y="647699"/>
                  <a:pt x="1303773" y="741994"/>
                  <a:pt x="1347787" y="803552"/>
                </a:cubicBezTo>
                <a:cubicBezTo>
                  <a:pt x="1368742" y="832860"/>
                  <a:pt x="1388030" y="856716"/>
                  <a:pt x="1390650" y="856566"/>
                </a:cubicBezTo>
                <a:cubicBezTo>
                  <a:pt x="1393269" y="856416"/>
                  <a:pt x="1407375" y="831033"/>
                  <a:pt x="1421996" y="800159"/>
                </a:cubicBezTo>
                <a:cubicBezTo>
                  <a:pt x="1492840" y="650565"/>
                  <a:pt x="1685386" y="419919"/>
                  <a:pt x="1839044" y="300587"/>
                </a:cubicBezTo>
                <a:cubicBezTo>
                  <a:pt x="2070255" y="121026"/>
                  <a:pt x="2346538" y="82845"/>
                  <a:pt x="2512218" y="207559"/>
                </a:cubicBezTo>
                <a:cubicBezTo>
                  <a:pt x="2529244" y="220375"/>
                  <a:pt x="2543175" y="236781"/>
                  <a:pt x="2543175" y="244018"/>
                </a:cubicBezTo>
                <a:cubicBezTo>
                  <a:pt x="2543175" y="261947"/>
                  <a:pt x="2531006" y="260535"/>
                  <a:pt x="2503978" y="239471"/>
                </a:cubicBezTo>
                <a:cubicBezTo>
                  <a:pt x="2469401" y="212524"/>
                  <a:pt x="2419350" y="188840"/>
                  <a:pt x="2419350" y="199425"/>
                </a:cubicBezTo>
                <a:cubicBezTo>
                  <a:pt x="2419349" y="204603"/>
                  <a:pt x="2444657" y="226026"/>
                  <a:pt x="2475589" y="247031"/>
                </a:cubicBezTo>
                <a:cubicBezTo>
                  <a:pt x="2540241" y="290935"/>
                  <a:pt x="2579598" y="335446"/>
                  <a:pt x="2616907" y="406855"/>
                </a:cubicBezTo>
                <a:cubicBezTo>
                  <a:pt x="2631361" y="434520"/>
                  <a:pt x="2646463" y="457164"/>
                  <a:pt x="2650468" y="457177"/>
                </a:cubicBezTo>
                <a:cubicBezTo>
                  <a:pt x="2660177" y="457207"/>
                  <a:pt x="2604335" y="346274"/>
                  <a:pt x="2574934" y="307125"/>
                </a:cubicBezTo>
                <a:cubicBezTo>
                  <a:pt x="2549926" y="273824"/>
                  <a:pt x="2552742" y="247072"/>
                  <a:pt x="2578987" y="268618"/>
                </a:cubicBezTo>
                <a:cubicBezTo>
                  <a:pt x="2610522" y="294507"/>
                  <a:pt x="2649712" y="370178"/>
                  <a:pt x="2679116" y="461957"/>
                </a:cubicBezTo>
                <a:cubicBezTo>
                  <a:pt x="2709196" y="555845"/>
                  <a:pt x="2709624" y="559809"/>
                  <a:pt x="2708935" y="738187"/>
                </a:cubicBezTo>
                <a:cubicBezTo>
                  <a:pt x="2708550" y="837723"/>
                  <a:pt x="2705636" y="936307"/>
                  <a:pt x="2702458" y="957262"/>
                </a:cubicBezTo>
                <a:cubicBezTo>
                  <a:pt x="2699280" y="978217"/>
                  <a:pt x="2694556" y="1008781"/>
                  <a:pt x="2691961" y="1025182"/>
                </a:cubicBezTo>
                <a:cubicBezTo>
                  <a:pt x="2686384" y="1060425"/>
                  <a:pt x="2657609" y="1162695"/>
                  <a:pt x="2649432" y="1176337"/>
                </a:cubicBezTo>
                <a:cubicBezTo>
                  <a:pt x="2646292" y="1181576"/>
                  <a:pt x="2642997" y="1190148"/>
                  <a:pt x="2642110" y="1195387"/>
                </a:cubicBezTo>
                <a:cubicBezTo>
                  <a:pt x="2638226" y="1218330"/>
                  <a:pt x="2578428" y="1386680"/>
                  <a:pt x="2571525" y="1394106"/>
                </a:cubicBezTo>
                <a:cubicBezTo>
                  <a:pt x="2567323" y="1398626"/>
                  <a:pt x="2559537" y="1399638"/>
                  <a:pt x="2554224" y="1396354"/>
                </a:cubicBezTo>
                <a:cubicBezTo>
                  <a:pt x="2548270" y="1392675"/>
                  <a:pt x="2558309" y="1356605"/>
                  <a:pt x="2580390" y="1302335"/>
                </a:cubicBezTo>
                <a:cubicBezTo>
                  <a:pt x="2616535" y="1213503"/>
                  <a:pt x="2663455" y="1050555"/>
                  <a:pt x="2655251" y="1042351"/>
                </a:cubicBezTo>
                <a:cubicBezTo>
                  <a:pt x="2652812" y="1039912"/>
                  <a:pt x="2641183" y="1070365"/>
                  <a:pt x="2629409" y="1110025"/>
                </a:cubicBezTo>
                <a:cubicBezTo>
                  <a:pt x="2538143" y="1417458"/>
                  <a:pt x="2369936" y="1719106"/>
                  <a:pt x="2096019" y="2066563"/>
                </a:cubicBezTo>
                <a:cubicBezTo>
                  <a:pt x="1961340" y="2237400"/>
                  <a:pt x="1886652" y="2324100"/>
                  <a:pt x="1874161" y="2324100"/>
                </a:cubicBezTo>
                <a:cubicBezTo>
                  <a:pt x="1861147" y="2324100"/>
                  <a:pt x="1733566" y="2462385"/>
                  <a:pt x="1733851" y="2476181"/>
                </a:cubicBezTo>
                <a:cubicBezTo>
                  <a:pt x="1734151" y="2490760"/>
                  <a:pt x="1745181" y="2479479"/>
                  <a:pt x="1799033" y="2409514"/>
                </a:cubicBezTo>
                <a:cubicBezTo>
                  <a:pt x="1812432" y="2392108"/>
                  <a:pt x="1827197" y="2382251"/>
                  <a:pt x="1835247" y="2385341"/>
                </a:cubicBezTo>
                <a:cubicBezTo>
                  <a:pt x="1842966" y="2388303"/>
                  <a:pt x="1846261" y="2386386"/>
                  <a:pt x="1842874" y="2380904"/>
                </a:cubicBezTo>
                <a:cubicBezTo>
                  <a:pt x="1839593" y="2375596"/>
                  <a:pt x="1841424" y="2372430"/>
                  <a:pt x="1846942" y="2373870"/>
                </a:cubicBezTo>
                <a:cubicBezTo>
                  <a:pt x="1852461" y="2375309"/>
                  <a:pt x="1888714" y="2345015"/>
                  <a:pt x="1927506" y="2306550"/>
                </a:cubicBezTo>
                <a:cubicBezTo>
                  <a:pt x="1966298" y="2268085"/>
                  <a:pt x="2000731" y="2240973"/>
                  <a:pt x="2004025" y="2246302"/>
                </a:cubicBezTo>
                <a:cubicBezTo>
                  <a:pt x="2016607" y="2266660"/>
                  <a:pt x="1765946" y="2531756"/>
                  <a:pt x="1749584" y="2515394"/>
                </a:cubicBezTo>
                <a:cubicBezTo>
                  <a:pt x="1733022" y="2498832"/>
                  <a:pt x="1706766" y="2503475"/>
                  <a:pt x="1700212" y="2524125"/>
                </a:cubicBezTo>
                <a:cubicBezTo>
                  <a:pt x="1692567" y="2548212"/>
                  <a:pt x="1681805" y="2548069"/>
                  <a:pt x="1641805" y="2523348"/>
                </a:cubicBezTo>
                <a:cubicBezTo>
                  <a:pt x="1624161" y="2512443"/>
                  <a:pt x="1609725" y="2507126"/>
                  <a:pt x="1609725" y="2511531"/>
                </a:cubicBezTo>
                <a:cubicBezTo>
                  <a:pt x="1609725" y="2515937"/>
                  <a:pt x="1619141" y="2525423"/>
                  <a:pt x="1630649" y="2532610"/>
                </a:cubicBezTo>
                <a:lnTo>
                  <a:pt x="1651574" y="2545678"/>
                </a:lnTo>
                <a:lnTo>
                  <a:pt x="1629923" y="2563210"/>
                </a:lnTo>
                <a:cubicBezTo>
                  <a:pt x="1618014" y="2572853"/>
                  <a:pt x="1611171" y="2585433"/>
                  <a:pt x="1614714" y="2591167"/>
                </a:cubicBezTo>
                <a:cubicBezTo>
                  <a:pt x="1618258" y="2596901"/>
                  <a:pt x="1613227" y="2607600"/>
                  <a:pt x="1603535" y="2614943"/>
                </a:cubicBezTo>
                <a:cubicBezTo>
                  <a:pt x="1581422" y="2631695"/>
                  <a:pt x="1576441" y="2631892"/>
                  <a:pt x="1563683" y="2616520"/>
                </a:cubicBezTo>
                <a:close/>
                <a:moveTo>
                  <a:pt x="1745441" y="2407382"/>
                </a:moveTo>
                <a:cubicBezTo>
                  <a:pt x="1753187" y="2395560"/>
                  <a:pt x="1812622" y="2331818"/>
                  <a:pt x="1877520" y="2265733"/>
                </a:cubicBezTo>
                <a:cubicBezTo>
                  <a:pt x="1942418" y="2199647"/>
                  <a:pt x="2018317" y="2116093"/>
                  <a:pt x="2046184" y="2080057"/>
                </a:cubicBezTo>
                <a:cubicBezTo>
                  <a:pt x="2143573" y="1954120"/>
                  <a:pt x="2216937" y="1852580"/>
                  <a:pt x="2213383" y="1848644"/>
                </a:cubicBezTo>
                <a:cubicBezTo>
                  <a:pt x="2208440" y="1843169"/>
                  <a:pt x="2144026" y="1917021"/>
                  <a:pt x="2143459" y="1928812"/>
                </a:cubicBezTo>
                <a:cubicBezTo>
                  <a:pt x="2142786" y="1942811"/>
                  <a:pt x="2067136" y="2028825"/>
                  <a:pt x="2055497" y="2028825"/>
                </a:cubicBezTo>
                <a:cubicBezTo>
                  <a:pt x="2050026" y="2028825"/>
                  <a:pt x="2052456" y="2019180"/>
                  <a:pt x="2060897" y="2007393"/>
                </a:cubicBezTo>
                <a:cubicBezTo>
                  <a:pt x="2099616" y="1953319"/>
                  <a:pt x="2295525" y="1656460"/>
                  <a:pt x="2295525" y="1651864"/>
                </a:cubicBezTo>
                <a:cubicBezTo>
                  <a:pt x="2295525" y="1637718"/>
                  <a:pt x="2272320" y="1665344"/>
                  <a:pt x="2224645" y="1736247"/>
                </a:cubicBezTo>
                <a:cubicBezTo>
                  <a:pt x="2195701" y="1779293"/>
                  <a:pt x="2113813" y="1887378"/>
                  <a:pt x="2042671" y="1976437"/>
                </a:cubicBezTo>
                <a:cubicBezTo>
                  <a:pt x="1971529" y="2065496"/>
                  <a:pt x="1910694" y="2144791"/>
                  <a:pt x="1907483" y="2152650"/>
                </a:cubicBezTo>
                <a:cubicBezTo>
                  <a:pt x="1904271" y="2160508"/>
                  <a:pt x="1879751" y="2192655"/>
                  <a:pt x="1852994" y="2224087"/>
                </a:cubicBezTo>
                <a:cubicBezTo>
                  <a:pt x="1826238" y="2255520"/>
                  <a:pt x="1798109" y="2293582"/>
                  <a:pt x="1790487" y="2308671"/>
                </a:cubicBezTo>
                <a:cubicBezTo>
                  <a:pt x="1782865" y="2323759"/>
                  <a:pt x="1766959" y="2340510"/>
                  <a:pt x="1755142" y="2345894"/>
                </a:cubicBezTo>
                <a:cubicBezTo>
                  <a:pt x="1732346" y="2356280"/>
                  <a:pt x="1693211" y="2413936"/>
                  <a:pt x="1702591" y="2423316"/>
                </a:cubicBezTo>
                <a:cubicBezTo>
                  <a:pt x="1714056" y="2434781"/>
                  <a:pt x="1731816" y="2428177"/>
                  <a:pt x="1745441" y="2407382"/>
                </a:cubicBezTo>
                <a:close/>
                <a:moveTo>
                  <a:pt x="1538287" y="2249113"/>
                </a:moveTo>
                <a:cubicBezTo>
                  <a:pt x="1573709" y="2198847"/>
                  <a:pt x="1620386" y="2150610"/>
                  <a:pt x="1626980" y="2157453"/>
                </a:cubicBezTo>
                <a:cubicBezTo>
                  <a:pt x="1630587" y="2161195"/>
                  <a:pt x="1623893" y="2170741"/>
                  <a:pt x="1612106" y="2178665"/>
                </a:cubicBezTo>
                <a:cubicBezTo>
                  <a:pt x="1585217" y="2196742"/>
                  <a:pt x="1583630" y="2214252"/>
                  <a:pt x="1610355" y="2197974"/>
                </a:cubicBezTo>
                <a:cubicBezTo>
                  <a:pt x="1621180" y="2191381"/>
                  <a:pt x="1657463" y="2149554"/>
                  <a:pt x="1690983" y="2105025"/>
                </a:cubicBezTo>
                <a:cubicBezTo>
                  <a:pt x="1724504" y="2060495"/>
                  <a:pt x="1780351" y="1989772"/>
                  <a:pt x="1815087" y="1947862"/>
                </a:cubicBezTo>
                <a:cubicBezTo>
                  <a:pt x="1849823" y="1905952"/>
                  <a:pt x="1887217" y="1858803"/>
                  <a:pt x="1898185" y="1843087"/>
                </a:cubicBezTo>
                <a:lnTo>
                  <a:pt x="1918126" y="1814512"/>
                </a:lnTo>
                <a:lnTo>
                  <a:pt x="1895991" y="1833562"/>
                </a:lnTo>
                <a:cubicBezTo>
                  <a:pt x="1874545" y="1852018"/>
                  <a:pt x="1794904" y="1945987"/>
                  <a:pt x="1740022" y="2017588"/>
                </a:cubicBezTo>
                <a:cubicBezTo>
                  <a:pt x="1611600" y="2185134"/>
                  <a:pt x="1630720" y="2128299"/>
                  <a:pt x="1776945" y="1907834"/>
                </a:cubicBezTo>
                <a:cubicBezTo>
                  <a:pt x="2040742" y="1510103"/>
                  <a:pt x="2078346" y="1445232"/>
                  <a:pt x="2191874" y="1192031"/>
                </a:cubicBezTo>
                <a:cubicBezTo>
                  <a:pt x="2322889" y="899832"/>
                  <a:pt x="2369532" y="607905"/>
                  <a:pt x="2298661" y="523680"/>
                </a:cubicBezTo>
                <a:cubicBezTo>
                  <a:pt x="2270238" y="489901"/>
                  <a:pt x="2248295" y="488291"/>
                  <a:pt x="2177471" y="514790"/>
                </a:cubicBezTo>
                <a:cubicBezTo>
                  <a:pt x="2062748" y="557713"/>
                  <a:pt x="1900441" y="689547"/>
                  <a:pt x="1796895" y="823912"/>
                </a:cubicBezTo>
                <a:cubicBezTo>
                  <a:pt x="1768612" y="860613"/>
                  <a:pt x="1739612" y="889160"/>
                  <a:pt x="1732387" y="887412"/>
                </a:cubicBezTo>
                <a:cubicBezTo>
                  <a:pt x="1725168" y="885666"/>
                  <a:pt x="1722350" y="887325"/>
                  <a:pt x="1726124" y="891099"/>
                </a:cubicBezTo>
                <a:cubicBezTo>
                  <a:pt x="1729899" y="894874"/>
                  <a:pt x="1725012" y="909161"/>
                  <a:pt x="1715265" y="922849"/>
                </a:cubicBezTo>
                <a:cubicBezTo>
                  <a:pt x="1705518" y="936538"/>
                  <a:pt x="1697326" y="951071"/>
                  <a:pt x="1697060" y="955147"/>
                </a:cubicBezTo>
                <a:cubicBezTo>
                  <a:pt x="1696794" y="959222"/>
                  <a:pt x="1682883" y="991369"/>
                  <a:pt x="1666146" y="1026584"/>
                </a:cubicBezTo>
                <a:cubicBezTo>
                  <a:pt x="1649410" y="1061800"/>
                  <a:pt x="1623618" y="1117401"/>
                  <a:pt x="1608831" y="1150143"/>
                </a:cubicBezTo>
                <a:cubicBezTo>
                  <a:pt x="1570729" y="1234513"/>
                  <a:pt x="1544830" y="1227071"/>
                  <a:pt x="1575683" y="1140618"/>
                </a:cubicBezTo>
                <a:cubicBezTo>
                  <a:pt x="1593994" y="1089308"/>
                  <a:pt x="1580090" y="1096584"/>
                  <a:pt x="1554900" y="1151494"/>
                </a:cubicBezTo>
                <a:cubicBezTo>
                  <a:pt x="1529730" y="1206360"/>
                  <a:pt x="1528979" y="1216686"/>
                  <a:pt x="1547467" y="1253746"/>
                </a:cubicBezTo>
                <a:cubicBezTo>
                  <a:pt x="1561961" y="1282801"/>
                  <a:pt x="1557764" y="1323975"/>
                  <a:pt x="1540307" y="1323975"/>
                </a:cubicBezTo>
                <a:cubicBezTo>
                  <a:pt x="1534782" y="1323975"/>
                  <a:pt x="1522694" y="1330824"/>
                  <a:pt x="1513443" y="1339195"/>
                </a:cubicBezTo>
                <a:cubicBezTo>
                  <a:pt x="1492736" y="1357935"/>
                  <a:pt x="1476425" y="1349651"/>
                  <a:pt x="1483179" y="1323823"/>
                </a:cubicBezTo>
                <a:cubicBezTo>
                  <a:pt x="1487088" y="1308875"/>
                  <a:pt x="1484680" y="1305990"/>
                  <a:pt x="1472268" y="1310753"/>
                </a:cubicBezTo>
                <a:cubicBezTo>
                  <a:pt x="1460776" y="1315163"/>
                  <a:pt x="1457864" y="1323821"/>
                  <a:pt x="1461809" y="1341851"/>
                </a:cubicBezTo>
                <a:cubicBezTo>
                  <a:pt x="1469162" y="1375453"/>
                  <a:pt x="1434531" y="1400513"/>
                  <a:pt x="1411949" y="1377931"/>
                </a:cubicBezTo>
                <a:cubicBezTo>
                  <a:pt x="1400946" y="1366928"/>
                  <a:pt x="1393621" y="1366006"/>
                  <a:pt x="1380803" y="1374011"/>
                </a:cubicBezTo>
                <a:cubicBezTo>
                  <a:pt x="1359317" y="1387429"/>
                  <a:pt x="1293126" y="1331493"/>
                  <a:pt x="1241474" y="1256270"/>
                </a:cubicBezTo>
                <a:cubicBezTo>
                  <a:pt x="1070340" y="1007040"/>
                  <a:pt x="907780" y="868648"/>
                  <a:pt x="766762" y="852137"/>
                </a:cubicBezTo>
                <a:cubicBezTo>
                  <a:pt x="578747" y="830124"/>
                  <a:pt x="464364" y="1132446"/>
                  <a:pt x="562013" y="1393304"/>
                </a:cubicBezTo>
                <a:cubicBezTo>
                  <a:pt x="572253" y="1420657"/>
                  <a:pt x="599978" y="1473041"/>
                  <a:pt x="623626" y="1509712"/>
                </a:cubicBezTo>
                <a:cubicBezTo>
                  <a:pt x="667256" y="1577371"/>
                  <a:pt x="673039" y="1590675"/>
                  <a:pt x="658824" y="1590675"/>
                </a:cubicBezTo>
                <a:cubicBezTo>
                  <a:pt x="649562" y="1590675"/>
                  <a:pt x="573880" y="1491044"/>
                  <a:pt x="559337" y="1459706"/>
                </a:cubicBezTo>
                <a:cubicBezTo>
                  <a:pt x="553867" y="1447919"/>
                  <a:pt x="545551" y="1438275"/>
                  <a:pt x="540856" y="1438275"/>
                </a:cubicBezTo>
                <a:cubicBezTo>
                  <a:pt x="519295" y="1438275"/>
                  <a:pt x="636209" y="1604751"/>
                  <a:pt x="701490" y="1667007"/>
                </a:cubicBezTo>
                <a:lnTo>
                  <a:pt x="746297" y="1709737"/>
                </a:lnTo>
                <a:lnTo>
                  <a:pt x="716048" y="1670266"/>
                </a:lnTo>
                <a:cubicBezTo>
                  <a:pt x="699411" y="1648557"/>
                  <a:pt x="685800" y="1628198"/>
                  <a:pt x="685800" y="1625023"/>
                </a:cubicBezTo>
                <a:cubicBezTo>
                  <a:pt x="685800" y="1609599"/>
                  <a:pt x="707526" y="1626705"/>
                  <a:pt x="795337" y="1711265"/>
                </a:cubicBezTo>
                <a:cubicBezTo>
                  <a:pt x="922821" y="1834030"/>
                  <a:pt x="1226338" y="2075368"/>
                  <a:pt x="1460167" y="2239899"/>
                </a:cubicBezTo>
                <a:cubicBezTo>
                  <a:pt x="1520641" y="2282451"/>
                  <a:pt x="1515242" y="2281814"/>
                  <a:pt x="1538287" y="2249113"/>
                </a:cubicBezTo>
                <a:close/>
                <a:moveTo>
                  <a:pt x="2019300" y="2213234"/>
                </a:moveTo>
                <a:cubicBezTo>
                  <a:pt x="2019300" y="2209884"/>
                  <a:pt x="2043686" y="2176960"/>
                  <a:pt x="2073493" y="2140070"/>
                </a:cubicBezTo>
                <a:cubicBezTo>
                  <a:pt x="2125651" y="2075515"/>
                  <a:pt x="2150651" y="2065290"/>
                  <a:pt x="2120004" y="2121048"/>
                </a:cubicBezTo>
                <a:cubicBezTo>
                  <a:pt x="2089466" y="2176609"/>
                  <a:pt x="2019300" y="2240840"/>
                  <a:pt x="2019300" y="2213234"/>
                </a:cubicBezTo>
                <a:close/>
                <a:moveTo>
                  <a:pt x="1037877" y="2145506"/>
                </a:moveTo>
                <a:cubicBezTo>
                  <a:pt x="1037685" y="2141577"/>
                  <a:pt x="1017326" y="2125590"/>
                  <a:pt x="992633" y="2109981"/>
                </a:cubicBezTo>
                <a:cubicBezTo>
                  <a:pt x="967940" y="2094371"/>
                  <a:pt x="904853" y="2047222"/>
                  <a:pt x="852439" y="2005206"/>
                </a:cubicBezTo>
                <a:cubicBezTo>
                  <a:pt x="800025" y="1963189"/>
                  <a:pt x="735655" y="1913104"/>
                  <a:pt x="709393" y="1893905"/>
                </a:cubicBezTo>
                <a:cubicBezTo>
                  <a:pt x="683132" y="1874706"/>
                  <a:pt x="653557" y="1850060"/>
                  <a:pt x="643671" y="1839136"/>
                </a:cubicBezTo>
                <a:cubicBezTo>
                  <a:pt x="633786" y="1828212"/>
                  <a:pt x="621234" y="1819275"/>
                  <a:pt x="615780" y="1819275"/>
                </a:cubicBezTo>
                <a:cubicBezTo>
                  <a:pt x="587067" y="1819275"/>
                  <a:pt x="783763" y="1986047"/>
                  <a:pt x="936544" y="2091240"/>
                </a:cubicBezTo>
                <a:cubicBezTo>
                  <a:pt x="1023446" y="2151075"/>
                  <a:pt x="1038541" y="2159159"/>
                  <a:pt x="1037877" y="2145506"/>
                </a:cubicBezTo>
                <a:close/>
                <a:moveTo>
                  <a:pt x="2197565" y="1972720"/>
                </a:moveTo>
                <a:cubicBezTo>
                  <a:pt x="2245303" y="1906381"/>
                  <a:pt x="2276881" y="1878267"/>
                  <a:pt x="2276306" y="1902618"/>
                </a:cubicBezTo>
                <a:cubicBezTo>
                  <a:pt x="2275788" y="1924526"/>
                  <a:pt x="2182477" y="2043457"/>
                  <a:pt x="2163656" y="2046199"/>
                </a:cubicBezTo>
                <a:cubicBezTo>
                  <a:pt x="2145354" y="2048865"/>
                  <a:pt x="2149973" y="2038855"/>
                  <a:pt x="2197565" y="1972720"/>
                </a:cubicBezTo>
                <a:close/>
                <a:moveTo>
                  <a:pt x="2295525" y="1842564"/>
                </a:moveTo>
                <a:cubicBezTo>
                  <a:pt x="2295525" y="1834309"/>
                  <a:pt x="2370564" y="1725866"/>
                  <a:pt x="2380545" y="1719697"/>
                </a:cubicBezTo>
                <a:cubicBezTo>
                  <a:pt x="2406607" y="1703590"/>
                  <a:pt x="2395039" y="1738599"/>
                  <a:pt x="2357410" y="1789715"/>
                </a:cubicBezTo>
                <a:cubicBezTo>
                  <a:pt x="2320515" y="1839834"/>
                  <a:pt x="2295525" y="1861175"/>
                  <a:pt x="2295525" y="1842564"/>
                </a:cubicBezTo>
                <a:close/>
                <a:moveTo>
                  <a:pt x="660512" y="1674018"/>
                </a:moveTo>
                <a:cubicBezTo>
                  <a:pt x="644548" y="1656992"/>
                  <a:pt x="611043" y="1613932"/>
                  <a:pt x="586057" y="1578330"/>
                </a:cubicBezTo>
                <a:cubicBezTo>
                  <a:pt x="561070" y="1542727"/>
                  <a:pt x="538587" y="1515637"/>
                  <a:pt x="536095" y="1518129"/>
                </a:cubicBezTo>
                <a:cubicBezTo>
                  <a:pt x="526364" y="1527860"/>
                  <a:pt x="666365" y="1704975"/>
                  <a:pt x="683788" y="1704975"/>
                </a:cubicBezTo>
                <a:cubicBezTo>
                  <a:pt x="686950" y="1704975"/>
                  <a:pt x="676475" y="1691044"/>
                  <a:pt x="660512" y="1674018"/>
                </a:cubicBezTo>
                <a:close/>
                <a:moveTo>
                  <a:pt x="2390775" y="1700626"/>
                </a:moveTo>
                <a:cubicBezTo>
                  <a:pt x="2390775" y="1688799"/>
                  <a:pt x="2428860" y="1620383"/>
                  <a:pt x="2438897" y="1614179"/>
                </a:cubicBezTo>
                <a:cubicBezTo>
                  <a:pt x="2459678" y="1601336"/>
                  <a:pt x="2458933" y="1619139"/>
                  <a:pt x="2437043" y="1658468"/>
                </a:cubicBezTo>
                <a:cubicBezTo>
                  <a:pt x="2417445" y="1693678"/>
                  <a:pt x="2390775" y="1717979"/>
                  <a:pt x="2390775" y="1700626"/>
                </a:cubicBezTo>
                <a:close/>
                <a:moveTo>
                  <a:pt x="2377458" y="1531143"/>
                </a:moveTo>
                <a:cubicBezTo>
                  <a:pt x="2385051" y="1516737"/>
                  <a:pt x="2387939" y="1505131"/>
                  <a:pt x="2383875" y="1505353"/>
                </a:cubicBezTo>
                <a:cubicBezTo>
                  <a:pt x="2374070" y="1505888"/>
                  <a:pt x="2333541" y="1569859"/>
                  <a:pt x="2333927" y="1584191"/>
                </a:cubicBezTo>
                <a:cubicBezTo>
                  <a:pt x="2334280" y="1597277"/>
                  <a:pt x="2357541" y="1568929"/>
                  <a:pt x="2377458" y="1531143"/>
                </a:cubicBezTo>
                <a:close/>
                <a:moveTo>
                  <a:pt x="2495550" y="1499808"/>
                </a:moveTo>
                <a:cubicBezTo>
                  <a:pt x="2495550" y="1486053"/>
                  <a:pt x="2535206" y="1419225"/>
                  <a:pt x="2543368" y="1419225"/>
                </a:cubicBezTo>
                <a:cubicBezTo>
                  <a:pt x="2556726" y="1419225"/>
                  <a:pt x="2554963" y="1432882"/>
                  <a:pt x="2536648" y="1471289"/>
                </a:cubicBezTo>
                <a:cubicBezTo>
                  <a:pt x="2523361" y="1499151"/>
                  <a:pt x="2495550" y="1518450"/>
                  <a:pt x="2495550" y="1499808"/>
                </a:cubicBezTo>
                <a:close/>
                <a:moveTo>
                  <a:pt x="199400" y="1028700"/>
                </a:moveTo>
                <a:cubicBezTo>
                  <a:pt x="211861" y="951594"/>
                  <a:pt x="211949" y="946269"/>
                  <a:pt x="200577" y="957738"/>
                </a:cubicBezTo>
                <a:cubicBezTo>
                  <a:pt x="193084" y="965295"/>
                  <a:pt x="171762" y="1069443"/>
                  <a:pt x="171521" y="1099661"/>
                </a:cubicBezTo>
                <a:cubicBezTo>
                  <a:pt x="171273" y="1130851"/>
                  <a:pt x="191011" y="1080613"/>
                  <a:pt x="199400" y="1028700"/>
                </a:cubicBezTo>
                <a:close/>
                <a:moveTo>
                  <a:pt x="1464523" y="831249"/>
                </a:moveTo>
                <a:cubicBezTo>
                  <a:pt x="1481579" y="796714"/>
                  <a:pt x="1493866" y="766791"/>
                  <a:pt x="1491827" y="764752"/>
                </a:cubicBezTo>
                <a:cubicBezTo>
                  <a:pt x="1486446" y="759371"/>
                  <a:pt x="1433049" y="848648"/>
                  <a:pt x="1426534" y="873918"/>
                </a:cubicBezTo>
                <a:cubicBezTo>
                  <a:pt x="1416312" y="913564"/>
                  <a:pt x="1433283" y="894502"/>
                  <a:pt x="1464523" y="831249"/>
                </a:cubicBezTo>
                <a:close/>
                <a:moveTo>
                  <a:pt x="1561888" y="840581"/>
                </a:moveTo>
                <a:cubicBezTo>
                  <a:pt x="1562004" y="834032"/>
                  <a:pt x="1566386" y="828675"/>
                  <a:pt x="1571625" y="828675"/>
                </a:cubicBezTo>
                <a:cubicBezTo>
                  <a:pt x="1576863" y="828675"/>
                  <a:pt x="1581150" y="824388"/>
                  <a:pt x="1581150" y="819150"/>
                </a:cubicBezTo>
                <a:cubicBezTo>
                  <a:pt x="1581150" y="798886"/>
                  <a:pt x="1565631" y="811185"/>
                  <a:pt x="1548100" y="845343"/>
                </a:cubicBezTo>
                <a:cubicBezTo>
                  <a:pt x="1521165" y="897824"/>
                  <a:pt x="1520206" y="902704"/>
                  <a:pt x="1542011" y="876300"/>
                </a:cubicBezTo>
                <a:cubicBezTo>
                  <a:pt x="1552827" y="863203"/>
                  <a:pt x="1561771" y="847129"/>
                  <a:pt x="1561888" y="840581"/>
                </a:cubicBezTo>
                <a:close/>
                <a:moveTo>
                  <a:pt x="1130231" y="800168"/>
                </a:moveTo>
                <a:cubicBezTo>
                  <a:pt x="1084755" y="746123"/>
                  <a:pt x="932648" y="645326"/>
                  <a:pt x="918268" y="659706"/>
                </a:cubicBezTo>
                <a:cubicBezTo>
                  <a:pt x="915663" y="662311"/>
                  <a:pt x="937183" y="677789"/>
                  <a:pt x="966088" y="694102"/>
                </a:cubicBezTo>
                <a:cubicBezTo>
                  <a:pt x="994994" y="710416"/>
                  <a:pt x="1047205" y="749646"/>
                  <a:pt x="1082111" y="781279"/>
                </a:cubicBezTo>
                <a:cubicBezTo>
                  <a:pt x="1148152" y="841128"/>
                  <a:pt x="1172856" y="850825"/>
                  <a:pt x="1130231" y="800168"/>
                </a:cubicBezTo>
                <a:close/>
                <a:moveTo>
                  <a:pt x="597693" y="681549"/>
                </a:moveTo>
                <a:cubicBezTo>
                  <a:pt x="609480" y="677942"/>
                  <a:pt x="619125" y="671366"/>
                  <a:pt x="619125" y="666935"/>
                </a:cubicBezTo>
                <a:cubicBezTo>
                  <a:pt x="619125" y="651531"/>
                  <a:pt x="564737" y="679539"/>
                  <a:pt x="523003" y="716433"/>
                </a:cubicBezTo>
                <a:lnTo>
                  <a:pt x="481012" y="753555"/>
                </a:lnTo>
                <a:lnTo>
                  <a:pt x="528637" y="720831"/>
                </a:lnTo>
                <a:cubicBezTo>
                  <a:pt x="554831" y="702832"/>
                  <a:pt x="585906" y="685155"/>
                  <a:pt x="597693" y="681549"/>
                </a:cubicBezTo>
                <a:close/>
                <a:moveTo>
                  <a:pt x="2384864" y="582822"/>
                </a:moveTo>
                <a:cubicBezTo>
                  <a:pt x="2381575" y="568737"/>
                  <a:pt x="2372379" y="550783"/>
                  <a:pt x="2364427" y="542925"/>
                </a:cubicBezTo>
                <a:cubicBezTo>
                  <a:pt x="2351546" y="530194"/>
                  <a:pt x="2350783" y="530713"/>
                  <a:pt x="2357432" y="547687"/>
                </a:cubicBezTo>
                <a:cubicBezTo>
                  <a:pt x="2361536" y="558165"/>
                  <a:pt x="2366911" y="578480"/>
                  <a:pt x="2369376" y="592834"/>
                </a:cubicBezTo>
                <a:cubicBezTo>
                  <a:pt x="2371841" y="607187"/>
                  <a:pt x="2377680" y="616568"/>
                  <a:pt x="2382351" y="613681"/>
                </a:cubicBezTo>
                <a:cubicBezTo>
                  <a:pt x="2387023" y="610794"/>
                  <a:pt x="2388153" y="596908"/>
                  <a:pt x="2384864" y="582822"/>
                </a:cubicBezTo>
                <a:close/>
                <a:moveTo>
                  <a:pt x="1019175" y="565125"/>
                </a:moveTo>
                <a:cubicBezTo>
                  <a:pt x="929658" y="517560"/>
                  <a:pt x="889832" y="503537"/>
                  <a:pt x="810414" y="491616"/>
                </a:cubicBezTo>
                <a:cubicBezTo>
                  <a:pt x="736774" y="480563"/>
                  <a:pt x="704691" y="457079"/>
                  <a:pt x="763587" y="457340"/>
                </a:cubicBezTo>
                <a:cubicBezTo>
                  <a:pt x="877824" y="457847"/>
                  <a:pt x="1121473" y="556027"/>
                  <a:pt x="1098946" y="592476"/>
                </a:cubicBezTo>
                <a:cubicBezTo>
                  <a:pt x="1092302" y="603227"/>
                  <a:pt x="1088297" y="601854"/>
                  <a:pt x="1019175" y="565125"/>
                </a:cubicBezTo>
                <a:close/>
                <a:moveTo>
                  <a:pt x="590550" y="496276"/>
                </a:moveTo>
                <a:cubicBezTo>
                  <a:pt x="590550" y="481536"/>
                  <a:pt x="618469" y="469417"/>
                  <a:pt x="670346" y="461638"/>
                </a:cubicBezTo>
                <a:cubicBezTo>
                  <a:pt x="731047" y="452536"/>
                  <a:pt x="728240" y="477305"/>
                  <a:pt x="667392" y="487692"/>
                </a:cubicBezTo>
                <a:cubicBezTo>
                  <a:pt x="644995" y="491516"/>
                  <a:pt x="618543" y="497224"/>
                  <a:pt x="608610" y="500376"/>
                </a:cubicBezTo>
                <a:cubicBezTo>
                  <a:pt x="598677" y="503529"/>
                  <a:pt x="590550" y="501684"/>
                  <a:pt x="590550" y="496276"/>
                </a:cubicBezTo>
                <a:close/>
                <a:moveTo>
                  <a:pt x="1772654" y="416586"/>
                </a:moveTo>
                <a:lnTo>
                  <a:pt x="1803625" y="376237"/>
                </a:lnTo>
                <a:lnTo>
                  <a:pt x="1763825" y="413889"/>
                </a:lnTo>
                <a:cubicBezTo>
                  <a:pt x="1741935" y="434597"/>
                  <a:pt x="1724025" y="455210"/>
                  <a:pt x="1724025" y="459695"/>
                </a:cubicBezTo>
                <a:cubicBezTo>
                  <a:pt x="1724025" y="473269"/>
                  <a:pt x="1740050" y="459063"/>
                  <a:pt x="1772654" y="416586"/>
                </a:cubicBezTo>
                <a:close/>
                <a:moveTo>
                  <a:pt x="1838376" y="364331"/>
                </a:moveTo>
                <a:cubicBezTo>
                  <a:pt x="1838404" y="360402"/>
                  <a:pt x="1861846" y="340267"/>
                  <a:pt x="1890470" y="319587"/>
                </a:cubicBezTo>
                <a:cubicBezTo>
                  <a:pt x="1951390" y="275574"/>
                  <a:pt x="1954232" y="261062"/>
                  <a:pt x="1893763" y="302773"/>
                </a:cubicBezTo>
                <a:cubicBezTo>
                  <a:pt x="1845987" y="335727"/>
                  <a:pt x="1811417" y="371475"/>
                  <a:pt x="1827323" y="371475"/>
                </a:cubicBezTo>
                <a:cubicBezTo>
                  <a:pt x="1833374" y="371475"/>
                  <a:pt x="1838347" y="368260"/>
                  <a:pt x="1838376" y="364331"/>
                </a:cubicBezTo>
                <a:close/>
                <a:moveTo>
                  <a:pt x="2326565" y="351080"/>
                </a:moveTo>
                <a:cubicBezTo>
                  <a:pt x="2320587" y="345102"/>
                  <a:pt x="2292941" y="338853"/>
                  <a:pt x="2265129" y="337194"/>
                </a:cubicBezTo>
                <a:lnTo>
                  <a:pt x="2214562" y="334177"/>
                </a:lnTo>
                <a:lnTo>
                  <a:pt x="2260737" y="342644"/>
                </a:lnTo>
                <a:cubicBezTo>
                  <a:pt x="2286133" y="347301"/>
                  <a:pt x="2309350" y="353550"/>
                  <a:pt x="2312331" y="356531"/>
                </a:cubicBezTo>
                <a:cubicBezTo>
                  <a:pt x="2315311" y="359511"/>
                  <a:pt x="2322179" y="361950"/>
                  <a:pt x="2327592" y="361950"/>
                </a:cubicBezTo>
                <a:cubicBezTo>
                  <a:pt x="2333765" y="361950"/>
                  <a:pt x="2333383" y="357898"/>
                  <a:pt x="2326565" y="351080"/>
                </a:cubicBezTo>
                <a:close/>
              </a:path>
            </a:pathLst>
          </a:custGeom>
          <a:solidFill>
            <a:srgbClr val="C4AAE8"/>
          </a:solidFill>
          <a:ln>
            <a:noFill/>
          </a:ln>
        </p:spPr>
      </p:sp>
      <p:sp>
        <p:nvSpPr>
          <p:cNvPr id="8" name="TEXT: [our 5-minute scrub]"/>
          <p:cNvSpPr/>
          <p:nvPr/>
        </p:nvSpPr>
        <p:spPr>
          <a:xfrm rot="21480000">
            <a:off x="1281112" y="11787188"/>
            <a:ext cx="7724775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[our 5-minute scrub]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proof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doorbell camera" descr="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5750"/>
            <a:ext cx="10287000" cy="1143000"/>
          </a:xfrm>
          <a:prstGeom prst="rect">
            <a:avLst/>
          </a:prstGeom>
        </p:spPr>
      </p:pic>
      <p:sp>
        <p:nvSpPr>
          <p:cNvPr id="5" name="TEXT: the proof:"/>
          <p:cNvSpPr/>
          <p:nvPr/>
        </p:nvSpPr>
        <p:spPr>
          <a:xfrm rot="180000">
            <a:off x="938212" y="1976438"/>
            <a:ext cx="3838575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the proof:</a:t>
            </a:r>
          </a:p>
        </p:txBody>
      </p:sp>
      <p:pic>
        <p:nvPicPr>
          <p:cNvPr id="6" name="sticky note" descr="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40000">
            <a:off x="4400550" y="7381875"/>
            <a:ext cx="4914900" cy="4857750"/>
          </a:xfrm>
          <a:prstGeom prst="rect">
            <a:avLst/>
          </a:prstGeom>
        </p:spPr>
      </p:pic>
      <p:sp>
        <p:nvSpPr>
          <p:cNvPr id="7" name="TEXT: [5-star reviews]"/>
          <p:cNvSpPr/>
          <p:nvPr/>
        </p:nvSpPr>
        <p:spPr>
          <a:xfrm rot="240000">
            <a:off x="5318830" y="9281416"/>
            <a:ext cx="3038475" cy="1628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ctr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[5-star</a:t>
            </a:r>
          </a:p>
          <a:p>
            <a:pPr algn="ctr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reviews]</a:t>
            </a:r>
          </a:p>
        </p:txBody>
      </p:sp>
      <p:sp>
        <p:nvSpPr>
          <p:cNvPr id="8" name="arrow"/>
          <p:cNvSpPr/>
          <p:nvPr/>
        </p:nvSpPr>
        <p:spPr>
          <a:xfrm rot="600000">
            <a:off x="2714625" y="9444037"/>
            <a:ext cx="2571750" cy="923925"/>
          </a:xfrm>
          <a:custGeom>
            <a:avLst/>
            <a:gdLst/>
            <a:ahLst/>
            <a:cxnLst/>
            <a:rect l="0" t="0" r="r" b="b"/>
            <a:pathLst>
              <a:path w="2571750" h="923925">
                <a:moveTo>
                  <a:pt x="1962150" y="819943"/>
                </a:moveTo>
                <a:cubicBezTo>
                  <a:pt x="1962150" y="815141"/>
                  <a:pt x="1967507" y="809050"/>
                  <a:pt x="1974056" y="806408"/>
                </a:cubicBezTo>
                <a:cubicBezTo>
                  <a:pt x="1981045" y="803588"/>
                  <a:pt x="1978939" y="801293"/>
                  <a:pt x="1968958" y="800851"/>
                </a:cubicBezTo>
                <a:cubicBezTo>
                  <a:pt x="1954557" y="800215"/>
                  <a:pt x="1953629" y="796970"/>
                  <a:pt x="1962895" y="779656"/>
                </a:cubicBezTo>
                <a:cubicBezTo>
                  <a:pt x="1972641" y="761445"/>
                  <a:pt x="1971705" y="759770"/>
                  <a:pt x="1954321" y="764316"/>
                </a:cubicBezTo>
                <a:cubicBezTo>
                  <a:pt x="1933562" y="769744"/>
                  <a:pt x="1917570" y="748078"/>
                  <a:pt x="1934578" y="737567"/>
                </a:cubicBezTo>
                <a:cubicBezTo>
                  <a:pt x="1939911" y="734271"/>
                  <a:pt x="1948025" y="721709"/>
                  <a:pt x="1952610" y="709651"/>
                </a:cubicBezTo>
                <a:cubicBezTo>
                  <a:pt x="1960022" y="690154"/>
                  <a:pt x="2026559" y="627994"/>
                  <a:pt x="2124104" y="549438"/>
                </a:cubicBezTo>
                <a:lnTo>
                  <a:pt x="2157412" y="522614"/>
                </a:lnTo>
                <a:lnTo>
                  <a:pt x="1995487" y="527908"/>
                </a:lnTo>
                <a:cubicBezTo>
                  <a:pt x="1906428" y="530820"/>
                  <a:pt x="1670685" y="535427"/>
                  <a:pt x="1471612" y="538147"/>
                </a:cubicBezTo>
                <a:cubicBezTo>
                  <a:pt x="971757" y="544976"/>
                  <a:pt x="721516" y="551687"/>
                  <a:pt x="576262" y="562160"/>
                </a:cubicBezTo>
                <a:cubicBezTo>
                  <a:pt x="377183" y="576513"/>
                  <a:pt x="165013" y="581391"/>
                  <a:pt x="181060" y="571245"/>
                </a:cubicBezTo>
                <a:cubicBezTo>
                  <a:pt x="188871" y="566307"/>
                  <a:pt x="205978" y="561862"/>
                  <a:pt x="219075" y="561368"/>
                </a:cubicBezTo>
                <a:cubicBezTo>
                  <a:pt x="254588" y="560029"/>
                  <a:pt x="231958" y="554731"/>
                  <a:pt x="157162" y="546874"/>
                </a:cubicBezTo>
                <a:lnTo>
                  <a:pt x="90487" y="539869"/>
                </a:lnTo>
                <a:lnTo>
                  <a:pt x="128587" y="527842"/>
                </a:lnTo>
                <a:cubicBezTo>
                  <a:pt x="151574" y="520585"/>
                  <a:pt x="159131" y="515258"/>
                  <a:pt x="147637" y="514412"/>
                </a:cubicBezTo>
                <a:lnTo>
                  <a:pt x="128587" y="513011"/>
                </a:lnTo>
                <a:lnTo>
                  <a:pt x="147637" y="504825"/>
                </a:lnTo>
                <a:cubicBezTo>
                  <a:pt x="163927" y="497825"/>
                  <a:pt x="164272" y="496541"/>
                  <a:pt x="150018" y="495969"/>
                </a:cubicBezTo>
                <a:cubicBezTo>
                  <a:pt x="128423" y="495102"/>
                  <a:pt x="128423" y="478934"/>
                  <a:pt x="150018" y="473290"/>
                </a:cubicBezTo>
                <a:cubicBezTo>
                  <a:pt x="159186" y="470895"/>
                  <a:pt x="150089" y="468437"/>
                  <a:pt x="129802" y="467829"/>
                </a:cubicBezTo>
                <a:cubicBezTo>
                  <a:pt x="98151" y="466881"/>
                  <a:pt x="94599" y="464697"/>
                  <a:pt x="104774" y="452437"/>
                </a:cubicBezTo>
                <a:cubicBezTo>
                  <a:pt x="111296" y="444579"/>
                  <a:pt x="126164" y="438150"/>
                  <a:pt x="137815" y="438150"/>
                </a:cubicBezTo>
                <a:cubicBezTo>
                  <a:pt x="149465" y="438150"/>
                  <a:pt x="171443" y="432176"/>
                  <a:pt x="186655" y="424876"/>
                </a:cubicBezTo>
                <a:cubicBezTo>
                  <a:pt x="239206" y="399654"/>
                  <a:pt x="929676" y="371391"/>
                  <a:pt x="1851944" y="356711"/>
                </a:cubicBezTo>
                <a:cubicBezTo>
                  <a:pt x="2008739" y="354215"/>
                  <a:pt x="2138394" y="350805"/>
                  <a:pt x="2140065" y="349134"/>
                </a:cubicBezTo>
                <a:cubicBezTo>
                  <a:pt x="2141737" y="347462"/>
                  <a:pt x="2122749" y="332805"/>
                  <a:pt x="2097871" y="316562"/>
                </a:cubicBezTo>
                <a:cubicBezTo>
                  <a:pt x="2001590" y="253699"/>
                  <a:pt x="1938357" y="195606"/>
                  <a:pt x="1937908" y="169600"/>
                </a:cubicBezTo>
                <a:cubicBezTo>
                  <a:pt x="1937672" y="155942"/>
                  <a:pt x="1931518" y="137586"/>
                  <a:pt x="1924233" y="128808"/>
                </a:cubicBezTo>
                <a:cubicBezTo>
                  <a:pt x="1909123" y="110601"/>
                  <a:pt x="1923423" y="95343"/>
                  <a:pt x="1951520" y="99693"/>
                </a:cubicBezTo>
                <a:cubicBezTo>
                  <a:pt x="1959986" y="101004"/>
                  <a:pt x="1969667" y="97817"/>
                  <a:pt x="1973033" y="92611"/>
                </a:cubicBezTo>
                <a:cubicBezTo>
                  <a:pt x="1983029" y="77156"/>
                  <a:pt x="2022291" y="92296"/>
                  <a:pt x="2087026" y="136567"/>
                </a:cubicBezTo>
                <a:cubicBezTo>
                  <a:pt x="2120499" y="159459"/>
                  <a:pt x="2214779" y="222750"/>
                  <a:pt x="2296536" y="277213"/>
                </a:cubicBezTo>
                <a:cubicBezTo>
                  <a:pt x="2378293" y="331676"/>
                  <a:pt x="2456961" y="390242"/>
                  <a:pt x="2471354" y="407359"/>
                </a:cubicBezTo>
                <a:cubicBezTo>
                  <a:pt x="2506939" y="449680"/>
                  <a:pt x="2497054" y="463030"/>
                  <a:pt x="2354111" y="565705"/>
                </a:cubicBezTo>
                <a:cubicBezTo>
                  <a:pt x="2291717" y="610522"/>
                  <a:pt x="2194898" y="683738"/>
                  <a:pt x="2138956" y="728407"/>
                </a:cubicBezTo>
                <a:cubicBezTo>
                  <a:pt x="2083014" y="773077"/>
                  <a:pt x="2029173" y="809625"/>
                  <a:pt x="2019309" y="809625"/>
                </a:cubicBezTo>
                <a:cubicBezTo>
                  <a:pt x="2009444" y="809625"/>
                  <a:pt x="1998725" y="813911"/>
                  <a:pt x="1995487" y="819150"/>
                </a:cubicBezTo>
                <a:cubicBezTo>
                  <a:pt x="1988107" y="831090"/>
                  <a:pt x="1962150" y="831708"/>
                  <a:pt x="1962150" y="819943"/>
                </a:cubicBezTo>
                <a:close/>
              </a:path>
            </a:pathLst>
          </a:custGeom>
          <a:solidFill>
            <a:srgbClr val="C4AAE8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candy" descr="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" y="9858375"/>
            <a:ext cx="3162300" cy="2762250"/>
          </a:xfrm>
          <a:prstGeom prst="rect">
            <a:avLst/>
          </a:prstGeom>
        </p:spPr>
      </p:pic>
      <p:pic>
        <p:nvPicPr>
          <p:cNvPr id="4" name="candy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375" y="10496550"/>
            <a:ext cx="3524250" cy="3771900"/>
          </a:xfrm>
          <a:prstGeom prst="rect">
            <a:avLst/>
          </a:prstGeom>
        </p:spPr>
      </p:pic>
      <p:pic>
        <p:nvPicPr>
          <p:cNvPr id="5" name="candy" descr="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8575" y="9258300"/>
            <a:ext cx="5276850" cy="4724400"/>
          </a:xfrm>
          <a:prstGeom prst="rect">
            <a:avLst/>
          </a:prstGeom>
        </p:spPr>
      </p:pic>
      <p:pic>
        <p:nvPicPr>
          <p:cNvPr id="6" name="candy" descr="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0" y="11034712"/>
            <a:ext cx="2667000" cy="3076575"/>
          </a:xfrm>
          <a:prstGeom prst="rect">
            <a:avLst/>
          </a:prstGeom>
        </p:spPr>
      </p:pic>
      <p:pic>
        <p:nvPicPr>
          <p:cNvPr id="7" name="candy" descr="0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0" y="8486775"/>
            <a:ext cx="2171700" cy="3028950"/>
          </a:xfrm>
          <a:prstGeom prst="rect">
            <a:avLst/>
          </a:prstGeom>
        </p:spPr>
      </p:pic>
      <p:pic>
        <p:nvPicPr>
          <p:cNvPr id="8" name="candy" descr="0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9110662"/>
            <a:ext cx="2667000" cy="2352675"/>
          </a:xfrm>
          <a:prstGeom prst="rect">
            <a:avLst/>
          </a:prstGeom>
        </p:spPr>
      </p:pic>
      <p:pic>
        <p:nvPicPr>
          <p:cNvPr id="9" name="COMMENT" descr="0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20000">
            <a:off x="-171450" y="1404938"/>
            <a:ext cx="10629900" cy="3476625"/>
          </a:xfrm>
          <a:prstGeom prst="rect">
            <a:avLst/>
          </a:prstGeom>
        </p:spPr>
      </p:pic>
      <p:sp>
        <p:nvSpPr>
          <p:cNvPr id="10" name="TEXT: [TREAT]"/>
          <p:cNvSpPr/>
          <p:nvPr/>
        </p:nvSpPr>
        <p:spPr>
          <a:xfrm rot="21480000">
            <a:off x="2628900" y="4352925"/>
            <a:ext cx="5029200" cy="1581150"/>
          </a:xfrm>
          <a:prstGeom prst="roundRect">
            <a:avLst>
              <a:gd name="adj" fmla="val 50000"/>
            </a:avLst>
          </a:prstGeom>
          <a:solidFill>
            <a:srgbClr val="C4A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23875" rIns="523875" tIns="209550" bIns="209550"/>
          <a:lstStyle/>
          <a:p>
            <a:pPr algn="ctr">
              <a:lnSpc>
                <a:spcPts val="9150"/>
              </a:lnSpc>
            </a:pPr>
            <a:r>
              <a:rPr b="1" sz="7500">
                <a:solidFill>
                  <a:srgbClr val="161418"/>
                </a:solidFill>
                <a:latin typeface="Montserrat"/>
              </a:rPr>
              <a:t>[TREAT]</a:t>
            </a:r>
          </a:p>
        </p:txBody>
      </p:sp>
      <p:sp>
        <p:nvSpPr>
          <p:cNvPr id="11" name="TEXT: [for something sweet: 15% off]"/>
          <p:cNvSpPr/>
          <p:nvPr/>
        </p:nvSpPr>
        <p:spPr>
          <a:xfrm rot="120000">
            <a:off x="881062" y="6296025"/>
            <a:ext cx="8524875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[for something sweet: 15% off]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