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at your door (or your parcel arriving). Edit [product].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of your parcel on its way (packing, the courier, a tracking screenshot).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a screenshot of your delivery or order message for the phone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No photo. These built-in words stay as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a photo of the unboxing.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photo of your product in use. Edit the tag.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At the door (top of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0668000"/>
          </a:xfrm>
          <a:prstGeom prst="rect">
            <a:avLst/>
          </a:prstGeom>
        </p:spPr>
      </p:pic>
      <p:pic>
        <p:nvPicPr>
          <p:cNvPr id="4" name="concrete (diagonal)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5" name="burst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991100"/>
            <a:ext cx="6096000" cy="11734800"/>
          </a:xfrm>
          <a:prstGeom prst="rect">
            <a:avLst/>
          </a:prstGeom>
        </p:spPr>
      </p:pic>
      <p:pic>
        <p:nvPicPr>
          <p:cNvPr id="6" name="doorbell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6900" y="7962900"/>
            <a:ext cx="3886200" cy="5791200"/>
          </a:xfrm>
          <a:prstGeom prst="rect">
            <a:avLst/>
          </a:prstGeom>
        </p:spPr>
      </p:pic>
      <p:sp>
        <p:nvSpPr>
          <p:cNvPr id="7" name="TEXT: POV: your [product] just arrived"/>
          <p:cNvSpPr/>
          <p:nvPr/>
        </p:nvSpPr>
        <p:spPr>
          <a:xfrm rot="120000">
            <a:off x="628650" y="1166812"/>
            <a:ext cx="5981700" cy="1476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ctr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POV: your [product]</a:t>
            </a:r>
          </a:p>
          <a:p>
            <a:pPr algn="ctr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just arrived</a:t>
            </a:r>
          </a:p>
        </p:txBody>
      </p:sp>
      <p:pic>
        <p:nvPicPr>
          <p:cNvPr id="8" name="it's here" descr="0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20000">
            <a:off x="1243012" y="2728912"/>
            <a:ext cx="7419975" cy="2162175"/>
          </a:xfrm>
          <a:prstGeom prst="rect">
            <a:avLst/>
          </a:prstGeom>
        </p:spPr>
      </p:pic>
      <p:sp>
        <p:nvSpPr>
          <p:cNvPr id="9" name="TEXT: ding dong!"/>
          <p:cNvSpPr/>
          <p:nvPr/>
        </p:nvSpPr>
        <p:spPr>
          <a:xfrm rot="360000">
            <a:off x="1343025" y="10906125"/>
            <a:ext cx="3600450" cy="857250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FFFFFF"/>
                </a:solidFill>
                <a:latin typeface="Montserrat"/>
              </a:rPr>
              <a:t>ding dong!</a:t>
            </a:r>
          </a:p>
        </p:txBody>
      </p:sp>
      <p:sp>
        <p:nvSpPr>
          <p:cNvPr id="10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iler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1562100" y="4305300"/>
            <a:ext cx="7162800" cy="7772400"/>
          </a:xfrm>
          <a:prstGeom prst="rect">
            <a:avLst/>
          </a:prstGeom>
        </p:spPr>
      </p:pic>
      <p:pic>
        <p:nvPicPr>
          <p:cNvPr id="4" name="packing peanut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54" y="4592759"/>
            <a:ext cx="1238250" cy="971550"/>
          </a:xfrm>
          <a:prstGeom prst="rect">
            <a:avLst/>
          </a:prstGeom>
        </p:spPr>
      </p:pic>
      <p:pic>
        <p:nvPicPr>
          <p:cNvPr id="5" name="packing peanut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600000">
            <a:off x="2661390" y="2682528"/>
            <a:ext cx="1238250" cy="971550"/>
          </a:xfrm>
          <a:prstGeom prst="rect">
            <a:avLst/>
          </a:prstGeom>
        </p:spPr>
      </p:pic>
      <p:pic>
        <p:nvPicPr>
          <p:cNvPr id="6" name="packing peanut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600000">
            <a:off x="6338986" y="3187950"/>
            <a:ext cx="1238250" cy="971550"/>
          </a:xfrm>
          <a:prstGeom prst="rect">
            <a:avLst/>
          </a:prstGeom>
        </p:spPr>
      </p:pic>
      <p:pic>
        <p:nvPicPr>
          <p:cNvPr id="7" name="packing peanut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600000">
            <a:off x="8453093" y="4606957"/>
            <a:ext cx="1238250" cy="971550"/>
          </a:xfrm>
          <a:prstGeom prst="rect">
            <a:avLst/>
          </a:prstGeom>
        </p:spPr>
      </p:pic>
      <p:pic>
        <p:nvPicPr>
          <p:cNvPr id="8" name="packing peanut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600000">
            <a:off x="8437194" y="7963602"/>
            <a:ext cx="1238250" cy="971550"/>
          </a:xfrm>
          <a:prstGeom prst="rect">
            <a:avLst/>
          </a:prstGeom>
        </p:spPr>
      </p:pic>
      <p:pic>
        <p:nvPicPr>
          <p:cNvPr id="9" name="packing peanut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600000">
            <a:off x="1014773" y="8864590"/>
            <a:ext cx="1238250" cy="971550"/>
          </a:xfrm>
          <a:prstGeom prst="rect">
            <a:avLst/>
          </a:prstGeom>
        </p:spPr>
      </p:pic>
      <p:sp>
        <p:nvSpPr>
          <p:cNvPr id="10" name="TEXT: [still waiting for yours?]"/>
          <p:cNvSpPr/>
          <p:nvPr/>
        </p:nvSpPr>
        <p:spPr>
          <a:xfrm rot="120000">
            <a:off x="2881312" y="1042988"/>
            <a:ext cx="6048375" cy="2295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0030" rIns="240030" tIns="102870" bIns="102870"/>
          <a:lstStyle/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[still waiting</a:t>
            </a:r>
          </a:p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for yours?]</a:t>
            </a:r>
          </a:p>
        </p:txBody>
      </p:sp>
      <p:sp>
        <p:nvSpPr>
          <p:cNvPr id="11" name="TEXT: [it's on the way]"/>
          <p:cNvSpPr/>
          <p:nvPr/>
        </p:nvSpPr>
        <p:spPr>
          <a:xfrm rot="120000">
            <a:off x="695325" y="12239625"/>
            <a:ext cx="527685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[it's on the way]</a:t>
            </a:r>
          </a:p>
        </p:txBody>
      </p:sp>
      <p:pic>
        <p:nvPicPr>
          <p:cNvPr id="12" name="arrow" descr="0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238875" y="1236821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ilbox" descr="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571750"/>
            <a:ext cx="8001000" cy="12001500"/>
          </a:xfrm>
          <a:prstGeom prst="rect">
            <a:avLst/>
          </a:prstGeom>
        </p:spPr>
      </p:pic>
      <p:pic>
        <p:nvPicPr>
          <p:cNvPr id="4" name="PHOTO: Out for delivery" descr="0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0325" y="5181600"/>
            <a:ext cx="5086350" cy="6819900"/>
          </a:xfrm>
          <a:prstGeom prst="round2SameRect">
            <a:avLst>
              <a:gd name="adj1" fmla="val 50000"/>
            </a:avLst>
          </a:prstGeom>
        </p:spPr>
      </p:pic>
      <p:sp>
        <p:nvSpPr>
          <p:cNvPr id="5" name="TEXT: [out for delivery...]"/>
          <p:cNvSpPr/>
          <p:nvPr/>
        </p:nvSpPr>
        <p:spPr>
          <a:xfrm rot="120000">
            <a:off x="1428750" y="1557338"/>
            <a:ext cx="7429500" cy="1076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[out for delivery...]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ne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2152650" y="2033588"/>
            <a:ext cx="6362700" cy="11553825"/>
          </a:xfrm>
          <a:prstGeom prst="rect">
            <a:avLst/>
          </a:prstGeom>
        </p:spPr>
      </p:pic>
      <p:pic>
        <p:nvPicPr>
          <p:cNvPr id="4" name="PHOTO: Delivery screenshot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3095625" y="2938462"/>
            <a:ext cx="4467225" cy="9744075"/>
          </a:xfrm>
          <a:prstGeom prst="rect">
            <a:avLst/>
          </a:prstGeom>
        </p:spPr>
      </p:pic>
      <p:sp>
        <p:nvSpPr>
          <p:cNvPr id="5" name="TEXT: [delivered!]"/>
          <p:cNvSpPr/>
          <p:nvPr/>
        </p:nvSpPr>
        <p:spPr>
          <a:xfrm rot="180000">
            <a:off x="442912" y="1581150"/>
            <a:ext cx="5400675" cy="12192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34696" rIns="234696" tIns="100584" bIns="100584"/>
          <a:lstStyle/>
          <a:p>
            <a:pPr algn="ctr">
              <a:lnSpc>
                <a:spcPts val="8052"/>
              </a:lnSpc>
            </a:pPr>
            <a:r>
              <a:rPr b="1" sz="6600">
                <a:solidFill>
                  <a:srgbClr val="181716"/>
                </a:solidFill>
                <a:latin typeface="Montserrat"/>
              </a:rPr>
              <a:t>[delivered!]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he wait" descr="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95350" y="4576762"/>
            <a:ext cx="8496300" cy="2276475"/>
          </a:xfrm>
          <a:prstGeom prst="rect">
            <a:avLst/>
          </a:prstGeom>
        </p:spPr>
      </p:pic>
      <p:pic>
        <p:nvPicPr>
          <p:cNvPr id="4" name="is over" descr="0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552575" y="6800850"/>
            <a:ext cx="7562850" cy="2400300"/>
          </a:xfrm>
          <a:prstGeom prst="rect">
            <a:avLst/>
          </a:prstGeom>
        </p:spPr>
      </p:pic>
      <p:pic>
        <p:nvPicPr>
          <p:cNvPr id="5" name="sparkle" descr="0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0" y="3028950"/>
            <a:ext cx="1333500" cy="1562100"/>
          </a:xfrm>
          <a:prstGeom prst="rect">
            <a:avLst/>
          </a:prstGeom>
        </p:spPr>
      </p:pic>
      <p:pic>
        <p:nvPicPr>
          <p:cNvPr id="6" name="sparkle" descr="0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3500" y="9372600"/>
            <a:ext cx="952500" cy="1257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tissue" descr="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90550" y="2495550"/>
            <a:ext cx="9105900" cy="10629900"/>
          </a:xfrm>
          <a:prstGeom prst="rect">
            <a:avLst/>
          </a:prstGeom>
        </p:spPr>
      </p:pic>
      <p:pic>
        <p:nvPicPr>
          <p:cNvPr id="4" name="PHOTO: The unboxing" descr="0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1238250" y="3143250"/>
            <a:ext cx="7810500" cy="9334500"/>
          </a:xfrm>
          <a:prstGeom prst="rect">
            <a:avLst/>
          </a:prstGeom>
        </p:spPr>
      </p:pic>
      <p:pic>
        <p:nvPicPr>
          <p:cNvPr id="5" name="packing peanut" descr="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00000">
            <a:off x="1095375" y="2371725"/>
            <a:ext cx="1238250" cy="971550"/>
          </a:xfrm>
          <a:prstGeom prst="rect">
            <a:avLst/>
          </a:prstGeom>
        </p:spPr>
      </p:pic>
      <p:pic>
        <p:nvPicPr>
          <p:cNvPr id="6" name="packing peanut" descr="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0">
            <a:off x="7953375" y="11896725"/>
            <a:ext cx="1238250" cy="971550"/>
          </a:xfrm>
          <a:prstGeom prst="rect">
            <a:avLst/>
          </a:prstGeom>
        </p:spPr>
      </p:pic>
      <p:sp>
        <p:nvSpPr>
          <p:cNvPr id="7" name="TEXT: [what's inside?]"/>
          <p:cNvSpPr/>
          <p:nvPr/>
        </p:nvSpPr>
        <p:spPr>
          <a:xfrm rot="180000">
            <a:off x="333375" y="1543050"/>
            <a:ext cx="6572250" cy="1104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[what's inside?]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In use (fills the page)" descr="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kraft tag" descr="0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20000">
            <a:off x="4705350" y="2024062"/>
            <a:ext cx="6400800" cy="12715875"/>
          </a:xfrm>
          <a:prstGeom prst="rect">
            <a:avLst/>
          </a:prstGeom>
        </p:spPr>
      </p:pic>
      <p:sp>
        <p:nvSpPr>
          <p:cNvPr id="5" name="TEXT: [packed with love + a little surprise]"/>
          <p:cNvSpPr/>
          <p:nvPr/>
        </p:nvSpPr>
        <p:spPr>
          <a:xfrm rot="21120000">
            <a:off x="6401392" y="9010210"/>
            <a:ext cx="3648075" cy="19240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l">
              <a:lnSpc>
                <a:spcPts val="4758"/>
              </a:lnSpc>
            </a:pPr>
            <a:r>
              <a:rPr b="1" sz="3900">
                <a:solidFill>
                  <a:srgbClr val="181716"/>
                </a:solidFill>
                <a:latin typeface="Montserrat"/>
              </a:rPr>
              <a:t>[packed with</a:t>
            </a:r>
          </a:p>
          <a:p>
            <a:pPr algn="l">
              <a:lnSpc>
                <a:spcPts val="4758"/>
              </a:lnSpc>
            </a:pPr>
            <a:r>
              <a:rPr b="1" sz="3900">
                <a:solidFill>
                  <a:srgbClr val="181716"/>
                </a:solidFill>
                <a:latin typeface="Montserrat"/>
              </a:rPr>
              <a:t>love + a little</a:t>
            </a:r>
          </a:p>
          <a:p>
            <a:pPr algn="l">
              <a:lnSpc>
                <a:spcPts val="4758"/>
              </a:lnSpc>
            </a:pPr>
            <a:r>
              <a:rPr b="1" sz="3900">
                <a:solidFill>
                  <a:srgbClr val="181716"/>
                </a:solidFill>
                <a:latin typeface="Montserrat"/>
              </a:rPr>
              <a:t>surprise]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iler" descr="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323850" y="4086225"/>
            <a:ext cx="9639300" cy="10496550"/>
          </a:xfrm>
          <a:prstGeom prst="rect">
            <a:avLst/>
          </a:prstGeom>
        </p:spPr>
      </p:pic>
      <p:pic>
        <p:nvPicPr>
          <p:cNvPr id="4" name="PHOTO: Your product (in the mailer)" descr="0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2133255" y="6693912"/>
            <a:ext cx="6000750" cy="5657850"/>
          </a:xfrm>
          <a:prstGeom prst="rect">
            <a:avLst/>
          </a:prstGeom>
        </p:spPr>
      </p:pic>
      <p:pic>
        <p:nvPicPr>
          <p:cNvPr id="5" name="wax seal" descr="0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6950" y="10448925"/>
            <a:ext cx="3657600" cy="3676650"/>
          </a:xfrm>
          <a:prstGeom prst="rect">
            <a:avLst/>
          </a:prstGeom>
        </p:spPr>
      </p:pic>
      <p:pic>
        <p:nvPicPr>
          <p:cNvPr id="6" name="get yours" descr="03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957262" y="1123950"/>
            <a:ext cx="8372475" cy="2324100"/>
          </a:xfrm>
          <a:prstGeom prst="rect">
            <a:avLst/>
          </a:prstGeom>
        </p:spPr>
      </p:pic>
      <p:sp>
        <p:nvSpPr>
          <p:cNvPr id="7" name="TEXT: comment &quot;[KEYWORD]&quot;"/>
          <p:cNvSpPr/>
          <p:nvPr/>
        </p:nvSpPr>
        <p:spPr>
          <a:xfrm rot="21480000">
            <a:off x="681038" y="3500438"/>
            <a:ext cx="8924925" cy="1000125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FFFFFF"/>
                </a:solidFill>
                <a:latin typeface="Montserrat"/>
              </a:rPr>
              <a:t>comment 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