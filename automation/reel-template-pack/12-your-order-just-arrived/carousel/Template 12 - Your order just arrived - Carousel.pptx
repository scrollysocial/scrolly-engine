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at your door (or your parcel arriving). Edit [product].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your parcel on its way (packing, the courier, a tracking screenshot).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screenshot of your delivery or order message for the phone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No photo. These built-in words stay as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a photo of the unboxing.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 in use. Edit the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At the door (top of the page)"/>
          <p:cNvSpPr/>
          <p:nvPr/>
        </p:nvSpPr>
        <p:spPr>
          <a:xfrm rot="0">
            <a:off x="0" y="0"/>
            <a:ext cx="10287000" cy="10668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concrete (diagonal)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5" name="burst"/>
          <p:cNvSpPr/>
          <p:nvPr/>
        </p:nvSpPr>
        <p:spPr>
          <a:xfrm rot="0">
            <a:off x="4572000" y="4991100"/>
            <a:ext cx="6096000" cy="11734800"/>
          </a:xfrm>
          <a:custGeom>
            <a:avLst/>
            <a:gdLst/>
            <a:ahLst/>
            <a:cxnLst/>
            <a:rect l="0" t="0" r="r" b="b"/>
            <a:pathLst>
              <a:path w="6096000" h="11734800">
                <a:moveTo>
                  <a:pt x="2900362" y="11715750"/>
                </a:moveTo>
                <a:cubicBezTo>
                  <a:pt x="2897037" y="11705272"/>
                  <a:pt x="2886756" y="11696700"/>
                  <a:pt x="2877517" y="11696700"/>
                </a:cubicBezTo>
                <a:cubicBezTo>
                  <a:pt x="2868278" y="11696700"/>
                  <a:pt x="2855932" y="11687055"/>
                  <a:pt x="2850081" y="11675268"/>
                </a:cubicBezTo>
                <a:cubicBezTo>
                  <a:pt x="2825827" y="11626402"/>
                  <a:pt x="2814546" y="11386361"/>
                  <a:pt x="2827811" y="11201400"/>
                </a:cubicBezTo>
                <a:cubicBezTo>
                  <a:pt x="2833635" y="11120199"/>
                  <a:pt x="2840740" y="11004470"/>
                  <a:pt x="2843601" y="10944225"/>
                </a:cubicBezTo>
                <a:cubicBezTo>
                  <a:pt x="2846461" y="10883979"/>
                  <a:pt x="2851217" y="10804683"/>
                  <a:pt x="2854169" y="10768012"/>
                </a:cubicBezTo>
                <a:cubicBezTo>
                  <a:pt x="2857122" y="10731341"/>
                  <a:pt x="2863023" y="10630387"/>
                  <a:pt x="2867284" y="10543670"/>
                </a:cubicBezTo>
                <a:cubicBezTo>
                  <a:pt x="2871545" y="10456953"/>
                  <a:pt x="2879425" y="10360512"/>
                  <a:pt x="2884795" y="10329357"/>
                </a:cubicBezTo>
                <a:cubicBezTo>
                  <a:pt x="2890166" y="10298202"/>
                  <a:pt x="2897243" y="10246235"/>
                  <a:pt x="2900522" y="10213873"/>
                </a:cubicBezTo>
                <a:cubicBezTo>
                  <a:pt x="2919719" y="10024414"/>
                  <a:pt x="2964471" y="9987440"/>
                  <a:pt x="2993693" y="10136897"/>
                </a:cubicBezTo>
                <a:cubicBezTo>
                  <a:pt x="3049591" y="10422793"/>
                  <a:pt x="3086372" y="11376876"/>
                  <a:pt x="3050624" y="11613663"/>
                </a:cubicBezTo>
                <a:cubicBezTo>
                  <a:pt x="3040781" y="11678857"/>
                  <a:pt x="3016994" y="11720510"/>
                  <a:pt x="2994528" y="11711889"/>
                </a:cubicBezTo>
                <a:cubicBezTo>
                  <a:pt x="2988032" y="11709396"/>
                  <a:pt x="2977593" y="11713531"/>
                  <a:pt x="2971330" y="11721078"/>
                </a:cubicBezTo>
                <a:cubicBezTo>
                  <a:pt x="2953903" y="11742076"/>
                  <a:pt x="2907615" y="11738601"/>
                  <a:pt x="2900362" y="11715750"/>
                </a:cubicBezTo>
                <a:close/>
                <a:moveTo>
                  <a:pt x="1272376" y="11297927"/>
                </a:moveTo>
                <a:cubicBezTo>
                  <a:pt x="1269573" y="11293391"/>
                  <a:pt x="1256437" y="11291752"/>
                  <a:pt x="1243185" y="11294285"/>
                </a:cubicBezTo>
                <a:cubicBezTo>
                  <a:pt x="1211731" y="11300298"/>
                  <a:pt x="1187924" y="11280111"/>
                  <a:pt x="1193300" y="11251985"/>
                </a:cubicBezTo>
                <a:cubicBezTo>
                  <a:pt x="1196067" y="11237510"/>
                  <a:pt x="1192966" y="11229975"/>
                  <a:pt x="1184242" y="11229975"/>
                </a:cubicBezTo>
                <a:cubicBezTo>
                  <a:pt x="1161627" y="11229975"/>
                  <a:pt x="1159517" y="11203861"/>
                  <a:pt x="1179082" y="11166114"/>
                </a:cubicBezTo>
                <a:cubicBezTo>
                  <a:pt x="1189389" y="11146230"/>
                  <a:pt x="1202122" y="11119246"/>
                  <a:pt x="1207379" y="11106150"/>
                </a:cubicBezTo>
                <a:cubicBezTo>
                  <a:pt x="1218579" y="11078247"/>
                  <a:pt x="1305745" y="10959599"/>
                  <a:pt x="1413808" y="10825162"/>
                </a:cubicBezTo>
                <a:cubicBezTo>
                  <a:pt x="1493883" y="10725544"/>
                  <a:pt x="1761113" y="10409540"/>
                  <a:pt x="1772249" y="10401300"/>
                </a:cubicBezTo>
                <a:cubicBezTo>
                  <a:pt x="1775788" y="10398680"/>
                  <a:pt x="1804306" y="10364390"/>
                  <a:pt x="1835622" y="10325100"/>
                </a:cubicBezTo>
                <a:cubicBezTo>
                  <a:pt x="2022823" y="10090226"/>
                  <a:pt x="2288964" y="9828608"/>
                  <a:pt x="2314347" y="9854510"/>
                </a:cubicBezTo>
                <a:cubicBezTo>
                  <a:pt x="2331051" y="9871555"/>
                  <a:pt x="2206077" y="10097784"/>
                  <a:pt x="2054384" y="10325100"/>
                </a:cubicBezTo>
                <a:cubicBezTo>
                  <a:pt x="1993846" y="10415817"/>
                  <a:pt x="1947106" y="10487229"/>
                  <a:pt x="1848655" y="10639425"/>
                </a:cubicBezTo>
                <a:cubicBezTo>
                  <a:pt x="1830017" y="10668238"/>
                  <a:pt x="1784831" y="10732531"/>
                  <a:pt x="1748243" y="10782300"/>
                </a:cubicBezTo>
                <a:cubicBezTo>
                  <a:pt x="1711654" y="10832068"/>
                  <a:pt x="1668734" y="10890613"/>
                  <a:pt x="1652865" y="10912401"/>
                </a:cubicBezTo>
                <a:cubicBezTo>
                  <a:pt x="1619824" y="10957764"/>
                  <a:pt x="1504377" y="11107505"/>
                  <a:pt x="1448991" y="11176838"/>
                </a:cubicBezTo>
                <a:cubicBezTo>
                  <a:pt x="1428395" y="11202619"/>
                  <a:pt x="1400414" y="11229545"/>
                  <a:pt x="1386809" y="11236673"/>
                </a:cubicBezTo>
                <a:cubicBezTo>
                  <a:pt x="1373205" y="11243801"/>
                  <a:pt x="1362075" y="11253433"/>
                  <a:pt x="1362075" y="11258077"/>
                </a:cubicBezTo>
                <a:cubicBezTo>
                  <a:pt x="1362075" y="11267867"/>
                  <a:pt x="1302833" y="11306175"/>
                  <a:pt x="1287694" y="11306175"/>
                </a:cubicBezTo>
                <a:cubicBezTo>
                  <a:pt x="1282073" y="11306175"/>
                  <a:pt x="1275180" y="11302463"/>
                  <a:pt x="1272376" y="11297927"/>
                </a:cubicBezTo>
                <a:close/>
                <a:moveTo>
                  <a:pt x="4486275" y="11215830"/>
                </a:moveTo>
                <a:cubicBezTo>
                  <a:pt x="4465312" y="11208365"/>
                  <a:pt x="4445866" y="11191669"/>
                  <a:pt x="4433887" y="11170851"/>
                </a:cubicBezTo>
                <a:cubicBezTo>
                  <a:pt x="4423410" y="11152642"/>
                  <a:pt x="4409988" y="11139395"/>
                  <a:pt x="4404061" y="11141414"/>
                </a:cubicBezTo>
                <a:cubicBezTo>
                  <a:pt x="4387415" y="11147083"/>
                  <a:pt x="4326513" y="11063755"/>
                  <a:pt x="4131156" y="10768012"/>
                </a:cubicBezTo>
                <a:cubicBezTo>
                  <a:pt x="4089630" y="10705147"/>
                  <a:pt x="4043244" y="10635866"/>
                  <a:pt x="4028076" y="10614055"/>
                </a:cubicBezTo>
                <a:cubicBezTo>
                  <a:pt x="4012909" y="10592243"/>
                  <a:pt x="4000500" y="10571903"/>
                  <a:pt x="4000500" y="10568855"/>
                </a:cubicBezTo>
                <a:cubicBezTo>
                  <a:pt x="4000500" y="10565806"/>
                  <a:pt x="3967096" y="10510786"/>
                  <a:pt x="3926269" y="10446587"/>
                </a:cubicBezTo>
                <a:cubicBezTo>
                  <a:pt x="3801352" y="10250158"/>
                  <a:pt x="3746220" y="10160485"/>
                  <a:pt x="3720431" y="10111787"/>
                </a:cubicBezTo>
                <a:cubicBezTo>
                  <a:pt x="3706850" y="10086143"/>
                  <a:pt x="3690459" y="10058799"/>
                  <a:pt x="3684005" y="10051024"/>
                </a:cubicBezTo>
                <a:cubicBezTo>
                  <a:pt x="3658278" y="10020023"/>
                  <a:pt x="3592747" y="9874234"/>
                  <a:pt x="3598178" y="9860080"/>
                </a:cubicBezTo>
                <a:cubicBezTo>
                  <a:pt x="3611848" y="9824458"/>
                  <a:pt x="4014437" y="10294166"/>
                  <a:pt x="4160028" y="10515600"/>
                </a:cubicBezTo>
                <a:cubicBezTo>
                  <a:pt x="4178972" y="10544413"/>
                  <a:pt x="4238887" y="10629589"/>
                  <a:pt x="4293173" y="10704881"/>
                </a:cubicBezTo>
                <a:cubicBezTo>
                  <a:pt x="4386055" y="10833704"/>
                  <a:pt x="4416315" y="10893298"/>
                  <a:pt x="4351629" y="10820004"/>
                </a:cubicBezTo>
                <a:cubicBezTo>
                  <a:pt x="4307063" y="10769507"/>
                  <a:pt x="4336843" y="10822152"/>
                  <a:pt x="4389122" y="10886285"/>
                </a:cubicBezTo>
                <a:cubicBezTo>
                  <a:pt x="4412964" y="10915533"/>
                  <a:pt x="4437908" y="10938257"/>
                  <a:pt x="4444554" y="10936785"/>
                </a:cubicBezTo>
                <a:cubicBezTo>
                  <a:pt x="4458861" y="10933616"/>
                  <a:pt x="4531614" y="11028205"/>
                  <a:pt x="4531088" y="11049293"/>
                </a:cubicBezTo>
                <a:cubicBezTo>
                  <a:pt x="4530888" y="11057313"/>
                  <a:pt x="4538635" y="11075948"/>
                  <a:pt x="4548304" y="11090704"/>
                </a:cubicBezTo>
                <a:cubicBezTo>
                  <a:pt x="4575490" y="11132194"/>
                  <a:pt x="4576896" y="11180672"/>
                  <a:pt x="4551693" y="11207499"/>
                </a:cubicBezTo>
                <a:cubicBezTo>
                  <a:pt x="4540080" y="11219861"/>
                  <a:pt x="4528111" y="11229463"/>
                  <a:pt x="4525095" y="11228838"/>
                </a:cubicBezTo>
                <a:cubicBezTo>
                  <a:pt x="4522080" y="11228213"/>
                  <a:pt x="4504610" y="11222360"/>
                  <a:pt x="4486275" y="11215830"/>
                </a:cubicBezTo>
                <a:close/>
                <a:moveTo>
                  <a:pt x="2264568" y="10911915"/>
                </a:moveTo>
                <a:cubicBezTo>
                  <a:pt x="2255400" y="10904956"/>
                  <a:pt x="2247900" y="10894318"/>
                  <a:pt x="2247900" y="10888276"/>
                </a:cubicBezTo>
                <a:cubicBezTo>
                  <a:pt x="2247900" y="10882234"/>
                  <a:pt x="2242542" y="10868678"/>
                  <a:pt x="2235993" y="10858151"/>
                </a:cubicBezTo>
                <a:cubicBezTo>
                  <a:pt x="2226140" y="10842312"/>
                  <a:pt x="2226961" y="10833990"/>
                  <a:pt x="2240756" y="10809884"/>
                </a:cubicBezTo>
                <a:cubicBezTo>
                  <a:pt x="2249924" y="10793863"/>
                  <a:pt x="2257425" y="10770307"/>
                  <a:pt x="2257425" y="10757536"/>
                </a:cubicBezTo>
                <a:cubicBezTo>
                  <a:pt x="2257425" y="10666068"/>
                  <a:pt x="2495160" y="10182225"/>
                  <a:pt x="2540102" y="10182225"/>
                </a:cubicBezTo>
                <a:cubicBezTo>
                  <a:pt x="2555535" y="10182225"/>
                  <a:pt x="2555102" y="10222332"/>
                  <a:pt x="2538252" y="10353675"/>
                </a:cubicBezTo>
                <a:cubicBezTo>
                  <a:pt x="2521809" y="10481850"/>
                  <a:pt x="2422032" y="10811624"/>
                  <a:pt x="2391276" y="10839450"/>
                </a:cubicBezTo>
                <a:cubicBezTo>
                  <a:pt x="2388381" y="10842069"/>
                  <a:pt x="2379439" y="10857071"/>
                  <a:pt x="2371406" y="10872787"/>
                </a:cubicBezTo>
                <a:cubicBezTo>
                  <a:pt x="2362303" y="10890597"/>
                  <a:pt x="2347950" y="10902563"/>
                  <a:pt x="2333306" y="10904550"/>
                </a:cubicBezTo>
                <a:cubicBezTo>
                  <a:pt x="2320384" y="10906303"/>
                  <a:pt x="2305740" y="10911661"/>
                  <a:pt x="2300763" y="10916456"/>
                </a:cubicBezTo>
                <a:cubicBezTo>
                  <a:pt x="2289060" y="10927732"/>
                  <a:pt x="2284681" y="10927183"/>
                  <a:pt x="2264568" y="10911915"/>
                </a:cubicBezTo>
                <a:close/>
                <a:moveTo>
                  <a:pt x="3560831" y="10911822"/>
                </a:moveTo>
                <a:cubicBezTo>
                  <a:pt x="3523129" y="10895884"/>
                  <a:pt x="3495675" y="10867667"/>
                  <a:pt x="3495675" y="10844855"/>
                </a:cubicBezTo>
                <a:cubicBezTo>
                  <a:pt x="3495675" y="10833736"/>
                  <a:pt x="3489888" y="10816184"/>
                  <a:pt x="3482817" y="10805850"/>
                </a:cubicBezTo>
                <a:cubicBezTo>
                  <a:pt x="3470511" y="10787869"/>
                  <a:pt x="3407789" y="10597128"/>
                  <a:pt x="3377976" y="10487025"/>
                </a:cubicBezTo>
                <a:cubicBezTo>
                  <a:pt x="3370175" y="10458211"/>
                  <a:pt x="3356619" y="10384155"/>
                  <a:pt x="3347852" y="10322455"/>
                </a:cubicBezTo>
                <a:cubicBezTo>
                  <a:pt x="3326055" y="10169042"/>
                  <a:pt x="3335239" y="10149121"/>
                  <a:pt x="3391666" y="10227422"/>
                </a:cubicBezTo>
                <a:cubicBezTo>
                  <a:pt x="3500035" y="10377799"/>
                  <a:pt x="3554408" y="10500050"/>
                  <a:pt x="3625750" y="10753725"/>
                </a:cubicBezTo>
                <a:cubicBezTo>
                  <a:pt x="3651090" y="10843828"/>
                  <a:pt x="3652287" y="10867518"/>
                  <a:pt x="3632398" y="10885327"/>
                </a:cubicBezTo>
                <a:cubicBezTo>
                  <a:pt x="3592667" y="10920902"/>
                  <a:pt x="3587147" y="10922946"/>
                  <a:pt x="3560831" y="10911822"/>
                </a:cubicBezTo>
                <a:close/>
                <a:moveTo>
                  <a:pt x="5262777" y="10668226"/>
                </a:moveTo>
                <a:cubicBezTo>
                  <a:pt x="5238517" y="10652239"/>
                  <a:pt x="5233284" y="10651560"/>
                  <a:pt x="5226584" y="10663530"/>
                </a:cubicBezTo>
                <a:cubicBezTo>
                  <a:pt x="5211295" y="10690851"/>
                  <a:pt x="5201859" y="10686102"/>
                  <a:pt x="4995862" y="10547412"/>
                </a:cubicBezTo>
                <a:cubicBezTo>
                  <a:pt x="4740164" y="10375261"/>
                  <a:pt x="4377278" y="10115930"/>
                  <a:pt x="4252269" y="10016016"/>
                </a:cubicBezTo>
                <a:cubicBezTo>
                  <a:pt x="4225722" y="9994797"/>
                  <a:pt x="4191965" y="9968865"/>
                  <a:pt x="4177253" y="9958387"/>
                </a:cubicBezTo>
                <a:cubicBezTo>
                  <a:pt x="4145912" y="9936066"/>
                  <a:pt x="4093063" y="9894384"/>
                  <a:pt x="4086225" y="9886592"/>
                </a:cubicBezTo>
                <a:cubicBezTo>
                  <a:pt x="4083605" y="9883608"/>
                  <a:pt x="4050776" y="9856878"/>
                  <a:pt x="4013272" y="9827193"/>
                </a:cubicBezTo>
                <a:cubicBezTo>
                  <a:pt x="3846969" y="9695564"/>
                  <a:pt x="3764493" y="9601200"/>
                  <a:pt x="3815748" y="9601200"/>
                </a:cubicBezTo>
                <a:cubicBezTo>
                  <a:pt x="3832873" y="9601200"/>
                  <a:pt x="4143005" y="9759863"/>
                  <a:pt x="4262437" y="9829725"/>
                </a:cubicBezTo>
                <a:cubicBezTo>
                  <a:pt x="4309586" y="9857305"/>
                  <a:pt x="4361021" y="9887234"/>
                  <a:pt x="4376737" y="9896234"/>
                </a:cubicBezTo>
                <a:cubicBezTo>
                  <a:pt x="4508116" y="9971473"/>
                  <a:pt x="4530420" y="9985036"/>
                  <a:pt x="4639494" y="10056018"/>
                </a:cubicBezTo>
                <a:cubicBezTo>
                  <a:pt x="4689808" y="10088760"/>
                  <a:pt x="4733866" y="10115550"/>
                  <a:pt x="4737401" y="10115550"/>
                </a:cubicBezTo>
                <a:cubicBezTo>
                  <a:pt x="4740936" y="10115550"/>
                  <a:pt x="4761315" y="10126588"/>
                  <a:pt x="4782687" y="10140080"/>
                </a:cubicBezTo>
                <a:cubicBezTo>
                  <a:pt x="4804059" y="10153572"/>
                  <a:pt x="4841479" y="10175672"/>
                  <a:pt x="4865842" y="10189192"/>
                </a:cubicBezTo>
                <a:cubicBezTo>
                  <a:pt x="4932233" y="10226036"/>
                  <a:pt x="5098678" y="10333648"/>
                  <a:pt x="5164445" y="10382250"/>
                </a:cubicBezTo>
                <a:cubicBezTo>
                  <a:pt x="5196345" y="10405824"/>
                  <a:pt x="5236103" y="10434359"/>
                  <a:pt x="5252795" y="10445660"/>
                </a:cubicBezTo>
                <a:cubicBezTo>
                  <a:pt x="5322272" y="10492698"/>
                  <a:pt x="5355813" y="10532740"/>
                  <a:pt x="5350016" y="10561723"/>
                </a:cubicBezTo>
                <a:cubicBezTo>
                  <a:pt x="5347013" y="10576737"/>
                  <a:pt x="5349351" y="10593816"/>
                  <a:pt x="5355212" y="10599677"/>
                </a:cubicBezTo>
                <a:cubicBezTo>
                  <a:pt x="5371898" y="10616363"/>
                  <a:pt x="5347873" y="10661834"/>
                  <a:pt x="5325467" y="10655974"/>
                </a:cubicBezTo>
                <a:cubicBezTo>
                  <a:pt x="5313902" y="10652950"/>
                  <a:pt x="5308329" y="10656294"/>
                  <a:pt x="5309068" y="10665815"/>
                </a:cubicBezTo>
                <a:cubicBezTo>
                  <a:pt x="5310785" y="10687947"/>
                  <a:pt x="5294026" y="10688820"/>
                  <a:pt x="5262777" y="10668226"/>
                </a:cubicBezTo>
                <a:close/>
                <a:moveTo>
                  <a:pt x="819150" y="10588961"/>
                </a:moveTo>
                <a:cubicBezTo>
                  <a:pt x="819150" y="10579291"/>
                  <a:pt x="812956" y="10576153"/>
                  <a:pt x="800369" y="10579444"/>
                </a:cubicBezTo>
                <a:cubicBezTo>
                  <a:pt x="776970" y="10585563"/>
                  <a:pt x="750119" y="10538354"/>
                  <a:pt x="770007" y="10526062"/>
                </a:cubicBezTo>
                <a:cubicBezTo>
                  <a:pt x="776506" y="10522046"/>
                  <a:pt x="778902" y="10511562"/>
                  <a:pt x="775405" y="10502447"/>
                </a:cubicBezTo>
                <a:cubicBezTo>
                  <a:pt x="768956" y="10485643"/>
                  <a:pt x="803574" y="10439400"/>
                  <a:pt x="822602" y="10439400"/>
                </a:cubicBezTo>
                <a:cubicBezTo>
                  <a:pt x="841301" y="10439400"/>
                  <a:pt x="895306" y="10396395"/>
                  <a:pt x="891006" y="10384930"/>
                </a:cubicBezTo>
                <a:cubicBezTo>
                  <a:pt x="881686" y="10360083"/>
                  <a:pt x="1002572" y="10278793"/>
                  <a:pt x="1023282" y="10295981"/>
                </a:cubicBezTo>
                <a:cubicBezTo>
                  <a:pt x="1032403" y="10303551"/>
                  <a:pt x="1038869" y="10302463"/>
                  <a:pt x="1047652" y="10291879"/>
                </a:cubicBezTo>
                <a:cubicBezTo>
                  <a:pt x="1055869" y="10281979"/>
                  <a:pt x="1056264" y="10277475"/>
                  <a:pt x="1048916" y="10277475"/>
                </a:cubicBezTo>
                <a:cubicBezTo>
                  <a:pt x="1026834" y="10277475"/>
                  <a:pt x="1039770" y="10259548"/>
                  <a:pt x="1088231" y="10222991"/>
                </a:cubicBezTo>
                <a:cubicBezTo>
                  <a:pt x="1156669" y="10171363"/>
                  <a:pt x="1412214" y="9999183"/>
                  <a:pt x="1531274" y="9924478"/>
                </a:cubicBezTo>
                <a:cubicBezTo>
                  <a:pt x="1585043" y="9890741"/>
                  <a:pt x="1657909" y="9844879"/>
                  <a:pt x="1693199" y="9822565"/>
                </a:cubicBezTo>
                <a:cubicBezTo>
                  <a:pt x="1900015" y="9691788"/>
                  <a:pt x="2061995" y="9602620"/>
                  <a:pt x="2072913" y="9613538"/>
                </a:cubicBezTo>
                <a:cubicBezTo>
                  <a:pt x="2091705" y="9632330"/>
                  <a:pt x="1721035" y="9983180"/>
                  <a:pt x="1590992" y="10069689"/>
                </a:cubicBezTo>
                <a:cubicBezTo>
                  <a:pt x="1563144" y="10088216"/>
                  <a:pt x="1433516" y="10191211"/>
                  <a:pt x="1299509" y="10301287"/>
                </a:cubicBezTo>
                <a:cubicBezTo>
                  <a:pt x="1139064" y="10433080"/>
                  <a:pt x="998499" y="10534650"/>
                  <a:pt x="976553" y="10534650"/>
                </a:cubicBezTo>
                <a:cubicBezTo>
                  <a:pt x="968720" y="10534650"/>
                  <a:pt x="941887" y="10547183"/>
                  <a:pt x="916924" y="10562502"/>
                </a:cubicBezTo>
                <a:cubicBezTo>
                  <a:pt x="858768" y="10598191"/>
                  <a:pt x="819150" y="10608912"/>
                  <a:pt x="819150" y="10588961"/>
                </a:cubicBezTo>
                <a:close/>
                <a:moveTo>
                  <a:pt x="183356" y="9918741"/>
                </a:moveTo>
                <a:cubicBezTo>
                  <a:pt x="176807" y="9916099"/>
                  <a:pt x="171450" y="9908016"/>
                  <a:pt x="171450" y="9900778"/>
                </a:cubicBezTo>
                <a:cubicBezTo>
                  <a:pt x="171450" y="9893541"/>
                  <a:pt x="163381" y="9883302"/>
                  <a:pt x="153520" y="9878024"/>
                </a:cubicBezTo>
                <a:cubicBezTo>
                  <a:pt x="128449" y="9864607"/>
                  <a:pt x="120940" y="9839363"/>
                  <a:pt x="136639" y="9821278"/>
                </a:cubicBezTo>
                <a:cubicBezTo>
                  <a:pt x="143940" y="9812868"/>
                  <a:pt x="147871" y="9800323"/>
                  <a:pt x="145373" y="9793400"/>
                </a:cubicBezTo>
                <a:cubicBezTo>
                  <a:pt x="140410" y="9779641"/>
                  <a:pt x="178059" y="9734562"/>
                  <a:pt x="194541" y="9734529"/>
                </a:cubicBezTo>
                <a:cubicBezTo>
                  <a:pt x="200176" y="9734518"/>
                  <a:pt x="228361" y="9722272"/>
                  <a:pt x="257175" y="9707317"/>
                </a:cubicBezTo>
                <a:cubicBezTo>
                  <a:pt x="328606" y="9670240"/>
                  <a:pt x="420532" y="9636985"/>
                  <a:pt x="561975" y="9597054"/>
                </a:cubicBezTo>
                <a:cubicBezTo>
                  <a:pt x="627459" y="9578566"/>
                  <a:pt x="702468" y="9557025"/>
                  <a:pt x="728662" y="9549183"/>
                </a:cubicBezTo>
                <a:cubicBezTo>
                  <a:pt x="794474" y="9529480"/>
                  <a:pt x="823918" y="9521667"/>
                  <a:pt x="1055432" y="9462467"/>
                </a:cubicBezTo>
                <a:cubicBezTo>
                  <a:pt x="1265393" y="9408778"/>
                  <a:pt x="1474475" y="9384509"/>
                  <a:pt x="1491382" y="9411865"/>
                </a:cubicBezTo>
                <a:cubicBezTo>
                  <a:pt x="1501433" y="9428128"/>
                  <a:pt x="1430031" y="9494064"/>
                  <a:pt x="1395316" y="9500577"/>
                </a:cubicBezTo>
                <a:cubicBezTo>
                  <a:pt x="1378137" y="9503799"/>
                  <a:pt x="1349011" y="9518413"/>
                  <a:pt x="1330590" y="9533052"/>
                </a:cubicBezTo>
                <a:cubicBezTo>
                  <a:pt x="1312170" y="9547690"/>
                  <a:pt x="1233495" y="9584377"/>
                  <a:pt x="1155756" y="9614579"/>
                </a:cubicBezTo>
                <a:cubicBezTo>
                  <a:pt x="1078017" y="9644780"/>
                  <a:pt x="1005840" y="9672923"/>
                  <a:pt x="995362" y="9677118"/>
                </a:cubicBezTo>
                <a:cubicBezTo>
                  <a:pt x="536975" y="9860654"/>
                  <a:pt x="250591" y="9945871"/>
                  <a:pt x="183356" y="9918741"/>
                </a:cubicBezTo>
                <a:close/>
                <a:moveTo>
                  <a:pt x="5119687" y="9689906"/>
                </a:moveTo>
                <a:cubicBezTo>
                  <a:pt x="5072670" y="9683837"/>
                  <a:pt x="4953000" y="9645097"/>
                  <a:pt x="4953000" y="9635946"/>
                </a:cubicBezTo>
                <a:cubicBezTo>
                  <a:pt x="4953000" y="9631269"/>
                  <a:pt x="4947062" y="9632369"/>
                  <a:pt x="4939806" y="9638392"/>
                </a:cubicBezTo>
                <a:cubicBezTo>
                  <a:pt x="4929773" y="9646718"/>
                  <a:pt x="4916367" y="9645863"/>
                  <a:pt x="4883844" y="9634821"/>
                </a:cubicBezTo>
                <a:cubicBezTo>
                  <a:pt x="4860322" y="9626835"/>
                  <a:pt x="4777991" y="9605093"/>
                  <a:pt x="4700886" y="9586505"/>
                </a:cubicBezTo>
                <a:cubicBezTo>
                  <a:pt x="4623782" y="9567917"/>
                  <a:pt x="4545023" y="9546846"/>
                  <a:pt x="4525867" y="9539679"/>
                </a:cubicBezTo>
                <a:cubicBezTo>
                  <a:pt x="4506710" y="9532513"/>
                  <a:pt x="4471749" y="9524344"/>
                  <a:pt x="4448175" y="9521526"/>
                </a:cubicBezTo>
                <a:cubicBezTo>
                  <a:pt x="4307487" y="9504709"/>
                  <a:pt x="3968035" y="9361598"/>
                  <a:pt x="3973807" y="9321535"/>
                </a:cubicBezTo>
                <a:cubicBezTo>
                  <a:pt x="3976513" y="9302760"/>
                  <a:pt x="3981582" y="9301730"/>
                  <a:pt x="4057650" y="9304512"/>
                </a:cubicBezTo>
                <a:cubicBezTo>
                  <a:pt x="4102179" y="9306140"/>
                  <a:pt x="4172902" y="9313679"/>
                  <a:pt x="4214812" y="9321265"/>
                </a:cubicBezTo>
                <a:cubicBezTo>
                  <a:pt x="4256722" y="9328852"/>
                  <a:pt x="4316730" y="9339326"/>
                  <a:pt x="4348162" y="9344542"/>
                </a:cubicBezTo>
                <a:cubicBezTo>
                  <a:pt x="4379595" y="9349757"/>
                  <a:pt x="4484608" y="9379423"/>
                  <a:pt x="4581525" y="9410466"/>
                </a:cubicBezTo>
                <a:cubicBezTo>
                  <a:pt x="4827213" y="9489160"/>
                  <a:pt x="4856010" y="9496880"/>
                  <a:pt x="4859937" y="9485100"/>
                </a:cubicBezTo>
                <a:cubicBezTo>
                  <a:pt x="4864922" y="9470145"/>
                  <a:pt x="4995935" y="9504083"/>
                  <a:pt x="5056734" y="9536078"/>
                </a:cubicBezTo>
                <a:cubicBezTo>
                  <a:pt x="5084975" y="9550940"/>
                  <a:pt x="5117122" y="9563242"/>
                  <a:pt x="5128172" y="9563416"/>
                </a:cubicBezTo>
                <a:cubicBezTo>
                  <a:pt x="5168432" y="9564051"/>
                  <a:pt x="5220811" y="9634378"/>
                  <a:pt x="5198008" y="9657181"/>
                </a:cubicBezTo>
                <a:cubicBezTo>
                  <a:pt x="5192127" y="9663062"/>
                  <a:pt x="5181742" y="9667875"/>
                  <a:pt x="5174932" y="9667875"/>
                </a:cubicBezTo>
                <a:cubicBezTo>
                  <a:pt x="5168122" y="9667875"/>
                  <a:pt x="5162550" y="9674304"/>
                  <a:pt x="5162550" y="9682162"/>
                </a:cubicBezTo>
                <a:cubicBezTo>
                  <a:pt x="5162550" y="9690020"/>
                  <a:pt x="5159335" y="9695807"/>
                  <a:pt x="5155406" y="9695022"/>
                </a:cubicBezTo>
                <a:cubicBezTo>
                  <a:pt x="5151477" y="9694237"/>
                  <a:pt x="5135403" y="9691935"/>
                  <a:pt x="5119687" y="9689906"/>
                </a:cubicBezTo>
                <a:close/>
                <a:moveTo>
                  <a:pt x="1659731" y="9452485"/>
                </a:moveTo>
                <a:cubicBezTo>
                  <a:pt x="1626730" y="9437870"/>
                  <a:pt x="1681531" y="9359429"/>
                  <a:pt x="1733351" y="9347107"/>
                </a:cubicBezTo>
                <a:cubicBezTo>
                  <a:pt x="1746557" y="9343967"/>
                  <a:pt x="1761984" y="9337789"/>
                  <a:pt x="1767633" y="9333377"/>
                </a:cubicBezTo>
                <a:cubicBezTo>
                  <a:pt x="1773281" y="9328966"/>
                  <a:pt x="1811858" y="9319464"/>
                  <a:pt x="1853358" y="9312262"/>
                </a:cubicBezTo>
                <a:cubicBezTo>
                  <a:pt x="1997539" y="9287241"/>
                  <a:pt x="1984177" y="9343260"/>
                  <a:pt x="1828184" y="9417797"/>
                </a:cubicBezTo>
                <a:cubicBezTo>
                  <a:pt x="1768261" y="9446430"/>
                  <a:pt x="1684844" y="9463607"/>
                  <a:pt x="1659731" y="9452485"/>
                </a:cubicBezTo>
                <a:close/>
                <a:moveTo>
                  <a:pt x="990600" y="8999182"/>
                </a:moveTo>
                <a:cubicBezTo>
                  <a:pt x="799059" y="8991986"/>
                  <a:pt x="761265" y="8988090"/>
                  <a:pt x="728662" y="8972180"/>
                </a:cubicBezTo>
                <a:cubicBezTo>
                  <a:pt x="707707" y="8961953"/>
                  <a:pt x="661299" y="8949557"/>
                  <a:pt x="625534" y="8944632"/>
                </a:cubicBezTo>
                <a:cubicBezTo>
                  <a:pt x="556204" y="8935086"/>
                  <a:pt x="509795" y="8912433"/>
                  <a:pt x="517646" y="8891971"/>
                </a:cubicBezTo>
                <a:cubicBezTo>
                  <a:pt x="520281" y="8885105"/>
                  <a:pt x="515873" y="8870115"/>
                  <a:pt x="507850" y="8858660"/>
                </a:cubicBezTo>
                <a:cubicBezTo>
                  <a:pt x="494452" y="8839532"/>
                  <a:pt x="494899" y="8836091"/>
                  <a:pt x="513331" y="8816471"/>
                </a:cubicBezTo>
                <a:cubicBezTo>
                  <a:pt x="524369" y="8804722"/>
                  <a:pt x="533400" y="8789922"/>
                  <a:pt x="533400" y="8783581"/>
                </a:cubicBezTo>
                <a:cubicBezTo>
                  <a:pt x="533400" y="8760806"/>
                  <a:pt x="580700" y="8755118"/>
                  <a:pt x="743857" y="8758271"/>
                </a:cubicBezTo>
                <a:cubicBezTo>
                  <a:pt x="891907" y="8761132"/>
                  <a:pt x="1003254" y="8772401"/>
                  <a:pt x="1262062" y="8810717"/>
                </a:cubicBezTo>
                <a:cubicBezTo>
                  <a:pt x="1298733" y="8816146"/>
                  <a:pt x="1345882" y="8822619"/>
                  <a:pt x="1366837" y="8825102"/>
                </a:cubicBezTo>
                <a:cubicBezTo>
                  <a:pt x="1668825" y="8860879"/>
                  <a:pt x="1981200" y="8928501"/>
                  <a:pt x="1981200" y="8958096"/>
                </a:cubicBezTo>
                <a:cubicBezTo>
                  <a:pt x="1981200" y="9003459"/>
                  <a:pt x="1564494" y="9020742"/>
                  <a:pt x="990600" y="8999182"/>
                </a:cubicBezTo>
                <a:close/>
                <a:moveTo>
                  <a:pt x="4014977" y="9000252"/>
                </a:moveTo>
                <a:cubicBezTo>
                  <a:pt x="3957456" y="8995179"/>
                  <a:pt x="3906235" y="8986870"/>
                  <a:pt x="3901154" y="8981789"/>
                </a:cubicBezTo>
                <a:cubicBezTo>
                  <a:pt x="3886363" y="8966998"/>
                  <a:pt x="3908171" y="8952544"/>
                  <a:pt x="3954102" y="8946692"/>
                </a:cubicBezTo>
                <a:cubicBezTo>
                  <a:pt x="3977001" y="8943775"/>
                  <a:pt x="4002811" y="8937761"/>
                  <a:pt x="4011456" y="8933329"/>
                </a:cubicBezTo>
                <a:cubicBezTo>
                  <a:pt x="4026887" y="8925418"/>
                  <a:pt x="4211910" y="8888539"/>
                  <a:pt x="4333875" y="8869063"/>
                </a:cubicBezTo>
                <a:cubicBezTo>
                  <a:pt x="4367926" y="8863626"/>
                  <a:pt x="4436506" y="8852677"/>
                  <a:pt x="4486275" y="8844733"/>
                </a:cubicBezTo>
                <a:cubicBezTo>
                  <a:pt x="4585008" y="8828973"/>
                  <a:pt x="4789457" y="8801486"/>
                  <a:pt x="4991100" y="8776863"/>
                </a:cubicBezTo>
                <a:cubicBezTo>
                  <a:pt x="5130287" y="8759867"/>
                  <a:pt x="5493742" y="8747371"/>
                  <a:pt x="5548752" y="8757691"/>
                </a:cubicBezTo>
                <a:cubicBezTo>
                  <a:pt x="5567782" y="8761261"/>
                  <a:pt x="5585155" y="8771131"/>
                  <a:pt x="5588360" y="8780194"/>
                </a:cubicBezTo>
                <a:cubicBezTo>
                  <a:pt x="5591501" y="8789073"/>
                  <a:pt x="5600368" y="8803678"/>
                  <a:pt x="5608065" y="8812651"/>
                </a:cubicBezTo>
                <a:cubicBezTo>
                  <a:pt x="5617082" y="8823162"/>
                  <a:pt x="5619302" y="8835020"/>
                  <a:pt x="5614305" y="8845988"/>
                </a:cubicBezTo>
                <a:cubicBezTo>
                  <a:pt x="5610040" y="8855351"/>
                  <a:pt x="5606306" y="8869441"/>
                  <a:pt x="5606006" y="8877300"/>
                </a:cubicBezTo>
                <a:cubicBezTo>
                  <a:pt x="5605707" y="8885158"/>
                  <a:pt x="5591532" y="8895688"/>
                  <a:pt x="5574506" y="8900700"/>
                </a:cubicBezTo>
                <a:cubicBezTo>
                  <a:pt x="5557480" y="8905713"/>
                  <a:pt x="5543550" y="8914898"/>
                  <a:pt x="5543550" y="8921113"/>
                </a:cubicBezTo>
                <a:cubicBezTo>
                  <a:pt x="5543550" y="8936342"/>
                  <a:pt x="5521029" y="8943975"/>
                  <a:pt x="5476095" y="8943975"/>
                </a:cubicBezTo>
                <a:cubicBezTo>
                  <a:pt x="5449271" y="8943975"/>
                  <a:pt x="5438775" y="8939956"/>
                  <a:pt x="5438775" y="8929687"/>
                </a:cubicBezTo>
                <a:cubicBezTo>
                  <a:pt x="5438775" y="8921177"/>
                  <a:pt x="5430108" y="8915458"/>
                  <a:pt x="5417343" y="8915545"/>
                </a:cubicBezTo>
                <a:cubicBezTo>
                  <a:pt x="5401436" y="8915654"/>
                  <a:pt x="5399296" y="8917834"/>
                  <a:pt x="5409039" y="8924005"/>
                </a:cubicBezTo>
                <a:cubicBezTo>
                  <a:pt x="5449626" y="8949713"/>
                  <a:pt x="5402559" y="8957405"/>
                  <a:pt x="5086350" y="8976741"/>
                </a:cubicBezTo>
                <a:cubicBezTo>
                  <a:pt x="5036581" y="8979784"/>
                  <a:pt x="4961572" y="8985076"/>
                  <a:pt x="4919662" y="8988502"/>
                </a:cubicBezTo>
                <a:cubicBezTo>
                  <a:pt x="4828699" y="8995935"/>
                  <a:pt x="4796234" y="8996932"/>
                  <a:pt x="4414837" y="9004003"/>
                </a:cubicBezTo>
                <a:cubicBezTo>
                  <a:pt x="4250715" y="9007046"/>
                  <a:pt x="4073108" y="9005380"/>
                  <a:pt x="4014977" y="9000252"/>
                </a:cubicBezTo>
                <a:close/>
                <a:moveTo>
                  <a:pt x="3857625" y="8660247"/>
                </a:moveTo>
                <a:cubicBezTo>
                  <a:pt x="3857625" y="8621326"/>
                  <a:pt x="4048363" y="8515350"/>
                  <a:pt x="4118412" y="8515350"/>
                </a:cubicBezTo>
                <a:cubicBezTo>
                  <a:pt x="4170926" y="8515350"/>
                  <a:pt x="4177321" y="8524045"/>
                  <a:pt x="4154718" y="8564714"/>
                </a:cubicBezTo>
                <a:cubicBezTo>
                  <a:pt x="4130508" y="8608276"/>
                  <a:pt x="4013371" y="8659166"/>
                  <a:pt x="3922317" y="8665680"/>
                </a:cubicBezTo>
                <a:cubicBezTo>
                  <a:pt x="3880313" y="8668686"/>
                  <a:pt x="3857625" y="8666780"/>
                  <a:pt x="3857625" y="8660247"/>
                </a:cubicBezTo>
                <a:close/>
                <a:moveTo>
                  <a:pt x="1914525" y="8568416"/>
                </a:moveTo>
                <a:cubicBezTo>
                  <a:pt x="1802045" y="8529616"/>
                  <a:pt x="1704304" y="8480197"/>
                  <a:pt x="1646081" y="8432686"/>
                </a:cubicBezTo>
                <a:cubicBezTo>
                  <a:pt x="1621547" y="8412667"/>
                  <a:pt x="1584043" y="8384222"/>
                  <a:pt x="1562737" y="8369476"/>
                </a:cubicBezTo>
                <a:cubicBezTo>
                  <a:pt x="1541431" y="8354729"/>
                  <a:pt x="1524000" y="8335227"/>
                  <a:pt x="1524000" y="8326137"/>
                </a:cubicBezTo>
                <a:cubicBezTo>
                  <a:pt x="1524000" y="8317047"/>
                  <a:pt x="1519076" y="8304686"/>
                  <a:pt x="1513059" y="8298669"/>
                </a:cubicBezTo>
                <a:cubicBezTo>
                  <a:pt x="1504821" y="8290431"/>
                  <a:pt x="1506052" y="8281724"/>
                  <a:pt x="1518041" y="8263426"/>
                </a:cubicBezTo>
                <a:cubicBezTo>
                  <a:pt x="1536464" y="8235309"/>
                  <a:pt x="1589860" y="8229476"/>
                  <a:pt x="1609725" y="8253412"/>
                </a:cubicBezTo>
                <a:cubicBezTo>
                  <a:pt x="1616246" y="8261270"/>
                  <a:pt x="1625739" y="8267700"/>
                  <a:pt x="1630820" y="8267700"/>
                </a:cubicBezTo>
                <a:cubicBezTo>
                  <a:pt x="1635900" y="8267700"/>
                  <a:pt x="1650881" y="8276214"/>
                  <a:pt x="1664110" y="8286620"/>
                </a:cubicBezTo>
                <a:cubicBezTo>
                  <a:pt x="1677340" y="8297026"/>
                  <a:pt x="1691304" y="8303599"/>
                  <a:pt x="1695143" y="8301226"/>
                </a:cubicBezTo>
                <a:cubicBezTo>
                  <a:pt x="1702689" y="8296563"/>
                  <a:pt x="1765839" y="8334725"/>
                  <a:pt x="1854966" y="8397807"/>
                </a:cubicBezTo>
                <a:cubicBezTo>
                  <a:pt x="1952605" y="8466915"/>
                  <a:pt x="2031976" y="8558281"/>
                  <a:pt x="2021548" y="8589565"/>
                </a:cubicBezTo>
                <a:cubicBezTo>
                  <a:pt x="2016652" y="8604255"/>
                  <a:pt x="2020793" y="8605073"/>
                  <a:pt x="1914525" y="8568416"/>
                </a:cubicBezTo>
                <a:close/>
                <a:moveTo>
                  <a:pt x="4379118" y="8413534"/>
                </a:moveTo>
                <a:cubicBezTo>
                  <a:pt x="4350109" y="8405953"/>
                  <a:pt x="4360916" y="8384970"/>
                  <a:pt x="4410075" y="8353425"/>
                </a:cubicBezTo>
                <a:cubicBezTo>
                  <a:pt x="4436268" y="8336616"/>
                  <a:pt x="4457700" y="8317261"/>
                  <a:pt x="4457700" y="8310413"/>
                </a:cubicBezTo>
                <a:cubicBezTo>
                  <a:pt x="4457700" y="8294084"/>
                  <a:pt x="4537291" y="8238938"/>
                  <a:pt x="4695825" y="8145424"/>
                </a:cubicBezTo>
                <a:cubicBezTo>
                  <a:pt x="4957648" y="7990984"/>
                  <a:pt x="5233795" y="7868140"/>
                  <a:pt x="5319970" y="7867772"/>
                </a:cubicBezTo>
                <a:cubicBezTo>
                  <a:pt x="5369198" y="7867563"/>
                  <a:pt x="5432005" y="7938774"/>
                  <a:pt x="5400025" y="7958538"/>
                </a:cubicBezTo>
                <a:cubicBezTo>
                  <a:pt x="5394429" y="7961997"/>
                  <a:pt x="5392152" y="7970822"/>
                  <a:pt x="5394964" y="7978150"/>
                </a:cubicBezTo>
                <a:cubicBezTo>
                  <a:pt x="5404350" y="8002611"/>
                  <a:pt x="5390030" y="8018539"/>
                  <a:pt x="5343665" y="8035211"/>
                </a:cubicBezTo>
                <a:cubicBezTo>
                  <a:pt x="5314473" y="8045709"/>
                  <a:pt x="5299398" y="8056183"/>
                  <a:pt x="5302363" y="8063910"/>
                </a:cubicBezTo>
                <a:cubicBezTo>
                  <a:pt x="5307052" y="8076130"/>
                  <a:pt x="5288353" y="8085933"/>
                  <a:pt x="5095875" y="8172169"/>
                </a:cubicBezTo>
                <a:cubicBezTo>
                  <a:pt x="5046106" y="8194467"/>
                  <a:pt x="4975383" y="8226715"/>
                  <a:pt x="4938712" y="8243831"/>
                </a:cubicBezTo>
                <a:cubicBezTo>
                  <a:pt x="4828396" y="8295320"/>
                  <a:pt x="4803105" y="8305800"/>
                  <a:pt x="4789159" y="8305800"/>
                </a:cubicBezTo>
                <a:cubicBezTo>
                  <a:pt x="4781830" y="8305800"/>
                  <a:pt x="4771763" y="8309501"/>
                  <a:pt x="4766786" y="8314025"/>
                </a:cubicBezTo>
                <a:cubicBezTo>
                  <a:pt x="4750970" y="8328400"/>
                  <a:pt x="4694054" y="8343931"/>
                  <a:pt x="4682824" y="8336936"/>
                </a:cubicBezTo>
                <a:cubicBezTo>
                  <a:pt x="4670253" y="8329104"/>
                  <a:pt x="4628718" y="8333001"/>
                  <a:pt x="4614862" y="8343311"/>
                </a:cubicBezTo>
                <a:cubicBezTo>
                  <a:pt x="4596347" y="8357089"/>
                  <a:pt x="4465820" y="8401050"/>
                  <a:pt x="4443429" y="8401050"/>
                </a:cubicBezTo>
                <a:cubicBezTo>
                  <a:pt x="4430941" y="8401050"/>
                  <a:pt x="4418075" y="8405336"/>
                  <a:pt x="4414837" y="8410575"/>
                </a:cubicBezTo>
                <a:cubicBezTo>
                  <a:pt x="4408701" y="8420503"/>
                  <a:pt x="4406489" y="8420686"/>
                  <a:pt x="4379118" y="8413534"/>
                </a:cubicBezTo>
                <a:close/>
                <a:moveTo>
                  <a:pt x="3638550" y="8378437"/>
                </a:moveTo>
                <a:cubicBezTo>
                  <a:pt x="3638550" y="8356494"/>
                  <a:pt x="3793754" y="8126964"/>
                  <a:pt x="3876148" y="8027055"/>
                </a:cubicBezTo>
                <a:cubicBezTo>
                  <a:pt x="3903087" y="7994389"/>
                  <a:pt x="3966116" y="7916227"/>
                  <a:pt x="4016212" y="7853362"/>
                </a:cubicBezTo>
                <a:cubicBezTo>
                  <a:pt x="4133779" y="7705829"/>
                  <a:pt x="4378063" y="7435385"/>
                  <a:pt x="4518441" y="7297350"/>
                </a:cubicBezTo>
                <a:cubicBezTo>
                  <a:pt x="4609001" y="7208303"/>
                  <a:pt x="4632392" y="7190001"/>
                  <a:pt x="4649819" y="7194558"/>
                </a:cubicBezTo>
                <a:cubicBezTo>
                  <a:pt x="4661480" y="7197607"/>
                  <a:pt x="4676844" y="7195270"/>
                  <a:pt x="4683961" y="7189363"/>
                </a:cubicBezTo>
                <a:cubicBezTo>
                  <a:pt x="4702720" y="7173794"/>
                  <a:pt x="4750753" y="7170617"/>
                  <a:pt x="4759539" y="7184363"/>
                </a:cubicBezTo>
                <a:cubicBezTo>
                  <a:pt x="4777121" y="7211874"/>
                  <a:pt x="4770158" y="7281330"/>
                  <a:pt x="4747067" y="7308773"/>
                </a:cubicBezTo>
                <a:cubicBezTo>
                  <a:pt x="4734600" y="7323589"/>
                  <a:pt x="4724400" y="7341501"/>
                  <a:pt x="4724400" y="7348576"/>
                </a:cubicBezTo>
                <a:cubicBezTo>
                  <a:pt x="4724400" y="7364886"/>
                  <a:pt x="4679191" y="7400925"/>
                  <a:pt x="4658731" y="7400925"/>
                </a:cubicBezTo>
                <a:cubicBezTo>
                  <a:pt x="4639475" y="7400925"/>
                  <a:pt x="4618116" y="7433536"/>
                  <a:pt x="4625230" y="7452074"/>
                </a:cubicBezTo>
                <a:cubicBezTo>
                  <a:pt x="4640552" y="7492003"/>
                  <a:pt x="3778418" y="8334375"/>
                  <a:pt x="3722231" y="8334375"/>
                </a:cubicBezTo>
                <a:cubicBezTo>
                  <a:pt x="3716486" y="8334375"/>
                  <a:pt x="3697736" y="8345090"/>
                  <a:pt x="3680565" y="8358187"/>
                </a:cubicBezTo>
                <a:cubicBezTo>
                  <a:pt x="3651196" y="8380588"/>
                  <a:pt x="3638550" y="8386683"/>
                  <a:pt x="3638550" y="8378437"/>
                </a:cubicBezTo>
                <a:close/>
                <a:moveTo>
                  <a:pt x="2165277" y="8259618"/>
                </a:moveTo>
                <a:cubicBezTo>
                  <a:pt x="2079638" y="8178858"/>
                  <a:pt x="1928147" y="8014300"/>
                  <a:pt x="1852612" y="7919985"/>
                </a:cubicBezTo>
                <a:cubicBezTo>
                  <a:pt x="1831657" y="7893820"/>
                  <a:pt x="1812360" y="7870269"/>
                  <a:pt x="1809730" y="7867650"/>
                </a:cubicBezTo>
                <a:cubicBezTo>
                  <a:pt x="1804917" y="7862856"/>
                  <a:pt x="1696499" y="7732309"/>
                  <a:pt x="1623835" y="7643812"/>
                </a:cubicBezTo>
                <a:cubicBezTo>
                  <a:pt x="1526367" y="7525105"/>
                  <a:pt x="1367649" y="7301616"/>
                  <a:pt x="1320198" y="7216263"/>
                </a:cubicBezTo>
                <a:cubicBezTo>
                  <a:pt x="1305964" y="7190661"/>
                  <a:pt x="1275274" y="7146334"/>
                  <a:pt x="1251997" y="7117758"/>
                </a:cubicBezTo>
                <a:cubicBezTo>
                  <a:pt x="1228720" y="7089183"/>
                  <a:pt x="1209674" y="7059554"/>
                  <a:pt x="1209675" y="7051916"/>
                </a:cubicBezTo>
                <a:cubicBezTo>
                  <a:pt x="1209675" y="7044278"/>
                  <a:pt x="1202742" y="7024622"/>
                  <a:pt x="1194268" y="7008236"/>
                </a:cubicBezTo>
                <a:cubicBezTo>
                  <a:pt x="1180052" y="6980746"/>
                  <a:pt x="1180065" y="6977563"/>
                  <a:pt x="1194433" y="6967056"/>
                </a:cubicBezTo>
                <a:cubicBezTo>
                  <a:pt x="1203582" y="6960367"/>
                  <a:pt x="1207533" y="6949227"/>
                  <a:pt x="1204012" y="6940051"/>
                </a:cubicBezTo>
                <a:cubicBezTo>
                  <a:pt x="1186253" y="6893772"/>
                  <a:pt x="1290984" y="6879759"/>
                  <a:pt x="1335881" y="6922407"/>
                </a:cubicBezTo>
                <a:cubicBezTo>
                  <a:pt x="1350287" y="6936092"/>
                  <a:pt x="1362075" y="6955469"/>
                  <a:pt x="1362075" y="6965468"/>
                </a:cubicBezTo>
                <a:cubicBezTo>
                  <a:pt x="1362075" y="6995237"/>
                  <a:pt x="1391444" y="7036983"/>
                  <a:pt x="1409132" y="7032358"/>
                </a:cubicBezTo>
                <a:cubicBezTo>
                  <a:pt x="1435493" y="7025464"/>
                  <a:pt x="1531699" y="7156893"/>
                  <a:pt x="1786998" y="7548562"/>
                </a:cubicBezTo>
                <a:cubicBezTo>
                  <a:pt x="1814316" y="7590472"/>
                  <a:pt x="1849792" y="7649307"/>
                  <a:pt x="1865833" y="7679306"/>
                </a:cubicBezTo>
                <a:cubicBezTo>
                  <a:pt x="1881874" y="7709305"/>
                  <a:pt x="1921895" y="7769818"/>
                  <a:pt x="1954768" y="7813779"/>
                </a:cubicBezTo>
                <a:cubicBezTo>
                  <a:pt x="2099099" y="8006792"/>
                  <a:pt x="2283282" y="8323221"/>
                  <a:pt x="2259721" y="8337690"/>
                </a:cubicBezTo>
                <a:cubicBezTo>
                  <a:pt x="2255838" y="8340074"/>
                  <a:pt x="2213339" y="8304942"/>
                  <a:pt x="2165277" y="8259618"/>
                </a:cubicBezTo>
                <a:close/>
                <a:moveTo>
                  <a:pt x="1263055" y="8250257"/>
                </a:moveTo>
                <a:cubicBezTo>
                  <a:pt x="1260005" y="8245322"/>
                  <a:pt x="1242059" y="8238385"/>
                  <a:pt x="1223175" y="8234843"/>
                </a:cubicBezTo>
                <a:cubicBezTo>
                  <a:pt x="1191488" y="8228898"/>
                  <a:pt x="1122841" y="8196016"/>
                  <a:pt x="1052105" y="8152901"/>
                </a:cubicBezTo>
                <a:cubicBezTo>
                  <a:pt x="1036165" y="8143185"/>
                  <a:pt x="1014433" y="8135891"/>
                  <a:pt x="1003811" y="8136691"/>
                </a:cubicBezTo>
                <a:cubicBezTo>
                  <a:pt x="986108" y="8138024"/>
                  <a:pt x="930123" y="8117171"/>
                  <a:pt x="895350" y="8096291"/>
                </a:cubicBezTo>
                <a:cubicBezTo>
                  <a:pt x="887491" y="8091572"/>
                  <a:pt x="865125" y="8079057"/>
                  <a:pt x="845647" y="8068479"/>
                </a:cubicBezTo>
                <a:cubicBezTo>
                  <a:pt x="826168" y="8057901"/>
                  <a:pt x="791878" y="8037461"/>
                  <a:pt x="769447" y="8023057"/>
                </a:cubicBezTo>
                <a:cubicBezTo>
                  <a:pt x="747015" y="8008653"/>
                  <a:pt x="717215" y="7990296"/>
                  <a:pt x="703225" y="7982265"/>
                </a:cubicBezTo>
                <a:cubicBezTo>
                  <a:pt x="647342" y="7950184"/>
                  <a:pt x="539443" y="7864582"/>
                  <a:pt x="480139" y="7805278"/>
                </a:cubicBezTo>
                <a:cubicBezTo>
                  <a:pt x="435009" y="7760148"/>
                  <a:pt x="431076" y="7752668"/>
                  <a:pt x="432277" y="7714247"/>
                </a:cubicBezTo>
                <a:cubicBezTo>
                  <a:pt x="433852" y="7663875"/>
                  <a:pt x="442319" y="7648575"/>
                  <a:pt x="468618" y="7648575"/>
                </a:cubicBezTo>
                <a:cubicBezTo>
                  <a:pt x="479518" y="7648575"/>
                  <a:pt x="493600" y="7641513"/>
                  <a:pt x="499911" y="7632882"/>
                </a:cubicBezTo>
                <a:cubicBezTo>
                  <a:pt x="516092" y="7610754"/>
                  <a:pt x="553943" y="7622318"/>
                  <a:pt x="599221" y="7663224"/>
                </a:cubicBezTo>
                <a:cubicBezTo>
                  <a:pt x="622866" y="7684586"/>
                  <a:pt x="641504" y="7694324"/>
                  <a:pt x="651444" y="7690510"/>
                </a:cubicBezTo>
                <a:cubicBezTo>
                  <a:pt x="666536" y="7684718"/>
                  <a:pt x="813387" y="7776423"/>
                  <a:pt x="866775" y="7824977"/>
                </a:cubicBezTo>
                <a:cubicBezTo>
                  <a:pt x="879871" y="7836889"/>
                  <a:pt x="933450" y="7879846"/>
                  <a:pt x="985837" y="7920438"/>
                </a:cubicBezTo>
                <a:cubicBezTo>
                  <a:pt x="1038225" y="7961030"/>
                  <a:pt x="1087516" y="8002891"/>
                  <a:pt x="1095375" y="8013463"/>
                </a:cubicBezTo>
                <a:cubicBezTo>
                  <a:pt x="1103233" y="8024034"/>
                  <a:pt x="1153724" y="8077677"/>
                  <a:pt x="1207578" y="8132670"/>
                </a:cubicBezTo>
                <a:cubicBezTo>
                  <a:pt x="1261431" y="8187662"/>
                  <a:pt x="1303939" y="8237326"/>
                  <a:pt x="1302038" y="8243034"/>
                </a:cubicBezTo>
                <a:cubicBezTo>
                  <a:pt x="1297504" y="8256655"/>
                  <a:pt x="1270143" y="8261724"/>
                  <a:pt x="1263055" y="8250257"/>
                </a:cubicBezTo>
                <a:close/>
                <a:moveTo>
                  <a:pt x="2925425" y="8141493"/>
                </a:moveTo>
                <a:cubicBezTo>
                  <a:pt x="2915967" y="8111466"/>
                  <a:pt x="2908069" y="8068584"/>
                  <a:pt x="2886393" y="7929562"/>
                </a:cubicBezTo>
                <a:cubicBezTo>
                  <a:pt x="2854282" y="7723615"/>
                  <a:pt x="2840364" y="6990442"/>
                  <a:pt x="2862886" y="6691312"/>
                </a:cubicBezTo>
                <a:cubicBezTo>
                  <a:pt x="2878474" y="6484291"/>
                  <a:pt x="2885334" y="6448425"/>
                  <a:pt x="2909348" y="6448425"/>
                </a:cubicBezTo>
                <a:cubicBezTo>
                  <a:pt x="2917134" y="6448425"/>
                  <a:pt x="2928230" y="6439595"/>
                  <a:pt x="2934005" y="6428804"/>
                </a:cubicBezTo>
                <a:cubicBezTo>
                  <a:pt x="2951867" y="6395429"/>
                  <a:pt x="2994866" y="6407314"/>
                  <a:pt x="2998643" y="6446670"/>
                </a:cubicBezTo>
                <a:cubicBezTo>
                  <a:pt x="3001180" y="6473099"/>
                  <a:pt x="3003938" y="6476375"/>
                  <a:pt x="3015542" y="6466744"/>
                </a:cubicBezTo>
                <a:cubicBezTo>
                  <a:pt x="3039390" y="6446952"/>
                  <a:pt x="3043331" y="6465645"/>
                  <a:pt x="3040128" y="6583382"/>
                </a:cubicBezTo>
                <a:cubicBezTo>
                  <a:pt x="3037434" y="6682370"/>
                  <a:pt x="3039193" y="6699262"/>
                  <a:pt x="3053260" y="6709548"/>
                </a:cubicBezTo>
                <a:cubicBezTo>
                  <a:pt x="3068454" y="6720659"/>
                  <a:pt x="3068776" y="6752698"/>
                  <a:pt x="3058248" y="7206431"/>
                </a:cubicBezTo>
                <a:cubicBezTo>
                  <a:pt x="3046023" y="7733316"/>
                  <a:pt x="3033428" y="7934362"/>
                  <a:pt x="3004888" y="8058150"/>
                </a:cubicBezTo>
                <a:cubicBezTo>
                  <a:pt x="3001868" y="8071246"/>
                  <a:pt x="2997411" y="8091494"/>
                  <a:pt x="2994983" y="8103144"/>
                </a:cubicBezTo>
                <a:cubicBezTo>
                  <a:pt x="2979348" y="8178149"/>
                  <a:pt x="2943243" y="8198055"/>
                  <a:pt x="2925425" y="8141493"/>
                </a:cubicBezTo>
                <a:close/>
                <a:moveTo>
                  <a:pt x="3359063" y="8065293"/>
                </a:moveTo>
                <a:cubicBezTo>
                  <a:pt x="3371269" y="7843988"/>
                  <a:pt x="3527074" y="7576087"/>
                  <a:pt x="3569519" y="7703421"/>
                </a:cubicBezTo>
                <a:cubicBezTo>
                  <a:pt x="3596873" y="7785484"/>
                  <a:pt x="3517242" y="7978945"/>
                  <a:pt x="3402156" y="8110020"/>
                </a:cubicBezTo>
                <a:cubicBezTo>
                  <a:pt x="3359227" y="8158913"/>
                  <a:pt x="3354188" y="8153683"/>
                  <a:pt x="3359063" y="8065293"/>
                </a:cubicBezTo>
                <a:close/>
                <a:moveTo>
                  <a:pt x="2504849" y="8010207"/>
                </a:moveTo>
                <a:cubicBezTo>
                  <a:pt x="2468382" y="7958995"/>
                  <a:pt x="2393181" y="7815477"/>
                  <a:pt x="2332826" y="7681912"/>
                </a:cubicBezTo>
                <a:cubicBezTo>
                  <a:pt x="2299613" y="7608410"/>
                  <a:pt x="2245808" y="7446232"/>
                  <a:pt x="2236363" y="7391153"/>
                </a:cubicBezTo>
                <a:lnTo>
                  <a:pt x="2225019" y="7325002"/>
                </a:lnTo>
                <a:lnTo>
                  <a:pt x="2252529" y="7296288"/>
                </a:lnTo>
                <a:cubicBezTo>
                  <a:pt x="2281001" y="7266570"/>
                  <a:pt x="2317495" y="7258731"/>
                  <a:pt x="2330770" y="7279481"/>
                </a:cubicBezTo>
                <a:cubicBezTo>
                  <a:pt x="2334959" y="7286029"/>
                  <a:pt x="2346136" y="7295673"/>
                  <a:pt x="2355607" y="7300912"/>
                </a:cubicBezTo>
                <a:cubicBezTo>
                  <a:pt x="2399804" y="7325360"/>
                  <a:pt x="2505243" y="7644931"/>
                  <a:pt x="2538493" y="7855213"/>
                </a:cubicBezTo>
                <a:cubicBezTo>
                  <a:pt x="2563335" y="8012320"/>
                  <a:pt x="2550022" y="8073648"/>
                  <a:pt x="2504849" y="8010207"/>
                </a:cubicBezTo>
                <a:close/>
                <a:moveTo>
                  <a:pt x="3643026" y="7405074"/>
                </a:moveTo>
                <a:cubicBezTo>
                  <a:pt x="3646819" y="7369660"/>
                  <a:pt x="3655935" y="7317597"/>
                  <a:pt x="3663286" y="7289378"/>
                </a:cubicBezTo>
                <a:cubicBezTo>
                  <a:pt x="3670636" y="7261159"/>
                  <a:pt x="3676650" y="7224263"/>
                  <a:pt x="3676650" y="7207387"/>
                </a:cubicBezTo>
                <a:cubicBezTo>
                  <a:pt x="3676650" y="7117344"/>
                  <a:pt x="3766251" y="6879124"/>
                  <a:pt x="3844483" y="6761172"/>
                </a:cubicBezTo>
                <a:cubicBezTo>
                  <a:pt x="3881985" y="6704631"/>
                  <a:pt x="3890778" y="6696975"/>
                  <a:pt x="3924826" y="6691223"/>
                </a:cubicBezTo>
                <a:cubicBezTo>
                  <a:pt x="3966071" y="6684255"/>
                  <a:pt x="3995681" y="6698646"/>
                  <a:pt x="3986944" y="6721413"/>
                </a:cubicBezTo>
                <a:cubicBezTo>
                  <a:pt x="3984251" y="6728432"/>
                  <a:pt x="3985910" y="6734175"/>
                  <a:pt x="3990632" y="6734175"/>
                </a:cubicBezTo>
                <a:cubicBezTo>
                  <a:pt x="4010564" y="6734175"/>
                  <a:pt x="4010493" y="6774818"/>
                  <a:pt x="3990489" y="6816141"/>
                </a:cubicBezTo>
                <a:cubicBezTo>
                  <a:pt x="3978947" y="6839982"/>
                  <a:pt x="3968294" y="6879513"/>
                  <a:pt x="3966814" y="6903988"/>
                </a:cubicBezTo>
                <a:cubicBezTo>
                  <a:pt x="3965335" y="6928462"/>
                  <a:pt x="3954652" y="6969918"/>
                  <a:pt x="3943074" y="6996112"/>
                </a:cubicBezTo>
                <a:cubicBezTo>
                  <a:pt x="3853395" y="7199006"/>
                  <a:pt x="3781526" y="7330711"/>
                  <a:pt x="3757610" y="7335990"/>
                </a:cubicBezTo>
                <a:cubicBezTo>
                  <a:pt x="3750081" y="7337652"/>
                  <a:pt x="3727132" y="7366873"/>
                  <a:pt x="3706612" y="7400925"/>
                </a:cubicBezTo>
                <a:cubicBezTo>
                  <a:pt x="3653858" y="7488469"/>
                  <a:pt x="3633956" y="7489768"/>
                  <a:pt x="3643026" y="7405074"/>
                </a:cubicBezTo>
                <a:close/>
                <a:moveTo>
                  <a:pt x="3021203" y="5933383"/>
                </a:moveTo>
                <a:cubicBezTo>
                  <a:pt x="3014422" y="5922525"/>
                  <a:pt x="3006325" y="5877520"/>
                  <a:pt x="3003210" y="5833371"/>
                </a:cubicBezTo>
                <a:cubicBezTo>
                  <a:pt x="2999435" y="5779886"/>
                  <a:pt x="2993686" y="5753100"/>
                  <a:pt x="2985982" y="5753100"/>
                </a:cubicBezTo>
                <a:cubicBezTo>
                  <a:pt x="2978280" y="5753100"/>
                  <a:pt x="2972296" y="5725270"/>
                  <a:pt x="2968062" y="5669756"/>
                </a:cubicBezTo>
                <a:cubicBezTo>
                  <a:pt x="2964566" y="5623917"/>
                  <a:pt x="2957548" y="5554265"/>
                  <a:pt x="2952466" y="5514975"/>
                </a:cubicBezTo>
                <a:cubicBezTo>
                  <a:pt x="2935411" y="5383092"/>
                  <a:pt x="2905894" y="5120392"/>
                  <a:pt x="2899491" y="5043487"/>
                </a:cubicBezTo>
                <a:cubicBezTo>
                  <a:pt x="2896002" y="5001577"/>
                  <a:pt x="2892195" y="4960858"/>
                  <a:pt x="2891033" y="4953000"/>
                </a:cubicBezTo>
                <a:cubicBezTo>
                  <a:pt x="2889870" y="4945141"/>
                  <a:pt x="2885611" y="4899427"/>
                  <a:pt x="2881569" y="4851412"/>
                </a:cubicBezTo>
                <a:cubicBezTo>
                  <a:pt x="2875437" y="4778584"/>
                  <a:pt x="2871339" y="4763359"/>
                  <a:pt x="2856849" y="4759569"/>
                </a:cubicBezTo>
                <a:cubicBezTo>
                  <a:pt x="2847295" y="4757071"/>
                  <a:pt x="2839567" y="4747064"/>
                  <a:pt x="2839675" y="4737332"/>
                </a:cubicBezTo>
                <a:cubicBezTo>
                  <a:pt x="2839782" y="4727600"/>
                  <a:pt x="2835309" y="4701716"/>
                  <a:pt x="2829734" y="4679812"/>
                </a:cubicBezTo>
                <a:cubicBezTo>
                  <a:pt x="2820536" y="4643671"/>
                  <a:pt x="2798326" y="4447801"/>
                  <a:pt x="2798900" y="4407881"/>
                </a:cubicBezTo>
                <a:cubicBezTo>
                  <a:pt x="2799305" y="4379731"/>
                  <a:pt x="2782197" y="4379309"/>
                  <a:pt x="2775465" y="4407304"/>
                </a:cubicBezTo>
                <a:cubicBezTo>
                  <a:pt x="2762130" y="4462751"/>
                  <a:pt x="2540328" y="5012434"/>
                  <a:pt x="2521684" y="5036238"/>
                </a:cubicBezTo>
                <a:cubicBezTo>
                  <a:pt x="2516600" y="5042729"/>
                  <a:pt x="2508161" y="5045395"/>
                  <a:pt x="2502930" y="5042162"/>
                </a:cubicBezTo>
                <a:cubicBezTo>
                  <a:pt x="2489839" y="5034071"/>
                  <a:pt x="2476821" y="5057188"/>
                  <a:pt x="2476645" y="5088835"/>
                </a:cubicBezTo>
                <a:cubicBezTo>
                  <a:pt x="2476438" y="5126248"/>
                  <a:pt x="2440062" y="5198838"/>
                  <a:pt x="2418014" y="5205836"/>
                </a:cubicBezTo>
                <a:cubicBezTo>
                  <a:pt x="2379450" y="5218076"/>
                  <a:pt x="2369224" y="5194094"/>
                  <a:pt x="2376379" y="5108197"/>
                </a:cubicBezTo>
                <a:cubicBezTo>
                  <a:pt x="2381827" y="5042795"/>
                  <a:pt x="2380603" y="5029200"/>
                  <a:pt x="2369265" y="5029200"/>
                </a:cubicBezTo>
                <a:cubicBezTo>
                  <a:pt x="2351143" y="5029200"/>
                  <a:pt x="2343150" y="4899182"/>
                  <a:pt x="2343150" y="4604417"/>
                </a:cubicBezTo>
                <a:cubicBezTo>
                  <a:pt x="2343150" y="4461025"/>
                  <a:pt x="2339645" y="4380458"/>
                  <a:pt x="2333235" y="4376496"/>
                </a:cubicBezTo>
                <a:cubicBezTo>
                  <a:pt x="2326742" y="4372483"/>
                  <a:pt x="2324277" y="4303511"/>
                  <a:pt x="2326092" y="4176595"/>
                </a:cubicBezTo>
                <a:lnTo>
                  <a:pt x="2328862" y="3982821"/>
                </a:lnTo>
                <a:lnTo>
                  <a:pt x="2300287" y="4000324"/>
                </a:lnTo>
                <a:cubicBezTo>
                  <a:pt x="2250553" y="4030786"/>
                  <a:pt x="2128857" y="4092961"/>
                  <a:pt x="2104572" y="4100315"/>
                </a:cubicBezTo>
                <a:cubicBezTo>
                  <a:pt x="2072788" y="4109940"/>
                  <a:pt x="1914525" y="4200270"/>
                  <a:pt x="1914525" y="4208786"/>
                </a:cubicBezTo>
                <a:cubicBezTo>
                  <a:pt x="1914525" y="4218197"/>
                  <a:pt x="1805186" y="4281104"/>
                  <a:pt x="1619380" y="4378593"/>
                </a:cubicBezTo>
                <a:cubicBezTo>
                  <a:pt x="1581548" y="4398443"/>
                  <a:pt x="1549815" y="4409056"/>
                  <a:pt x="1537522" y="4405971"/>
                </a:cubicBezTo>
                <a:cubicBezTo>
                  <a:pt x="1520816" y="4401778"/>
                  <a:pt x="1343063" y="4496315"/>
                  <a:pt x="1190625" y="4590466"/>
                </a:cubicBezTo>
                <a:cubicBezTo>
                  <a:pt x="1182766" y="4595320"/>
                  <a:pt x="1149135" y="4613510"/>
                  <a:pt x="1115887" y="4630889"/>
                </a:cubicBezTo>
                <a:cubicBezTo>
                  <a:pt x="1082640" y="4648268"/>
                  <a:pt x="1051737" y="4669384"/>
                  <a:pt x="1047214" y="4677815"/>
                </a:cubicBezTo>
                <a:cubicBezTo>
                  <a:pt x="1034504" y="4701502"/>
                  <a:pt x="922779" y="4764422"/>
                  <a:pt x="902734" y="4759180"/>
                </a:cubicBezTo>
                <a:cubicBezTo>
                  <a:pt x="893027" y="4756642"/>
                  <a:pt x="877751" y="4762229"/>
                  <a:pt x="868786" y="4771596"/>
                </a:cubicBezTo>
                <a:cubicBezTo>
                  <a:pt x="841866" y="4799726"/>
                  <a:pt x="762726" y="4837106"/>
                  <a:pt x="741720" y="4831613"/>
                </a:cubicBezTo>
                <a:cubicBezTo>
                  <a:pt x="684516" y="4816654"/>
                  <a:pt x="702661" y="4759288"/>
                  <a:pt x="784671" y="4695825"/>
                </a:cubicBezTo>
                <a:cubicBezTo>
                  <a:pt x="808365" y="4677489"/>
                  <a:pt x="831653" y="4651771"/>
                  <a:pt x="836422" y="4638675"/>
                </a:cubicBezTo>
                <a:cubicBezTo>
                  <a:pt x="845054" y="4614968"/>
                  <a:pt x="942794" y="4496015"/>
                  <a:pt x="1028168" y="4405312"/>
                </a:cubicBezTo>
                <a:cubicBezTo>
                  <a:pt x="1052822" y="4379118"/>
                  <a:pt x="1080721" y="4345214"/>
                  <a:pt x="1090165" y="4329970"/>
                </a:cubicBezTo>
                <a:cubicBezTo>
                  <a:pt x="1126079" y="4271995"/>
                  <a:pt x="1392327" y="3991204"/>
                  <a:pt x="1479947" y="3918897"/>
                </a:cubicBezTo>
                <a:cubicBezTo>
                  <a:pt x="1533358" y="3874821"/>
                  <a:pt x="1571534" y="3836218"/>
                  <a:pt x="1571567" y="3826251"/>
                </a:cubicBezTo>
                <a:cubicBezTo>
                  <a:pt x="1571635" y="3806091"/>
                  <a:pt x="1768379" y="3576511"/>
                  <a:pt x="1866125" y="3482534"/>
                </a:cubicBezTo>
                <a:cubicBezTo>
                  <a:pt x="1903610" y="3446493"/>
                  <a:pt x="1933050" y="3415958"/>
                  <a:pt x="1931546" y="3414678"/>
                </a:cubicBezTo>
                <a:cubicBezTo>
                  <a:pt x="1930042" y="3413397"/>
                  <a:pt x="1883806" y="3402967"/>
                  <a:pt x="1828800" y="3391499"/>
                </a:cubicBezTo>
                <a:cubicBezTo>
                  <a:pt x="1773793" y="3380032"/>
                  <a:pt x="1655528" y="3349842"/>
                  <a:pt x="1565990" y="3324412"/>
                </a:cubicBezTo>
                <a:cubicBezTo>
                  <a:pt x="1361990" y="3266473"/>
                  <a:pt x="1240825" y="3241639"/>
                  <a:pt x="1227440" y="3255024"/>
                </a:cubicBezTo>
                <a:cubicBezTo>
                  <a:pt x="1221400" y="3261064"/>
                  <a:pt x="1207876" y="3261755"/>
                  <a:pt x="1192223" y="3256823"/>
                </a:cubicBezTo>
                <a:cubicBezTo>
                  <a:pt x="1154044" y="3244795"/>
                  <a:pt x="1035646" y="3219396"/>
                  <a:pt x="1017887" y="3219425"/>
                </a:cubicBezTo>
                <a:cubicBezTo>
                  <a:pt x="990583" y="3219468"/>
                  <a:pt x="901153" y="3187153"/>
                  <a:pt x="885636" y="3171636"/>
                </a:cubicBezTo>
                <a:cubicBezTo>
                  <a:pt x="873282" y="3159282"/>
                  <a:pt x="797616" y="3139210"/>
                  <a:pt x="650081" y="3109153"/>
                </a:cubicBezTo>
                <a:cubicBezTo>
                  <a:pt x="638294" y="3106751"/>
                  <a:pt x="628650" y="3109154"/>
                  <a:pt x="628650" y="3114493"/>
                </a:cubicBezTo>
                <a:cubicBezTo>
                  <a:pt x="628650" y="3129433"/>
                  <a:pt x="608496" y="3126778"/>
                  <a:pt x="445392" y="3090352"/>
                </a:cubicBezTo>
                <a:cubicBezTo>
                  <a:pt x="270277" y="3051244"/>
                  <a:pt x="247650" y="3043829"/>
                  <a:pt x="247650" y="3025554"/>
                </a:cubicBezTo>
                <a:cubicBezTo>
                  <a:pt x="247650" y="3010319"/>
                  <a:pt x="181737" y="2991129"/>
                  <a:pt x="111086" y="2985795"/>
                </a:cubicBezTo>
                <a:cubicBezTo>
                  <a:pt x="79728" y="2983427"/>
                  <a:pt x="54403" y="2974226"/>
                  <a:pt x="31803" y="2956988"/>
                </a:cubicBezTo>
                <a:lnTo>
                  <a:pt x="-1403" y="2931659"/>
                </a:lnTo>
                <a:lnTo>
                  <a:pt x="20008" y="2908867"/>
                </a:lnTo>
                <a:cubicBezTo>
                  <a:pt x="38797" y="2888867"/>
                  <a:pt x="49933" y="2886075"/>
                  <a:pt x="110898" y="2886075"/>
                </a:cubicBezTo>
                <a:cubicBezTo>
                  <a:pt x="165837" y="2886075"/>
                  <a:pt x="179328" y="2883342"/>
                  <a:pt x="175366" y="2873016"/>
                </a:cubicBezTo>
                <a:cubicBezTo>
                  <a:pt x="167590" y="2852754"/>
                  <a:pt x="188722" y="2849112"/>
                  <a:pt x="349888" y="2842945"/>
                </a:cubicBezTo>
                <a:cubicBezTo>
                  <a:pt x="432484" y="2839784"/>
                  <a:pt x="512921" y="2833581"/>
                  <a:pt x="528637" y="2829161"/>
                </a:cubicBezTo>
                <a:cubicBezTo>
                  <a:pt x="544353" y="2824741"/>
                  <a:pt x="583931" y="2818666"/>
                  <a:pt x="616588" y="2815662"/>
                </a:cubicBezTo>
                <a:cubicBezTo>
                  <a:pt x="649245" y="2812657"/>
                  <a:pt x="711395" y="2803930"/>
                  <a:pt x="754700" y="2796267"/>
                </a:cubicBezTo>
                <a:cubicBezTo>
                  <a:pt x="859110" y="2777792"/>
                  <a:pt x="1136854" y="2736315"/>
                  <a:pt x="1238250" y="2724056"/>
                </a:cubicBezTo>
                <a:cubicBezTo>
                  <a:pt x="1282779" y="2718672"/>
                  <a:pt x="1347073" y="2710046"/>
                  <a:pt x="1381125" y="2704886"/>
                </a:cubicBezTo>
                <a:cubicBezTo>
                  <a:pt x="1415176" y="2699727"/>
                  <a:pt x="1483756" y="2691125"/>
                  <a:pt x="1533525" y="2685771"/>
                </a:cubicBezTo>
                <a:cubicBezTo>
                  <a:pt x="1583293" y="2680418"/>
                  <a:pt x="1630441" y="2674174"/>
                  <a:pt x="1638300" y="2671897"/>
                </a:cubicBezTo>
                <a:cubicBezTo>
                  <a:pt x="1646158" y="2669620"/>
                  <a:pt x="1680448" y="2665441"/>
                  <a:pt x="1714500" y="2662609"/>
                </a:cubicBezTo>
                <a:cubicBezTo>
                  <a:pt x="1748551" y="2659778"/>
                  <a:pt x="1814988" y="2653106"/>
                  <a:pt x="1862137" y="2647783"/>
                </a:cubicBezTo>
                <a:cubicBezTo>
                  <a:pt x="1909286" y="2642460"/>
                  <a:pt x="1972813" y="2637105"/>
                  <a:pt x="2003309" y="2635884"/>
                </a:cubicBezTo>
                <a:lnTo>
                  <a:pt x="2058757" y="2633662"/>
                </a:lnTo>
                <a:lnTo>
                  <a:pt x="2006984" y="2552700"/>
                </a:lnTo>
                <a:cubicBezTo>
                  <a:pt x="1978509" y="2508170"/>
                  <a:pt x="1911929" y="2398871"/>
                  <a:pt x="1859029" y="2309812"/>
                </a:cubicBezTo>
                <a:cubicBezTo>
                  <a:pt x="1731196" y="2094602"/>
                  <a:pt x="1730177" y="2093157"/>
                  <a:pt x="1716221" y="2107113"/>
                </a:cubicBezTo>
                <a:cubicBezTo>
                  <a:pt x="1707394" y="2115940"/>
                  <a:pt x="1701320" y="2114977"/>
                  <a:pt x="1689167" y="2102825"/>
                </a:cubicBezTo>
                <a:cubicBezTo>
                  <a:pt x="1670832" y="2084489"/>
                  <a:pt x="1505356" y="1844281"/>
                  <a:pt x="1329794" y="1581150"/>
                </a:cubicBezTo>
                <a:cubicBezTo>
                  <a:pt x="1300084" y="1536620"/>
                  <a:pt x="1261379" y="1479540"/>
                  <a:pt x="1243784" y="1454305"/>
                </a:cubicBezTo>
                <a:cubicBezTo>
                  <a:pt x="1226188" y="1429071"/>
                  <a:pt x="1213558" y="1401210"/>
                  <a:pt x="1215717" y="1392393"/>
                </a:cubicBezTo>
                <a:cubicBezTo>
                  <a:pt x="1220098" y="1374503"/>
                  <a:pt x="1210026" y="1357991"/>
                  <a:pt x="1131093" y="1253669"/>
                </a:cubicBezTo>
                <a:cubicBezTo>
                  <a:pt x="1071923" y="1175466"/>
                  <a:pt x="1066350" y="1158533"/>
                  <a:pt x="1094777" y="1143319"/>
                </a:cubicBezTo>
                <a:cubicBezTo>
                  <a:pt x="1110032" y="1135155"/>
                  <a:pt x="1120789" y="1139986"/>
                  <a:pt x="1156852" y="1171198"/>
                </a:cubicBezTo>
                <a:cubicBezTo>
                  <a:pt x="1180844" y="1191963"/>
                  <a:pt x="1206465" y="1206653"/>
                  <a:pt x="1213788" y="1203843"/>
                </a:cubicBezTo>
                <a:cubicBezTo>
                  <a:pt x="1226024" y="1199148"/>
                  <a:pt x="1299526" y="1255704"/>
                  <a:pt x="1317304" y="1283493"/>
                </a:cubicBezTo>
                <a:cubicBezTo>
                  <a:pt x="1321493" y="1290042"/>
                  <a:pt x="1330744" y="1295400"/>
                  <a:pt x="1337861" y="1295400"/>
                </a:cubicBezTo>
                <a:cubicBezTo>
                  <a:pt x="1344978" y="1295400"/>
                  <a:pt x="1371554" y="1315753"/>
                  <a:pt x="1396919" y="1340629"/>
                </a:cubicBezTo>
                <a:cubicBezTo>
                  <a:pt x="1456156" y="1398724"/>
                  <a:pt x="1598990" y="1507503"/>
                  <a:pt x="1878096" y="1707081"/>
                </a:cubicBezTo>
                <a:cubicBezTo>
                  <a:pt x="1949738" y="1758310"/>
                  <a:pt x="2012770" y="1800225"/>
                  <a:pt x="2018167" y="1800225"/>
                </a:cubicBezTo>
                <a:cubicBezTo>
                  <a:pt x="2029119" y="1800224"/>
                  <a:pt x="2031905" y="1801981"/>
                  <a:pt x="2249517" y="1946102"/>
                </a:cubicBezTo>
                <a:cubicBezTo>
                  <a:pt x="2533638" y="2134270"/>
                  <a:pt x="2538567" y="2138279"/>
                  <a:pt x="2493877" y="2144843"/>
                </a:cubicBezTo>
                <a:cubicBezTo>
                  <a:pt x="2476829" y="2147347"/>
                  <a:pt x="2483637" y="2155064"/>
                  <a:pt x="2532277" y="2188368"/>
                </a:cubicBezTo>
                <a:cubicBezTo>
                  <a:pt x="2564793" y="2210633"/>
                  <a:pt x="2597920" y="2228850"/>
                  <a:pt x="2605891" y="2228850"/>
                </a:cubicBezTo>
                <a:cubicBezTo>
                  <a:pt x="2613863" y="2228850"/>
                  <a:pt x="2636231" y="2239649"/>
                  <a:pt x="2655599" y="2252849"/>
                </a:cubicBezTo>
                <a:lnTo>
                  <a:pt x="2690812" y="2276848"/>
                </a:lnTo>
                <a:lnTo>
                  <a:pt x="2696564" y="2231417"/>
                </a:lnTo>
                <a:cubicBezTo>
                  <a:pt x="2699728" y="2206431"/>
                  <a:pt x="2711437" y="2119550"/>
                  <a:pt x="2722583" y="2038350"/>
                </a:cubicBezTo>
                <a:cubicBezTo>
                  <a:pt x="2733730" y="1957149"/>
                  <a:pt x="2747590" y="1843563"/>
                  <a:pt x="2753384" y="1785937"/>
                </a:cubicBezTo>
                <a:cubicBezTo>
                  <a:pt x="2759178" y="1728311"/>
                  <a:pt x="2765430" y="1670446"/>
                  <a:pt x="2767277" y="1657350"/>
                </a:cubicBezTo>
                <a:cubicBezTo>
                  <a:pt x="2769124" y="1644253"/>
                  <a:pt x="2773278" y="1614249"/>
                  <a:pt x="2776509" y="1590675"/>
                </a:cubicBezTo>
                <a:cubicBezTo>
                  <a:pt x="2779739" y="1567100"/>
                  <a:pt x="2786844" y="1519951"/>
                  <a:pt x="2792298" y="1485900"/>
                </a:cubicBezTo>
                <a:cubicBezTo>
                  <a:pt x="2797752" y="1451848"/>
                  <a:pt x="2805380" y="1396126"/>
                  <a:pt x="2809250" y="1362075"/>
                </a:cubicBezTo>
                <a:cubicBezTo>
                  <a:pt x="2819290" y="1273729"/>
                  <a:pt x="2839869" y="1200150"/>
                  <a:pt x="2854538" y="1200150"/>
                </a:cubicBezTo>
                <a:cubicBezTo>
                  <a:pt x="2861645" y="1200150"/>
                  <a:pt x="2867317" y="1188865"/>
                  <a:pt x="2867703" y="1173956"/>
                </a:cubicBezTo>
                <a:cubicBezTo>
                  <a:pt x="2868077" y="1159549"/>
                  <a:pt x="2870248" y="1132587"/>
                  <a:pt x="2872528" y="1114040"/>
                </a:cubicBezTo>
                <a:cubicBezTo>
                  <a:pt x="2874808" y="1095492"/>
                  <a:pt x="2878727" y="1061202"/>
                  <a:pt x="2881236" y="1037840"/>
                </a:cubicBezTo>
                <a:cubicBezTo>
                  <a:pt x="2883745" y="1014477"/>
                  <a:pt x="2890028" y="956786"/>
                  <a:pt x="2895198" y="909637"/>
                </a:cubicBezTo>
                <a:cubicBezTo>
                  <a:pt x="2900368" y="862488"/>
                  <a:pt x="2907234" y="778906"/>
                  <a:pt x="2910454" y="723900"/>
                </a:cubicBezTo>
                <a:cubicBezTo>
                  <a:pt x="2913675" y="668893"/>
                  <a:pt x="2920703" y="618584"/>
                  <a:pt x="2926071" y="612102"/>
                </a:cubicBezTo>
                <a:cubicBezTo>
                  <a:pt x="2931439" y="605620"/>
                  <a:pt x="2933803" y="594905"/>
                  <a:pt x="2931324" y="588290"/>
                </a:cubicBezTo>
                <a:cubicBezTo>
                  <a:pt x="2925518" y="572791"/>
                  <a:pt x="2939649" y="379273"/>
                  <a:pt x="2953509" y="284482"/>
                </a:cubicBezTo>
                <a:cubicBezTo>
                  <a:pt x="2962085" y="225835"/>
                  <a:pt x="2967813" y="210323"/>
                  <a:pt x="2982295" y="206536"/>
                </a:cubicBezTo>
                <a:cubicBezTo>
                  <a:pt x="2998027" y="202422"/>
                  <a:pt x="3000375" y="192517"/>
                  <a:pt x="3000375" y="130251"/>
                </a:cubicBezTo>
                <a:cubicBezTo>
                  <a:pt x="3000374" y="-62868"/>
                  <a:pt x="3101113" y="-38111"/>
                  <a:pt x="3109879" y="157162"/>
                </a:cubicBezTo>
                <a:cubicBezTo>
                  <a:pt x="3110819" y="178117"/>
                  <a:pt x="3112283" y="209192"/>
                  <a:pt x="3113132" y="226218"/>
                </a:cubicBezTo>
                <a:cubicBezTo>
                  <a:pt x="3114123" y="246108"/>
                  <a:pt x="3119581" y="257175"/>
                  <a:pt x="3128400" y="257175"/>
                </a:cubicBezTo>
                <a:cubicBezTo>
                  <a:pt x="3149730" y="257175"/>
                  <a:pt x="3153217" y="268892"/>
                  <a:pt x="3167430" y="388334"/>
                </a:cubicBezTo>
                <a:cubicBezTo>
                  <a:pt x="3191678" y="592111"/>
                  <a:pt x="3205745" y="694490"/>
                  <a:pt x="3242984" y="938212"/>
                </a:cubicBezTo>
                <a:cubicBezTo>
                  <a:pt x="3261502" y="1059403"/>
                  <a:pt x="3274592" y="1153131"/>
                  <a:pt x="3287215" y="1254918"/>
                </a:cubicBezTo>
                <a:cubicBezTo>
                  <a:pt x="3294932" y="1317142"/>
                  <a:pt x="3301919" y="1343025"/>
                  <a:pt x="3311002" y="1343024"/>
                </a:cubicBezTo>
                <a:cubicBezTo>
                  <a:pt x="3318075" y="1343024"/>
                  <a:pt x="3326008" y="1352669"/>
                  <a:pt x="3328631" y="1364456"/>
                </a:cubicBezTo>
                <a:cubicBezTo>
                  <a:pt x="3335933" y="1397266"/>
                  <a:pt x="3361527" y="1573198"/>
                  <a:pt x="3376782" y="1695450"/>
                </a:cubicBezTo>
                <a:cubicBezTo>
                  <a:pt x="3384300" y="1755695"/>
                  <a:pt x="3394813" y="1830705"/>
                  <a:pt x="3400145" y="1862137"/>
                </a:cubicBezTo>
                <a:cubicBezTo>
                  <a:pt x="3413160" y="1938862"/>
                  <a:pt x="3412478" y="1952625"/>
                  <a:pt x="3395662" y="1952625"/>
                </a:cubicBezTo>
                <a:cubicBezTo>
                  <a:pt x="3387804" y="1952625"/>
                  <a:pt x="3381375" y="1956763"/>
                  <a:pt x="3381375" y="1961822"/>
                </a:cubicBezTo>
                <a:cubicBezTo>
                  <a:pt x="3381375" y="1999996"/>
                  <a:pt x="3412772" y="2190564"/>
                  <a:pt x="3422065" y="2208794"/>
                </a:cubicBezTo>
                <a:cubicBezTo>
                  <a:pt x="3428459" y="2221338"/>
                  <a:pt x="3433707" y="2251986"/>
                  <a:pt x="3433727" y="2276901"/>
                </a:cubicBezTo>
                <a:cubicBezTo>
                  <a:pt x="3433748" y="2304472"/>
                  <a:pt x="3437469" y="2319925"/>
                  <a:pt x="3443234" y="2316386"/>
                </a:cubicBezTo>
                <a:cubicBezTo>
                  <a:pt x="3470113" y="2299888"/>
                  <a:pt x="3504012" y="2263209"/>
                  <a:pt x="3499351" y="2255667"/>
                </a:cubicBezTo>
                <a:cubicBezTo>
                  <a:pt x="3490776" y="2241793"/>
                  <a:pt x="3521802" y="2201703"/>
                  <a:pt x="3619624" y="2100262"/>
                </a:cubicBezTo>
                <a:cubicBezTo>
                  <a:pt x="3670142" y="2047875"/>
                  <a:pt x="3734239" y="1977151"/>
                  <a:pt x="3762063" y="1943100"/>
                </a:cubicBezTo>
                <a:cubicBezTo>
                  <a:pt x="3815933" y="1877170"/>
                  <a:pt x="4430975" y="1248801"/>
                  <a:pt x="4455550" y="1234586"/>
                </a:cubicBezTo>
                <a:cubicBezTo>
                  <a:pt x="4467190" y="1227853"/>
                  <a:pt x="4469048" y="1230248"/>
                  <a:pt x="4464797" y="1246505"/>
                </a:cubicBezTo>
                <a:cubicBezTo>
                  <a:pt x="4461181" y="1260332"/>
                  <a:pt x="4463006" y="1264750"/>
                  <a:pt x="4470494" y="1260296"/>
                </a:cubicBezTo>
                <a:cubicBezTo>
                  <a:pt x="4480849" y="1254135"/>
                  <a:pt x="4831940" y="911132"/>
                  <a:pt x="4848921" y="890587"/>
                </a:cubicBezTo>
                <a:cubicBezTo>
                  <a:pt x="4926044" y="797274"/>
                  <a:pt x="4951702" y="779260"/>
                  <a:pt x="4977269" y="800479"/>
                </a:cubicBezTo>
                <a:cubicBezTo>
                  <a:pt x="5005739" y="824107"/>
                  <a:pt x="4981451" y="886218"/>
                  <a:pt x="4904442" y="986717"/>
                </a:cubicBezTo>
                <a:cubicBezTo>
                  <a:pt x="4884000" y="1013394"/>
                  <a:pt x="4867275" y="1040918"/>
                  <a:pt x="4867275" y="1047881"/>
                </a:cubicBezTo>
                <a:cubicBezTo>
                  <a:pt x="4867275" y="1054844"/>
                  <a:pt x="4829198" y="1125171"/>
                  <a:pt x="4782661" y="1204164"/>
                </a:cubicBezTo>
                <a:cubicBezTo>
                  <a:pt x="4736124" y="1283157"/>
                  <a:pt x="4689685" y="1362789"/>
                  <a:pt x="4679465" y="1381125"/>
                </a:cubicBezTo>
                <a:cubicBezTo>
                  <a:pt x="4669244" y="1399460"/>
                  <a:pt x="4627219" y="1474470"/>
                  <a:pt x="4586074" y="1547812"/>
                </a:cubicBezTo>
                <a:cubicBezTo>
                  <a:pt x="4493835" y="1712233"/>
                  <a:pt x="4479120" y="1742293"/>
                  <a:pt x="4408884" y="1909762"/>
                </a:cubicBezTo>
                <a:cubicBezTo>
                  <a:pt x="4390066" y="1954630"/>
                  <a:pt x="4210283" y="2289713"/>
                  <a:pt x="4174703" y="2346231"/>
                </a:cubicBezTo>
                <a:cubicBezTo>
                  <a:pt x="4155746" y="2376344"/>
                  <a:pt x="4149360" y="2380645"/>
                  <a:pt x="4137820" y="2371067"/>
                </a:cubicBezTo>
                <a:cubicBezTo>
                  <a:pt x="4130144" y="2364697"/>
                  <a:pt x="4122896" y="2361167"/>
                  <a:pt x="4121713" y="2363223"/>
                </a:cubicBezTo>
                <a:cubicBezTo>
                  <a:pt x="4120530" y="2365280"/>
                  <a:pt x="4111827" y="2379821"/>
                  <a:pt x="4102374" y="2395537"/>
                </a:cubicBezTo>
                <a:cubicBezTo>
                  <a:pt x="4092920" y="2411253"/>
                  <a:pt x="4078499" y="2439114"/>
                  <a:pt x="4070328" y="2457450"/>
                </a:cubicBezTo>
                <a:cubicBezTo>
                  <a:pt x="4062156" y="2475785"/>
                  <a:pt x="4047388" y="2502164"/>
                  <a:pt x="4037510" y="2516070"/>
                </a:cubicBezTo>
                <a:cubicBezTo>
                  <a:pt x="4027632" y="2529975"/>
                  <a:pt x="4019550" y="2546049"/>
                  <a:pt x="4019550" y="2551789"/>
                </a:cubicBezTo>
                <a:cubicBezTo>
                  <a:pt x="4019550" y="2567065"/>
                  <a:pt x="4140626" y="2565655"/>
                  <a:pt x="4145816" y="2550318"/>
                </a:cubicBezTo>
                <a:cubicBezTo>
                  <a:pt x="4150743" y="2535758"/>
                  <a:pt x="4670352" y="2539067"/>
                  <a:pt x="4697946" y="2553835"/>
                </a:cubicBezTo>
                <a:cubicBezTo>
                  <a:pt x="4707630" y="2559018"/>
                  <a:pt x="4815151" y="2562705"/>
                  <a:pt x="4945940" y="2562339"/>
                </a:cubicBezTo>
                <a:cubicBezTo>
                  <a:pt x="5301184" y="2561344"/>
                  <a:pt x="5820655" y="2582010"/>
                  <a:pt x="5826550" y="2597372"/>
                </a:cubicBezTo>
                <a:cubicBezTo>
                  <a:pt x="5829934" y="2606191"/>
                  <a:pt x="5853243" y="2609850"/>
                  <a:pt x="5906050" y="2609850"/>
                </a:cubicBezTo>
                <a:cubicBezTo>
                  <a:pt x="6044512" y="2609849"/>
                  <a:pt x="6120317" y="2638461"/>
                  <a:pt x="6080928" y="2675854"/>
                </a:cubicBezTo>
                <a:cubicBezTo>
                  <a:pt x="6060306" y="2695430"/>
                  <a:pt x="5980289" y="2724150"/>
                  <a:pt x="5946366" y="2724150"/>
                </a:cubicBezTo>
                <a:cubicBezTo>
                  <a:pt x="5934038" y="2724150"/>
                  <a:pt x="5921358" y="2730907"/>
                  <a:pt x="5918189" y="2739167"/>
                </a:cubicBezTo>
                <a:cubicBezTo>
                  <a:pt x="5915020" y="2747426"/>
                  <a:pt x="5901224" y="2758519"/>
                  <a:pt x="5887532" y="2763818"/>
                </a:cubicBezTo>
                <a:cubicBezTo>
                  <a:pt x="5835337" y="2784017"/>
                  <a:pt x="5701554" y="2820153"/>
                  <a:pt x="5666449" y="2823534"/>
                </a:cubicBezTo>
                <a:cubicBezTo>
                  <a:pt x="5607821" y="2829181"/>
                  <a:pt x="5170391" y="2972283"/>
                  <a:pt x="5053012" y="3024215"/>
                </a:cubicBezTo>
                <a:cubicBezTo>
                  <a:pt x="4967873" y="3061884"/>
                  <a:pt x="4734502" y="3148390"/>
                  <a:pt x="4520602" y="3221569"/>
                </a:cubicBezTo>
                <a:cubicBezTo>
                  <a:pt x="4449543" y="3245880"/>
                  <a:pt x="4425680" y="3250470"/>
                  <a:pt x="4412590" y="3242346"/>
                </a:cubicBezTo>
                <a:cubicBezTo>
                  <a:pt x="4393749" y="3230652"/>
                  <a:pt x="4323262" y="3245653"/>
                  <a:pt x="4318343" y="3262403"/>
                </a:cubicBezTo>
                <a:cubicBezTo>
                  <a:pt x="4316820" y="3267592"/>
                  <a:pt x="4331453" y="3283902"/>
                  <a:pt x="4350861" y="3298648"/>
                </a:cubicBezTo>
                <a:cubicBezTo>
                  <a:pt x="4398523" y="3334858"/>
                  <a:pt x="4731466" y="3663783"/>
                  <a:pt x="4743816" y="3686859"/>
                </a:cubicBezTo>
                <a:cubicBezTo>
                  <a:pt x="4758648" y="3714573"/>
                  <a:pt x="4735806" y="3710343"/>
                  <a:pt x="4701542" y="3679031"/>
                </a:cubicBezTo>
                <a:cubicBezTo>
                  <a:pt x="4666250" y="3646778"/>
                  <a:pt x="4981541" y="3954984"/>
                  <a:pt x="5103880" y="4072327"/>
                </a:cubicBezTo>
                <a:cubicBezTo>
                  <a:pt x="5152812" y="4119261"/>
                  <a:pt x="5200527" y="4161948"/>
                  <a:pt x="5209912" y="4167187"/>
                </a:cubicBezTo>
                <a:cubicBezTo>
                  <a:pt x="5253843" y="4191708"/>
                  <a:pt x="5495575" y="4438002"/>
                  <a:pt x="5489992" y="4452552"/>
                </a:cubicBezTo>
                <a:cubicBezTo>
                  <a:pt x="5478314" y="4482984"/>
                  <a:pt x="5449894" y="4488814"/>
                  <a:pt x="5415836" y="4467765"/>
                </a:cubicBezTo>
                <a:cubicBezTo>
                  <a:pt x="5398402" y="4456990"/>
                  <a:pt x="5374878" y="4448175"/>
                  <a:pt x="5363560" y="4448175"/>
                </a:cubicBezTo>
                <a:cubicBezTo>
                  <a:pt x="5338558" y="4448175"/>
                  <a:pt x="5242444" y="4400688"/>
                  <a:pt x="5204450" y="4369563"/>
                </a:cubicBezTo>
                <a:cubicBezTo>
                  <a:pt x="5189263" y="4357121"/>
                  <a:pt x="5153263" y="4337026"/>
                  <a:pt x="5124450" y="4324906"/>
                </a:cubicBezTo>
                <a:cubicBezTo>
                  <a:pt x="5095636" y="4312787"/>
                  <a:pt x="5046345" y="4291051"/>
                  <a:pt x="5014912" y="4276605"/>
                </a:cubicBezTo>
                <a:cubicBezTo>
                  <a:pt x="4824347" y="4189022"/>
                  <a:pt x="4741134" y="4152900"/>
                  <a:pt x="4729936" y="4152900"/>
                </a:cubicBezTo>
                <a:cubicBezTo>
                  <a:pt x="4722956" y="4152900"/>
                  <a:pt x="4692066" y="4141619"/>
                  <a:pt x="4661291" y="4127831"/>
                </a:cubicBezTo>
                <a:cubicBezTo>
                  <a:pt x="4630516" y="4114043"/>
                  <a:pt x="4592478" y="4099490"/>
                  <a:pt x="4576762" y="4095489"/>
                </a:cubicBezTo>
                <a:cubicBezTo>
                  <a:pt x="4561046" y="4091489"/>
                  <a:pt x="4516040" y="4075210"/>
                  <a:pt x="4476750" y="4059314"/>
                </a:cubicBezTo>
                <a:cubicBezTo>
                  <a:pt x="4437459" y="4043417"/>
                  <a:pt x="4317444" y="3995194"/>
                  <a:pt x="4210050" y="3952151"/>
                </a:cubicBezTo>
                <a:cubicBezTo>
                  <a:pt x="4009057" y="3871595"/>
                  <a:pt x="3928511" y="3835154"/>
                  <a:pt x="3922809" y="3822197"/>
                </a:cubicBezTo>
                <a:cubicBezTo>
                  <a:pt x="3918455" y="3812302"/>
                  <a:pt x="3846913" y="3779436"/>
                  <a:pt x="3841504" y="3784845"/>
                </a:cubicBezTo>
                <a:cubicBezTo>
                  <a:pt x="3839174" y="3787175"/>
                  <a:pt x="3858992" y="3835140"/>
                  <a:pt x="3885546" y="3891433"/>
                </a:cubicBezTo>
                <a:cubicBezTo>
                  <a:pt x="3912099" y="3947726"/>
                  <a:pt x="3933825" y="4004258"/>
                  <a:pt x="3933825" y="4017060"/>
                </a:cubicBezTo>
                <a:cubicBezTo>
                  <a:pt x="3933825" y="4029862"/>
                  <a:pt x="3954145" y="4079593"/>
                  <a:pt x="3978981" y="4127574"/>
                </a:cubicBezTo>
                <a:cubicBezTo>
                  <a:pt x="4003817" y="4175555"/>
                  <a:pt x="4022972" y="4218426"/>
                  <a:pt x="4021548" y="4222842"/>
                </a:cubicBezTo>
                <a:cubicBezTo>
                  <a:pt x="4020124" y="4227259"/>
                  <a:pt x="4040137" y="4274408"/>
                  <a:pt x="4066022" y="4327617"/>
                </a:cubicBezTo>
                <a:cubicBezTo>
                  <a:pt x="4151155" y="4502616"/>
                  <a:pt x="4219575" y="4650010"/>
                  <a:pt x="4219575" y="4658411"/>
                </a:cubicBezTo>
                <a:cubicBezTo>
                  <a:pt x="4219575" y="4666647"/>
                  <a:pt x="4224913" y="4676694"/>
                  <a:pt x="4295086" y="4800529"/>
                </a:cubicBezTo>
                <a:cubicBezTo>
                  <a:pt x="4315491" y="4836539"/>
                  <a:pt x="4335189" y="4875932"/>
                  <a:pt x="4338858" y="4888069"/>
                </a:cubicBezTo>
                <a:cubicBezTo>
                  <a:pt x="4342527" y="4900207"/>
                  <a:pt x="4357909" y="4932090"/>
                  <a:pt x="4373039" y="4958921"/>
                </a:cubicBezTo>
                <a:cubicBezTo>
                  <a:pt x="4405867" y="5017135"/>
                  <a:pt x="4407256" y="5034465"/>
                  <a:pt x="4380254" y="5048916"/>
                </a:cubicBezTo>
                <a:cubicBezTo>
                  <a:pt x="4362036" y="5058666"/>
                  <a:pt x="4353750" y="5053287"/>
                  <a:pt x="4299292" y="4996364"/>
                </a:cubicBezTo>
                <a:cubicBezTo>
                  <a:pt x="4265925" y="4961487"/>
                  <a:pt x="4238625" y="4927522"/>
                  <a:pt x="4238625" y="4920888"/>
                </a:cubicBezTo>
                <a:cubicBezTo>
                  <a:pt x="4238625" y="4901979"/>
                  <a:pt x="3933434" y="4603993"/>
                  <a:pt x="3824287" y="4516330"/>
                </a:cubicBezTo>
                <a:cubicBezTo>
                  <a:pt x="3798093" y="4495292"/>
                  <a:pt x="3693080" y="4396851"/>
                  <a:pt x="3590925" y="4297571"/>
                </a:cubicBezTo>
                <a:lnTo>
                  <a:pt x="3405187" y="4117062"/>
                </a:lnTo>
                <a:lnTo>
                  <a:pt x="3398652" y="4161175"/>
                </a:lnTo>
                <a:cubicBezTo>
                  <a:pt x="3395057" y="4185436"/>
                  <a:pt x="3388153" y="4224575"/>
                  <a:pt x="3383310" y="4248150"/>
                </a:cubicBezTo>
                <a:cubicBezTo>
                  <a:pt x="3378466" y="4271724"/>
                  <a:pt x="3367342" y="4327445"/>
                  <a:pt x="3358589" y="4371975"/>
                </a:cubicBezTo>
                <a:cubicBezTo>
                  <a:pt x="3349836" y="4416504"/>
                  <a:pt x="3338076" y="4469931"/>
                  <a:pt x="3332455" y="4490701"/>
                </a:cubicBezTo>
                <a:cubicBezTo>
                  <a:pt x="3326833" y="4511471"/>
                  <a:pt x="3322583" y="4553223"/>
                  <a:pt x="3323009" y="4583483"/>
                </a:cubicBezTo>
                <a:cubicBezTo>
                  <a:pt x="3323435" y="4613743"/>
                  <a:pt x="3317446" y="4682474"/>
                  <a:pt x="3309701" y="4736219"/>
                </a:cubicBezTo>
                <a:cubicBezTo>
                  <a:pt x="3301955" y="4789964"/>
                  <a:pt x="3291412" y="4863941"/>
                  <a:pt x="3286271" y="4900612"/>
                </a:cubicBezTo>
                <a:cubicBezTo>
                  <a:pt x="3264850" y="5053403"/>
                  <a:pt x="3256178" y="5087198"/>
                  <a:pt x="3239728" y="5081977"/>
                </a:cubicBezTo>
                <a:cubicBezTo>
                  <a:pt x="3226441" y="5077760"/>
                  <a:pt x="3223845" y="5087103"/>
                  <a:pt x="3221941" y="5145988"/>
                </a:cubicBezTo>
                <a:cubicBezTo>
                  <a:pt x="3220714" y="5183910"/>
                  <a:pt x="3215714" y="5234225"/>
                  <a:pt x="3210829" y="5257800"/>
                </a:cubicBezTo>
                <a:cubicBezTo>
                  <a:pt x="3205944" y="5281374"/>
                  <a:pt x="3197059" y="5339238"/>
                  <a:pt x="3191084" y="5386387"/>
                </a:cubicBezTo>
                <a:cubicBezTo>
                  <a:pt x="3179588" y="5477105"/>
                  <a:pt x="3155517" y="5651186"/>
                  <a:pt x="3147292" y="5703093"/>
                </a:cubicBezTo>
                <a:cubicBezTo>
                  <a:pt x="3144569" y="5720278"/>
                  <a:pt x="3136676" y="5734050"/>
                  <a:pt x="3129549" y="5734050"/>
                </a:cubicBezTo>
                <a:cubicBezTo>
                  <a:pt x="3111416" y="5734050"/>
                  <a:pt x="3105150" y="5755901"/>
                  <a:pt x="3105150" y="5819132"/>
                </a:cubicBezTo>
                <a:cubicBezTo>
                  <a:pt x="3105150" y="5927711"/>
                  <a:pt x="3057857" y="5992076"/>
                  <a:pt x="3021203" y="5933383"/>
                </a:cubicBezTo>
                <a:close/>
                <a:moveTo>
                  <a:pt x="3091389" y="4900612"/>
                </a:moveTo>
                <a:cubicBezTo>
                  <a:pt x="3100214" y="4837747"/>
                  <a:pt x="3110888" y="4744986"/>
                  <a:pt x="3115109" y="4694476"/>
                </a:cubicBezTo>
                <a:cubicBezTo>
                  <a:pt x="3124581" y="4581148"/>
                  <a:pt x="3161047" y="4399142"/>
                  <a:pt x="3176859" y="4386272"/>
                </a:cubicBezTo>
                <a:cubicBezTo>
                  <a:pt x="3183302" y="4381028"/>
                  <a:pt x="3191204" y="4357449"/>
                  <a:pt x="3194420" y="4333875"/>
                </a:cubicBezTo>
                <a:cubicBezTo>
                  <a:pt x="3197635" y="4310300"/>
                  <a:pt x="3206831" y="4256722"/>
                  <a:pt x="3214853" y="4214812"/>
                </a:cubicBezTo>
                <a:cubicBezTo>
                  <a:pt x="3222876" y="4172902"/>
                  <a:pt x="3234142" y="4108608"/>
                  <a:pt x="3239889" y="4071937"/>
                </a:cubicBezTo>
                <a:cubicBezTo>
                  <a:pt x="3245636" y="4035266"/>
                  <a:pt x="3254103" y="4001190"/>
                  <a:pt x="3258706" y="3996213"/>
                </a:cubicBezTo>
                <a:cubicBezTo>
                  <a:pt x="3263309" y="3991236"/>
                  <a:pt x="3267075" y="3979908"/>
                  <a:pt x="3267075" y="3971039"/>
                </a:cubicBezTo>
                <a:cubicBezTo>
                  <a:pt x="3267075" y="3962169"/>
                  <a:pt x="3273799" y="3952332"/>
                  <a:pt x="3282019" y="3949178"/>
                </a:cubicBezTo>
                <a:cubicBezTo>
                  <a:pt x="3291951" y="3945367"/>
                  <a:pt x="3294930" y="3937039"/>
                  <a:pt x="3290902" y="3924346"/>
                </a:cubicBezTo>
                <a:cubicBezTo>
                  <a:pt x="3283785" y="3901922"/>
                  <a:pt x="3292976" y="3867150"/>
                  <a:pt x="3306021" y="3867150"/>
                </a:cubicBezTo>
                <a:cubicBezTo>
                  <a:pt x="3311019" y="3867150"/>
                  <a:pt x="3320018" y="3877927"/>
                  <a:pt x="3326020" y="3891099"/>
                </a:cubicBezTo>
                <a:cubicBezTo>
                  <a:pt x="3333203" y="3906863"/>
                  <a:pt x="3342271" y="3913354"/>
                  <a:pt x="3352553" y="3910090"/>
                </a:cubicBezTo>
                <a:cubicBezTo>
                  <a:pt x="3361986" y="3907096"/>
                  <a:pt x="3378767" y="3916190"/>
                  <a:pt x="3394918" y="3933047"/>
                </a:cubicBezTo>
                <a:cubicBezTo>
                  <a:pt x="3409708" y="3948486"/>
                  <a:pt x="3427657" y="3958662"/>
                  <a:pt x="3435075" y="3955815"/>
                </a:cubicBezTo>
                <a:cubicBezTo>
                  <a:pt x="3458887" y="3946678"/>
                  <a:pt x="3593407" y="4059861"/>
                  <a:pt x="3779043" y="4245223"/>
                </a:cubicBezTo>
                <a:cubicBezTo>
                  <a:pt x="3853695" y="4319765"/>
                  <a:pt x="3914775" y="4377492"/>
                  <a:pt x="3914775" y="4373507"/>
                </a:cubicBezTo>
                <a:cubicBezTo>
                  <a:pt x="3914775" y="4369521"/>
                  <a:pt x="3910564" y="4362049"/>
                  <a:pt x="3905419" y="4356904"/>
                </a:cubicBezTo>
                <a:cubicBezTo>
                  <a:pt x="3900273" y="4351758"/>
                  <a:pt x="3883826" y="4324112"/>
                  <a:pt x="3868868" y="4295468"/>
                </a:cubicBezTo>
                <a:cubicBezTo>
                  <a:pt x="3853911" y="4266823"/>
                  <a:pt x="3817740" y="4198381"/>
                  <a:pt x="3788487" y="4143375"/>
                </a:cubicBezTo>
                <a:cubicBezTo>
                  <a:pt x="3744094" y="4059898"/>
                  <a:pt x="3590925" y="3715966"/>
                  <a:pt x="3590925" y="3699760"/>
                </a:cubicBezTo>
                <a:cubicBezTo>
                  <a:pt x="3590925" y="3697042"/>
                  <a:pt x="3575923" y="3662776"/>
                  <a:pt x="3557587" y="3623613"/>
                </a:cubicBezTo>
                <a:cubicBezTo>
                  <a:pt x="3539251" y="3584449"/>
                  <a:pt x="3524250" y="3547830"/>
                  <a:pt x="3524250" y="3542236"/>
                </a:cubicBezTo>
                <a:cubicBezTo>
                  <a:pt x="3524250" y="3528366"/>
                  <a:pt x="3563789" y="3496379"/>
                  <a:pt x="3581400" y="3496003"/>
                </a:cubicBezTo>
                <a:cubicBezTo>
                  <a:pt x="3595630" y="3495700"/>
                  <a:pt x="3818874" y="3582425"/>
                  <a:pt x="3850352" y="3600485"/>
                </a:cubicBezTo>
                <a:cubicBezTo>
                  <a:pt x="3859448" y="3605704"/>
                  <a:pt x="3881045" y="3609975"/>
                  <a:pt x="3898344" y="3609975"/>
                </a:cubicBezTo>
                <a:cubicBezTo>
                  <a:pt x="3915643" y="3609975"/>
                  <a:pt x="3946776" y="3618793"/>
                  <a:pt x="3967529" y="3629572"/>
                </a:cubicBezTo>
                <a:cubicBezTo>
                  <a:pt x="4012439" y="3652897"/>
                  <a:pt x="4076076" y="3676317"/>
                  <a:pt x="4095070" y="3676511"/>
                </a:cubicBezTo>
                <a:cubicBezTo>
                  <a:pt x="4108040" y="3676643"/>
                  <a:pt x="4339793" y="3777008"/>
                  <a:pt x="4481512" y="3843866"/>
                </a:cubicBezTo>
                <a:cubicBezTo>
                  <a:pt x="4755209" y="3972987"/>
                  <a:pt x="4746809" y="3969634"/>
                  <a:pt x="4705350" y="3933202"/>
                </a:cubicBezTo>
                <a:cubicBezTo>
                  <a:pt x="4687014" y="3917090"/>
                  <a:pt x="4562713" y="3795893"/>
                  <a:pt x="4429125" y="3663875"/>
                </a:cubicBezTo>
                <a:cubicBezTo>
                  <a:pt x="4295536" y="3531858"/>
                  <a:pt x="4135686" y="3376552"/>
                  <a:pt x="4073901" y="3318751"/>
                </a:cubicBezTo>
                <a:cubicBezTo>
                  <a:pt x="3997565" y="3247338"/>
                  <a:pt x="3963335" y="3209045"/>
                  <a:pt x="3967089" y="3199262"/>
                </a:cubicBezTo>
                <a:cubicBezTo>
                  <a:pt x="3972988" y="3183889"/>
                  <a:pt x="3997581" y="3174516"/>
                  <a:pt x="4176712" y="3119372"/>
                </a:cubicBezTo>
                <a:cubicBezTo>
                  <a:pt x="4239577" y="3100020"/>
                  <a:pt x="4299585" y="3080658"/>
                  <a:pt x="4310062" y="3076345"/>
                </a:cubicBezTo>
                <a:cubicBezTo>
                  <a:pt x="4341588" y="3063369"/>
                  <a:pt x="4460020" y="3028950"/>
                  <a:pt x="4473143" y="3028950"/>
                </a:cubicBezTo>
                <a:cubicBezTo>
                  <a:pt x="4492794" y="3028950"/>
                  <a:pt x="4533707" y="3007769"/>
                  <a:pt x="4528943" y="3000061"/>
                </a:cubicBezTo>
                <a:cubicBezTo>
                  <a:pt x="4526546" y="2996182"/>
                  <a:pt x="4529895" y="2988801"/>
                  <a:pt x="4536386" y="2983660"/>
                </a:cubicBezTo>
                <a:cubicBezTo>
                  <a:pt x="4548424" y="2974124"/>
                  <a:pt x="4787657" y="2892388"/>
                  <a:pt x="4891087" y="2862472"/>
                </a:cubicBezTo>
                <a:cubicBezTo>
                  <a:pt x="4922520" y="2853381"/>
                  <a:pt x="4986813" y="2833725"/>
                  <a:pt x="5033962" y="2818791"/>
                </a:cubicBezTo>
                <a:cubicBezTo>
                  <a:pt x="5081111" y="2803858"/>
                  <a:pt x="5135960" y="2788799"/>
                  <a:pt x="5155850" y="2785326"/>
                </a:cubicBezTo>
                <a:cubicBezTo>
                  <a:pt x="5229170" y="2772526"/>
                  <a:pt x="5175974" y="2769787"/>
                  <a:pt x="4882139" y="2771237"/>
                </a:cubicBezTo>
                <a:cubicBezTo>
                  <a:pt x="4677659" y="2772246"/>
                  <a:pt x="4581525" y="2769523"/>
                  <a:pt x="4581525" y="2762722"/>
                </a:cubicBezTo>
                <a:cubicBezTo>
                  <a:pt x="4581525" y="2757170"/>
                  <a:pt x="4601290" y="2752725"/>
                  <a:pt x="4625975" y="2752725"/>
                </a:cubicBezTo>
                <a:cubicBezTo>
                  <a:pt x="4650422" y="2752725"/>
                  <a:pt x="4667987" y="2750287"/>
                  <a:pt x="4665008" y="2747308"/>
                </a:cubicBezTo>
                <a:cubicBezTo>
                  <a:pt x="4662028" y="2744328"/>
                  <a:pt x="4453938" y="2742312"/>
                  <a:pt x="4202585" y="2742827"/>
                </a:cubicBezTo>
                <a:cubicBezTo>
                  <a:pt x="3695813" y="2743865"/>
                  <a:pt x="3714416" y="2746404"/>
                  <a:pt x="3759955" y="2682400"/>
                </a:cubicBezTo>
                <a:cubicBezTo>
                  <a:pt x="3773505" y="2663357"/>
                  <a:pt x="3785619" y="2638135"/>
                  <a:pt x="3786875" y="2626351"/>
                </a:cubicBezTo>
                <a:cubicBezTo>
                  <a:pt x="3788131" y="2614568"/>
                  <a:pt x="3811456" y="2566387"/>
                  <a:pt x="3838707" y="2519282"/>
                </a:cubicBezTo>
                <a:cubicBezTo>
                  <a:pt x="3865958" y="2472177"/>
                  <a:pt x="3909756" y="2390775"/>
                  <a:pt x="3936037" y="2338387"/>
                </a:cubicBezTo>
                <a:cubicBezTo>
                  <a:pt x="3984448" y="2241882"/>
                  <a:pt x="4057259" y="2114794"/>
                  <a:pt x="4106727" y="2040452"/>
                </a:cubicBezTo>
                <a:cubicBezTo>
                  <a:pt x="4121644" y="2018034"/>
                  <a:pt x="4133850" y="1991776"/>
                  <a:pt x="4133850" y="1982101"/>
                </a:cubicBezTo>
                <a:cubicBezTo>
                  <a:pt x="4133850" y="1960648"/>
                  <a:pt x="4240611" y="1750573"/>
                  <a:pt x="4273795" y="1706730"/>
                </a:cubicBezTo>
                <a:cubicBezTo>
                  <a:pt x="4328110" y="1634968"/>
                  <a:pt x="4281042" y="1678662"/>
                  <a:pt x="4109964" y="1858816"/>
                </a:cubicBezTo>
                <a:cubicBezTo>
                  <a:pt x="4010468" y="1963591"/>
                  <a:pt x="3903345" y="2073432"/>
                  <a:pt x="3871912" y="2102909"/>
                </a:cubicBezTo>
                <a:cubicBezTo>
                  <a:pt x="3840480" y="2132386"/>
                  <a:pt x="3758152" y="2211357"/>
                  <a:pt x="3688963" y="2278401"/>
                </a:cubicBezTo>
                <a:cubicBezTo>
                  <a:pt x="3568480" y="2395147"/>
                  <a:pt x="3525277" y="2424298"/>
                  <a:pt x="3536534" y="2381250"/>
                </a:cubicBezTo>
                <a:cubicBezTo>
                  <a:pt x="3543596" y="2354245"/>
                  <a:pt x="3532152" y="2357585"/>
                  <a:pt x="3499838" y="2391957"/>
                </a:cubicBezTo>
                <a:cubicBezTo>
                  <a:pt x="3484451" y="2408324"/>
                  <a:pt x="3446430" y="2443083"/>
                  <a:pt x="3415346" y="2469200"/>
                </a:cubicBezTo>
                <a:cubicBezTo>
                  <a:pt x="3362394" y="2513690"/>
                  <a:pt x="3358027" y="2515585"/>
                  <a:pt x="3346080" y="2499246"/>
                </a:cubicBezTo>
                <a:cubicBezTo>
                  <a:pt x="3339067" y="2489656"/>
                  <a:pt x="3335386" y="2476449"/>
                  <a:pt x="3337900" y="2469897"/>
                </a:cubicBezTo>
                <a:cubicBezTo>
                  <a:pt x="3340414" y="2463346"/>
                  <a:pt x="3338720" y="2446078"/>
                  <a:pt x="3334135" y="2431524"/>
                </a:cubicBezTo>
                <a:cubicBezTo>
                  <a:pt x="3329550" y="2416970"/>
                  <a:pt x="3323220" y="2393275"/>
                  <a:pt x="3320068" y="2378868"/>
                </a:cubicBezTo>
                <a:cubicBezTo>
                  <a:pt x="3316328" y="2361774"/>
                  <a:pt x="3308202" y="2352675"/>
                  <a:pt x="3296678" y="2352674"/>
                </a:cubicBezTo>
                <a:cubicBezTo>
                  <a:pt x="3279115" y="2352674"/>
                  <a:pt x="3257412" y="2266932"/>
                  <a:pt x="3243000" y="2140608"/>
                </a:cubicBezTo>
                <a:cubicBezTo>
                  <a:pt x="3238025" y="2096995"/>
                  <a:pt x="3230813" y="2044929"/>
                  <a:pt x="3225539" y="2014537"/>
                </a:cubicBezTo>
                <a:cubicBezTo>
                  <a:pt x="3221817" y="1993090"/>
                  <a:pt x="3210361" y="1898392"/>
                  <a:pt x="3205375" y="1847850"/>
                </a:cubicBezTo>
                <a:cubicBezTo>
                  <a:pt x="3203567" y="1829514"/>
                  <a:pt x="3197964" y="1775936"/>
                  <a:pt x="3192926" y="1728787"/>
                </a:cubicBezTo>
                <a:cubicBezTo>
                  <a:pt x="3187888" y="1681638"/>
                  <a:pt x="3183364" y="1636633"/>
                  <a:pt x="3182874" y="1628775"/>
                </a:cubicBezTo>
                <a:cubicBezTo>
                  <a:pt x="3179771" y="1579067"/>
                  <a:pt x="3116754" y="1261732"/>
                  <a:pt x="3095877" y="1190687"/>
                </a:cubicBezTo>
                <a:cubicBezTo>
                  <a:pt x="3090500" y="1172386"/>
                  <a:pt x="3085836" y="1138096"/>
                  <a:pt x="3085514" y="1114487"/>
                </a:cubicBezTo>
                <a:cubicBezTo>
                  <a:pt x="3085192" y="1090878"/>
                  <a:pt x="3079518" y="1041558"/>
                  <a:pt x="3072906" y="1004887"/>
                </a:cubicBezTo>
                <a:lnTo>
                  <a:pt x="3060882" y="938212"/>
                </a:lnTo>
                <a:lnTo>
                  <a:pt x="3053900" y="1019175"/>
                </a:lnTo>
                <a:cubicBezTo>
                  <a:pt x="3050060" y="1063704"/>
                  <a:pt x="3042894" y="1132284"/>
                  <a:pt x="3037976" y="1171575"/>
                </a:cubicBezTo>
                <a:cubicBezTo>
                  <a:pt x="3033058" y="1210865"/>
                  <a:pt x="3026653" y="1262300"/>
                  <a:pt x="3023743" y="1285875"/>
                </a:cubicBezTo>
                <a:cubicBezTo>
                  <a:pt x="2984733" y="1601945"/>
                  <a:pt x="2949565" y="1814445"/>
                  <a:pt x="2932955" y="1834459"/>
                </a:cubicBezTo>
                <a:cubicBezTo>
                  <a:pt x="2927662" y="1840837"/>
                  <a:pt x="2921153" y="1864675"/>
                  <a:pt x="2918491" y="1887433"/>
                </a:cubicBezTo>
                <a:cubicBezTo>
                  <a:pt x="2915828" y="1910192"/>
                  <a:pt x="2903319" y="1988820"/>
                  <a:pt x="2890692" y="2062162"/>
                </a:cubicBezTo>
                <a:cubicBezTo>
                  <a:pt x="2848063" y="2309770"/>
                  <a:pt x="2830622" y="2414399"/>
                  <a:pt x="2824531" y="2459052"/>
                </a:cubicBezTo>
                <a:cubicBezTo>
                  <a:pt x="2814627" y="2531664"/>
                  <a:pt x="2781529" y="2539936"/>
                  <a:pt x="2735424" y="2481322"/>
                </a:cubicBezTo>
                <a:cubicBezTo>
                  <a:pt x="2725096" y="2468192"/>
                  <a:pt x="2712313" y="2457450"/>
                  <a:pt x="2707019" y="2457450"/>
                </a:cubicBezTo>
                <a:cubicBezTo>
                  <a:pt x="2696944" y="2457450"/>
                  <a:pt x="2542873" y="2355908"/>
                  <a:pt x="2440781" y="2281984"/>
                </a:cubicBezTo>
                <a:cubicBezTo>
                  <a:pt x="2408039" y="2258275"/>
                  <a:pt x="2381342" y="2241979"/>
                  <a:pt x="2381455" y="2245770"/>
                </a:cubicBezTo>
                <a:cubicBezTo>
                  <a:pt x="2381568" y="2249560"/>
                  <a:pt x="2405142" y="2269485"/>
                  <a:pt x="2433842" y="2290046"/>
                </a:cubicBezTo>
                <a:cubicBezTo>
                  <a:pt x="2481457" y="2324158"/>
                  <a:pt x="2500787" y="2352675"/>
                  <a:pt x="2476295" y="2352675"/>
                </a:cubicBezTo>
                <a:cubicBezTo>
                  <a:pt x="2464492" y="2352675"/>
                  <a:pt x="2354288" y="2266475"/>
                  <a:pt x="2331845" y="2239688"/>
                </a:cubicBezTo>
                <a:cubicBezTo>
                  <a:pt x="2320552" y="2226210"/>
                  <a:pt x="2319137" y="2219307"/>
                  <a:pt x="2327082" y="2216459"/>
                </a:cubicBezTo>
                <a:cubicBezTo>
                  <a:pt x="2333300" y="2214231"/>
                  <a:pt x="2336244" y="2210511"/>
                  <a:pt x="2333625" y="2208192"/>
                </a:cubicBezTo>
                <a:cubicBezTo>
                  <a:pt x="2270464" y="2152290"/>
                  <a:pt x="2076450" y="2015767"/>
                  <a:pt x="2076450" y="2027224"/>
                </a:cubicBezTo>
                <a:cubicBezTo>
                  <a:pt x="2076450" y="2032502"/>
                  <a:pt x="2105382" y="2057948"/>
                  <a:pt x="2140743" y="2083769"/>
                </a:cubicBezTo>
                <a:cubicBezTo>
                  <a:pt x="2259580" y="2170544"/>
                  <a:pt x="2326960" y="2233426"/>
                  <a:pt x="2283054" y="2216577"/>
                </a:cubicBezTo>
                <a:cubicBezTo>
                  <a:pt x="2251111" y="2204320"/>
                  <a:pt x="2009273" y="2040074"/>
                  <a:pt x="1902155" y="1957887"/>
                </a:cubicBezTo>
                <a:cubicBezTo>
                  <a:pt x="1745281" y="1837526"/>
                  <a:pt x="1747020" y="1838677"/>
                  <a:pt x="1760691" y="1864222"/>
                </a:cubicBezTo>
                <a:cubicBezTo>
                  <a:pt x="1766775" y="1875588"/>
                  <a:pt x="1776432" y="1887781"/>
                  <a:pt x="1782152" y="1891316"/>
                </a:cubicBezTo>
                <a:cubicBezTo>
                  <a:pt x="1787872" y="1894851"/>
                  <a:pt x="1812141" y="1928308"/>
                  <a:pt x="1836083" y="1965665"/>
                </a:cubicBezTo>
                <a:cubicBezTo>
                  <a:pt x="1860025" y="2003022"/>
                  <a:pt x="1895510" y="2052875"/>
                  <a:pt x="1914939" y="2076450"/>
                </a:cubicBezTo>
                <a:cubicBezTo>
                  <a:pt x="1994118" y="2172523"/>
                  <a:pt x="2108144" y="2354279"/>
                  <a:pt x="2124066" y="2409794"/>
                </a:cubicBezTo>
                <a:cubicBezTo>
                  <a:pt x="2128606" y="2425625"/>
                  <a:pt x="2172256" y="2500768"/>
                  <a:pt x="2221066" y="2576778"/>
                </a:cubicBezTo>
                <a:cubicBezTo>
                  <a:pt x="2359369" y="2792152"/>
                  <a:pt x="2348008" y="2769669"/>
                  <a:pt x="2329099" y="2790563"/>
                </a:cubicBezTo>
                <a:cubicBezTo>
                  <a:pt x="2317602" y="2803266"/>
                  <a:pt x="2294207" y="2810226"/>
                  <a:pt x="2249406" y="2814268"/>
                </a:cubicBezTo>
                <a:cubicBezTo>
                  <a:pt x="2214525" y="2817415"/>
                  <a:pt x="2145268" y="2824426"/>
                  <a:pt x="2095500" y="2829848"/>
                </a:cubicBezTo>
                <a:cubicBezTo>
                  <a:pt x="2019030" y="2838179"/>
                  <a:pt x="1737858" y="2857516"/>
                  <a:pt x="1669958" y="2859114"/>
                </a:cubicBezTo>
                <a:cubicBezTo>
                  <a:pt x="1656285" y="2859436"/>
                  <a:pt x="1650958" y="2864108"/>
                  <a:pt x="1654308" y="2872838"/>
                </a:cubicBezTo>
                <a:cubicBezTo>
                  <a:pt x="1657345" y="2880753"/>
                  <a:pt x="1653233" y="2886075"/>
                  <a:pt x="1644081" y="2886075"/>
                </a:cubicBezTo>
                <a:cubicBezTo>
                  <a:pt x="1635662" y="2886075"/>
                  <a:pt x="1628775" y="2879645"/>
                  <a:pt x="1628775" y="2871787"/>
                </a:cubicBezTo>
                <a:cubicBezTo>
                  <a:pt x="1628775" y="2862897"/>
                  <a:pt x="1619779" y="2857500"/>
                  <a:pt x="1604962" y="2857500"/>
                </a:cubicBezTo>
                <a:cubicBezTo>
                  <a:pt x="1591865" y="2857500"/>
                  <a:pt x="1581150" y="2861786"/>
                  <a:pt x="1581150" y="2867025"/>
                </a:cubicBezTo>
                <a:cubicBezTo>
                  <a:pt x="1581150" y="2872263"/>
                  <a:pt x="1587579" y="2876550"/>
                  <a:pt x="1595437" y="2876550"/>
                </a:cubicBezTo>
                <a:cubicBezTo>
                  <a:pt x="1603295" y="2876550"/>
                  <a:pt x="1609725" y="2880130"/>
                  <a:pt x="1609725" y="2884507"/>
                </a:cubicBezTo>
                <a:cubicBezTo>
                  <a:pt x="1609724" y="2894736"/>
                  <a:pt x="1305631" y="2931434"/>
                  <a:pt x="1114425" y="2944280"/>
                </a:cubicBezTo>
                <a:cubicBezTo>
                  <a:pt x="1033224" y="2949736"/>
                  <a:pt x="938926" y="2957300"/>
                  <a:pt x="904875" y="2961089"/>
                </a:cubicBezTo>
                <a:lnTo>
                  <a:pt x="842962" y="2967979"/>
                </a:lnTo>
                <a:lnTo>
                  <a:pt x="881062" y="2975722"/>
                </a:lnTo>
                <a:cubicBezTo>
                  <a:pt x="902017" y="2979981"/>
                  <a:pt x="994171" y="2997871"/>
                  <a:pt x="1085850" y="3015480"/>
                </a:cubicBezTo>
                <a:cubicBezTo>
                  <a:pt x="1397857" y="3075405"/>
                  <a:pt x="1481137" y="3096435"/>
                  <a:pt x="1481137" y="3115297"/>
                </a:cubicBezTo>
                <a:cubicBezTo>
                  <a:pt x="1481137" y="3130505"/>
                  <a:pt x="1641748" y="3173904"/>
                  <a:pt x="1757362" y="3189935"/>
                </a:cubicBezTo>
                <a:cubicBezTo>
                  <a:pt x="1925106" y="3213194"/>
                  <a:pt x="2129695" y="3276790"/>
                  <a:pt x="2119792" y="3302595"/>
                </a:cubicBezTo>
                <a:cubicBezTo>
                  <a:pt x="2116596" y="3310926"/>
                  <a:pt x="2125273" y="3314700"/>
                  <a:pt x="2147624" y="3314700"/>
                </a:cubicBezTo>
                <a:cubicBezTo>
                  <a:pt x="2165486" y="3314700"/>
                  <a:pt x="2182865" y="3319174"/>
                  <a:pt x="2186245" y="3324642"/>
                </a:cubicBezTo>
                <a:cubicBezTo>
                  <a:pt x="2194816" y="3338510"/>
                  <a:pt x="2172970" y="3362325"/>
                  <a:pt x="2151677" y="3362325"/>
                </a:cubicBezTo>
                <a:cubicBezTo>
                  <a:pt x="2141010" y="3362325"/>
                  <a:pt x="2126337" y="3376506"/>
                  <a:pt x="2114719" y="3398043"/>
                </a:cubicBezTo>
                <a:cubicBezTo>
                  <a:pt x="2104122" y="3417689"/>
                  <a:pt x="2088107" y="3444478"/>
                  <a:pt x="2079131" y="3457575"/>
                </a:cubicBezTo>
                <a:lnTo>
                  <a:pt x="2062810" y="3481387"/>
                </a:lnTo>
                <a:lnTo>
                  <a:pt x="2083917" y="3463242"/>
                </a:lnTo>
                <a:cubicBezTo>
                  <a:pt x="2104757" y="3445327"/>
                  <a:pt x="2105025" y="3445347"/>
                  <a:pt x="2105025" y="3464825"/>
                </a:cubicBezTo>
                <a:cubicBezTo>
                  <a:pt x="2105025" y="3521206"/>
                  <a:pt x="1895805" y="3771165"/>
                  <a:pt x="1604799" y="4062455"/>
                </a:cubicBezTo>
                <a:cubicBezTo>
                  <a:pt x="1502766" y="4164587"/>
                  <a:pt x="1421640" y="4248150"/>
                  <a:pt x="1424519" y="4248150"/>
                </a:cubicBezTo>
                <a:cubicBezTo>
                  <a:pt x="1427398" y="4248150"/>
                  <a:pt x="1473461" y="4223024"/>
                  <a:pt x="1526883" y="4192315"/>
                </a:cubicBezTo>
                <a:cubicBezTo>
                  <a:pt x="1627498" y="4134477"/>
                  <a:pt x="1862748" y="4010025"/>
                  <a:pt x="1871464" y="4010025"/>
                </a:cubicBezTo>
                <a:cubicBezTo>
                  <a:pt x="1881536" y="4010025"/>
                  <a:pt x="1875980" y="4028159"/>
                  <a:pt x="1861457" y="4042682"/>
                </a:cubicBezTo>
                <a:cubicBezTo>
                  <a:pt x="1853224" y="4050914"/>
                  <a:pt x="1850828" y="4057650"/>
                  <a:pt x="1856132" y="4057650"/>
                </a:cubicBezTo>
                <a:cubicBezTo>
                  <a:pt x="1861436" y="4057650"/>
                  <a:pt x="1868208" y="4053714"/>
                  <a:pt x="1871181" y="4048903"/>
                </a:cubicBezTo>
                <a:cubicBezTo>
                  <a:pt x="1876233" y="4040728"/>
                  <a:pt x="1925191" y="4013470"/>
                  <a:pt x="2138362" y="3900143"/>
                </a:cubicBezTo>
                <a:cubicBezTo>
                  <a:pt x="2185511" y="3875078"/>
                  <a:pt x="2236946" y="3845009"/>
                  <a:pt x="2252662" y="3833324"/>
                </a:cubicBezTo>
                <a:cubicBezTo>
                  <a:pt x="2309114" y="3791350"/>
                  <a:pt x="2419917" y="3742135"/>
                  <a:pt x="2451142" y="3745165"/>
                </a:cubicBezTo>
                <a:cubicBezTo>
                  <a:pt x="2486810" y="3748625"/>
                  <a:pt x="2483257" y="3724016"/>
                  <a:pt x="2494877" y="4048125"/>
                </a:cubicBezTo>
                <a:cubicBezTo>
                  <a:pt x="2499290" y="4171235"/>
                  <a:pt x="2507759" y="4316968"/>
                  <a:pt x="2513697" y="4371975"/>
                </a:cubicBezTo>
                <a:cubicBezTo>
                  <a:pt x="2519635" y="4426981"/>
                  <a:pt x="2521865" y="4492347"/>
                  <a:pt x="2518652" y="4517231"/>
                </a:cubicBezTo>
                <a:cubicBezTo>
                  <a:pt x="2510386" y="4581267"/>
                  <a:pt x="2525718" y="4573320"/>
                  <a:pt x="2546238" y="4502930"/>
                </a:cubicBezTo>
                <a:cubicBezTo>
                  <a:pt x="2555782" y="4470195"/>
                  <a:pt x="2571629" y="4426267"/>
                  <a:pt x="2581454" y="4405312"/>
                </a:cubicBezTo>
                <a:cubicBezTo>
                  <a:pt x="2591280" y="4384357"/>
                  <a:pt x="2615060" y="4326493"/>
                  <a:pt x="2634299" y="4276725"/>
                </a:cubicBezTo>
                <a:cubicBezTo>
                  <a:pt x="2669948" y="4184504"/>
                  <a:pt x="2691493" y="4149253"/>
                  <a:pt x="2706529" y="4158546"/>
                </a:cubicBezTo>
                <a:cubicBezTo>
                  <a:pt x="2711154" y="4161404"/>
                  <a:pt x="2730169" y="4130227"/>
                  <a:pt x="2748785" y="4089265"/>
                </a:cubicBezTo>
                <a:cubicBezTo>
                  <a:pt x="2861149" y="3842018"/>
                  <a:pt x="2875968" y="3825915"/>
                  <a:pt x="2890560" y="3935208"/>
                </a:cubicBezTo>
                <a:cubicBezTo>
                  <a:pt x="2894741" y="3966524"/>
                  <a:pt x="2901444" y="3980756"/>
                  <a:pt x="2913496" y="3983908"/>
                </a:cubicBezTo>
                <a:cubicBezTo>
                  <a:pt x="2922862" y="3986357"/>
                  <a:pt x="2931111" y="3994307"/>
                  <a:pt x="2931827" y="4001574"/>
                </a:cubicBezTo>
                <a:cubicBezTo>
                  <a:pt x="2936188" y="4045816"/>
                  <a:pt x="2962819" y="4247377"/>
                  <a:pt x="2966923" y="4267200"/>
                </a:cubicBezTo>
                <a:cubicBezTo>
                  <a:pt x="2969634" y="4280296"/>
                  <a:pt x="2975929" y="4349313"/>
                  <a:pt x="2980912" y="4420570"/>
                </a:cubicBezTo>
                <a:cubicBezTo>
                  <a:pt x="2985895" y="4491827"/>
                  <a:pt x="2994081" y="4560407"/>
                  <a:pt x="2999102" y="4572970"/>
                </a:cubicBezTo>
                <a:cubicBezTo>
                  <a:pt x="3014741" y="4612096"/>
                  <a:pt x="3052669" y="4921787"/>
                  <a:pt x="3058476" y="5057775"/>
                </a:cubicBezTo>
                <a:cubicBezTo>
                  <a:pt x="3060044" y="5094479"/>
                  <a:pt x="3072572" y="5034656"/>
                  <a:pt x="3091389" y="4900612"/>
                </a:cubicBezTo>
                <a:close/>
                <a:moveTo>
                  <a:pt x="1735392" y="3881437"/>
                </a:moveTo>
                <a:cubicBezTo>
                  <a:pt x="1740856" y="3870960"/>
                  <a:pt x="1723067" y="3883818"/>
                  <a:pt x="1695860" y="3910012"/>
                </a:cubicBezTo>
                <a:cubicBezTo>
                  <a:pt x="1668653" y="3936206"/>
                  <a:pt x="1641922" y="3966210"/>
                  <a:pt x="1636457" y="3976687"/>
                </a:cubicBezTo>
                <a:cubicBezTo>
                  <a:pt x="1630993" y="3987165"/>
                  <a:pt x="1648782" y="3974306"/>
                  <a:pt x="1675989" y="3948112"/>
                </a:cubicBezTo>
                <a:cubicBezTo>
                  <a:pt x="1703196" y="3921918"/>
                  <a:pt x="1729927" y="3891915"/>
                  <a:pt x="1735392" y="3881437"/>
                </a:cubicBezTo>
                <a:close/>
              </a:path>
            </a:pathLst>
          </a:custGeom>
          <a:solidFill>
            <a:srgbClr val="BFD9F2"/>
          </a:solidFill>
          <a:ln>
            <a:noFill/>
          </a:ln>
        </p:spPr>
      </p:sp>
      <p:pic>
        <p:nvPicPr>
          <p:cNvPr id="6" name="doorbell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7962900"/>
            <a:ext cx="3886200" cy="5791200"/>
          </a:xfrm>
          <a:prstGeom prst="rect">
            <a:avLst/>
          </a:prstGeom>
        </p:spPr>
      </p:pic>
      <p:sp>
        <p:nvSpPr>
          <p:cNvPr id="7" name="TEXT: POV: your [product] just arrived"/>
          <p:cNvSpPr/>
          <p:nvPr/>
        </p:nvSpPr>
        <p:spPr>
          <a:xfrm rot="120000">
            <a:off x="628650" y="1166812"/>
            <a:ext cx="5981700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POV: your [product]</a:t>
            </a:r>
          </a:p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just arrived</a:t>
            </a:r>
          </a:p>
        </p:txBody>
      </p:sp>
      <p:sp>
        <p:nvSpPr>
          <p:cNvPr id="8" name="LETTERING: it's here"/>
          <p:cNvSpPr txBox="1"/>
          <p:nvPr/>
        </p:nvSpPr>
        <p:spPr>
          <a:xfrm rot="120000">
            <a:off x="1333500" y="2667000"/>
            <a:ext cx="7239000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it's </a:t>
            </a:r>
            <a:r>
              <a:rPr sz="15000" i="1">
                <a:solidFill>
                  <a:srgbClr val="FFFFFF"/>
                </a:solidFill>
                <a:latin typeface="DM Serif Display"/>
              </a:rPr>
              <a:t>here</a:t>
            </a:r>
          </a:p>
        </p:txBody>
      </p:sp>
      <p:sp>
        <p:nvSpPr>
          <p:cNvPr id="9" name="TEXT: ding dong!"/>
          <p:cNvSpPr/>
          <p:nvPr/>
        </p:nvSpPr>
        <p:spPr>
          <a:xfrm rot="360000">
            <a:off x="1343025" y="10906125"/>
            <a:ext cx="3600450" cy="8572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ding dong!</a:t>
            </a:r>
          </a:p>
        </p:txBody>
      </p:sp>
      <p:sp>
        <p:nvSpPr>
          <p:cNvPr id="10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ailer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562100" y="4305300"/>
            <a:ext cx="7162800" cy="7772400"/>
          </a:xfrm>
          <a:prstGeom prst="rect">
            <a:avLst/>
          </a:prstGeom>
        </p:spPr>
      </p:pic>
      <p:pic>
        <p:nvPicPr>
          <p:cNvPr id="4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54" y="4592759"/>
            <a:ext cx="1238250" cy="971550"/>
          </a:xfrm>
          <a:prstGeom prst="rect">
            <a:avLst/>
          </a:prstGeom>
        </p:spPr>
      </p:pic>
      <p:pic>
        <p:nvPicPr>
          <p:cNvPr id="5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00000">
            <a:off x="2661390" y="2682528"/>
            <a:ext cx="1238250" cy="971550"/>
          </a:xfrm>
          <a:prstGeom prst="rect">
            <a:avLst/>
          </a:prstGeom>
        </p:spPr>
      </p:pic>
      <p:pic>
        <p:nvPicPr>
          <p:cNvPr id="6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600000">
            <a:off x="6338986" y="3187950"/>
            <a:ext cx="1238250" cy="971550"/>
          </a:xfrm>
          <a:prstGeom prst="rect">
            <a:avLst/>
          </a:prstGeom>
        </p:spPr>
      </p:pic>
      <p:pic>
        <p:nvPicPr>
          <p:cNvPr id="7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600000">
            <a:off x="8453093" y="4606957"/>
            <a:ext cx="1238250" cy="971550"/>
          </a:xfrm>
          <a:prstGeom prst="rect">
            <a:avLst/>
          </a:prstGeom>
        </p:spPr>
      </p:pic>
      <p:pic>
        <p:nvPicPr>
          <p:cNvPr id="8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00000">
            <a:off x="8437194" y="7963602"/>
            <a:ext cx="1238250" cy="971550"/>
          </a:xfrm>
          <a:prstGeom prst="rect">
            <a:avLst/>
          </a:prstGeom>
        </p:spPr>
      </p:pic>
      <p:pic>
        <p:nvPicPr>
          <p:cNvPr id="9" name="packing peanut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00">
            <a:off x="1014773" y="8864590"/>
            <a:ext cx="1238250" cy="971550"/>
          </a:xfrm>
          <a:prstGeom prst="rect">
            <a:avLst/>
          </a:prstGeom>
        </p:spPr>
      </p:pic>
      <p:sp>
        <p:nvSpPr>
          <p:cNvPr id="10" name="TEXT: [still waiting for yours?]"/>
          <p:cNvSpPr/>
          <p:nvPr/>
        </p:nvSpPr>
        <p:spPr>
          <a:xfrm rot="120000">
            <a:off x="2881312" y="1042988"/>
            <a:ext cx="6048375" cy="2295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[still waiting</a:t>
            </a:r>
          </a:p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for yours?]</a:t>
            </a:r>
          </a:p>
        </p:txBody>
      </p:sp>
      <p:sp>
        <p:nvSpPr>
          <p:cNvPr id="11" name="TEXT: [it's on the way]"/>
          <p:cNvSpPr/>
          <p:nvPr/>
        </p:nvSpPr>
        <p:spPr>
          <a:xfrm rot="120000">
            <a:off x="695325" y="12239625"/>
            <a:ext cx="527685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[it's on the way]</a:t>
            </a:r>
          </a:p>
        </p:txBody>
      </p:sp>
      <p:sp>
        <p:nvSpPr>
          <p:cNvPr id="12" name="arrow"/>
          <p:cNvSpPr/>
          <p:nvPr/>
        </p:nvSpPr>
        <p:spPr>
          <a:xfrm rot="-120000">
            <a:off x="62388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ailbox" descr="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71750"/>
            <a:ext cx="8001000" cy="12001500"/>
          </a:xfrm>
          <a:prstGeom prst="rect">
            <a:avLst/>
          </a:prstGeom>
        </p:spPr>
      </p:pic>
      <p:sp>
        <p:nvSpPr>
          <p:cNvPr id="4" name="PHOTO: Out for delivery"/>
          <p:cNvSpPr/>
          <p:nvPr/>
        </p:nvSpPr>
        <p:spPr>
          <a:xfrm rot="0">
            <a:off x="2600325" y="5181600"/>
            <a:ext cx="5086350" cy="6819900"/>
          </a:xfrm>
          <a:prstGeom prst="round2SameRect">
            <a:avLst>
              <a:gd name="adj1" fmla="val 50000"/>
              <a:gd name="adj2" fmla="val 0"/>
            </a:avLst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out for delivery...]"/>
          <p:cNvSpPr/>
          <p:nvPr/>
        </p:nvSpPr>
        <p:spPr>
          <a:xfrm rot="120000">
            <a:off x="1428750" y="1557338"/>
            <a:ext cx="7429500" cy="1076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8026" rIns="208026" tIns="89154" bIns="89154"/>
          <a:lstStyle/>
          <a:p>
            <a:pPr algn="ctr">
              <a:lnSpc>
                <a:spcPts val="7137"/>
              </a:lnSpc>
            </a:pPr>
            <a:r>
              <a:rPr b="1" sz="5850">
                <a:solidFill>
                  <a:srgbClr val="181716"/>
                </a:solidFill>
                <a:latin typeface="Montserrat"/>
              </a:rPr>
              <a:t>[out for delivery...]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2152650" y="2033588"/>
            <a:ext cx="6362700" cy="11553825"/>
          </a:xfrm>
          <a:prstGeom prst="rect">
            <a:avLst/>
          </a:prstGeom>
        </p:spPr>
      </p:pic>
      <p:sp>
        <p:nvSpPr>
          <p:cNvPr id="4" name="PHOTO: Delivery screenshot"/>
          <p:cNvSpPr/>
          <p:nvPr/>
        </p:nvSpPr>
        <p:spPr>
          <a:xfrm rot="-180000">
            <a:off x="3095625" y="2938462"/>
            <a:ext cx="4467225" cy="97440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delivered!]"/>
          <p:cNvSpPr/>
          <p:nvPr/>
        </p:nvSpPr>
        <p:spPr>
          <a:xfrm rot="180000">
            <a:off x="442912" y="1581150"/>
            <a:ext cx="5400675" cy="12192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34696" rIns="234696" tIns="100584" bIns="100584"/>
          <a:lstStyle/>
          <a:p>
            <a:pPr algn="ctr">
              <a:lnSpc>
                <a:spcPts val="8052"/>
              </a:lnSpc>
            </a:pPr>
            <a:r>
              <a:rPr b="1" sz="6600">
                <a:solidFill>
                  <a:srgbClr val="181716"/>
                </a:solidFill>
                <a:latin typeface="Montserrat"/>
              </a:rPr>
              <a:t>[delivered!]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LETTERING: the wait"/>
          <p:cNvSpPr txBox="1"/>
          <p:nvPr/>
        </p:nvSpPr>
        <p:spPr>
          <a:xfrm rot="120000">
            <a:off x="942975" y="4457700"/>
            <a:ext cx="8401050" cy="2514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500" i="0">
                <a:solidFill>
                  <a:srgbClr val="7A1732"/>
                </a:solidFill>
                <a:latin typeface="DM Serif Display"/>
              </a:rPr>
              <a:t>the </a:t>
            </a:r>
            <a:r>
              <a:rPr sz="16500" i="0">
                <a:solidFill>
                  <a:srgbClr val="7A1732"/>
                </a:solidFill>
                <a:latin typeface="DM Serif Display"/>
              </a:rPr>
              <a:t>wait</a:t>
            </a:r>
          </a:p>
        </p:txBody>
      </p:sp>
      <p:sp>
        <p:nvSpPr>
          <p:cNvPr id="4" name="LETTERING: is over"/>
          <p:cNvSpPr txBox="1"/>
          <p:nvPr/>
        </p:nvSpPr>
        <p:spPr>
          <a:xfrm rot="120000">
            <a:off x="1619250" y="6629400"/>
            <a:ext cx="7429500" cy="2743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0" i="0">
                <a:solidFill>
                  <a:srgbClr val="7A1732"/>
                </a:solidFill>
                <a:latin typeface="DM Serif Display"/>
              </a:rPr>
              <a:t>is </a:t>
            </a:r>
            <a:r>
              <a:rPr sz="18000" i="1">
                <a:solidFill>
                  <a:srgbClr val="7A1732"/>
                </a:solidFill>
                <a:latin typeface="DM Serif Display"/>
              </a:rPr>
              <a:t>over</a:t>
            </a:r>
          </a:p>
        </p:txBody>
      </p:sp>
      <p:sp>
        <p:nvSpPr>
          <p:cNvPr id="5" name="sparkle"/>
          <p:cNvSpPr/>
          <p:nvPr/>
        </p:nvSpPr>
        <p:spPr>
          <a:xfrm rot="0">
            <a:off x="7715250" y="3028950"/>
            <a:ext cx="1333500" cy="1562100"/>
          </a:xfrm>
          <a:custGeom>
            <a:avLst/>
            <a:gdLst/>
            <a:ahLst/>
            <a:cxnLst/>
            <a:rect l="0" t="0" r="r" b="b"/>
            <a:pathLst>
              <a:path w="1333500" h="1562100">
                <a:moveTo>
                  <a:pt x="618418" y="1512655"/>
                </a:moveTo>
                <a:cubicBezTo>
                  <a:pt x="618030" y="1484843"/>
                  <a:pt x="614280" y="1442799"/>
                  <a:pt x="610086" y="1419225"/>
                </a:cubicBezTo>
                <a:lnTo>
                  <a:pt x="602459" y="1376362"/>
                </a:lnTo>
                <a:lnTo>
                  <a:pt x="600091" y="1419225"/>
                </a:lnTo>
                <a:cubicBezTo>
                  <a:pt x="597822" y="1460291"/>
                  <a:pt x="597375" y="1459493"/>
                  <a:pt x="589402" y="1400175"/>
                </a:cubicBezTo>
                <a:cubicBezTo>
                  <a:pt x="542502" y="1051228"/>
                  <a:pt x="471301" y="938677"/>
                  <a:pt x="261937" y="882530"/>
                </a:cubicBezTo>
                <a:cubicBezTo>
                  <a:pt x="191885" y="863743"/>
                  <a:pt x="181436" y="858721"/>
                  <a:pt x="204787" y="855059"/>
                </a:cubicBezTo>
                <a:cubicBezTo>
                  <a:pt x="226977" y="851580"/>
                  <a:pt x="223784" y="850292"/>
                  <a:pt x="190500" y="849298"/>
                </a:cubicBezTo>
                <a:cubicBezTo>
                  <a:pt x="159689" y="848376"/>
                  <a:pt x="151654" y="850612"/>
                  <a:pt x="161925" y="857250"/>
                </a:cubicBezTo>
                <a:cubicBezTo>
                  <a:pt x="172821" y="864291"/>
                  <a:pt x="169107" y="866517"/>
                  <a:pt x="146275" y="866629"/>
                </a:cubicBezTo>
                <a:cubicBezTo>
                  <a:pt x="113473" y="866788"/>
                  <a:pt x="95136" y="842594"/>
                  <a:pt x="121971" y="834562"/>
                </a:cubicBezTo>
                <a:cubicBezTo>
                  <a:pt x="130849" y="831905"/>
                  <a:pt x="109031" y="830986"/>
                  <a:pt x="73487" y="832520"/>
                </a:cubicBezTo>
                <a:cubicBezTo>
                  <a:pt x="-4584" y="835891"/>
                  <a:pt x="-18894" y="824491"/>
                  <a:pt x="50187" y="813960"/>
                </a:cubicBezTo>
                <a:cubicBezTo>
                  <a:pt x="87334" y="808296"/>
                  <a:pt x="93953" y="805176"/>
                  <a:pt x="76200" y="801694"/>
                </a:cubicBezTo>
                <a:cubicBezTo>
                  <a:pt x="58687" y="798261"/>
                  <a:pt x="67508" y="794282"/>
                  <a:pt x="109537" y="786656"/>
                </a:cubicBezTo>
                <a:cubicBezTo>
                  <a:pt x="146051" y="780031"/>
                  <a:pt x="166687" y="771643"/>
                  <a:pt x="166687" y="763425"/>
                </a:cubicBezTo>
                <a:cubicBezTo>
                  <a:pt x="166687" y="756352"/>
                  <a:pt x="186529" y="743032"/>
                  <a:pt x="210780" y="733826"/>
                </a:cubicBezTo>
                <a:cubicBezTo>
                  <a:pt x="427881" y="651416"/>
                  <a:pt x="568755" y="468541"/>
                  <a:pt x="615095" y="208966"/>
                </a:cubicBezTo>
                <a:cubicBezTo>
                  <a:pt x="632456" y="111712"/>
                  <a:pt x="654487" y="65348"/>
                  <a:pt x="644236" y="147637"/>
                </a:cubicBezTo>
                <a:cubicBezTo>
                  <a:pt x="640703" y="176003"/>
                  <a:pt x="641663" y="190011"/>
                  <a:pt x="646611" y="182278"/>
                </a:cubicBezTo>
                <a:cubicBezTo>
                  <a:pt x="653625" y="171316"/>
                  <a:pt x="655611" y="171316"/>
                  <a:pt x="659364" y="182278"/>
                </a:cubicBezTo>
                <a:cubicBezTo>
                  <a:pt x="661809" y="189419"/>
                  <a:pt x="669264" y="151121"/>
                  <a:pt x="675932" y="97171"/>
                </a:cubicBezTo>
                <a:cubicBezTo>
                  <a:pt x="688706" y="-6187"/>
                  <a:pt x="700460" y="-26390"/>
                  <a:pt x="696363" y="62054"/>
                </a:cubicBezTo>
                <a:cubicBezTo>
                  <a:pt x="694971" y="92120"/>
                  <a:pt x="697984" y="114300"/>
                  <a:pt x="703461" y="114300"/>
                </a:cubicBezTo>
                <a:cubicBezTo>
                  <a:pt x="708695" y="114300"/>
                  <a:pt x="714882" y="119657"/>
                  <a:pt x="717209" y="126206"/>
                </a:cubicBezTo>
                <a:cubicBezTo>
                  <a:pt x="719536" y="132754"/>
                  <a:pt x="720325" y="127396"/>
                  <a:pt x="718962" y="114300"/>
                </a:cubicBezTo>
                <a:cubicBezTo>
                  <a:pt x="717598" y="101203"/>
                  <a:pt x="719611" y="82040"/>
                  <a:pt x="723435" y="71716"/>
                </a:cubicBezTo>
                <a:cubicBezTo>
                  <a:pt x="727439" y="60902"/>
                  <a:pt x="732735" y="99261"/>
                  <a:pt x="735927" y="162203"/>
                </a:cubicBezTo>
                <a:cubicBezTo>
                  <a:pt x="753640" y="511501"/>
                  <a:pt x="868954" y="654570"/>
                  <a:pt x="1154586" y="681631"/>
                </a:cubicBezTo>
                <a:cubicBezTo>
                  <a:pt x="1223982" y="688205"/>
                  <a:pt x="1276169" y="703959"/>
                  <a:pt x="1230544" y="704560"/>
                </a:cubicBezTo>
                <a:cubicBezTo>
                  <a:pt x="1218360" y="704720"/>
                  <a:pt x="1211176" y="709098"/>
                  <a:pt x="1214437" y="714375"/>
                </a:cubicBezTo>
                <a:cubicBezTo>
                  <a:pt x="1217897" y="719973"/>
                  <a:pt x="1207657" y="723899"/>
                  <a:pt x="1189599" y="723900"/>
                </a:cubicBezTo>
                <a:cubicBezTo>
                  <a:pt x="1128489" y="723900"/>
                  <a:pt x="1171238" y="734494"/>
                  <a:pt x="1247947" y="738360"/>
                </a:cubicBezTo>
                <a:cubicBezTo>
                  <a:pt x="1335512" y="742773"/>
                  <a:pt x="1363372" y="752474"/>
                  <a:pt x="1288481" y="752474"/>
                </a:cubicBezTo>
                <a:cubicBezTo>
                  <a:pt x="1254429" y="752474"/>
                  <a:pt x="1238679" y="756667"/>
                  <a:pt x="1234805" y="766762"/>
                </a:cubicBezTo>
                <a:cubicBezTo>
                  <a:pt x="1231790" y="774620"/>
                  <a:pt x="1234188" y="781049"/>
                  <a:pt x="1240136" y="781050"/>
                </a:cubicBezTo>
                <a:cubicBezTo>
                  <a:pt x="1263233" y="781050"/>
                  <a:pt x="1238553" y="791104"/>
                  <a:pt x="1158540" y="814291"/>
                </a:cubicBezTo>
                <a:cubicBezTo>
                  <a:pt x="1009816" y="857390"/>
                  <a:pt x="918394" y="917731"/>
                  <a:pt x="844116" y="1021823"/>
                </a:cubicBezTo>
                <a:cubicBezTo>
                  <a:pt x="805883" y="1075401"/>
                  <a:pt x="742950" y="1209542"/>
                  <a:pt x="742950" y="1237455"/>
                </a:cubicBezTo>
                <a:cubicBezTo>
                  <a:pt x="742950" y="1251939"/>
                  <a:pt x="724041" y="1250415"/>
                  <a:pt x="723262" y="1235868"/>
                </a:cubicBezTo>
                <a:cubicBezTo>
                  <a:pt x="722625" y="1223968"/>
                  <a:pt x="695742" y="1302823"/>
                  <a:pt x="695469" y="1317393"/>
                </a:cubicBezTo>
                <a:cubicBezTo>
                  <a:pt x="695390" y="1321631"/>
                  <a:pt x="699611" y="1322450"/>
                  <a:pt x="704850" y="1319212"/>
                </a:cubicBezTo>
                <a:cubicBezTo>
                  <a:pt x="717242" y="1311553"/>
                  <a:pt x="717272" y="1311203"/>
                  <a:pt x="695116" y="1433100"/>
                </a:cubicBezTo>
                <a:cubicBezTo>
                  <a:pt x="673266" y="1553310"/>
                  <a:pt x="661653" y="1574321"/>
                  <a:pt x="652136" y="1510861"/>
                </a:cubicBezTo>
                <a:cubicBezTo>
                  <a:pt x="643705" y="1454635"/>
                  <a:pt x="630084" y="1453276"/>
                  <a:pt x="634737" y="1509124"/>
                </a:cubicBezTo>
                <a:cubicBezTo>
                  <a:pt x="636674" y="1532375"/>
                  <a:pt x="633953" y="1554059"/>
                  <a:pt x="628691" y="1557311"/>
                </a:cubicBezTo>
                <a:cubicBezTo>
                  <a:pt x="622774" y="1560968"/>
                  <a:pt x="618855" y="1543933"/>
                  <a:pt x="618418" y="1512655"/>
                </a:cubicBezTo>
                <a:close/>
                <a:moveTo>
                  <a:pt x="772401" y="1116806"/>
                </a:moveTo>
                <a:cubicBezTo>
                  <a:pt x="787085" y="1084064"/>
                  <a:pt x="796902" y="1057275"/>
                  <a:pt x="794217" y="1057275"/>
                </a:cubicBezTo>
                <a:cubicBezTo>
                  <a:pt x="786917" y="1057275"/>
                  <a:pt x="723798" y="1196930"/>
                  <a:pt x="724544" y="1211431"/>
                </a:cubicBezTo>
                <a:cubicBezTo>
                  <a:pt x="724899" y="1218323"/>
                  <a:pt x="729805" y="1213246"/>
                  <a:pt x="735446" y="1200150"/>
                </a:cubicBezTo>
                <a:cubicBezTo>
                  <a:pt x="741087" y="1187053"/>
                  <a:pt x="757717" y="1149548"/>
                  <a:pt x="772401" y="1116806"/>
                </a:cubicBezTo>
                <a:close/>
                <a:moveTo>
                  <a:pt x="680607" y="1100137"/>
                </a:moveTo>
                <a:cubicBezTo>
                  <a:pt x="726686" y="971099"/>
                  <a:pt x="833428" y="836487"/>
                  <a:pt x="927518" y="788757"/>
                </a:cubicBezTo>
                <a:lnTo>
                  <a:pt x="973975" y="765190"/>
                </a:lnTo>
                <a:lnTo>
                  <a:pt x="917563" y="749362"/>
                </a:lnTo>
                <a:cubicBezTo>
                  <a:pt x="801354" y="716755"/>
                  <a:pt x="708194" y="622294"/>
                  <a:pt x="676458" y="504886"/>
                </a:cubicBezTo>
                <a:cubicBezTo>
                  <a:pt x="670606" y="483237"/>
                  <a:pt x="668521" y="485458"/>
                  <a:pt x="654087" y="528719"/>
                </a:cubicBezTo>
                <a:cubicBezTo>
                  <a:pt x="618752" y="634629"/>
                  <a:pt x="543870" y="722225"/>
                  <a:pt x="449987" y="767472"/>
                </a:cubicBezTo>
                <a:lnTo>
                  <a:pt x="406181" y="788585"/>
                </a:lnTo>
                <a:lnTo>
                  <a:pt x="455284" y="809709"/>
                </a:lnTo>
                <a:cubicBezTo>
                  <a:pt x="550613" y="850718"/>
                  <a:pt x="618845" y="953703"/>
                  <a:pt x="640386" y="1089090"/>
                </a:cubicBezTo>
                <a:cubicBezTo>
                  <a:pt x="653083" y="1168891"/>
                  <a:pt x="655790" y="1169635"/>
                  <a:pt x="680607" y="1100137"/>
                </a:cubicBezTo>
                <a:close/>
                <a:moveTo>
                  <a:pt x="575226" y="940593"/>
                </a:moveTo>
                <a:cubicBezTo>
                  <a:pt x="555067" y="905924"/>
                  <a:pt x="512795" y="860023"/>
                  <a:pt x="487376" y="845203"/>
                </a:cubicBezTo>
                <a:cubicBezTo>
                  <a:pt x="466634" y="833109"/>
                  <a:pt x="475058" y="845483"/>
                  <a:pt x="517404" y="889311"/>
                </a:cubicBezTo>
                <a:cubicBezTo>
                  <a:pt x="579672" y="953758"/>
                  <a:pt x="586297" y="959634"/>
                  <a:pt x="575226" y="940593"/>
                </a:cubicBezTo>
                <a:close/>
                <a:moveTo>
                  <a:pt x="580735" y="619450"/>
                </a:moveTo>
                <a:cubicBezTo>
                  <a:pt x="580525" y="608867"/>
                  <a:pt x="577564" y="610091"/>
                  <a:pt x="569997" y="623887"/>
                </a:cubicBezTo>
                <a:cubicBezTo>
                  <a:pt x="564251" y="634365"/>
                  <a:pt x="539737" y="664368"/>
                  <a:pt x="515523" y="690562"/>
                </a:cubicBezTo>
                <a:lnTo>
                  <a:pt x="471496" y="738187"/>
                </a:lnTo>
                <a:lnTo>
                  <a:pt x="526260" y="686125"/>
                </a:lnTo>
                <a:cubicBezTo>
                  <a:pt x="556381" y="657491"/>
                  <a:pt x="580894" y="627487"/>
                  <a:pt x="580735" y="619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6" name="sparkle"/>
          <p:cNvSpPr/>
          <p:nvPr/>
        </p:nvSpPr>
        <p:spPr>
          <a:xfrm rot="0">
            <a:off x="1333500" y="9372600"/>
            <a:ext cx="952500" cy="1257300"/>
          </a:xfrm>
          <a:custGeom>
            <a:avLst/>
            <a:gdLst/>
            <a:ahLst/>
            <a:cxnLst/>
            <a:rect l="0" t="0" r="r" b="b"/>
            <a:pathLst>
              <a:path w="952500" h="1257300">
                <a:moveTo>
                  <a:pt x="438150" y="1200712"/>
                </a:moveTo>
                <a:cubicBezTo>
                  <a:pt x="438150" y="1169588"/>
                  <a:pt x="434266" y="1141723"/>
                  <a:pt x="429519" y="1138790"/>
                </a:cubicBezTo>
                <a:cubicBezTo>
                  <a:pt x="424772" y="1135856"/>
                  <a:pt x="423037" y="1125237"/>
                  <a:pt x="425664" y="1115192"/>
                </a:cubicBezTo>
                <a:cubicBezTo>
                  <a:pt x="428291" y="1105146"/>
                  <a:pt x="425876" y="1089077"/>
                  <a:pt x="420297" y="1079482"/>
                </a:cubicBezTo>
                <a:cubicBezTo>
                  <a:pt x="412070" y="1065333"/>
                  <a:pt x="409897" y="1071035"/>
                  <a:pt x="408793" y="1109662"/>
                </a:cubicBezTo>
                <a:cubicBezTo>
                  <a:pt x="407748" y="1146224"/>
                  <a:pt x="404452" y="1134063"/>
                  <a:pt x="394603" y="1057310"/>
                </a:cubicBezTo>
                <a:cubicBezTo>
                  <a:pt x="372301" y="883509"/>
                  <a:pt x="349783" y="815957"/>
                  <a:pt x="297662" y="766492"/>
                </a:cubicBezTo>
                <a:cubicBezTo>
                  <a:pt x="264111" y="734651"/>
                  <a:pt x="195592" y="699712"/>
                  <a:pt x="150711" y="691559"/>
                </a:cubicBezTo>
                <a:cubicBezTo>
                  <a:pt x="131447" y="688060"/>
                  <a:pt x="114302" y="681419"/>
                  <a:pt x="112611" y="676802"/>
                </a:cubicBezTo>
                <a:cubicBezTo>
                  <a:pt x="110921" y="672186"/>
                  <a:pt x="86285" y="665857"/>
                  <a:pt x="57866" y="662739"/>
                </a:cubicBezTo>
                <a:cubicBezTo>
                  <a:pt x="-17387" y="654482"/>
                  <a:pt x="-18928" y="645775"/>
                  <a:pt x="54768" y="645243"/>
                </a:cubicBezTo>
                <a:cubicBezTo>
                  <a:pt x="66932" y="645155"/>
                  <a:pt x="76200" y="639196"/>
                  <a:pt x="76200" y="631464"/>
                </a:cubicBezTo>
                <a:cubicBezTo>
                  <a:pt x="76200" y="622125"/>
                  <a:pt x="82257" y="619763"/>
                  <a:pt x="95464" y="623955"/>
                </a:cubicBezTo>
                <a:cubicBezTo>
                  <a:pt x="122051" y="632393"/>
                  <a:pt x="183319" y="618950"/>
                  <a:pt x="158468" y="610131"/>
                </a:cubicBezTo>
                <a:cubicBezTo>
                  <a:pt x="144365" y="605126"/>
                  <a:pt x="148570" y="601244"/>
                  <a:pt x="178963" y="591213"/>
                </a:cubicBezTo>
                <a:cubicBezTo>
                  <a:pt x="270163" y="561115"/>
                  <a:pt x="363336" y="458718"/>
                  <a:pt x="399305" y="349059"/>
                </a:cubicBezTo>
                <a:cubicBezTo>
                  <a:pt x="415868" y="298566"/>
                  <a:pt x="434492" y="193428"/>
                  <a:pt x="453962" y="40510"/>
                </a:cubicBezTo>
                <a:cubicBezTo>
                  <a:pt x="460628" y="-11836"/>
                  <a:pt x="475669" y="-3207"/>
                  <a:pt x="470518" y="50008"/>
                </a:cubicBezTo>
                <a:cubicBezTo>
                  <a:pt x="468363" y="72271"/>
                  <a:pt x="469128" y="85129"/>
                  <a:pt x="472219" y="78581"/>
                </a:cubicBezTo>
                <a:cubicBezTo>
                  <a:pt x="484684" y="52166"/>
                  <a:pt x="496162" y="69297"/>
                  <a:pt x="494555" y="111918"/>
                </a:cubicBezTo>
                <a:cubicBezTo>
                  <a:pt x="491703" y="187553"/>
                  <a:pt x="512844" y="338162"/>
                  <a:pt x="534401" y="395776"/>
                </a:cubicBezTo>
                <a:cubicBezTo>
                  <a:pt x="571518" y="494981"/>
                  <a:pt x="629947" y="543308"/>
                  <a:pt x="747712" y="572207"/>
                </a:cubicBezTo>
                <a:cubicBezTo>
                  <a:pt x="790867" y="582797"/>
                  <a:pt x="804587" y="588919"/>
                  <a:pt x="786606" y="589559"/>
                </a:cubicBezTo>
                <a:cubicBezTo>
                  <a:pt x="771326" y="590104"/>
                  <a:pt x="761210" y="592935"/>
                  <a:pt x="764125" y="595850"/>
                </a:cubicBezTo>
                <a:cubicBezTo>
                  <a:pt x="771782" y="603507"/>
                  <a:pt x="815042" y="608192"/>
                  <a:pt x="885031" y="608943"/>
                </a:cubicBezTo>
                <a:cubicBezTo>
                  <a:pt x="918646" y="609304"/>
                  <a:pt x="942989" y="612760"/>
                  <a:pt x="939127" y="616622"/>
                </a:cubicBezTo>
                <a:cubicBezTo>
                  <a:pt x="931733" y="624016"/>
                  <a:pt x="929352" y="624445"/>
                  <a:pt x="876300" y="627951"/>
                </a:cubicBezTo>
                <a:cubicBezTo>
                  <a:pt x="857964" y="629162"/>
                  <a:pt x="848320" y="632315"/>
                  <a:pt x="854868" y="634958"/>
                </a:cubicBezTo>
                <a:cubicBezTo>
                  <a:pt x="883273" y="646419"/>
                  <a:pt x="862588" y="657236"/>
                  <a:pt x="812006" y="657370"/>
                </a:cubicBezTo>
                <a:cubicBezTo>
                  <a:pt x="781883" y="657451"/>
                  <a:pt x="750808" y="662018"/>
                  <a:pt x="742950" y="667519"/>
                </a:cubicBezTo>
                <a:cubicBezTo>
                  <a:pt x="731943" y="675225"/>
                  <a:pt x="734130" y="676154"/>
                  <a:pt x="752475" y="671561"/>
                </a:cubicBezTo>
                <a:cubicBezTo>
                  <a:pt x="765571" y="668283"/>
                  <a:pt x="752713" y="678915"/>
                  <a:pt x="723900" y="695189"/>
                </a:cubicBezTo>
                <a:cubicBezTo>
                  <a:pt x="695086" y="711462"/>
                  <a:pt x="656240" y="739669"/>
                  <a:pt x="637574" y="757870"/>
                </a:cubicBezTo>
                <a:cubicBezTo>
                  <a:pt x="618909" y="776070"/>
                  <a:pt x="600005" y="787660"/>
                  <a:pt x="595566" y="783624"/>
                </a:cubicBezTo>
                <a:cubicBezTo>
                  <a:pt x="591127" y="779589"/>
                  <a:pt x="590378" y="781320"/>
                  <a:pt x="593901" y="787471"/>
                </a:cubicBezTo>
                <a:cubicBezTo>
                  <a:pt x="597424" y="793623"/>
                  <a:pt x="589350" y="819261"/>
                  <a:pt x="575960" y="844445"/>
                </a:cubicBezTo>
                <a:cubicBezTo>
                  <a:pt x="562569" y="869629"/>
                  <a:pt x="547006" y="908530"/>
                  <a:pt x="541376" y="930892"/>
                </a:cubicBezTo>
                <a:cubicBezTo>
                  <a:pt x="535510" y="954188"/>
                  <a:pt x="525520" y="971550"/>
                  <a:pt x="517981" y="971550"/>
                </a:cubicBezTo>
                <a:cubicBezTo>
                  <a:pt x="510745" y="971550"/>
                  <a:pt x="504825" y="979771"/>
                  <a:pt x="504825" y="989820"/>
                </a:cubicBezTo>
                <a:cubicBezTo>
                  <a:pt x="504825" y="999870"/>
                  <a:pt x="502277" y="1015943"/>
                  <a:pt x="499163" y="1025539"/>
                </a:cubicBezTo>
                <a:cubicBezTo>
                  <a:pt x="494455" y="1040050"/>
                  <a:pt x="495232" y="1040582"/>
                  <a:pt x="503780" y="1028700"/>
                </a:cubicBezTo>
                <a:cubicBezTo>
                  <a:pt x="512297" y="1016860"/>
                  <a:pt x="514083" y="1018180"/>
                  <a:pt x="514204" y="1036405"/>
                </a:cubicBezTo>
                <a:cubicBezTo>
                  <a:pt x="514285" y="1048669"/>
                  <a:pt x="510136" y="1055795"/>
                  <a:pt x="504825" y="1052512"/>
                </a:cubicBezTo>
                <a:cubicBezTo>
                  <a:pt x="499586" y="1049274"/>
                  <a:pt x="495300" y="1051164"/>
                  <a:pt x="495300" y="1056712"/>
                </a:cubicBezTo>
                <a:cubicBezTo>
                  <a:pt x="495300" y="1062260"/>
                  <a:pt x="499839" y="1066800"/>
                  <a:pt x="505387" y="1066800"/>
                </a:cubicBezTo>
                <a:cubicBezTo>
                  <a:pt x="510935" y="1066800"/>
                  <a:pt x="512782" y="1071156"/>
                  <a:pt x="509491" y="1076480"/>
                </a:cubicBezTo>
                <a:cubicBezTo>
                  <a:pt x="506200" y="1081804"/>
                  <a:pt x="499518" y="1083694"/>
                  <a:pt x="494641" y="1080680"/>
                </a:cubicBezTo>
                <a:cubicBezTo>
                  <a:pt x="489765" y="1077666"/>
                  <a:pt x="485775" y="1083773"/>
                  <a:pt x="485775" y="1094250"/>
                </a:cubicBezTo>
                <a:cubicBezTo>
                  <a:pt x="485775" y="1104728"/>
                  <a:pt x="489133" y="1115376"/>
                  <a:pt x="493238" y="1117913"/>
                </a:cubicBezTo>
                <a:cubicBezTo>
                  <a:pt x="503659" y="1124354"/>
                  <a:pt x="495340" y="1200150"/>
                  <a:pt x="484212" y="1200150"/>
                </a:cubicBezTo>
                <a:cubicBezTo>
                  <a:pt x="479214" y="1200150"/>
                  <a:pt x="477962" y="1195559"/>
                  <a:pt x="481430" y="1189948"/>
                </a:cubicBezTo>
                <a:cubicBezTo>
                  <a:pt x="484898" y="1184338"/>
                  <a:pt x="484503" y="1159692"/>
                  <a:pt x="480554" y="1135179"/>
                </a:cubicBezTo>
                <a:cubicBezTo>
                  <a:pt x="471196" y="1077102"/>
                  <a:pt x="459555" y="1109622"/>
                  <a:pt x="458149" y="1197768"/>
                </a:cubicBezTo>
                <a:cubicBezTo>
                  <a:pt x="457627" y="1230510"/>
                  <a:pt x="452913" y="1257300"/>
                  <a:pt x="447675" y="1257300"/>
                </a:cubicBezTo>
                <a:cubicBezTo>
                  <a:pt x="442393" y="1257300"/>
                  <a:pt x="438150" y="1232087"/>
                  <a:pt x="438150" y="1200712"/>
                </a:cubicBezTo>
                <a:close/>
                <a:moveTo>
                  <a:pt x="520900" y="752368"/>
                </a:moveTo>
                <a:cubicBezTo>
                  <a:pt x="552561" y="706708"/>
                  <a:pt x="593372" y="665857"/>
                  <a:pt x="623060" y="650107"/>
                </a:cubicBezTo>
                <a:cubicBezTo>
                  <a:pt x="639275" y="641505"/>
                  <a:pt x="636652" y="638380"/>
                  <a:pt x="599247" y="621732"/>
                </a:cubicBezTo>
                <a:cubicBezTo>
                  <a:pt x="546074" y="598067"/>
                  <a:pt x="500801" y="551733"/>
                  <a:pt x="478970" y="498636"/>
                </a:cubicBezTo>
                <a:cubicBezTo>
                  <a:pt x="457658" y="446802"/>
                  <a:pt x="455764" y="447011"/>
                  <a:pt x="435729" y="503421"/>
                </a:cubicBezTo>
                <a:cubicBezTo>
                  <a:pt x="418484" y="551978"/>
                  <a:pt x="338040" y="638175"/>
                  <a:pt x="309970" y="638175"/>
                </a:cubicBezTo>
                <a:cubicBezTo>
                  <a:pt x="285577" y="638175"/>
                  <a:pt x="293420" y="654145"/>
                  <a:pt x="324042" y="666829"/>
                </a:cubicBezTo>
                <a:cubicBezTo>
                  <a:pt x="380094" y="690047"/>
                  <a:pt x="430337" y="771859"/>
                  <a:pt x="443452" y="861268"/>
                </a:cubicBezTo>
                <a:lnTo>
                  <a:pt x="450329" y="908149"/>
                </a:lnTo>
                <a:lnTo>
                  <a:pt x="470791" y="851637"/>
                </a:lnTo>
                <a:cubicBezTo>
                  <a:pt x="482046" y="820555"/>
                  <a:pt x="504595" y="775884"/>
                  <a:pt x="520900" y="752368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tissue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90550" y="2495550"/>
            <a:ext cx="9105900" cy="10629900"/>
          </a:xfrm>
          <a:prstGeom prst="rect">
            <a:avLst/>
          </a:prstGeom>
        </p:spPr>
      </p:pic>
      <p:sp>
        <p:nvSpPr>
          <p:cNvPr id="4" name="PHOTO: The unboxing"/>
          <p:cNvSpPr/>
          <p:nvPr/>
        </p:nvSpPr>
        <p:spPr>
          <a:xfrm rot="120000">
            <a:off x="1238250" y="3143250"/>
            <a:ext cx="7810500" cy="9334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acking peanut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00000">
            <a:off x="1095375" y="2371725"/>
            <a:ext cx="1238250" cy="971550"/>
          </a:xfrm>
          <a:prstGeom prst="rect">
            <a:avLst/>
          </a:prstGeom>
        </p:spPr>
      </p:pic>
      <p:pic>
        <p:nvPicPr>
          <p:cNvPr id="6" name="packing peanut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0">
            <a:off x="7953375" y="11896725"/>
            <a:ext cx="1238250" cy="971550"/>
          </a:xfrm>
          <a:prstGeom prst="rect">
            <a:avLst/>
          </a:prstGeom>
        </p:spPr>
      </p:pic>
      <p:sp>
        <p:nvSpPr>
          <p:cNvPr id="7" name="TEXT: [what's inside?]"/>
          <p:cNvSpPr/>
          <p:nvPr/>
        </p:nvSpPr>
        <p:spPr>
          <a:xfrm rot="180000">
            <a:off x="333375" y="1543050"/>
            <a:ext cx="6572250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l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[what's inside?]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In us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kraft tag" descr="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4705350" y="2024062"/>
            <a:ext cx="6400800" cy="12715875"/>
          </a:xfrm>
          <a:prstGeom prst="rect">
            <a:avLst/>
          </a:prstGeom>
        </p:spPr>
      </p:pic>
      <p:sp>
        <p:nvSpPr>
          <p:cNvPr id="5" name="TEXT: [packed with love + a little surprise]"/>
          <p:cNvSpPr/>
          <p:nvPr/>
        </p:nvSpPr>
        <p:spPr>
          <a:xfrm rot="21120000">
            <a:off x="6401392" y="9010210"/>
            <a:ext cx="3648075" cy="1924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[packed with</a:t>
            </a:r>
          </a:p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love + a little</a:t>
            </a:r>
          </a:p>
          <a:p>
            <a:pPr algn="l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surprise]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ail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323850" y="4086225"/>
            <a:ext cx="9639300" cy="10496550"/>
          </a:xfrm>
          <a:prstGeom prst="rect">
            <a:avLst/>
          </a:prstGeom>
        </p:spPr>
      </p:pic>
      <p:sp>
        <p:nvSpPr>
          <p:cNvPr id="4" name="PHOTO: Your product (in the mailer)"/>
          <p:cNvSpPr/>
          <p:nvPr/>
        </p:nvSpPr>
        <p:spPr>
          <a:xfrm rot="-180000">
            <a:off x="2133254" y="6693911"/>
            <a:ext cx="6000750" cy="56578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wax seal" descr="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950" y="10448925"/>
            <a:ext cx="3657600" cy="3676650"/>
          </a:xfrm>
          <a:prstGeom prst="rect">
            <a:avLst/>
          </a:prstGeom>
        </p:spPr>
      </p:pic>
      <p:sp>
        <p:nvSpPr>
          <p:cNvPr id="6" name="LETTERING: get yours"/>
          <p:cNvSpPr txBox="1"/>
          <p:nvPr/>
        </p:nvSpPr>
        <p:spPr>
          <a:xfrm rot="120000">
            <a:off x="1123950" y="1200150"/>
            <a:ext cx="8039100" cy="2171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250" i="0">
                <a:solidFill>
                  <a:srgbClr val="FFFFFF"/>
                </a:solidFill>
                <a:latin typeface="DM Serif Display"/>
              </a:rPr>
              <a:t>get </a:t>
            </a:r>
            <a:r>
              <a:rPr sz="14250" i="1">
                <a:solidFill>
                  <a:srgbClr val="FFFFFF"/>
                </a:solidFill>
                <a:latin typeface="DM Serif Display"/>
              </a:rPr>
              <a:t>yours</a:t>
            </a:r>
          </a:p>
        </p:txBody>
      </p:sp>
      <p:sp>
        <p:nvSpPr>
          <p:cNvPr id="7" name="TEXT: comment &quot;[KEYWORD]&quot;"/>
          <p:cNvSpPr/>
          <p:nvPr/>
        </p:nvSpPr>
        <p:spPr>
          <a:xfrm rot="21480000">
            <a:off x="681038" y="3500438"/>
            <a:ext cx="8924925" cy="100012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FFFFFF"/>
                </a:solidFill>
                <a:latin typeface="Montserrat"/>
              </a:rPr>
              <a:t>comment 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