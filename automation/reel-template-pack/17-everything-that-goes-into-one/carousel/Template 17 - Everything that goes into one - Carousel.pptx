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0287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1. Hook. Swap in a photo of your empty table or first step. Edit [smoothie].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2. Second hook: Instagram often shows a carousel starting on slide 2, so this one works as a cover on its own. Three material photos sit on the tray. Edit both [bracket]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3. Material 1 going in: a full-page photo. Name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4. All the materials on the tray: a photo and a label for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5. Material 2 or 3 going in: swap in its photo. Name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6. The finished one in the middle of the tray, the materials round it. Edit [smoothie].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7. The finished one, close: a full-page photo. Edit the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8. Swap in a photo of your product. Type its name and your keyword. Caption to start from (CTA in the first two sentences, 3 hashtags): Comment [KEYWORD] and I will send you [the link]. [One line of real context: who it helps or how you use it.] #[tag] #[tag] #[tag]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jp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jp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jpg"/><Relationship Id="rId6" Type="http://schemas.openxmlformats.org/officeDocument/2006/relationships/image" Target="../media/image12.png"/><Relationship Id="rId7" Type="http://schemas.openxmlformats.org/officeDocument/2006/relationships/image" Target="../media/image13.jpg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png"/><Relationship Id="rId4" Type="http://schemas.openxmlformats.org/officeDocument/2006/relationships/image" Target="../media/image15.jpg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Your table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4" name="LETTERING: everything that"/>
          <p:cNvSpPr txBox="1"/>
          <p:nvPr/>
        </p:nvSpPr>
        <p:spPr>
          <a:xfrm rot="120000">
            <a:off x="976312" y="8648700"/>
            <a:ext cx="8334375" cy="13716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0" i="0">
                <a:solidFill>
                  <a:srgbClr val="181716"/>
                </a:solidFill>
                <a:latin typeface="DM Serif Display"/>
              </a:rPr>
              <a:t>everything </a:t>
            </a:r>
            <a:r>
              <a:rPr sz="9000" i="0">
                <a:solidFill>
                  <a:srgbClr val="181716"/>
                </a:solidFill>
                <a:latin typeface="DM Serif Display"/>
              </a:rPr>
              <a:t>that</a:t>
            </a:r>
          </a:p>
        </p:txBody>
      </p:sp>
      <p:sp>
        <p:nvSpPr>
          <p:cNvPr id="5" name="LETTERING: goes into one"/>
          <p:cNvSpPr txBox="1"/>
          <p:nvPr/>
        </p:nvSpPr>
        <p:spPr>
          <a:xfrm rot="120000">
            <a:off x="747712" y="9906000"/>
            <a:ext cx="8791575" cy="1714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250" i="0">
                <a:solidFill>
                  <a:srgbClr val="181716"/>
                </a:solidFill>
                <a:latin typeface="DM Serif Display"/>
              </a:rPr>
              <a:t>goes </a:t>
            </a:r>
            <a:r>
              <a:rPr sz="11250" i="0">
                <a:solidFill>
                  <a:srgbClr val="181716"/>
                </a:solidFill>
                <a:latin typeface="DM Serif Display"/>
              </a:rPr>
              <a:t>into </a:t>
            </a:r>
            <a:r>
              <a:rPr sz="11250" i="1">
                <a:solidFill>
                  <a:srgbClr val="181716"/>
                </a:solidFill>
                <a:latin typeface="DM Serif Display"/>
              </a:rPr>
              <a:t>one</a:t>
            </a:r>
          </a:p>
        </p:txBody>
      </p:sp>
      <p:sp>
        <p:nvSpPr>
          <p:cNvPr id="6" name="TEXT: [smoothie]"/>
          <p:cNvSpPr/>
          <p:nvPr/>
        </p:nvSpPr>
        <p:spPr>
          <a:xfrm rot="21480000">
            <a:off x="3067050" y="11706225"/>
            <a:ext cx="4152900" cy="971550"/>
          </a:xfrm>
          <a:prstGeom prst="rect">
            <a:avLst/>
          </a:prstGeom>
          <a:solidFill>
            <a:srgbClr val="F7E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6690" rIns="186690" tIns="80010" bIns="80010"/>
          <a:lstStyle/>
          <a:p>
            <a:pPr algn="ctr">
              <a:lnSpc>
                <a:spcPts val="6405"/>
              </a:lnSpc>
            </a:pPr>
            <a:r>
              <a:rPr b="1" sz="5250">
                <a:solidFill>
                  <a:srgbClr val="181716"/>
                </a:solidFill>
                <a:latin typeface="Montserrat"/>
              </a:rPr>
              <a:t>[smoothie]</a:t>
            </a:r>
          </a:p>
        </p:txBody>
      </p:sp>
      <p:sp>
        <p:nvSpPr>
          <p:cNvPr id="7" name="GUIDE (delete)"/>
          <p:cNvSpPr/>
          <p:nvPr/>
        </p:nvSpPr>
        <p:spPr>
          <a:xfrm>
            <a:off x="1352550" y="1728788"/>
            <a:ext cx="7581900" cy="3524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9342" rIns="69342" tIns="29718" bIns="29718"/>
          <a:lstStyle/>
          <a:p>
            <a:pPr algn="ctr">
              <a:lnSpc>
                <a:spcPts val="2379"/>
              </a:lnSpc>
            </a:pPr>
            <a:r>
              <a:rPr b="1" sz="1950">
                <a:solidFill>
                  <a:srgbClr val="FFFFFF"/>
                </a:solidFill>
                <a:latin typeface="Montserrat"/>
              </a:rPr>
              <a:t>Everything blue is a guide. Delete it before you download.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walnut tray" descr="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" y="1162050"/>
            <a:ext cx="7581900" cy="12915900"/>
          </a:xfrm>
          <a:prstGeom prst="rect">
            <a:avLst/>
          </a:prstGeom>
        </p:spPr>
      </p:pic>
      <p:pic>
        <p:nvPicPr>
          <p:cNvPr id="4" name="photo border" descr="0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60000">
            <a:off x="1200150" y="3057525"/>
            <a:ext cx="3886200" cy="4552950"/>
          </a:xfrm>
          <a:prstGeom prst="rect">
            <a:avLst/>
          </a:prstGeom>
        </p:spPr>
      </p:pic>
      <p:sp>
        <p:nvSpPr>
          <p:cNvPr id="5" name="PHOTO: Material 1"/>
          <p:cNvSpPr/>
          <p:nvPr/>
        </p:nvSpPr>
        <p:spPr>
          <a:xfrm rot="360000">
            <a:off x="1714500" y="3571875"/>
            <a:ext cx="2857500" cy="3524250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</p:spPr>
      </p:sp>
      <p:pic>
        <p:nvPicPr>
          <p:cNvPr id="6" name="photo border" descr="0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300000">
            <a:off x="5295900" y="3819525"/>
            <a:ext cx="3886200" cy="4552950"/>
          </a:xfrm>
          <a:prstGeom prst="rect">
            <a:avLst/>
          </a:prstGeom>
        </p:spPr>
      </p:pic>
      <p:sp>
        <p:nvSpPr>
          <p:cNvPr id="7" name="PHOTO: Material 2"/>
          <p:cNvSpPr/>
          <p:nvPr/>
        </p:nvSpPr>
        <p:spPr>
          <a:xfrm rot="-300000">
            <a:off x="5810250" y="4333875"/>
            <a:ext cx="2857500" cy="3524250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</p:spPr>
      </p:sp>
      <p:pic>
        <p:nvPicPr>
          <p:cNvPr id="8" name="photo border" descr="0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0000">
            <a:off x="2152650" y="7248525"/>
            <a:ext cx="3886200" cy="4552950"/>
          </a:xfrm>
          <a:prstGeom prst="rect">
            <a:avLst/>
          </a:prstGeom>
        </p:spPr>
      </p:pic>
      <p:sp>
        <p:nvSpPr>
          <p:cNvPr id="9" name="PHOTO: Material 3"/>
          <p:cNvSpPr/>
          <p:nvPr/>
        </p:nvSpPr>
        <p:spPr>
          <a:xfrm rot="180000">
            <a:off x="2667000" y="7762875"/>
            <a:ext cx="2857500" cy="3524250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</p:spPr>
      </p:sp>
      <p:sp>
        <p:nvSpPr>
          <p:cNvPr id="10" name="TEXT: [what's really inside one?]"/>
          <p:cNvSpPr/>
          <p:nvPr/>
        </p:nvSpPr>
        <p:spPr>
          <a:xfrm rot="120000">
            <a:off x="2909888" y="833438"/>
            <a:ext cx="5991225" cy="2143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4028" rIns="224028" tIns="96012" bIns="96012"/>
          <a:lstStyle/>
          <a:p>
            <a:pPr algn="r">
              <a:lnSpc>
                <a:spcPts val="7686"/>
              </a:lnSpc>
            </a:pPr>
            <a:r>
              <a:rPr b="1" sz="6300">
                <a:solidFill>
                  <a:srgbClr val="181716"/>
                </a:solidFill>
                <a:latin typeface="Montserrat"/>
              </a:rPr>
              <a:t>[what's really</a:t>
            </a:r>
          </a:p>
          <a:p>
            <a:pPr algn="r">
              <a:lnSpc>
                <a:spcPts val="7686"/>
              </a:lnSpc>
            </a:pPr>
            <a:r>
              <a:rPr b="1" sz="6300">
                <a:solidFill>
                  <a:srgbClr val="181716"/>
                </a:solidFill>
                <a:latin typeface="Montserrat"/>
              </a:rPr>
              <a:t>inside one?]</a:t>
            </a:r>
          </a:p>
        </p:txBody>
      </p:sp>
      <p:sp>
        <p:nvSpPr>
          <p:cNvPr id="11" name="TEXT: [every ingredient]"/>
          <p:cNvSpPr/>
          <p:nvPr/>
        </p:nvSpPr>
        <p:spPr>
          <a:xfrm rot="120000">
            <a:off x="242888" y="12525375"/>
            <a:ext cx="5800725" cy="857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l">
              <a:lnSpc>
                <a:spcPts val="5673"/>
              </a:lnSpc>
            </a:pPr>
            <a:r>
              <a:rPr b="1" sz="4650">
                <a:solidFill>
                  <a:srgbClr val="181716"/>
                </a:solidFill>
                <a:latin typeface="Montserrat"/>
              </a:rPr>
              <a:t>[every ingredient]</a:t>
            </a:r>
          </a:p>
        </p:txBody>
      </p:sp>
      <p:sp>
        <p:nvSpPr>
          <p:cNvPr id="12" name="arrow"/>
          <p:cNvSpPr/>
          <p:nvPr/>
        </p:nvSpPr>
        <p:spPr>
          <a:xfrm rot="120000">
            <a:off x="6810375" y="12653962"/>
            <a:ext cx="1619250" cy="504825"/>
          </a:xfrm>
          <a:custGeom>
            <a:avLst/>
            <a:gdLst/>
            <a:ahLst/>
            <a:cxnLst/>
            <a:rect l="0" t="0" r="r" b="b"/>
            <a:pathLst>
              <a:path w="1619250" h="504825">
                <a:moveTo>
                  <a:pt x="1257300" y="480450"/>
                </a:moveTo>
                <a:cubicBezTo>
                  <a:pt x="1257300" y="466626"/>
                  <a:pt x="1253177" y="458623"/>
                  <a:pt x="1247775" y="461962"/>
                </a:cubicBezTo>
                <a:cubicBezTo>
                  <a:pt x="1242536" y="465200"/>
                  <a:pt x="1238235" y="460095"/>
                  <a:pt x="1238218" y="450618"/>
                </a:cubicBezTo>
                <a:cubicBezTo>
                  <a:pt x="1238201" y="441141"/>
                  <a:pt x="1271222" y="402197"/>
                  <a:pt x="1311598" y="364076"/>
                </a:cubicBezTo>
                <a:lnTo>
                  <a:pt x="1385010" y="294765"/>
                </a:lnTo>
                <a:lnTo>
                  <a:pt x="1266386" y="300090"/>
                </a:lnTo>
                <a:cubicBezTo>
                  <a:pt x="1201143" y="303019"/>
                  <a:pt x="950595" y="310034"/>
                  <a:pt x="709612" y="315678"/>
                </a:cubicBezTo>
                <a:cubicBezTo>
                  <a:pt x="468630" y="321323"/>
                  <a:pt x="223235" y="328686"/>
                  <a:pt x="164292" y="332039"/>
                </a:cubicBezTo>
                <a:cubicBezTo>
                  <a:pt x="81649" y="336741"/>
                  <a:pt x="57124" y="335412"/>
                  <a:pt x="57135" y="326231"/>
                </a:cubicBezTo>
                <a:cubicBezTo>
                  <a:pt x="57144" y="319190"/>
                  <a:pt x="44728" y="314325"/>
                  <a:pt x="26754" y="314324"/>
                </a:cubicBezTo>
                <a:cubicBezTo>
                  <a:pt x="-1225" y="314324"/>
                  <a:pt x="-2231" y="313294"/>
                  <a:pt x="14096" y="301355"/>
                </a:cubicBezTo>
                <a:cubicBezTo>
                  <a:pt x="39698" y="282634"/>
                  <a:pt x="40970" y="257174"/>
                  <a:pt x="16302" y="257175"/>
                </a:cubicBezTo>
                <a:cubicBezTo>
                  <a:pt x="4858" y="257175"/>
                  <a:pt x="89" y="253819"/>
                  <a:pt x="5238" y="249388"/>
                </a:cubicBezTo>
                <a:cubicBezTo>
                  <a:pt x="38131" y="221084"/>
                  <a:pt x="254251" y="205225"/>
                  <a:pt x="757237" y="194206"/>
                </a:cubicBezTo>
                <a:cubicBezTo>
                  <a:pt x="909161" y="190878"/>
                  <a:pt x="1109402" y="185468"/>
                  <a:pt x="1202217" y="182184"/>
                </a:cubicBezTo>
                <a:lnTo>
                  <a:pt x="1370973" y="176212"/>
                </a:lnTo>
                <a:lnTo>
                  <a:pt x="1306992" y="128587"/>
                </a:lnTo>
                <a:cubicBezTo>
                  <a:pt x="1271803" y="102393"/>
                  <a:pt x="1242899" y="74533"/>
                  <a:pt x="1242760" y="66675"/>
                </a:cubicBezTo>
                <a:cubicBezTo>
                  <a:pt x="1242622" y="58816"/>
                  <a:pt x="1239154" y="47029"/>
                  <a:pt x="1235054" y="40481"/>
                </a:cubicBezTo>
                <a:cubicBezTo>
                  <a:pt x="1224885" y="24237"/>
                  <a:pt x="1235722" y="9152"/>
                  <a:pt x="1252842" y="15722"/>
                </a:cubicBezTo>
                <a:cubicBezTo>
                  <a:pt x="1260532" y="18673"/>
                  <a:pt x="1266825" y="16343"/>
                  <a:pt x="1266825" y="10544"/>
                </a:cubicBezTo>
                <a:cubicBezTo>
                  <a:pt x="1266825" y="-9201"/>
                  <a:pt x="1283898" y="-5"/>
                  <a:pt x="1441695" y="104733"/>
                </a:cubicBezTo>
                <a:cubicBezTo>
                  <a:pt x="1620939" y="223706"/>
                  <a:pt x="1633427" y="237454"/>
                  <a:pt x="1593675" y="272033"/>
                </a:cubicBezTo>
                <a:cubicBezTo>
                  <a:pt x="1563065" y="298659"/>
                  <a:pt x="1336730" y="468567"/>
                  <a:pt x="1320437" y="477150"/>
                </a:cubicBezTo>
                <a:cubicBezTo>
                  <a:pt x="1255250" y="511492"/>
                  <a:pt x="1257300" y="511385"/>
                  <a:pt x="1257300" y="480450"/>
                </a:cubicBezTo>
                <a:close/>
              </a:path>
            </a:pathLst>
          </a:custGeom>
          <a:solidFill>
            <a:srgbClr val="181716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Material 1 going in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4" name="TEXT: [fresh watermelon]"/>
          <p:cNvSpPr/>
          <p:nvPr/>
        </p:nvSpPr>
        <p:spPr>
          <a:xfrm rot="120000">
            <a:off x="1924050" y="11463338"/>
            <a:ext cx="6438900" cy="8858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0688" rIns="170688" tIns="73152" bIns="73152"/>
          <a:lstStyle/>
          <a:p>
            <a:pPr algn="ctr">
              <a:lnSpc>
                <a:spcPts val="5856"/>
              </a:lnSpc>
            </a:pPr>
            <a:r>
              <a:rPr b="1" sz="4800">
                <a:solidFill>
                  <a:srgbClr val="181716"/>
                </a:solidFill>
                <a:latin typeface="Montserrat"/>
              </a:rPr>
              <a:t>[fresh watermelon]</a:t>
            </a:r>
          </a:p>
        </p:txBody>
      </p:sp>
      <p:sp>
        <p:nvSpPr>
          <p:cNvPr id="5" name="arrow"/>
          <p:cNvSpPr/>
          <p:nvPr/>
        </p:nvSpPr>
        <p:spPr>
          <a:xfrm rot="-5400000">
            <a:off x="4238625" y="10006012"/>
            <a:ext cx="1809750" cy="561975"/>
          </a:xfrm>
          <a:custGeom>
            <a:avLst/>
            <a:gdLst/>
            <a:ahLst/>
            <a:cxnLst/>
            <a:rect l="0" t="0" r="r" b="b"/>
            <a:pathLst>
              <a:path w="1809750" h="561975">
                <a:moveTo>
                  <a:pt x="1405632" y="546063"/>
                </a:moveTo>
                <a:cubicBezTo>
                  <a:pt x="1402596" y="538152"/>
                  <a:pt x="1402523" y="527781"/>
                  <a:pt x="1405468" y="523015"/>
                </a:cubicBezTo>
                <a:cubicBezTo>
                  <a:pt x="1408414" y="518249"/>
                  <a:pt x="1404141" y="514350"/>
                  <a:pt x="1395974" y="514350"/>
                </a:cubicBezTo>
                <a:cubicBezTo>
                  <a:pt x="1357106" y="514350"/>
                  <a:pt x="1410227" y="443882"/>
                  <a:pt x="1509712" y="363471"/>
                </a:cubicBezTo>
                <a:lnTo>
                  <a:pt x="1547812" y="332676"/>
                </a:lnTo>
                <a:lnTo>
                  <a:pt x="1290637" y="338286"/>
                </a:lnTo>
                <a:cubicBezTo>
                  <a:pt x="817825" y="348601"/>
                  <a:pt x="291664" y="363577"/>
                  <a:pt x="178578" y="369940"/>
                </a:cubicBezTo>
                <a:cubicBezTo>
                  <a:pt x="77323" y="375636"/>
                  <a:pt x="45522" y="372072"/>
                  <a:pt x="78581" y="358733"/>
                </a:cubicBezTo>
                <a:cubicBezTo>
                  <a:pt x="90122" y="354076"/>
                  <a:pt x="45472" y="348592"/>
                  <a:pt x="21431" y="351713"/>
                </a:cubicBezTo>
                <a:cubicBezTo>
                  <a:pt x="14882" y="352564"/>
                  <a:pt x="9525" y="348785"/>
                  <a:pt x="9525" y="343317"/>
                </a:cubicBezTo>
                <a:cubicBezTo>
                  <a:pt x="9525" y="337849"/>
                  <a:pt x="15495" y="333375"/>
                  <a:pt x="22793" y="333375"/>
                </a:cubicBezTo>
                <a:cubicBezTo>
                  <a:pt x="30091" y="333375"/>
                  <a:pt x="38529" y="326945"/>
                  <a:pt x="41544" y="319087"/>
                </a:cubicBezTo>
                <a:cubicBezTo>
                  <a:pt x="44559" y="311229"/>
                  <a:pt x="41803" y="304734"/>
                  <a:pt x="35419" y="304654"/>
                </a:cubicBezTo>
                <a:cubicBezTo>
                  <a:pt x="27976" y="304560"/>
                  <a:pt x="28937" y="300990"/>
                  <a:pt x="38100" y="294702"/>
                </a:cubicBezTo>
                <a:cubicBezTo>
                  <a:pt x="49761" y="286699"/>
                  <a:pt x="48716" y="285413"/>
                  <a:pt x="32416" y="287705"/>
                </a:cubicBezTo>
                <a:cubicBezTo>
                  <a:pt x="21432" y="289249"/>
                  <a:pt x="10716" y="286226"/>
                  <a:pt x="8603" y="280987"/>
                </a:cubicBezTo>
                <a:cubicBezTo>
                  <a:pt x="6491" y="275748"/>
                  <a:pt x="17621" y="270011"/>
                  <a:pt x="33337" y="268238"/>
                </a:cubicBezTo>
                <a:cubicBezTo>
                  <a:pt x="49053" y="266465"/>
                  <a:pt x="66324" y="261367"/>
                  <a:pt x="71717" y="256909"/>
                </a:cubicBezTo>
                <a:cubicBezTo>
                  <a:pt x="86390" y="244781"/>
                  <a:pt x="317498" y="230003"/>
                  <a:pt x="585787" y="224038"/>
                </a:cubicBezTo>
                <a:cubicBezTo>
                  <a:pt x="716756" y="221126"/>
                  <a:pt x="877490" y="216741"/>
                  <a:pt x="942975" y="214294"/>
                </a:cubicBezTo>
                <a:cubicBezTo>
                  <a:pt x="1008459" y="211847"/>
                  <a:pt x="1158478" y="209200"/>
                  <a:pt x="1276350" y="208413"/>
                </a:cubicBezTo>
                <a:cubicBezTo>
                  <a:pt x="1394221" y="207626"/>
                  <a:pt x="1501221" y="204189"/>
                  <a:pt x="1514127" y="200775"/>
                </a:cubicBezTo>
                <a:cubicBezTo>
                  <a:pt x="1537055" y="194709"/>
                  <a:pt x="1536728" y="194035"/>
                  <a:pt x="1499840" y="171342"/>
                </a:cubicBezTo>
                <a:cubicBezTo>
                  <a:pt x="1443823" y="136880"/>
                  <a:pt x="1381568" y="76602"/>
                  <a:pt x="1387101" y="62183"/>
                </a:cubicBezTo>
                <a:cubicBezTo>
                  <a:pt x="1389767" y="55236"/>
                  <a:pt x="1387370" y="46722"/>
                  <a:pt x="1381774" y="43263"/>
                </a:cubicBezTo>
                <a:cubicBezTo>
                  <a:pt x="1363652" y="32064"/>
                  <a:pt x="1370982" y="19050"/>
                  <a:pt x="1395412" y="19050"/>
                </a:cubicBezTo>
                <a:cubicBezTo>
                  <a:pt x="1408509" y="19050"/>
                  <a:pt x="1419225" y="14763"/>
                  <a:pt x="1419225" y="9525"/>
                </a:cubicBezTo>
                <a:cubicBezTo>
                  <a:pt x="1419225" y="-9131"/>
                  <a:pt x="1438165" y="1371"/>
                  <a:pt x="1608044" y="114223"/>
                </a:cubicBezTo>
                <a:cubicBezTo>
                  <a:pt x="1788758" y="234273"/>
                  <a:pt x="1815491" y="258195"/>
                  <a:pt x="1798381" y="284550"/>
                </a:cubicBezTo>
                <a:cubicBezTo>
                  <a:pt x="1784017" y="306674"/>
                  <a:pt x="1477572" y="532635"/>
                  <a:pt x="1441381" y="547787"/>
                </a:cubicBezTo>
                <a:cubicBezTo>
                  <a:pt x="1415329" y="558695"/>
                  <a:pt x="1410388" y="558457"/>
                  <a:pt x="1405632" y="54606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walnut tray" descr="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" y="781050"/>
            <a:ext cx="7581900" cy="12915900"/>
          </a:xfrm>
          <a:prstGeom prst="rect">
            <a:avLst/>
          </a:prstGeom>
        </p:spPr>
      </p:pic>
      <p:pic>
        <p:nvPicPr>
          <p:cNvPr id="4" name="photo border" descr="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60000">
            <a:off x="1009650" y="2081212"/>
            <a:ext cx="4076700" cy="4791075"/>
          </a:xfrm>
          <a:prstGeom prst="rect">
            <a:avLst/>
          </a:prstGeom>
        </p:spPr>
      </p:pic>
      <p:sp>
        <p:nvSpPr>
          <p:cNvPr id="5" name="PHOTO: Material 1"/>
          <p:cNvSpPr/>
          <p:nvPr/>
        </p:nvSpPr>
        <p:spPr>
          <a:xfrm rot="360000">
            <a:off x="1524000" y="2595562"/>
            <a:ext cx="3048000" cy="3762375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</p:spPr>
      </p:sp>
      <p:pic>
        <p:nvPicPr>
          <p:cNvPr id="6" name="photo border" descr="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300000">
            <a:off x="5295900" y="3319462"/>
            <a:ext cx="4076700" cy="4791075"/>
          </a:xfrm>
          <a:prstGeom prst="rect">
            <a:avLst/>
          </a:prstGeom>
        </p:spPr>
      </p:pic>
      <p:sp>
        <p:nvSpPr>
          <p:cNvPr id="7" name="PHOTO: Material 2"/>
          <p:cNvSpPr/>
          <p:nvPr/>
        </p:nvSpPr>
        <p:spPr>
          <a:xfrm rot="-300000">
            <a:off x="5810250" y="3833812"/>
            <a:ext cx="3048000" cy="3762375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</p:spPr>
      </p:sp>
      <p:pic>
        <p:nvPicPr>
          <p:cNvPr id="8" name="photo border" descr="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0000">
            <a:off x="1771650" y="7224712"/>
            <a:ext cx="4076700" cy="4791075"/>
          </a:xfrm>
          <a:prstGeom prst="rect">
            <a:avLst/>
          </a:prstGeom>
        </p:spPr>
      </p:pic>
      <p:sp>
        <p:nvSpPr>
          <p:cNvPr id="9" name="PHOTO: Material 3"/>
          <p:cNvSpPr/>
          <p:nvPr/>
        </p:nvSpPr>
        <p:spPr>
          <a:xfrm rot="180000">
            <a:off x="2286000" y="7739062"/>
            <a:ext cx="3048000" cy="3762375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</p:spPr>
      </p:sp>
      <p:sp>
        <p:nvSpPr>
          <p:cNvPr id="10" name="TEXT: [watermelon]"/>
          <p:cNvSpPr/>
          <p:nvPr/>
        </p:nvSpPr>
        <p:spPr>
          <a:xfrm rot="360000">
            <a:off x="918120" y="6440404"/>
            <a:ext cx="3771900" cy="714375"/>
          </a:xfrm>
          <a:prstGeom prst="rect">
            <a:avLst/>
          </a:prstGeom>
          <a:solidFill>
            <a:srgbClr val="F7E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8684" rIns="138684" tIns="59436" bIns="59436"/>
          <a:lstStyle/>
          <a:p>
            <a:pPr algn="ctr">
              <a:lnSpc>
                <a:spcPts val="4758"/>
              </a:lnSpc>
            </a:pPr>
            <a:r>
              <a:rPr b="1" sz="3900">
                <a:solidFill>
                  <a:srgbClr val="181716"/>
                </a:solidFill>
                <a:latin typeface="Montserrat"/>
              </a:rPr>
              <a:t>[watermelon]</a:t>
            </a:r>
          </a:p>
        </p:txBody>
      </p:sp>
      <p:sp>
        <p:nvSpPr>
          <p:cNvPr id="11" name="TEXT: [oat milk]"/>
          <p:cNvSpPr/>
          <p:nvPr/>
        </p:nvSpPr>
        <p:spPr>
          <a:xfrm rot="21300000">
            <a:off x="6142226" y="7682557"/>
            <a:ext cx="2790825" cy="714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8684" rIns="138684" tIns="59436" bIns="59436"/>
          <a:lstStyle/>
          <a:p>
            <a:pPr algn="ctr">
              <a:lnSpc>
                <a:spcPts val="4758"/>
              </a:lnSpc>
            </a:pPr>
            <a:r>
              <a:rPr b="1" sz="3900">
                <a:solidFill>
                  <a:srgbClr val="181716"/>
                </a:solidFill>
                <a:latin typeface="Montserrat"/>
              </a:rPr>
              <a:t>[oat milk]</a:t>
            </a:r>
          </a:p>
        </p:txBody>
      </p:sp>
      <p:sp>
        <p:nvSpPr>
          <p:cNvPr id="12" name="TEXT: [a little honey]"/>
          <p:cNvSpPr/>
          <p:nvPr/>
        </p:nvSpPr>
        <p:spPr>
          <a:xfrm rot="180000">
            <a:off x="1668568" y="11593489"/>
            <a:ext cx="4038600" cy="714375"/>
          </a:xfrm>
          <a:prstGeom prst="rect">
            <a:avLst/>
          </a:prstGeom>
          <a:solidFill>
            <a:srgbClr val="F7E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8684" rIns="138684" tIns="59436" bIns="59436"/>
          <a:lstStyle/>
          <a:p>
            <a:pPr algn="ctr">
              <a:lnSpc>
                <a:spcPts val="4758"/>
              </a:lnSpc>
            </a:pPr>
            <a:r>
              <a:rPr b="1" sz="3900">
                <a:solidFill>
                  <a:srgbClr val="181716"/>
                </a:solidFill>
                <a:latin typeface="Montserrat"/>
              </a:rPr>
              <a:t>[a little honey]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torn paper" descr="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876300" y="2209800"/>
            <a:ext cx="8534400" cy="10439400"/>
          </a:xfrm>
          <a:prstGeom prst="rect">
            <a:avLst/>
          </a:prstGeom>
        </p:spPr>
      </p:pic>
      <p:sp>
        <p:nvSpPr>
          <p:cNvPr id="4" name="PHOTO: Material 2 going in"/>
          <p:cNvSpPr/>
          <p:nvPr/>
        </p:nvSpPr>
        <p:spPr>
          <a:xfrm rot="-120000">
            <a:off x="1524000" y="2857500"/>
            <a:ext cx="7239000" cy="91440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TEXT: [oat milk]"/>
          <p:cNvSpPr/>
          <p:nvPr/>
        </p:nvSpPr>
        <p:spPr>
          <a:xfrm rot="180000">
            <a:off x="1662112" y="1447800"/>
            <a:ext cx="3533775" cy="914400"/>
          </a:xfrm>
          <a:prstGeom prst="rect">
            <a:avLst/>
          </a:prstGeom>
          <a:solidFill>
            <a:srgbClr val="F7E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6022" rIns="176022" tIns="75438" bIns="75438"/>
          <a:lstStyle/>
          <a:p>
            <a:pPr algn="l">
              <a:lnSpc>
                <a:spcPts val="6039"/>
              </a:lnSpc>
            </a:pPr>
            <a:r>
              <a:rPr b="1" sz="4950">
                <a:solidFill>
                  <a:srgbClr val="181716"/>
                </a:solidFill>
                <a:latin typeface="Montserrat"/>
              </a:rPr>
              <a:t>[oat milk]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walnut tray" descr="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" y="1162050"/>
            <a:ext cx="7581900" cy="12915900"/>
          </a:xfrm>
          <a:prstGeom prst="rect">
            <a:avLst/>
          </a:prstGeom>
        </p:spPr>
      </p:pic>
      <p:pic>
        <p:nvPicPr>
          <p:cNvPr id="4" name="round paper" descr="0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0" y="5143500"/>
            <a:ext cx="5334000" cy="5334000"/>
          </a:xfrm>
          <a:prstGeom prst="rect">
            <a:avLst/>
          </a:prstGeom>
        </p:spPr>
      </p:pic>
      <p:sp>
        <p:nvSpPr>
          <p:cNvPr id="5" name="PHOTO: The finished one"/>
          <p:cNvSpPr/>
          <p:nvPr/>
        </p:nvSpPr>
        <p:spPr>
          <a:xfrm rot="0">
            <a:off x="3048000" y="5715000"/>
            <a:ext cx="4191000" cy="4191000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</p:spPr>
      </p:sp>
      <p:pic>
        <p:nvPicPr>
          <p:cNvPr id="6" name="photo border" descr="0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480000">
            <a:off x="1266825" y="2886075"/>
            <a:ext cx="2800350" cy="3181350"/>
          </a:xfrm>
          <a:prstGeom prst="rect">
            <a:avLst/>
          </a:prstGeom>
        </p:spPr>
      </p:pic>
      <p:sp>
        <p:nvSpPr>
          <p:cNvPr id="7" name="PHOTO: Material 1"/>
          <p:cNvSpPr/>
          <p:nvPr/>
        </p:nvSpPr>
        <p:spPr>
          <a:xfrm rot="480000">
            <a:off x="1762125" y="3381375"/>
            <a:ext cx="1809750" cy="2190750"/>
          </a:xfrm>
          <a:prstGeom prst="rect">
            <a:avLst/>
          </a:prstGeom>
          <a:blipFill rotWithShape="1">
            <a:blip r:embed="rId7"/>
            <a:stretch>
              <a:fillRect/>
            </a:stretch>
          </a:blipFill>
          <a:ln>
            <a:noFill/>
          </a:ln>
        </p:spPr>
      </p:sp>
      <p:pic>
        <p:nvPicPr>
          <p:cNvPr id="8" name="photo border" descr="0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240000">
            <a:off x="6315075" y="3362325"/>
            <a:ext cx="2800350" cy="3181350"/>
          </a:xfrm>
          <a:prstGeom prst="rect">
            <a:avLst/>
          </a:prstGeom>
        </p:spPr>
      </p:pic>
      <p:sp>
        <p:nvSpPr>
          <p:cNvPr id="9" name="PHOTO: Material 2"/>
          <p:cNvSpPr/>
          <p:nvPr/>
        </p:nvSpPr>
        <p:spPr>
          <a:xfrm rot="-360000">
            <a:off x="6810375" y="3857625"/>
            <a:ext cx="1809750" cy="2190750"/>
          </a:xfrm>
          <a:prstGeom prst="rect">
            <a:avLst/>
          </a:prstGeom>
          <a:blipFill rotWithShape="1">
            <a:blip r:embed="rId7"/>
            <a:stretch>
              <a:fillRect/>
            </a:stretch>
          </a:blipFill>
          <a:ln>
            <a:noFill/>
          </a:ln>
        </p:spPr>
      </p:sp>
      <p:pic>
        <p:nvPicPr>
          <p:cNvPr id="10" name="photo border" descr="0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300000">
            <a:off x="1457325" y="9363075"/>
            <a:ext cx="2800350" cy="3181350"/>
          </a:xfrm>
          <a:prstGeom prst="rect">
            <a:avLst/>
          </a:prstGeom>
        </p:spPr>
      </p:pic>
      <p:sp>
        <p:nvSpPr>
          <p:cNvPr id="11" name="PHOTO: Material 3"/>
          <p:cNvSpPr/>
          <p:nvPr/>
        </p:nvSpPr>
        <p:spPr>
          <a:xfrm rot="-300000">
            <a:off x="1952625" y="9858375"/>
            <a:ext cx="1809750" cy="2190750"/>
          </a:xfrm>
          <a:prstGeom prst="rect">
            <a:avLst/>
          </a:prstGeom>
          <a:blipFill rotWithShape="1">
            <a:blip r:embed="rId7"/>
            <a:stretch>
              <a:fillRect/>
            </a:stretch>
          </a:blipFill>
          <a:ln>
            <a:noFill/>
          </a:ln>
        </p:spPr>
      </p:sp>
      <p:sp>
        <p:nvSpPr>
          <p:cNvPr id="12" name="LETTERING: = one"/>
          <p:cNvSpPr txBox="1"/>
          <p:nvPr/>
        </p:nvSpPr>
        <p:spPr>
          <a:xfrm rot="120000">
            <a:off x="2619375" y="533400"/>
            <a:ext cx="5048250" cy="21717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250" i="0">
                <a:solidFill>
                  <a:srgbClr val="181716"/>
                </a:solidFill>
                <a:latin typeface="DM Serif Display"/>
              </a:rPr>
              <a:t>= </a:t>
            </a:r>
            <a:r>
              <a:rPr sz="14250" i="0">
                <a:solidFill>
                  <a:srgbClr val="181716"/>
                </a:solidFill>
                <a:latin typeface="DM Serif Display"/>
              </a:rPr>
              <a:t>one</a:t>
            </a:r>
          </a:p>
        </p:txBody>
      </p:sp>
      <p:sp>
        <p:nvSpPr>
          <p:cNvPr id="13" name="TEXT: [smoothie]"/>
          <p:cNvSpPr/>
          <p:nvPr/>
        </p:nvSpPr>
        <p:spPr>
          <a:xfrm rot="21480000">
            <a:off x="5162550" y="11420475"/>
            <a:ext cx="4152900" cy="971550"/>
          </a:xfrm>
          <a:prstGeom prst="rect">
            <a:avLst/>
          </a:prstGeom>
          <a:solidFill>
            <a:srgbClr val="F7E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6690" rIns="186690" tIns="80010" bIns="80010"/>
          <a:lstStyle/>
          <a:p>
            <a:pPr algn="ctr">
              <a:lnSpc>
                <a:spcPts val="6405"/>
              </a:lnSpc>
            </a:pPr>
            <a:r>
              <a:rPr b="1" sz="5250">
                <a:solidFill>
                  <a:srgbClr val="181716"/>
                </a:solidFill>
                <a:latin typeface="Montserrat"/>
              </a:rPr>
              <a:t>[smoothie]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The finished one, close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4" name="burst"/>
          <p:cNvSpPr/>
          <p:nvPr/>
        </p:nvSpPr>
        <p:spPr>
          <a:xfrm rot="0">
            <a:off x="2095500" y="9034462"/>
            <a:ext cx="6096000" cy="5553075"/>
          </a:xfrm>
          <a:custGeom>
            <a:avLst/>
            <a:gdLst/>
            <a:ahLst/>
            <a:cxnLst/>
            <a:rect l="0" t="0" r="r" b="b"/>
            <a:pathLst>
              <a:path w="6096000" h="5553075">
                <a:moveTo>
                  <a:pt x="3031191" y="5517038"/>
                </a:moveTo>
                <a:cubicBezTo>
                  <a:pt x="3021378" y="5501299"/>
                  <a:pt x="3008150" y="5491857"/>
                  <a:pt x="2998636" y="5493800"/>
                </a:cubicBezTo>
                <a:cubicBezTo>
                  <a:pt x="2989690" y="5495628"/>
                  <a:pt x="2977861" y="5488200"/>
                  <a:pt x="2971860" y="5476987"/>
                </a:cubicBezTo>
                <a:cubicBezTo>
                  <a:pt x="2954682" y="5444889"/>
                  <a:pt x="2946598" y="5093669"/>
                  <a:pt x="2958704" y="4905375"/>
                </a:cubicBezTo>
                <a:cubicBezTo>
                  <a:pt x="2964598" y="4813696"/>
                  <a:pt x="2972167" y="4642246"/>
                  <a:pt x="2975524" y="4524375"/>
                </a:cubicBezTo>
                <a:cubicBezTo>
                  <a:pt x="2978882" y="4406503"/>
                  <a:pt x="2985744" y="4292917"/>
                  <a:pt x="2990774" y="4271962"/>
                </a:cubicBezTo>
                <a:cubicBezTo>
                  <a:pt x="2995804" y="4251007"/>
                  <a:pt x="3000062" y="4201715"/>
                  <a:pt x="3000235" y="4162425"/>
                </a:cubicBezTo>
                <a:cubicBezTo>
                  <a:pt x="3000558" y="4089304"/>
                  <a:pt x="3037547" y="3854542"/>
                  <a:pt x="3056110" y="3807800"/>
                </a:cubicBezTo>
                <a:cubicBezTo>
                  <a:pt x="3071622" y="3768738"/>
                  <a:pt x="3093386" y="3784430"/>
                  <a:pt x="3110129" y="3846750"/>
                </a:cubicBezTo>
                <a:cubicBezTo>
                  <a:pt x="3118069" y="3876306"/>
                  <a:pt x="3128431" y="3913346"/>
                  <a:pt x="3133155" y="3929062"/>
                </a:cubicBezTo>
                <a:cubicBezTo>
                  <a:pt x="3137880" y="3944778"/>
                  <a:pt x="3144612" y="3989784"/>
                  <a:pt x="3148116" y="4029075"/>
                </a:cubicBezTo>
                <a:cubicBezTo>
                  <a:pt x="3151620" y="4068365"/>
                  <a:pt x="3158061" y="4117657"/>
                  <a:pt x="3162428" y="4138612"/>
                </a:cubicBezTo>
                <a:cubicBezTo>
                  <a:pt x="3166795" y="4159567"/>
                  <a:pt x="3172905" y="4217431"/>
                  <a:pt x="3176005" y="4267200"/>
                </a:cubicBezTo>
                <a:cubicBezTo>
                  <a:pt x="3179106" y="4316968"/>
                  <a:pt x="3186306" y="4413408"/>
                  <a:pt x="3192005" y="4481512"/>
                </a:cubicBezTo>
                <a:cubicBezTo>
                  <a:pt x="3208637" y="4680257"/>
                  <a:pt x="3208292" y="5405113"/>
                  <a:pt x="3191540" y="5457825"/>
                </a:cubicBezTo>
                <a:cubicBezTo>
                  <a:pt x="3173441" y="5514775"/>
                  <a:pt x="3164286" y="5525361"/>
                  <a:pt x="3138688" y="5518936"/>
                </a:cubicBezTo>
                <a:cubicBezTo>
                  <a:pt x="3124328" y="5515332"/>
                  <a:pt x="3115358" y="5518505"/>
                  <a:pt x="3111502" y="5528553"/>
                </a:cubicBezTo>
                <a:cubicBezTo>
                  <a:pt x="3101421" y="5554823"/>
                  <a:pt x="3050166" y="5547474"/>
                  <a:pt x="3031191" y="5517038"/>
                </a:cubicBezTo>
                <a:close/>
                <a:moveTo>
                  <a:pt x="778531" y="4785381"/>
                </a:moveTo>
                <a:cubicBezTo>
                  <a:pt x="775399" y="4782249"/>
                  <a:pt x="775328" y="4773195"/>
                  <a:pt x="778373" y="4765260"/>
                </a:cubicBezTo>
                <a:cubicBezTo>
                  <a:pt x="782839" y="4753621"/>
                  <a:pt x="778459" y="4752030"/>
                  <a:pt x="755707" y="4757027"/>
                </a:cubicBezTo>
                <a:cubicBezTo>
                  <a:pt x="734553" y="4761673"/>
                  <a:pt x="723358" y="4758639"/>
                  <a:pt x="710911" y="4744885"/>
                </a:cubicBezTo>
                <a:cubicBezTo>
                  <a:pt x="694964" y="4727263"/>
                  <a:pt x="695728" y="4725154"/>
                  <a:pt x="730540" y="4690728"/>
                </a:cubicBezTo>
                <a:cubicBezTo>
                  <a:pt x="760255" y="4661341"/>
                  <a:pt x="762008" y="4657797"/>
                  <a:pt x="740299" y="4670998"/>
                </a:cubicBezTo>
                <a:cubicBezTo>
                  <a:pt x="691961" y="4700394"/>
                  <a:pt x="679541" y="4668418"/>
                  <a:pt x="720425" y="4619831"/>
                </a:cubicBezTo>
                <a:cubicBezTo>
                  <a:pt x="735265" y="4602194"/>
                  <a:pt x="751146" y="4592157"/>
                  <a:pt x="759274" y="4595276"/>
                </a:cubicBezTo>
                <a:cubicBezTo>
                  <a:pt x="766836" y="4598177"/>
                  <a:pt x="797328" y="4582872"/>
                  <a:pt x="827042" y="4561260"/>
                </a:cubicBezTo>
                <a:cubicBezTo>
                  <a:pt x="869067" y="4530693"/>
                  <a:pt x="875246" y="4523333"/>
                  <a:pt x="854868" y="4528116"/>
                </a:cubicBezTo>
                <a:cubicBezTo>
                  <a:pt x="819545" y="4536405"/>
                  <a:pt x="821303" y="4520576"/>
                  <a:pt x="859631" y="4485220"/>
                </a:cubicBezTo>
                <a:cubicBezTo>
                  <a:pt x="888977" y="4458149"/>
                  <a:pt x="1326542" y="4123328"/>
                  <a:pt x="1412284" y="4062335"/>
                </a:cubicBezTo>
                <a:cubicBezTo>
                  <a:pt x="1434437" y="4046576"/>
                  <a:pt x="1506140" y="3995031"/>
                  <a:pt x="1571625" y="3947789"/>
                </a:cubicBezTo>
                <a:cubicBezTo>
                  <a:pt x="1704285" y="3852087"/>
                  <a:pt x="1707234" y="3850044"/>
                  <a:pt x="1842164" y="3760373"/>
                </a:cubicBezTo>
                <a:cubicBezTo>
                  <a:pt x="2052813" y="3620383"/>
                  <a:pt x="2250937" y="3513952"/>
                  <a:pt x="2268391" y="3531406"/>
                </a:cubicBezTo>
                <a:cubicBezTo>
                  <a:pt x="2276788" y="3539803"/>
                  <a:pt x="2270492" y="3553172"/>
                  <a:pt x="2242244" y="3586926"/>
                </a:cubicBezTo>
                <a:cubicBezTo>
                  <a:pt x="2221780" y="3611379"/>
                  <a:pt x="2191583" y="3649071"/>
                  <a:pt x="2175138" y="3670686"/>
                </a:cubicBezTo>
                <a:cubicBezTo>
                  <a:pt x="2146796" y="3707941"/>
                  <a:pt x="1976765" y="3871321"/>
                  <a:pt x="1905000" y="3930259"/>
                </a:cubicBezTo>
                <a:cubicBezTo>
                  <a:pt x="1886664" y="3945317"/>
                  <a:pt x="1870263" y="3960763"/>
                  <a:pt x="1868553" y="3964584"/>
                </a:cubicBezTo>
                <a:cubicBezTo>
                  <a:pt x="1866843" y="3968405"/>
                  <a:pt x="1819694" y="4009776"/>
                  <a:pt x="1763778" y="4056520"/>
                </a:cubicBezTo>
                <a:cubicBezTo>
                  <a:pt x="1707862" y="4103265"/>
                  <a:pt x="1649253" y="4155286"/>
                  <a:pt x="1633537" y="4172123"/>
                </a:cubicBezTo>
                <a:cubicBezTo>
                  <a:pt x="1608274" y="4199187"/>
                  <a:pt x="1422696" y="4354670"/>
                  <a:pt x="1252895" y="4491037"/>
                </a:cubicBezTo>
                <a:cubicBezTo>
                  <a:pt x="1220279" y="4517231"/>
                  <a:pt x="1166719" y="4561386"/>
                  <a:pt x="1133874" y="4589159"/>
                </a:cubicBezTo>
                <a:cubicBezTo>
                  <a:pt x="1047805" y="4661938"/>
                  <a:pt x="1028833" y="4673352"/>
                  <a:pt x="1019373" y="4658046"/>
                </a:cubicBezTo>
                <a:cubicBezTo>
                  <a:pt x="1013658" y="4648799"/>
                  <a:pt x="991145" y="4661537"/>
                  <a:pt x="932080" y="4707436"/>
                </a:cubicBezTo>
                <a:cubicBezTo>
                  <a:pt x="828829" y="4787670"/>
                  <a:pt x="796985" y="4803835"/>
                  <a:pt x="778531" y="4785381"/>
                </a:cubicBezTo>
                <a:close/>
                <a:moveTo>
                  <a:pt x="5064424" y="4717442"/>
                </a:moveTo>
                <a:cubicBezTo>
                  <a:pt x="5050781" y="4703799"/>
                  <a:pt x="5044708" y="4702979"/>
                  <a:pt x="5029175" y="4712679"/>
                </a:cubicBezTo>
                <a:cubicBezTo>
                  <a:pt x="5003272" y="4728856"/>
                  <a:pt x="4976823" y="4727340"/>
                  <a:pt x="4961433" y="4708797"/>
                </a:cubicBezTo>
                <a:cubicBezTo>
                  <a:pt x="4954311" y="4700215"/>
                  <a:pt x="4896993" y="4647776"/>
                  <a:pt x="4834060" y="4592265"/>
                </a:cubicBezTo>
                <a:cubicBezTo>
                  <a:pt x="4702995" y="4476657"/>
                  <a:pt x="4255268" y="4054006"/>
                  <a:pt x="4190607" y="3984849"/>
                </a:cubicBezTo>
                <a:cubicBezTo>
                  <a:pt x="4087488" y="3874561"/>
                  <a:pt x="3933859" y="3695114"/>
                  <a:pt x="3888140" y="3631552"/>
                </a:cubicBezTo>
                <a:cubicBezTo>
                  <a:pt x="3768695" y="3465489"/>
                  <a:pt x="3867351" y="3510649"/>
                  <a:pt x="4241348" y="3793235"/>
                </a:cubicBezTo>
                <a:cubicBezTo>
                  <a:pt x="4441318" y="3944330"/>
                  <a:pt x="4518077" y="4005148"/>
                  <a:pt x="4629150" y="4100505"/>
                </a:cubicBezTo>
                <a:cubicBezTo>
                  <a:pt x="4684156" y="4147728"/>
                  <a:pt x="4746307" y="4198969"/>
                  <a:pt x="4767262" y="4214373"/>
                </a:cubicBezTo>
                <a:cubicBezTo>
                  <a:pt x="4788217" y="4229777"/>
                  <a:pt x="4807505" y="4244832"/>
                  <a:pt x="4810125" y="4247828"/>
                </a:cubicBezTo>
                <a:cubicBezTo>
                  <a:pt x="4812744" y="4250825"/>
                  <a:pt x="4847034" y="4280856"/>
                  <a:pt x="4886325" y="4314563"/>
                </a:cubicBezTo>
                <a:cubicBezTo>
                  <a:pt x="4994440" y="4407317"/>
                  <a:pt x="5113151" y="4524389"/>
                  <a:pt x="5144264" y="4568944"/>
                </a:cubicBezTo>
                <a:cubicBezTo>
                  <a:pt x="5169207" y="4604663"/>
                  <a:pt x="5170566" y="4610247"/>
                  <a:pt x="5157499" y="4623314"/>
                </a:cubicBezTo>
                <a:cubicBezTo>
                  <a:pt x="5148272" y="4632541"/>
                  <a:pt x="5145065" y="4646357"/>
                  <a:pt x="5148745" y="4661020"/>
                </a:cubicBezTo>
                <a:cubicBezTo>
                  <a:pt x="5153421" y="4679651"/>
                  <a:pt x="5148193" y="4689015"/>
                  <a:pt x="5121934" y="4709044"/>
                </a:cubicBezTo>
                <a:cubicBezTo>
                  <a:pt x="5083247" y="4738552"/>
                  <a:pt x="5085243" y="4738260"/>
                  <a:pt x="5064424" y="4717442"/>
                </a:cubicBezTo>
                <a:close/>
                <a:moveTo>
                  <a:pt x="3831408" y="4689099"/>
                </a:moveTo>
                <a:cubicBezTo>
                  <a:pt x="3800596" y="4683167"/>
                  <a:pt x="3769988" y="4637690"/>
                  <a:pt x="3724562" y="4530349"/>
                </a:cubicBezTo>
                <a:cubicBezTo>
                  <a:pt x="3670473" y="4402536"/>
                  <a:pt x="3585762" y="4143966"/>
                  <a:pt x="3551731" y="4002798"/>
                </a:cubicBezTo>
                <a:cubicBezTo>
                  <a:pt x="3526437" y="3897877"/>
                  <a:pt x="3577148" y="3923177"/>
                  <a:pt x="3659350" y="4056489"/>
                </a:cubicBezTo>
                <a:cubicBezTo>
                  <a:pt x="3676723" y="4084664"/>
                  <a:pt x="3702283" y="4121160"/>
                  <a:pt x="3716151" y="4137593"/>
                </a:cubicBezTo>
                <a:cubicBezTo>
                  <a:pt x="3763069" y="4193188"/>
                  <a:pt x="3925849" y="4537267"/>
                  <a:pt x="3940298" y="4611387"/>
                </a:cubicBezTo>
                <a:cubicBezTo>
                  <a:pt x="3946089" y="4641098"/>
                  <a:pt x="3929382" y="4676775"/>
                  <a:pt x="3909677" y="4676775"/>
                </a:cubicBezTo>
                <a:cubicBezTo>
                  <a:pt x="3902003" y="4676775"/>
                  <a:pt x="3895725" y="4681061"/>
                  <a:pt x="3895725" y="4686300"/>
                </a:cubicBezTo>
                <a:cubicBezTo>
                  <a:pt x="3895725" y="4695826"/>
                  <a:pt x="3871762" y="4696869"/>
                  <a:pt x="3831408" y="4689099"/>
                </a:cubicBezTo>
                <a:close/>
                <a:moveTo>
                  <a:pt x="2087891" y="4659489"/>
                </a:moveTo>
                <a:cubicBezTo>
                  <a:pt x="2072735" y="4647836"/>
                  <a:pt x="2068031" y="4637348"/>
                  <a:pt x="2072610" y="4625416"/>
                </a:cubicBezTo>
                <a:cubicBezTo>
                  <a:pt x="2076666" y="4614848"/>
                  <a:pt x="2074081" y="4604955"/>
                  <a:pt x="2065931" y="4599852"/>
                </a:cubicBezTo>
                <a:cubicBezTo>
                  <a:pt x="2054962" y="4592982"/>
                  <a:pt x="2056926" y="4582740"/>
                  <a:pt x="2077163" y="4541282"/>
                </a:cubicBezTo>
                <a:cubicBezTo>
                  <a:pt x="2090652" y="4513647"/>
                  <a:pt x="2115287" y="4463176"/>
                  <a:pt x="2131908" y="4429125"/>
                </a:cubicBezTo>
                <a:cubicBezTo>
                  <a:pt x="2161087" y="4369343"/>
                  <a:pt x="2252578" y="4219788"/>
                  <a:pt x="2265929" y="4210050"/>
                </a:cubicBezTo>
                <a:cubicBezTo>
                  <a:pt x="2269519" y="4207430"/>
                  <a:pt x="2297315" y="4169522"/>
                  <a:pt x="2327696" y="4125809"/>
                </a:cubicBezTo>
                <a:cubicBezTo>
                  <a:pt x="2383730" y="4045188"/>
                  <a:pt x="2398811" y="4025806"/>
                  <a:pt x="2456177" y="3960694"/>
                </a:cubicBezTo>
                <a:cubicBezTo>
                  <a:pt x="2497944" y="3913286"/>
                  <a:pt x="2519012" y="3912080"/>
                  <a:pt x="2510475" y="3957584"/>
                </a:cubicBezTo>
                <a:cubicBezTo>
                  <a:pt x="2501433" y="4005783"/>
                  <a:pt x="2439547" y="4189510"/>
                  <a:pt x="2418374" y="4231011"/>
                </a:cubicBezTo>
                <a:cubicBezTo>
                  <a:pt x="2408433" y="4250497"/>
                  <a:pt x="2400300" y="4274492"/>
                  <a:pt x="2400300" y="4284333"/>
                </a:cubicBezTo>
                <a:cubicBezTo>
                  <a:pt x="2400300" y="4330200"/>
                  <a:pt x="2220713" y="4653628"/>
                  <a:pt x="2190750" y="4661725"/>
                </a:cubicBezTo>
                <a:cubicBezTo>
                  <a:pt x="2138052" y="4675965"/>
                  <a:pt x="2108485" y="4675323"/>
                  <a:pt x="2087891" y="4659489"/>
                </a:cubicBezTo>
                <a:close/>
                <a:moveTo>
                  <a:pt x="1121568" y="3666085"/>
                </a:moveTo>
                <a:cubicBezTo>
                  <a:pt x="1093544" y="3635795"/>
                  <a:pt x="1089748" y="3624101"/>
                  <a:pt x="1104900" y="3614737"/>
                </a:cubicBezTo>
                <a:cubicBezTo>
                  <a:pt x="1110138" y="3611499"/>
                  <a:pt x="1114425" y="3600823"/>
                  <a:pt x="1114425" y="3591011"/>
                </a:cubicBezTo>
                <a:cubicBezTo>
                  <a:pt x="1114425" y="3572015"/>
                  <a:pt x="1160558" y="3533775"/>
                  <a:pt x="1183475" y="3533775"/>
                </a:cubicBezTo>
                <a:cubicBezTo>
                  <a:pt x="1191022" y="3533775"/>
                  <a:pt x="1204955" y="3525202"/>
                  <a:pt x="1214437" y="3514725"/>
                </a:cubicBezTo>
                <a:cubicBezTo>
                  <a:pt x="1223919" y="3504247"/>
                  <a:pt x="1235723" y="3495675"/>
                  <a:pt x="1240668" y="3495675"/>
                </a:cubicBezTo>
                <a:cubicBezTo>
                  <a:pt x="1245612" y="3495675"/>
                  <a:pt x="1263165" y="3489626"/>
                  <a:pt x="1279672" y="3482234"/>
                </a:cubicBezTo>
                <a:cubicBezTo>
                  <a:pt x="1398466" y="3429037"/>
                  <a:pt x="1551283" y="3379029"/>
                  <a:pt x="1720737" y="3337899"/>
                </a:cubicBezTo>
                <a:cubicBezTo>
                  <a:pt x="1867377" y="3302307"/>
                  <a:pt x="1895537" y="3298949"/>
                  <a:pt x="1895356" y="3317081"/>
                </a:cubicBezTo>
                <a:cubicBezTo>
                  <a:pt x="1895217" y="3330959"/>
                  <a:pt x="1747200" y="3431379"/>
                  <a:pt x="1657350" y="3478553"/>
                </a:cubicBezTo>
                <a:cubicBezTo>
                  <a:pt x="1623298" y="3496431"/>
                  <a:pt x="1578059" y="3522123"/>
                  <a:pt x="1556820" y="3535647"/>
                </a:cubicBezTo>
                <a:cubicBezTo>
                  <a:pt x="1464400" y="3594492"/>
                  <a:pt x="1216039" y="3695842"/>
                  <a:pt x="1166812" y="3694800"/>
                </a:cubicBezTo>
                <a:cubicBezTo>
                  <a:pt x="1156335" y="3694578"/>
                  <a:pt x="1135975" y="3681657"/>
                  <a:pt x="1121568" y="3666085"/>
                </a:cubicBezTo>
                <a:close/>
                <a:moveTo>
                  <a:pt x="4834334" y="3677291"/>
                </a:moveTo>
                <a:cubicBezTo>
                  <a:pt x="4831314" y="3672405"/>
                  <a:pt x="4816576" y="3668757"/>
                  <a:pt x="4801583" y="3669183"/>
                </a:cubicBezTo>
                <a:cubicBezTo>
                  <a:pt x="4718088" y="3671557"/>
                  <a:pt x="4175225" y="3355239"/>
                  <a:pt x="4207465" y="3322999"/>
                </a:cubicBezTo>
                <a:cubicBezTo>
                  <a:pt x="4227481" y="3302983"/>
                  <a:pt x="4612133" y="3415403"/>
                  <a:pt x="4792811" y="3494075"/>
                </a:cubicBezTo>
                <a:cubicBezTo>
                  <a:pt x="4856483" y="3521800"/>
                  <a:pt x="4914900" y="3580969"/>
                  <a:pt x="4914900" y="3617736"/>
                </a:cubicBezTo>
                <a:cubicBezTo>
                  <a:pt x="4914900" y="3657591"/>
                  <a:pt x="4851241" y="3704648"/>
                  <a:pt x="4834334" y="3677291"/>
                </a:cubicBezTo>
                <a:close/>
                <a:moveTo>
                  <a:pt x="5581650" y="3018856"/>
                </a:moveTo>
                <a:cubicBezTo>
                  <a:pt x="5510926" y="3014485"/>
                  <a:pt x="5339476" y="3006543"/>
                  <a:pt x="5200650" y="3001207"/>
                </a:cubicBezTo>
                <a:cubicBezTo>
                  <a:pt x="5061823" y="2995871"/>
                  <a:pt x="4911804" y="2987223"/>
                  <a:pt x="4867275" y="2981990"/>
                </a:cubicBezTo>
                <a:cubicBezTo>
                  <a:pt x="4822745" y="2976757"/>
                  <a:pt x="4739163" y="2967964"/>
                  <a:pt x="4681537" y="2962451"/>
                </a:cubicBezTo>
                <a:cubicBezTo>
                  <a:pt x="4461488" y="2941398"/>
                  <a:pt x="4398972" y="2932113"/>
                  <a:pt x="4188925" y="2889281"/>
                </a:cubicBezTo>
                <a:cubicBezTo>
                  <a:pt x="4174687" y="2886378"/>
                  <a:pt x="4158538" y="2878581"/>
                  <a:pt x="4153039" y="2871955"/>
                </a:cubicBezTo>
                <a:cubicBezTo>
                  <a:pt x="4106168" y="2815479"/>
                  <a:pt x="4486244" y="2782285"/>
                  <a:pt x="5263937" y="2774936"/>
                </a:cubicBezTo>
                <a:cubicBezTo>
                  <a:pt x="5813538" y="2769742"/>
                  <a:pt x="5894050" y="2773187"/>
                  <a:pt x="5829300" y="2799127"/>
                </a:cubicBezTo>
                <a:cubicBezTo>
                  <a:pt x="5816203" y="2804374"/>
                  <a:pt x="5807630" y="2809002"/>
                  <a:pt x="5810250" y="2809413"/>
                </a:cubicBezTo>
                <a:cubicBezTo>
                  <a:pt x="5812869" y="2809823"/>
                  <a:pt x="5859877" y="2812450"/>
                  <a:pt x="5914712" y="2815251"/>
                </a:cubicBezTo>
                <a:cubicBezTo>
                  <a:pt x="6042220" y="2821764"/>
                  <a:pt x="6100778" y="2848062"/>
                  <a:pt x="6046262" y="2874329"/>
                </a:cubicBezTo>
                <a:cubicBezTo>
                  <a:pt x="6024609" y="2884763"/>
                  <a:pt x="6024607" y="2884787"/>
                  <a:pt x="6045214" y="2885430"/>
                </a:cubicBezTo>
                <a:cubicBezTo>
                  <a:pt x="6078842" y="2886480"/>
                  <a:pt x="6096000" y="2896506"/>
                  <a:pt x="6096000" y="2915106"/>
                </a:cubicBezTo>
                <a:cubicBezTo>
                  <a:pt x="6096000" y="2937052"/>
                  <a:pt x="6082222" y="2945640"/>
                  <a:pt x="6034087" y="2953696"/>
                </a:cubicBezTo>
                <a:cubicBezTo>
                  <a:pt x="6001337" y="2959178"/>
                  <a:pt x="5998996" y="2961052"/>
                  <a:pt x="6017418" y="2967047"/>
                </a:cubicBezTo>
                <a:cubicBezTo>
                  <a:pt x="6029205" y="2970883"/>
                  <a:pt x="6038850" y="2979800"/>
                  <a:pt x="6038850" y="2986863"/>
                </a:cubicBezTo>
                <a:cubicBezTo>
                  <a:pt x="6038850" y="3008720"/>
                  <a:pt x="6002439" y="3020654"/>
                  <a:pt x="5935935" y="3020594"/>
                </a:cubicBezTo>
                <a:cubicBezTo>
                  <a:pt x="5900860" y="3020562"/>
                  <a:pt x="5835729" y="3021946"/>
                  <a:pt x="5791200" y="3023670"/>
                </a:cubicBezTo>
                <a:cubicBezTo>
                  <a:pt x="5746670" y="3025393"/>
                  <a:pt x="5652373" y="3023227"/>
                  <a:pt x="5581650" y="3018856"/>
                </a:cubicBezTo>
                <a:close/>
                <a:moveTo>
                  <a:pt x="185737" y="3000639"/>
                </a:moveTo>
                <a:cubicBezTo>
                  <a:pt x="58589" y="2993687"/>
                  <a:pt x="40004" y="2986797"/>
                  <a:pt x="46898" y="2949165"/>
                </a:cubicBezTo>
                <a:cubicBezTo>
                  <a:pt x="47739" y="2944574"/>
                  <a:pt x="39674" y="2934687"/>
                  <a:pt x="28976" y="2927193"/>
                </a:cubicBezTo>
                <a:cubicBezTo>
                  <a:pt x="-903" y="2906265"/>
                  <a:pt x="2148" y="2857500"/>
                  <a:pt x="33337" y="2857500"/>
                </a:cubicBezTo>
                <a:cubicBezTo>
                  <a:pt x="59408" y="2857500"/>
                  <a:pt x="65623" y="2841103"/>
                  <a:pt x="42862" y="2832369"/>
                </a:cubicBezTo>
                <a:cubicBezTo>
                  <a:pt x="5036" y="2817854"/>
                  <a:pt x="65814" y="2778868"/>
                  <a:pt x="116211" y="2785319"/>
                </a:cubicBezTo>
                <a:cubicBezTo>
                  <a:pt x="170642" y="2792286"/>
                  <a:pt x="272555" y="2799456"/>
                  <a:pt x="247650" y="2794566"/>
                </a:cubicBezTo>
                <a:cubicBezTo>
                  <a:pt x="234553" y="2791994"/>
                  <a:pt x="217762" y="2787817"/>
                  <a:pt x="210338" y="2785283"/>
                </a:cubicBezTo>
                <a:cubicBezTo>
                  <a:pt x="70157" y="2737434"/>
                  <a:pt x="1547066" y="2755438"/>
                  <a:pt x="1833562" y="2805070"/>
                </a:cubicBezTo>
                <a:cubicBezTo>
                  <a:pt x="1930805" y="2821917"/>
                  <a:pt x="1949722" y="2826007"/>
                  <a:pt x="1960117" y="2832431"/>
                </a:cubicBezTo>
                <a:cubicBezTo>
                  <a:pt x="1978642" y="2843880"/>
                  <a:pt x="1973569" y="2857251"/>
                  <a:pt x="1946846" y="2867411"/>
                </a:cubicBezTo>
                <a:cubicBezTo>
                  <a:pt x="1903176" y="2884014"/>
                  <a:pt x="1688953" y="2924358"/>
                  <a:pt x="1593007" y="2934048"/>
                </a:cubicBezTo>
                <a:cubicBezTo>
                  <a:pt x="994453" y="2994500"/>
                  <a:pt x="500731" y="3017863"/>
                  <a:pt x="185737" y="3000639"/>
                </a:cubicBezTo>
                <a:close/>
                <a:moveTo>
                  <a:pt x="4244975" y="2403475"/>
                </a:moveTo>
                <a:cubicBezTo>
                  <a:pt x="4231787" y="2390287"/>
                  <a:pt x="4240056" y="2380576"/>
                  <a:pt x="4288631" y="2352204"/>
                </a:cubicBezTo>
                <a:cubicBezTo>
                  <a:pt x="4316134" y="2336139"/>
                  <a:pt x="4366498" y="2305392"/>
                  <a:pt x="4400550" y="2283877"/>
                </a:cubicBezTo>
                <a:cubicBezTo>
                  <a:pt x="4545017" y="2192598"/>
                  <a:pt x="4883951" y="2033380"/>
                  <a:pt x="4913932" y="2042711"/>
                </a:cubicBezTo>
                <a:cubicBezTo>
                  <a:pt x="4922322" y="2045322"/>
                  <a:pt x="4946332" y="2041408"/>
                  <a:pt x="4967287" y="2034013"/>
                </a:cubicBezTo>
                <a:cubicBezTo>
                  <a:pt x="5004409" y="2020912"/>
                  <a:pt x="5006094" y="2021262"/>
                  <a:pt x="5032927" y="2047656"/>
                </a:cubicBezTo>
                <a:cubicBezTo>
                  <a:pt x="5053267" y="2067664"/>
                  <a:pt x="5058474" y="2079326"/>
                  <a:pt x="5052846" y="2092266"/>
                </a:cubicBezTo>
                <a:cubicBezTo>
                  <a:pt x="5048654" y="2101903"/>
                  <a:pt x="5046084" y="2113538"/>
                  <a:pt x="5047135" y="2118123"/>
                </a:cubicBezTo>
                <a:cubicBezTo>
                  <a:pt x="5050537" y="2132975"/>
                  <a:pt x="5017280" y="2162170"/>
                  <a:pt x="4996767" y="2162339"/>
                </a:cubicBezTo>
                <a:cubicBezTo>
                  <a:pt x="4985792" y="2162430"/>
                  <a:pt x="4967543" y="2172288"/>
                  <a:pt x="4956213" y="2184248"/>
                </a:cubicBezTo>
                <a:cubicBezTo>
                  <a:pt x="4909111" y="2233970"/>
                  <a:pt x="4528764" y="2362121"/>
                  <a:pt x="4314825" y="2400352"/>
                </a:cubicBezTo>
                <a:cubicBezTo>
                  <a:pt x="4252275" y="2411530"/>
                  <a:pt x="4252998" y="2411498"/>
                  <a:pt x="4244975" y="2403475"/>
                </a:cubicBezTo>
                <a:close/>
                <a:moveTo>
                  <a:pt x="1814512" y="2386216"/>
                </a:moveTo>
                <a:cubicBezTo>
                  <a:pt x="1809273" y="2384536"/>
                  <a:pt x="1772840" y="2376017"/>
                  <a:pt x="1733550" y="2367287"/>
                </a:cubicBezTo>
                <a:cubicBezTo>
                  <a:pt x="1694259" y="2358556"/>
                  <a:pt x="1642824" y="2345829"/>
                  <a:pt x="1619250" y="2339005"/>
                </a:cubicBezTo>
                <a:cubicBezTo>
                  <a:pt x="1595675" y="2332180"/>
                  <a:pt x="1548526" y="2321382"/>
                  <a:pt x="1514475" y="2315008"/>
                </a:cubicBezTo>
                <a:cubicBezTo>
                  <a:pt x="1434140" y="2299971"/>
                  <a:pt x="1198390" y="2214295"/>
                  <a:pt x="1141946" y="2179625"/>
                </a:cubicBezTo>
                <a:cubicBezTo>
                  <a:pt x="1117792" y="2164788"/>
                  <a:pt x="1093297" y="2152650"/>
                  <a:pt x="1087512" y="2152650"/>
                </a:cubicBezTo>
                <a:cubicBezTo>
                  <a:pt x="1074306" y="2152650"/>
                  <a:pt x="1061675" y="2128374"/>
                  <a:pt x="1054113" y="2088460"/>
                </a:cubicBezTo>
                <a:cubicBezTo>
                  <a:pt x="1047166" y="2051794"/>
                  <a:pt x="1054279" y="2028825"/>
                  <a:pt x="1072581" y="2028825"/>
                </a:cubicBezTo>
                <a:cubicBezTo>
                  <a:pt x="1079879" y="2028825"/>
                  <a:pt x="1085850" y="2024620"/>
                  <a:pt x="1085850" y="2019481"/>
                </a:cubicBezTo>
                <a:cubicBezTo>
                  <a:pt x="1085850" y="2000813"/>
                  <a:pt x="1133552" y="1997367"/>
                  <a:pt x="1152655" y="2014655"/>
                </a:cubicBezTo>
                <a:cubicBezTo>
                  <a:pt x="1162783" y="2023820"/>
                  <a:pt x="1187256" y="2032281"/>
                  <a:pt x="1207040" y="2033456"/>
                </a:cubicBezTo>
                <a:cubicBezTo>
                  <a:pt x="1238839" y="2035344"/>
                  <a:pt x="1302463" y="2056992"/>
                  <a:pt x="1409700" y="2102408"/>
                </a:cubicBezTo>
                <a:cubicBezTo>
                  <a:pt x="1451466" y="2120097"/>
                  <a:pt x="1741178" y="2263514"/>
                  <a:pt x="1766780" y="2279174"/>
                </a:cubicBezTo>
                <a:cubicBezTo>
                  <a:pt x="1926872" y="2377102"/>
                  <a:pt x="1939445" y="2391445"/>
                  <a:pt x="1863956" y="2390023"/>
                </a:cubicBezTo>
                <a:cubicBezTo>
                  <a:pt x="1842001" y="2389609"/>
                  <a:pt x="1819751" y="2387896"/>
                  <a:pt x="1814512" y="2386216"/>
                </a:cubicBezTo>
                <a:close/>
                <a:moveTo>
                  <a:pt x="3848100" y="2134543"/>
                </a:moveTo>
                <a:cubicBezTo>
                  <a:pt x="3848100" y="2124585"/>
                  <a:pt x="3867426" y="2091366"/>
                  <a:pt x="3891048" y="2060725"/>
                </a:cubicBezTo>
                <a:cubicBezTo>
                  <a:pt x="3914670" y="2030083"/>
                  <a:pt x="3955472" y="1977151"/>
                  <a:pt x="3981721" y="1943100"/>
                </a:cubicBezTo>
                <a:cubicBezTo>
                  <a:pt x="4107594" y="1779804"/>
                  <a:pt x="4915729" y="949056"/>
                  <a:pt x="4983267" y="913529"/>
                </a:cubicBezTo>
                <a:cubicBezTo>
                  <a:pt x="4997295" y="906150"/>
                  <a:pt x="5035288" y="881895"/>
                  <a:pt x="5067696" y="859631"/>
                </a:cubicBezTo>
                <a:cubicBezTo>
                  <a:pt x="5128376" y="817943"/>
                  <a:pt x="5168553" y="808416"/>
                  <a:pt x="5178155" y="833437"/>
                </a:cubicBezTo>
                <a:cubicBezTo>
                  <a:pt x="5181170" y="841295"/>
                  <a:pt x="5191601" y="847724"/>
                  <a:pt x="5201333" y="847724"/>
                </a:cubicBezTo>
                <a:cubicBezTo>
                  <a:pt x="5222450" y="847725"/>
                  <a:pt x="5242298" y="880750"/>
                  <a:pt x="5235896" y="905233"/>
                </a:cubicBezTo>
                <a:cubicBezTo>
                  <a:pt x="5233366" y="914907"/>
                  <a:pt x="5237232" y="924959"/>
                  <a:pt x="5244565" y="927773"/>
                </a:cubicBezTo>
                <a:cubicBezTo>
                  <a:pt x="5293247" y="946454"/>
                  <a:pt x="5197196" y="1058784"/>
                  <a:pt x="4929890" y="1295777"/>
                </a:cubicBezTo>
                <a:cubicBezTo>
                  <a:pt x="4862173" y="1355815"/>
                  <a:pt x="4755017" y="1452768"/>
                  <a:pt x="4691765" y="1511228"/>
                </a:cubicBezTo>
                <a:cubicBezTo>
                  <a:pt x="4628513" y="1569687"/>
                  <a:pt x="4555873" y="1633981"/>
                  <a:pt x="4530341" y="1654103"/>
                </a:cubicBezTo>
                <a:cubicBezTo>
                  <a:pt x="4504809" y="1674224"/>
                  <a:pt x="4449088" y="1720966"/>
                  <a:pt x="4406516" y="1757973"/>
                </a:cubicBezTo>
                <a:cubicBezTo>
                  <a:pt x="4234581" y="1907434"/>
                  <a:pt x="3896275" y="2152650"/>
                  <a:pt x="3862008" y="2152650"/>
                </a:cubicBezTo>
                <a:cubicBezTo>
                  <a:pt x="3854358" y="2152650"/>
                  <a:pt x="3848100" y="2144502"/>
                  <a:pt x="3848100" y="2134543"/>
                </a:cubicBezTo>
                <a:close/>
                <a:moveTo>
                  <a:pt x="2208990" y="2115747"/>
                </a:moveTo>
                <a:cubicBezTo>
                  <a:pt x="2114883" y="2068279"/>
                  <a:pt x="1974053" y="1973044"/>
                  <a:pt x="1876216" y="1890712"/>
                </a:cubicBezTo>
                <a:cubicBezTo>
                  <a:pt x="1851315" y="1869757"/>
                  <a:pt x="1799384" y="1828265"/>
                  <a:pt x="1760814" y="1798507"/>
                </a:cubicBezTo>
                <a:cubicBezTo>
                  <a:pt x="1722244" y="1768749"/>
                  <a:pt x="1673542" y="1729104"/>
                  <a:pt x="1652587" y="1710408"/>
                </a:cubicBezTo>
                <a:cubicBezTo>
                  <a:pt x="1631632" y="1691711"/>
                  <a:pt x="1610935" y="1676411"/>
                  <a:pt x="1606594" y="1676407"/>
                </a:cubicBezTo>
                <a:cubicBezTo>
                  <a:pt x="1596692" y="1676398"/>
                  <a:pt x="1470030" y="1572834"/>
                  <a:pt x="1438995" y="1539372"/>
                </a:cubicBezTo>
                <a:cubicBezTo>
                  <a:pt x="1426295" y="1525679"/>
                  <a:pt x="1409815" y="1514475"/>
                  <a:pt x="1402372" y="1514475"/>
                </a:cubicBezTo>
                <a:cubicBezTo>
                  <a:pt x="1368821" y="1514475"/>
                  <a:pt x="949596" y="1138579"/>
                  <a:pt x="957028" y="1115161"/>
                </a:cubicBezTo>
                <a:cubicBezTo>
                  <a:pt x="960334" y="1104744"/>
                  <a:pt x="936861" y="1074674"/>
                  <a:pt x="885792" y="1023905"/>
                </a:cubicBezTo>
                <a:cubicBezTo>
                  <a:pt x="835125" y="973535"/>
                  <a:pt x="809625" y="940934"/>
                  <a:pt x="809625" y="926529"/>
                </a:cubicBezTo>
                <a:cubicBezTo>
                  <a:pt x="809625" y="902224"/>
                  <a:pt x="818544" y="899164"/>
                  <a:pt x="838042" y="916781"/>
                </a:cubicBezTo>
                <a:cubicBezTo>
                  <a:pt x="845380" y="923411"/>
                  <a:pt x="843675" y="916558"/>
                  <a:pt x="834192" y="901315"/>
                </a:cubicBezTo>
                <a:cubicBezTo>
                  <a:pt x="802272" y="849998"/>
                  <a:pt x="844896" y="806246"/>
                  <a:pt x="888722" y="845343"/>
                </a:cubicBezTo>
                <a:cubicBezTo>
                  <a:pt x="906721" y="861400"/>
                  <a:pt x="907171" y="861255"/>
                  <a:pt x="900990" y="841382"/>
                </a:cubicBezTo>
                <a:cubicBezTo>
                  <a:pt x="885734" y="792325"/>
                  <a:pt x="942725" y="811013"/>
                  <a:pt x="1002506" y="874669"/>
                </a:cubicBezTo>
                <a:cubicBezTo>
                  <a:pt x="1022151" y="895588"/>
                  <a:pt x="1038225" y="916848"/>
                  <a:pt x="1038225" y="921914"/>
                </a:cubicBezTo>
                <a:cubicBezTo>
                  <a:pt x="1038225" y="926979"/>
                  <a:pt x="1066735" y="956154"/>
                  <a:pt x="1101582" y="986748"/>
                </a:cubicBezTo>
                <a:cubicBezTo>
                  <a:pt x="1136429" y="1017342"/>
                  <a:pt x="1160228" y="1033569"/>
                  <a:pt x="1154469" y="1022809"/>
                </a:cubicBezTo>
                <a:cubicBezTo>
                  <a:pt x="1148711" y="1012048"/>
                  <a:pt x="1126629" y="987551"/>
                  <a:pt x="1105399" y="968372"/>
                </a:cubicBezTo>
                <a:cubicBezTo>
                  <a:pt x="1069586" y="936016"/>
                  <a:pt x="1056891" y="914271"/>
                  <a:pt x="1073943" y="914492"/>
                </a:cubicBezTo>
                <a:cubicBezTo>
                  <a:pt x="1090913" y="914712"/>
                  <a:pt x="1214841" y="1024173"/>
                  <a:pt x="1495425" y="1286772"/>
                </a:cubicBezTo>
                <a:cubicBezTo>
                  <a:pt x="1566148" y="1352962"/>
                  <a:pt x="1657979" y="1438773"/>
                  <a:pt x="1699494" y="1477465"/>
                </a:cubicBezTo>
                <a:cubicBezTo>
                  <a:pt x="1893716" y="1658477"/>
                  <a:pt x="2117402" y="1898274"/>
                  <a:pt x="2221485" y="2037055"/>
                </a:cubicBezTo>
                <a:cubicBezTo>
                  <a:pt x="2298177" y="2139313"/>
                  <a:pt x="2295028" y="2159146"/>
                  <a:pt x="2208990" y="2115747"/>
                </a:cubicBezTo>
                <a:close/>
                <a:moveTo>
                  <a:pt x="3055104" y="1892724"/>
                </a:moveTo>
                <a:cubicBezTo>
                  <a:pt x="3038406" y="1879508"/>
                  <a:pt x="2993563" y="1661430"/>
                  <a:pt x="2986139" y="1557337"/>
                </a:cubicBezTo>
                <a:cubicBezTo>
                  <a:pt x="2983524" y="1520666"/>
                  <a:pt x="2977216" y="1432798"/>
                  <a:pt x="2972123" y="1362075"/>
                </a:cubicBezTo>
                <a:cubicBezTo>
                  <a:pt x="2931962" y="804410"/>
                  <a:pt x="2928161" y="181330"/>
                  <a:pt x="2964248" y="71179"/>
                </a:cubicBezTo>
                <a:cubicBezTo>
                  <a:pt x="2974300" y="40494"/>
                  <a:pt x="2981141" y="33337"/>
                  <a:pt x="3000416" y="33337"/>
                </a:cubicBezTo>
                <a:cubicBezTo>
                  <a:pt x="3013490" y="33337"/>
                  <a:pt x="3029788" y="25836"/>
                  <a:pt x="3036633" y="16668"/>
                </a:cubicBezTo>
                <a:cubicBezTo>
                  <a:pt x="3056061" y="-9349"/>
                  <a:pt x="3093301" y="-4257"/>
                  <a:pt x="3112433" y="27031"/>
                </a:cubicBezTo>
                <a:cubicBezTo>
                  <a:pt x="3121524" y="41899"/>
                  <a:pt x="3134591" y="52167"/>
                  <a:pt x="3141472" y="49849"/>
                </a:cubicBezTo>
                <a:cubicBezTo>
                  <a:pt x="3166282" y="41491"/>
                  <a:pt x="3181480" y="78628"/>
                  <a:pt x="3179911" y="143778"/>
                </a:cubicBezTo>
                <a:cubicBezTo>
                  <a:pt x="3179079" y="178327"/>
                  <a:pt x="3182037" y="212481"/>
                  <a:pt x="3186484" y="219677"/>
                </a:cubicBezTo>
                <a:cubicBezTo>
                  <a:pt x="3200554" y="242442"/>
                  <a:pt x="3203473" y="446423"/>
                  <a:pt x="3192133" y="614362"/>
                </a:cubicBezTo>
                <a:cubicBezTo>
                  <a:pt x="3186119" y="703421"/>
                  <a:pt x="3177194" y="932735"/>
                  <a:pt x="3172298" y="1123950"/>
                </a:cubicBezTo>
                <a:cubicBezTo>
                  <a:pt x="3163829" y="1454755"/>
                  <a:pt x="3151937" y="1652658"/>
                  <a:pt x="3137384" y="1704975"/>
                </a:cubicBezTo>
                <a:cubicBezTo>
                  <a:pt x="3133741" y="1718071"/>
                  <a:pt x="3129356" y="1737360"/>
                  <a:pt x="3127640" y="1747837"/>
                </a:cubicBezTo>
                <a:cubicBezTo>
                  <a:pt x="3104102" y="1891539"/>
                  <a:pt x="3089772" y="1920162"/>
                  <a:pt x="3055104" y="1892724"/>
                </a:cubicBezTo>
                <a:close/>
                <a:moveTo>
                  <a:pt x="3634537" y="1715712"/>
                </a:moveTo>
                <a:cubicBezTo>
                  <a:pt x="3623830" y="1698389"/>
                  <a:pt x="3649798" y="1567087"/>
                  <a:pt x="3687072" y="1450073"/>
                </a:cubicBezTo>
                <a:cubicBezTo>
                  <a:pt x="3707533" y="1385839"/>
                  <a:pt x="3724275" y="1326350"/>
                  <a:pt x="3724275" y="1317875"/>
                </a:cubicBezTo>
                <a:cubicBezTo>
                  <a:pt x="3724275" y="1270020"/>
                  <a:pt x="3896360" y="869754"/>
                  <a:pt x="3924380" y="852437"/>
                </a:cubicBezTo>
                <a:cubicBezTo>
                  <a:pt x="3960397" y="830178"/>
                  <a:pt x="4038600" y="840433"/>
                  <a:pt x="4038600" y="867416"/>
                </a:cubicBezTo>
                <a:cubicBezTo>
                  <a:pt x="4038600" y="877541"/>
                  <a:pt x="4042597" y="885825"/>
                  <a:pt x="4047483" y="885825"/>
                </a:cubicBezTo>
                <a:cubicBezTo>
                  <a:pt x="4066658" y="885825"/>
                  <a:pt x="4068083" y="924988"/>
                  <a:pt x="4050002" y="955025"/>
                </a:cubicBezTo>
                <a:cubicBezTo>
                  <a:pt x="4039800" y="971972"/>
                  <a:pt x="4033560" y="991617"/>
                  <a:pt x="4036134" y="998683"/>
                </a:cubicBezTo>
                <a:cubicBezTo>
                  <a:pt x="4038707" y="1005748"/>
                  <a:pt x="4036263" y="1020749"/>
                  <a:pt x="4030701" y="1032020"/>
                </a:cubicBezTo>
                <a:cubicBezTo>
                  <a:pt x="4025140" y="1043291"/>
                  <a:pt x="4012271" y="1071800"/>
                  <a:pt x="4002104" y="1095375"/>
                </a:cubicBezTo>
                <a:cubicBezTo>
                  <a:pt x="3938612" y="1242596"/>
                  <a:pt x="3941948" y="1235616"/>
                  <a:pt x="3883759" y="1343025"/>
                </a:cubicBezTo>
                <a:cubicBezTo>
                  <a:pt x="3870988" y="1366599"/>
                  <a:pt x="3841999" y="1420177"/>
                  <a:pt x="3819339" y="1462087"/>
                </a:cubicBezTo>
                <a:cubicBezTo>
                  <a:pt x="3775311" y="1543520"/>
                  <a:pt x="3674420" y="1696587"/>
                  <a:pt x="3653124" y="1714261"/>
                </a:cubicBezTo>
                <a:cubicBezTo>
                  <a:pt x="3645058" y="1720956"/>
                  <a:pt x="3638112" y="1721498"/>
                  <a:pt x="3634537" y="1715712"/>
                </a:cubicBezTo>
                <a:close/>
                <a:moveTo>
                  <a:pt x="2522921" y="1659731"/>
                </a:moveTo>
                <a:cubicBezTo>
                  <a:pt x="2506039" y="1634847"/>
                  <a:pt x="2481933" y="1601983"/>
                  <a:pt x="2469350" y="1586700"/>
                </a:cubicBezTo>
                <a:cubicBezTo>
                  <a:pt x="2456768" y="1571417"/>
                  <a:pt x="2424944" y="1514615"/>
                  <a:pt x="2398630" y="1460473"/>
                </a:cubicBezTo>
                <a:cubicBezTo>
                  <a:pt x="2372317" y="1406331"/>
                  <a:pt x="2346819" y="1359580"/>
                  <a:pt x="2341969" y="1356582"/>
                </a:cubicBezTo>
                <a:cubicBezTo>
                  <a:pt x="2315692" y="1340342"/>
                  <a:pt x="2190965" y="1058759"/>
                  <a:pt x="2175808" y="981459"/>
                </a:cubicBezTo>
                <a:lnTo>
                  <a:pt x="2163744" y="919931"/>
                </a:lnTo>
                <a:lnTo>
                  <a:pt x="2197382" y="888206"/>
                </a:lnTo>
                <a:cubicBezTo>
                  <a:pt x="2229267" y="858135"/>
                  <a:pt x="2232188" y="857246"/>
                  <a:pt x="2253412" y="871153"/>
                </a:cubicBezTo>
                <a:cubicBezTo>
                  <a:pt x="2265728" y="879222"/>
                  <a:pt x="2281720" y="885825"/>
                  <a:pt x="2288951" y="885825"/>
                </a:cubicBezTo>
                <a:cubicBezTo>
                  <a:pt x="2307843" y="885825"/>
                  <a:pt x="2331052" y="914578"/>
                  <a:pt x="2338924" y="947737"/>
                </a:cubicBezTo>
                <a:cubicBezTo>
                  <a:pt x="2342655" y="963453"/>
                  <a:pt x="2351433" y="982937"/>
                  <a:pt x="2358431" y="991034"/>
                </a:cubicBezTo>
                <a:cubicBezTo>
                  <a:pt x="2382183" y="1018519"/>
                  <a:pt x="2427442" y="1129762"/>
                  <a:pt x="2484517" y="1300943"/>
                </a:cubicBezTo>
                <a:cubicBezTo>
                  <a:pt x="2559823" y="1526802"/>
                  <a:pt x="2570210" y="1564703"/>
                  <a:pt x="2577628" y="1640681"/>
                </a:cubicBezTo>
                <a:cubicBezTo>
                  <a:pt x="2585498" y="1721288"/>
                  <a:pt x="2568660" y="1727152"/>
                  <a:pt x="2522921" y="165973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" name="TEXT: [made fresh, to order]"/>
          <p:cNvSpPr/>
          <p:nvPr/>
        </p:nvSpPr>
        <p:spPr>
          <a:xfrm rot="120000">
            <a:off x="1619250" y="11382375"/>
            <a:ext cx="7048500" cy="857250"/>
          </a:xfrm>
          <a:prstGeom prst="rect">
            <a:avLst/>
          </a:prstGeom>
          <a:solidFill>
            <a:srgbClr val="F7E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ctr">
              <a:lnSpc>
                <a:spcPts val="5673"/>
              </a:lnSpc>
            </a:pPr>
            <a:r>
              <a:rPr b="1" sz="4650">
                <a:solidFill>
                  <a:srgbClr val="181716"/>
                </a:solidFill>
                <a:latin typeface="Montserrat"/>
              </a:rPr>
              <a:t>[made fresh, to order]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to border" descr="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">
            <a:off x="1619250" y="4953000"/>
            <a:ext cx="7048500" cy="8382000"/>
          </a:xfrm>
          <a:prstGeom prst="rect">
            <a:avLst/>
          </a:prstGeom>
        </p:spPr>
      </p:pic>
      <p:sp>
        <p:nvSpPr>
          <p:cNvPr id="4" name="PHOTO: Your product"/>
          <p:cNvSpPr/>
          <p:nvPr/>
        </p:nvSpPr>
        <p:spPr>
          <a:xfrm rot="180000">
            <a:off x="2190750" y="5524500"/>
            <a:ext cx="5905500" cy="72390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LETTERING: Comment"/>
          <p:cNvSpPr txBox="1"/>
          <p:nvPr/>
        </p:nvSpPr>
        <p:spPr>
          <a:xfrm>
            <a:off x="633412" y="952500"/>
            <a:ext cx="9020175" cy="2286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0" i="0">
                <a:solidFill>
                  <a:srgbClr val="181716"/>
                </a:solidFill>
                <a:latin typeface="DM Serif Display"/>
              </a:rPr>
              <a:t>Comment</a:t>
            </a:r>
          </a:p>
        </p:txBody>
      </p:sp>
      <p:sp>
        <p:nvSpPr>
          <p:cNvPr id="6" name="TEXT: &quot;[KEYWORD]&quot;"/>
          <p:cNvSpPr/>
          <p:nvPr/>
        </p:nvSpPr>
        <p:spPr>
          <a:xfrm rot="21480000">
            <a:off x="2152650" y="3114675"/>
            <a:ext cx="5981700" cy="1200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98145" rIns="398145" tIns="159258" bIns="159258"/>
          <a:lstStyle/>
          <a:p>
            <a:pPr algn="ctr">
              <a:lnSpc>
                <a:spcPts val="6953"/>
              </a:lnSpc>
            </a:pPr>
            <a:r>
              <a:rPr b="1" sz="5700">
                <a:solidFill>
                  <a:srgbClr val="181716"/>
                </a:solidFill>
                <a:latin typeface="Montserrat"/>
              </a:rPr>
              <a:t>"[KEYWORD]"</a:t>
            </a:r>
          </a:p>
        </p:txBody>
      </p:sp>
      <p:sp>
        <p:nvSpPr>
          <p:cNvPr id="7" name="TEXT: [Product name]"/>
          <p:cNvSpPr/>
          <p:nvPr/>
        </p:nvSpPr>
        <p:spPr>
          <a:xfrm rot="180000">
            <a:off x="5124450" y="12663488"/>
            <a:ext cx="4610100" cy="771525"/>
          </a:xfrm>
          <a:prstGeom prst="rect">
            <a:avLst/>
          </a:prstGeom>
          <a:solidFill>
            <a:srgbClr val="BFD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9352" rIns="149352" tIns="64008" bIns="64008"/>
          <a:lstStyle/>
          <a:p>
            <a:pPr algn="ctr">
              <a:lnSpc>
                <a:spcPts val="5123"/>
              </a:lnSpc>
            </a:pPr>
            <a:r>
              <a:rPr b="1" sz="4200">
                <a:solidFill>
                  <a:srgbClr val="181716"/>
                </a:solidFill>
                <a:latin typeface="Montserrat"/>
              </a:rPr>
              <a:t>[Product name]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