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0287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1. Hook. The usual kind on the left, yours on the right. Edit the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2. Second hook: Instagram often shows a carousel starting on slide 2, so this one works as a cover on its own. No photo needed. Edit both [bracket]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3. Round 1: the usual kind on the left, yours on the right. Type the one real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4. Round 2: the usual kind on top, yours below. Type the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5. Round 3: yours fills the page, the usual kind in the circle. Type the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6. No photo needed. Edit the sticker on the trophy.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7. Swap in a photo of yours in use. Type its name and your keyword. Caption to start from (CTA in the first two sentences, 3 hashtags): Comment [KEYWORD] and I will send you [the link]. [One line of real context: who it helps or how you use it.] #[tag] #[tag] #[tag]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jp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jpg"/><Relationship Id="rId4" Type="http://schemas.openxmlformats.org/officeDocument/2006/relationships/image" Target="../media/image9.png"/><Relationship Id="rId5" Type="http://schemas.openxmlformats.org/officeDocument/2006/relationships/image" Target="../media/image10.jp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jpg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The usual kind (left half)"/>
          <p:cNvSpPr/>
          <p:nvPr/>
        </p:nvSpPr>
        <p:spPr>
          <a:xfrm rot="0">
            <a:off x="0" y="0"/>
            <a:ext cx="51435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4" name="PHOTO: Yours (right half)"/>
          <p:cNvSpPr/>
          <p:nvPr/>
        </p:nvSpPr>
        <p:spPr>
          <a:xfrm rot="0">
            <a:off x="5143500" y="0"/>
            <a:ext cx="51435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pic>
        <p:nvPicPr>
          <p:cNvPr id="5" name="white line" descr="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350" y="0"/>
            <a:ext cx="114300" cy="13716000"/>
          </a:xfrm>
          <a:prstGeom prst="rect">
            <a:avLst/>
          </a:prstGeom>
        </p:spPr>
      </p:pic>
      <p:pic>
        <p:nvPicPr>
          <p:cNvPr id="6" name="boxing bell" descr="0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1350" y="7015162"/>
            <a:ext cx="3924300" cy="3114675"/>
          </a:xfrm>
          <a:prstGeom prst="rect">
            <a:avLst/>
          </a:prstGeom>
        </p:spPr>
      </p:pic>
      <p:sp>
        <p:nvSpPr>
          <p:cNvPr id="7" name="boxing bell pattern"/>
          <p:cNvSpPr/>
          <p:nvPr/>
        </p:nvSpPr>
        <p:spPr>
          <a:xfrm rot="0">
            <a:off x="3181350" y="7015162"/>
            <a:ext cx="3924300" cy="3114675"/>
          </a:xfrm>
          <a:custGeom>
            <a:avLst/>
            <a:gdLst/>
            <a:ahLst/>
            <a:cxnLst/>
            <a:rect l="0" t="0" r="r" b="b"/>
            <a:pathLst>
              <a:path w="3924300" h="3114675">
                <a:moveTo>
                  <a:pt x="2596827" y="2184438"/>
                </a:moveTo>
                <a:cubicBezTo>
                  <a:pt x="2583875" y="2089946"/>
                  <a:pt x="2587866" y="2066840"/>
                  <a:pt x="2616993" y="2067676"/>
                </a:cubicBezTo>
                <a:cubicBezTo>
                  <a:pt x="2631400" y="2068090"/>
                  <a:pt x="2637829" y="2070590"/>
                  <a:pt x="2631281" y="2073233"/>
                </a:cubicBezTo>
                <a:cubicBezTo>
                  <a:pt x="2623270" y="2076465"/>
                  <a:pt x="2619375" y="2100966"/>
                  <a:pt x="2619375" y="2148119"/>
                </a:cubicBezTo>
                <a:cubicBezTo>
                  <a:pt x="2619375" y="2228123"/>
                  <a:pt x="2605809" y="2249973"/>
                  <a:pt x="2596827" y="2184438"/>
                </a:cubicBezTo>
                <a:close/>
                <a:moveTo>
                  <a:pt x="2647950" y="2209800"/>
                </a:moveTo>
                <a:cubicBezTo>
                  <a:pt x="2647950" y="2199322"/>
                  <a:pt x="2652236" y="2190750"/>
                  <a:pt x="2657475" y="2190750"/>
                </a:cubicBezTo>
                <a:cubicBezTo>
                  <a:pt x="2662713" y="2190750"/>
                  <a:pt x="2667000" y="2199322"/>
                  <a:pt x="2667000" y="2209800"/>
                </a:cubicBezTo>
                <a:cubicBezTo>
                  <a:pt x="2667000" y="2220277"/>
                  <a:pt x="2662713" y="2228850"/>
                  <a:pt x="2657475" y="2228850"/>
                </a:cubicBezTo>
                <a:cubicBezTo>
                  <a:pt x="2652236" y="2228850"/>
                  <a:pt x="2647950" y="2220277"/>
                  <a:pt x="2647950" y="2209800"/>
                </a:cubicBezTo>
                <a:close/>
                <a:moveTo>
                  <a:pt x="1411089" y="2199522"/>
                </a:moveTo>
                <a:cubicBezTo>
                  <a:pt x="1187961" y="2182405"/>
                  <a:pt x="970157" y="2139501"/>
                  <a:pt x="826293" y="2084326"/>
                </a:cubicBezTo>
                <a:cubicBezTo>
                  <a:pt x="785693" y="2068755"/>
                  <a:pt x="752475" y="2055169"/>
                  <a:pt x="752475" y="2054136"/>
                </a:cubicBezTo>
                <a:cubicBezTo>
                  <a:pt x="752475" y="2053102"/>
                  <a:pt x="811410" y="2053193"/>
                  <a:pt x="883443" y="2054339"/>
                </a:cubicBezTo>
                <a:cubicBezTo>
                  <a:pt x="1143232" y="2058471"/>
                  <a:pt x="1428219" y="2057353"/>
                  <a:pt x="1647825" y="2051342"/>
                </a:cubicBezTo>
                <a:cubicBezTo>
                  <a:pt x="1928324" y="2043664"/>
                  <a:pt x="1902679" y="2043698"/>
                  <a:pt x="2128837" y="2050706"/>
                </a:cubicBezTo>
                <a:cubicBezTo>
                  <a:pt x="2311879" y="2056379"/>
                  <a:pt x="2468167" y="2066043"/>
                  <a:pt x="2474982" y="2072112"/>
                </a:cubicBezTo>
                <a:cubicBezTo>
                  <a:pt x="2479842" y="2076440"/>
                  <a:pt x="2308352" y="2130221"/>
                  <a:pt x="2237934" y="2146453"/>
                </a:cubicBezTo>
                <a:cubicBezTo>
                  <a:pt x="2025196" y="2195490"/>
                  <a:pt x="1662216" y="2218787"/>
                  <a:pt x="1411089" y="2199522"/>
                </a:cubicBezTo>
                <a:close/>
                <a:moveTo>
                  <a:pt x="2647950" y="2173605"/>
                </a:moveTo>
                <a:cubicBezTo>
                  <a:pt x="2647950" y="2169414"/>
                  <a:pt x="2651873" y="2161913"/>
                  <a:pt x="2656668" y="2156936"/>
                </a:cubicBezTo>
                <a:cubicBezTo>
                  <a:pt x="2661463" y="2151959"/>
                  <a:pt x="2667309" y="2137171"/>
                  <a:pt x="2669658" y="2124075"/>
                </a:cubicBezTo>
                <a:cubicBezTo>
                  <a:pt x="2672395" y="2108822"/>
                  <a:pt x="2674397" y="2114814"/>
                  <a:pt x="2675227" y="2140743"/>
                </a:cubicBezTo>
                <a:cubicBezTo>
                  <a:pt x="2676195" y="2170953"/>
                  <a:pt x="2672899" y="2181225"/>
                  <a:pt x="2662237" y="2181225"/>
                </a:cubicBezTo>
                <a:cubicBezTo>
                  <a:pt x="2654379" y="2181225"/>
                  <a:pt x="2647950" y="2177796"/>
                  <a:pt x="2647950" y="2173605"/>
                </a:cubicBezTo>
                <a:close/>
                <a:moveTo>
                  <a:pt x="2674954" y="2097962"/>
                </a:moveTo>
                <a:cubicBezTo>
                  <a:pt x="2643071" y="2090831"/>
                  <a:pt x="2647959" y="2069008"/>
                  <a:pt x="2682340" y="2064994"/>
                </a:cubicBezTo>
                <a:cubicBezTo>
                  <a:pt x="2712753" y="2061443"/>
                  <a:pt x="2745238" y="2078486"/>
                  <a:pt x="2726993" y="2088420"/>
                </a:cubicBezTo>
                <a:cubicBezTo>
                  <a:pt x="2710080" y="2097630"/>
                  <a:pt x="2689962" y="2101319"/>
                  <a:pt x="2674954" y="2097962"/>
                </a:cubicBezTo>
                <a:close/>
                <a:moveTo>
                  <a:pt x="1346713" y="1934090"/>
                </a:moveTo>
                <a:cubicBezTo>
                  <a:pt x="1343810" y="1931187"/>
                  <a:pt x="1227134" y="1928278"/>
                  <a:pt x="1087435" y="1927626"/>
                </a:cubicBezTo>
                <a:cubicBezTo>
                  <a:pt x="947736" y="1926974"/>
                  <a:pt x="772019" y="1923147"/>
                  <a:pt x="696953" y="1919123"/>
                </a:cubicBezTo>
                <a:cubicBezTo>
                  <a:pt x="538851" y="1910647"/>
                  <a:pt x="537022" y="1909302"/>
                  <a:pt x="545823" y="1808015"/>
                </a:cubicBezTo>
                <a:cubicBezTo>
                  <a:pt x="552957" y="1725916"/>
                  <a:pt x="541589" y="1729985"/>
                  <a:pt x="741952" y="1737818"/>
                </a:cubicBezTo>
                <a:cubicBezTo>
                  <a:pt x="990522" y="1747535"/>
                  <a:pt x="1011613" y="1747809"/>
                  <a:pt x="1123950" y="1742785"/>
                </a:cubicBezTo>
                <a:cubicBezTo>
                  <a:pt x="1256430" y="1736860"/>
                  <a:pt x="1533506" y="1744924"/>
                  <a:pt x="1527568" y="1754531"/>
                </a:cubicBezTo>
                <a:cubicBezTo>
                  <a:pt x="1520557" y="1765875"/>
                  <a:pt x="1537670" y="1763694"/>
                  <a:pt x="1549647" y="1751717"/>
                </a:cubicBezTo>
                <a:cubicBezTo>
                  <a:pt x="1557173" y="1744191"/>
                  <a:pt x="1565437" y="1744191"/>
                  <a:pt x="1579501" y="1751717"/>
                </a:cubicBezTo>
                <a:cubicBezTo>
                  <a:pt x="1603335" y="1764473"/>
                  <a:pt x="1612636" y="1765016"/>
                  <a:pt x="1605350" y="1753227"/>
                </a:cubicBezTo>
                <a:cubicBezTo>
                  <a:pt x="1602168" y="1748079"/>
                  <a:pt x="1625009" y="1744291"/>
                  <a:pt x="1659557" y="1744239"/>
                </a:cubicBezTo>
                <a:cubicBezTo>
                  <a:pt x="1692395" y="1744188"/>
                  <a:pt x="1744980" y="1742212"/>
                  <a:pt x="1776412" y="1739847"/>
                </a:cubicBezTo>
                <a:cubicBezTo>
                  <a:pt x="1807845" y="1737482"/>
                  <a:pt x="1857136" y="1739680"/>
                  <a:pt x="1885950" y="1744733"/>
                </a:cubicBezTo>
                <a:cubicBezTo>
                  <a:pt x="1981006" y="1761402"/>
                  <a:pt x="2041249" y="1764997"/>
                  <a:pt x="2034192" y="1753579"/>
                </a:cubicBezTo>
                <a:cubicBezTo>
                  <a:pt x="2025225" y="1739070"/>
                  <a:pt x="2043902" y="1737578"/>
                  <a:pt x="2119312" y="1746778"/>
                </a:cubicBezTo>
                <a:cubicBezTo>
                  <a:pt x="2195203" y="1756037"/>
                  <a:pt x="2380082" y="1754831"/>
                  <a:pt x="2547177" y="1743987"/>
                </a:cubicBezTo>
                <a:cubicBezTo>
                  <a:pt x="2745265" y="1731131"/>
                  <a:pt x="2736519" y="1727454"/>
                  <a:pt x="2730717" y="1821139"/>
                </a:cubicBezTo>
                <a:cubicBezTo>
                  <a:pt x="2725825" y="1900121"/>
                  <a:pt x="2734832" y="1905735"/>
                  <a:pt x="2803902" y="1866755"/>
                </a:cubicBezTo>
                <a:cubicBezTo>
                  <a:pt x="2890092" y="1818112"/>
                  <a:pt x="2923363" y="1835303"/>
                  <a:pt x="2850584" y="1890874"/>
                </a:cubicBezTo>
                <a:lnTo>
                  <a:pt x="2805170" y="1925550"/>
                </a:lnTo>
                <a:lnTo>
                  <a:pt x="2657504" y="1925394"/>
                </a:lnTo>
                <a:cubicBezTo>
                  <a:pt x="2345995" y="1925067"/>
                  <a:pt x="1571287" y="1931538"/>
                  <a:pt x="1464190" y="1935362"/>
                </a:cubicBezTo>
                <a:cubicBezTo>
                  <a:pt x="1402482" y="1937565"/>
                  <a:pt x="1349617" y="1936993"/>
                  <a:pt x="1346713" y="1934090"/>
                </a:cubicBezTo>
                <a:close/>
                <a:moveTo>
                  <a:pt x="2995963" y="1875571"/>
                </a:moveTo>
                <a:cubicBezTo>
                  <a:pt x="2955006" y="1832350"/>
                  <a:pt x="2944603" y="1749762"/>
                  <a:pt x="2981325" y="1759365"/>
                </a:cubicBezTo>
                <a:cubicBezTo>
                  <a:pt x="2991802" y="1762105"/>
                  <a:pt x="3000375" y="1770489"/>
                  <a:pt x="3000375" y="1777996"/>
                </a:cubicBezTo>
                <a:cubicBezTo>
                  <a:pt x="3000375" y="1802514"/>
                  <a:pt x="3030087" y="1852086"/>
                  <a:pt x="3060008" y="1877489"/>
                </a:cubicBezTo>
                <a:lnTo>
                  <a:pt x="3089310" y="1902366"/>
                </a:lnTo>
                <a:lnTo>
                  <a:pt x="3059480" y="1906744"/>
                </a:lnTo>
                <a:cubicBezTo>
                  <a:pt x="3034556" y="1910402"/>
                  <a:pt x="3024111" y="1905276"/>
                  <a:pt x="2995963" y="1875571"/>
                </a:cubicBezTo>
                <a:close/>
                <a:moveTo>
                  <a:pt x="3159918" y="1812798"/>
                </a:moveTo>
                <a:cubicBezTo>
                  <a:pt x="3148229" y="1809681"/>
                  <a:pt x="3143250" y="1798784"/>
                  <a:pt x="3143250" y="1776321"/>
                </a:cubicBezTo>
                <a:lnTo>
                  <a:pt x="3143250" y="1744288"/>
                </a:lnTo>
                <a:lnTo>
                  <a:pt x="3188493" y="1748522"/>
                </a:lnTo>
                <a:cubicBezTo>
                  <a:pt x="3213377" y="1750850"/>
                  <a:pt x="3235191" y="1757083"/>
                  <a:pt x="3236969" y="1762372"/>
                </a:cubicBezTo>
                <a:cubicBezTo>
                  <a:pt x="3238746" y="1767662"/>
                  <a:pt x="3246260" y="1778050"/>
                  <a:pt x="3253667" y="1785456"/>
                </a:cubicBezTo>
                <a:cubicBezTo>
                  <a:pt x="3265272" y="1797061"/>
                  <a:pt x="3264825" y="1799572"/>
                  <a:pt x="3250435" y="1803625"/>
                </a:cubicBezTo>
                <a:cubicBezTo>
                  <a:pt x="3217141" y="1813001"/>
                  <a:pt x="3176226" y="1817148"/>
                  <a:pt x="3159918" y="1812798"/>
                </a:cubicBezTo>
                <a:close/>
                <a:moveTo>
                  <a:pt x="1947867" y="1632356"/>
                </a:moveTo>
                <a:cubicBezTo>
                  <a:pt x="1959905" y="1623553"/>
                  <a:pt x="1929693" y="1620872"/>
                  <a:pt x="1807903" y="1619936"/>
                </a:cubicBezTo>
                <a:cubicBezTo>
                  <a:pt x="1722479" y="1619279"/>
                  <a:pt x="1562576" y="1616072"/>
                  <a:pt x="1452562" y="1612808"/>
                </a:cubicBezTo>
                <a:cubicBezTo>
                  <a:pt x="1252024" y="1606859"/>
                  <a:pt x="1076991" y="1606850"/>
                  <a:pt x="757237" y="1612771"/>
                </a:cubicBezTo>
                <a:cubicBezTo>
                  <a:pt x="662940" y="1614517"/>
                  <a:pt x="582956" y="1614531"/>
                  <a:pt x="579496" y="1612800"/>
                </a:cubicBezTo>
                <a:cubicBezTo>
                  <a:pt x="572717" y="1609410"/>
                  <a:pt x="594282" y="1505914"/>
                  <a:pt x="609907" y="1466850"/>
                </a:cubicBezTo>
                <a:lnTo>
                  <a:pt x="619432" y="1443037"/>
                </a:lnTo>
                <a:lnTo>
                  <a:pt x="740722" y="1446484"/>
                </a:lnTo>
                <a:cubicBezTo>
                  <a:pt x="807431" y="1448381"/>
                  <a:pt x="917733" y="1444228"/>
                  <a:pt x="985837" y="1437257"/>
                </a:cubicBezTo>
                <a:cubicBezTo>
                  <a:pt x="1053941" y="1430286"/>
                  <a:pt x="1128950" y="1424962"/>
                  <a:pt x="1152525" y="1425427"/>
                </a:cubicBezTo>
                <a:cubicBezTo>
                  <a:pt x="1358682" y="1429488"/>
                  <a:pt x="1533267" y="1436991"/>
                  <a:pt x="1541610" y="1442147"/>
                </a:cubicBezTo>
                <a:cubicBezTo>
                  <a:pt x="1558704" y="1452712"/>
                  <a:pt x="1868178" y="1449365"/>
                  <a:pt x="1928812" y="1437960"/>
                </a:cubicBezTo>
                <a:cubicBezTo>
                  <a:pt x="1961375" y="1431834"/>
                  <a:pt x="2008500" y="1430083"/>
                  <a:pt x="2038350" y="1433888"/>
                </a:cubicBezTo>
                <a:cubicBezTo>
                  <a:pt x="2067163" y="1437561"/>
                  <a:pt x="2105739" y="1442009"/>
                  <a:pt x="2124075" y="1443772"/>
                </a:cubicBezTo>
                <a:cubicBezTo>
                  <a:pt x="2142410" y="1445535"/>
                  <a:pt x="2170612" y="1449363"/>
                  <a:pt x="2186746" y="1452278"/>
                </a:cubicBezTo>
                <a:cubicBezTo>
                  <a:pt x="2202880" y="1455194"/>
                  <a:pt x="2265030" y="1458181"/>
                  <a:pt x="2324858" y="1458917"/>
                </a:cubicBezTo>
                <a:cubicBezTo>
                  <a:pt x="2389775" y="1459715"/>
                  <a:pt x="2424035" y="1463121"/>
                  <a:pt x="2409825" y="1467365"/>
                </a:cubicBezTo>
                <a:cubicBezTo>
                  <a:pt x="2390236" y="1473214"/>
                  <a:pt x="2393292" y="1474644"/>
                  <a:pt x="2427055" y="1475425"/>
                </a:cubicBezTo>
                <a:cubicBezTo>
                  <a:pt x="2454822" y="1476067"/>
                  <a:pt x="2465991" y="1472964"/>
                  <a:pt x="2461583" y="1465831"/>
                </a:cubicBezTo>
                <a:cubicBezTo>
                  <a:pt x="2456997" y="1458411"/>
                  <a:pt x="2464591" y="1457437"/>
                  <a:pt x="2487214" y="1462541"/>
                </a:cubicBezTo>
                <a:cubicBezTo>
                  <a:pt x="2521992" y="1470388"/>
                  <a:pt x="2584466" y="1469894"/>
                  <a:pt x="2639887" y="1461335"/>
                </a:cubicBezTo>
                <a:lnTo>
                  <a:pt x="2674687" y="1455960"/>
                </a:lnTo>
                <a:lnTo>
                  <a:pt x="2689893" y="1522817"/>
                </a:lnTo>
                <a:cubicBezTo>
                  <a:pt x="2698257" y="1559587"/>
                  <a:pt x="2705100" y="1595986"/>
                  <a:pt x="2705100" y="1603703"/>
                </a:cubicBezTo>
                <a:cubicBezTo>
                  <a:pt x="2705100" y="1628358"/>
                  <a:pt x="2601151" y="1633338"/>
                  <a:pt x="2195512" y="1628116"/>
                </a:cubicBezTo>
                <a:cubicBezTo>
                  <a:pt x="2148363" y="1627509"/>
                  <a:pt x="2086753" y="1630001"/>
                  <a:pt x="2058601" y="1633655"/>
                </a:cubicBezTo>
                <a:cubicBezTo>
                  <a:pt x="2029155" y="1637476"/>
                  <a:pt x="2009648" y="1636686"/>
                  <a:pt x="2012671" y="1631794"/>
                </a:cubicBezTo>
                <a:cubicBezTo>
                  <a:pt x="2015561" y="1627117"/>
                  <a:pt x="2007065" y="1622392"/>
                  <a:pt x="1993790" y="1621293"/>
                </a:cubicBezTo>
                <a:cubicBezTo>
                  <a:pt x="1975927" y="1619815"/>
                  <a:pt x="1971063" y="1622968"/>
                  <a:pt x="1975076" y="1633424"/>
                </a:cubicBezTo>
                <a:cubicBezTo>
                  <a:pt x="1979083" y="1643867"/>
                  <a:pt x="1974238" y="1647035"/>
                  <a:pt x="1956506" y="1645567"/>
                </a:cubicBezTo>
                <a:cubicBezTo>
                  <a:pt x="1935620" y="1643839"/>
                  <a:pt x="1934502" y="1642129"/>
                  <a:pt x="1947867" y="1632356"/>
                </a:cubicBezTo>
                <a:close/>
                <a:moveTo>
                  <a:pt x="1322053" y="1347453"/>
                </a:moveTo>
                <a:cubicBezTo>
                  <a:pt x="1312449" y="1337849"/>
                  <a:pt x="995426" y="1319545"/>
                  <a:pt x="835813" y="1319378"/>
                </a:cubicBezTo>
                <a:cubicBezTo>
                  <a:pt x="748061" y="1319287"/>
                  <a:pt x="676266" y="1316662"/>
                  <a:pt x="676269" y="1313545"/>
                </a:cubicBezTo>
                <a:cubicBezTo>
                  <a:pt x="676277" y="1305526"/>
                  <a:pt x="747416" y="1199927"/>
                  <a:pt x="771239" y="1172570"/>
                </a:cubicBezTo>
                <a:lnTo>
                  <a:pt x="791110" y="1149753"/>
                </a:lnTo>
                <a:lnTo>
                  <a:pt x="969436" y="1155603"/>
                </a:lnTo>
                <a:cubicBezTo>
                  <a:pt x="1067515" y="1158821"/>
                  <a:pt x="1189734" y="1167939"/>
                  <a:pt x="1241033" y="1175866"/>
                </a:cubicBezTo>
                <a:cubicBezTo>
                  <a:pt x="1379038" y="1197192"/>
                  <a:pt x="1439695" y="1201060"/>
                  <a:pt x="1471612" y="1190568"/>
                </a:cubicBezTo>
                <a:cubicBezTo>
                  <a:pt x="1499892" y="1181273"/>
                  <a:pt x="1499915" y="1181211"/>
                  <a:pt x="1473766" y="1184623"/>
                </a:cubicBezTo>
                <a:cubicBezTo>
                  <a:pt x="1459234" y="1186519"/>
                  <a:pt x="1445051" y="1184358"/>
                  <a:pt x="1442248" y="1179822"/>
                </a:cubicBezTo>
                <a:cubicBezTo>
                  <a:pt x="1439444" y="1175286"/>
                  <a:pt x="1459906" y="1171542"/>
                  <a:pt x="1487719" y="1171502"/>
                </a:cubicBezTo>
                <a:cubicBezTo>
                  <a:pt x="1515531" y="1171462"/>
                  <a:pt x="1574720" y="1167234"/>
                  <a:pt x="1619250" y="1162105"/>
                </a:cubicBezTo>
                <a:cubicBezTo>
                  <a:pt x="1663779" y="1156976"/>
                  <a:pt x="1809511" y="1150439"/>
                  <a:pt x="1943100" y="1147579"/>
                </a:cubicBezTo>
                <a:cubicBezTo>
                  <a:pt x="2076688" y="1144718"/>
                  <a:pt x="2199331" y="1140290"/>
                  <a:pt x="2215640" y="1137739"/>
                </a:cubicBezTo>
                <a:cubicBezTo>
                  <a:pt x="2241223" y="1133737"/>
                  <a:pt x="2385967" y="1145948"/>
                  <a:pt x="2443162" y="1156933"/>
                </a:cubicBezTo>
                <a:cubicBezTo>
                  <a:pt x="2453640" y="1158945"/>
                  <a:pt x="2472928" y="1161045"/>
                  <a:pt x="2486025" y="1161598"/>
                </a:cubicBezTo>
                <a:cubicBezTo>
                  <a:pt x="2510045" y="1162614"/>
                  <a:pt x="2567846" y="1231363"/>
                  <a:pt x="2603408" y="1301216"/>
                </a:cubicBezTo>
                <a:lnTo>
                  <a:pt x="2618492" y="1330846"/>
                </a:lnTo>
                <a:lnTo>
                  <a:pt x="2553128" y="1336921"/>
                </a:lnTo>
                <a:cubicBezTo>
                  <a:pt x="2517178" y="1340262"/>
                  <a:pt x="2443438" y="1338251"/>
                  <a:pt x="2389263" y="1332452"/>
                </a:cubicBezTo>
                <a:cubicBezTo>
                  <a:pt x="2238877" y="1316355"/>
                  <a:pt x="1807973" y="1319105"/>
                  <a:pt x="1676400" y="1337002"/>
                </a:cubicBezTo>
                <a:cubicBezTo>
                  <a:pt x="1572070" y="1351193"/>
                  <a:pt x="1332849" y="1358249"/>
                  <a:pt x="1322053" y="1347453"/>
                </a:cubicBezTo>
                <a:close/>
                <a:moveTo>
                  <a:pt x="1478756" y="1212477"/>
                </a:moveTo>
                <a:cubicBezTo>
                  <a:pt x="1466969" y="1210207"/>
                  <a:pt x="1447680" y="1210207"/>
                  <a:pt x="1435893" y="1212477"/>
                </a:cubicBezTo>
                <a:cubicBezTo>
                  <a:pt x="1424106" y="1214748"/>
                  <a:pt x="1433750" y="1216605"/>
                  <a:pt x="1457325" y="1216605"/>
                </a:cubicBezTo>
                <a:cubicBezTo>
                  <a:pt x="1480899" y="1216605"/>
                  <a:pt x="1490543" y="1214748"/>
                  <a:pt x="1478756" y="1212477"/>
                </a:cubicBezTo>
                <a:close/>
                <a:moveTo>
                  <a:pt x="1400175" y="1181100"/>
                </a:moveTo>
                <a:cubicBezTo>
                  <a:pt x="1388680" y="1173671"/>
                  <a:pt x="1390186" y="1171838"/>
                  <a:pt x="1407880" y="1171720"/>
                </a:cubicBezTo>
                <a:cubicBezTo>
                  <a:pt x="1420144" y="1171639"/>
                  <a:pt x="1427270" y="1175788"/>
                  <a:pt x="1423987" y="1181100"/>
                </a:cubicBezTo>
                <a:cubicBezTo>
                  <a:pt x="1416908" y="1192553"/>
                  <a:pt x="1417898" y="1192553"/>
                  <a:pt x="1400175" y="1181100"/>
                </a:cubicBezTo>
                <a:close/>
                <a:moveTo>
                  <a:pt x="952500" y="1020598"/>
                </a:moveTo>
                <a:cubicBezTo>
                  <a:pt x="952500" y="995478"/>
                  <a:pt x="1180782" y="897748"/>
                  <a:pt x="1323975" y="861566"/>
                </a:cubicBezTo>
                <a:cubicBezTo>
                  <a:pt x="1383480" y="846531"/>
                  <a:pt x="1754600" y="832425"/>
                  <a:pt x="1774071" y="844459"/>
                </a:cubicBezTo>
                <a:cubicBezTo>
                  <a:pt x="1778241" y="847036"/>
                  <a:pt x="1827622" y="850250"/>
                  <a:pt x="1883807" y="851602"/>
                </a:cubicBezTo>
                <a:cubicBezTo>
                  <a:pt x="2019070" y="854857"/>
                  <a:pt x="2214340" y="920255"/>
                  <a:pt x="2309812" y="994274"/>
                </a:cubicBezTo>
                <a:cubicBezTo>
                  <a:pt x="2328754" y="1008960"/>
                  <a:pt x="2104872" y="1016110"/>
                  <a:pt x="1822695" y="1009831"/>
                </a:cubicBezTo>
                <a:cubicBezTo>
                  <a:pt x="1780047" y="1008881"/>
                  <a:pt x="1742779" y="1011947"/>
                  <a:pt x="1739876" y="1016643"/>
                </a:cubicBezTo>
                <a:cubicBezTo>
                  <a:pt x="1733239" y="1027383"/>
                  <a:pt x="952500" y="1031304"/>
                  <a:pt x="952500" y="1020598"/>
                </a:cubicBezTo>
                <a:close/>
                <a:moveTo>
                  <a:pt x="1681162" y="704935"/>
                </a:moveTo>
                <a:cubicBezTo>
                  <a:pt x="1649730" y="700786"/>
                  <a:pt x="1593087" y="696927"/>
                  <a:pt x="1555291" y="696358"/>
                </a:cubicBezTo>
                <a:cubicBezTo>
                  <a:pt x="1497727" y="695492"/>
                  <a:pt x="1484969" y="692333"/>
                  <a:pt x="1476710" y="676901"/>
                </a:cubicBezTo>
                <a:cubicBezTo>
                  <a:pt x="1460056" y="645783"/>
                  <a:pt x="1465607" y="618902"/>
                  <a:pt x="1494692" y="589817"/>
                </a:cubicBezTo>
                <a:cubicBezTo>
                  <a:pt x="1521273" y="563236"/>
                  <a:pt x="1526343" y="561978"/>
                  <a:pt x="1606611" y="562042"/>
                </a:cubicBezTo>
                <a:cubicBezTo>
                  <a:pt x="1808181" y="562205"/>
                  <a:pt x="1857375" y="578104"/>
                  <a:pt x="1857375" y="643088"/>
                </a:cubicBezTo>
                <a:cubicBezTo>
                  <a:pt x="1857375" y="700501"/>
                  <a:pt x="1800037" y="720625"/>
                  <a:pt x="1681162" y="704935"/>
                </a:cubicBezTo>
                <a:close/>
              </a:path>
            </a:pathLst>
          </a:custGeom>
          <a:solidFill>
            <a:srgbClr val="7A1732">
              <a:alpha val="45000"/>
            </a:srgbClr>
          </a:solidFill>
          <a:ln>
            <a:noFill/>
          </a:ln>
        </p:spPr>
      </p:sp>
      <p:sp>
        <p:nvSpPr>
          <p:cNvPr id="8" name="LETTERING: mine vs."/>
          <p:cNvSpPr txBox="1"/>
          <p:nvPr/>
        </p:nvSpPr>
        <p:spPr>
          <a:xfrm rot="120000">
            <a:off x="1809750" y="1123950"/>
            <a:ext cx="6667500" cy="19431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750" i="0">
                <a:solidFill>
                  <a:srgbClr val="7A1732"/>
                </a:solidFill>
                <a:latin typeface="DM Serif Display"/>
              </a:rPr>
              <a:t>mine </a:t>
            </a:r>
            <a:r>
              <a:rPr sz="12750" i="0">
                <a:solidFill>
                  <a:srgbClr val="7A1732"/>
                </a:solidFill>
                <a:latin typeface="DM Serif Display"/>
              </a:rPr>
              <a:t>vs.</a:t>
            </a:r>
          </a:p>
        </p:txBody>
      </p:sp>
      <p:sp>
        <p:nvSpPr>
          <p:cNvPr id="9" name="TEXT: the usual kind"/>
          <p:cNvSpPr/>
          <p:nvPr/>
        </p:nvSpPr>
        <p:spPr>
          <a:xfrm rot="21480000">
            <a:off x="2495550" y="3419475"/>
            <a:ext cx="5295900" cy="971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6690" rIns="186690" tIns="80010" bIns="80010"/>
          <a:lstStyle/>
          <a:p>
            <a:pPr algn="ctr">
              <a:lnSpc>
                <a:spcPts val="6405"/>
              </a:lnSpc>
            </a:pPr>
            <a:r>
              <a:rPr b="1" sz="5250">
                <a:solidFill>
                  <a:srgbClr val="181716"/>
                </a:solidFill>
                <a:latin typeface="Montserrat"/>
              </a:rPr>
              <a:t>the usual kind</a:t>
            </a:r>
          </a:p>
        </p:txBody>
      </p:sp>
      <p:sp>
        <p:nvSpPr>
          <p:cNvPr id="10" name="TEXT: [the usual kind]"/>
          <p:cNvSpPr/>
          <p:nvPr/>
        </p:nvSpPr>
        <p:spPr>
          <a:xfrm rot="120000">
            <a:off x="576262" y="11572875"/>
            <a:ext cx="3990975" cy="666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54864" bIns="54864"/>
          <a:lstStyle/>
          <a:p>
            <a:pPr algn="ctr">
              <a:lnSpc>
                <a:spcPts val="4392"/>
              </a:lnSpc>
            </a:pPr>
            <a:r>
              <a:rPr b="1" sz="3600">
                <a:solidFill>
                  <a:srgbClr val="181716"/>
                </a:solidFill>
                <a:latin typeface="Montserrat"/>
              </a:rPr>
              <a:t>[the usual kind]</a:t>
            </a:r>
          </a:p>
        </p:txBody>
      </p:sp>
      <p:sp>
        <p:nvSpPr>
          <p:cNvPr id="11" name="TEXT: [mine]"/>
          <p:cNvSpPr/>
          <p:nvPr/>
        </p:nvSpPr>
        <p:spPr>
          <a:xfrm rot="21480000">
            <a:off x="6734175" y="11549062"/>
            <a:ext cx="1962150" cy="714375"/>
          </a:xfrm>
          <a:prstGeom prst="rect">
            <a:avLst/>
          </a:prstGeom>
          <a:solidFill>
            <a:srgbClr val="F7E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8684" rIns="138684" tIns="59436" bIns="59436"/>
          <a:lstStyle/>
          <a:p>
            <a:pPr algn="ctr">
              <a:lnSpc>
                <a:spcPts val="4758"/>
              </a:lnSpc>
            </a:pPr>
            <a:r>
              <a:rPr b="1" sz="3900">
                <a:solidFill>
                  <a:srgbClr val="181716"/>
                </a:solidFill>
                <a:latin typeface="Montserrat"/>
              </a:rPr>
              <a:t>[mine]</a:t>
            </a:r>
          </a:p>
        </p:txBody>
      </p:sp>
      <p:sp>
        <p:nvSpPr>
          <p:cNvPr id="12" name="GUIDE (delete)"/>
          <p:cNvSpPr/>
          <p:nvPr/>
        </p:nvSpPr>
        <p:spPr>
          <a:xfrm>
            <a:off x="1352550" y="12968288"/>
            <a:ext cx="7581900" cy="3524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9342" rIns="69342" tIns="29718" bIns="29718"/>
          <a:lstStyle/>
          <a:p>
            <a:pPr algn="ctr">
              <a:lnSpc>
                <a:spcPts val="2379"/>
              </a:lnSpc>
            </a:pPr>
            <a:r>
              <a:rPr b="1" sz="1950">
                <a:solidFill>
                  <a:srgbClr val="FFFFFF"/>
                </a:solidFill>
                <a:latin typeface="Montserrat"/>
              </a:rPr>
              <a:t>Everything blue is a guide. Delete it before you download.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burst"/>
          <p:cNvSpPr/>
          <p:nvPr/>
        </p:nvSpPr>
        <p:spPr>
          <a:xfrm rot="0">
            <a:off x="1524000" y="4514850"/>
            <a:ext cx="7239000" cy="6591300"/>
          </a:xfrm>
          <a:custGeom>
            <a:avLst/>
            <a:gdLst/>
            <a:ahLst/>
            <a:cxnLst/>
            <a:rect l="0" t="0" r="r" b="b"/>
            <a:pathLst>
              <a:path w="7239000" h="6591300">
                <a:moveTo>
                  <a:pt x="3615355" y="6566744"/>
                </a:moveTo>
                <a:cubicBezTo>
                  <a:pt x="3607088" y="6558478"/>
                  <a:pt x="3596218" y="6544041"/>
                  <a:pt x="3591199" y="6534663"/>
                </a:cubicBezTo>
                <a:cubicBezTo>
                  <a:pt x="3585088" y="6523245"/>
                  <a:pt x="3574591" y="6519043"/>
                  <a:pt x="3559421" y="6521943"/>
                </a:cubicBezTo>
                <a:cubicBezTo>
                  <a:pt x="3530624" y="6527448"/>
                  <a:pt x="3514487" y="6492511"/>
                  <a:pt x="3514463" y="6424612"/>
                </a:cubicBezTo>
                <a:cubicBezTo>
                  <a:pt x="3514454" y="6398418"/>
                  <a:pt x="3511295" y="6297691"/>
                  <a:pt x="3507442" y="6200775"/>
                </a:cubicBezTo>
                <a:cubicBezTo>
                  <a:pt x="3500655" y="6030054"/>
                  <a:pt x="3507441" y="5848302"/>
                  <a:pt x="3543360" y="5238750"/>
                </a:cubicBezTo>
                <a:cubicBezTo>
                  <a:pt x="3549689" y="5131355"/>
                  <a:pt x="3556642" y="5001049"/>
                  <a:pt x="3558812" y="4949180"/>
                </a:cubicBezTo>
                <a:cubicBezTo>
                  <a:pt x="3560982" y="4897312"/>
                  <a:pt x="3571467" y="4803014"/>
                  <a:pt x="3582114" y="4739630"/>
                </a:cubicBezTo>
                <a:cubicBezTo>
                  <a:pt x="3592760" y="4676247"/>
                  <a:pt x="3603796" y="4609994"/>
                  <a:pt x="3606638" y="4592403"/>
                </a:cubicBezTo>
                <a:cubicBezTo>
                  <a:pt x="3643002" y="4367333"/>
                  <a:pt x="3722543" y="4554633"/>
                  <a:pt x="3757750" y="4948237"/>
                </a:cubicBezTo>
                <a:cubicBezTo>
                  <a:pt x="3760562" y="4979670"/>
                  <a:pt x="3766936" y="5039677"/>
                  <a:pt x="3771914" y="5081587"/>
                </a:cubicBezTo>
                <a:cubicBezTo>
                  <a:pt x="3798519" y="5305555"/>
                  <a:pt x="3817714" y="6267422"/>
                  <a:pt x="3798621" y="6419850"/>
                </a:cubicBezTo>
                <a:cubicBezTo>
                  <a:pt x="3786279" y="6518383"/>
                  <a:pt x="3762627" y="6562645"/>
                  <a:pt x="3729176" y="6549808"/>
                </a:cubicBezTo>
                <a:cubicBezTo>
                  <a:pt x="3720774" y="6546584"/>
                  <a:pt x="3706134" y="6552290"/>
                  <a:pt x="3695483" y="6562941"/>
                </a:cubicBezTo>
                <a:cubicBezTo>
                  <a:pt x="3672821" y="6585603"/>
                  <a:pt x="3635963" y="6587353"/>
                  <a:pt x="3615355" y="6566744"/>
                </a:cubicBezTo>
                <a:close/>
                <a:moveTo>
                  <a:pt x="930274" y="5680074"/>
                </a:moveTo>
                <a:cubicBezTo>
                  <a:pt x="926782" y="5676582"/>
                  <a:pt x="923925" y="5666136"/>
                  <a:pt x="923925" y="5656861"/>
                </a:cubicBezTo>
                <a:cubicBezTo>
                  <a:pt x="923925" y="5643142"/>
                  <a:pt x="918130" y="5640937"/>
                  <a:pt x="892858" y="5645039"/>
                </a:cubicBezTo>
                <a:cubicBezTo>
                  <a:pt x="868920" y="5648923"/>
                  <a:pt x="857477" y="5645313"/>
                  <a:pt x="842992" y="5629307"/>
                </a:cubicBezTo>
                <a:lnTo>
                  <a:pt x="824193" y="5608535"/>
                </a:lnTo>
                <a:lnTo>
                  <a:pt x="865349" y="5571280"/>
                </a:lnTo>
                <a:cubicBezTo>
                  <a:pt x="906593" y="5533946"/>
                  <a:pt x="908627" y="5521022"/>
                  <a:pt x="868877" y="5548864"/>
                </a:cubicBezTo>
                <a:cubicBezTo>
                  <a:pt x="825099" y="5579528"/>
                  <a:pt x="813695" y="5534238"/>
                  <a:pt x="853334" y="5487130"/>
                </a:cubicBezTo>
                <a:cubicBezTo>
                  <a:pt x="868875" y="5468660"/>
                  <a:pt x="886882" y="5457825"/>
                  <a:pt x="902033" y="5457825"/>
                </a:cubicBezTo>
                <a:cubicBezTo>
                  <a:pt x="915847" y="5457825"/>
                  <a:pt x="950938" y="5439082"/>
                  <a:pt x="984530" y="5413762"/>
                </a:cubicBezTo>
                <a:cubicBezTo>
                  <a:pt x="1037689" y="5373693"/>
                  <a:pt x="1040181" y="5370309"/>
                  <a:pt x="1012031" y="5376419"/>
                </a:cubicBezTo>
                <a:cubicBezTo>
                  <a:pt x="955385" y="5388714"/>
                  <a:pt x="978773" y="5355933"/>
                  <a:pt x="1090612" y="5266276"/>
                </a:cubicBezTo>
                <a:cubicBezTo>
                  <a:pt x="1204954" y="5174612"/>
                  <a:pt x="1649818" y="4839387"/>
                  <a:pt x="1752600" y="4767439"/>
                </a:cubicBezTo>
                <a:cubicBezTo>
                  <a:pt x="1770935" y="4754603"/>
                  <a:pt x="1803082" y="4731201"/>
                  <a:pt x="1824037" y="4715433"/>
                </a:cubicBezTo>
                <a:cubicBezTo>
                  <a:pt x="1844992" y="4699665"/>
                  <a:pt x="1877139" y="4676256"/>
                  <a:pt x="1895475" y="4663412"/>
                </a:cubicBezTo>
                <a:cubicBezTo>
                  <a:pt x="1913810" y="4650569"/>
                  <a:pt x="1956673" y="4620418"/>
                  <a:pt x="1990725" y="4596410"/>
                </a:cubicBezTo>
                <a:cubicBezTo>
                  <a:pt x="2126695" y="4500548"/>
                  <a:pt x="2345229" y="4357652"/>
                  <a:pt x="2413082" y="4320239"/>
                </a:cubicBezTo>
                <a:cubicBezTo>
                  <a:pt x="2437484" y="4306783"/>
                  <a:pt x="2477809" y="4284364"/>
                  <a:pt x="2502693" y="4270418"/>
                </a:cubicBezTo>
                <a:cubicBezTo>
                  <a:pt x="2630710" y="4198670"/>
                  <a:pt x="2678766" y="4179633"/>
                  <a:pt x="2693832" y="4194700"/>
                </a:cubicBezTo>
                <a:cubicBezTo>
                  <a:pt x="2706677" y="4207545"/>
                  <a:pt x="2703185" y="4214840"/>
                  <a:pt x="2661420" y="4262404"/>
                </a:cubicBezTo>
                <a:cubicBezTo>
                  <a:pt x="2635676" y="4291724"/>
                  <a:pt x="2602656" y="4331586"/>
                  <a:pt x="2588042" y="4350987"/>
                </a:cubicBezTo>
                <a:cubicBezTo>
                  <a:pt x="2560863" y="4387071"/>
                  <a:pt x="2523850" y="4423931"/>
                  <a:pt x="2380457" y="4557712"/>
                </a:cubicBezTo>
                <a:cubicBezTo>
                  <a:pt x="2228719" y="4699280"/>
                  <a:pt x="2122618" y="4795066"/>
                  <a:pt x="2101863" y="4809222"/>
                </a:cubicBezTo>
                <a:cubicBezTo>
                  <a:pt x="2090505" y="4816969"/>
                  <a:pt x="2079069" y="4825699"/>
                  <a:pt x="2076450" y="4828622"/>
                </a:cubicBezTo>
                <a:cubicBezTo>
                  <a:pt x="2073830" y="4831545"/>
                  <a:pt x="2039540" y="4861743"/>
                  <a:pt x="2000250" y="4895728"/>
                </a:cubicBezTo>
                <a:cubicBezTo>
                  <a:pt x="1960959" y="4929713"/>
                  <a:pt x="1923725" y="4964341"/>
                  <a:pt x="1917508" y="4972679"/>
                </a:cubicBezTo>
                <a:cubicBezTo>
                  <a:pt x="1911290" y="4981017"/>
                  <a:pt x="1864631" y="5021791"/>
                  <a:pt x="1813821" y="5063288"/>
                </a:cubicBezTo>
                <a:cubicBezTo>
                  <a:pt x="1763011" y="5104785"/>
                  <a:pt x="1680229" y="5173030"/>
                  <a:pt x="1629863" y="5214943"/>
                </a:cubicBezTo>
                <a:cubicBezTo>
                  <a:pt x="1359605" y="5439843"/>
                  <a:pt x="1228978" y="5543550"/>
                  <a:pt x="1215953" y="5543550"/>
                </a:cubicBezTo>
                <a:cubicBezTo>
                  <a:pt x="1212500" y="5543550"/>
                  <a:pt x="1209675" y="5537120"/>
                  <a:pt x="1209675" y="5529262"/>
                </a:cubicBezTo>
                <a:cubicBezTo>
                  <a:pt x="1209675" y="5521404"/>
                  <a:pt x="1207245" y="5514975"/>
                  <a:pt x="1204276" y="5514975"/>
                </a:cubicBezTo>
                <a:cubicBezTo>
                  <a:pt x="1199296" y="5514975"/>
                  <a:pt x="1134819" y="5560909"/>
                  <a:pt x="1123950" y="5572201"/>
                </a:cubicBezTo>
                <a:cubicBezTo>
                  <a:pt x="1057288" y="5641454"/>
                  <a:pt x="950907" y="5700707"/>
                  <a:pt x="930274" y="5680074"/>
                </a:cubicBezTo>
                <a:close/>
                <a:moveTo>
                  <a:pt x="5746129" y="5455443"/>
                </a:moveTo>
                <a:cubicBezTo>
                  <a:pt x="5126341" y="4896750"/>
                  <a:pt x="4799451" y="4564609"/>
                  <a:pt x="4610100" y="4301165"/>
                </a:cubicBezTo>
                <a:cubicBezTo>
                  <a:pt x="4547377" y="4213899"/>
                  <a:pt x="4542832" y="4200525"/>
                  <a:pt x="4575896" y="4200525"/>
                </a:cubicBezTo>
                <a:cubicBezTo>
                  <a:pt x="4607778" y="4200525"/>
                  <a:pt x="4689371" y="4250696"/>
                  <a:pt x="4924429" y="4414837"/>
                </a:cubicBezTo>
                <a:cubicBezTo>
                  <a:pt x="5047367" y="4500684"/>
                  <a:pt x="5383096" y="4767906"/>
                  <a:pt x="5546708" y="4910137"/>
                </a:cubicBezTo>
                <a:cubicBezTo>
                  <a:pt x="5588892" y="4946808"/>
                  <a:pt x="5637240" y="4985385"/>
                  <a:pt x="5654148" y="4995862"/>
                </a:cubicBezTo>
                <a:cubicBezTo>
                  <a:pt x="5671056" y="5006340"/>
                  <a:pt x="5735570" y="5059918"/>
                  <a:pt x="5797514" y="5114925"/>
                </a:cubicBezTo>
                <a:cubicBezTo>
                  <a:pt x="6080496" y="5366216"/>
                  <a:pt x="6166537" y="5466852"/>
                  <a:pt x="6120817" y="5493070"/>
                </a:cubicBezTo>
                <a:cubicBezTo>
                  <a:pt x="6112689" y="5497731"/>
                  <a:pt x="6108068" y="5514662"/>
                  <a:pt x="6108910" y="5536694"/>
                </a:cubicBezTo>
                <a:cubicBezTo>
                  <a:pt x="6110143" y="5568941"/>
                  <a:pt x="6106518" y="5574877"/>
                  <a:pt x="6074185" y="5593553"/>
                </a:cubicBezTo>
                <a:cubicBezTo>
                  <a:pt x="6044592" y="5610647"/>
                  <a:pt x="6035148" y="5612302"/>
                  <a:pt x="6021798" y="5602730"/>
                </a:cubicBezTo>
                <a:cubicBezTo>
                  <a:pt x="5991143" y="5580751"/>
                  <a:pt x="5980973" y="5579354"/>
                  <a:pt x="5963926" y="5594782"/>
                </a:cubicBezTo>
                <a:cubicBezTo>
                  <a:pt x="5934222" y="5621664"/>
                  <a:pt x="5921489" y="5613517"/>
                  <a:pt x="5746129" y="5455443"/>
                </a:cubicBezTo>
                <a:close/>
                <a:moveTo>
                  <a:pt x="4576762" y="5572125"/>
                </a:moveTo>
                <a:cubicBezTo>
                  <a:pt x="4573524" y="5566886"/>
                  <a:pt x="4560631" y="5562600"/>
                  <a:pt x="4548110" y="5562600"/>
                </a:cubicBezTo>
                <a:cubicBezTo>
                  <a:pt x="4509841" y="5562600"/>
                  <a:pt x="4466198" y="5489606"/>
                  <a:pt x="4390186" y="5298473"/>
                </a:cubicBezTo>
                <a:cubicBezTo>
                  <a:pt x="4354605" y="5209004"/>
                  <a:pt x="4269579" y="4953495"/>
                  <a:pt x="4253035" y="4886325"/>
                </a:cubicBezTo>
                <a:cubicBezTo>
                  <a:pt x="4245938" y="4857511"/>
                  <a:pt x="4233170" y="4808341"/>
                  <a:pt x="4224662" y="4777057"/>
                </a:cubicBezTo>
                <a:cubicBezTo>
                  <a:pt x="4208240" y="4716677"/>
                  <a:pt x="4208319" y="4675607"/>
                  <a:pt x="4224867" y="4670189"/>
                </a:cubicBezTo>
                <a:cubicBezTo>
                  <a:pt x="4240854" y="4664954"/>
                  <a:pt x="4391025" y="4859420"/>
                  <a:pt x="4391025" y="4885356"/>
                </a:cubicBezTo>
                <a:cubicBezTo>
                  <a:pt x="4391025" y="4889699"/>
                  <a:pt x="4401191" y="4903480"/>
                  <a:pt x="4413616" y="4915982"/>
                </a:cubicBezTo>
                <a:cubicBezTo>
                  <a:pt x="4435567" y="4938067"/>
                  <a:pt x="4578777" y="5209654"/>
                  <a:pt x="4613950" y="5295900"/>
                </a:cubicBezTo>
                <a:cubicBezTo>
                  <a:pt x="4623564" y="5319474"/>
                  <a:pt x="4635011" y="5347335"/>
                  <a:pt x="4639388" y="5357812"/>
                </a:cubicBezTo>
                <a:cubicBezTo>
                  <a:pt x="4643765" y="5368290"/>
                  <a:pt x="4653967" y="5393459"/>
                  <a:pt x="4662060" y="5413744"/>
                </a:cubicBezTo>
                <a:cubicBezTo>
                  <a:pt x="4684639" y="5470339"/>
                  <a:pt x="4680127" y="5543550"/>
                  <a:pt x="4654060" y="5543550"/>
                </a:cubicBezTo>
                <a:cubicBezTo>
                  <a:pt x="4647926" y="5543550"/>
                  <a:pt x="4635568" y="5552122"/>
                  <a:pt x="4626597" y="5562600"/>
                </a:cubicBezTo>
                <a:cubicBezTo>
                  <a:pt x="4609024" y="5583123"/>
                  <a:pt x="4586250" y="5587476"/>
                  <a:pt x="4576762" y="5572125"/>
                </a:cubicBezTo>
                <a:close/>
                <a:moveTo>
                  <a:pt x="2477856" y="5528188"/>
                </a:moveTo>
                <a:cubicBezTo>
                  <a:pt x="2461516" y="5516743"/>
                  <a:pt x="2457379" y="5507028"/>
                  <a:pt x="2461631" y="5490088"/>
                </a:cubicBezTo>
                <a:cubicBezTo>
                  <a:pt x="2464850" y="5477262"/>
                  <a:pt x="2463106" y="5467350"/>
                  <a:pt x="2457631" y="5467350"/>
                </a:cubicBezTo>
                <a:cubicBezTo>
                  <a:pt x="2441056" y="5467350"/>
                  <a:pt x="2446910" y="5429047"/>
                  <a:pt x="2470535" y="5382914"/>
                </a:cubicBezTo>
                <a:cubicBezTo>
                  <a:pt x="2482970" y="5358630"/>
                  <a:pt x="2501025" y="5319474"/>
                  <a:pt x="2510657" y="5295900"/>
                </a:cubicBezTo>
                <a:cubicBezTo>
                  <a:pt x="2530737" y="5246750"/>
                  <a:pt x="2658788" y="5036215"/>
                  <a:pt x="2690248" y="5000625"/>
                </a:cubicBezTo>
                <a:cubicBezTo>
                  <a:pt x="2701825" y="4987528"/>
                  <a:pt x="2725004" y="4954850"/>
                  <a:pt x="2741758" y="4928007"/>
                </a:cubicBezTo>
                <a:cubicBezTo>
                  <a:pt x="2758511" y="4901165"/>
                  <a:pt x="2779619" y="4870445"/>
                  <a:pt x="2788665" y="4859742"/>
                </a:cubicBezTo>
                <a:cubicBezTo>
                  <a:pt x="2797711" y="4849039"/>
                  <a:pt x="2822257" y="4817761"/>
                  <a:pt x="2843212" y="4790237"/>
                </a:cubicBezTo>
                <a:cubicBezTo>
                  <a:pt x="2958742" y="4638489"/>
                  <a:pt x="3010838" y="4613423"/>
                  <a:pt x="2975910" y="4726391"/>
                </a:cubicBezTo>
                <a:cubicBezTo>
                  <a:pt x="2934281" y="4861034"/>
                  <a:pt x="2892158" y="4979474"/>
                  <a:pt x="2871179" y="5020874"/>
                </a:cubicBezTo>
                <a:cubicBezTo>
                  <a:pt x="2858417" y="5046060"/>
                  <a:pt x="2847975" y="5076890"/>
                  <a:pt x="2847975" y="5089386"/>
                </a:cubicBezTo>
                <a:cubicBezTo>
                  <a:pt x="2847975" y="5113600"/>
                  <a:pt x="2761233" y="5297576"/>
                  <a:pt x="2712435" y="5376862"/>
                </a:cubicBezTo>
                <a:cubicBezTo>
                  <a:pt x="2610941" y="5541764"/>
                  <a:pt x="2609184" y="5543550"/>
                  <a:pt x="2548396" y="5543550"/>
                </a:cubicBezTo>
                <a:cubicBezTo>
                  <a:pt x="2519094" y="5543550"/>
                  <a:pt x="2491077" y="5537448"/>
                  <a:pt x="2477856" y="5528188"/>
                </a:cubicBezTo>
                <a:close/>
                <a:moveTo>
                  <a:pt x="1352550" y="4369471"/>
                </a:moveTo>
                <a:cubicBezTo>
                  <a:pt x="1352550" y="4362855"/>
                  <a:pt x="1342905" y="4353211"/>
                  <a:pt x="1331118" y="4348039"/>
                </a:cubicBezTo>
                <a:cubicBezTo>
                  <a:pt x="1307605" y="4337724"/>
                  <a:pt x="1297316" y="4299573"/>
                  <a:pt x="1313643" y="4283246"/>
                </a:cubicBezTo>
                <a:cubicBezTo>
                  <a:pt x="1319325" y="4277564"/>
                  <a:pt x="1323975" y="4265491"/>
                  <a:pt x="1323975" y="4256418"/>
                </a:cubicBezTo>
                <a:cubicBezTo>
                  <a:pt x="1323975" y="4236766"/>
                  <a:pt x="1371715" y="4200525"/>
                  <a:pt x="1397603" y="4200525"/>
                </a:cubicBezTo>
                <a:cubicBezTo>
                  <a:pt x="1407669" y="4200525"/>
                  <a:pt x="1425971" y="4189809"/>
                  <a:pt x="1438275" y="4176712"/>
                </a:cubicBezTo>
                <a:cubicBezTo>
                  <a:pt x="1450578" y="4163615"/>
                  <a:pt x="1464231" y="4152900"/>
                  <a:pt x="1468614" y="4152900"/>
                </a:cubicBezTo>
                <a:cubicBezTo>
                  <a:pt x="1472996" y="4152900"/>
                  <a:pt x="1494752" y="4144844"/>
                  <a:pt x="1516960" y="4134999"/>
                </a:cubicBezTo>
                <a:cubicBezTo>
                  <a:pt x="1656626" y="4073082"/>
                  <a:pt x="1759473" y="4037300"/>
                  <a:pt x="1933575" y="3990053"/>
                </a:cubicBezTo>
                <a:cubicBezTo>
                  <a:pt x="2168689" y="3926249"/>
                  <a:pt x="2257876" y="3911401"/>
                  <a:pt x="2257008" y="3936206"/>
                </a:cubicBezTo>
                <a:cubicBezTo>
                  <a:pt x="2256643" y="3946637"/>
                  <a:pt x="2041420" y="4095750"/>
                  <a:pt x="2026728" y="4095750"/>
                </a:cubicBezTo>
                <a:cubicBezTo>
                  <a:pt x="2023627" y="4095750"/>
                  <a:pt x="1983726" y="4118252"/>
                  <a:pt x="1938059" y="4145756"/>
                </a:cubicBezTo>
                <a:cubicBezTo>
                  <a:pt x="1813116" y="4221003"/>
                  <a:pt x="1810703" y="4222316"/>
                  <a:pt x="1728787" y="4259582"/>
                </a:cubicBezTo>
                <a:cubicBezTo>
                  <a:pt x="1589818" y="4322803"/>
                  <a:pt x="1565521" y="4332861"/>
                  <a:pt x="1492788" y="4357276"/>
                </a:cubicBezTo>
                <a:cubicBezTo>
                  <a:pt x="1414210" y="4383654"/>
                  <a:pt x="1352550" y="4389016"/>
                  <a:pt x="1352550" y="4369471"/>
                </a:cubicBezTo>
                <a:close/>
                <a:moveTo>
                  <a:pt x="5739401" y="4363402"/>
                </a:moveTo>
                <a:cubicBezTo>
                  <a:pt x="5736487" y="4358687"/>
                  <a:pt x="5720160" y="4354797"/>
                  <a:pt x="5703120" y="4354758"/>
                </a:cubicBezTo>
                <a:cubicBezTo>
                  <a:pt x="5660988" y="4354661"/>
                  <a:pt x="5459772" y="4263199"/>
                  <a:pt x="5313495" y="4177655"/>
                </a:cubicBezTo>
                <a:cubicBezTo>
                  <a:pt x="5094536" y="4049606"/>
                  <a:pt x="4977800" y="3963282"/>
                  <a:pt x="4996929" y="3943562"/>
                </a:cubicBezTo>
                <a:cubicBezTo>
                  <a:pt x="5007837" y="3932318"/>
                  <a:pt x="5166475" y="3961823"/>
                  <a:pt x="5202902" y="3981871"/>
                </a:cubicBezTo>
                <a:cubicBezTo>
                  <a:pt x="5211998" y="3986878"/>
                  <a:pt x="5227870" y="3990975"/>
                  <a:pt x="5238172" y="3990975"/>
                </a:cubicBezTo>
                <a:cubicBezTo>
                  <a:pt x="5248474" y="3990975"/>
                  <a:pt x="5266749" y="3994940"/>
                  <a:pt x="5278783" y="3999787"/>
                </a:cubicBezTo>
                <a:cubicBezTo>
                  <a:pt x="5290816" y="4004634"/>
                  <a:pt x="5345668" y="4022404"/>
                  <a:pt x="5400675" y="4039277"/>
                </a:cubicBezTo>
                <a:cubicBezTo>
                  <a:pt x="5455681" y="4056150"/>
                  <a:pt x="5504973" y="4073048"/>
                  <a:pt x="5510212" y="4076829"/>
                </a:cubicBezTo>
                <a:cubicBezTo>
                  <a:pt x="5515451" y="4080610"/>
                  <a:pt x="5543311" y="4091277"/>
                  <a:pt x="5572125" y="4100534"/>
                </a:cubicBezTo>
                <a:cubicBezTo>
                  <a:pt x="5732332" y="4152003"/>
                  <a:pt x="5835825" y="4230838"/>
                  <a:pt x="5834685" y="4300537"/>
                </a:cubicBezTo>
                <a:cubicBezTo>
                  <a:pt x="5834194" y="4330579"/>
                  <a:pt x="5829529" y="4340626"/>
                  <a:pt x="5812631" y="4348039"/>
                </a:cubicBezTo>
                <a:cubicBezTo>
                  <a:pt x="5800844" y="4353211"/>
                  <a:pt x="5791200" y="4360712"/>
                  <a:pt x="5791200" y="4364708"/>
                </a:cubicBezTo>
                <a:cubicBezTo>
                  <a:pt x="5791200" y="4374942"/>
                  <a:pt x="5745826" y="4373798"/>
                  <a:pt x="5739401" y="4363402"/>
                </a:cubicBezTo>
                <a:close/>
                <a:moveTo>
                  <a:pt x="6762734" y="3588069"/>
                </a:moveTo>
                <a:cubicBezTo>
                  <a:pt x="6760123" y="3585642"/>
                  <a:pt x="6616541" y="3578733"/>
                  <a:pt x="6443662" y="3572716"/>
                </a:cubicBezTo>
                <a:cubicBezTo>
                  <a:pt x="5986799" y="3556814"/>
                  <a:pt x="5604069" y="3533343"/>
                  <a:pt x="5582306" y="3519892"/>
                </a:cubicBezTo>
                <a:cubicBezTo>
                  <a:pt x="5579296" y="3518032"/>
                  <a:pt x="5538269" y="3513761"/>
                  <a:pt x="5491135" y="3510401"/>
                </a:cubicBezTo>
                <a:cubicBezTo>
                  <a:pt x="5382932" y="3502688"/>
                  <a:pt x="5040271" y="3451263"/>
                  <a:pt x="5014912" y="3438931"/>
                </a:cubicBezTo>
                <a:cubicBezTo>
                  <a:pt x="5004435" y="3433836"/>
                  <a:pt x="4980867" y="3426032"/>
                  <a:pt x="4962539" y="3421588"/>
                </a:cubicBezTo>
                <a:cubicBezTo>
                  <a:pt x="4925834" y="3412689"/>
                  <a:pt x="4913803" y="3387908"/>
                  <a:pt x="4940626" y="3376454"/>
                </a:cubicBezTo>
                <a:cubicBezTo>
                  <a:pt x="4974881" y="3361827"/>
                  <a:pt x="5152530" y="3336329"/>
                  <a:pt x="5267325" y="3329564"/>
                </a:cubicBezTo>
                <a:cubicBezTo>
                  <a:pt x="5311854" y="3326939"/>
                  <a:pt x="5406151" y="3320498"/>
                  <a:pt x="5476875" y="3315250"/>
                </a:cubicBezTo>
                <a:cubicBezTo>
                  <a:pt x="5798221" y="3291405"/>
                  <a:pt x="6666038" y="3277277"/>
                  <a:pt x="6869906" y="3292571"/>
                </a:cubicBezTo>
                <a:cubicBezTo>
                  <a:pt x="6940549" y="3297871"/>
                  <a:pt x="6965189" y="3310870"/>
                  <a:pt x="6924675" y="3321465"/>
                </a:cubicBezTo>
                <a:cubicBezTo>
                  <a:pt x="6879301" y="3333330"/>
                  <a:pt x="6913531" y="3340797"/>
                  <a:pt x="7020129" y="3342288"/>
                </a:cubicBezTo>
                <a:cubicBezTo>
                  <a:pt x="7109677" y="3343540"/>
                  <a:pt x="7141195" y="3347556"/>
                  <a:pt x="7164745" y="3360712"/>
                </a:cubicBezTo>
                <a:cubicBezTo>
                  <a:pt x="7203195" y="3382192"/>
                  <a:pt x="7208371" y="3398236"/>
                  <a:pt x="7180266" y="3408816"/>
                </a:cubicBezTo>
                <a:cubicBezTo>
                  <a:pt x="7159728" y="3416548"/>
                  <a:pt x="7161116" y="3418024"/>
                  <a:pt x="7198518" y="3428222"/>
                </a:cubicBezTo>
                <a:cubicBezTo>
                  <a:pt x="7268153" y="3447208"/>
                  <a:pt x="7251212" y="3487850"/>
                  <a:pt x="7167275" y="3503173"/>
                </a:cubicBezTo>
                <a:cubicBezTo>
                  <a:pt x="7120734" y="3511669"/>
                  <a:pt x="7120378" y="3511995"/>
                  <a:pt x="7146131" y="3522559"/>
                </a:cubicBezTo>
                <a:cubicBezTo>
                  <a:pt x="7176756" y="3535121"/>
                  <a:pt x="7180184" y="3557473"/>
                  <a:pt x="7153662" y="3571667"/>
                </a:cubicBezTo>
                <a:cubicBezTo>
                  <a:pt x="7135341" y="3581472"/>
                  <a:pt x="6772036" y="3596715"/>
                  <a:pt x="6762734" y="3588069"/>
                </a:cubicBezTo>
                <a:close/>
                <a:moveTo>
                  <a:pt x="223350" y="3563600"/>
                </a:moveTo>
                <a:cubicBezTo>
                  <a:pt x="80761" y="3556703"/>
                  <a:pt x="42683" y="3542493"/>
                  <a:pt x="53311" y="3500146"/>
                </a:cubicBezTo>
                <a:cubicBezTo>
                  <a:pt x="58178" y="3480755"/>
                  <a:pt x="55720" y="3476625"/>
                  <a:pt x="39314" y="3476625"/>
                </a:cubicBezTo>
                <a:cubicBezTo>
                  <a:pt x="-2079" y="3476625"/>
                  <a:pt x="-902" y="3397434"/>
                  <a:pt x="40562" y="3392648"/>
                </a:cubicBezTo>
                <a:cubicBezTo>
                  <a:pt x="69861" y="3389266"/>
                  <a:pt x="73526" y="3379868"/>
                  <a:pt x="52387" y="3362325"/>
                </a:cubicBezTo>
                <a:cubicBezTo>
                  <a:pt x="6871" y="3324549"/>
                  <a:pt x="79411" y="3298367"/>
                  <a:pt x="189118" y="3312974"/>
                </a:cubicBezTo>
                <a:cubicBezTo>
                  <a:pt x="235594" y="3319162"/>
                  <a:pt x="285994" y="3323581"/>
                  <a:pt x="301117" y="3322794"/>
                </a:cubicBezTo>
                <a:cubicBezTo>
                  <a:pt x="320288" y="3321796"/>
                  <a:pt x="315860" y="3319634"/>
                  <a:pt x="286489" y="3315650"/>
                </a:cubicBezTo>
                <a:cubicBezTo>
                  <a:pt x="240219" y="3309375"/>
                  <a:pt x="225314" y="3291474"/>
                  <a:pt x="257778" y="3281170"/>
                </a:cubicBezTo>
                <a:cubicBezTo>
                  <a:pt x="323347" y="3260360"/>
                  <a:pt x="1838188" y="3282261"/>
                  <a:pt x="1940855" y="3305504"/>
                </a:cubicBezTo>
                <a:cubicBezTo>
                  <a:pt x="1963195" y="3310561"/>
                  <a:pt x="2000991" y="3314700"/>
                  <a:pt x="2024847" y="3314700"/>
                </a:cubicBezTo>
                <a:cubicBezTo>
                  <a:pt x="2092152" y="3314700"/>
                  <a:pt x="2277731" y="3342550"/>
                  <a:pt x="2312193" y="3357823"/>
                </a:cubicBezTo>
                <a:cubicBezTo>
                  <a:pt x="2360291" y="3379138"/>
                  <a:pt x="2351689" y="3397038"/>
                  <a:pt x="2286734" y="3410807"/>
                </a:cubicBezTo>
                <a:cubicBezTo>
                  <a:pt x="2267994" y="3414779"/>
                  <a:pt x="2226945" y="3424451"/>
                  <a:pt x="2195512" y="3432301"/>
                </a:cubicBezTo>
                <a:cubicBezTo>
                  <a:pt x="2043238" y="3470326"/>
                  <a:pt x="1618154" y="3515720"/>
                  <a:pt x="1113789" y="3547815"/>
                </a:cubicBezTo>
                <a:cubicBezTo>
                  <a:pt x="861235" y="3563887"/>
                  <a:pt x="398778" y="3572085"/>
                  <a:pt x="223350" y="3563600"/>
                </a:cubicBezTo>
                <a:close/>
                <a:moveTo>
                  <a:pt x="5034160" y="2848294"/>
                </a:moveTo>
                <a:cubicBezTo>
                  <a:pt x="5025440" y="2834185"/>
                  <a:pt x="5037518" y="2825092"/>
                  <a:pt x="5176837" y="2740881"/>
                </a:cubicBezTo>
                <a:cubicBezTo>
                  <a:pt x="5338803" y="2642981"/>
                  <a:pt x="5349078" y="2637381"/>
                  <a:pt x="5531154" y="2547788"/>
                </a:cubicBezTo>
                <a:cubicBezTo>
                  <a:pt x="5727625" y="2451111"/>
                  <a:pt x="5817905" y="2415466"/>
                  <a:pt x="5833503" y="2428411"/>
                </a:cubicBezTo>
                <a:cubicBezTo>
                  <a:pt x="5840765" y="2434437"/>
                  <a:pt x="5852853" y="2433326"/>
                  <a:pt x="5868536" y="2425189"/>
                </a:cubicBezTo>
                <a:cubicBezTo>
                  <a:pt x="5925764" y="2395499"/>
                  <a:pt x="5944188" y="2396955"/>
                  <a:pt x="5979055" y="2433920"/>
                </a:cubicBezTo>
                <a:cubicBezTo>
                  <a:pt x="6009093" y="2465766"/>
                  <a:pt x="6010545" y="2469938"/>
                  <a:pt x="5996860" y="2485060"/>
                </a:cubicBezTo>
                <a:cubicBezTo>
                  <a:pt x="5985902" y="2497168"/>
                  <a:pt x="5984770" y="2504335"/>
                  <a:pt x="5992579" y="2512144"/>
                </a:cubicBezTo>
                <a:cubicBezTo>
                  <a:pt x="6008391" y="2527956"/>
                  <a:pt x="5957385" y="2571750"/>
                  <a:pt x="5923159" y="2571750"/>
                </a:cubicBezTo>
                <a:cubicBezTo>
                  <a:pt x="5907036" y="2571750"/>
                  <a:pt x="5895975" y="2576849"/>
                  <a:pt x="5895975" y="2584283"/>
                </a:cubicBezTo>
                <a:cubicBezTo>
                  <a:pt x="5895975" y="2597115"/>
                  <a:pt x="5830929" y="2638425"/>
                  <a:pt x="5810724" y="2638425"/>
                </a:cubicBezTo>
                <a:cubicBezTo>
                  <a:pt x="5804553" y="2638425"/>
                  <a:pt x="5777201" y="2648626"/>
                  <a:pt x="5749941" y="2661095"/>
                </a:cubicBezTo>
                <a:cubicBezTo>
                  <a:pt x="5654797" y="2704615"/>
                  <a:pt x="5340158" y="2809875"/>
                  <a:pt x="5305214" y="2809875"/>
                </a:cubicBezTo>
                <a:cubicBezTo>
                  <a:pt x="5295345" y="2809875"/>
                  <a:pt x="5277425" y="2813678"/>
                  <a:pt x="5265391" y="2818327"/>
                </a:cubicBezTo>
                <a:cubicBezTo>
                  <a:pt x="5197773" y="2844449"/>
                  <a:pt x="5044092" y="2864366"/>
                  <a:pt x="5034160" y="2848294"/>
                </a:cubicBezTo>
                <a:close/>
                <a:moveTo>
                  <a:pt x="2162175" y="2832235"/>
                </a:moveTo>
                <a:cubicBezTo>
                  <a:pt x="2149078" y="2830244"/>
                  <a:pt x="2123360" y="2824622"/>
                  <a:pt x="2105025" y="2819742"/>
                </a:cubicBezTo>
                <a:cubicBezTo>
                  <a:pt x="2086689" y="2814862"/>
                  <a:pt x="2038302" y="2803536"/>
                  <a:pt x="1997497" y="2794574"/>
                </a:cubicBezTo>
                <a:cubicBezTo>
                  <a:pt x="1956693" y="2785612"/>
                  <a:pt x="1921078" y="2774673"/>
                  <a:pt x="1918354" y="2770264"/>
                </a:cubicBezTo>
                <a:cubicBezTo>
                  <a:pt x="1915629" y="2765856"/>
                  <a:pt x="1898283" y="2762250"/>
                  <a:pt x="1879807" y="2762250"/>
                </a:cubicBezTo>
                <a:cubicBezTo>
                  <a:pt x="1844105" y="2762250"/>
                  <a:pt x="1730398" y="2737057"/>
                  <a:pt x="1702722" y="2723016"/>
                </a:cubicBezTo>
                <a:cubicBezTo>
                  <a:pt x="1693626" y="2718401"/>
                  <a:pt x="1681643" y="2714625"/>
                  <a:pt x="1676095" y="2714625"/>
                </a:cubicBezTo>
                <a:cubicBezTo>
                  <a:pt x="1620628" y="2714625"/>
                  <a:pt x="1283101" y="2562396"/>
                  <a:pt x="1264375" y="2528934"/>
                </a:cubicBezTo>
                <a:cubicBezTo>
                  <a:pt x="1242461" y="2489777"/>
                  <a:pt x="1247934" y="2409825"/>
                  <a:pt x="1272528" y="2409825"/>
                </a:cubicBezTo>
                <a:cubicBezTo>
                  <a:pt x="1280197" y="2409825"/>
                  <a:pt x="1288940" y="2403395"/>
                  <a:pt x="1291955" y="2395537"/>
                </a:cubicBezTo>
                <a:cubicBezTo>
                  <a:pt x="1298770" y="2377778"/>
                  <a:pt x="1350168" y="2376578"/>
                  <a:pt x="1370849" y="2393695"/>
                </a:cubicBezTo>
                <a:cubicBezTo>
                  <a:pt x="1398794" y="2416824"/>
                  <a:pt x="1435125" y="2428214"/>
                  <a:pt x="1446063" y="2417276"/>
                </a:cubicBezTo>
                <a:cubicBezTo>
                  <a:pt x="1457821" y="2405518"/>
                  <a:pt x="1515936" y="2426649"/>
                  <a:pt x="1742974" y="2525233"/>
                </a:cubicBezTo>
                <a:cubicBezTo>
                  <a:pt x="1821956" y="2559529"/>
                  <a:pt x="2069606" y="2686496"/>
                  <a:pt x="2086725" y="2701471"/>
                </a:cubicBezTo>
                <a:cubicBezTo>
                  <a:pt x="2094995" y="2708705"/>
                  <a:pt x="2104876" y="2714625"/>
                  <a:pt x="2108683" y="2714625"/>
                </a:cubicBezTo>
                <a:cubicBezTo>
                  <a:pt x="2125800" y="2714625"/>
                  <a:pt x="2266950" y="2813133"/>
                  <a:pt x="2266950" y="2825079"/>
                </a:cubicBezTo>
                <a:cubicBezTo>
                  <a:pt x="2266950" y="2838289"/>
                  <a:pt x="2222128" y="2841350"/>
                  <a:pt x="2162175" y="2832235"/>
                </a:cubicBezTo>
                <a:close/>
                <a:moveTo>
                  <a:pt x="4567887" y="2544226"/>
                </a:moveTo>
                <a:cubicBezTo>
                  <a:pt x="4559807" y="2531153"/>
                  <a:pt x="4580984" y="2492720"/>
                  <a:pt x="4628824" y="2433637"/>
                </a:cubicBezTo>
                <a:cubicBezTo>
                  <a:pt x="4650033" y="2407443"/>
                  <a:pt x="4690435" y="2356008"/>
                  <a:pt x="4718606" y="2319337"/>
                </a:cubicBezTo>
                <a:cubicBezTo>
                  <a:pt x="4857684" y="2138292"/>
                  <a:pt x="5045754" y="1938001"/>
                  <a:pt x="5498953" y="1488281"/>
                </a:cubicBezTo>
                <a:cubicBezTo>
                  <a:pt x="5722003" y="1266944"/>
                  <a:pt x="5908858" y="1085850"/>
                  <a:pt x="5914186" y="1085850"/>
                </a:cubicBezTo>
                <a:cubicBezTo>
                  <a:pt x="5919515" y="1085850"/>
                  <a:pt x="5942243" y="1072759"/>
                  <a:pt x="5964693" y="1056759"/>
                </a:cubicBezTo>
                <a:cubicBezTo>
                  <a:pt x="6091880" y="966115"/>
                  <a:pt x="6139556" y="949172"/>
                  <a:pt x="6150430" y="990753"/>
                </a:cubicBezTo>
                <a:cubicBezTo>
                  <a:pt x="6153192" y="1001315"/>
                  <a:pt x="6160291" y="1009379"/>
                  <a:pt x="6166207" y="1008674"/>
                </a:cubicBezTo>
                <a:cubicBezTo>
                  <a:pt x="6191545" y="1005654"/>
                  <a:pt x="6201070" y="1011168"/>
                  <a:pt x="6214122" y="1036406"/>
                </a:cubicBezTo>
                <a:cubicBezTo>
                  <a:pt x="6222359" y="1052335"/>
                  <a:pt x="6224733" y="1068382"/>
                  <a:pt x="6219989" y="1076058"/>
                </a:cubicBezTo>
                <a:cubicBezTo>
                  <a:pt x="6214754" y="1084529"/>
                  <a:pt x="6218752" y="1094403"/>
                  <a:pt x="6231646" y="1104844"/>
                </a:cubicBezTo>
                <a:cubicBezTo>
                  <a:pt x="6246018" y="1116481"/>
                  <a:pt x="6249666" y="1127133"/>
                  <a:pt x="6245273" y="1144635"/>
                </a:cubicBezTo>
                <a:cubicBezTo>
                  <a:pt x="6237565" y="1175344"/>
                  <a:pt x="6055074" y="1360388"/>
                  <a:pt x="5872162" y="1522964"/>
                </a:cubicBezTo>
                <a:cubicBezTo>
                  <a:pt x="5793581" y="1592808"/>
                  <a:pt x="5688714" y="1686979"/>
                  <a:pt x="5639125" y="1732233"/>
                </a:cubicBezTo>
                <a:cubicBezTo>
                  <a:pt x="5589535" y="1777486"/>
                  <a:pt x="5525242" y="1836132"/>
                  <a:pt x="5496250" y="1862557"/>
                </a:cubicBezTo>
                <a:cubicBezTo>
                  <a:pt x="5415448" y="1936205"/>
                  <a:pt x="5327396" y="2009775"/>
                  <a:pt x="5320053" y="2009775"/>
                </a:cubicBezTo>
                <a:cubicBezTo>
                  <a:pt x="5316424" y="2009775"/>
                  <a:pt x="5276286" y="2043634"/>
                  <a:pt x="5230858" y="2085018"/>
                </a:cubicBezTo>
                <a:cubicBezTo>
                  <a:pt x="5185430" y="2126402"/>
                  <a:pt x="5120401" y="2182258"/>
                  <a:pt x="5086350" y="2209143"/>
                </a:cubicBezTo>
                <a:cubicBezTo>
                  <a:pt x="5052298" y="2236028"/>
                  <a:pt x="5017993" y="2263247"/>
                  <a:pt x="5010118" y="2269631"/>
                </a:cubicBezTo>
                <a:cubicBezTo>
                  <a:pt x="4954685" y="2314562"/>
                  <a:pt x="4907797" y="2349197"/>
                  <a:pt x="4833513" y="2400080"/>
                </a:cubicBezTo>
                <a:cubicBezTo>
                  <a:pt x="4623325" y="2544058"/>
                  <a:pt x="4581732" y="2566629"/>
                  <a:pt x="4567887" y="2544226"/>
                </a:cubicBezTo>
                <a:close/>
                <a:moveTo>
                  <a:pt x="2644501" y="2523778"/>
                </a:moveTo>
                <a:cubicBezTo>
                  <a:pt x="2605419" y="2504562"/>
                  <a:pt x="2559270" y="2476378"/>
                  <a:pt x="2428875" y="2392091"/>
                </a:cubicBezTo>
                <a:cubicBezTo>
                  <a:pt x="2342484" y="2336249"/>
                  <a:pt x="2305712" y="2309111"/>
                  <a:pt x="2214138" y="2233612"/>
                </a:cubicBezTo>
                <a:cubicBezTo>
                  <a:pt x="2182368" y="2207418"/>
                  <a:pt x="2144256" y="2177415"/>
                  <a:pt x="2129446" y="2166937"/>
                </a:cubicBezTo>
                <a:cubicBezTo>
                  <a:pt x="2102012" y="2147528"/>
                  <a:pt x="2061892" y="2114848"/>
                  <a:pt x="1971587" y="2038350"/>
                </a:cubicBezTo>
                <a:cubicBezTo>
                  <a:pt x="1943758" y="2014775"/>
                  <a:pt x="1913290" y="1993344"/>
                  <a:pt x="1903880" y="1990725"/>
                </a:cubicBezTo>
                <a:cubicBezTo>
                  <a:pt x="1894469" y="1988105"/>
                  <a:pt x="1839542" y="1944171"/>
                  <a:pt x="1781818" y="1893093"/>
                </a:cubicBezTo>
                <a:cubicBezTo>
                  <a:pt x="1724094" y="1842015"/>
                  <a:pt x="1671403" y="1800110"/>
                  <a:pt x="1664726" y="1799970"/>
                </a:cubicBezTo>
                <a:cubicBezTo>
                  <a:pt x="1652883" y="1799721"/>
                  <a:pt x="1485950" y="1665471"/>
                  <a:pt x="1399997" y="1587071"/>
                </a:cubicBezTo>
                <a:cubicBezTo>
                  <a:pt x="1183399" y="1389503"/>
                  <a:pt x="1133399" y="1339218"/>
                  <a:pt x="1138275" y="1323854"/>
                </a:cubicBezTo>
                <a:cubicBezTo>
                  <a:pt x="1141932" y="1312332"/>
                  <a:pt x="1120720" y="1285372"/>
                  <a:pt x="1066420" y="1232530"/>
                </a:cubicBezTo>
                <a:cubicBezTo>
                  <a:pt x="976754" y="1145272"/>
                  <a:pt x="944526" y="1099538"/>
                  <a:pt x="961054" y="1083010"/>
                </a:cubicBezTo>
                <a:cubicBezTo>
                  <a:pt x="969332" y="1074732"/>
                  <a:pt x="976955" y="1075118"/>
                  <a:pt x="992109" y="1084582"/>
                </a:cubicBezTo>
                <a:cubicBezTo>
                  <a:pt x="1011662" y="1096793"/>
                  <a:pt x="1011624" y="1096326"/>
                  <a:pt x="990686" y="1066920"/>
                </a:cubicBezTo>
                <a:cubicBezTo>
                  <a:pt x="955210" y="1017099"/>
                  <a:pt x="992927" y="961610"/>
                  <a:pt x="1039902" y="994512"/>
                </a:cubicBezTo>
                <a:cubicBezTo>
                  <a:pt x="1068178" y="1014317"/>
                  <a:pt x="1075578" y="1013616"/>
                  <a:pt x="1069840" y="991674"/>
                </a:cubicBezTo>
                <a:cubicBezTo>
                  <a:pt x="1063539" y="967576"/>
                  <a:pt x="1078784" y="959810"/>
                  <a:pt x="1109481" y="971481"/>
                </a:cubicBezTo>
                <a:cubicBezTo>
                  <a:pt x="1137366" y="982082"/>
                  <a:pt x="1238250" y="1083293"/>
                  <a:pt x="1238250" y="1100667"/>
                </a:cubicBezTo>
                <a:cubicBezTo>
                  <a:pt x="1238250" y="1110774"/>
                  <a:pt x="1319663" y="1186287"/>
                  <a:pt x="1365616" y="1218802"/>
                </a:cubicBezTo>
                <a:cubicBezTo>
                  <a:pt x="1400803" y="1243699"/>
                  <a:pt x="1346714" y="1175437"/>
                  <a:pt x="1304155" y="1141236"/>
                </a:cubicBezTo>
                <a:cubicBezTo>
                  <a:pt x="1269499" y="1113385"/>
                  <a:pt x="1255250" y="1085850"/>
                  <a:pt x="1275494" y="1085850"/>
                </a:cubicBezTo>
                <a:cubicBezTo>
                  <a:pt x="1289862" y="1085850"/>
                  <a:pt x="1379439" y="1159747"/>
                  <a:pt x="1495425" y="1267283"/>
                </a:cubicBezTo>
                <a:cubicBezTo>
                  <a:pt x="1555670" y="1323140"/>
                  <a:pt x="1673542" y="1432303"/>
                  <a:pt x="1757362" y="1509867"/>
                </a:cubicBezTo>
                <a:cubicBezTo>
                  <a:pt x="2086084" y="1814055"/>
                  <a:pt x="2349765" y="2076936"/>
                  <a:pt x="2491766" y="2242044"/>
                </a:cubicBezTo>
                <a:cubicBezTo>
                  <a:pt x="2668726" y="2447798"/>
                  <a:pt x="2713151" y="2510770"/>
                  <a:pt x="2694314" y="2529153"/>
                </a:cubicBezTo>
                <a:cubicBezTo>
                  <a:pt x="2683436" y="2539768"/>
                  <a:pt x="2675218" y="2538881"/>
                  <a:pt x="2644501" y="2523778"/>
                </a:cubicBezTo>
                <a:close/>
                <a:moveTo>
                  <a:pt x="3621405" y="2245995"/>
                </a:moveTo>
                <a:cubicBezTo>
                  <a:pt x="3615118" y="2239708"/>
                  <a:pt x="3609975" y="2226791"/>
                  <a:pt x="3609975" y="2217290"/>
                </a:cubicBezTo>
                <a:cubicBezTo>
                  <a:pt x="3609975" y="2207789"/>
                  <a:pt x="3605902" y="2192573"/>
                  <a:pt x="3600925" y="2183477"/>
                </a:cubicBezTo>
                <a:cubicBezTo>
                  <a:pt x="3570408" y="2127699"/>
                  <a:pt x="3529707" y="1740423"/>
                  <a:pt x="3514600" y="1362075"/>
                </a:cubicBezTo>
                <a:cubicBezTo>
                  <a:pt x="3509685" y="1238964"/>
                  <a:pt x="3500852" y="1031081"/>
                  <a:pt x="3494972" y="900112"/>
                </a:cubicBezTo>
                <a:cubicBezTo>
                  <a:pt x="3483083" y="635288"/>
                  <a:pt x="3489813" y="283514"/>
                  <a:pt x="3509823" y="123825"/>
                </a:cubicBezTo>
                <a:cubicBezTo>
                  <a:pt x="3517022" y="66375"/>
                  <a:pt x="3545499" y="24966"/>
                  <a:pt x="3572020" y="33383"/>
                </a:cubicBezTo>
                <a:cubicBezTo>
                  <a:pt x="3580810" y="36173"/>
                  <a:pt x="3595375" y="29919"/>
                  <a:pt x="3605090" y="19184"/>
                </a:cubicBezTo>
                <a:cubicBezTo>
                  <a:pt x="3637335" y="-16445"/>
                  <a:pt x="3705225" y="4959"/>
                  <a:pt x="3705225" y="50756"/>
                </a:cubicBezTo>
                <a:cubicBezTo>
                  <a:pt x="3705225" y="69215"/>
                  <a:pt x="3715836" y="71303"/>
                  <a:pt x="3731261" y="55878"/>
                </a:cubicBezTo>
                <a:cubicBezTo>
                  <a:pt x="3739307" y="47832"/>
                  <a:pt x="3747240" y="53293"/>
                  <a:pt x="3762396" y="77309"/>
                </a:cubicBezTo>
                <a:cubicBezTo>
                  <a:pt x="3779958" y="105137"/>
                  <a:pt x="3782118" y="119616"/>
                  <a:pt x="3778218" y="183356"/>
                </a:cubicBezTo>
                <a:cubicBezTo>
                  <a:pt x="3775706" y="224405"/>
                  <a:pt x="3777529" y="257175"/>
                  <a:pt x="3782325" y="257175"/>
                </a:cubicBezTo>
                <a:cubicBezTo>
                  <a:pt x="3801536" y="257175"/>
                  <a:pt x="3777311" y="1474201"/>
                  <a:pt x="3751895" y="1785937"/>
                </a:cubicBezTo>
                <a:cubicBezTo>
                  <a:pt x="3737196" y="1966224"/>
                  <a:pt x="3694291" y="2219699"/>
                  <a:pt x="3674102" y="2245518"/>
                </a:cubicBezTo>
                <a:cubicBezTo>
                  <a:pt x="3662304" y="2260607"/>
                  <a:pt x="3636252" y="2260842"/>
                  <a:pt x="3621405" y="2245995"/>
                </a:cubicBezTo>
                <a:close/>
                <a:moveTo>
                  <a:pt x="4310198" y="2029044"/>
                </a:moveTo>
                <a:cubicBezTo>
                  <a:pt x="4307035" y="2023926"/>
                  <a:pt x="4309223" y="2002003"/>
                  <a:pt x="4315060" y="1980326"/>
                </a:cubicBezTo>
                <a:cubicBezTo>
                  <a:pt x="4320897" y="1958648"/>
                  <a:pt x="4327745" y="1923188"/>
                  <a:pt x="4330279" y="1901525"/>
                </a:cubicBezTo>
                <a:cubicBezTo>
                  <a:pt x="4337116" y="1843057"/>
                  <a:pt x="4360167" y="1758469"/>
                  <a:pt x="4395521" y="1662112"/>
                </a:cubicBezTo>
                <a:cubicBezTo>
                  <a:pt x="4412820" y="1614963"/>
                  <a:pt x="4429494" y="1559155"/>
                  <a:pt x="4432574" y="1538094"/>
                </a:cubicBezTo>
                <a:cubicBezTo>
                  <a:pt x="4440287" y="1485359"/>
                  <a:pt x="4567452" y="1164980"/>
                  <a:pt x="4600738" y="1114425"/>
                </a:cubicBezTo>
                <a:cubicBezTo>
                  <a:pt x="4605912" y="1106566"/>
                  <a:pt x="4614528" y="1089933"/>
                  <a:pt x="4619884" y="1077462"/>
                </a:cubicBezTo>
                <a:cubicBezTo>
                  <a:pt x="4641764" y="1026521"/>
                  <a:pt x="4668044" y="999882"/>
                  <a:pt x="4694433" y="1001893"/>
                </a:cubicBezTo>
                <a:cubicBezTo>
                  <a:pt x="4708595" y="1002972"/>
                  <a:pt x="4725058" y="1000842"/>
                  <a:pt x="4731017" y="997159"/>
                </a:cubicBezTo>
                <a:cubicBezTo>
                  <a:pt x="4748079" y="986614"/>
                  <a:pt x="4790478" y="1007135"/>
                  <a:pt x="4800748" y="1030910"/>
                </a:cubicBezTo>
                <a:cubicBezTo>
                  <a:pt x="4805880" y="1042791"/>
                  <a:pt x="4815433" y="1060025"/>
                  <a:pt x="4821977" y="1069209"/>
                </a:cubicBezTo>
                <a:cubicBezTo>
                  <a:pt x="4831810" y="1083007"/>
                  <a:pt x="4830313" y="1092927"/>
                  <a:pt x="4813354" y="1126359"/>
                </a:cubicBezTo>
                <a:cubicBezTo>
                  <a:pt x="4802068" y="1148608"/>
                  <a:pt x="4790695" y="1182081"/>
                  <a:pt x="4788081" y="1200744"/>
                </a:cubicBezTo>
                <a:cubicBezTo>
                  <a:pt x="4785466" y="1219406"/>
                  <a:pt x="4773845" y="1255839"/>
                  <a:pt x="4762255" y="1281706"/>
                </a:cubicBezTo>
                <a:cubicBezTo>
                  <a:pt x="4750665" y="1307573"/>
                  <a:pt x="4730701" y="1352311"/>
                  <a:pt x="4717891" y="1381125"/>
                </a:cubicBezTo>
                <a:cubicBezTo>
                  <a:pt x="4681792" y="1462319"/>
                  <a:pt x="4580338" y="1660462"/>
                  <a:pt x="4566703" y="1676400"/>
                </a:cubicBezTo>
                <a:cubicBezTo>
                  <a:pt x="4559980" y="1684258"/>
                  <a:pt x="4538265" y="1722834"/>
                  <a:pt x="4518448" y="1762125"/>
                </a:cubicBezTo>
                <a:cubicBezTo>
                  <a:pt x="4498631" y="1801415"/>
                  <a:pt x="4464673" y="1859634"/>
                  <a:pt x="4442987" y="1891499"/>
                </a:cubicBezTo>
                <a:cubicBezTo>
                  <a:pt x="4347156" y="2032310"/>
                  <a:pt x="4325853" y="2054375"/>
                  <a:pt x="4310198" y="2029044"/>
                </a:cubicBezTo>
                <a:close/>
                <a:moveTo>
                  <a:pt x="2981619" y="1951486"/>
                </a:moveTo>
                <a:cubicBezTo>
                  <a:pt x="2949934" y="1909438"/>
                  <a:pt x="2912618" y="1854988"/>
                  <a:pt x="2898695" y="1830486"/>
                </a:cubicBezTo>
                <a:cubicBezTo>
                  <a:pt x="2850046" y="1744879"/>
                  <a:pt x="2831262" y="1708290"/>
                  <a:pt x="2824152" y="1685288"/>
                </a:cubicBezTo>
                <a:cubicBezTo>
                  <a:pt x="2820212" y="1672541"/>
                  <a:pt x="2802427" y="1642110"/>
                  <a:pt x="2784629" y="1617664"/>
                </a:cubicBezTo>
                <a:cubicBezTo>
                  <a:pt x="2766832" y="1593217"/>
                  <a:pt x="2733598" y="1533210"/>
                  <a:pt x="2710778" y="1484314"/>
                </a:cubicBezTo>
                <a:cubicBezTo>
                  <a:pt x="2687957" y="1435418"/>
                  <a:pt x="2651626" y="1357487"/>
                  <a:pt x="2630043" y="1311134"/>
                </a:cubicBezTo>
                <a:cubicBezTo>
                  <a:pt x="2608459" y="1264781"/>
                  <a:pt x="2590800" y="1217418"/>
                  <a:pt x="2590800" y="1205883"/>
                </a:cubicBezTo>
                <a:cubicBezTo>
                  <a:pt x="2590800" y="1194347"/>
                  <a:pt x="2586743" y="1180838"/>
                  <a:pt x="2581784" y="1175861"/>
                </a:cubicBezTo>
                <a:cubicBezTo>
                  <a:pt x="2570503" y="1164538"/>
                  <a:pt x="2565812" y="1093637"/>
                  <a:pt x="2575325" y="1078245"/>
                </a:cubicBezTo>
                <a:cubicBezTo>
                  <a:pt x="2579216" y="1071950"/>
                  <a:pt x="2588575" y="1066800"/>
                  <a:pt x="2596124" y="1066800"/>
                </a:cubicBezTo>
                <a:cubicBezTo>
                  <a:pt x="2603673" y="1066800"/>
                  <a:pt x="2609850" y="1062612"/>
                  <a:pt x="2609850" y="1057494"/>
                </a:cubicBezTo>
                <a:cubicBezTo>
                  <a:pt x="2609850" y="1052376"/>
                  <a:pt x="2620675" y="1041096"/>
                  <a:pt x="2633906" y="1032426"/>
                </a:cubicBezTo>
                <a:cubicBezTo>
                  <a:pt x="2656159" y="1017846"/>
                  <a:pt x="2659250" y="1017829"/>
                  <a:pt x="2675137" y="1032207"/>
                </a:cubicBezTo>
                <a:cubicBezTo>
                  <a:pt x="2684583" y="1040755"/>
                  <a:pt x="2701312" y="1047749"/>
                  <a:pt x="2712313" y="1047749"/>
                </a:cubicBezTo>
                <a:cubicBezTo>
                  <a:pt x="2740009" y="1047749"/>
                  <a:pt x="2759675" y="1070104"/>
                  <a:pt x="2773437" y="1117231"/>
                </a:cubicBezTo>
                <a:cubicBezTo>
                  <a:pt x="2779871" y="1139262"/>
                  <a:pt x="2788313" y="1159532"/>
                  <a:pt x="2792198" y="1162275"/>
                </a:cubicBezTo>
                <a:cubicBezTo>
                  <a:pt x="2802815" y="1169773"/>
                  <a:pt x="2871343" y="1312492"/>
                  <a:pt x="2890421" y="1366837"/>
                </a:cubicBezTo>
                <a:cubicBezTo>
                  <a:pt x="2899616" y="1393031"/>
                  <a:pt x="2910764" y="1423035"/>
                  <a:pt x="2915194" y="1433512"/>
                </a:cubicBezTo>
                <a:cubicBezTo>
                  <a:pt x="2926453" y="1460140"/>
                  <a:pt x="2985193" y="1640953"/>
                  <a:pt x="3004931" y="1709737"/>
                </a:cubicBezTo>
                <a:cubicBezTo>
                  <a:pt x="3013950" y="1741170"/>
                  <a:pt x="3024813" y="1775460"/>
                  <a:pt x="3029069" y="1785937"/>
                </a:cubicBezTo>
                <a:cubicBezTo>
                  <a:pt x="3039597" y="1811850"/>
                  <a:pt x="3067066" y="1960917"/>
                  <a:pt x="3067057" y="1992087"/>
                </a:cubicBezTo>
                <a:cubicBezTo>
                  <a:pt x="3067042" y="2042772"/>
                  <a:pt x="3041124" y="2030456"/>
                  <a:pt x="2981619" y="1951486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  <p:pic>
        <p:nvPicPr>
          <p:cNvPr id="4" name="boxing bell" descr="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9350" y="5891212"/>
            <a:ext cx="5448300" cy="4219575"/>
          </a:xfrm>
          <a:prstGeom prst="rect">
            <a:avLst/>
          </a:prstGeom>
        </p:spPr>
      </p:pic>
      <p:sp>
        <p:nvSpPr>
          <p:cNvPr id="5" name="boxing bell pattern"/>
          <p:cNvSpPr/>
          <p:nvPr/>
        </p:nvSpPr>
        <p:spPr>
          <a:xfrm rot="0">
            <a:off x="2419350" y="5891212"/>
            <a:ext cx="5448300" cy="4219575"/>
          </a:xfrm>
          <a:custGeom>
            <a:avLst/>
            <a:gdLst/>
            <a:ahLst/>
            <a:cxnLst/>
            <a:rect l="0" t="0" r="r" b="b"/>
            <a:pathLst>
              <a:path w="5448300" h="4219575">
                <a:moveTo>
                  <a:pt x="3880418" y="3299633"/>
                </a:moveTo>
                <a:cubicBezTo>
                  <a:pt x="3883598" y="3291346"/>
                  <a:pt x="3886200" y="3274201"/>
                  <a:pt x="3886200" y="3261533"/>
                </a:cubicBezTo>
                <a:cubicBezTo>
                  <a:pt x="3886200" y="3248865"/>
                  <a:pt x="3890986" y="3238500"/>
                  <a:pt x="3896835" y="3238500"/>
                </a:cubicBezTo>
                <a:cubicBezTo>
                  <a:pt x="3902782" y="3238500"/>
                  <a:pt x="3905275" y="3246899"/>
                  <a:pt x="3902490" y="3257550"/>
                </a:cubicBezTo>
                <a:cubicBezTo>
                  <a:pt x="3899750" y="3268027"/>
                  <a:pt x="3901544" y="3276600"/>
                  <a:pt x="3906476" y="3276600"/>
                </a:cubicBezTo>
                <a:cubicBezTo>
                  <a:pt x="3911675" y="3276600"/>
                  <a:pt x="3911160" y="3284606"/>
                  <a:pt x="3905250" y="3295650"/>
                </a:cubicBezTo>
                <a:cubicBezTo>
                  <a:pt x="3893218" y="3318131"/>
                  <a:pt x="3872014" y="3321533"/>
                  <a:pt x="3880418" y="3299633"/>
                </a:cubicBezTo>
                <a:close/>
                <a:moveTo>
                  <a:pt x="3762375" y="3290887"/>
                </a:moveTo>
                <a:cubicBezTo>
                  <a:pt x="3762375" y="3283029"/>
                  <a:pt x="3766661" y="3276600"/>
                  <a:pt x="3771900" y="3276600"/>
                </a:cubicBezTo>
                <a:cubicBezTo>
                  <a:pt x="3777138" y="3276600"/>
                  <a:pt x="3781425" y="3283029"/>
                  <a:pt x="3781425" y="3290887"/>
                </a:cubicBezTo>
                <a:cubicBezTo>
                  <a:pt x="3781425" y="3298745"/>
                  <a:pt x="3777138" y="3305175"/>
                  <a:pt x="3771900" y="3305175"/>
                </a:cubicBezTo>
                <a:cubicBezTo>
                  <a:pt x="3766661" y="3305175"/>
                  <a:pt x="3762375" y="3298745"/>
                  <a:pt x="3762375" y="3290887"/>
                </a:cubicBezTo>
                <a:close/>
                <a:moveTo>
                  <a:pt x="3926985" y="3287009"/>
                </a:moveTo>
                <a:cubicBezTo>
                  <a:pt x="3926223" y="3276892"/>
                  <a:pt x="3932032" y="3266146"/>
                  <a:pt x="3939893" y="3263129"/>
                </a:cubicBezTo>
                <a:cubicBezTo>
                  <a:pt x="3950340" y="3259120"/>
                  <a:pt x="3953369" y="3263199"/>
                  <a:pt x="3951150" y="3278282"/>
                </a:cubicBezTo>
                <a:cubicBezTo>
                  <a:pt x="3947272" y="3304629"/>
                  <a:pt x="3928815" y="3311296"/>
                  <a:pt x="3926985" y="3287009"/>
                </a:cubicBezTo>
                <a:close/>
                <a:moveTo>
                  <a:pt x="3712397" y="3271948"/>
                </a:moveTo>
                <a:cubicBezTo>
                  <a:pt x="3714889" y="3258912"/>
                  <a:pt x="3720451" y="3250424"/>
                  <a:pt x="3724758" y="3253086"/>
                </a:cubicBezTo>
                <a:cubicBezTo>
                  <a:pt x="3736411" y="3260288"/>
                  <a:pt x="3731466" y="3295650"/>
                  <a:pt x="3718806" y="3295650"/>
                </a:cubicBezTo>
                <a:cubicBezTo>
                  <a:pt x="3712287" y="3295650"/>
                  <a:pt x="3709697" y="3286072"/>
                  <a:pt x="3712397" y="3271948"/>
                </a:cubicBezTo>
                <a:close/>
                <a:moveTo>
                  <a:pt x="3762375" y="3252787"/>
                </a:moveTo>
                <a:cubicBezTo>
                  <a:pt x="3762375" y="3244685"/>
                  <a:pt x="3770917" y="3238500"/>
                  <a:pt x="3782105" y="3238500"/>
                </a:cubicBezTo>
                <a:cubicBezTo>
                  <a:pt x="3799643" y="3238500"/>
                  <a:pt x="3800248" y="3240087"/>
                  <a:pt x="3787548" y="3252787"/>
                </a:cubicBezTo>
                <a:cubicBezTo>
                  <a:pt x="3779690" y="3260645"/>
                  <a:pt x="3770811" y="3267075"/>
                  <a:pt x="3767817" y="3267075"/>
                </a:cubicBezTo>
                <a:cubicBezTo>
                  <a:pt x="3764824" y="3267075"/>
                  <a:pt x="3762375" y="3260645"/>
                  <a:pt x="3762375" y="3252787"/>
                </a:cubicBezTo>
                <a:close/>
                <a:moveTo>
                  <a:pt x="3939600" y="3234533"/>
                </a:moveTo>
                <a:cubicBezTo>
                  <a:pt x="3942783" y="3226237"/>
                  <a:pt x="3949572" y="3219450"/>
                  <a:pt x="3954687" y="3219450"/>
                </a:cubicBezTo>
                <a:cubicBezTo>
                  <a:pt x="3967207" y="3219450"/>
                  <a:pt x="3959367" y="3241098"/>
                  <a:pt x="3945129" y="3245844"/>
                </a:cubicBezTo>
                <a:cubicBezTo>
                  <a:pt x="3938169" y="3248164"/>
                  <a:pt x="3936040" y="3243809"/>
                  <a:pt x="3939600" y="3234533"/>
                </a:cubicBezTo>
                <a:close/>
                <a:moveTo>
                  <a:pt x="2062162" y="3107832"/>
                </a:moveTo>
                <a:cubicBezTo>
                  <a:pt x="1803692" y="3100778"/>
                  <a:pt x="1464136" y="3056571"/>
                  <a:pt x="1244795" y="3001419"/>
                </a:cubicBezTo>
                <a:cubicBezTo>
                  <a:pt x="1061721" y="2955386"/>
                  <a:pt x="1048177" y="2948487"/>
                  <a:pt x="1136528" y="2946273"/>
                </a:cubicBezTo>
                <a:cubicBezTo>
                  <a:pt x="1174139" y="2945331"/>
                  <a:pt x="1303496" y="2941729"/>
                  <a:pt x="1423987" y="2938268"/>
                </a:cubicBezTo>
                <a:cubicBezTo>
                  <a:pt x="1544478" y="2934807"/>
                  <a:pt x="1739503" y="2932180"/>
                  <a:pt x="1857375" y="2932430"/>
                </a:cubicBezTo>
                <a:cubicBezTo>
                  <a:pt x="1975246" y="2932679"/>
                  <a:pt x="2178843" y="2932162"/>
                  <a:pt x="2309812" y="2931281"/>
                </a:cubicBezTo>
                <a:cubicBezTo>
                  <a:pt x="2779667" y="2928120"/>
                  <a:pt x="3320206" y="2936967"/>
                  <a:pt x="3347046" y="2948258"/>
                </a:cubicBezTo>
                <a:cubicBezTo>
                  <a:pt x="3368586" y="2957319"/>
                  <a:pt x="3239362" y="2998490"/>
                  <a:pt x="3095625" y="3028362"/>
                </a:cubicBezTo>
                <a:cubicBezTo>
                  <a:pt x="2844406" y="3080571"/>
                  <a:pt x="2377842" y="3116448"/>
                  <a:pt x="2062162" y="3107832"/>
                </a:cubicBezTo>
                <a:close/>
                <a:moveTo>
                  <a:pt x="3701703" y="3093243"/>
                </a:moveTo>
                <a:cubicBezTo>
                  <a:pt x="3692215" y="3057839"/>
                  <a:pt x="3694969" y="2992425"/>
                  <a:pt x="3706241" y="2985459"/>
                </a:cubicBezTo>
                <a:cubicBezTo>
                  <a:pt x="3713590" y="2980917"/>
                  <a:pt x="3712869" y="2976463"/>
                  <a:pt x="3703860" y="2970755"/>
                </a:cubicBezTo>
                <a:cubicBezTo>
                  <a:pt x="3694421" y="2964774"/>
                  <a:pt x="3696715" y="2962527"/>
                  <a:pt x="3712368" y="2962420"/>
                </a:cubicBezTo>
                <a:cubicBezTo>
                  <a:pt x="3731682" y="2962289"/>
                  <a:pt x="3733800" y="2966861"/>
                  <a:pt x="3733800" y="3008709"/>
                </a:cubicBezTo>
                <a:cubicBezTo>
                  <a:pt x="3733800" y="3095201"/>
                  <a:pt x="3715291" y="3143948"/>
                  <a:pt x="3701703" y="3093243"/>
                </a:cubicBezTo>
                <a:close/>
                <a:moveTo>
                  <a:pt x="3787321" y="3079296"/>
                </a:moveTo>
                <a:cubicBezTo>
                  <a:pt x="3775458" y="3067433"/>
                  <a:pt x="3781858" y="3029653"/>
                  <a:pt x="3797184" y="3021077"/>
                </a:cubicBezTo>
                <a:cubicBezTo>
                  <a:pt x="3806667" y="3015770"/>
                  <a:pt x="3810579" y="3006099"/>
                  <a:pt x="3807007" y="2996791"/>
                </a:cubicBezTo>
                <a:cubicBezTo>
                  <a:pt x="3803743" y="2988284"/>
                  <a:pt x="3805224" y="2981325"/>
                  <a:pt x="3810298" y="2981325"/>
                </a:cubicBezTo>
                <a:cubicBezTo>
                  <a:pt x="3815373" y="2981325"/>
                  <a:pt x="3820001" y="2989897"/>
                  <a:pt x="3820583" y="3000375"/>
                </a:cubicBezTo>
                <a:cubicBezTo>
                  <a:pt x="3821165" y="3010852"/>
                  <a:pt x="3822117" y="3027351"/>
                  <a:pt x="3822700" y="3037038"/>
                </a:cubicBezTo>
                <a:cubicBezTo>
                  <a:pt x="3823860" y="3056357"/>
                  <a:pt x="3796756" y="3088731"/>
                  <a:pt x="3787321" y="3079296"/>
                </a:cubicBezTo>
                <a:close/>
                <a:moveTo>
                  <a:pt x="733774" y="2798788"/>
                </a:moveTo>
                <a:cubicBezTo>
                  <a:pt x="678248" y="2767076"/>
                  <a:pt x="578159" y="2670717"/>
                  <a:pt x="583738" y="2654343"/>
                </a:cubicBezTo>
                <a:cubicBezTo>
                  <a:pt x="586050" y="2647558"/>
                  <a:pt x="603989" y="2644131"/>
                  <a:pt x="629526" y="2645597"/>
                </a:cubicBezTo>
                <a:cubicBezTo>
                  <a:pt x="778648" y="2654156"/>
                  <a:pt x="1109606" y="2647724"/>
                  <a:pt x="1252537" y="2633490"/>
                </a:cubicBezTo>
                <a:cubicBezTo>
                  <a:pt x="1341596" y="2624621"/>
                  <a:pt x="1498044" y="2616928"/>
                  <a:pt x="1600200" y="2616395"/>
                </a:cubicBezTo>
                <a:cubicBezTo>
                  <a:pt x="1873472" y="2614970"/>
                  <a:pt x="2495820" y="2626407"/>
                  <a:pt x="2528887" y="2633462"/>
                </a:cubicBezTo>
                <a:cubicBezTo>
                  <a:pt x="2616443" y="2652144"/>
                  <a:pt x="2895776" y="2665353"/>
                  <a:pt x="2971800" y="2654407"/>
                </a:cubicBezTo>
                <a:cubicBezTo>
                  <a:pt x="3000613" y="2650259"/>
                  <a:pt x="3078076" y="2645123"/>
                  <a:pt x="3143939" y="2642995"/>
                </a:cubicBezTo>
                <a:cubicBezTo>
                  <a:pt x="3209803" y="2640866"/>
                  <a:pt x="3271954" y="2635864"/>
                  <a:pt x="3282052" y="2631878"/>
                </a:cubicBezTo>
                <a:cubicBezTo>
                  <a:pt x="3309037" y="2621228"/>
                  <a:pt x="3426704" y="2623479"/>
                  <a:pt x="3563793" y="2637268"/>
                </a:cubicBezTo>
                <a:cubicBezTo>
                  <a:pt x="3630072" y="2643934"/>
                  <a:pt x="3698652" y="2646686"/>
                  <a:pt x="3716193" y="2643383"/>
                </a:cubicBezTo>
                <a:cubicBezTo>
                  <a:pt x="3756390" y="2635814"/>
                  <a:pt x="4007494" y="2623101"/>
                  <a:pt x="4036218" y="2627181"/>
                </a:cubicBezTo>
                <a:cubicBezTo>
                  <a:pt x="4072744" y="2632368"/>
                  <a:pt x="4061023" y="2645260"/>
                  <a:pt x="3955256" y="2716227"/>
                </a:cubicBezTo>
                <a:cubicBezTo>
                  <a:pt x="3797514" y="2822068"/>
                  <a:pt x="3797395" y="2822099"/>
                  <a:pt x="3533775" y="2824032"/>
                </a:cubicBezTo>
                <a:cubicBezTo>
                  <a:pt x="3299043" y="2825753"/>
                  <a:pt x="3228089" y="2822195"/>
                  <a:pt x="3248282" y="2809716"/>
                </a:cubicBezTo>
                <a:cubicBezTo>
                  <a:pt x="3264980" y="2799395"/>
                  <a:pt x="3104610" y="2804978"/>
                  <a:pt x="3081337" y="2815527"/>
                </a:cubicBezTo>
                <a:cubicBezTo>
                  <a:pt x="3058220" y="2826006"/>
                  <a:pt x="2776338" y="2826083"/>
                  <a:pt x="2709862" y="2815630"/>
                </a:cubicBezTo>
                <a:cubicBezTo>
                  <a:pt x="2683668" y="2811510"/>
                  <a:pt x="2572226" y="2809134"/>
                  <a:pt x="2462212" y="2810349"/>
                </a:cubicBezTo>
                <a:cubicBezTo>
                  <a:pt x="2011294" y="2815329"/>
                  <a:pt x="1668285" y="2808456"/>
                  <a:pt x="1659388" y="2794262"/>
                </a:cubicBezTo>
                <a:cubicBezTo>
                  <a:pt x="1643598" y="2769073"/>
                  <a:pt x="1440216" y="2773365"/>
                  <a:pt x="1276350" y="2802346"/>
                </a:cubicBezTo>
                <a:cubicBezTo>
                  <a:pt x="1242298" y="2808368"/>
                  <a:pt x="1186576" y="2813000"/>
                  <a:pt x="1152525" y="2812640"/>
                </a:cubicBezTo>
                <a:cubicBezTo>
                  <a:pt x="1118473" y="2812280"/>
                  <a:pt x="1086738" y="2814314"/>
                  <a:pt x="1082004" y="2817160"/>
                </a:cubicBezTo>
                <a:cubicBezTo>
                  <a:pt x="1077269" y="2820006"/>
                  <a:pt x="1007759" y="2823193"/>
                  <a:pt x="927538" y="2824242"/>
                </a:cubicBezTo>
                <a:cubicBezTo>
                  <a:pt x="782800" y="2826135"/>
                  <a:pt x="781314" y="2825939"/>
                  <a:pt x="733774" y="2798788"/>
                </a:cubicBezTo>
                <a:close/>
                <a:moveTo>
                  <a:pt x="1304925" y="2810432"/>
                </a:moveTo>
                <a:cubicBezTo>
                  <a:pt x="1332565" y="2800933"/>
                  <a:pt x="1453904" y="2797420"/>
                  <a:pt x="1444946" y="2806378"/>
                </a:cubicBezTo>
                <a:cubicBezTo>
                  <a:pt x="1441630" y="2809694"/>
                  <a:pt x="1403411" y="2813804"/>
                  <a:pt x="1360014" y="2815511"/>
                </a:cubicBezTo>
                <a:cubicBezTo>
                  <a:pt x="1307535" y="2817576"/>
                  <a:pt x="1289086" y="2815875"/>
                  <a:pt x="1304925" y="2810432"/>
                </a:cubicBezTo>
                <a:close/>
                <a:moveTo>
                  <a:pt x="4471327" y="2720263"/>
                </a:moveTo>
                <a:cubicBezTo>
                  <a:pt x="4450009" y="2713588"/>
                  <a:pt x="4416863" y="2697454"/>
                  <a:pt x="4397668" y="2684411"/>
                </a:cubicBezTo>
                <a:lnTo>
                  <a:pt x="4362768" y="2660696"/>
                </a:lnTo>
                <a:lnTo>
                  <a:pt x="4417378" y="2665093"/>
                </a:lnTo>
                <a:cubicBezTo>
                  <a:pt x="4447413" y="2667511"/>
                  <a:pt x="4482703" y="2676906"/>
                  <a:pt x="4495800" y="2685972"/>
                </a:cubicBezTo>
                <a:cubicBezTo>
                  <a:pt x="4520202" y="2702863"/>
                  <a:pt x="4567808" y="2719987"/>
                  <a:pt x="4610100" y="2727084"/>
                </a:cubicBezTo>
                <a:cubicBezTo>
                  <a:pt x="4623196" y="2729282"/>
                  <a:pt x="4606051" y="2731377"/>
                  <a:pt x="4572000" y="2731740"/>
                </a:cubicBezTo>
                <a:cubicBezTo>
                  <a:pt x="4537948" y="2732103"/>
                  <a:pt x="4492645" y="2726938"/>
                  <a:pt x="4471327" y="2720263"/>
                </a:cubicBezTo>
                <a:close/>
                <a:moveTo>
                  <a:pt x="3326787" y="2641702"/>
                </a:moveTo>
                <a:cubicBezTo>
                  <a:pt x="3320338" y="2639093"/>
                  <a:pt x="3307480" y="2638934"/>
                  <a:pt x="3298212" y="2641349"/>
                </a:cubicBezTo>
                <a:cubicBezTo>
                  <a:pt x="3288945" y="2643764"/>
                  <a:pt x="3294221" y="2645898"/>
                  <a:pt x="3309937" y="2646093"/>
                </a:cubicBezTo>
                <a:cubicBezTo>
                  <a:pt x="3325653" y="2646287"/>
                  <a:pt x="3333236" y="2644311"/>
                  <a:pt x="3326787" y="2641702"/>
                </a:cubicBezTo>
                <a:close/>
                <a:moveTo>
                  <a:pt x="2747962" y="2528484"/>
                </a:moveTo>
                <a:cubicBezTo>
                  <a:pt x="2358637" y="2491782"/>
                  <a:pt x="2091721" y="2483846"/>
                  <a:pt x="1921621" y="2503915"/>
                </a:cubicBezTo>
                <a:cubicBezTo>
                  <a:pt x="1868490" y="2510184"/>
                  <a:pt x="1810849" y="2510632"/>
                  <a:pt x="1762774" y="2505149"/>
                </a:cubicBezTo>
                <a:cubicBezTo>
                  <a:pt x="1666064" y="2494119"/>
                  <a:pt x="1570838" y="2494476"/>
                  <a:pt x="1300162" y="2506885"/>
                </a:cubicBezTo>
                <a:cubicBezTo>
                  <a:pt x="1055172" y="2518116"/>
                  <a:pt x="584252" y="2521997"/>
                  <a:pt x="561471" y="2512973"/>
                </a:cubicBezTo>
                <a:cubicBezTo>
                  <a:pt x="548182" y="2507709"/>
                  <a:pt x="548092" y="2498060"/>
                  <a:pt x="560586" y="2417988"/>
                </a:cubicBezTo>
                <a:cubicBezTo>
                  <a:pt x="568234" y="2368969"/>
                  <a:pt x="575862" y="2327176"/>
                  <a:pt x="577537" y="2325114"/>
                </a:cubicBezTo>
                <a:cubicBezTo>
                  <a:pt x="583156" y="2318200"/>
                  <a:pt x="652006" y="2318978"/>
                  <a:pt x="700087" y="2326499"/>
                </a:cubicBezTo>
                <a:cubicBezTo>
                  <a:pt x="726281" y="2330597"/>
                  <a:pt x="807720" y="2333418"/>
                  <a:pt x="881062" y="2332769"/>
                </a:cubicBezTo>
                <a:cubicBezTo>
                  <a:pt x="1117921" y="2330673"/>
                  <a:pt x="1317197" y="2335919"/>
                  <a:pt x="1405933" y="2346586"/>
                </a:cubicBezTo>
                <a:cubicBezTo>
                  <a:pt x="1431579" y="2349669"/>
                  <a:pt x="1486769" y="2354801"/>
                  <a:pt x="1528577" y="2357991"/>
                </a:cubicBezTo>
                <a:cubicBezTo>
                  <a:pt x="1570386" y="2361181"/>
                  <a:pt x="1607524" y="2365602"/>
                  <a:pt x="1611108" y="2367817"/>
                </a:cubicBezTo>
                <a:cubicBezTo>
                  <a:pt x="1614691" y="2370031"/>
                  <a:pt x="1619060" y="2367719"/>
                  <a:pt x="1620817" y="2362678"/>
                </a:cubicBezTo>
                <a:cubicBezTo>
                  <a:pt x="1622627" y="2357486"/>
                  <a:pt x="1683876" y="2352772"/>
                  <a:pt x="1762125" y="2351803"/>
                </a:cubicBezTo>
                <a:cubicBezTo>
                  <a:pt x="1838086" y="2350861"/>
                  <a:pt x="1953071" y="2344894"/>
                  <a:pt x="2017647" y="2338541"/>
                </a:cubicBezTo>
                <a:cubicBezTo>
                  <a:pt x="2131677" y="2327323"/>
                  <a:pt x="2437476" y="2328044"/>
                  <a:pt x="2524125" y="2339735"/>
                </a:cubicBezTo>
                <a:cubicBezTo>
                  <a:pt x="2600249" y="2350005"/>
                  <a:pt x="2999079" y="2356519"/>
                  <a:pt x="3040331" y="2348165"/>
                </a:cubicBezTo>
                <a:cubicBezTo>
                  <a:pt x="3058492" y="2344488"/>
                  <a:pt x="3069102" y="2347870"/>
                  <a:pt x="3076603" y="2359727"/>
                </a:cubicBezTo>
                <a:cubicBezTo>
                  <a:pt x="3082434" y="2368945"/>
                  <a:pt x="3089097" y="2372201"/>
                  <a:pt x="3091408" y="2366962"/>
                </a:cubicBezTo>
                <a:cubicBezTo>
                  <a:pt x="3093720" y="2361723"/>
                  <a:pt x="3117591" y="2358959"/>
                  <a:pt x="3144454" y="2360819"/>
                </a:cubicBezTo>
                <a:cubicBezTo>
                  <a:pt x="3171318" y="2362679"/>
                  <a:pt x="3217398" y="2359558"/>
                  <a:pt x="3246854" y="2353883"/>
                </a:cubicBezTo>
                <a:cubicBezTo>
                  <a:pt x="3338787" y="2336171"/>
                  <a:pt x="3759914" y="2320690"/>
                  <a:pt x="3842943" y="2331970"/>
                </a:cubicBezTo>
                <a:lnTo>
                  <a:pt x="3890174" y="2338387"/>
                </a:lnTo>
                <a:lnTo>
                  <a:pt x="3902574" y="2418456"/>
                </a:lnTo>
                <a:cubicBezTo>
                  <a:pt x="3909394" y="2462494"/>
                  <a:pt x="3912429" y="2501070"/>
                  <a:pt x="3909319" y="2504181"/>
                </a:cubicBezTo>
                <a:cubicBezTo>
                  <a:pt x="3900559" y="2512942"/>
                  <a:pt x="3691335" y="2512070"/>
                  <a:pt x="3595687" y="2502874"/>
                </a:cubicBezTo>
                <a:cubicBezTo>
                  <a:pt x="3548538" y="2498341"/>
                  <a:pt x="3480663" y="2495023"/>
                  <a:pt x="3444853" y="2495501"/>
                </a:cubicBezTo>
                <a:cubicBezTo>
                  <a:pt x="3396545" y="2496146"/>
                  <a:pt x="3381562" y="2493426"/>
                  <a:pt x="3386793" y="2484963"/>
                </a:cubicBezTo>
                <a:cubicBezTo>
                  <a:pt x="3391286" y="2477693"/>
                  <a:pt x="3389799" y="2476055"/>
                  <a:pt x="3382691" y="2480448"/>
                </a:cubicBezTo>
                <a:cubicBezTo>
                  <a:pt x="3376557" y="2484239"/>
                  <a:pt x="3373668" y="2490786"/>
                  <a:pt x="3376270" y="2494996"/>
                </a:cubicBezTo>
                <a:cubicBezTo>
                  <a:pt x="3393417" y="2522741"/>
                  <a:pt x="2942167" y="2546792"/>
                  <a:pt x="2747962" y="2528484"/>
                </a:cubicBezTo>
                <a:close/>
                <a:moveTo>
                  <a:pt x="4275520" y="2517785"/>
                </a:moveTo>
                <a:cubicBezTo>
                  <a:pt x="4246944" y="2510168"/>
                  <a:pt x="4244402" y="2351666"/>
                  <a:pt x="4272440" y="2325726"/>
                </a:cubicBezTo>
                <a:cubicBezTo>
                  <a:pt x="4276238" y="2322212"/>
                  <a:pt x="4277021" y="2337554"/>
                  <a:pt x="4274179" y="2359818"/>
                </a:cubicBezTo>
                <a:cubicBezTo>
                  <a:pt x="4267928" y="2408796"/>
                  <a:pt x="4280586" y="2412983"/>
                  <a:pt x="4295775" y="2366962"/>
                </a:cubicBezTo>
                <a:cubicBezTo>
                  <a:pt x="4313123" y="2314396"/>
                  <a:pt x="4320259" y="2327640"/>
                  <a:pt x="4316346" y="2405139"/>
                </a:cubicBezTo>
                <a:cubicBezTo>
                  <a:pt x="4313583" y="2459857"/>
                  <a:pt x="4316387" y="2482228"/>
                  <a:pt x="4328287" y="2500389"/>
                </a:cubicBezTo>
                <a:cubicBezTo>
                  <a:pt x="4343598" y="2523758"/>
                  <a:pt x="4343430" y="2524107"/>
                  <a:pt x="4317425" y="2523020"/>
                </a:cubicBezTo>
                <a:cubicBezTo>
                  <a:pt x="4302898" y="2522412"/>
                  <a:pt x="4284041" y="2520056"/>
                  <a:pt x="4275520" y="2517785"/>
                </a:cubicBezTo>
                <a:close/>
                <a:moveTo>
                  <a:pt x="4538723" y="2495648"/>
                </a:moveTo>
                <a:cubicBezTo>
                  <a:pt x="4524801" y="2473121"/>
                  <a:pt x="4532976" y="2387034"/>
                  <a:pt x="4551391" y="2362249"/>
                </a:cubicBezTo>
                <a:cubicBezTo>
                  <a:pt x="4578983" y="2325113"/>
                  <a:pt x="4623657" y="2324822"/>
                  <a:pt x="4639968" y="2361673"/>
                </a:cubicBezTo>
                <a:cubicBezTo>
                  <a:pt x="4647053" y="2377679"/>
                  <a:pt x="4655439" y="2390775"/>
                  <a:pt x="4658603" y="2390775"/>
                </a:cubicBezTo>
                <a:cubicBezTo>
                  <a:pt x="4661767" y="2390775"/>
                  <a:pt x="4672390" y="2408991"/>
                  <a:pt x="4682209" y="2431256"/>
                </a:cubicBezTo>
                <a:cubicBezTo>
                  <a:pt x="4692028" y="2453520"/>
                  <a:pt x="4703754" y="2474355"/>
                  <a:pt x="4708266" y="2477555"/>
                </a:cubicBezTo>
                <a:cubicBezTo>
                  <a:pt x="4722010" y="2487300"/>
                  <a:pt x="4685093" y="2496975"/>
                  <a:pt x="4613762" y="2502322"/>
                </a:cubicBezTo>
                <a:cubicBezTo>
                  <a:pt x="4565586" y="2505933"/>
                  <a:pt x="4543887" y="2504004"/>
                  <a:pt x="4538723" y="2495648"/>
                </a:cubicBezTo>
                <a:close/>
                <a:moveTo>
                  <a:pt x="3026568" y="2384209"/>
                </a:moveTo>
                <a:cubicBezTo>
                  <a:pt x="3017400" y="2381813"/>
                  <a:pt x="3002399" y="2381813"/>
                  <a:pt x="2993231" y="2384209"/>
                </a:cubicBezTo>
                <a:cubicBezTo>
                  <a:pt x="2984063" y="2386604"/>
                  <a:pt x="2991564" y="2388565"/>
                  <a:pt x="3009900" y="2388565"/>
                </a:cubicBezTo>
                <a:cubicBezTo>
                  <a:pt x="3028235" y="2388565"/>
                  <a:pt x="3035736" y="2386604"/>
                  <a:pt x="3026568" y="2384209"/>
                </a:cubicBezTo>
                <a:close/>
                <a:moveTo>
                  <a:pt x="675197" y="2224597"/>
                </a:moveTo>
                <a:cubicBezTo>
                  <a:pt x="672857" y="2222257"/>
                  <a:pt x="652855" y="2219276"/>
                  <a:pt x="630747" y="2217972"/>
                </a:cubicBezTo>
                <a:cubicBezTo>
                  <a:pt x="608638" y="2216667"/>
                  <a:pt x="590550" y="2214753"/>
                  <a:pt x="590550" y="2213719"/>
                </a:cubicBezTo>
                <a:cubicBezTo>
                  <a:pt x="590550" y="2199480"/>
                  <a:pt x="623406" y="2058120"/>
                  <a:pt x="629334" y="2046854"/>
                </a:cubicBezTo>
                <a:cubicBezTo>
                  <a:pt x="636134" y="2033930"/>
                  <a:pt x="645240" y="2032923"/>
                  <a:pt x="687788" y="2040391"/>
                </a:cubicBezTo>
                <a:cubicBezTo>
                  <a:pt x="782925" y="2057089"/>
                  <a:pt x="1244208" y="2062343"/>
                  <a:pt x="1647825" y="2051325"/>
                </a:cubicBezTo>
                <a:cubicBezTo>
                  <a:pt x="1933827" y="2043519"/>
                  <a:pt x="1904325" y="2043454"/>
                  <a:pt x="2143125" y="2052406"/>
                </a:cubicBezTo>
                <a:cubicBezTo>
                  <a:pt x="2427601" y="2063069"/>
                  <a:pt x="2611749" y="2063550"/>
                  <a:pt x="2762250" y="2054020"/>
                </a:cubicBezTo>
                <a:cubicBezTo>
                  <a:pt x="2966479" y="2041088"/>
                  <a:pt x="3129683" y="2038520"/>
                  <a:pt x="3161809" y="2047734"/>
                </a:cubicBezTo>
                <a:cubicBezTo>
                  <a:pt x="3201666" y="2059165"/>
                  <a:pt x="3525306" y="2068543"/>
                  <a:pt x="3500437" y="2057547"/>
                </a:cubicBezTo>
                <a:cubicBezTo>
                  <a:pt x="3482857" y="2049773"/>
                  <a:pt x="3483225" y="2049050"/>
                  <a:pt x="3505200" y="2048178"/>
                </a:cubicBezTo>
                <a:cubicBezTo>
                  <a:pt x="3618919" y="2043665"/>
                  <a:pt x="3786117" y="2048757"/>
                  <a:pt x="3794343" y="2056983"/>
                </a:cubicBezTo>
                <a:cubicBezTo>
                  <a:pt x="3799811" y="2062451"/>
                  <a:pt x="3813551" y="2066925"/>
                  <a:pt x="3824877" y="2066925"/>
                </a:cubicBezTo>
                <a:cubicBezTo>
                  <a:pt x="3845399" y="2066925"/>
                  <a:pt x="3867150" y="2133266"/>
                  <a:pt x="3867150" y="2195858"/>
                </a:cubicBezTo>
                <a:lnTo>
                  <a:pt x="3867150" y="2216839"/>
                </a:lnTo>
                <a:lnTo>
                  <a:pt x="3607593" y="2218429"/>
                </a:lnTo>
                <a:cubicBezTo>
                  <a:pt x="3376650" y="2219842"/>
                  <a:pt x="3090441" y="2219497"/>
                  <a:pt x="2071687" y="2216577"/>
                </a:cubicBezTo>
                <a:cubicBezTo>
                  <a:pt x="1914525" y="2216126"/>
                  <a:pt x="1725930" y="2217632"/>
                  <a:pt x="1652587" y="2219922"/>
                </a:cubicBezTo>
                <a:cubicBezTo>
                  <a:pt x="1579245" y="2222213"/>
                  <a:pt x="1424545" y="2218623"/>
                  <a:pt x="1308811" y="2211945"/>
                </a:cubicBezTo>
                <a:cubicBezTo>
                  <a:pt x="1126009" y="2201398"/>
                  <a:pt x="1085691" y="2201710"/>
                  <a:pt x="1001692" y="2214327"/>
                </a:cubicBezTo>
                <a:cubicBezTo>
                  <a:pt x="913454" y="2227580"/>
                  <a:pt x="685355" y="2234755"/>
                  <a:pt x="675197" y="2224597"/>
                </a:cubicBezTo>
                <a:close/>
                <a:moveTo>
                  <a:pt x="4705350" y="2188934"/>
                </a:moveTo>
                <a:cubicBezTo>
                  <a:pt x="4667986" y="2180827"/>
                  <a:pt x="4618736" y="2152072"/>
                  <a:pt x="4643777" y="2152984"/>
                </a:cubicBezTo>
                <a:cubicBezTo>
                  <a:pt x="4672905" y="2154045"/>
                  <a:pt x="4775489" y="2180879"/>
                  <a:pt x="4784370" y="2189760"/>
                </a:cubicBezTo>
                <a:cubicBezTo>
                  <a:pt x="4797336" y="2202726"/>
                  <a:pt x="4767476" y="2202414"/>
                  <a:pt x="4705350" y="2188934"/>
                </a:cubicBezTo>
                <a:close/>
                <a:moveTo>
                  <a:pt x="1346713" y="1934090"/>
                </a:moveTo>
                <a:cubicBezTo>
                  <a:pt x="1343810" y="1931187"/>
                  <a:pt x="1227134" y="1928648"/>
                  <a:pt x="1087435" y="1928447"/>
                </a:cubicBezTo>
                <a:cubicBezTo>
                  <a:pt x="806801" y="1928044"/>
                  <a:pt x="676274" y="1918909"/>
                  <a:pt x="676275" y="1899670"/>
                </a:cubicBezTo>
                <a:cubicBezTo>
                  <a:pt x="676275" y="1893007"/>
                  <a:pt x="692040" y="1852572"/>
                  <a:pt x="711310" y="1809815"/>
                </a:cubicBezTo>
                <a:lnTo>
                  <a:pt x="746345" y="1732075"/>
                </a:lnTo>
                <a:lnTo>
                  <a:pt x="832753" y="1739387"/>
                </a:lnTo>
                <a:cubicBezTo>
                  <a:pt x="935709" y="1748101"/>
                  <a:pt x="990738" y="1748743"/>
                  <a:pt x="1123950" y="1742785"/>
                </a:cubicBezTo>
                <a:cubicBezTo>
                  <a:pt x="1256430" y="1736860"/>
                  <a:pt x="1533506" y="1744924"/>
                  <a:pt x="1527568" y="1754531"/>
                </a:cubicBezTo>
                <a:cubicBezTo>
                  <a:pt x="1520557" y="1765875"/>
                  <a:pt x="1537670" y="1763694"/>
                  <a:pt x="1549647" y="1751717"/>
                </a:cubicBezTo>
                <a:cubicBezTo>
                  <a:pt x="1557173" y="1744191"/>
                  <a:pt x="1565437" y="1744191"/>
                  <a:pt x="1579501" y="1751717"/>
                </a:cubicBezTo>
                <a:cubicBezTo>
                  <a:pt x="1603335" y="1764473"/>
                  <a:pt x="1612636" y="1765016"/>
                  <a:pt x="1605350" y="1753227"/>
                </a:cubicBezTo>
                <a:cubicBezTo>
                  <a:pt x="1602168" y="1748079"/>
                  <a:pt x="1625009" y="1744291"/>
                  <a:pt x="1659557" y="1744239"/>
                </a:cubicBezTo>
                <a:cubicBezTo>
                  <a:pt x="1692395" y="1744188"/>
                  <a:pt x="1744980" y="1742212"/>
                  <a:pt x="1776412" y="1739847"/>
                </a:cubicBezTo>
                <a:cubicBezTo>
                  <a:pt x="1807845" y="1737482"/>
                  <a:pt x="1857136" y="1739680"/>
                  <a:pt x="1885950" y="1744733"/>
                </a:cubicBezTo>
                <a:cubicBezTo>
                  <a:pt x="1981006" y="1761402"/>
                  <a:pt x="2041249" y="1764997"/>
                  <a:pt x="2034192" y="1753579"/>
                </a:cubicBezTo>
                <a:cubicBezTo>
                  <a:pt x="2025225" y="1739070"/>
                  <a:pt x="2043902" y="1737578"/>
                  <a:pt x="2119312" y="1746778"/>
                </a:cubicBezTo>
                <a:cubicBezTo>
                  <a:pt x="2194628" y="1755967"/>
                  <a:pt x="2379533" y="1754878"/>
                  <a:pt x="2541795" y="1744291"/>
                </a:cubicBezTo>
                <a:cubicBezTo>
                  <a:pt x="2660478" y="1736546"/>
                  <a:pt x="2724954" y="1736375"/>
                  <a:pt x="2770395" y="1743682"/>
                </a:cubicBezTo>
                <a:cubicBezTo>
                  <a:pt x="2805206" y="1749279"/>
                  <a:pt x="2865834" y="1751407"/>
                  <a:pt x="2905125" y="1748409"/>
                </a:cubicBezTo>
                <a:cubicBezTo>
                  <a:pt x="2944415" y="1745411"/>
                  <a:pt x="3006566" y="1740593"/>
                  <a:pt x="3043237" y="1737702"/>
                </a:cubicBezTo>
                <a:cubicBezTo>
                  <a:pt x="3193560" y="1725851"/>
                  <a:pt x="3274842" y="1726574"/>
                  <a:pt x="3348037" y="1740412"/>
                </a:cubicBezTo>
                <a:cubicBezTo>
                  <a:pt x="3406089" y="1751388"/>
                  <a:pt x="3459861" y="1753417"/>
                  <a:pt x="3573816" y="1748934"/>
                </a:cubicBezTo>
                <a:lnTo>
                  <a:pt x="3723395" y="1743049"/>
                </a:lnTo>
                <a:lnTo>
                  <a:pt x="3757172" y="1814228"/>
                </a:lnTo>
                <a:cubicBezTo>
                  <a:pt x="3775750" y="1853377"/>
                  <a:pt x="3790950" y="1889431"/>
                  <a:pt x="3790950" y="1894348"/>
                </a:cubicBezTo>
                <a:cubicBezTo>
                  <a:pt x="3790950" y="1908225"/>
                  <a:pt x="3639485" y="1917908"/>
                  <a:pt x="3476625" y="1914443"/>
                </a:cubicBezTo>
                <a:cubicBezTo>
                  <a:pt x="3274137" y="1910136"/>
                  <a:pt x="3159217" y="1911046"/>
                  <a:pt x="2805112" y="1919764"/>
                </a:cubicBezTo>
                <a:cubicBezTo>
                  <a:pt x="2637472" y="1923891"/>
                  <a:pt x="2292429" y="1928187"/>
                  <a:pt x="2038350" y="1929312"/>
                </a:cubicBezTo>
                <a:cubicBezTo>
                  <a:pt x="1784270" y="1930436"/>
                  <a:pt x="1525898" y="1933159"/>
                  <a:pt x="1464190" y="1935362"/>
                </a:cubicBezTo>
                <a:cubicBezTo>
                  <a:pt x="1402482" y="1937565"/>
                  <a:pt x="1349617" y="1936993"/>
                  <a:pt x="1346713" y="1934090"/>
                </a:cubicBezTo>
                <a:close/>
                <a:moveTo>
                  <a:pt x="1947867" y="1632356"/>
                </a:moveTo>
                <a:cubicBezTo>
                  <a:pt x="1959905" y="1623553"/>
                  <a:pt x="1929693" y="1620872"/>
                  <a:pt x="1807903" y="1619936"/>
                </a:cubicBezTo>
                <a:cubicBezTo>
                  <a:pt x="1722479" y="1619279"/>
                  <a:pt x="1562576" y="1616072"/>
                  <a:pt x="1452562" y="1612808"/>
                </a:cubicBezTo>
                <a:cubicBezTo>
                  <a:pt x="1173228" y="1604522"/>
                  <a:pt x="948874" y="1604319"/>
                  <a:pt x="878198" y="1612290"/>
                </a:cubicBezTo>
                <a:lnTo>
                  <a:pt x="818183" y="1619058"/>
                </a:lnTo>
                <a:lnTo>
                  <a:pt x="860610" y="1564385"/>
                </a:lnTo>
                <a:cubicBezTo>
                  <a:pt x="949214" y="1450207"/>
                  <a:pt x="965187" y="1439780"/>
                  <a:pt x="1067786" y="1429141"/>
                </a:cubicBezTo>
                <a:cubicBezTo>
                  <a:pt x="1129214" y="1422771"/>
                  <a:pt x="1186369" y="1422922"/>
                  <a:pt x="1243751" y="1429605"/>
                </a:cubicBezTo>
                <a:cubicBezTo>
                  <a:pt x="1290493" y="1435049"/>
                  <a:pt x="1354556" y="1436846"/>
                  <a:pt x="1386112" y="1433599"/>
                </a:cubicBezTo>
                <a:cubicBezTo>
                  <a:pt x="1417668" y="1430352"/>
                  <a:pt x="1473165" y="1432436"/>
                  <a:pt x="1509439" y="1438231"/>
                </a:cubicBezTo>
                <a:cubicBezTo>
                  <a:pt x="1595030" y="1451904"/>
                  <a:pt x="1855448" y="1451727"/>
                  <a:pt x="1928812" y="1437945"/>
                </a:cubicBezTo>
                <a:cubicBezTo>
                  <a:pt x="1961346" y="1431834"/>
                  <a:pt x="2008527" y="1430086"/>
                  <a:pt x="2038350" y="1433888"/>
                </a:cubicBezTo>
                <a:cubicBezTo>
                  <a:pt x="2067163" y="1437561"/>
                  <a:pt x="2105739" y="1442009"/>
                  <a:pt x="2124075" y="1443772"/>
                </a:cubicBezTo>
                <a:cubicBezTo>
                  <a:pt x="2142410" y="1445535"/>
                  <a:pt x="2170612" y="1449363"/>
                  <a:pt x="2186746" y="1452278"/>
                </a:cubicBezTo>
                <a:cubicBezTo>
                  <a:pt x="2202880" y="1455194"/>
                  <a:pt x="2265030" y="1458181"/>
                  <a:pt x="2324858" y="1458917"/>
                </a:cubicBezTo>
                <a:cubicBezTo>
                  <a:pt x="2389775" y="1459715"/>
                  <a:pt x="2424035" y="1463121"/>
                  <a:pt x="2409825" y="1467365"/>
                </a:cubicBezTo>
                <a:cubicBezTo>
                  <a:pt x="2390236" y="1473214"/>
                  <a:pt x="2393292" y="1474644"/>
                  <a:pt x="2427055" y="1475425"/>
                </a:cubicBezTo>
                <a:cubicBezTo>
                  <a:pt x="2455654" y="1476087"/>
                  <a:pt x="2466053" y="1473065"/>
                  <a:pt x="2461353" y="1465460"/>
                </a:cubicBezTo>
                <a:cubicBezTo>
                  <a:pt x="2456524" y="1457646"/>
                  <a:pt x="2462452" y="1456593"/>
                  <a:pt x="2482223" y="1461753"/>
                </a:cubicBezTo>
                <a:cubicBezTo>
                  <a:pt x="2517085" y="1470852"/>
                  <a:pt x="2617418" y="1468813"/>
                  <a:pt x="2654224" y="1458257"/>
                </a:cubicBezTo>
                <a:cubicBezTo>
                  <a:pt x="2669608" y="1453845"/>
                  <a:pt x="2703422" y="1453545"/>
                  <a:pt x="2729366" y="1457592"/>
                </a:cubicBezTo>
                <a:cubicBezTo>
                  <a:pt x="2780197" y="1465520"/>
                  <a:pt x="2855764" y="1462496"/>
                  <a:pt x="2976562" y="1447701"/>
                </a:cubicBezTo>
                <a:cubicBezTo>
                  <a:pt x="3102845" y="1432233"/>
                  <a:pt x="3407272" y="1417114"/>
                  <a:pt x="3450480" y="1424163"/>
                </a:cubicBezTo>
                <a:cubicBezTo>
                  <a:pt x="3472718" y="1427792"/>
                  <a:pt x="3500980" y="1439952"/>
                  <a:pt x="3513285" y="1451186"/>
                </a:cubicBezTo>
                <a:cubicBezTo>
                  <a:pt x="3534556" y="1470607"/>
                  <a:pt x="3618946" y="1573965"/>
                  <a:pt x="3631971" y="1596549"/>
                </a:cubicBezTo>
                <a:cubicBezTo>
                  <a:pt x="3636422" y="1604269"/>
                  <a:pt x="3576112" y="1606881"/>
                  <a:pt x="3412109" y="1606074"/>
                </a:cubicBezTo>
                <a:cubicBezTo>
                  <a:pt x="3104269" y="1604559"/>
                  <a:pt x="2946765" y="1608544"/>
                  <a:pt x="2632231" y="1625805"/>
                </a:cubicBezTo>
                <a:cubicBezTo>
                  <a:pt x="2438536" y="1636435"/>
                  <a:pt x="2348631" y="1637830"/>
                  <a:pt x="2308381" y="1630830"/>
                </a:cubicBezTo>
                <a:cubicBezTo>
                  <a:pt x="2251666" y="1620966"/>
                  <a:pt x="2150873" y="1622178"/>
                  <a:pt x="2058601" y="1633832"/>
                </a:cubicBezTo>
                <a:cubicBezTo>
                  <a:pt x="2029209" y="1637545"/>
                  <a:pt x="2009653" y="1636677"/>
                  <a:pt x="2012671" y="1631794"/>
                </a:cubicBezTo>
                <a:cubicBezTo>
                  <a:pt x="2015561" y="1627117"/>
                  <a:pt x="2007065" y="1622392"/>
                  <a:pt x="1993790" y="1621293"/>
                </a:cubicBezTo>
                <a:cubicBezTo>
                  <a:pt x="1975927" y="1619815"/>
                  <a:pt x="1971063" y="1622968"/>
                  <a:pt x="1975076" y="1633424"/>
                </a:cubicBezTo>
                <a:cubicBezTo>
                  <a:pt x="1979083" y="1643867"/>
                  <a:pt x="1974238" y="1647035"/>
                  <a:pt x="1956506" y="1645567"/>
                </a:cubicBezTo>
                <a:cubicBezTo>
                  <a:pt x="1935620" y="1643839"/>
                  <a:pt x="1934502" y="1642129"/>
                  <a:pt x="1947867" y="1632356"/>
                </a:cubicBezTo>
                <a:close/>
                <a:moveTo>
                  <a:pt x="1322014" y="1347414"/>
                </a:moveTo>
                <a:cubicBezTo>
                  <a:pt x="1319190" y="1344590"/>
                  <a:pt x="1268509" y="1339232"/>
                  <a:pt x="1209391" y="1335508"/>
                </a:cubicBezTo>
                <a:lnTo>
                  <a:pt x="1101903" y="1328737"/>
                </a:lnTo>
                <a:lnTo>
                  <a:pt x="1158170" y="1289377"/>
                </a:lnTo>
                <a:cubicBezTo>
                  <a:pt x="1274695" y="1207865"/>
                  <a:pt x="1319255" y="1189252"/>
                  <a:pt x="1384462" y="1194856"/>
                </a:cubicBezTo>
                <a:cubicBezTo>
                  <a:pt x="1416678" y="1197625"/>
                  <a:pt x="1455896" y="1195679"/>
                  <a:pt x="1471612" y="1190533"/>
                </a:cubicBezTo>
                <a:cubicBezTo>
                  <a:pt x="1499874" y="1181278"/>
                  <a:pt x="1499897" y="1181214"/>
                  <a:pt x="1473766" y="1184623"/>
                </a:cubicBezTo>
                <a:cubicBezTo>
                  <a:pt x="1459234" y="1186519"/>
                  <a:pt x="1445051" y="1184358"/>
                  <a:pt x="1442248" y="1179822"/>
                </a:cubicBezTo>
                <a:cubicBezTo>
                  <a:pt x="1439444" y="1175286"/>
                  <a:pt x="1459906" y="1171539"/>
                  <a:pt x="1487719" y="1171496"/>
                </a:cubicBezTo>
                <a:cubicBezTo>
                  <a:pt x="1515531" y="1171453"/>
                  <a:pt x="1574720" y="1167328"/>
                  <a:pt x="1619250" y="1162329"/>
                </a:cubicBezTo>
                <a:cubicBezTo>
                  <a:pt x="1791704" y="1142968"/>
                  <a:pt x="2329798" y="1135181"/>
                  <a:pt x="2405062" y="1150958"/>
                </a:cubicBezTo>
                <a:cubicBezTo>
                  <a:pt x="2451686" y="1160731"/>
                  <a:pt x="2634539" y="1158896"/>
                  <a:pt x="2786062" y="1147134"/>
                </a:cubicBezTo>
                <a:cubicBezTo>
                  <a:pt x="2863821" y="1141098"/>
                  <a:pt x="2975608" y="1155046"/>
                  <a:pt x="2997993" y="1173576"/>
                </a:cubicBezTo>
                <a:cubicBezTo>
                  <a:pt x="3004542" y="1178997"/>
                  <a:pt x="3009900" y="1180613"/>
                  <a:pt x="3009900" y="1177168"/>
                </a:cubicBezTo>
                <a:cubicBezTo>
                  <a:pt x="3009900" y="1173723"/>
                  <a:pt x="3018153" y="1175322"/>
                  <a:pt x="3028241" y="1180720"/>
                </a:cubicBezTo>
                <a:cubicBezTo>
                  <a:pt x="3038329" y="1186119"/>
                  <a:pt x="3080096" y="1192754"/>
                  <a:pt x="3121057" y="1195463"/>
                </a:cubicBezTo>
                <a:cubicBezTo>
                  <a:pt x="3192195" y="1200169"/>
                  <a:pt x="3199116" y="1202774"/>
                  <a:pt x="3275534" y="1253630"/>
                </a:cubicBezTo>
                <a:cubicBezTo>
                  <a:pt x="3369762" y="1316337"/>
                  <a:pt x="3367073" y="1322229"/>
                  <a:pt x="3243984" y="1322760"/>
                </a:cubicBezTo>
                <a:cubicBezTo>
                  <a:pt x="3196438" y="1322964"/>
                  <a:pt x="3144382" y="1327086"/>
                  <a:pt x="3128303" y="1331919"/>
                </a:cubicBezTo>
                <a:cubicBezTo>
                  <a:pt x="3091798" y="1342892"/>
                  <a:pt x="2427116" y="1338561"/>
                  <a:pt x="2271712" y="1326337"/>
                </a:cubicBezTo>
                <a:cubicBezTo>
                  <a:pt x="2115224" y="1314029"/>
                  <a:pt x="1809039" y="1319682"/>
                  <a:pt x="1676400" y="1337328"/>
                </a:cubicBezTo>
                <a:cubicBezTo>
                  <a:pt x="1571337" y="1351306"/>
                  <a:pt x="1332698" y="1358098"/>
                  <a:pt x="1322014" y="1347414"/>
                </a:cubicBezTo>
                <a:close/>
                <a:moveTo>
                  <a:pt x="1478756" y="1212477"/>
                </a:moveTo>
                <a:cubicBezTo>
                  <a:pt x="1466969" y="1210207"/>
                  <a:pt x="1447680" y="1210207"/>
                  <a:pt x="1435893" y="1212477"/>
                </a:cubicBezTo>
                <a:cubicBezTo>
                  <a:pt x="1424106" y="1214748"/>
                  <a:pt x="1433750" y="1216605"/>
                  <a:pt x="1457325" y="1216605"/>
                </a:cubicBezTo>
                <a:cubicBezTo>
                  <a:pt x="1480899" y="1216605"/>
                  <a:pt x="1490543" y="1214748"/>
                  <a:pt x="1478756" y="1212477"/>
                </a:cubicBezTo>
                <a:close/>
                <a:moveTo>
                  <a:pt x="1400175" y="1181100"/>
                </a:moveTo>
                <a:cubicBezTo>
                  <a:pt x="1388680" y="1173671"/>
                  <a:pt x="1390186" y="1171838"/>
                  <a:pt x="1407880" y="1171720"/>
                </a:cubicBezTo>
                <a:cubicBezTo>
                  <a:pt x="1420144" y="1171639"/>
                  <a:pt x="1427270" y="1175788"/>
                  <a:pt x="1423987" y="1181100"/>
                </a:cubicBezTo>
                <a:cubicBezTo>
                  <a:pt x="1416908" y="1192553"/>
                  <a:pt x="1417898" y="1192553"/>
                  <a:pt x="1400175" y="1181100"/>
                </a:cubicBezTo>
                <a:close/>
                <a:moveTo>
                  <a:pt x="2706997" y="1037748"/>
                </a:moveTo>
                <a:cubicBezTo>
                  <a:pt x="2661181" y="1027780"/>
                  <a:pt x="2655449" y="1016251"/>
                  <a:pt x="2700337" y="1024351"/>
                </a:cubicBezTo>
                <a:cubicBezTo>
                  <a:pt x="2721292" y="1028133"/>
                  <a:pt x="2740223" y="1032801"/>
                  <a:pt x="2742406" y="1034726"/>
                </a:cubicBezTo>
                <a:cubicBezTo>
                  <a:pt x="2751601" y="1042832"/>
                  <a:pt x="2736351" y="1044134"/>
                  <a:pt x="2706997" y="1037748"/>
                </a:cubicBezTo>
                <a:close/>
                <a:moveTo>
                  <a:pt x="2509837" y="1018525"/>
                </a:moveTo>
                <a:cubicBezTo>
                  <a:pt x="2478405" y="1014781"/>
                  <a:pt x="2332672" y="1010715"/>
                  <a:pt x="2185987" y="1009491"/>
                </a:cubicBezTo>
                <a:cubicBezTo>
                  <a:pt x="2016238" y="1008074"/>
                  <a:pt x="1934868" y="1004493"/>
                  <a:pt x="1962150" y="999638"/>
                </a:cubicBezTo>
                <a:cubicBezTo>
                  <a:pt x="1985724" y="995444"/>
                  <a:pt x="2025782" y="991694"/>
                  <a:pt x="2051167" y="991306"/>
                </a:cubicBezTo>
                <a:cubicBezTo>
                  <a:pt x="2128208" y="990127"/>
                  <a:pt x="2152650" y="968860"/>
                  <a:pt x="2152650" y="903002"/>
                </a:cubicBezTo>
                <a:cubicBezTo>
                  <a:pt x="2152650" y="839677"/>
                  <a:pt x="2147116" y="842898"/>
                  <a:pt x="2272069" y="833485"/>
                </a:cubicBezTo>
                <a:cubicBezTo>
                  <a:pt x="2378187" y="825492"/>
                  <a:pt x="2381250" y="827380"/>
                  <a:pt x="2381250" y="900796"/>
                </a:cubicBezTo>
                <a:cubicBezTo>
                  <a:pt x="2381250" y="952885"/>
                  <a:pt x="2384094" y="962877"/>
                  <a:pt x="2401588" y="972239"/>
                </a:cubicBezTo>
                <a:cubicBezTo>
                  <a:pt x="2416991" y="980482"/>
                  <a:pt x="2601529" y="1008089"/>
                  <a:pt x="2650331" y="1009450"/>
                </a:cubicBezTo>
                <a:cubicBezTo>
                  <a:pt x="2654260" y="1009560"/>
                  <a:pt x="2657475" y="1013524"/>
                  <a:pt x="2657475" y="1018260"/>
                </a:cubicBezTo>
                <a:cubicBezTo>
                  <a:pt x="2657475" y="1028216"/>
                  <a:pt x="2592168" y="1028333"/>
                  <a:pt x="2509837" y="1018525"/>
                </a:cubicBezTo>
                <a:close/>
                <a:moveTo>
                  <a:pt x="2002631" y="732194"/>
                </a:moveTo>
                <a:cubicBezTo>
                  <a:pt x="1960927" y="720286"/>
                  <a:pt x="1958697" y="671816"/>
                  <a:pt x="1997868" y="628681"/>
                </a:cubicBezTo>
                <a:cubicBezTo>
                  <a:pt x="2052648" y="568357"/>
                  <a:pt x="2149872" y="550083"/>
                  <a:pt x="2352675" y="561992"/>
                </a:cubicBezTo>
                <a:cubicBezTo>
                  <a:pt x="2486772" y="569866"/>
                  <a:pt x="2571750" y="620879"/>
                  <a:pt x="2571750" y="693505"/>
                </a:cubicBezTo>
                <a:cubicBezTo>
                  <a:pt x="2571750" y="725287"/>
                  <a:pt x="2561479" y="726694"/>
                  <a:pt x="2307777" y="729668"/>
                </a:cubicBezTo>
                <a:cubicBezTo>
                  <a:pt x="2174678" y="731228"/>
                  <a:pt x="2058536" y="734423"/>
                  <a:pt x="2049683" y="736769"/>
                </a:cubicBezTo>
                <a:cubicBezTo>
                  <a:pt x="2040830" y="739115"/>
                  <a:pt x="2019657" y="737056"/>
                  <a:pt x="2002631" y="732194"/>
                </a:cubicBezTo>
                <a:close/>
              </a:path>
            </a:pathLst>
          </a:custGeom>
          <a:solidFill>
            <a:srgbClr val="7A1732">
              <a:alpha val="45000"/>
            </a:srgbClr>
          </a:solidFill>
          <a:ln>
            <a:noFill/>
          </a:ln>
        </p:spPr>
      </p:sp>
      <p:sp>
        <p:nvSpPr>
          <p:cNvPr id="6" name="TEXT: [they look the same on a shelf]"/>
          <p:cNvSpPr/>
          <p:nvPr/>
        </p:nvSpPr>
        <p:spPr>
          <a:xfrm rot="120000">
            <a:off x="1785938" y="885825"/>
            <a:ext cx="8239125" cy="2038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13360" rIns="213360" tIns="91440" bIns="91440"/>
          <a:lstStyle/>
          <a:p>
            <a:pPr algn="r">
              <a:lnSpc>
                <a:spcPts val="7319"/>
              </a:lnSpc>
            </a:pPr>
            <a:r>
              <a:rPr b="1" sz="6000">
                <a:solidFill>
                  <a:srgbClr val="181716"/>
                </a:solidFill>
                <a:latin typeface="Montserrat"/>
              </a:rPr>
              <a:t>[they look the same</a:t>
            </a:r>
          </a:p>
          <a:p>
            <a:pPr algn="r">
              <a:lnSpc>
                <a:spcPts val="7319"/>
              </a:lnSpc>
            </a:pPr>
            <a:r>
              <a:rPr b="1" sz="6000">
                <a:solidFill>
                  <a:srgbClr val="181716"/>
                </a:solidFill>
                <a:latin typeface="Montserrat"/>
              </a:rPr>
              <a:t>on a shelf]</a:t>
            </a:r>
          </a:p>
        </p:txBody>
      </p:sp>
      <p:sp>
        <p:nvSpPr>
          <p:cNvPr id="7" name="TEXT: [3 rounds]"/>
          <p:cNvSpPr/>
          <p:nvPr/>
        </p:nvSpPr>
        <p:spPr>
          <a:xfrm rot="120000">
            <a:off x="923925" y="12430125"/>
            <a:ext cx="3486150" cy="857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354" rIns="165354" tIns="70866" bIns="70866"/>
          <a:lstStyle/>
          <a:p>
            <a:pPr algn="l">
              <a:lnSpc>
                <a:spcPts val="5673"/>
              </a:lnSpc>
            </a:pPr>
            <a:r>
              <a:rPr b="1" sz="4650">
                <a:solidFill>
                  <a:srgbClr val="181716"/>
                </a:solidFill>
                <a:latin typeface="Montserrat"/>
              </a:rPr>
              <a:t>[3 rounds]</a:t>
            </a:r>
          </a:p>
        </p:txBody>
      </p:sp>
      <p:sp>
        <p:nvSpPr>
          <p:cNvPr id="8" name="arrow"/>
          <p:cNvSpPr/>
          <p:nvPr/>
        </p:nvSpPr>
        <p:spPr>
          <a:xfrm rot="120000">
            <a:off x="4524375" y="12558712"/>
            <a:ext cx="1619250" cy="504825"/>
          </a:xfrm>
          <a:custGeom>
            <a:avLst/>
            <a:gdLst/>
            <a:ahLst/>
            <a:cxnLst/>
            <a:rect l="0" t="0" r="r" b="b"/>
            <a:pathLst>
              <a:path w="1619250" h="504825">
                <a:moveTo>
                  <a:pt x="1257300" y="480450"/>
                </a:moveTo>
                <a:cubicBezTo>
                  <a:pt x="1257300" y="466626"/>
                  <a:pt x="1253177" y="458623"/>
                  <a:pt x="1247775" y="461962"/>
                </a:cubicBezTo>
                <a:cubicBezTo>
                  <a:pt x="1242536" y="465200"/>
                  <a:pt x="1238235" y="460095"/>
                  <a:pt x="1238218" y="450618"/>
                </a:cubicBezTo>
                <a:cubicBezTo>
                  <a:pt x="1238201" y="441141"/>
                  <a:pt x="1271222" y="402197"/>
                  <a:pt x="1311598" y="364076"/>
                </a:cubicBezTo>
                <a:lnTo>
                  <a:pt x="1385010" y="294765"/>
                </a:lnTo>
                <a:lnTo>
                  <a:pt x="1266386" y="300090"/>
                </a:lnTo>
                <a:cubicBezTo>
                  <a:pt x="1201143" y="303019"/>
                  <a:pt x="950595" y="310034"/>
                  <a:pt x="709612" y="315678"/>
                </a:cubicBezTo>
                <a:cubicBezTo>
                  <a:pt x="468630" y="321323"/>
                  <a:pt x="223235" y="328686"/>
                  <a:pt x="164292" y="332039"/>
                </a:cubicBezTo>
                <a:cubicBezTo>
                  <a:pt x="81649" y="336741"/>
                  <a:pt x="57124" y="335412"/>
                  <a:pt x="57135" y="326231"/>
                </a:cubicBezTo>
                <a:cubicBezTo>
                  <a:pt x="57144" y="319190"/>
                  <a:pt x="44728" y="314325"/>
                  <a:pt x="26754" y="314324"/>
                </a:cubicBezTo>
                <a:cubicBezTo>
                  <a:pt x="-1225" y="314324"/>
                  <a:pt x="-2231" y="313294"/>
                  <a:pt x="14096" y="301355"/>
                </a:cubicBezTo>
                <a:cubicBezTo>
                  <a:pt x="39698" y="282634"/>
                  <a:pt x="40970" y="257174"/>
                  <a:pt x="16302" y="257175"/>
                </a:cubicBezTo>
                <a:cubicBezTo>
                  <a:pt x="4858" y="257175"/>
                  <a:pt x="89" y="253819"/>
                  <a:pt x="5238" y="249388"/>
                </a:cubicBezTo>
                <a:cubicBezTo>
                  <a:pt x="38131" y="221084"/>
                  <a:pt x="254251" y="205225"/>
                  <a:pt x="757237" y="194206"/>
                </a:cubicBezTo>
                <a:cubicBezTo>
                  <a:pt x="909161" y="190878"/>
                  <a:pt x="1109402" y="185468"/>
                  <a:pt x="1202217" y="182184"/>
                </a:cubicBezTo>
                <a:lnTo>
                  <a:pt x="1370973" y="176212"/>
                </a:lnTo>
                <a:lnTo>
                  <a:pt x="1306992" y="128587"/>
                </a:lnTo>
                <a:cubicBezTo>
                  <a:pt x="1271803" y="102393"/>
                  <a:pt x="1242899" y="74533"/>
                  <a:pt x="1242760" y="66675"/>
                </a:cubicBezTo>
                <a:cubicBezTo>
                  <a:pt x="1242622" y="58816"/>
                  <a:pt x="1239154" y="47029"/>
                  <a:pt x="1235054" y="40481"/>
                </a:cubicBezTo>
                <a:cubicBezTo>
                  <a:pt x="1224885" y="24237"/>
                  <a:pt x="1235722" y="9152"/>
                  <a:pt x="1252842" y="15722"/>
                </a:cubicBezTo>
                <a:cubicBezTo>
                  <a:pt x="1260532" y="18673"/>
                  <a:pt x="1266825" y="16343"/>
                  <a:pt x="1266825" y="10544"/>
                </a:cubicBezTo>
                <a:cubicBezTo>
                  <a:pt x="1266825" y="-9201"/>
                  <a:pt x="1283898" y="-5"/>
                  <a:pt x="1441695" y="104733"/>
                </a:cubicBezTo>
                <a:cubicBezTo>
                  <a:pt x="1620939" y="223706"/>
                  <a:pt x="1633427" y="237454"/>
                  <a:pt x="1593675" y="272033"/>
                </a:cubicBezTo>
                <a:cubicBezTo>
                  <a:pt x="1563065" y="298659"/>
                  <a:pt x="1336730" y="468567"/>
                  <a:pt x="1320437" y="477150"/>
                </a:cubicBezTo>
                <a:cubicBezTo>
                  <a:pt x="1255250" y="511492"/>
                  <a:pt x="1257300" y="511385"/>
                  <a:pt x="1257300" y="480450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Round 1: the usual kind (left half)"/>
          <p:cNvSpPr/>
          <p:nvPr/>
        </p:nvSpPr>
        <p:spPr>
          <a:xfrm rot="0">
            <a:off x="0" y="0"/>
            <a:ext cx="51435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4" name="PHOTO: Round 1: yours (right half)"/>
          <p:cNvSpPr/>
          <p:nvPr/>
        </p:nvSpPr>
        <p:spPr>
          <a:xfrm rot="0">
            <a:off x="5143500" y="0"/>
            <a:ext cx="51435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pic>
        <p:nvPicPr>
          <p:cNvPr id="5" name="white line" descr="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350" y="0"/>
            <a:ext cx="114300" cy="13716000"/>
          </a:xfrm>
          <a:prstGeom prst="rect">
            <a:avLst/>
          </a:prstGeom>
        </p:spPr>
      </p:pic>
      <p:sp>
        <p:nvSpPr>
          <p:cNvPr id="6" name="TEXT: round 1"/>
          <p:cNvSpPr/>
          <p:nvPr/>
        </p:nvSpPr>
        <p:spPr>
          <a:xfrm rot="120000">
            <a:off x="3181350" y="1281112"/>
            <a:ext cx="3924300" cy="1247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40030" rIns="240030" tIns="102870" bIns="102870"/>
          <a:lstStyle/>
          <a:p>
            <a:pPr algn="ctr">
              <a:lnSpc>
                <a:spcPts val="8234"/>
              </a:lnSpc>
            </a:pPr>
            <a:r>
              <a:rPr b="1" sz="6750">
                <a:solidFill>
                  <a:srgbClr val="181716"/>
                </a:solidFill>
                <a:latin typeface="Montserrat"/>
              </a:rPr>
              <a:t>round 1</a:t>
            </a:r>
          </a:p>
        </p:txBody>
      </p:sp>
      <p:sp>
        <p:nvSpPr>
          <p:cNvPr id="7" name="TEXT: [no bucket of dirty water]"/>
          <p:cNvSpPr/>
          <p:nvPr/>
        </p:nvSpPr>
        <p:spPr>
          <a:xfrm rot="21480000">
            <a:off x="1428750" y="11520488"/>
            <a:ext cx="7429500" cy="771525"/>
          </a:xfrm>
          <a:prstGeom prst="rect">
            <a:avLst/>
          </a:prstGeom>
          <a:solidFill>
            <a:srgbClr val="F7E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9352" rIns="149352" tIns="64008" bIns="64008"/>
          <a:lstStyle/>
          <a:p>
            <a:pPr algn="ctr">
              <a:lnSpc>
                <a:spcPts val="5123"/>
              </a:lnSpc>
            </a:pPr>
            <a:r>
              <a:rPr b="1" sz="4200">
                <a:solidFill>
                  <a:srgbClr val="181716"/>
                </a:solidFill>
                <a:latin typeface="Montserrat"/>
              </a:rPr>
              <a:t>[no bucket of dirty water]</a:t>
            </a:r>
          </a:p>
        </p:txBody>
      </p:sp>
      <p:sp>
        <p:nvSpPr>
          <p:cNvPr id="8" name="tick"/>
          <p:cNvSpPr/>
          <p:nvPr/>
        </p:nvSpPr>
        <p:spPr>
          <a:xfrm rot="0">
            <a:off x="7858125" y="9396412"/>
            <a:ext cx="1428750" cy="1209675"/>
          </a:xfrm>
          <a:custGeom>
            <a:avLst/>
            <a:gdLst/>
            <a:ahLst/>
            <a:cxnLst/>
            <a:rect l="0" t="0" r="r" b="b"/>
            <a:pathLst>
              <a:path w="1428750" h="1209675">
                <a:moveTo>
                  <a:pt x="417092" y="1178950"/>
                </a:moveTo>
                <a:cubicBezTo>
                  <a:pt x="402770" y="1163618"/>
                  <a:pt x="387326" y="1153377"/>
                  <a:pt x="382772" y="1156191"/>
                </a:cubicBezTo>
                <a:cubicBezTo>
                  <a:pt x="359709" y="1170445"/>
                  <a:pt x="197114" y="943273"/>
                  <a:pt x="76775" y="728662"/>
                </a:cubicBezTo>
                <a:cubicBezTo>
                  <a:pt x="59150" y="697230"/>
                  <a:pt x="36273" y="662093"/>
                  <a:pt x="25936" y="650581"/>
                </a:cubicBezTo>
                <a:cubicBezTo>
                  <a:pt x="-9218" y="611426"/>
                  <a:pt x="18607" y="531520"/>
                  <a:pt x="72069" y="518102"/>
                </a:cubicBezTo>
                <a:cubicBezTo>
                  <a:pt x="84818" y="514902"/>
                  <a:pt x="95271" y="509534"/>
                  <a:pt x="95297" y="506173"/>
                </a:cubicBezTo>
                <a:cubicBezTo>
                  <a:pt x="95451" y="486269"/>
                  <a:pt x="142470" y="445223"/>
                  <a:pt x="168602" y="442180"/>
                </a:cubicBezTo>
                <a:cubicBezTo>
                  <a:pt x="184941" y="440278"/>
                  <a:pt x="201910" y="438085"/>
                  <a:pt x="206311" y="437307"/>
                </a:cubicBezTo>
                <a:cubicBezTo>
                  <a:pt x="228401" y="433404"/>
                  <a:pt x="240487" y="441494"/>
                  <a:pt x="268039" y="478631"/>
                </a:cubicBezTo>
                <a:cubicBezTo>
                  <a:pt x="284557" y="500895"/>
                  <a:pt x="295434" y="511611"/>
                  <a:pt x="292210" y="502443"/>
                </a:cubicBezTo>
                <a:cubicBezTo>
                  <a:pt x="276628" y="458140"/>
                  <a:pt x="308502" y="495186"/>
                  <a:pt x="357772" y="578643"/>
                </a:cubicBezTo>
                <a:cubicBezTo>
                  <a:pt x="427775" y="697220"/>
                  <a:pt x="426257" y="693896"/>
                  <a:pt x="400190" y="671512"/>
                </a:cubicBezTo>
                <a:cubicBezTo>
                  <a:pt x="379201" y="653488"/>
                  <a:pt x="379452" y="655026"/>
                  <a:pt x="404851" y="700087"/>
                </a:cubicBezTo>
                <a:cubicBezTo>
                  <a:pt x="499237" y="867533"/>
                  <a:pt x="505140" y="872973"/>
                  <a:pt x="538009" y="822809"/>
                </a:cubicBezTo>
                <a:cubicBezTo>
                  <a:pt x="546412" y="809985"/>
                  <a:pt x="557169" y="801892"/>
                  <a:pt x="561915" y="804825"/>
                </a:cubicBezTo>
                <a:cubicBezTo>
                  <a:pt x="571679" y="810859"/>
                  <a:pt x="592814" y="776964"/>
                  <a:pt x="584483" y="768633"/>
                </a:cubicBezTo>
                <a:cubicBezTo>
                  <a:pt x="566661" y="750811"/>
                  <a:pt x="1014682" y="245682"/>
                  <a:pt x="1157287" y="122814"/>
                </a:cubicBezTo>
                <a:cubicBezTo>
                  <a:pt x="1235197" y="55687"/>
                  <a:pt x="1326962" y="-187"/>
                  <a:pt x="1339200" y="12050"/>
                </a:cubicBezTo>
                <a:cubicBezTo>
                  <a:pt x="1342956" y="15806"/>
                  <a:pt x="1322850" y="45707"/>
                  <a:pt x="1294521" y="78496"/>
                </a:cubicBezTo>
                <a:cubicBezTo>
                  <a:pt x="1243390" y="137674"/>
                  <a:pt x="1243302" y="137885"/>
                  <a:pt x="1282483" y="107156"/>
                </a:cubicBezTo>
                <a:cubicBezTo>
                  <a:pt x="1304192" y="90130"/>
                  <a:pt x="1324947" y="76200"/>
                  <a:pt x="1328605" y="76200"/>
                </a:cubicBezTo>
                <a:cubicBezTo>
                  <a:pt x="1332264" y="76200"/>
                  <a:pt x="1346232" y="67567"/>
                  <a:pt x="1359645" y="57016"/>
                </a:cubicBezTo>
                <a:cubicBezTo>
                  <a:pt x="1399788" y="25440"/>
                  <a:pt x="1395504" y="43001"/>
                  <a:pt x="1347539" y="106641"/>
                </a:cubicBezTo>
                <a:cubicBezTo>
                  <a:pt x="1322540" y="139811"/>
                  <a:pt x="1313533" y="156351"/>
                  <a:pt x="1327416" y="143595"/>
                </a:cubicBezTo>
                <a:cubicBezTo>
                  <a:pt x="1352766" y="120305"/>
                  <a:pt x="1362704" y="127268"/>
                  <a:pt x="1340660" y="152876"/>
                </a:cubicBezTo>
                <a:cubicBezTo>
                  <a:pt x="1334121" y="160472"/>
                  <a:pt x="1348214" y="148470"/>
                  <a:pt x="1371977" y="126206"/>
                </a:cubicBezTo>
                <a:cubicBezTo>
                  <a:pt x="1426717" y="74918"/>
                  <a:pt x="1444980" y="73063"/>
                  <a:pt x="1395412" y="123825"/>
                </a:cubicBezTo>
                <a:cubicBezTo>
                  <a:pt x="1374950" y="144780"/>
                  <a:pt x="1362507" y="161925"/>
                  <a:pt x="1367761" y="161925"/>
                </a:cubicBezTo>
                <a:cubicBezTo>
                  <a:pt x="1373016" y="161925"/>
                  <a:pt x="1382458" y="156781"/>
                  <a:pt x="1388744" y="150494"/>
                </a:cubicBezTo>
                <a:cubicBezTo>
                  <a:pt x="1425530" y="113709"/>
                  <a:pt x="1374927" y="206720"/>
                  <a:pt x="1325523" y="266700"/>
                </a:cubicBezTo>
                <a:cubicBezTo>
                  <a:pt x="1251881" y="356105"/>
                  <a:pt x="1249769" y="359002"/>
                  <a:pt x="1269206" y="343950"/>
                </a:cubicBezTo>
                <a:cubicBezTo>
                  <a:pt x="1300042" y="320070"/>
                  <a:pt x="1286132" y="347194"/>
                  <a:pt x="1230667" y="419100"/>
                </a:cubicBezTo>
                <a:cubicBezTo>
                  <a:pt x="1200359" y="458390"/>
                  <a:pt x="1145910" y="529113"/>
                  <a:pt x="1109668" y="576262"/>
                </a:cubicBezTo>
                <a:cubicBezTo>
                  <a:pt x="1004920" y="712534"/>
                  <a:pt x="921981" y="810856"/>
                  <a:pt x="916446" y="805321"/>
                </a:cubicBezTo>
                <a:cubicBezTo>
                  <a:pt x="913639" y="802514"/>
                  <a:pt x="917722" y="792689"/>
                  <a:pt x="925522" y="783489"/>
                </a:cubicBezTo>
                <a:cubicBezTo>
                  <a:pt x="933321" y="774289"/>
                  <a:pt x="949075" y="749617"/>
                  <a:pt x="960530" y="728662"/>
                </a:cubicBezTo>
                <a:lnTo>
                  <a:pt x="981358" y="690562"/>
                </a:lnTo>
                <a:lnTo>
                  <a:pt x="952839" y="723303"/>
                </a:lnTo>
                <a:cubicBezTo>
                  <a:pt x="937153" y="741311"/>
                  <a:pt x="926336" y="758061"/>
                  <a:pt x="928800" y="760525"/>
                </a:cubicBezTo>
                <a:cubicBezTo>
                  <a:pt x="931265" y="762990"/>
                  <a:pt x="917512" y="784689"/>
                  <a:pt x="898239" y="808746"/>
                </a:cubicBezTo>
                <a:cubicBezTo>
                  <a:pt x="873070" y="840163"/>
                  <a:pt x="870410" y="845981"/>
                  <a:pt x="888798" y="829395"/>
                </a:cubicBezTo>
                <a:cubicBezTo>
                  <a:pt x="902879" y="816695"/>
                  <a:pt x="914400" y="809789"/>
                  <a:pt x="914400" y="814048"/>
                </a:cubicBezTo>
                <a:cubicBezTo>
                  <a:pt x="914400" y="826007"/>
                  <a:pt x="807642" y="953692"/>
                  <a:pt x="802196" y="948246"/>
                </a:cubicBezTo>
                <a:cubicBezTo>
                  <a:pt x="799550" y="945600"/>
                  <a:pt x="802807" y="936902"/>
                  <a:pt x="809433" y="928917"/>
                </a:cubicBezTo>
                <a:cubicBezTo>
                  <a:pt x="816060" y="920932"/>
                  <a:pt x="819323" y="914400"/>
                  <a:pt x="816684" y="914400"/>
                </a:cubicBezTo>
                <a:cubicBezTo>
                  <a:pt x="814045" y="914400"/>
                  <a:pt x="799869" y="930473"/>
                  <a:pt x="785183" y="950118"/>
                </a:cubicBezTo>
                <a:cubicBezTo>
                  <a:pt x="762204" y="980855"/>
                  <a:pt x="761577" y="983180"/>
                  <a:pt x="780681" y="966787"/>
                </a:cubicBezTo>
                <a:cubicBezTo>
                  <a:pt x="819635" y="933362"/>
                  <a:pt x="797433" y="967931"/>
                  <a:pt x="725483" y="1052727"/>
                </a:cubicBezTo>
                <a:cubicBezTo>
                  <a:pt x="687063" y="1098007"/>
                  <a:pt x="653157" y="1132582"/>
                  <a:pt x="650135" y="1129560"/>
                </a:cubicBezTo>
                <a:cubicBezTo>
                  <a:pt x="647114" y="1126539"/>
                  <a:pt x="650687" y="1116231"/>
                  <a:pt x="658077" y="1106655"/>
                </a:cubicBezTo>
                <a:cubicBezTo>
                  <a:pt x="665466" y="1097079"/>
                  <a:pt x="655680" y="1105904"/>
                  <a:pt x="636330" y="1126266"/>
                </a:cubicBezTo>
                <a:cubicBezTo>
                  <a:pt x="616980" y="1146629"/>
                  <a:pt x="603135" y="1168468"/>
                  <a:pt x="605564" y="1174797"/>
                </a:cubicBezTo>
                <a:cubicBezTo>
                  <a:pt x="607995" y="1181133"/>
                  <a:pt x="597052" y="1191184"/>
                  <a:pt x="581215" y="1197162"/>
                </a:cubicBezTo>
                <a:cubicBezTo>
                  <a:pt x="565394" y="1203134"/>
                  <a:pt x="552450" y="1205177"/>
                  <a:pt x="552450" y="1201703"/>
                </a:cubicBezTo>
                <a:cubicBezTo>
                  <a:pt x="552451" y="1198229"/>
                  <a:pt x="538520" y="1196129"/>
                  <a:pt x="521494" y="1197035"/>
                </a:cubicBezTo>
                <a:cubicBezTo>
                  <a:pt x="504468" y="1197942"/>
                  <a:pt x="490537" y="1199370"/>
                  <a:pt x="490537" y="1200210"/>
                </a:cubicBezTo>
                <a:cubicBezTo>
                  <a:pt x="490537" y="1201050"/>
                  <a:pt x="479871" y="1202882"/>
                  <a:pt x="466834" y="1204281"/>
                </a:cubicBezTo>
                <a:cubicBezTo>
                  <a:pt x="450773" y="1206005"/>
                  <a:pt x="434736" y="1197838"/>
                  <a:pt x="417092" y="1178950"/>
                </a:cubicBezTo>
                <a:close/>
              </a:path>
            </a:pathLst>
          </a:custGeom>
          <a:solidFill>
            <a:srgbClr val="F7E6A9"/>
          </a:solid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Round 2: the usual kind (top half)"/>
          <p:cNvSpPr/>
          <p:nvPr/>
        </p:nvSpPr>
        <p:spPr>
          <a:xfrm rot="0">
            <a:off x="0" y="0"/>
            <a:ext cx="10287000" cy="6858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4" name="PHOTO: Round 2: yours (bottom half)"/>
          <p:cNvSpPr/>
          <p:nvPr/>
        </p:nvSpPr>
        <p:spPr>
          <a:xfrm rot="0">
            <a:off x="0" y="6858000"/>
            <a:ext cx="10287000" cy="6858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pic>
        <p:nvPicPr>
          <p:cNvPr id="5" name="white line" descr="0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800850"/>
            <a:ext cx="10287000" cy="114300"/>
          </a:xfrm>
          <a:prstGeom prst="rect">
            <a:avLst/>
          </a:prstGeom>
        </p:spPr>
      </p:pic>
      <p:sp>
        <p:nvSpPr>
          <p:cNvPr id="6" name="TEXT: round 2"/>
          <p:cNvSpPr/>
          <p:nvPr/>
        </p:nvSpPr>
        <p:spPr>
          <a:xfrm rot="180000">
            <a:off x="323850" y="709612"/>
            <a:ext cx="3924300" cy="1247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40030" rIns="240030" tIns="102870" bIns="102870"/>
          <a:lstStyle/>
          <a:p>
            <a:pPr algn="ctr">
              <a:lnSpc>
                <a:spcPts val="8234"/>
              </a:lnSpc>
            </a:pPr>
            <a:r>
              <a:rPr b="1" sz="6750">
                <a:solidFill>
                  <a:srgbClr val="181716"/>
                </a:solidFill>
                <a:latin typeface="Montserrat"/>
              </a:rPr>
              <a:t>round 2</a:t>
            </a:r>
          </a:p>
        </p:txBody>
      </p:sp>
      <p:sp>
        <p:nvSpPr>
          <p:cNvPr id="7" name="TEXT: [steam, no chemicals]"/>
          <p:cNvSpPr/>
          <p:nvPr/>
        </p:nvSpPr>
        <p:spPr>
          <a:xfrm rot="21480000">
            <a:off x="1862138" y="12268200"/>
            <a:ext cx="6562725" cy="800100"/>
          </a:xfrm>
          <a:prstGeom prst="rect">
            <a:avLst/>
          </a:prstGeom>
          <a:solidFill>
            <a:srgbClr val="F7E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54686" rIns="154686" tIns="66294" bIns="66294"/>
          <a:lstStyle/>
          <a:p>
            <a:pPr algn="ctr">
              <a:lnSpc>
                <a:spcPts val="5307"/>
              </a:lnSpc>
            </a:pPr>
            <a:r>
              <a:rPr b="1" sz="4350">
                <a:solidFill>
                  <a:srgbClr val="181716"/>
                </a:solidFill>
                <a:latin typeface="Montserrat"/>
              </a:rPr>
              <a:t>[steam, no chemicals]</a:t>
            </a:r>
          </a:p>
        </p:txBody>
      </p:sp>
      <p:sp>
        <p:nvSpPr>
          <p:cNvPr id="8" name="tick"/>
          <p:cNvSpPr/>
          <p:nvPr/>
        </p:nvSpPr>
        <p:spPr>
          <a:xfrm rot="0">
            <a:off x="8048625" y="7748587"/>
            <a:ext cx="1428750" cy="1647825"/>
          </a:xfrm>
          <a:custGeom>
            <a:avLst/>
            <a:gdLst/>
            <a:ahLst/>
            <a:cxnLst/>
            <a:rect l="0" t="0" r="r" b="b"/>
            <a:pathLst>
              <a:path w="1428750" h="1647825">
                <a:moveTo>
                  <a:pt x="423720" y="1609409"/>
                </a:moveTo>
                <a:cubicBezTo>
                  <a:pt x="411800" y="1582976"/>
                  <a:pt x="403327" y="1574062"/>
                  <a:pt x="396555" y="1580834"/>
                </a:cubicBezTo>
                <a:cubicBezTo>
                  <a:pt x="391143" y="1586246"/>
                  <a:pt x="383373" y="1590675"/>
                  <a:pt x="379288" y="1590675"/>
                </a:cubicBezTo>
                <a:cubicBezTo>
                  <a:pt x="369755" y="1590675"/>
                  <a:pt x="339363" y="1530270"/>
                  <a:pt x="324175" y="1481137"/>
                </a:cubicBezTo>
                <a:cubicBezTo>
                  <a:pt x="309416" y="1433394"/>
                  <a:pt x="255419" y="1313030"/>
                  <a:pt x="250821" y="1317628"/>
                </a:cubicBezTo>
                <a:cubicBezTo>
                  <a:pt x="248939" y="1319510"/>
                  <a:pt x="254031" y="1336922"/>
                  <a:pt x="262137" y="1356321"/>
                </a:cubicBezTo>
                <a:cubicBezTo>
                  <a:pt x="298807" y="1444086"/>
                  <a:pt x="314923" y="1489908"/>
                  <a:pt x="306035" y="1481137"/>
                </a:cubicBezTo>
                <a:cubicBezTo>
                  <a:pt x="297208" y="1472426"/>
                  <a:pt x="268976" y="1412333"/>
                  <a:pt x="138225" y="1123950"/>
                </a:cubicBezTo>
                <a:cubicBezTo>
                  <a:pt x="113285" y="1068943"/>
                  <a:pt x="71982" y="982224"/>
                  <a:pt x="46440" y="931241"/>
                </a:cubicBezTo>
                <a:cubicBezTo>
                  <a:pt x="2147" y="842833"/>
                  <a:pt x="-8590" y="809604"/>
                  <a:pt x="7143" y="809642"/>
                </a:cubicBezTo>
                <a:cubicBezTo>
                  <a:pt x="11072" y="809651"/>
                  <a:pt x="26468" y="828939"/>
                  <a:pt x="41355" y="852504"/>
                </a:cubicBezTo>
                <a:cubicBezTo>
                  <a:pt x="72732" y="902169"/>
                  <a:pt x="87266" y="910917"/>
                  <a:pt x="59105" y="863188"/>
                </a:cubicBezTo>
                <a:cubicBezTo>
                  <a:pt x="36077" y="824157"/>
                  <a:pt x="21441" y="765991"/>
                  <a:pt x="37081" y="775658"/>
                </a:cubicBezTo>
                <a:cubicBezTo>
                  <a:pt x="42880" y="779241"/>
                  <a:pt x="47624" y="788642"/>
                  <a:pt x="47624" y="796548"/>
                </a:cubicBezTo>
                <a:cubicBezTo>
                  <a:pt x="47624" y="808000"/>
                  <a:pt x="53500" y="806738"/>
                  <a:pt x="76526" y="790342"/>
                </a:cubicBezTo>
                <a:cubicBezTo>
                  <a:pt x="115083" y="762887"/>
                  <a:pt x="137189" y="777177"/>
                  <a:pt x="186464" y="861411"/>
                </a:cubicBezTo>
                <a:cubicBezTo>
                  <a:pt x="206577" y="895793"/>
                  <a:pt x="226428" y="923925"/>
                  <a:pt x="230579" y="923925"/>
                </a:cubicBezTo>
                <a:cubicBezTo>
                  <a:pt x="242131" y="923925"/>
                  <a:pt x="239615" y="914529"/>
                  <a:pt x="223837" y="898751"/>
                </a:cubicBezTo>
                <a:cubicBezTo>
                  <a:pt x="215979" y="890893"/>
                  <a:pt x="209550" y="879531"/>
                  <a:pt x="209550" y="873502"/>
                </a:cubicBezTo>
                <a:cubicBezTo>
                  <a:pt x="209549" y="840034"/>
                  <a:pt x="327848" y="1027421"/>
                  <a:pt x="397423" y="1171098"/>
                </a:cubicBezTo>
                <a:lnTo>
                  <a:pt x="431786" y="1242059"/>
                </a:lnTo>
                <a:lnTo>
                  <a:pt x="444124" y="1213960"/>
                </a:lnTo>
                <a:cubicBezTo>
                  <a:pt x="500322" y="1085975"/>
                  <a:pt x="553626" y="979076"/>
                  <a:pt x="558710" y="984160"/>
                </a:cubicBezTo>
                <a:cubicBezTo>
                  <a:pt x="562089" y="987539"/>
                  <a:pt x="570499" y="982869"/>
                  <a:pt x="577399" y="973783"/>
                </a:cubicBezTo>
                <a:cubicBezTo>
                  <a:pt x="592349" y="954094"/>
                  <a:pt x="594384" y="939481"/>
                  <a:pt x="581025" y="947737"/>
                </a:cubicBezTo>
                <a:cubicBezTo>
                  <a:pt x="575786" y="950975"/>
                  <a:pt x="571500" y="949338"/>
                  <a:pt x="571500" y="944099"/>
                </a:cubicBezTo>
                <a:cubicBezTo>
                  <a:pt x="571500" y="938860"/>
                  <a:pt x="575786" y="931925"/>
                  <a:pt x="581025" y="928687"/>
                </a:cubicBezTo>
                <a:cubicBezTo>
                  <a:pt x="586263" y="925449"/>
                  <a:pt x="590615" y="928411"/>
                  <a:pt x="590695" y="935269"/>
                </a:cubicBezTo>
                <a:cubicBezTo>
                  <a:pt x="590801" y="944329"/>
                  <a:pt x="593365" y="943831"/>
                  <a:pt x="600075" y="933450"/>
                </a:cubicBezTo>
                <a:cubicBezTo>
                  <a:pt x="612832" y="913709"/>
                  <a:pt x="611886" y="902337"/>
                  <a:pt x="598191" y="910801"/>
                </a:cubicBezTo>
                <a:cubicBezTo>
                  <a:pt x="580231" y="921901"/>
                  <a:pt x="641551" y="816980"/>
                  <a:pt x="738041" y="671512"/>
                </a:cubicBezTo>
                <a:cubicBezTo>
                  <a:pt x="944311" y="360541"/>
                  <a:pt x="1227796" y="38100"/>
                  <a:pt x="1294926" y="38100"/>
                </a:cubicBezTo>
                <a:cubicBezTo>
                  <a:pt x="1315137" y="38099"/>
                  <a:pt x="1303116" y="54460"/>
                  <a:pt x="1218775" y="141743"/>
                </a:cubicBezTo>
                <a:cubicBezTo>
                  <a:pt x="1171392" y="190777"/>
                  <a:pt x="1115358" y="257169"/>
                  <a:pt x="1094254" y="289279"/>
                </a:cubicBezTo>
                <a:cubicBezTo>
                  <a:pt x="1070285" y="325750"/>
                  <a:pt x="1065399" y="336938"/>
                  <a:pt x="1081237" y="319087"/>
                </a:cubicBezTo>
                <a:cubicBezTo>
                  <a:pt x="1174257" y="214246"/>
                  <a:pt x="1355097" y="47624"/>
                  <a:pt x="1375865" y="47625"/>
                </a:cubicBezTo>
                <a:cubicBezTo>
                  <a:pt x="1379664" y="47625"/>
                  <a:pt x="1369543" y="65614"/>
                  <a:pt x="1353374" y="87601"/>
                </a:cubicBezTo>
                <a:cubicBezTo>
                  <a:pt x="1337204" y="109588"/>
                  <a:pt x="1323975" y="131649"/>
                  <a:pt x="1323975" y="136626"/>
                </a:cubicBezTo>
                <a:cubicBezTo>
                  <a:pt x="1323975" y="141603"/>
                  <a:pt x="1309856" y="163261"/>
                  <a:pt x="1292599" y="184756"/>
                </a:cubicBezTo>
                <a:cubicBezTo>
                  <a:pt x="1275343" y="206251"/>
                  <a:pt x="1244928" y="247411"/>
                  <a:pt x="1225011" y="276225"/>
                </a:cubicBezTo>
                <a:cubicBezTo>
                  <a:pt x="1191436" y="324796"/>
                  <a:pt x="1191119" y="325842"/>
                  <a:pt x="1220667" y="290581"/>
                </a:cubicBezTo>
                <a:cubicBezTo>
                  <a:pt x="1268233" y="233819"/>
                  <a:pt x="1317106" y="183782"/>
                  <a:pt x="1309117" y="200025"/>
                </a:cubicBezTo>
                <a:cubicBezTo>
                  <a:pt x="1305253" y="207883"/>
                  <a:pt x="1293707" y="223639"/>
                  <a:pt x="1283460" y="235038"/>
                </a:cubicBezTo>
                <a:cubicBezTo>
                  <a:pt x="1272711" y="246995"/>
                  <a:pt x="1267889" y="260715"/>
                  <a:pt x="1272061" y="267466"/>
                </a:cubicBezTo>
                <a:cubicBezTo>
                  <a:pt x="1276422" y="274522"/>
                  <a:pt x="1275348" y="276730"/>
                  <a:pt x="1269356" y="273027"/>
                </a:cubicBezTo>
                <a:cubicBezTo>
                  <a:pt x="1263891" y="269649"/>
                  <a:pt x="1247485" y="282917"/>
                  <a:pt x="1232899" y="302511"/>
                </a:cubicBezTo>
                <a:cubicBezTo>
                  <a:pt x="1207788" y="336244"/>
                  <a:pt x="1207643" y="336993"/>
                  <a:pt x="1230164" y="316619"/>
                </a:cubicBezTo>
                <a:cubicBezTo>
                  <a:pt x="1243247" y="304784"/>
                  <a:pt x="1257534" y="298354"/>
                  <a:pt x="1261914" y="302331"/>
                </a:cubicBezTo>
                <a:cubicBezTo>
                  <a:pt x="1266295" y="306308"/>
                  <a:pt x="1266361" y="303133"/>
                  <a:pt x="1262062" y="295275"/>
                </a:cubicBezTo>
                <a:cubicBezTo>
                  <a:pt x="1257763" y="287416"/>
                  <a:pt x="1257753" y="284165"/>
                  <a:pt x="1262040" y="288048"/>
                </a:cubicBezTo>
                <a:cubicBezTo>
                  <a:pt x="1266327" y="291932"/>
                  <a:pt x="1275586" y="290335"/>
                  <a:pt x="1282617" y="284501"/>
                </a:cubicBezTo>
                <a:cubicBezTo>
                  <a:pt x="1303227" y="267396"/>
                  <a:pt x="1297356" y="284456"/>
                  <a:pt x="1270527" y="319630"/>
                </a:cubicBezTo>
                <a:cubicBezTo>
                  <a:pt x="1256848" y="337565"/>
                  <a:pt x="1242330" y="350184"/>
                  <a:pt x="1238265" y="347672"/>
                </a:cubicBezTo>
                <a:cubicBezTo>
                  <a:pt x="1234201" y="345160"/>
                  <a:pt x="1231463" y="350559"/>
                  <a:pt x="1232181" y="359671"/>
                </a:cubicBezTo>
                <a:cubicBezTo>
                  <a:pt x="1232899" y="368782"/>
                  <a:pt x="1228313" y="375227"/>
                  <a:pt x="1221990" y="373992"/>
                </a:cubicBezTo>
                <a:cubicBezTo>
                  <a:pt x="1209826" y="371617"/>
                  <a:pt x="1108039" y="511182"/>
                  <a:pt x="1111956" y="524864"/>
                </a:cubicBezTo>
                <a:cubicBezTo>
                  <a:pt x="1113218" y="529270"/>
                  <a:pt x="1085086" y="579070"/>
                  <a:pt x="1049441" y="635531"/>
                </a:cubicBezTo>
                <a:cubicBezTo>
                  <a:pt x="982885" y="740954"/>
                  <a:pt x="849766" y="967220"/>
                  <a:pt x="829336" y="1009650"/>
                </a:cubicBezTo>
                <a:lnTo>
                  <a:pt x="817871" y="1033462"/>
                </a:lnTo>
                <a:lnTo>
                  <a:pt x="837348" y="1009650"/>
                </a:lnTo>
                <a:cubicBezTo>
                  <a:pt x="870233" y="969446"/>
                  <a:pt x="859434" y="999751"/>
                  <a:pt x="815572" y="1070763"/>
                </a:cubicBezTo>
                <a:cubicBezTo>
                  <a:pt x="746091" y="1183249"/>
                  <a:pt x="630206" y="1387931"/>
                  <a:pt x="584689" y="1478561"/>
                </a:cubicBezTo>
                <a:cubicBezTo>
                  <a:pt x="507999" y="1631261"/>
                  <a:pt x="530645" y="1560143"/>
                  <a:pt x="614144" y="1386065"/>
                </a:cubicBezTo>
                <a:cubicBezTo>
                  <a:pt x="699744" y="1207605"/>
                  <a:pt x="700750" y="1205197"/>
                  <a:pt x="685909" y="1214370"/>
                </a:cubicBezTo>
                <a:cubicBezTo>
                  <a:pt x="680405" y="1217771"/>
                  <a:pt x="678977" y="1213714"/>
                  <a:pt x="682472" y="1204608"/>
                </a:cubicBezTo>
                <a:cubicBezTo>
                  <a:pt x="687313" y="1191992"/>
                  <a:pt x="690182" y="1191445"/>
                  <a:pt x="697549" y="1201732"/>
                </a:cubicBezTo>
                <a:cubicBezTo>
                  <a:pt x="704278" y="1211129"/>
                  <a:pt x="705201" y="1209968"/>
                  <a:pt x="701095" y="1197274"/>
                </a:cubicBezTo>
                <a:cubicBezTo>
                  <a:pt x="698041" y="1187834"/>
                  <a:pt x="699331" y="1182451"/>
                  <a:pt x="703961" y="1185313"/>
                </a:cubicBezTo>
                <a:cubicBezTo>
                  <a:pt x="708590" y="1188174"/>
                  <a:pt x="714674" y="1184533"/>
                  <a:pt x="717479" y="1177222"/>
                </a:cubicBezTo>
                <a:cubicBezTo>
                  <a:pt x="720750" y="1168698"/>
                  <a:pt x="716836" y="1164741"/>
                  <a:pt x="706571" y="1166193"/>
                </a:cubicBezTo>
                <a:cubicBezTo>
                  <a:pt x="688268" y="1168782"/>
                  <a:pt x="589849" y="1349165"/>
                  <a:pt x="596823" y="1367340"/>
                </a:cubicBezTo>
                <a:cubicBezTo>
                  <a:pt x="602654" y="1382536"/>
                  <a:pt x="518601" y="1562100"/>
                  <a:pt x="505656" y="1562100"/>
                </a:cubicBezTo>
                <a:cubicBezTo>
                  <a:pt x="500160" y="1562100"/>
                  <a:pt x="492862" y="1573887"/>
                  <a:pt x="489439" y="1588293"/>
                </a:cubicBezTo>
                <a:cubicBezTo>
                  <a:pt x="483173" y="1614669"/>
                  <a:pt x="459896" y="1647825"/>
                  <a:pt x="447645" y="1647825"/>
                </a:cubicBezTo>
                <a:cubicBezTo>
                  <a:pt x="444014" y="1647825"/>
                  <a:pt x="433247" y="1630537"/>
                  <a:pt x="423720" y="1609409"/>
                </a:cubicBezTo>
                <a:close/>
                <a:moveTo>
                  <a:pt x="766168" y="1058424"/>
                </a:moveTo>
                <a:cubicBezTo>
                  <a:pt x="774622" y="1042075"/>
                  <a:pt x="779600" y="1028700"/>
                  <a:pt x="777231" y="1028700"/>
                </a:cubicBezTo>
                <a:cubicBezTo>
                  <a:pt x="771302" y="1028700"/>
                  <a:pt x="714366" y="1129027"/>
                  <a:pt x="714410" y="1139396"/>
                </a:cubicBezTo>
                <a:cubicBezTo>
                  <a:pt x="714449" y="1148455"/>
                  <a:pt x="741476" y="1106172"/>
                  <a:pt x="766168" y="1058424"/>
                </a:cubicBezTo>
                <a:close/>
              </a:path>
            </a:pathLst>
          </a:custGeom>
          <a:solidFill>
            <a:srgbClr val="F7E6A9"/>
          </a:solid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Round 3: yours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pic>
        <p:nvPicPr>
          <p:cNvPr id="4" name="round paper" descr="0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" y="914400"/>
            <a:ext cx="3886200" cy="3886200"/>
          </a:xfrm>
          <a:prstGeom prst="rect">
            <a:avLst/>
          </a:prstGeom>
        </p:spPr>
      </p:pic>
      <p:sp>
        <p:nvSpPr>
          <p:cNvPr id="5" name="PHOTO: Round 3: the usual kind"/>
          <p:cNvSpPr/>
          <p:nvPr/>
        </p:nvSpPr>
        <p:spPr>
          <a:xfrm rot="0">
            <a:off x="762000" y="1428750"/>
            <a:ext cx="2857500" cy="2857500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</p:spPr>
      </p:sp>
      <p:sp>
        <p:nvSpPr>
          <p:cNvPr id="6" name="TEXT: round 3"/>
          <p:cNvSpPr/>
          <p:nvPr/>
        </p:nvSpPr>
        <p:spPr>
          <a:xfrm rot="21420000">
            <a:off x="5276850" y="1281112"/>
            <a:ext cx="3924300" cy="1247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40030" rIns="240030" tIns="102870" bIns="102870"/>
          <a:lstStyle/>
          <a:p>
            <a:pPr algn="ctr">
              <a:lnSpc>
                <a:spcPts val="8234"/>
              </a:lnSpc>
            </a:pPr>
            <a:r>
              <a:rPr b="1" sz="6750">
                <a:solidFill>
                  <a:srgbClr val="181716"/>
                </a:solidFill>
                <a:latin typeface="Montserrat"/>
              </a:rPr>
              <a:t>round 3</a:t>
            </a:r>
          </a:p>
        </p:txBody>
      </p:sp>
      <p:sp>
        <p:nvSpPr>
          <p:cNvPr id="7" name="TEXT: [dries in seconds]"/>
          <p:cNvSpPr/>
          <p:nvPr/>
        </p:nvSpPr>
        <p:spPr>
          <a:xfrm rot="120000">
            <a:off x="2381250" y="11491912"/>
            <a:ext cx="5524500" cy="828675"/>
          </a:xfrm>
          <a:prstGeom prst="rect">
            <a:avLst/>
          </a:prstGeom>
          <a:solidFill>
            <a:srgbClr val="F7E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0020" rIns="160020" tIns="68580" bIns="68580"/>
          <a:lstStyle/>
          <a:p>
            <a:pPr algn="ctr">
              <a:lnSpc>
                <a:spcPts val="5490"/>
              </a:lnSpc>
            </a:pPr>
            <a:r>
              <a:rPr b="1" sz="4500">
                <a:solidFill>
                  <a:srgbClr val="181716"/>
                </a:solidFill>
                <a:latin typeface="Montserrat"/>
              </a:rPr>
              <a:t>[dries in seconds]</a:t>
            </a:r>
          </a:p>
        </p:txBody>
      </p:sp>
      <p:sp>
        <p:nvSpPr>
          <p:cNvPr id="8" name="tick"/>
          <p:cNvSpPr/>
          <p:nvPr/>
        </p:nvSpPr>
        <p:spPr>
          <a:xfrm rot="0">
            <a:off x="7667625" y="9667875"/>
            <a:ext cx="1428750" cy="1238250"/>
          </a:xfrm>
          <a:custGeom>
            <a:avLst/>
            <a:gdLst/>
            <a:ahLst/>
            <a:cxnLst/>
            <a:rect l="0" t="0" r="r" b="b"/>
            <a:pathLst>
              <a:path w="1428750" h="1238250">
                <a:moveTo>
                  <a:pt x="492843" y="1227919"/>
                </a:moveTo>
                <a:cubicBezTo>
                  <a:pt x="483634" y="1222556"/>
                  <a:pt x="471570" y="1220967"/>
                  <a:pt x="466036" y="1224388"/>
                </a:cubicBezTo>
                <a:cubicBezTo>
                  <a:pt x="405368" y="1261882"/>
                  <a:pt x="0" y="791489"/>
                  <a:pt x="0" y="683595"/>
                </a:cubicBezTo>
                <a:cubicBezTo>
                  <a:pt x="0" y="653102"/>
                  <a:pt x="42714" y="600074"/>
                  <a:pt x="67277" y="600074"/>
                </a:cubicBezTo>
                <a:cubicBezTo>
                  <a:pt x="77327" y="600074"/>
                  <a:pt x="91330" y="588288"/>
                  <a:pt x="99076" y="573310"/>
                </a:cubicBezTo>
                <a:cubicBezTo>
                  <a:pt x="121052" y="530813"/>
                  <a:pt x="197365" y="515413"/>
                  <a:pt x="235999" y="545678"/>
                </a:cubicBezTo>
                <a:cubicBezTo>
                  <a:pt x="242687" y="550918"/>
                  <a:pt x="260254" y="572802"/>
                  <a:pt x="275035" y="594309"/>
                </a:cubicBezTo>
                <a:cubicBezTo>
                  <a:pt x="289817" y="615816"/>
                  <a:pt x="330421" y="674844"/>
                  <a:pt x="365268" y="725484"/>
                </a:cubicBezTo>
                <a:cubicBezTo>
                  <a:pt x="428481" y="817347"/>
                  <a:pt x="438416" y="835850"/>
                  <a:pt x="417628" y="823002"/>
                </a:cubicBezTo>
                <a:cubicBezTo>
                  <a:pt x="410760" y="818758"/>
                  <a:pt x="409219" y="820393"/>
                  <a:pt x="413523" y="827358"/>
                </a:cubicBezTo>
                <a:cubicBezTo>
                  <a:pt x="417314" y="833492"/>
                  <a:pt x="424142" y="836207"/>
                  <a:pt x="428697" y="833392"/>
                </a:cubicBezTo>
                <a:cubicBezTo>
                  <a:pt x="433252" y="830577"/>
                  <a:pt x="441777" y="835865"/>
                  <a:pt x="447642" y="845143"/>
                </a:cubicBezTo>
                <a:cubicBezTo>
                  <a:pt x="456704" y="859478"/>
                  <a:pt x="459173" y="859866"/>
                  <a:pt x="464083" y="847725"/>
                </a:cubicBezTo>
                <a:cubicBezTo>
                  <a:pt x="596018" y="521454"/>
                  <a:pt x="885651" y="200147"/>
                  <a:pt x="1176337" y="57579"/>
                </a:cubicBezTo>
                <a:cubicBezTo>
                  <a:pt x="1277971" y="7733"/>
                  <a:pt x="1281423" y="6664"/>
                  <a:pt x="1335200" y="8396"/>
                </a:cubicBezTo>
                <a:cubicBezTo>
                  <a:pt x="1381315" y="9881"/>
                  <a:pt x="1402962" y="32077"/>
                  <a:pt x="1398187" y="72979"/>
                </a:cubicBezTo>
                <a:cubicBezTo>
                  <a:pt x="1396145" y="90467"/>
                  <a:pt x="1397750" y="104775"/>
                  <a:pt x="1401752" y="104775"/>
                </a:cubicBezTo>
                <a:cubicBezTo>
                  <a:pt x="1440244" y="104774"/>
                  <a:pt x="1423589" y="200268"/>
                  <a:pt x="1380676" y="225617"/>
                </a:cubicBezTo>
                <a:cubicBezTo>
                  <a:pt x="1365106" y="234814"/>
                  <a:pt x="1353861" y="246749"/>
                  <a:pt x="1355688" y="252138"/>
                </a:cubicBezTo>
                <a:cubicBezTo>
                  <a:pt x="1358748" y="261168"/>
                  <a:pt x="1262618" y="342932"/>
                  <a:pt x="1249010" y="342874"/>
                </a:cubicBezTo>
                <a:cubicBezTo>
                  <a:pt x="1245711" y="342860"/>
                  <a:pt x="1260375" y="326786"/>
                  <a:pt x="1281597" y="307155"/>
                </a:cubicBezTo>
                <a:cubicBezTo>
                  <a:pt x="1302818" y="287524"/>
                  <a:pt x="1315891" y="274677"/>
                  <a:pt x="1310648" y="278606"/>
                </a:cubicBezTo>
                <a:cubicBezTo>
                  <a:pt x="1296329" y="289335"/>
                  <a:pt x="1283856" y="287196"/>
                  <a:pt x="1291224" y="275274"/>
                </a:cubicBezTo>
                <a:cubicBezTo>
                  <a:pt x="1295774" y="267912"/>
                  <a:pt x="1291696" y="268011"/>
                  <a:pt x="1277499" y="275609"/>
                </a:cubicBezTo>
                <a:cubicBezTo>
                  <a:pt x="1253068" y="288685"/>
                  <a:pt x="1250874" y="296919"/>
                  <a:pt x="1273968" y="288861"/>
                </a:cubicBezTo>
                <a:cubicBezTo>
                  <a:pt x="1297619" y="280609"/>
                  <a:pt x="1282214" y="294764"/>
                  <a:pt x="1168425" y="385840"/>
                </a:cubicBezTo>
                <a:cubicBezTo>
                  <a:pt x="1021030" y="503813"/>
                  <a:pt x="793003" y="771051"/>
                  <a:pt x="805472" y="811204"/>
                </a:cubicBezTo>
                <a:cubicBezTo>
                  <a:pt x="808182" y="819931"/>
                  <a:pt x="805988" y="829798"/>
                  <a:pt x="800596" y="833130"/>
                </a:cubicBezTo>
                <a:cubicBezTo>
                  <a:pt x="794763" y="836735"/>
                  <a:pt x="793090" y="833202"/>
                  <a:pt x="796465" y="824407"/>
                </a:cubicBezTo>
                <a:cubicBezTo>
                  <a:pt x="804887" y="802459"/>
                  <a:pt x="792914" y="806505"/>
                  <a:pt x="780434" y="829824"/>
                </a:cubicBezTo>
                <a:cubicBezTo>
                  <a:pt x="772836" y="844021"/>
                  <a:pt x="772737" y="848099"/>
                  <a:pt x="780099" y="843549"/>
                </a:cubicBezTo>
                <a:cubicBezTo>
                  <a:pt x="785861" y="839989"/>
                  <a:pt x="790575" y="841361"/>
                  <a:pt x="790575" y="846600"/>
                </a:cubicBezTo>
                <a:cubicBezTo>
                  <a:pt x="790575" y="860210"/>
                  <a:pt x="773781" y="868782"/>
                  <a:pt x="769904" y="857152"/>
                </a:cubicBezTo>
                <a:cubicBezTo>
                  <a:pt x="768118" y="851794"/>
                  <a:pt x="730635" y="923562"/>
                  <a:pt x="686608" y="1016636"/>
                </a:cubicBezTo>
                <a:cubicBezTo>
                  <a:pt x="594370" y="1211631"/>
                  <a:pt x="597668" y="1206445"/>
                  <a:pt x="554426" y="1224512"/>
                </a:cubicBezTo>
                <a:cubicBezTo>
                  <a:pt x="515938" y="1240594"/>
                  <a:pt x="514723" y="1240661"/>
                  <a:pt x="492843" y="1227919"/>
                </a:cubicBezTo>
                <a:close/>
                <a:moveTo>
                  <a:pt x="727452" y="885497"/>
                </a:moveTo>
                <a:cubicBezTo>
                  <a:pt x="785760" y="781520"/>
                  <a:pt x="797983" y="750618"/>
                  <a:pt x="752328" y="822609"/>
                </a:cubicBezTo>
                <a:cubicBezTo>
                  <a:pt x="720555" y="872710"/>
                  <a:pt x="664369" y="981075"/>
                  <a:pt x="670165" y="981075"/>
                </a:cubicBezTo>
                <a:cubicBezTo>
                  <a:pt x="672194" y="981075"/>
                  <a:pt x="697973" y="938065"/>
                  <a:pt x="727452" y="885497"/>
                </a:cubicBezTo>
                <a:close/>
                <a:moveTo>
                  <a:pt x="919641" y="654843"/>
                </a:moveTo>
                <a:cubicBezTo>
                  <a:pt x="972846" y="591458"/>
                  <a:pt x="1028700" y="531548"/>
                  <a:pt x="1028700" y="537864"/>
                </a:cubicBezTo>
                <a:cubicBezTo>
                  <a:pt x="1028700" y="547697"/>
                  <a:pt x="910847" y="684254"/>
                  <a:pt x="901647" y="685081"/>
                </a:cubicBezTo>
                <a:cubicBezTo>
                  <a:pt x="897252" y="685476"/>
                  <a:pt x="905349" y="671869"/>
                  <a:pt x="919641" y="654843"/>
                </a:cubicBezTo>
                <a:close/>
              </a:path>
            </a:pathLst>
          </a:custGeom>
          <a:solidFill>
            <a:srgbClr val="F7E6A9"/>
          </a:solid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burst"/>
          <p:cNvSpPr/>
          <p:nvPr/>
        </p:nvSpPr>
        <p:spPr>
          <a:xfrm rot="0">
            <a:off x="857250" y="4476750"/>
            <a:ext cx="8572500" cy="7810500"/>
          </a:xfrm>
          <a:custGeom>
            <a:avLst/>
            <a:gdLst/>
            <a:ahLst/>
            <a:cxnLst/>
            <a:rect l="0" t="0" r="r" b="b"/>
            <a:pathLst>
              <a:path w="8572500" h="7810500">
                <a:moveTo>
                  <a:pt x="4272809" y="7771669"/>
                </a:moveTo>
                <a:cubicBezTo>
                  <a:pt x="4259246" y="7755550"/>
                  <a:pt x="4248150" y="7738513"/>
                  <a:pt x="4248150" y="7733807"/>
                </a:cubicBezTo>
                <a:cubicBezTo>
                  <a:pt x="4248150" y="7729101"/>
                  <a:pt x="4235642" y="7727752"/>
                  <a:pt x="4220354" y="7730810"/>
                </a:cubicBezTo>
                <a:cubicBezTo>
                  <a:pt x="4181308" y="7738619"/>
                  <a:pt x="4161276" y="7698583"/>
                  <a:pt x="4163712" y="7617605"/>
                </a:cubicBezTo>
                <a:cubicBezTo>
                  <a:pt x="4164696" y="7584870"/>
                  <a:pt x="4160625" y="7540942"/>
                  <a:pt x="4154665" y="7519987"/>
                </a:cubicBezTo>
                <a:cubicBezTo>
                  <a:pt x="4139629" y="7467119"/>
                  <a:pt x="4140824" y="7255965"/>
                  <a:pt x="4158036" y="6924675"/>
                </a:cubicBezTo>
                <a:cubicBezTo>
                  <a:pt x="4166065" y="6770131"/>
                  <a:pt x="4176508" y="6545103"/>
                  <a:pt x="4181243" y="6424612"/>
                </a:cubicBezTo>
                <a:cubicBezTo>
                  <a:pt x="4204618" y="5829707"/>
                  <a:pt x="4258940" y="5376427"/>
                  <a:pt x="4312151" y="5332266"/>
                </a:cubicBezTo>
                <a:cubicBezTo>
                  <a:pt x="4322441" y="5323726"/>
                  <a:pt x="4329194" y="5325346"/>
                  <a:pt x="4342484" y="5339546"/>
                </a:cubicBezTo>
                <a:cubicBezTo>
                  <a:pt x="4359680" y="5357919"/>
                  <a:pt x="4400550" y="5476996"/>
                  <a:pt x="4400550" y="5508726"/>
                </a:cubicBezTo>
                <a:cubicBezTo>
                  <a:pt x="4400550" y="5518090"/>
                  <a:pt x="4404490" y="5533115"/>
                  <a:pt x="4409306" y="5542114"/>
                </a:cubicBezTo>
                <a:cubicBezTo>
                  <a:pt x="4414122" y="5551113"/>
                  <a:pt x="4420576" y="5584050"/>
                  <a:pt x="4423647" y="5615306"/>
                </a:cubicBezTo>
                <a:cubicBezTo>
                  <a:pt x="4426718" y="5646563"/>
                  <a:pt x="4433393" y="5704284"/>
                  <a:pt x="4438480" y="5743575"/>
                </a:cubicBezTo>
                <a:cubicBezTo>
                  <a:pt x="4450512" y="5836497"/>
                  <a:pt x="4464533" y="5983214"/>
                  <a:pt x="4476713" y="6143625"/>
                </a:cubicBezTo>
                <a:cubicBezTo>
                  <a:pt x="4482082" y="6214348"/>
                  <a:pt x="4490419" y="6306502"/>
                  <a:pt x="4495239" y="6348412"/>
                </a:cubicBezTo>
                <a:cubicBezTo>
                  <a:pt x="4509169" y="6469554"/>
                  <a:pt x="4519097" y="7540050"/>
                  <a:pt x="4506362" y="7547921"/>
                </a:cubicBezTo>
                <a:cubicBezTo>
                  <a:pt x="4500553" y="7551511"/>
                  <a:pt x="4495735" y="7578842"/>
                  <a:pt x="4495656" y="7608655"/>
                </a:cubicBezTo>
                <a:cubicBezTo>
                  <a:pt x="4495406" y="7703032"/>
                  <a:pt x="4463093" y="7767947"/>
                  <a:pt x="4420425" y="7759791"/>
                </a:cubicBezTo>
                <a:cubicBezTo>
                  <a:pt x="4403225" y="7756503"/>
                  <a:pt x="4390175" y="7761762"/>
                  <a:pt x="4375057" y="7778075"/>
                </a:cubicBezTo>
                <a:cubicBezTo>
                  <a:pt x="4344481" y="7811067"/>
                  <a:pt x="4303817" y="7808520"/>
                  <a:pt x="4272809" y="7771669"/>
                </a:cubicBezTo>
                <a:close/>
                <a:moveTo>
                  <a:pt x="1107281" y="6737391"/>
                </a:moveTo>
                <a:cubicBezTo>
                  <a:pt x="1100732" y="6734749"/>
                  <a:pt x="1095375" y="6721852"/>
                  <a:pt x="1095375" y="6708731"/>
                </a:cubicBezTo>
                <a:cubicBezTo>
                  <a:pt x="1095375" y="6686410"/>
                  <a:pt x="1093060" y="6685266"/>
                  <a:pt x="1059386" y="6690955"/>
                </a:cubicBezTo>
                <a:cubicBezTo>
                  <a:pt x="1029215" y="6696053"/>
                  <a:pt x="1019934" y="6693348"/>
                  <a:pt x="1001967" y="6674223"/>
                </a:cubicBezTo>
                <a:cubicBezTo>
                  <a:pt x="982740" y="6653757"/>
                  <a:pt x="980765" y="6620169"/>
                  <a:pt x="998762" y="6619722"/>
                </a:cubicBezTo>
                <a:cubicBezTo>
                  <a:pt x="1007072" y="6619516"/>
                  <a:pt x="1066800" y="6566431"/>
                  <a:pt x="1066800" y="6559252"/>
                </a:cubicBezTo>
                <a:cubicBezTo>
                  <a:pt x="1066800" y="6556102"/>
                  <a:pt x="1050959" y="6562422"/>
                  <a:pt x="1031599" y="6573296"/>
                </a:cubicBezTo>
                <a:cubicBezTo>
                  <a:pt x="998078" y="6592123"/>
                  <a:pt x="995808" y="6592259"/>
                  <a:pt x="984025" y="6576145"/>
                </a:cubicBezTo>
                <a:cubicBezTo>
                  <a:pt x="962727" y="6547018"/>
                  <a:pt x="1034431" y="6454244"/>
                  <a:pt x="1071123" y="6463453"/>
                </a:cubicBezTo>
                <a:cubicBezTo>
                  <a:pt x="1085459" y="6467051"/>
                  <a:pt x="1110641" y="6454283"/>
                  <a:pt x="1157653" y="6419581"/>
                </a:cubicBezTo>
                <a:cubicBezTo>
                  <a:pt x="1243103" y="6356505"/>
                  <a:pt x="1246875" y="6348867"/>
                  <a:pt x="1178718" y="6376925"/>
                </a:cubicBezTo>
                <a:cubicBezTo>
                  <a:pt x="1150266" y="6388639"/>
                  <a:pt x="1159173" y="6356367"/>
                  <a:pt x="1193006" y="6325159"/>
                </a:cubicBezTo>
                <a:cubicBezTo>
                  <a:pt x="1266726" y="6257158"/>
                  <a:pt x="1324638" y="6211290"/>
                  <a:pt x="1579821" y="6018790"/>
                </a:cubicBezTo>
                <a:cubicBezTo>
                  <a:pt x="1933668" y="5751862"/>
                  <a:pt x="1936936" y="5749418"/>
                  <a:pt x="2040197" y="5674514"/>
                </a:cubicBezTo>
                <a:cubicBezTo>
                  <a:pt x="2088949" y="5639150"/>
                  <a:pt x="2147847" y="5596288"/>
                  <a:pt x="2171083" y="5579264"/>
                </a:cubicBezTo>
                <a:cubicBezTo>
                  <a:pt x="2331179" y="5461966"/>
                  <a:pt x="2736168" y="5189835"/>
                  <a:pt x="2843212" y="5127629"/>
                </a:cubicBezTo>
                <a:cubicBezTo>
                  <a:pt x="2945208" y="5068356"/>
                  <a:pt x="3041653" y="5015449"/>
                  <a:pt x="3057525" y="5010064"/>
                </a:cubicBezTo>
                <a:cubicBezTo>
                  <a:pt x="3065383" y="5007398"/>
                  <a:pt x="3094653" y="4993224"/>
                  <a:pt x="3122571" y="4978566"/>
                </a:cubicBezTo>
                <a:cubicBezTo>
                  <a:pt x="3174095" y="4951514"/>
                  <a:pt x="3205739" y="4955170"/>
                  <a:pt x="3198427" y="4987330"/>
                </a:cubicBezTo>
                <a:cubicBezTo>
                  <a:pt x="3189323" y="5027369"/>
                  <a:pt x="2888169" y="5345708"/>
                  <a:pt x="2728912" y="5483637"/>
                </a:cubicBezTo>
                <a:cubicBezTo>
                  <a:pt x="2676525" y="5529009"/>
                  <a:pt x="2620803" y="5579668"/>
                  <a:pt x="2605087" y="5596213"/>
                </a:cubicBezTo>
                <a:cubicBezTo>
                  <a:pt x="2578456" y="5624248"/>
                  <a:pt x="2518756" y="5676754"/>
                  <a:pt x="2465839" y="5718679"/>
                </a:cubicBezTo>
                <a:cubicBezTo>
                  <a:pt x="2405953" y="5766127"/>
                  <a:pt x="2324165" y="5837756"/>
                  <a:pt x="2280258" y="5881210"/>
                </a:cubicBezTo>
                <a:cubicBezTo>
                  <a:pt x="2230623" y="5930332"/>
                  <a:pt x="2166359" y="5984861"/>
                  <a:pt x="1881187" y="6219825"/>
                </a:cubicBezTo>
                <a:cubicBezTo>
                  <a:pt x="1792128" y="6293203"/>
                  <a:pt x="1677123" y="6388500"/>
                  <a:pt x="1625620" y="6431596"/>
                </a:cubicBezTo>
                <a:cubicBezTo>
                  <a:pt x="1482067" y="6551713"/>
                  <a:pt x="1428750" y="6583233"/>
                  <a:pt x="1428750" y="6547979"/>
                </a:cubicBezTo>
                <a:cubicBezTo>
                  <a:pt x="1428750" y="6531986"/>
                  <a:pt x="1364630" y="6571446"/>
                  <a:pt x="1309687" y="6621252"/>
                </a:cubicBezTo>
                <a:cubicBezTo>
                  <a:pt x="1273796" y="6653787"/>
                  <a:pt x="1226432" y="6687670"/>
                  <a:pt x="1172756" y="6719209"/>
                </a:cubicBezTo>
                <a:cubicBezTo>
                  <a:pt x="1129489" y="6744631"/>
                  <a:pt x="1126962" y="6745333"/>
                  <a:pt x="1107281" y="6737391"/>
                </a:cubicBezTo>
                <a:close/>
                <a:moveTo>
                  <a:pt x="6957752" y="6603567"/>
                </a:moveTo>
                <a:cubicBezTo>
                  <a:pt x="6931415" y="6578484"/>
                  <a:pt x="6877836" y="6530106"/>
                  <a:pt x="6838689" y="6496060"/>
                </a:cubicBezTo>
                <a:cubicBezTo>
                  <a:pt x="6799542" y="6462014"/>
                  <a:pt x="6765365" y="6432010"/>
                  <a:pt x="6762740" y="6429385"/>
                </a:cubicBezTo>
                <a:cubicBezTo>
                  <a:pt x="6760116" y="6426760"/>
                  <a:pt x="6730112" y="6399249"/>
                  <a:pt x="6696065" y="6368251"/>
                </a:cubicBezTo>
                <a:cubicBezTo>
                  <a:pt x="6662018" y="6337252"/>
                  <a:pt x="6597729" y="6277205"/>
                  <a:pt x="6553200" y="6234813"/>
                </a:cubicBezTo>
                <a:cubicBezTo>
                  <a:pt x="6508670" y="6192422"/>
                  <a:pt x="6452949" y="6141027"/>
                  <a:pt x="6429375" y="6120604"/>
                </a:cubicBezTo>
                <a:cubicBezTo>
                  <a:pt x="6388591" y="6085270"/>
                  <a:pt x="6046896" y="5761023"/>
                  <a:pt x="6005909" y="5718760"/>
                </a:cubicBezTo>
                <a:cubicBezTo>
                  <a:pt x="5717595" y="5421475"/>
                  <a:pt x="5405738" y="5053525"/>
                  <a:pt x="5392827" y="4995405"/>
                </a:cubicBezTo>
                <a:cubicBezTo>
                  <a:pt x="5387387" y="4970917"/>
                  <a:pt x="5420446" y="4968604"/>
                  <a:pt x="5465188" y="4990341"/>
                </a:cubicBezTo>
                <a:cubicBezTo>
                  <a:pt x="5504656" y="5009516"/>
                  <a:pt x="5733550" y="5158660"/>
                  <a:pt x="5791200" y="5202765"/>
                </a:cubicBezTo>
                <a:cubicBezTo>
                  <a:pt x="5804296" y="5212785"/>
                  <a:pt x="5839189" y="5238910"/>
                  <a:pt x="5868738" y="5260822"/>
                </a:cubicBezTo>
                <a:cubicBezTo>
                  <a:pt x="6124395" y="5450401"/>
                  <a:pt x="6326858" y="5610663"/>
                  <a:pt x="6518405" y="5775071"/>
                </a:cubicBezTo>
                <a:cubicBezTo>
                  <a:pt x="6590946" y="5837335"/>
                  <a:pt x="6663836" y="5897510"/>
                  <a:pt x="6680382" y="5908795"/>
                </a:cubicBezTo>
                <a:cubicBezTo>
                  <a:pt x="6808453" y="5996137"/>
                  <a:pt x="7156724" y="6320275"/>
                  <a:pt x="7225671" y="6416297"/>
                </a:cubicBezTo>
                <a:cubicBezTo>
                  <a:pt x="7273677" y="6483155"/>
                  <a:pt x="7275156" y="6489659"/>
                  <a:pt x="7246853" y="6509483"/>
                </a:cubicBezTo>
                <a:cubicBezTo>
                  <a:pt x="7228720" y="6522184"/>
                  <a:pt x="7227535" y="6527079"/>
                  <a:pt x="7237372" y="6548668"/>
                </a:cubicBezTo>
                <a:cubicBezTo>
                  <a:pt x="7251810" y="6580356"/>
                  <a:pt x="7240562" y="6601926"/>
                  <a:pt x="7195839" y="6628313"/>
                </a:cubicBezTo>
                <a:cubicBezTo>
                  <a:pt x="7161940" y="6648314"/>
                  <a:pt x="7124700" y="6655068"/>
                  <a:pt x="7124700" y="6641216"/>
                </a:cubicBezTo>
                <a:cubicBezTo>
                  <a:pt x="7124700" y="6637237"/>
                  <a:pt x="7115370" y="6628156"/>
                  <a:pt x="7103968" y="6621035"/>
                </a:cubicBezTo>
                <a:cubicBezTo>
                  <a:pt x="7086078" y="6609862"/>
                  <a:pt x="7081693" y="6610196"/>
                  <a:pt x="7071985" y="6623473"/>
                </a:cubicBezTo>
                <a:cubicBezTo>
                  <a:pt x="7046233" y="6658692"/>
                  <a:pt x="7008780" y="6652165"/>
                  <a:pt x="6957752" y="6603567"/>
                </a:cubicBezTo>
                <a:close/>
                <a:moveTo>
                  <a:pt x="5414962" y="6600825"/>
                </a:moveTo>
                <a:cubicBezTo>
                  <a:pt x="5411724" y="6595586"/>
                  <a:pt x="5396675" y="6591300"/>
                  <a:pt x="5381520" y="6591300"/>
                </a:cubicBezTo>
                <a:cubicBezTo>
                  <a:pt x="5347605" y="6591300"/>
                  <a:pt x="5309442" y="6540073"/>
                  <a:pt x="5266303" y="6436645"/>
                </a:cubicBezTo>
                <a:cubicBezTo>
                  <a:pt x="5250432" y="6398594"/>
                  <a:pt x="5231645" y="6354603"/>
                  <a:pt x="5224554" y="6338887"/>
                </a:cubicBezTo>
                <a:cubicBezTo>
                  <a:pt x="5196833" y="6277450"/>
                  <a:pt x="5168280" y="6199405"/>
                  <a:pt x="5120014" y="6053137"/>
                </a:cubicBezTo>
                <a:cubicBezTo>
                  <a:pt x="5045154" y="5826281"/>
                  <a:pt x="5029200" y="5774452"/>
                  <a:pt x="5029200" y="5758122"/>
                </a:cubicBezTo>
                <a:cubicBezTo>
                  <a:pt x="5029200" y="5749979"/>
                  <a:pt x="5025420" y="5735873"/>
                  <a:pt x="5020800" y="5726777"/>
                </a:cubicBezTo>
                <a:cubicBezTo>
                  <a:pt x="5016180" y="5717680"/>
                  <a:pt x="5007112" y="5688806"/>
                  <a:pt x="5000650" y="5662612"/>
                </a:cubicBezTo>
                <a:cubicBezTo>
                  <a:pt x="4966913" y="5525867"/>
                  <a:pt x="4988351" y="5496071"/>
                  <a:pt x="5057189" y="5584031"/>
                </a:cubicBezTo>
                <a:cubicBezTo>
                  <a:pt x="5078714" y="5611534"/>
                  <a:pt x="5105362" y="5643802"/>
                  <a:pt x="5116408" y="5655737"/>
                </a:cubicBezTo>
                <a:cubicBezTo>
                  <a:pt x="5138781" y="5679911"/>
                  <a:pt x="5200650" y="5779706"/>
                  <a:pt x="5200650" y="5791621"/>
                </a:cubicBezTo>
                <a:cubicBezTo>
                  <a:pt x="5200650" y="5795822"/>
                  <a:pt x="5212717" y="5811376"/>
                  <a:pt x="5227467" y="5826186"/>
                </a:cubicBezTo>
                <a:cubicBezTo>
                  <a:pt x="5242216" y="5840995"/>
                  <a:pt x="5268387" y="5880973"/>
                  <a:pt x="5285625" y="5915025"/>
                </a:cubicBezTo>
                <a:cubicBezTo>
                  <a:pt x="5302862" y="5949076"/>
                  <a:pt x="5327246" y="5996225"/>
                  <a:pt x="5339812" y="6019800"/>
                </a:cubicBezTo>
                <a:cubicBezTo>
                  <a:pt x="5376953" y="6089482"/>
                  <a:pt x="5481598" y="6309852"/>
                  <a:pt x="5495857" y="6348412"/>
                </a:cubicBezTo>
                <a:cubicBezTo>
                  <a:pt x="5499732" y="6358890"/>
                  <a:pt x="5512047" y="6391119"/>
                  <a:pt x="5523226" y="6420034"/>
                </a:cubicBezTo>
                <a:cubicBezTo>
                  <a:pt x="5553040" y="6497154"/>
                  <a:pt x="5544647" y="6572250"/>
                  <a:pt x="5506212" y="6572250"/>
                </a:cubicBezTo>
                <a:cubicBezTo>
                  <a:pt x="5497835" y="6572250"/>
                  <a:pt x="5485628" y="6580822"/>
                  <a:pt x="5479085" y="6591300"/>
                </a:cubicBezTo>
                <a:cubicBezTo>
                  <a:pt x="5466660" y="6611194"/>
                  <a:pt x="5425179" y="6617356"/>
                  <a:pt x="5414962" y="6600825"/>
                </a:cubicBezTo>
                <a:close/>
                <a:moveTo>
                  <a:pt x="2930033" y="6548618"/>
                </a:moveTo>
                <a:cubicBezTo>
                  <a:pt x="2907988" y="6528188"/>
                  <a:pt x="2905908" y="6521908"/>
                  <a:pt x="2915345" y="6504274"/>
                </a:cubicBezTo>
                <a:cubicBezTo>
                  <a:pt x="2924301" y="6487540"/>
                  <a:pt x="2923490" y="6482136"/>
                  <a:pt x="2910970" y="6475129"/>
                </a:cubicBezTo>
                <a:cubicBezTo>
                  <a:pt x="2888209" y="6462392"/>
                  <a:pt x="2892121" y="6436112"/>
                  <a:pt x="2925107" y="6380169"/>
                </a:cubicBezTo>
                <a:cubicBezTo>
                  <a:pt x="2941335" y="6352644"/>
                  <a:pt x="2956262" y="6321563"/>
                  <a:pt x="2958278" y="6311098"/>
                </a:cubicBezTo>
                <a:cubicBezTo>
                  <a:pt x="2963681" y="6283042"/>
                  <a:pt x="3024627" y="6167994"/>
                  <a:pt x="3067644" y="6104650"/>
                </a:cubicBezTo>
                <a:cubicBezTo>
                  <a:pt x="3088272" y="6074273"/>
                  <a:pt x="3105150" y="6046806"/>
                  <a:pt x="3105150" y="6043612"/>
                </a:cubicBezTo>
                <a:cubicBezTo>
                  <a:pt x="3105150" y="6033095"/>
                  <a:pt x="3178608" y="5929694"/>
                  <a:pt x="3199241" y="5911167"/>
                </a:cubicBezTo>
                <a:cubicBezTo>
                  <a:pt x="3210356" y="5901187"/>
                  <a:pt x="3219450" y="5889029"/>
                  <a:pt x="3219450" y="5884149"/>
                </a:cubicBezTo>
                <a:cubicBezTo>
                  <a:pt x="3219450" y="5862517"/>
                  <a:pt x="3366112" y="5668693"/>
                  <a:pt x="3456643" y="5570682"/>
                </a:cubicBezTo>
                <a:cubicBezTo>
                  <a:pt x="3557081" y="5461945"/>
                  <a:pt x="3559943" y="5501470"/>
                  <a:pt x="3470964" y="5768516"/>
                </a:cubicBezTo>
                <a:cubicBezTo>
                  <a:pt x="3453302" y="5821524"/>
                  <a:pt x="3425375" y="5894391"/>
                  <a:pt x="3408903" y="5930441"/>
                </a:cubicBezTo>
                <a:cubicBezTo>
                  <a:pt x="3392432" y="5966491"/>
                  <a:pt x="3375273" y="6014578"/>
                  <a:pt x="3370772" y="6037299"/>
                </a:cubicBezTo>
                <a:cubicBezTo>
                  <a:pt x="3351171" y="6136260"/>
                  <a:pt x="3136153" y="6524456"/>
                  <a:pt x="3083075" y="6556711"/>
                </a:cubicBezTo>
                <a:cubicBezTo>
                  <a:pt x="3044350" y="6580244"/>
                  <a:pt x="2959305" y="6575747"/>
                  <a:pt x="2930033" y="6548618"/>
                </a:cubicBezTo>
                <a:close/>
                <a:moveTo>
                  <a:pt x="1600200" y="5176837"/>
                </a:moveTo>
                <a:cubicBezTo>
                  <a:pt x="1595220" y="5163740"/>
                  <a:pt x="1584519" y="5153025"/>
                  <a:pt x="1576419" y="5153025"/>
                </a:cubicBezTo>
                <a:cubicBezTo>
                  <a:pt x="1553745" y="5153025"/>
                  <a:pt x="1536657" y="5108298"/>
                  <a:pt x="1550724" y="5085773"/>
                </a:cubicBezTo>
                <a:cubicBezTo>
                  <a:pt x="1556981" y="5075755"/>
                  <a:pt x="1562100" y="5059287"/>
                  <a:pt x="1562100" y="5049179"/>
                </a:cubicBezTo>
                <a:cubicBezTo>
                  <a:pt x="1562100" y="5024661"/>
                  <a:pt x="1629834" y="4972050"/>
                  <a:pt x="1661400" y="4972050"/>
                </a:cubicBezTo>
                <a:cubicBezTo>
                  <a:pt x="1675649" y="4972050"/>
                  <a:pt x="1689055" y="4965449"/>
                  <a:pt x="1692374" y="4956799"/>
                </a:cubicBezTo>
                <a:cubicBezTo>
                  <a:pt x="1697769" y="4942742"/>
                  <a:pt x="1826064" y="4876800"/>
                  <a:pt x="1848019" y="4876800"/>
                </a:cubicBezTo>
                <a:cubicBezTo>
                  <a:pt x="1853307" y="4876800"/>
                  <a:pt x="1865076" y="4872743"/>
                  <a:pt x="1874172" y="4867784"/>
                </a:cubicBezTo>
                <a:cubicBezTo>
                  <a:pt x="1945617" y="4828842"/>
                  <a:pt x="2191610" y="4749774"/>
                  <a:pt x="2424112" y="4691020"/>
                </a:cubicBezTo>
                <a:cubicBezTo>
                  <a:pt x="2726443" y="4614620"/>
                  <a:pt x="2742731" y="4638271"/>
                  <a:pt x="2496436" y="4796032"/>
                </a:cubicBezTo>
                <a:cubicBezTo>
                  <a:pt x="2424184" y="4842312"/>
                  <a:pt x="2394661" y="4859346"/>
                  <a:pt x="2324100" y="4895466"/>
                </a:cubicBezTo>
                <a:cubicBezTo>
                  <a:pt x="2279570" y="4918260"/>
                  <a:pt x="2231374" y="4946663"/>
                  <a:pt x="2216997" y="4958582"/>
                </a:cubicBezTo>
                <a:cubicBezTo>
                  <a:pt x="2170379" y="4997232"/>
                  <a:pt x="1884663" y="5126777"/>
                  <a:pt x="1762125" y="5164824"/>
                </a:cubicBezTo>
                <a:cubicBezTo>
                  <a:pt x="1728073" y="5175397"/>
                  <a:pt x="1696140" y="5187783"/>
                  <a:pt x="1691163" y="5192348"/>
                </a:cubicBezTo>
                <a:cubicBezTo>
                  <a:pt x="1669871" y="5211881"/>
                  <a:pt x="1609617" y="5201607"/>
                  <a:pt x="1600200" y="5176837"/>
                </a:cubicBezTo>
                <a:close/>
                <a:moveTo>
                  <a:pt x="6800850" y="5172075"/>
                </a:moveTo>
                <a:cubicBezTo>
                  <a:pt x="6792991" y="5166996"/>
                  <a:pt x="6773203" y="5162776"/>
                  <a:pt x="6756876" y="5162695"/>
                </a:cubicBezTo>
                <a:cubicBezTo>
                  <a:pt x="6740549" y="5162615"/>
                  <a:pt x="6704115" y="5153099"/>
                  <a:pt x="6675913" y="5141548"/>
                </a:cubicBezTo>
                <a:cubicBezTo>
                  <a:pt x="6606509" y="5113123"/>
                  <a:pt x="6325848" y="4974136"/>
                  <a:pt x="6296102" y="4953461"/>
                </a:cubicBezTo>
                <a:cubicBezTo>
                  <a:pt x="6282963" y="4944329"/>
                  <a:pt x="6246495" y="4922935"/>
                  <a:pt x="6215062" y="4905920"/>
                </a:cubicBezTo>
                <a:cubicBezTo>
                  <a:pt x="6161759" y="4877066"/>
                  <a:pt x="5984764" y="4756118"/>
                  <a:pt x="5936456" y="4715537"/>
                </a:cubicBezTo>
                <a:cubicBezTo>
                  <a:pt x="5913216" y="4696014"/>
                  <a:pt x="5907777" y="4667864"/>
                  <a:pt x="5926931" y="4666240"/>
                </a:cubicBezTo>
                <a:cubicBezTo>
                  <a:pt x="5953140" y="4664018"/>
                  <a:pt x="5996530" y="4669468"/>
                  <a:pt x="6005512" y="4676109"/>
                </a:cubicBezTo>
                <a:cubicBezTo>
                  <a:pt x="6010751" y="4679983"/>
                  <a:pt x="6040755" y="4688483"/>
                  <a:pt x="6072187" y="4694999"/>
                </a:cubicBezTo>
                <a:cubicBezTo>
                  <a:pt x="6103620" y="4701515"/>
                  <a:pt x="6142196" y="4710845"/>
                  <a:pt x="6157912" y="4715732"/>
                </a:cubicBezTo>
                <a:cubicBezTo>
                  <a:pt x="6173628" y="4720620"/>
                  <a:pt x="6238976" y="4739610"/>
                  <a:pt x="6303129" y="4757933"/>
                </a:cubicBezTo>
                <a:cubicBezTo>
                  <a:pt x="6367283" y="4776255"/>
                  <a:pt x="6455151" y="4804464"/>
                  <a:pt x="6498392" y="4820619"/>
                </a:cubicBezTo>
                <a:cubicBezTo>
                  <a:pt x="6541633" y="4836774"/>
                  <a:pt x="6598443" y="4857846"/>
                  <a:pt x="6624637" y="4867445"/>
                </a:cubicBezTo>
                <a:cubicBezTo>
                  <a:pt x="6791905" y="4928744"/>
                  <a:pt x="6895699" y="5005899"/>
                  <a:pt x="6909332" y="5079072"/>
                </a:cubicBezTo>
                <a:cubicBezTo>
                  <a:pt x="6916503" y="5117555"/>
                  <a:pt x="6903702" y="5153025"/>
                  <a:pt x="6882643" y="5153025"/>
                </a:cubicBezTo>
                <a:cubicBezTo>
                  <a:pt x="6875611" y="5153025"/>
                  <a:pt x="6864521" y="5159454"/>
                  <a:pt x="6858000" y="5167312"/>
                </a:cubicBezTo>
                <a:cubicBezTo>
                  <a:pt x="6844454" y="5183633"/>
                  <a:pt x="6821673" y="5185532"/>
                  <a:pt x="6800850" y="5172075"/>
                </a:cubicBezTo>
                <a:close/>
                <a:moveTo>
                  <a:pt x="8018113" y="4252563"/>
                </a:moveTo>
                <a:cubicBezTo>
                  <a:pt x="8015301" y="4249751"/>
                  <a:pt x="7932077" y="4245614"/>
                  <a:pt x="7833169" y="4243368"/>
                </a:cubicBezTo>
                <a:cubicBezTo>
                  <a:pt x="7474782" y="4235232"/>
                  <a:pt x="7080790" y="4218903"/>
                  <a:pt x="7034212" y="4210256"/>
                </a:cubicBezTo>
                <a:cubicBezTo>
                  <a:pt x="7008018" y="4205392"/>
                  <a:pt x="6952297" y="4199121"/>
                  <a:pt x="6910387" y="4196318"/>
                </a:cubicBezTo>
                <a:cubicBezTo>
                  <a:pt x="6868477" y="4193515"/>
                  <a:pt x="6814899" y="4189020"/>
                  <a:pt x="6791325" y="4186327"/>
                </a:cubicBezTo>
                <a:cubicBezTo>
                  <a:pt x="6767750" y="4183635"/>
                  <a:pt x="6669166" y="4174821"/>
                  <a:pt x="6572250" y="4166741"/>
                </a:cubicBezTo>
                <a:cubicBezTo>
                  <a:pt x="6426199" y="4154566"/>
                  <a:pt x="6300201" y="4139467"/>
                  <a:pt x="6176962" y="4119372"/>
                </a:cubicBezTo>
                <a:cubicBezTo>
                  <a:pt x="6166485" y="4117664"/>
                  <a:pt x="6115777" y="4109560"/>
                  <a:pt x="6064279" y="4101363"/>
                </a:cubicBezTo>
                <a:cubicBezTo>
                  <a:pt x="6012780" y="4093167"/>
                  <a:pt x="5951551" y="4079978"/>
                  <a:pt x="5928214" y="4072055"/>
                </a:cubicBezTo>
                <a:cubicBezTo>
                  <a:pt x="5904878" y="4064132"/>
                  <a:pt x="5880323" y="4057650"/>
                  <a:pt x="5873650" y="4057650"/>
                </a:cubicBezTo>
                <a:cubicBezTo>
                  <a:pt x="5851539" y="4057650"/>
                  <a:pt x="5828032" y="4033936"/>
                  <a:pt x="5834202" y="4017856"/>
                </a:cubicBezTo>
                <a:cubicBezTo>
                  <a:pt x="5841465" y="3998931"/>
                  <a:pt x="5865708" y="3989986"/>
                  <a:pt x="5934075" y="3981006"/>
                </a:cubicBezTo>
                <a:cubicBezTo>
                  <a:pt x="5962888" y="3977222"/>
                  <a:pt x="6033611" y="3967486"/>
                  <a:pt x="6091237" y="3959371"/>
                </a:cubicBezTo>
                <a:cubicBezTo>
                  <a:pt x="6148863" y="3951256"/>
                  <a:pt x="6236731" y="3942029"/>
                  <a:pt x="6286500" y="3938868"/>
                </a:cubicBezTo>
                <a:cubicBezTo>
                  <a:pt x="6336268" y="3935706"/>
                  <a:pt x="6434851" y="3929291"/>
                  <a:pt x="6505575" y="3924612"/>
                </a:cubicBezTo>
                <a:cubicBezTo>
                  <a:pt x="6865383" y="3900807"/>
                  <a:pt x="8023240" y="3885194"/>
                  <a:pt x="8170504" y="3902163"/>
                </a:cubicBezTo>
                <a:cubicBezTo>
                  <a:pt x="8225681" y="3908520"/>
                  <a:pt x="8237158" y="3931645"/>
                  <a:pt x="8191449" y="3944364"/>
                </a:cubicBezTo>
                <a:cubicBezTo>
                  <a:pt x="8158129" y="3953635"/>
                  <a:pt x="8161155" y="3954007"/>
                  <a:pt x="8313981" y="3959406"/>
                </a:cubicBezTo>
                <a:cubicBezTo>
                  <a:pt x="8429710" y="3963495"/>
                  <a:pt x="8456712" y="3967394"/>
                  <a:pt x="8489501" y="3984750"/>
                </a:cubicBezTo>
                <a:cubicBezTo>
                  <a:pt x="8539248" y="4011083"/>
                  <a:pt x="8541960" y="4021866"/>
                  <a:pt x="8503631" y="4040936"/>
                </a:cubicBezTo>
                <a:lnTo>
                  <a:pt x="8472487" y="4056431"/>
                </a:lnTo>
                <a:lnTo>
                  <a:pt x="8505825" y="4057343"/>
                </a:lnTo>
                <a:cubicBezTo>
                  <a:pt x="8545292" y="4058423"/>
                  <a:pt x="8572500" y="4076504"/>
                  <a:pt x="8572500" y="4101652"/>
                </a:cubicBezTo>
                <a:cubicBezTo>
                  <a:pt x="8572500" y="4126208"/>
                  <a:pt x="8545494" y="4141247"/>
                  <a:pt x="8487606" y="4148926"/>
                </a:cubicBezTo>
                <a:cubicBezTo>
                  <a:pt x="8433094" y="4156157"/>
                  <a:pt x="8425098" y="4166758"/>
                  <a:pt x="8467725" y="4175283"/>
                </a:cubicBezTo>
                <a:cubicBezTo>
                  <a:pt x="8501254" y="4181989"/>
                  <a:pt x="8504286" y="4199893"/>
                  <a:pt x="8476185" y="4225242"/>
                </a:cubicBezTo>
                <a:cubicBezTo>
                  <a:pt x="8459021" y="4240724"/>
                  <a:pt x="8440969" y="4243387"/>
                  <a:pt x="8353169" y="4243387"/>
                </a:cubicBezTo>
                <a:cubicBezTo>
                  <a:pt x="8296573" y="4243387"/>
                  <a:pt x="8247046" y="4246602"/>
                  <a:pt x="8243108" y="4250531"/>
                </a:cubicBezTo>
                <a:cubicBezTo>
                  <a:pt x="8235029" y="4258593"/>
                  <a:pt x="8026030" y="4260480"/>
                  <a:pt x="8018113" y="4252563"/>
                </a:cubicBezTo>
                <a:close/>
                <a:moveTo>
                  <a:pt x="414337" y="4229670"/>
                </a:moveTo>
                <a:cubicBezTo>
                  <a:pt x="403860" y="4224716"/>
                  <a:pt x="337008" y="4220921"/>
                  <a:pt x="265778" y="4221235"/>
                </a:cubicBezTo>
                <a:cubicBezTo>
                  <a:pt x="136297" y="4221807"/>
                  <a:pt x="112317" y="4217112"/>
                  <a:pt x="73972" y="4183676"/>
                </a:cubicBezTo>
                <a:cubicBezTo>
                  <a:pt x="63021" y="4174127"/>
                  <a:pt x="59358" y="4161704"/>
                  <a:pt x="63099" y="4146800"/>
                </a:cubicBezTo>
                <a:cubicBezTo>
                  <a:pt x="67194" y="4130485"/>
                  <a:pt x="64727" y="4124325"/>
                  <a:pt x="54100" y="4124325"/>
                </a:cubicBezTo>
                <a:cubicBezTo>
                  <a:pt x="7418" y="4124325"/>
                  <a:pt x="-9400" y="4035798"/>
                  <a:pt x="34136" y="4019246"/>
                </a:cubicBezTo>
                <a:cubicBezTo>
                  <a:pt x="47673" y="4014099"/>
                  <a:pt x="62378" y="4012132"/>
                  <a:pt x="66816" y="4014874"/>
                </a:cubicBezTo>
                <a:cubicBezTo>
                  <a:pt x="87419" y="4027608"/>
                  <a:pt x="83511" y="3999489"/>
                  <a:pt x="62790" y="3985912"/>
                </a:cubicBezTo>
                <a:cubicBezTo>
                  <a:pt x="32939" y="3966352"/>
                  <a:pt x="38469" y="3952710"/>
                  <a:pt x="85383" y="3930179"/>
                </a:cubicBezTo>
                <a:cubicBezTo>
                  <a:pt x="113030" y="3916901"/>
                  <a:pt x="134613" y="3913656"/>
                  <a:pt x="168518" y="3917679"/>
                </a:cubicBezTo>
                <a:cubicBezTo>
                  <a:pt x="246693" y="3926956"/>
                  <a:pt x="329707" y="3933048"/>
                  <a:pt x="306624" y="3927814"/>
                </a:cubicBezTo>
                <a:cubicBezTo>
                  <a:pt x="277438" y="3921197"/>
                  <a:pt x="283037" y="3894331"/>
                  <a:pt x="315406" y="3885675"/>
                </a:cubicBezTo>
                <a:cubicBezTo>
                  <a:pt x="355340" y="3874995"/>
                  <a:pt x="1615348" y="3876242"/>
                  <a:pt x="1819275" y="3887163"/>
                </a:cubicBezTo>
                <a:cubicBezTo>
                  <a:pt x="1921430" y="3892634"/>
                  <a:pt x="2060733" y="3898828"/>
                  <a:pt x="2128837" y="3900927"/>
                </a:cubicBezTo>
                <a:cubicBezTo>
                  <a:pt x="2196941" y="3903027"/>
                  <a:pt x="2274093" y="3909143"/>
                  <a:pt x="2300287" y="3914519"/>
                </a:cubicBezTo>
                <a:cubicBezTo>
                  <a:pt x="2326481" y="3919894"/>
                  <a:pt x="2380059" y="3926596"/>
                  <a:pt x="2419350" y="3929410"/>
                </a:cubicBezTo>
                <a:cubicBezTo>
                  <a:pt x="2592236" y="3941794"/>
                  <a:pt x="2624664" y="3945475"/>
                  <a:pt x="2633186" y="3953684"/>
                </a:cubicBezTo>
                <a:cubicBezTo>
                  <a:pt x="2638163" y="3958477"/>
                  <a:pt x="2655856" y="3962400"/>
                  <a:pt x="2672504" y="3962400"/>
                </a:cubicBezTo>
                <a:cubicBezTo>
                  <a:pt x="2712760" y="3962400"/>
                  <a:pt x="2771775" y="3987757"/>
                  <a:pt x="2771775" y="4005055"/>
                </a:cubicBezTo>
                <a:cubicBezTo>
                  <a:pt x="2771775" y="4023348"/>
                  <a:pt x="2745154" y="4036751"/>
                  <a:pt x="2683925" y="4049283"/>
                </a:cubicBezTo>
                <a:cubicBezTo>
                  <a:pt x="2656280" y="4054941"/>
                  <a:pt x="2618660" y="4062964"/>
                  <a:pt x="2600325" y="4067110"/>
                </a:cubicBezTo>
                <a:cubicBezTo>
                  <a:pt x="2493330" y="4091309"/>
                  <a:pt x="2368470" y="4113788"/>
                  <a:pt x="2314575" y="4118557"/>
                </a:cubicBezTo>
                <a:cubicBezTo>
                  <a:pt x="2251977" y="4124095"/>
                  <a:pt x="2144333" y="4136146"/>
                  <a:pt x="2005012" y="4153213"/>
                </a:cubicBezTo>
                <a:cubicBezTo>
                  <a:pt x="1963102" y="4158347"/>
                  <a:pt x="1847373" y="4166833"/>
                  <a:pt x="1747837" y="4172072"/>
                </a:cubicBezTo>
                <a:cubicBezTo>
                  <a:pt x="1648301" y="4177311"/>
                  <a:pt x="1534715" y="4185678"/>
                  <a:pt x="1495425" y="4190666"/>
                </a:cubicBezTo>
                <a:cubicBezTo>
                  <a:pt x="1410307" y="4201472"/>
                  <a:pt x="1066653" y="4221468"/>
                  <a:pt x="919162" y="4224197"/>
                </a:cubicBezTo>
                <a:cubicBezTo>
                  <a:pt x="861536" y="4225263"/>
                  <a:pt x="728662" y="4228957"/>
                  <a:pt x="623887" y="4232406"/>
                </a:cubicBezTo>
                <a:cubicBezTo>
                  <a:pt x="509815" y="4236161"/>
                  <a:pt x="425744" y="4235063"/>
                  <a:pt x="414337" y="4229670"/>
                </a:cubicBezTo>
                <a:close/>
                <a:moveTo>
                  <a:pt x="5969296" y="3384846"/>
                </a:moveTo>
                <a:cubicBezTo>
                  <a:pt x="5953419" y="3368969"/>
                  <a:pt x="5966233" y="3351076"/>
                  <a:pt x="6019277" y="3315054"/>
                </a:cubicBezTo>
                <a:cubicBezTo>
                  <a:pt x="6050422" y="3293904"/>
                  <a:pt x="6078582" y="3276600"/>
                  <a:pt x="6081854" y="3276600"/>
                </a:cubicBezTo>
                <a:cubicBezTo>
                  <a:pt x="6085127" y="3276600"/>
                  <a:pt x="6106494" y="3263741"/>
                  <a:pt x="6129337" y="3248025"/>
                </a:cubicBezTo>
                <a:cubicBezTo>
                  <a:pt x="6152180" y="3232308"/>
                  <a:pt x="6174046" y="3219450"/>
                  <a:pt x="6177928" y="3219450"/>
                </a:cubicBezTo>
                <a:cubicBezTo>
                  <a:pt x="6181811" y="3219450"/>
                  <a:pt x="6191754" y="3213534"/>
                  <a:pt x="6200024" y="3206305"/>
                </a:cubicBezTo>
                <a:cubicBezTo>
                  <a:pt x="6208295" y="3199075"/>
                  <a:pt x="6245066" y="3176985"/>
                  <a:pt x="6281737" y="3157215"/>
                </a:cubicBezTo>
                <a:cubicBezTo>
                  <a:pt x="6318408" y="3137445"/>
                  <a:pt x="6359128" y="3114428"/>
                  <a:pt x="6372225" y="3106066"/>
                </a:cubicBezTo>
                <a:cubicBezTo>
                  <a:pt x="6427006" y="3071089"/>
                  <a:pt x="6750521" y="2919283"/>
                  <a:pt x="6850750" y="2881522"/>
                </a:cubicBezTo>
                <a:cubicBezTo>
                  <a:pt x="6886184" y="2868173"/>
                  <a:pt x="6898836" y="2866963"/>
                  <a:pt x="6909597" y="2875894"/>
                </a:cubicBezTo>
                <a:cubicBezTo>
                  <a:pt x="6920310" y="2884785"/>
                  <a:pt x="6929180" y="2884264"/>
                  <a:pt x="6950184" y="2873512"/>
                </a:cubicBezTo>
                <a:cubicBezTo>
                  <a:pt x="7001451" y="2847267"/>
                  <a:pt x="7055422" y="2843819"/>
                  <a:pt x="7062567" y="2866333"/>
                </a:cubicBezTo>
                <a:cubicBezTo>
                  <a:pt x="7066014" y="2877191"/>
                  <a:pt x="7074286" y="2886075"/>
                  <a:pt x="7080950" y="2886075"/>
                </a:cubicBezTo>
                <a:cubicBezTo>
                  <a:pt x="7101916" y="2886075"/>
                  <a:pt x="7119234" y="2935749"/>
                  <a:pt x="7102527" y="2947966"/>
                </a:cubicBezTo>
                <a:cubicBezTo>
                  <a:pt x="7093811" y="2954339"/>
                  <a:pt x="7090255" y="2967576"/>
                  <a:pt x="7093166" y="2982805"/>
                </a:cubicBezTo>
                <a:cubicBezTo>
                  <a:pt x="7099030" y="3013479"/>
                  <a:pt x="7055688" y="3048000"/>
                  <a:pt x="7011310" y="3048000"/>
                </a:cubicBezTo>
                <a:cubicBezTo>
                  <a:pt x="6991830" y="3048000"/>
                  <a:pt x="6981825" y="3052711"/>
                  <a:pt x="6981825" y="3061885"/>
                </a:cubicBezTo>
                <a:cubicBezTo>
                  <a:pt x="6981825" y="3075664"/>
                  <a:pt x="6909074" y="3124200"/>
                  <a:pt x="6888421" y="3124200"/>
                </a:cubicBezTo>
                <a:cubicBezTo>
                  <a:pt x="6879519" y="3124200"/>
                  <a:pt x="6815380" y="3149675"/>
                  <a:pt x="6672262" y="3210057"/>
                </a:cubicBezTo>
                <a:cubicBezTo>
                  <a:pt x="6630022" y="3227878"/>
                  <a:pt x="6508281" y="3269610"/>
                  <a:pt x="6477000" y="3276991"/>
                </a:cubicBezTo>
                <a:cubicBezTo>
                  <a:pt x="6458664" y="3281318"/>
                  <a:pt x="6428660" y="3289085"/>
                  <a:pt x="6410325" y="3294252"/>
                </a:cubicBezTo>
                <a:cubicBezTo>
                  <a:pt x="6308440" y="3322963"/>
                  <a:pt x="6248134" y="3339008"/>
                  <a:pt x="6153150" y="3362679"/>
                </a:cubicBezTo>
                <a:cubicBezTo>
                  <a:pt x="6134814" y="3367249"/>
                  <a:pt x="6092734" y="3373570"/>
                  <a:pt x="6059638" y="3376727"/>
                </a:cubicBezTo>
                <a:cubicBezTo>
                  <a:pt x="6026542" y="3379883"/>
                  <a:pt x="5994171" y="3384497"/>
                  <a:pt x="5987703" y="3386979"/>
                </a:cubicBezTo>
                <a:cubicBezTo>
                  <a:pt x="5981234" y="3389461"/>
                  <a:pt x="5972951" y="3388501"/>
                  <a:pt x="5969296" y="3384846"/>
                </a:cubicBezTo>
                <a:close/>
                <a:moveTo>
                  <a:pt x="2595562" y="3362419"/>
                </a:moveTo>
                <a:cubicBezTo>
                  <a:pt x="2585085" y="3357865"/>
                  <a:pt x="2563958" y="3353837"/>
                  <a:pt x="2548613" y="3353469"/>
                </a:cubicBezTo>
                <a:cubicBezTo>
                  <a:pt x="2533269" y="3353101"/>
                  <a:pt x="2507551" y="3348842"/>
                  <a:pt x="2491463" y="3344005"/>
                </a:cubicBezTo>
                <a:cubicBezTo>
                  <a:pt x="2475375" y="3339168"/>
                  <a:pt x="2438638" y="3330240"/>
                  <a:pt x="2409825" y="3324164"/>
                </a:cubicBezTo>
                <a:cubicBezTo>
                  <a:pt x="2381011" y="3318089"/>
                  <a:pt x="2324413" y="3302225"/>
                  <a:pt x="2284049" y="3288912"/>
                </a:cubicBezTo>
                <a:cubicBezTo>
                  <a:pt x="2243686" y="3275598"/>
                  <a:pt x="2204805" y="3266953"/>
                  <a:pt x="2197648" y="3269699"/>
                </a:cubicBezTo>
                <a:cubicBezTo>
                  <a:pt x="2190490" y="3272446"/>
                  <a:pt x="2161364" y="3268270"/>
                  <a:pt x="2132923" y="3260419"/>
                </a:cubicBezTo>
                <a:cubicBezTo>
                  <a:pt x="2104482" y="3252568"/>
                  <a:pt x="2070496" y="3244101"/>
                  <a:pt x="2057400" y="3241604"/>
                </a:cubicBezTo>
                <a:cubicBezTo>
                  <a:pt x="2044303" y="3239108"/>
                  <a:pt x="2025015" y="3233281"/>
                  <a:pt x="2014537" y="3228657"/>
                </a:cubicBezTo>
                <a:cubicBezTo>
                  <a:pt x="2004060" y="3224032"/>
                  <a:pt x="1963017" y="3209635"/>
                  <a:pt x="1923330" y="3196662"/>
                </a:cubicBezTo>
                <a:cubicBezTo>
                  <a:pt x="1843186" y="3170464"/>
                  <a:pt x="1740463" y="3131570"/>
                  <a:pt x="1678885" y="3104107"/>
                </a:cubicBezTo>
                <a:cubicBezTo>
                  <a:pt x="1656677" y="3094203"/>
                  <a:pt x="1634699" y="3086100"/>
                  <a:pt x="1630045" y="3086100"/>
                </a:cubicBezTo>
                <a:cubicBezTo>
                  <a:pt x="1625390" y="3086100"/>
                  <a:pt x="1616205" y="3079620"/>
                  <a:pt x="1609632" y="3071701"/>
                </a:cubicBezTo>
                <a:cubicBezTo>
                  <a:pt x="1603060" y="3063782"/>
                  <a:pt x="1580033" y="3049402"/>
                  <a:pt x="1558460" y="3039746"/>
                </a:cubicBezTo>
                <a:cubicBezTo>
                  <a:pt x="1505228" y="3015920"/>
                  <a:pt x="1489457" y="2994732"/>
                  <a:pt x="1482203" y="2937295"/>
                </a:cubicBezTo>
                <a:cubicBezTo>
                  <a:pt x="1475089" y="2880973"/>
                  <a:pt x="1481407" y="2857500"/>
                  <a:pt x="1503677" y="2857500"/>
                </a:cubicBezTo>
                <a:cubicBezTo>
                  <a:pt x="1512334" y="2857500"/>
                  <a:pt x="1524771" y="2848927"/>
                  <a:pt x="1531314" y="2838450"/>
                </a:cubicBezTo>
                <a:cubicBezTo>
                  <a:pt x="1539349" y="2825583"/>
                  <a:pt x="1553527" y="2819400"/>
                  <a:pt x="1574991" y="2819400"/>
                </a:cubicBezTo>
                <a:cubicBezTo>
                  <a:pt x="1594675" y="2819400"/>
                  <a:pt x="1613334" y="2826651"/>
                  <a:pt x="1624012" y="2838450"/>
                </a:cubicBezTo>
                <a:cubicBezTo>
                  <a:pt x="1633494" y="2848927"/>
                  <a:pt x="1648303" y="2857500"/>
                  <a:pt x="1656921" y="2857500"/>
                </a:cubicBezTo>
                <a:cubicBezTo>
                  <a:pt x="1665539" y="2857500"/>
                  <a:pt x="1677551" y="2862461"/>
                  <a:pt x="1683616" y="2868526"/>
                </a:cubicBezTo>
                <a:cubicBezTo>
                  <a:pt x="1691968" y="2876878"/>
                  <a:pt x="1698358" y="2876468"/>
                  <a:pt x="1709960" y="2866839"/>
                </a:cubicBezTo>
                <a:cubicBezTo>
                  <a:pt x="1728778" y="2851222"/>
                  <a:pt x="1791428" y="2870700"/>
                  <a:pt x="1897727" y="2925217"/>
                </a:cubicBezTo>
                <a:cubicBezTo>
                  <a:pt x="1906823" y="2929882"/>
                  <a:pt x="1918880" y="2933700"/>
                  <a:pt x="1924520" y="2933700"/>
                </a:cubicBezTo>
                <a:cubicBezTo>
                  <a:pt x="1930160" y="2933700"/>
                  <a:pt x="1963437" y="2946977"/>
                  <a:pt x="1998468" y="2963205"/>
                </a:cubicBezTo>
                <a:cubicBezTo>
                  <a:pt x="2033500" y="2979434"/>
                  <a:pt x="2070735" y="2996166"/>
                  <a:pt x="2081212" y="3000389"/>
                </a:cubicBezTo>
                <a:cubicBezTo>
                  <a:pt x="2200979" y="3048657"/>
                  <a:pt x="2594627" y="3264502"/>
                  <a:pt x="2662640" y="3319197"/>
                </a:cubicBezTo>
                <a:cubicBezTo>
                  <a:pt x="2704021" y="3352475"/>
                  <a:pt x="2651115" y="3386565"/>
                  <a:pt x="2595562" y="3362419"/>
                </a:cubicBezTo>
                <a:close/>
                <a:moveTo>
                  <a:pt x="5416550" y="3022600"/>
                </a:moveTo>
                <a:cubicBezTo>
                  <a:pt x="5396011" y="3002061"/>
                  <a:pt x="5447613" y="2911092"/>
                  <a:pt x="5528400" y="2825418"/>
                </a:cubicBezTo>
                <a:cubicBezTo>
                  <a:pt x="5552449" y="2799916"/>
                  <a:pt x="5572125" y="2775576"/>
                  <a:pt x="5572125" y="2771330"/>
                </a:cubicBezTo>
                <a:cubicBezTo>
                  <a:pt x="5572125" y="2767084"/>
                  <a:pt x="5577544" y="2757946"/>
                  <a:pt x="5584168" y="2751024"/>
                </a:cubicBezTo>
                <a:cubicBezTo>
                  <a:pt x="5590792" y="2744101"/>
                  <a:pt x="5611040" y="2719149"/>
                  <a:pt x="5629165" y="2695575"/>
                </a:cubicBezTo>
                <a:cubicBezTo>
                  <a:pt x="5647290" y="2672000"/>
                  <a:pt x="5664374" y="2650569"/>
                  <a:pt x="5667128" y="2647950"/>
                </a:cubicBezTo>
                <a:cubicBezTo>
                  <a:pt x="5669883" y="2645330"/>
                  <a:pt x="5695579" y="2615326"/>
                  <a:pt x="5724231" y="2581275"/>
                </a:cubicBezTo>
                <a:cubicBezTo>
                  <a:pt x="5752882" y="2547223"/>
                  <a:pt x="5793601" y="2501687"/>
                  <a:pt x="5814718" y="2480084"/>
                </a:cubicBezTo>
                <a:cubicBezTo>
                  <a:pt x="5835835" y="2458481"/>
                  <a:pt x="5878830" y="2410640"/>
                  <a:pt x="5910262" y="2373770"/>
                </a:cubicBezTo>
                <a:cubicBezTo>
                  <a:pt x="5999733" y="2268822"/>
                  <a:pt x="6964157" y="1311171"/>
                  <a:pt x="6996112" y="1295546"/>
                </a:cubicBezTo>
                <a:cubicBezTo>
                  <a:pt x="7011828" y="1287861"/>
                  <a:pt x="7054691" y="1259684"/>
                  <a:pt x="7091362" y="1232930"/>
                </a:cubicBezTo>
                <a:cubicBezTo>
                  <a:pt x="7197085" y="1155800"/>
                  <a:pt x="7203178" y="1152525"/>
                  <a:pt x="7240937" y="1152525"/>
                </a:cubicBezTo>
                <a:cubicBezTo>
                  <a:pt x="7270561" y="1152525"/>
                  <a:pt x="7277705" y="1156382"/>
                  <a:pt x="7282350" y="1174888"/>
                </a:cubicBezTo>
                <a:cubicBezTo>
                  <a:pt x="7286659" y="1192057"/>
                  <a:pt x="7293045" y="1196281"/>
                  <a:pt x="7309839" y="1193070"/>
                </a:cubicBezTo>
                <a:cubicBezTo>
                  <a:pt x="7341363" y="1187044"/>
                  <a:pt x="7376160" y="1237317"/>
                  <a:pt x="7367561" y="1276466"/>
                </a:cubicBezTo>
                <a:cubicBezTo>
                  <a:pt x="7362773" y="1298269"/>
                  <a:pt x="7364679" y="1304924"/>
                  <a:pt x="7375713" y="1304925"/>
                </a:cubicBezTo>
                <a:cubicBezTo>
                  <a:pt x="7395423" y="1304925"/>
                  <a:pt x="7403424" y="1335210"/>
                  <a:pt x="7391795" y="1365796"/>
                </a:cubicBezTo>
                <a:cubicBezTo>
                  <a:pt x="7378539" y="1400664"/>
                  <a:pt x="7146079" y="1631705"/>
                  <a:pt x="6934838" y="1819964"/>
                </a:cubicBezTo>
                <a:cubicBezTo>
                  <a:pt x="6838272" y="1906024"/>
                  <a:pt x="6724686" y="2009019"/>
                  <a:pt x="6682425" y="2048841"/>
                </a:cubicBezTo>
                <a:cubicBezTo>
                  <a:pt x="6541207" y="2181911"/>
                  <a:pt x="6322539" y="2372465"/>
                  <a:pt x="6300974" y="2381250"/>
                </a:cubicBezTo>
                <a:cubicBezTo>
                  <a:pt x="6294544" y="2383869"/>
                  <a:pt x="6259724" y="2412636"/>
                  <a:pt x="6223597" y="2445177"/>
                </a:cubicBezTo>
                <a:cubicBezTo>
                  <a:pt x="6143892" y="2516971"/>
                  <a:pt x="6122682" y="2535277"/>
                  <a:pt x="6067437" y="2579957"/>
                </a:cubicBezTo>
                <a:cubicBezTo>
                  <a:pt x="6043870" y="2599017"/>
                  <a:pt x="6018853" y="2620035"/>
                  <a:pt x="6011844" y="2626662"/>
                </a:cubicBezTo>
                <a:cubicBezTo>
                  <a:pt x="6004835" y="2633290"/>
                  <a:pt x="5983398" y="2650411"/>
                  <a:pt x="5964206" y="2664708"/>
                </a:cubicBezTo>
                <a:cubicBezTo>
                  <a:pt x="5945014" y="2679006"/>
                  <a:pt x="5927169" y="2692964"/>
                  <a:pt x="5924550" y="2695727"/>
                </a:cubicBezTo>
                <a:cubicBezTo>
                  <a:pt x="5892208" y="2729836"/>
                  <a:pt x="5559612" y="2960754"/>
                  <a:pt x="5471726" y="3010116"/>
                </a:cubicBezTo>
                <a:cubicBezTo>
                  <a:pt x="5435626" y="3030393"/>
                  <a:pt x="5426424" y="3032474"/>
                  <a:pt x="5416550" y="3022600"/>
                </a:cubicBezTo>
                <a:close/>
                <a:moveTo>
                  <a:pt x="3152775" y="3001421"/>
                </a:moveTo>
                <a:cubicBezTo>
                  <a:pt x="3144916" y="2997235"/>
                  <a:pt x="3128256" y="2988455"/>
                  <a:pt x="3115751" y="2981909"/>
                </a:cubicBezTo>
                <a:cubicBezTo>
                  <a:pt x="3067057" y="2956421"/>
                  <a:pt x="3023105" y="2930701"/>
                  <a:pt x="2998904" y="2913534"/>
                </a:cubicBezTo>
                <a:cubicBezTo>
                  <a:pt x="2984999" y="2903670"/>
                  <a:pt x="2970884" y="2895600"/>
                  <a:pt x="2967539" y="2895600"/>
                </a:cubicBezTo>
                <a:cubicBezTo>
                  <a:pt x="2964194" y="2895600"/>
                  <a:pt x="2938749" y="2878455"/>
                  <a:pt x="2910994" y="2857500"/>
                </a:cubicBezTo>
                <a:cubicBezTo>
                  <a:pt x="2883239" y="2836545"/>
                  <a:pt x="2856634" y="2819381"/>
                  <a:pt x="2851871" y="2819359"/>
                </a:cubicBezTo>
                <a:cubicBezTo>
                  <a:pt x="2847109" y="2819336"/>
                  <a:pt x="2821781" y="2803024"/>
                  <a:pt x="2795587" y="2783110"/>
                </a:cubicBezTo>
                <a:cubicBezTo>
                  <a:pt x="2769393" y="2763197"/>
                  <a:pt x="2726531" y="2730622"/>
                  <a:pt x="2700337" y="2710724"/>
                </a:cubicBezTo>
                <a:cubicBezTo>
                  <a:pt x="2674143" y="2690825"/>
                  <a:pt x="2637710" y="2660937"/>
                  <a:pt x="2619375" y="2644306"/>
                </a:cubicBezTo>
                <a:cubicBezTo>
                  <a:pt x="2601039" y="2627675"/>
                  <a:pt x="2571035" y="2603681"/>
                  <a:pt x="2552700" y="2590986"/>
                </a:cubicBezTo>
                <a:cubicBezTo>
                  <a:pt x="2534364" y="2578291"/>
                  <a:pt x="2517219" y="2565555"/>
                  <a:pt x="2514600" y="2562683"/>
                </a:cubicBezTo>
                <a:cubicBezTo>
                  <a:pt x="2511980" y="2559812"/>
                  <a:pt x="2490549" y="2542519"/>
                  <a:pt x="2466975" y="2524255"/>
                </a:cubicBezTo>
                <a:cubicBezTo>
                  <a:pt x="2443400" y="2505992"/>
                  <a:pt x="2415782" y="2484561"/>
                  <a:pt x="2405601" y="2476630"/>
                </a:cubicBezTo>
                <a:cubicBezTo>
                  <a:pt x="2395420" y="2468700"/>
                  <a:pt x="2362886" y="2439709"/>
                  <a:pt x="2333302" y="2412206"/>
                </a:cubicBezTo>
                <a:cubicBezTo>
                  <a:pt x="2303719" y="2384702"/>
                  <a:pt x="2272062" y="2362200"/>
                  <a:pt x="2262954" y="2362200"/>
                </a:cubicBezTo>
                <a:cubicBezTo>
                  <a:pt x="2246536" y="2362200"/>
                  <a:pt x="2150085" y="2283160"/>
                  <a:pt x="2046393" y="2184733"/>
                </a:cubicBezTo>
                <a:cubicBezTo>
                  <a:pt x="2016766" y="2156610"/>
                  <a:pt x="1984355" y="2133600"/>
                  <a:pt x="1974371" y="2133600"/>
                </a:cubicBezTo>
                <a:cubicBezTo>
                  <a:pt x="1964386" y="2133600"/>
                  <a:pt x="1947907" y="2126072"/>
                  <a:pt x="1937752" y="2116872"/>
                </a:cubicBezTo>
                <a:cubicBezTo>
                  <a:pt x="1927596" y="2107673"/>
                  <a:pt x="1878568" y="2066249"/>
                  <a:pt x="1828800" y="2024820"/>
                </a:cubicBezTo>
                <a:cubicBezTo>
                  <a:pt x="1717215" y="1931933"/>
                  <a:pt x="1625171" y="1851500"/>
                  <a:pt x="1543514" y="1775523"/>
                </a:cubicBezTo>
                <a:cubicBezTo>
                  <a:pt x="1509207" y="1743602"/>
                  <a:pt x="1466364" y="1705026"/>
                  <a:pt x="1448308" y="1689798"/>
                </a:cubicBezTo>
                <a:cubicBezTo>
                  <a:pt x="1359426" y="1614838"/>
                  <a:pt x="1321256" y="1562540"/>
                  <a:pt x="1354931" y="1561859"/>
                </a:cubicBezTo>
                <a:cubicBezTo>
                  <a:pt x="1361479" y="1561726"/>
                  <a:pt x="1330404" y="1526278"/>
                  <a:pt x="1285875" y="1483085"/>
                </a:cubicBezTo>
                <a:cubicBezTo>
                  <a:pt x="1173704" y="1374281"/>
                  <a:pt x="1133475" y="1327165"/>
                  <a:pt x="1133474" y="1304598"/>
                </a:cubicBezTo>
                <a:cubicBezTo>
                  <a:pt x="1133474" y="1277352"/>
                  <a:pt x="1159050" y="1270791"/>
                  <a:pt x="1183113" y="1291863"/>
                </a:cubicBezTo>
                <a:cubicBezTo>
                  <a:pt x="1196960" y="1303989"/>
                  <a:pt x="1193479" y="1294966"/>
                  <a:pt x="1172222" y="1263639"/>
                </a:cubicBezTo>
                <a:lnTo>
                  <a:pt x="1140977" y="1217590"/>
                </a:lnTo>
                <a:lnTo>
                  <a:pt x="1167583" y="1189820"/>
                </a:lnTo>
                <a:cubicBezTo>
                  <a:pt x="1198823" y="1157212"/>
                  <a:pt x="1206500" y="1156264"/>
                  <a:pt x="1238250" y="1181100"/>
                </a:cubicBezTo>
                <a:cubicBezTo>
                  <a:pt x="1266451" y="1203159"/>
                  <a:pt x="1283604" y="1206080"/>
                  <a:pt x="1266925" y="1185983"/>
                </a:cubicBezTo>
                <a:cubicBezTo>
                  <a:pt x="1230930" y="1142611"/>
                  <a:pt x="1293006" y="1129402"/>
                  <a:pt x="1345826" y="1169193"/>
                </a:cubicBezTo>
                <a:cubicBezTo>
                  <a:pt x="1382442" y="1196777"/>
                  <a:pt x="1466850" y="1291388"/>
                  <a:pt x="1466850" y="1304846"/>
                </a:cubicBezTo>
                <a:cubicBezTo>
                  <a:pt x="1466850" y="1318377"/>
                  <a:pt x="1609783" y="1441391"/>
                  <a:pt x="1617056" y="1434118"/>
                </a:cubicBezTo>
                <a:cubicBezTo>
                  <a:pt x="1620844" y="1430330"/>
                  <a:pt x="1594766" y="1399724"/>
                  <a:pt x="1559105" y="1366105"/>
                </a:cubicBezTo>
                <a:cubicBezTo>
                  <a:pt x="1497713" y="1308229"/>
                  <a:pt x="1484444" y="1282066"/>
                  <a:pt x="1521628" y="1292206"/>
                </a:cubicBezTo>
                <a:cubicBezTo>
                  <a:pt x="1542562" y="1297915"/>
                  <a:pt x="1636376" y="1378142"/>
                  <a:pt x="1814950" y="1543050"/>
                </a:cubicBezTo>
                <a:cubicBezTo>
                  <a:pt x="1891534" y="1613773"/>
                  <a:pt x="1991921" y="1705927"/>
                  <a:pt x="2038031" y="1747837"/>
                </a:cubicBezTo>
                <a:cubicBezTo>
                  <a:pt x="2165081" y="1863315"/>
                  <a:pt x="2543255" y="2220426"/>
                  <a:pt x="2571063" y="2251182"/>
                </a:cubicBezTo>
                <a:cubicBezTo>
                  <a:pt x="2584538" y="2266084"/>
                  <a:pt x="2653426" y="2336964"/>
                  <a:pt x="2724150" y="2408693"/>
                </a:cubicBezTo>
                <a:cubicBezTo>
                  <a:pt x="2964109" y="2652066"/>
                  <a:pt x="3206366" y="2948071"/>
                  <a:pt x="3198598" y="2988406"/>
                </a:cubicBezTo>
                <a:cubicBezTo>
                  <a:pt x="3195025" y="3006960"/>
                  <a:pt x="3174252" y="3012860"/>
                  <a:pt x="3152775" y="3001421"/>
                </a:cubicBezTo>
                <a:close/>
                <a:moveTo>
                  <a:pt x="4291648" y="2663880"/>
                </a:moveTo>
                <a:cubicBezTo>
                  <a:pt x="4259186" y="2640143"/>
                  <a:pt x="4202617" y="2289905"/>
                  <a:pt x="4186769" y="2014537"/>
                </a:cubicBezTo>
                <a:cubicBezTo>
                  <a:pt x="4183453" y="1956911"/>
                  <a:pt x="4176689" y="1856184"/>
                  <a:pt x="4171738" y="1790700"/>
                </a:cubicBezTo>
                <a:cubicBezTo>
                  <a:pt x="4166787" y="1725215"/>
                  <a:pt x="4160485" y="1607343"/>
                  <a:pt x="4157733" y="1528762"/>
                </a:cubicBezTo>
                <a:cubicBezTo>
                  <a:pt x="4154981" y="1450181"/>
                  <a:pt x="4149854" y="1325880"/>
                  <a:pt x="4146341" y="1252537"/>
                </a:cubicBezTo>
                <a:cubicBezTo>
                  <a:pt x="4133951" y="993930"/>
                  <a:pt x="4137577" y="278786"/>
                  <a:pt x="4151788" y="178264"/>
                </a:cubicBezTo>
                <a:cubicBezTo>
                  <a:pt x="4167011" y="70578"/>
                  <a:pt x="4187521" y="33393"/>
                  <a:pt x="4227479" y="41031"/>
                </a:cubicBezTo>
                <a:cubicBezTo>
                  <a:pt x="4245190" y="44417"/>
                  <a:pt x="4256547" y="39518"/>
                  <a:pt x="4269672" y="22832"/>
                </a:cubicBezTo>
                <a:cubicBezTo>
                  <a:pt x="4306417" y="-23881"/>
                  <a:pt x="4391025" y="8610"/>
                  <a:pt x="4391025" y="69435"/>
                </a:cubicBezTo>
                <a:cubicBezTo>
                  <a:pt x="4391025" y="87736"/>
                  <a:pt x="4391910" y="87876"/>
                  <a:pt x="4409122" y="72299"/>
                </a:cubicBezTo>
                <a:cubicBezTo>
                  <a:pt x="4426440" y="56627"/>
                  <a:pt x="4428340" y="57392"/>
                  <a:pt x="4453271" y="90078"/>
                </a:cubicBezTo>
                <a:cubicBezTo>
                  <a:pt x="4478319" y="122917"/>
                  <a:pt x="4479146" y="127637"/>
                  <a:pt x="4474711" y="212414"/>
                </a:cubicBezTo>
                <a:cubicBezTo>
                  <a:pt x="4471209" y="279373"/>
                  <a:pt x="4473229" y="303516"/>
                  <a:pt x="4483104" y="312741"/>
                </a:cubicBezTo>
                <a:cubicBezTo>
                  <a:pt x="4498492" y="327115"/>
                  <a:pt x="4501301" y="890662"/>
                  <a:pt x="4486165" y="926825"/>
                </a:cubicBezTo>
                <a:cubicBezTo>
                  <a:pt x="4481352" y="938327"/>
                  <a:pt x="4473180" y="1197492"/>
                  <a:pt x="4468007" y="1502749"/>
                </a:cubicBezTo>
                <a:cubicBezTo>
                  <a:pt x="4462834" y="1808005"/>
                  <a:pt x="4455183" y="2063037"/>
                  <a:pt x="4451006" y="2069486"/>
                </a:cubicBezTo>
                <a:cubicBezTo>
                  <a:pt x="4446829" y="2075935"/>
                  <a:pt x="4440312" y="2124075"/>
                  <a:pt x="4436522" y="2176462"/>
                </a:cubicBezTo>
                <a:cubicBezTo>
                  <a:pt x="4425179" y="2333277"/>
                  <a:pt x="4419201" y="2385012"/>
                  <a:pt x="4410108" y="2405062"/>
                </a:cubicBezTo>
                <a:cubicBezTo>
                  <a:pt x="4405356" y="2415540"/>
                  <a:pt x="4399347" y="2445543"/>
                  <a:pt x="4396754" y="2471737"/>
                </a:cubicBezTo>
                <a:cubicBezTo>
                  <a:pt x="4389403" y="2545999"/>
                  <a:pt x="4380168" y="2590498"/>
                  <a:pt x="4370922" y="2596212"/>
                </a:cubicBezTo>
                <a:cubicBezTo>
                  <a:pt x="4366262" y="2599092"/>
                  <a:pt x="4362450" y="2613904"/>
                  <a:pt x="4362450" y="2629127"/>
                </a:cubicBezTo>
                <a:cubicBezTo>
                  <a:pt x="4362450" y="2669692"/>
                  <a:pt x="4324843" y="2688152"/>
                  <a:pt x="4291648" y="2663880"/>
                </a:cubicBezTo>
                <a:close/>
                <a:moveTo>
                  <a:pt x="5107626" y="2404616"/>
                </a:moveTo>
                <a:cubicBezTo>
                  <a:pt x="5102741" y="2395886"/>
                  <a:pt x="5104234" y="2367749"/>
                  <a:pt x="5111290" y="2335560"/>
                </a:cubicBezTo>
                <a:cubicBezTo>
                  <a:pt x="5117840" y="2305682"/>
                  <a:pt x="5128140" y="2250255"/>
                  <a:pt x="5134177" y="2212389"/>
                </a:cubicBezTo>
                <a:cubicBezTo>
                  <a:pt x="5140215" y="2174522"/>
                  <a:pt x="5164409" y="2088797"/>
                  <a:pt x="5187940" y="2021889"/>
                </a:cubicBezTo>
                <a:cubicBezTo>
                  <a:pt x="5211472" y="1954980"/>
                  <a:pt x="5234124" y="1880949"/>
                  <a:pt x="5238278" y="1857375"/>
                </a:cubicBezTo>
                <a:cubicBezTo>
                  <a:pt x="5261161" y="1727507"/>
                  <a:pt x="5448875" y="1284307"/>
                  <a:pt x="5513551" y="1207444"/>
                </a:cubicBezTo>
                <a:cubicBezTo>
                  <a:pt x="5532486" y="1184941"/>
                  <a:pt x="5541405" y="1181207"/>
                  <a:pt x="5564242" y="1186223"/>
                </a:cubicBezTo>
                <a:cubicBezTo>
                  <a:pt x="5580359" y="1189763"/>
                  <a:pt x="5597563" y="1187655"/>
                  <a:pt x="5605358" y="1181186"/>
                </a:cubicBezTo>
                <a:cubicBezTo>
                  <a:pt x="5624551" y="1165257"/>
                  <a:pt x="5671222" y="1189147"/>
                  <a:pt x="5675183" y="1216928"/>
                </a:cubicBezTo>
                <a:cubicBezTo>
                  <a:pt x="5676859" y="1228678"/>
                  <a:pt x="5686503" y="1242719"/>
                  <a:pt x="5696615" y="1248131"/>
                </a:cubicBezTo>
                <a:cubicBezTo>
                  <a:pt x="5721701" y="1261556"/>
                  <a:pt x="5720468" y="1308592"/>
                  <a:pt x="5694057" y="1345683"/>
                </a:cubicBezTo>
                <a:cubicBezTo>
                  <a:pt x="5682538" y="1361859"/>
                  <a:pt x="5673989" y="1386586"/>
                  <a:pt x="5675060" y="1400632"/>
                </a:cubicBezTo>
                <a:cubicBezTo>
                  <a:pt x="5677228" y="1429086"/>
                  <a:pt x="5665258" y="1461085"/>
                  <a:pt x="5591504" y="1624012"/>
                </a:cubicBezTo>
                <a:cubicBezTo>
                  <a:pt x="5577275" y="1655445"/>
                  <a:pt x="5559782" y="1696164"/>
                  <a:pt x="5552631" y="1714500"/>
                </a:cubicBezTo>
                <a:cubicBezTo>
                  <a:pt x="5545481" y="1732835"/>
                  <a:pt x="5528240" y="1769268"/>
                  <a:pt x="5514318" y="1795462"/>
                </a:cubicBezTo>
                <a:cubicBezTo>
                  <a:pt x="5439477" y="1936278"/>
                  <a:pt x="5416014" y="1977911"/>
                  <a:pt x="5396565" y="2004406"/>
                </a:cubicBezTo>
                <a:cubicBezTo>
                  <a:pt x="5384784" y="2020455"/>
                  <a:pt x="5369424" y="2048589"/>
                  <a:pt x="5362434" y="2066925"/>
                </a:cubicBezTo>
                <a:cubicBezTo>
                  <a:pt x="5355443" y="2085260"/>
                  <a:pt x="5341899" y="2111639"/>
                  <a:pt x="5332336" y="2125545"/>
                </a:cubicBezTo>
                <a:cubicBezTo>
                  <a:pt x="5322774" y="2139450"/>
                  <a:pt x="5314950" y="2153545"/>
                  <a:pt x="5314950" y="2156867"/>
                </a:cubicBezTo>
                <a:cubicBezTo>
                  <a:pt x="5314950" y="2163256"/>
                  <a:pt x="5201466" y="2335020"/>
                  <a:pt x="5191873" y="2343150"/>
                </a:cubicBezTo>
                <a:cubicBezTo>
                  <a:pt x="5188782" y="2345769"/>
                  <a:pt x="5174273" y="2363985"/>
                  <a:pt x="5159629" y="2383631"/>
                </a:cubicBezTo>
                <a:cubicBezTo>
                  <a:pt x="5130474" y="2422745"/>
                  <a:pt x="5120111" y="2426927"/>
                  <a:pt x="5107626" y="2404616"/>
                </a:cubicBezTo>
                <a:close/>
                <a:moveTo>
                  <a:pt x="3558678" y="2350293"/>
                </a:moveTo>
                <a:cubicBezTo>
                  <a:pt x="3539924" y="2322790"/>
                  <a:pt x="3505281" y="2275348"/>
                  <a:pt x="3481693" y="2244868"/>
                </a:cubicBezTo>
                <a:cubicBezTo>
                  <a:pt x="3458106" y="2214388"/>
                  <a:pt x="3408333" y="2127778"/>
                  <a:pt x="3371087" y="2052403"/>
                </a:cubicBezTo>
                <a:cubicBezTo>
                  <a:pt x="3333841" y="1977028"/>
                  <a:pt x="3296618" y="1909812"/>
                  <a:pt x="3288368" y="1903035"/>
                </a:cubicBezTo>
                <a:cubicBezTo>
                  <a:pt x="3275457" y="1892428"/>
                  <a:pt x="3218392" y="1779134"/>
                  <a:pt x="3138231" y="1604962"/>
                </a:cubicBezTo>
                <a:cubicBezTo>
                  <a:pt x="3126176" y="1578768"/>
                  <a:pt x="3105228" y="1534032"/>
                  <a:pt x="3091681" y="1505548"/>
                </a:cubicBezTo>
                <a:cubicBezTo>
                  <a:pt x="3078134" y="1477064"/>
                  <a:pt x="3067050" y="1442560"/>
                  <a:pt x="3067050" y="1428872"/>
                </a:cubicBezTo>
                <a:cubicBezTo>
                  <a:pt x="3067050" y="1415184"/>
                  <a:pt x="3063316" y="1399913"/>
                  <a:pt x="3058752" y="1394936"/>
                </a:cubicBezTo>
                <a:cubicBezTo>
                  <a:pt x="3049039" y="1384343"/>
                  <a:pt x="3038726" y="1296103"/>
                  <a:pt x="3045170" y="1278731"/>
                </a:cubicBezTo>
                <a:cubicBezTo>
                  <a:pt x="3047599" y="1272182"/>
                  <a:pt x="3057344" y="1266825"/>
                  <a:pt x="3066824" y="1266825"/>
                </a:cubicBezTo>
                <a:cubicBezTo>
                  <a:pt x="3076305" y="1266825"/>
                  <a:pt x="3086433" y="1260645"/>
                  <a:pt x="3089331" y="1253092"/>
                </a:cubicBezTo>
                <a:cubicBezTo>
                  <a:pt x="3092229" y="1245539"/>
                  <a:pt x="3105547" y="1232187"/>
                  <a:pt x="3118925" y="1223422"/>
                </a:cubicBezTo>
                <a:cubicBezTo>
                  <a:pt x="3141836" y="1208410"/>
                  <a:pt x="3144772" y="1208513"/>
                  <a:pt x="3169443" y="1225188"/>
                </a:cubicBezTo>
                <a:cubicBezTo>
                  <a:pt x="3183850" y="1234926"/>
                  <a:pt x="3206134" y="1242920"/>
                  <a:pt x="3218964" y="1242952"/>
                </a:cubicBezTo>
                <a:cubicBezTo>
                  <a:pt x="3246426" y="1243023"/>
                  <a:pt x="3286125" y="1294939"/>
                  <a:pt x="3286125" y="1330781"/>
                </a:cubicBezTo>
                <a:cubicBezTo>
                  <a:pt x="3286125" y="1343453"/>
                  <a:pt x="3296562" y="1367505"/>
                  <a:pt x="3309319" y="1384230"/>
                </a:cubicBezTo>
                <a:cubicBezTo>
                  <a:pt x="3354223" y="1443103"/>
                  <a:pt x="3461113" y="1700519"/>
                  <a:pt x="3509744" y="1866900"/>
                </a:cubicBezTo>
                <a:cubicBezTo>
                  <a:pt x="3516634" y="1890474"/>
                  <a:pt x="3538023" y="1959054"/>
                  <a:pt x="3557274" y="2019300"/>
                </a:cubicBezTo>
                <a:cubicBezTo>
                  <a:pt x="3651636" y="2314594"/>
                  <a:pt x="3652370" y="2487694"/>
                  <a:pt x="3558678" y="2350293"/>
                </a:cubicBezTo>
                <a:close/>
                <a:moveTo>
                  <a:pt x="1733550" y="1548769"/>
                </a:moveTo>
                <a:cubicBezTo>
                  <a:pt x="1709975" y="1525807"/>
                  <a:pt x="1688822" y="1508776"/>
                  <a:pt x="1686543" y="1510922"/>
                </a:cubicBezTo>
                <a:cubicBezTo>
                  <a:pt x="1680465" y="1516647"/>
                  <a:pt x="1754712" y="1590688"/>
                  <a:pt x="1766439" y="1590597"/>
                </a:cubicBezTo>
                <a:cubicBezTo>
                  <a:pt x="1771924" y="1590554"/>
                  <a:pt x="1757124" y="1571731"/>
                  <a:pt x="1733550" y="1548769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  <p:pic>
        <p:nvPicPr>
          <p:cNvPr id="4" name="gold trophy" descr="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100" y="3595688"/>
            <a:ext cx="6400800" cy="9572625"/>
          </a:xfrm>
          <a:prstGeom prst="rect">
            <a:avLst/>
          </a:prstGeom>
        </p:spPr>
      </p:pic>
      <p:sp>
        <p:nvSpPr>
          <p:cNvPr id="5" name="TEXT: [mine]"/>
          <p:cNvSpPr/>
          <p:nvPr/>
        </p:nvSpPr>
        <p:spPr>
          <a:xfrm>
            <a:off x="4081462" y="7138988"/>
            <a:ext cx="2124075" cy="771525"/>
          </a:xfrm>
          <a:prstGeom prst="rect">
            <a:avLst/>
          </a:prstGeom>
          <a:solidFill>
            <a:srgbClr val="F7E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9352" rIns="149352" tIns="64008" bIns="64008"/>
          <a:lstStyle/>
          <a:p>
            <a:pPr algn="ctr">
              <a:lnSpc>
                <a:spcPts val="5123"/>
              </a:lnSpc>
            </a:pPr>
            <a:r>
              <a:rPr b="1" sz="4200">
                <a:solidFill>
                  <a:srgbClr val="181716"/>
                </a:solidFill>
                <a:latin typeface="Montserrat"/>
              </a:rPr>
              <a:t>[mine]</a:t>
            </a:r>
          </a:p>
        </p:txBody>
      </p:sp>
      <p:sp>
        <p:nvSpPr>
          <p:cNvPr id="6" name="LETTERING: and the winner is"/>
          <p:cNvSpPr txBox="1"/>
          <p:nvPr/>
        </p:nvSpPr>
        <p:spPr>
          <a:xfrm rot="120000">
            <a:off x="557212" y="1504950"/>
            <a:ext cx="9172575" cy="13716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0" i="0">
                <a:solidFill>
                  <a:srgbClr val="7A1732"/>
                </a:solidFill>
                <a:latin typeface="DM Serif Display"/>
              </a:rPr>
              <a:t>and </a:t>
            </a:r>
            <a:r>
              <a:rPr sz="9000" i="0">
                <a:solidFill>
                  <a:srgbClr val="7A1732"/>
                </a:solidFill>
                <a:latin typeface="DM Serif Display"/>
              </a:rPr>
              <a:t>the </a:t>
            </a:r>
            <a:r>
              <a:rPr sz="9000" i="0">
                <a:solidFill>
                  <a:srgbClr val="7A1732"/>
                </a:solidFill>
                <a:latin typeface="DM Serif Display"/>
              </a:rPr>
              <a:t>winner </a:t>
            </a:r>
            <a:r>
              <a:rPr sz="9000" i="1">
                <a:solidFill>
                  <a:srgbClr val="7A1732"/>
                </a:solidFill>
                <a:latin typeface="DM Serif Display"/>
              </a:rPr>
              <a:t>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Yours in use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4" name="LETTERING: Comment"/>
          <p:cNvSpPr txBox="1"/>
          <p:nvPr/>
        </p:nvSpPr>
        <p:spPr>
          <a:xfrm>
            <a:off x="633412" y="8191500"/>
            <a:ext cx="9020175" cy="2286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0" i="0">
                <a:solidFill>
                  <a:srgbClr val="7A1732"/>
                </a:solidFill>
                <a:latin typeface="DM Serif Display"/>
              </a:rPr>
              <a:t>Comment</a:t>
            </a:r>
          </a:p>
        </p:txBody>
      </p:sp>
      <p:sp>
        <p:nvSpPr>
          <p:cNvPr id="5" name="TEXT: &quot;[KEYWORD]&quot;"/>
          <p:cNvSpPr/>
          <p:nvPr/>
        </p:nvSpPr>
        <p:spPr>
          <a:xfrm rot="21480000">
            <a:off x="2152650" y="10353675"/>
            <a:ext cx="5981700" cy="1200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98145" rIns="398145" tIns="159258" bIns="159258"/>
          <a:lstStyle/>
          <a:p>
            <a:pPr algn="ctr">
              <a:lnSpc>
                <a:spcPts val="6953"/>
              </a:lnSpc>
            </a:pPr>
            <a:r>
              <a:rPr b="1" sz="5700">
                <a:solidFill>
                  <a:srgbClr val="181716"/>
                </a:solidFill>
                <a:latin typeface="Montserrat"/>
              </a:rPr>
              <a:t>"[KEYWORD]"</a:t>
            </a:r>
          </a:p>
        </p:txBody>
      </p:sp>
      <p:sp>
        <p:nvSpPr>
          <p:cNvPr id="6" name="TEXT: [Product name]"/>
          <p:cNvSpPr/>
          <p:nvPr/>
        </p:nvSpPr>
        <p:spPr>
          <a:xfrm rot="120000">
            <a:off x="2838450" y="11901488"/>
            <a:ext cx="4610100" cy="771525"/>
          </a:xfrm>
          <a:prstGeom prst="rect">
            <a:avLst/>
          </a:prstGeom>
          <a:solidFill>
            <a:srgbClr val="F7E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9352" rIns="149352" tIns="64008" bIns="64008"/>
          <a:lstStyle/>
          <a:p>
            <a:pPr algn="ctr">
              <a:lnSpc>
                <a:spcPts val="5123"/>
              </a:lnSpc>
            </a:pPr>
            <a:r>
              <a:rPr b="1" sz="4200">
                <a:solidFill>
                  <a:srgbClr val="181716"/>
                </a:solidFill>
                <a:latin typeface="Montserrat"/>
              </a:rPr>
              <a:t>[Product name]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