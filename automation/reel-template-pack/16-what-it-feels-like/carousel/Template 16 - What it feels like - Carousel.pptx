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0287000" cy="1371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1. Hook. Swap in a photo of your product being squeezed or touched. Edit [my velvet throw].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2. Second hook: Instagram often shows a carousel starting on slide 2, so this one works as a cover on its own. No photo needed. Edit both [bracket] 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3. Close-up 1: swap in its photo and type the feeling.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4. Swap in a screenshot or still of the satisfying clip for the phone screen. Edit the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5. Close-up 2: swap in its photo and type the feeling.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6. The three feelings: a photo and a word for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7. Swap in a photo of the whole product. Type its name.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8. Swap in a photo of your product. Type your keyword. Caption to start from (CTA in the first two sentences, 3 hashtags): Comment [KEYWORD] and I will send you [the link]. [One line of real context: who it helps or how you use it.] #[tag] #[tag] #[tag]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Relationship Id="rId4" Type="http://schemas.openxmlformats.org/officeDocument/2006/relationships/image" Target="../media/image6.jp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png"/><Relationship Id="rId4" Type="http://schemas.openxmlformats.org/officeDocument/2006/relationships/image" Target="../media/image8.jpg"/><Relationship Id="rId5" Type="http://schemas.openxmlformats.org/officeDocument/2006/relationships/image" Target="../media/image9.png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0.png"/><Relationship Id="rId4" Type="http://schemas.openxmlformats.org/officeDocument/2006/relationships/image" Target="../media/image11.jpg"/><Relationship Id="rId5" Type="http://schemas.openxmlformats.org/officeDocument/2006/relationships/image" Target="../media/image12.png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3.png"/><Relationship Id="rId4" Type="http://schemas.openxmlformats.org/officeDocument/2006/relationships/image" Target="../media/image14.jpg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3" name="PHOTO: The feel (fills the page)"/>
          <p:cNvSpPr/>
          <p:nvPr/>
        </p:nvSpPr>
        <p:spPr>
          <a:xfrm rot="0">
            <a:off x="0" y="0"/>
            <a:ext cx="10287000" cy="13716000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</p:spPr>
      </p:sp>
      <p:pic>
        <p:nvPicPr>
          <p:cNvPr id="4" name="bubble wrap" descr="0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5" name="LETTERING: what it"/>
          <p:cNvSpPr txBox="1"/>
          <p:nvPr/>
        </p:nvSpPr>
        <p:spPr>
          <a:xfrm rot="120000">
            <a:off x="1423988" y="1181100"/>
            <a:ext cx="5343525" cy="18288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0" i="0">
                <a:solidFill>
                  <a:srgbClr val="FFFFFF"/>
                </a:solidFill>
                <a:latin typeface="DM Serif Display"/>
              </a:rPr>
              <a:t>what </a:t>
            </a:r>
            <a:r>
              <a:rPr sz="12000" i="0">
                <a:solidFill>
                  <a:srgbClr val="FFFFFF"/>
                </a:solidFill>
                <a:latin typeface="DM Serif Display"/>
              </a:rPr>
              <a:t>it</a:t>
            </a:r>
          </a:p>
        </p:txBody>
      </p:sp>
      <p:sp>
        <p:nvSpPr>
          <p:cNvPr id="6" name="LETTERING: feels like"/>
          <p:cNvSpPr txBox="1"/>
          <p:nvPr/>
        </p:nvSpPr>
        <p:spPr>
          <a:xfrm rot="120000">
            <a:off x="747712" y="2609850"/>
            <a:ext cx="8410575" cy="24003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750" i="0">
                <a:solidFill>
                  <a:srgbClr val="FFFFFF"/>
                </a:solidFill>
                <a:latin typeface="DM Serif Display"/>
              </a:rPr>
              <a:t>feels </a:t>
            </a:r>
            <a:r>
              <a:rPr sz="15750" i="1">
                <a:solidFill>
                  <a:srgbClr val="FFFFFF"/>
                </a:solidFill>
                <a:latin typeface="DM Serif Display"/>
              </a:rPr>
              <a:t>like</a:t>
            </a:r>
          </a:p>
        </p:txBody>
      </p:sp>
      <p:sp>
        <p:nvSpPr>
          <p:cNvPr id="7" name="TEXT: [my velvet throw]"/>
          <p:cNvSpPr/>
          <p:nvPr/>
        </p:nvSpPr>
        <p:spPr>
          <a:xfrm rot="21480000">
            <a:off x="528638" y="4905375"/>
            <a:ext cx="5800725" cy="857250"/>
          </a:xfrm>
          <a:prstGeom prst="rect">
            <a:avLst/>
          </a:prstGeom>
          <a:solidFill>
            <a:srgbClr val="F7E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5354" rIns="165354" tIns="70866" bIns="70866"/>
          <a:lstStyle/>
          <a:p>
            <a:pPr algn="l">
              <a:lnSpc>
                <a:spcPts val="5673"/>
              </a:lnSpc>
            </a:pPr>
            <a:r>
              <a:rPr b="1" sz="4650">
                <a:solidFill>
                  <a:srgbClr val="181716"/>
                </a:solidFill>
                <a:latin typeface="Montserrat"/>
              </a:rPr>
              <a:t>[my velvet throw]</a:t>
            </a:r>
          </a:p>
        </p:txBody>
      </p:sp>
      <p:sp>
        <p:nvSpPr>
          <p:cNvPr id="8" name="GUIDE (delete)"/>
          <p:cNvSpPr/>
          <p:nvPr/>
        </p:nvSpPr>
        <p:spPr>
          <a:xfrm>
            <a:off x="1352550" y="13063538"/>
            <a:ext cx="7581900" cy="3524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9342" rIns="69342" tIns="29718" bIns="29718"/>
          <a:lstStyle/>
          <a:p>
            <a:pPr algn="ctr">
              <a:lnSpc>
                <a:spcPts val="2379"/>
              </a:lnSpc>
            </a:pPr>
            <a:r>
              <a:rPr b="1" sz="1950">
                <a:solidFill>
                  <a:srgbClr val="FFFFFF"/>
                </a:solidFill>
                <a:latin typeface="Montserrat"/>
              </a:rPr>
              <a:t>Everything blue is a guide. Delete it before you download.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bubble wrap" descr="0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360000">
            <a:off x="1581150" y="4248150"/>
            <a:ext cx="7124700" cy="7124700"/>
          </a:xfrm>
          <a:prstGeom prst="rect">
            <a:avLst/>
          </a:prstGeom>
        </p:spPr>
      </p:pic>
      <p:sp>
        <p:nvSpPr>
          <p:cNvPr id="4" name="TEXT: [you can't touch it through a screen]"/>
          <p:cNvSpPr/>
          <p:nvPr/>
        </p:nvSpPr>
        <p:spPr>
          <a:xfrm rot="120000">
            <a:off x="2114550" y="1171575"/>
            <a:ext cx="7581900" cy="2038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13360" rIns="213360" tIns="91440" bIns="91440"/>
          <a:lstStyle/>
          <a:p>
            <a:pPr algn="r">
              <a:lnSpc>
                <a:spcPts val="7319"/>
              </a:lnSpc>
            </a:pPr>
            <a:r>
              <a:rPr b="1" sz="6000">
                <a:solidFill>
                  <a:srgbClr val="181716"/>
                </a:solidFill>
                <a:latin typeface="Montserrat"/>
              </a:rPr>
              <a:t>[you can't touch it</a:t>
            </a:r>
          </a:p>
          <a:p>
            <a:pPr algn="r">
              <a:lnSpc>
                <a:spcPts val="7319"/>
              </a:lnSpc>
            </a:pPr>
            <a:r>
              <a:rPr b="1" sz="6000">
                <a:solidFill>
                  <a:srgbClr val="181716"/>
                </a:solidFill>
                <a:latin typeface="Montserrat"/>
              </a:rPr>
              <a:t>through a screen]</a:t>
            </a:r>
          </a:p>
        </p:txBody>
      </p:sp>
      <p:sp>
        <p:nvSpPr>
          <p:cNvPr id="5" name="TEXT: [so here's how it feels]"/>
          <p:cNvSpPr/>
          <p:nvPr/>
        </p:nvSpPr>
        <p:spPr>
          <a:xfrm rot="120000">
            <a:off x="133350" y="12349162"/>
            <a:ext cx="697230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0020" rIns="160020" tIns="68580" bIns="68580"/>
          <a:lstStyle/>
          <a:p>
            <a:pPr algn="l">
              <a:lnSpc>
                <a:spcPts val="5490"/>
              </a:lnSpc>
            </a:pPr>
            <a:r>
              <a:rPr b="1" sz="4500">
                <a:solidFill>
                  <a:srgbClr val="181716"/>
                </a:solidFill>
                <a:latin typeface="Montserrat"/>
              </a:rPr>
              <a:t>[so here's how it feels]</a:t>
            </a:r>
          </a:p>
        </p:txBody>
      </p:sp>
      <p:sp>
        <p:nvSpPr>
          <p:cNvPr id="6" name="arrow"/>
          <p:cNvSpPr/>
          <p:nvPr/>
        </p:nvSpPr>
        <p:spPr>
          <a:xfrm rot="120000">
            <a:off x="7620000" y="12477750"/>
            <a:ext cx="1524000" cy="476250"/>
          </a:xfrm>
          <a:custGeom>
            <a:avLst/>
            <a:gdLst/>
            <a:ahLst/>
            <a:cxnLst/>
            <a:rect l="0" t="0" r="r" b="b"/>
            <a:pathLst>
              <a:path w="1524000" h="476250">
                <a:moveTo>
                  <a:pt x="1185387" y="467492"/>
                </a:moveTo>
                <a:cubicBezTo>
                  <a:pt x="1188364" y="462676"/>
                  <a:pt x="1184331" y="452267"/>
                  <a:pt x="1176425" y="444360"/>
                </a:cubicBezTo>
                <a:cubicBezTo>
                  <a:pt x="1151690" y="419625"/>
                  <a:pt x="1163076" y="403945"/>
                  <a:pt x="1281112" y="300189"/>
                </a:cubicBezTo>
                <a:lnTo>
                  <a:pt x="1309687" y="275071"/>
                </a:lnTo>
                <a:lnTo>
                  <a:pt x="1257300" y="280184"/>
                </a:lnTo>
                <a:cubicBezTo>
                  <a:pt x="1228486" y="282997"/>
                  <a:pt x="1052750" y="287754"/>
                  <a:pt x="866775" y="290756"/>
                </a:cubicBezTo>
                <a:cubicBezTo>
                  <a:pt x="680799" y="293757"/>
                  <a:pt x="500776" y="297883"/>
                  <a:pt x="466725" y="299923"/>
                </a:cubicBezTo>
                <a:cubicBezTo>
                  <a:pt x="239988" y="313507"/>
                  <a:pt x="59446" y="316221"/>
                  <a:pt x="53214" y="306138"/>
                </a:cubicBezTo>
                <a:cubicBezTo>
                  <a:pt x="49522" y="300163"/>
                  <a:pt x="34966" y="294777"/>
                  <a:pt x="20869" y="294170"/>
                </a:cubicBezTo>
                <a:cubicBezTo>
                  <a:pt x="4742" y="293474"/>
                  <a:pt x="1418" y="291449"/>
                  <a:pt x="11906" y="288709"/>
                </a:cubicBezTo>
                <a:cubicBezTo>
                  <a:pt x="33589" y="283042"/>
                  <a:pt x="34000" y="247650"/>
                  <a:pt x="12382" y="247650"/>
                </a:cubicBezTo>
                <a:cubicBezTo>
                  <a:pt x="-9981" y="247650"/>
                  <a:pt x="7307" y="234799"/>
                  <a:pt x="47625" y="221454"/>
                </a:cubicBezTo>
                <a:cubicBezTo>
                  <a:pt x="74781" y="212466"/>
                  <a:pt x="280115" y="193473"/>
                  <a:pt x="357187" y="192821"/>
                </a:cubicBezTo>
                <a:cubicBezTo>
                  <a:pt x="466833" y="191892"/>
                  <a:pt x="976885" y="178974"/>
                  <a:pt x="1009650" y="176296"/>
                </a:cubicBezTo>
                <a:cubicBezTo>
                  <a:pt x="1033224" y="174369"/>
                  <a:pt x="1107633" y="172490"/>
                  <a:pt x="1175004" y="172121"/>
                </a:cubicBezTo>
                <a:lnTo>
                  <a:pt x="1297495" y="171450"/>
                </a:lnTo>
                <a:lnTo>
                  <a:pt x="1241679" y="130240"/>
                </a:lnTo>
                <a:cubicBezTo>
                  <a:pt x="1187482" y="90228"/>
                  <a:pt x="1153224" y="57150"/>
                  <a:pt x="1165981" y="57150"/>
                </a:cubicBezTo>
                <a:cubicBezTo>
                  <a:pt x="1169426" y="57149"/>
                  <a:pt x="1167635" y="48536"/>
                  <a:pt x="1162001" y="38009"/>
                </a:cubicBezTo>
                <a:cubicBezTo>
                  <a:pt x="1148313" y="12432"/>
                  <a:pt x="1189813" y="-6153"/>
                  <a:pt x="1222204" y="11046"/>
                </a:cubicBezTo>
                <a:cubicBezTo>
                  <a:pt x="1267800" y="35258"/>
                  <a:pt x="1491763" y="189217"/>
                  <a:pt x="1508264" y="207692"/>
                </a:cubicBezTo>
                <a:cubicBezTo>
                  <a:pt x="1531350" y="233540"/>
                  <a:pt x="1528326" y="237299"/>
                  <a:pt x="1420660" y="316580"/>
                </a:cubicBezTo>
                <a:cubicBezTo>
                  <a:pt x="1370102" y="353808"/>
                  <a:pt x="1305834" y="402826"/>
                  <a:pt x="1277842" y="425509"/>
                </a:cubicBezTo>
                <a:cubicBezTo>
                  <a:pt x="1249850" y="448192"/>
                  <a:pt x="1223357" y="464531"/>
                  <a:pt x="1218969" y="461819"/>
                </a:cubicBezTo>
                <a:cubicBezTo>
                  <a:pt x="1214581" y="459108"/>
                  <a:pt x="1208299" y="461245"/>
                  <a:pt x="1205008" y="466569"/>
                </a:cubicBezTo>
                <a:cubicBezTo>
                  <a:pt x="1201717" y="471893"/>
                  <a:pt x="1194739" y="476250"/>
                  <a:pt x="1189500" y="476250"/>
                </a:cubicBezTo>
                <a:cubicBezTo>
                  <a:pt x="1184261" y="476250"/>
                  <a:pt x="1182411" y="472309"/>
                  <a:pt x="1185387" y="467492"/>
                </a:cubicBezTo>
                <a:close/>
              </a:path>
            </a:pathLst>
          </a:custGeom>
          <a:solidFill>
            <a:srgbClr val="7A1732"/>
          </a:solid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3" name="PHOTO: Close-up 1 (fills the page)"/>
          <p:cNvSpPr/>
          <p:nvPr/>
        </p:nvSpPr>
        <p:spPr>
          <a:xfrm rot="0">
            <a:off x="0" y="0"/>
            <a:ext cx="10287000" cy="13716000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4" name="TEXT: [soft]"/>
          <p:cNvSpPr/>
          <p:nvPr/>
        </p:nvSpPr>
        <p:spPr>
          <a:xfrm rot="180000">
            <a:off x="1081088" y="10053638"/>
            <a:ext cx="4124325" cy="1800225"/>
          </a:xfrm>
          <a:prstGeom prst="rect">
            <a:avLst/>
          </a:prstGeom>
          <a:solidFill>
            <a:srgbClr val="F7E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46710" rIns="346710" tIns="148590" bIns="148590"/>
          <a:lstStyle/>
          <a:p>
            <a:pPr algn="l">
              <a:lnSpc>
                <a:spcPts val="11894"/>
              </a:lnSpc>
            </a:pPr>
            <a:r>
              <a:rPr b="1" sz="9750">
                <a:solidFill>
                  <a:srgbClr val="181716"/>
                </a:solidFill>
                <a:latin typeface="Montserrat"/>
              </a:rPr>
              <a:t>[soft]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3" name="burst"/>
          <p:cNvSpPr/>
          <p:nvPr/>
        </p:nvSpPr>
        <p:spPr>
          <a:xfrm rot="0">
            <a:off x="666750" y="3371850"/>
            <a:ext cx="9334500" cy="8496300"/>
          </a:xfrm>
          <a:custGeom>
            <a:avLst/>
            <a:gdLst/>
            <a:ahLst/>
            <a:cxnLst/>
            <a:rect l="0" t="0" r="r" b="b"/>
            <a:pathLst>
              <a:path w="9334500" h="8496300">
                <a:moveTo>
                  <a:pt x="4667000" y="8470288"/>
                </a:moveTo>
                <a:cubicBezTo>
                  <a:pt x="4656600" y="8463003"/>
                  <a:pt x="4641636" y="8444562"/>
                  <a:pt x="4633748" y="8429306"/>
                </a:cubicBezTo>
                <a:cubicBezTo>
                  <a:pt x="4621527" y="8405675"/>
                  <a:pt x="4615307" y="8402389"/>
                  <a:pt x="4591719" y="8407107"/>
                </a:cubicBezTo>
                <a:cubicBezTo>
                  <a:pt x="4549921" y="8415466"/>
                  <a:pt x="4529518" y="8370849"/>
                  <a:pt x="4537254" y="8288005"/>
                </a:cubicBezTo>
                <a:cubicBezTo>
                  <a:pt x="4541214" y="8245599"/>
                  <a:pt x="4539356" y="8221889"/>
                  <a:pt x="4531314" y="8212206"/>
                </a:cubicBezTo>
                <a:cubicBezTo>
                  <a:pt x="4505137" y="8180685"/>
                  <a:pt x="4510172" y="7925991"/>
                  <a:pt x="4557618" y="6881812"/>
                </a:cubicBezTo>
                <a:cubicBezTo>
                  <a:pt x="4562193" y="6781129"/>
                  <a:pt x="4565887" y="6726762"/>
                  <a:pt x="4590298" y="6400800"/>
                </a:cubicBezTo>
                <a:cubicBezTo>
                  <a:pt x="4599532" y="6277501"/>
                  <a:pt x="4617112" y="6121559"/>
                  <a:pt x="4634322" y="6010275"/>
                </a:cubicBezTo>
                <a:cubicBezTo>
                  <a:pt x="4639515" y="5976694"/>
                  <a:pt x="4664194" y="5867979"/>
                  <a:pt x="4674158" y="5834791"/>
                </a:cubicBezTo>
                <a:cubicBezTo>
                  <a:pt x="4685308" y="5797650"/>
                  <a:pt x="4710054" y="5781990"/>
                  <a:pt x="4727732" y="5800886"/>
                </a:cubicBezTo>
                <a:cubicBezTo>
                  <a:pt x="4765009" y="5840732"/>
                  <a:pt x="4827972" y="6119618"/>
                  <a:pt x="4828872" y="6248876"/>
                </a:cubicBezTo>
                <a:cubicBezTo>
                  <a:pt x="4829039" y="6272712"/>
                  <a:pt x="4833044" y="6296286"/>
                  <a:pt x="4837773" y="6301263"/>
                </a:cubicBezTo>
                <a:cubicBezTo>
                  <a:pt x="4846324" y="6310262"/>
                  <a:pt x="4860314" y="6450487"/>
                  <a:pt x="4877163" y="6696075"/>
                </a:cubicBezTo>
                <a:cubicBezTo>
                  <a:pt x="4882015" y="6766798"/>
                  <a:pt x="4890189" y="6863238"/>
                  <a:pt x="4895327" y="6910387"/>
                </a:cubicBezTo>
                <a:cubicBezTo>
                  <a:pt x="4906281" y="7010908"/>
                  <a:pt x="4911304" y="8172567"/>
                  <a:pt x="4901237" y="8277225"/>
                </a:cubicBezTo>
                <a:cubicBezTo>
                  <a:pt x="4897458" y="8316515"/>
                  <a:pt x="4890413" y="8352734"/>
                  <a:pt x="4885583" y="8357711"/>
                </a:cubicBezTo>
                <a:cubicBezTo>
                  <a:pt x="4880752" y="8362688"/>
                  <a:pt x="4876800" y="8373897"/>
                  <a:pt x="4876800" y="8382620"/>
                </a:cubicBezTo>
                <a:cubicBezTo>
                  <a:pt x="4876800" y="8413887"/>
                  <a:pt x="4838314" y="8450643"/>
                  <a:pt x="4812389" y="8444136"/>
                </a:cubicBezTo>
                <a:cubicBezTo>
                  <a:pt x="4795917" y="8440002"/>
                  <a:pt x="4782374" y="8443832"/>
                  <a:pt x="4768401" y="8456576"/>
                </a:cubicBezTo>
                <a:cubicBezTo>
                  <a:pt x="4742247" y="8480429"/>
                  <a:pt x="4691313" y="8487317"/>
                  <a:pt x="4667000" y="8470288"/>
                </a:cubicBezTo>
                <a:close/>
                <a:moveTo>
                  <a:pt x="1201165" y="7325554"/>
                </a:moveTo>
                <a:cubicBezTo>
                  <a:pt x="1193062" y="7320423"/>
                  <a:pt x="1190052" y="7308892"/>
                  <a:pt x="1193437" y="7295949"/>
                </a:cubicBezTo>
                <a:cubicBezTo>
                  <a:pt x="1198655" y="7275996"/>
                  <a:pt x="1196663" y="7275059"/>
                  <a:pt x="1159610" y="7280029"/>
                </a:cubicBezTo>
                <a:cubicBezTo>
                  <a:pt x="1086320" y="7289859"/>
                  <a:pt x="1051225" y="7249446"/>
                  <a:pt x="1091493" y="7201590"/>
                </a:cubicBezTo>
                <a:cubicBezTo>
                  <a:pt x="1105037" y="7185494"/>
                  <a:pt x="1122166" y="7172325"/>
                  <a:pt x="1129559" y="7172325"/>
                </a:cubicBezTo>
                <a:cubicBezTo>
                  <a:pt x="1136951" y="7172325"/>
                  <a:pt x="1143000" y="7165895"/>
                  <a:pt x="1143000" y="7158037"/>
                </a:cubicBezTo>
                <a:cubicBezTo>
                  <a:pt x="1143000" y="7150179"/>
                  <a:pt x="1148000" y="7143750"/>
                  <a:pt x="1154112" y="7143750"/>
                </a:cubicBezTo>
                <a:cubicBezTo>
                  <a:pt x="1160224" y="7143750"/>
                  <a:pt x="1162501" y="7141026"/>
                  <a:pt x="1159172" y="7137697"/>
                </a:cubicBezTo>
                <a:cubicBezTo>
                  <a:pt x="1155843" y="7134368"/>
                  <a:pt x="1142420" y="7138654"/>
                  <a:pt x="1129344" y="7147222"/>
                </a:cubicBezTo>
                <a:cubicBezTo>
                  <a:pt x="1064827" y="7189495"/>
                  <a:pt x="1045435" y="7144549"/>
                  <a:pt x="1098372" y="7075434"/>
                </a:cubicBezTo>
                <a:cubicBezTo>
                  <a:pt x="1123701" y="7042364"/>
                  <a:pt x="1135827" y="7034212"/>
                  <a:pt x="1159685" y="7034212"/>
                </a:cubicBezTo>
                <a:cubicBezTo>
                  <a:pt x="1180557" y="7034212"/>
                  <a:pt x="1210905" y="7018710"/>
                  <a:pt x="1261462" y="6982222"/>
                </a:cubicBezTo>
                <a:cubicBezTo>
                  <a:pt x="1344206" y="6922504"/>
                  <a:pt x="1344811" y="6921689"/>
                  <a:pt x="1300162" y="6930065"/>
                </a:cubicBezTo>
                <a:cubicBezTo>
                  <a:pt x="1206350" y="6947665"/>
                  <a:pt x="1327283" y="6839014"/>
                  <a:pt x="1742889" y="6532307"/>
                </a:cubicBezTo>
                <a:cubicBezTo>
                  <a:pt x="1766362" y="6514985"/>
                  <a:pt x="1792079" y="6495483"/>
                  <a:pt x="1800039" y="6488970"/>
                </a:cubicBezTo>
                <a:cubicBezTo>
                  <a:pt x="1807999" y="6482456"/>
                  <a:pt x="1827988" y="6467454"/>
                  <a:pt x="1844458" y="6455632"/>
                </a:cubicBezTo>
                <a:cubicBezTo>
                  <a:pt x="1860928" y="6443810"/>
                  <a:pt x="1924413" y="6395561"/>
                  <a:pt x="1985536" y="6348412"/>
                </a:cubicBezTo>
                <a:cubicBezTo>
                  <a:pt x="2046658" y="6301263"/>
                  <a:pt x="2108992" y="6254115"/>
                  <a:pt x="2124056" y="6243637"/>
                </a:cubicBezTo>
                <a:cubicBezTo>
                  <a:pt x="2139119" y="6233160"/>
                  <a:pt x="2203979" y="6186011"/>
                  <a:pt x="2268188" y="6138862"/>
                </a:cubicBezTo>
                <a:cubicBezTo>
                  <a:pt x="2404613" y="6038685"/>
                  <a:pt x="2554908" y="5931681"/>
                  <a:pt x="2595562" y="5905782"/>
                </a:cubicBezTo>
                <a:cubicBezTo>
                  <a:pt x="2611278" y="5895771"/>
                  <a:pt x="2628423" y="5883919"/>
                  <a:pt x="2633662" y="5879446"/>
                </a:cubicBezTo>
                <a:cubicBezTo>
                  <a:pt x="2657881" y="5858766"/>
                  <a:pt x="2930818" y="5676900"/>
                  <a:pt x="2937634" y="5676900"/>
                </a:cubicBezTo>
                <a:cubicBezTo>
                  <a:pt x="2939831" y="5676900"/>
                  <a:pt x="2973063" y="5655886"/>
                  <a:pt x="3011483" y="5630202"/>
                </a:cubicBezTo>
                <a:cubicBezTo>
                  <a:pt x="3143273" y="5542099"/>
                  <a:pt x="3442144" y="5386845"/>
                  <a:pt x="3463891" y="5395190"/>
                </a:cubicBezTo>
                <a:cubicBezTo>
                  <a:pt x="3494862" y="5407075"/>
                  <a:pt x="3487207" y="5430677"/>
                  <a:pt x="3432444" y="5492155"/>
                </a:cubicBezTo>
                <a:cubicBezTo>
                  <a:pt x="3401736" y="5526628"/>
                  <a:pt x="3356761" y="5581226"/>
                  <a:pt x="3332498" y="5613485"/>
                </a:cubicBezTo>
                <a:cubicBezTo>
                  <a:pt x="3308236" y="5645744"/>
                  <a:pt x="3252771" y="5704284"/>
                  <a:pt x="3209243" y="5743575"/>
                </a:cubicBezTo>
                <a:cubicBezTo>
                  <a:pt x="3165716" y="5782865"/>
                  <a:pt x="3104128" y="5841026"/>
                  <a:pt x="3072382" y="5872821"/>
                </a:cubicBezTo>
                <a:cubicBezTo>
                  <a:pt x="3040636" y="5904616"/>
                  <a:pt x="2970728" y="5968285"/>
                  <a:pt x="2917031" y="6014307"/>
                </a:cubicBezTo>
                <a:cubicBezTo>
                  <a:pt x="2863334" y="6060329"/>
                  <a:pt x="2819400" y="6101092"/>
                  <a:pt x="2819400" y="6104890"/>
                </a:cubicBezTo>
                <a:cubicBezTo>
                  <a:pt x="2819400" y="6108689"/>
                  <a:pt x="2768548" y="6152979"/>
                  <a:pt x="2706396" y="6203312"/>
                </a:cubicBezTo>
                <a:cubicBezTo>
                  <a:pt x="2644244" y="6253645"/>
                  <a:pt x="2550970" y="6334744"/>
                  <a:pt x="2499120" y="6383532"/>
                </a:cubicBezTo>
                <a:cubicBezTo>
                  <a:pt x="2394373" y="6482094"/>
                  <a:pt x="2315213" y="6550789"/>
                  <a:pt x="2242109" y="6606566"/>
                </a:cubicBezTo>
                <a:cubicBezTo>
                  <a:pt x="2215349" y="6626982"/>
                  <a:pt x="2155342" y="6676031"/>
                  <a:pt x="2108759" y="6715562"/>
                </a:cubicBezTo>
                <a:cubicBezTo>
                  <a:pt x="1973405" y="6830424"/>
                  <a:pt x="1666255" y="7079731"/>
                  <a:pt x="1616770" y="7114898"/>
                </a:cubicBezTo>
                <a:cubicBezTo>
                  <a:pt x="1573245" y="7145829"/>
                  <a:pt x="1570901" y="7146401"/>
                  <a:pt x="1558301" y="7129169"/>
                </a:cubicBezTo>
                <a:cubicBezTo>
                  <a:pt x="1545795" y="7112066"/>
                  <a:pt x="1542538" y="7113223"/>
                  <a:pt x="1489343" y="7153678"/>
                </a:cubicBezTo>
                <a:cubicBezTo>
                  <a:pt x="1458636" y="7177030"/>
                  <a:pt x="1420653" y="7207904"/>
                  <a:pt x="1404937" y="7222287"/>
                </a:cubicBezTo>
                <a:cubicBezTo>
                  <a:pt x="1389221" y="7236669"/>
                  <a:pt x="1371669" y="7248456"/>
                  <a:pt x="1365932" y="7248480"/>
                </a:cubicBezTo>
                <a:cubicBezTo>
                  <a:pt x="1360196" y="7248505"/>
                  <a:pt x="1347735" y="7257107"/>
                  <a:pt x="1338242" y="7267596"/>
                </a:cubicBezTo>
                <a:cubicBezTo>
                  <a:pt x="1318958" y="7288905"/>
                  <a:pt x="1241712" y="7334329"/>
                  <a:pt x="1225144" y="7334104"/>
                </a:cubicBezTo>
                <a:cubicBezTo>
                  <a:pt x="1219255" y="7334023"/>
                  <a:pt x="1208465" y="7330176"/>
                  <a:pt x="1201165" y="7325554"/>
                </a:cubicBezTo>
                <a:close/>
                <a:moveTo>
                  <a:pt x="7745894" y="7213278"/>
                </a:moveTo>
                <a:lnTo>
                  <a:pt x="7714626" y="7188452"/>
                </a:lnTo>
                <a:lnTo>
                  <a:pt x="7695517" y="7208963"/>
                </a:lnTo>
                <a:cubicBezTo>
                  <a:pt x="7670884" y="7235403"/>
                  <a:pt x="7628307" y="7235480"/>
                  <a:pt x="7604807" y="7209126"/>
                </a:cubicBezTo>
                <a:cubicBezTo>
                  <a:pt x="7594827" y="7197934"/>
                  <a:pt x="7537370" y="7145553"/>
                  <a:pt x="7477125" y="7092724"/>
                </a:cubicBezTo>
                <a:cubicBezTo>
                  <a:pt x="7416879" y="7039895"/>
                  <a:pt x="7346156" y="6976656"/>
                  <a:pt x="7319962" y="6952194"/>
                </a:cubicBezTo>
                <a:cubicBezTo>
                  <a:pt x="7293768" y="6927731"/>
                  <a:pt x="7257405" y="6895459"/>
                  <a:pt x="7239156" y="6880477"/>
                </a:cubicBezTo>
                <a:cubicBezTo>
                  <a:pt x="7220906" y="6865495"/>
                  <a:pt x="7179976" y="6827520"/>
                  <a:pt x="7148200" y="6796087"/>
                </a:cubicBezTo>
                <a:cubicBezTo>
                  <a:pt x="7116424" y="6764655"/>
                  <a:pt x="7026540" y="6681073"/>
                  <a:pt x="6948458" y="6610350"/>
                </a:cubicBezTo>
                <a:cubicBezTo>
                  <a:pt x="6805899" y="6481226"/>
                  <a:pt x="6393884" y="6075593"/>
                  <a:pt x="6314620" y="5986329"/>
                </a:cubicBezTo>
                <a:cubicBezTo>
                  <a:pt x="6219440" y="5879143"/>
                  <a:pt x="6193894" y="5849826"/>
                  <a:pt x="6148408" y="5795582"/>
                </a:cubicBezTo>
                <a:cubicBezTo>
                  <a:pt x="6122226" y="5764358"/>
                  <a:pt x="6087936" y="5726529"/>
                  <a:pt x="6072208" y="5711517"/>
                </a:cubicBezTo>
                <a:cubicBezTo>
                  <a:pt x="6056480" y="5696504"/>
                  <a:pt x="6032896" y="5668047"/>
                  <a:pt x="6019800" y="5648278"/>
                </a:cubicBezTo>
                <a:cubicBezTo>
                  <a:pt x="6006703" y="5628509"/>
                  <a:pt x="5967068" y="5572635"/>
                  <a:pt x="5931723" y="5524114"/>
                </a:cubicBezTo>
                <a:cubicBezTo>
                  <a:pt x="5832374" y="5387730"/>
                  <a:pt x="5881541" y="5369175"/>
                  <a:pt x="6041253" y="5482777"/>
                </a:cubicBezTo>
                <a:cubicBezTo>
                  <a:pt x="6066149" y="5500486"/>
                  <a:pt x="6088948" y="5514975"/>
                  <a:pt x="6091917" y="5514975"/>
                </a:cubicBezTo>
                <a:cubicBezTo>
                  <a:pt x="6101552" y="5514975"/>
                  <a:pt x="6335347" y="5678813"/>
                  <a:pt x="6424221" y="5747846"/>
                </a:cubicBezTo>
                <a:cubicBezTo>
                  <a:pt x="6471780" y="5784787"/>
                  <a:pt x="6527757" y="5827741"/>
                  <a:pt x="6548614" y="5843300"/>
                </a:cubicBezTo>
                <a:cubicBezTo>
                  <a:pt x="6569472" y="5858858"/>
                  <a:pt x="6590823" y="5875047"/>
                  <a:pt x="6596062" y="5879275"/>
                </a:cubicBezTo>
                <a:cubicBezTo>
                  <a:pt x="6601301" y="5883502"/>
                  <a:pt x="6637734" y="5911095"/>
                  <a:pt x="6677025" y="5940591"/>
                </a:cubicBezTo>
                <a:cubicBezTo>
                  <a:pt x="6716315" y="5970086"/>
                  <a:pt x="6780609" y="6020521"/>
                  <a:pt x="6819900" y="6052667"/>
                </a:cubicBezTo>
                <a:cubicBezTo>
                  <a:pt x="6859190" y="6084813"/>
                  <a:pt x="6900386" y="6117358"/>
                  <a:pt x="6911445" y="6124988"/>
                </a:cubicBezTo>
                <a:cubicBezTo>
                  <a:pt x="6922505" y="6132619"/>
                  <a:pt x="6953585" y="6158150"/>
                  <a:pt x="6980513" y="6181725"/>
                </a:cubicBezTo>
                <a:cubicBezTo>
                  <a:pt x="7007441" y="6205299"/>
                  <a:pt x="7057990" y="6248161"/>
                  <a:pt x="7092845" y="6276975"/>
                </a:cubicBezTo>
                <a:cubicBezTo>
                  <a:pt x="7127699" y="6305788"/>
                  <a:pt x="7178058" y="6348872"/>
                  <a:pt x="7204752" y="6372718"/>
                </a:cubicBezTo>
                <a:cubicBezTo>
                  <a:pt x="7231446" y="6396563"/>
                  <a:pt x="7266043" y="6424086"/>
                  <a:pt x="7281633" y="6433879"/>
                </a:cubicBezTo>
                <a:cubicBezTo>
                  <a:pt x="7313247" y="6453737"/>
                  <a:pt x="7473603" y="6587421"/>
                  <a:pt x="7481887" y="6600825"/>
                </a:cubicBezTo>
                <a:cubicBezTo>
                  <a:pt x="7484800" y="6605538"/>
                  <a:pt x="7526712" y="6642707"/>
                  <a:pt x="7575023" y="6683422"/>
                </a:cubicBezTo>
                <a:cubicBezTo>
                  <a:pt x="7757975" y="6837605"/>
                  <a:pt x="7923564" y="7025339"/>
                  <a:pt x="7909329" y="7062436"/>
                </a:cubicBezTo>
                <a:cubicBezTo>
                  <a:pt x="7906127" y="7070778"/>
                  <a:pt x="7895386" y="7081951"/>
                  <a:pt x="7885458" y="7087264"/>
                </a:cubicBezTo>
                <a:cubicBezTo>
                  <a:pt x="7871274" y="7094855"/>
                  <a:pt x="7869474" y="7100785"/>
                  <a:pt x="7877053" y="7114948"/>
                </a:cubicBezTo>
                <a:cubicBezTo>
                  <a:pt x="7896422" y="7151138"/>
                  <a:pt x="7868746" y="7210425"/>
                  <a:pt x="7832483" y="7210425"/>
                </a:cubicBezTo>
                <a:cubicBezTo>
                  <a:pt x="7826914" y="7210425"/>
                  <a:pt x="7817021" y="7216854"/>
                  <a:pt x="7810500" y="7224712"/>
                </a:cubicBezTo>
                <a:cubicBezTo>
                  <a:pt x="7794243" y="7244300"/>
                  <a:pt x="7782304" y="7242188"/>
                  <a:pt x="7745894" y="7213278"/>
                </a:cubicBezTo>
                <a:close/>
                <a:moveTo>
                  <a:pt x="5888260" y="7176515"/>
                </a:moveTo>
                <a:cubicBezTo>
                  <a:pt x="5881397" y="7168742"/>
                  <a:pt x="5871715" y="7164895"/>
                  <a:pt x="5866743" y="7167968"/>
                </a:cubicBezTo>
                <a:cubicBezTo>
                  <a:pt x="5835457" y="7187304"/>
                  <a:pt x="5785502" y="7124446"/>
                  <a:pt x="5733951" y="7000875"/>
                </a:cubicBezTo>
                <a:cubicBezTo>
                  <a:pt x="5717560" y="6961584"/>
                  <a:pt x="5695455" y="6910373"/>
                  <a:pt x="5684828" y="6887073"/>
                </a:cubicBezTo>
                <a:cubicBezTo>
                  <a:pt x="5659711" y="6832001"/>
                  <a:pt x="5615773" y="6713294"/>
                  <a:pt x="5580640" y="6605587"/>
                </a:cubicBezTo>
                <a:cubicBezTo>
                  <a:pt x="5530310" y="6451291"/>
                  <a:pt x="5498208" y="6349156"/>
                  <a:pt x="5486335" y="6305550"/>
                </a:cubicBezTo>
                <a:cubicBezTo>
                  <a:pt x="5479917" y="6281975"/>
                  <a:pt x="5471086" y="6251971"/>
                  <a:pt x="5466711" y="6238875"/>
                </a:cubicBezTo>
                <a:cubicBezTo>
                  <a:pt x="5446605" y="6178687"/>
                  <a:pt x="5428234" y="6084749"/>
                  <a:pt x="5430983" y="6056185"/>
                </a:cubicBezTo>
                <a:cubicBezTo>
                  <a:pt x="5435790" y="6006244"/>
                  <a:pt x="5459822" y="6011476"/>
                  <a:pt x="5506870" y="6072705"/>
                </a:cubicBezTo>
                <a:cubicBezTo>
                  <a:pt x="5529663" y="6102368"/>
                  <a:pt x="5563856" y="6145814"/>
                  <a:pt x="5582855" y="6169252"/>
                </a:cubicBezTo>
                <a:cubicBezTo>
                  <a:pt x="5601853" y="6192690"/>
                  <a:pt x="5633937" y="6242039"/>
                  <a:pt x="5654152" y="6278917"/>
                </a:cubicBezTo>
                <a:cubicBezTo>
                  <a:pt x="5674367" y="6315794"/>
                  <a:pt x="5696698" y="6348190"/>
                  <a:pt x="5703778" y="6350907"/>
                </a:cubicBezTo>
                <a:cubicBezTo>
                  <a:pt x="5710858" y="6353623"/>
                  <a:pt x="5741849" y="6406883"/>
                  <a:pt x="5772647" y="6469260"/>
                </a:cubicBezTo>
                <a:cubicBezTo>
                  <a:pt x="5803445" y="6531638"/>
                  <a:pt x="5837364" y="6594921"/>
                  <a:pt x="5848021" y="6609889"/>
                </a:cubicBezTo>
                <a:cubicBezTo>
                  <a:pt x="5858679" y="6624857"/>
                  <a:pt x="5867400" y="6640434"/>
                  <a:pt x="5867400" y="6644505"/>
                </a:cubicBezTo>
                <a:cubicBezTo>
                  <a:pt x="5867400" y="6648576"/>
                  <a:pt x="5887019" y="6692920"/>
                  <a:pt x="5910998" y="6743047"/>
                </a:cubicBezTo>
                <a:cubicBezTo>
                  <a:pt x="5965755" y="6857514"/>
                  <a:pt x="5966583" y="6859459"/>
                  <a:pt x="5992437" y="6934200"/>
                </a:cubicBezTo>
                <a:cubicBezTo>
                  <a:pt x="6004216" y="6968251"/>
                  <a:pt x="6019878" y="7005615"/>
                  <a:pt x="6027241" y="7017230"/>
                </a:cubicBezTo>
                <a:cubicBezTo>
                  <a:pt x="6050666" y="7054178"/>
                  <a:pt x="6025856" y="7153275"/>
                  <a:pt x="5993181" y="7153275"/>
                </a:cubicBezTo>
                <a:cubicBezTo>
                  <a:pt x="5984148" y="7153275"/>
                  <a:pt x="5971403" y="7161847"/>
                  <a:pt x="5964860" y="7172325"/>
                </a:cubicBezTo>
                <a:cubicBezTo>
                  <a:pt x="5950748" y="7194921"/>
                  <a:pt x="5906638" y="7197335"/>
                  <a:pt x="5888260" y="7176515"/>
                </a:cubicBezTo>
                <a:close/>
                <a:moveTo>
                  <a:pt x="3201788" y="7132385"/>
                </a:moveTo>
                <a:cubicBezTo>
                  <a:pt x="3173709" y="7114510"/>
                  <a:pt x="3170449" y="7108288"/>
                  <a:pt x="3174875" y="7081016"/>
                </a:cubicBezTo>
                <a:cubicBezTo>
                  <a:pt x="3178388" y="7059366"/>
                  <a:pt x="3175809" y="7048412"/>
                  <a:pt x="3166343" y="7044779"/>
                </a:cubicBezTo>
                <a:cubicBezTo>
                  <a:pt x="3143892" y="7036164"/>
                  <a:pt x="3150920" y="6999269"/>
                  <a:pt x="3186136" y="6940866"/>
                </a:cubicBezTo>
                <a:cubicBezTo>
                  <a:pt x="3204459" y="6910481"/>
                  <a:pt x="3219450" y="6879348"/>
                  <a:pt x="3219450" y="6871681"/>
                </a:cubicBezTo>
                <a:cubicBezTo>
                  <a:pt x="3219450" y="6864014"/>
                  <a:pt x="3223375" y="6850298"/>
                  <a:pt x="3228174" y="6841202"/>
                </a:cubicBezTo>
                <a:cubicBezTo>
                  <a:pt x="3232972" y="6832105"/>
                  <a:pt x="3243713" y="6809660"/>
                  <a:pt x="3252043" y="6791325"/>
                </a:cubicBezTo>
                <a:cubicBezTo>
                  <a:pt x="3260373" y="6772989"/>
                  <a:pt x="3282101" y="6734413"/>
                  <a:pt x="3300328" y="6705600"/>
                </a:cubicBezTo>
                <a:cubicBezTo>
                  <a:pt x="3318554" y="6676786"/>
                  <a:pt x="3340754" y="6639282"/>
                  <a:pt x="3349660" y="6622256"/>
                </a:cubicBezTo>
                <a:cubicBezTo>
                  <a:pt x="3358566" y="6605230"/>
                  <a:pt x="3369345" y="6591300"/>
                  <a:pt x="3373614" y="6591300"/>
                </a:cubicBezTo>
                <a:cubicBezTo>
                  <a:pt x="3377882" y="6591300"/>
                  <a:pt x="3381375" y="6586908"/>
                  <a:pt x="3381375" y="6581541"/>
                </a:cubicBezTo>
                <a:cubicBezTo>
                  <a:pt x="3381375" y="6567860"/>
                  <a:pt x="3456763" y="6449945"/>
                  <a:pt x="3471053" y="6441274"/>
                </a:cubicBezTo>
                <a:cubicBezTo>
                  <a:pt x="3477523" y="6437349"/>
                  <a:pt x="3502130" y="6404048"/>
                  <a:pt x="3525736" y="6367272"/>
                </a:cubicBezTo>
                <a:cubicBezTo>
                  <a:pt x="3572627" y="6294220"/>
                  <a:pt x="3626185" y="6221558"/>
                  <a:pt x="3666010" y="6176962"/>
                </a:cubicBezTo>
                <a:cubicBezTo>
                  <a:pt x="3680045" y="6161246"/>
                  <a:pt x="3698384" y="6138521"/>
                  <a:pt x="3706763" y="6126462"/>
                </a:cubicBezTo>
                <a:cubicBezTo>
                  <a:pt x="3735814" y="6084652"/>
                  <a:pt x="3821119" y="6000750"/>
                  <a:pt x="3834576" y="6000750"/>
                </a:cubicBezTo>
                <a:cubicBezTo>
                  <a:pt x="3842972" y="6000750"/>
                  <a:pt x="3848111" y="6010682"/>
                  <a:pt x="3848130" y="6026943"/>
                </a:cubicBezTo>
                <a:cubicBezTo>
                  <a:pt x="3848162" y="6054859"/>
                  <a:pt x="3814192" y="6184921"/>
                  <a:pt x="3799653" y="6212552"/>
                </a:cubicBezTo>
                <a:cubicBezTo>
                  <a:pt x="3794866" y="6221648"/>
                  <a:pt x="3790950" y="6235637"/>
                  <a:pt x="3790950" y="6243637"/>
                </a:cubicBezTo>
                <a:cubicBezTo>
                  <a:pt x="3790950" y="6251637"/>
                  <a:pt x="3787189" y="6265626"/>
                  <a:pt x="3782594" y="6274722"/>
                </a:cubicBezTo>
                <a:cubicBezTo>
                  <a:pt x="3777998" y="6283819"/>
                  <a:pt x="3768920" y="6308407"/>
                  <a:pt x="3762420" y="6329362"/>
                </a:cubicBezTo>
                <a:cubicBezTo>
                  <a:pt x="3755921" y="6350317"/>
                  <a:pt x="3731669" y="6407274"/>
                  <a:pt x="3708527" y="6455933"/>
                </a:cubicBezTo>
                <a:cubicBezTo>
                  <a:pt x="3685385" y="6504591"/>
                  <a:pt x="3668716" y="6548069"/>
                  <a:pt x="3671485" y="6552550"/>
                </a:cubicBezTo>
                <a:cubicBezTo>
                  <a:pt x="3688109" y="6579447"/>
                  <a:pt x="3532388" y="6886708"/>
                  <a:pt x="3399815" y="7088597"/>
                </a:cubicBezTo>
                <a:cubicBezTo>
                  <a:pt x="3371622" y="7131531"/>
                  <a:pt x="3353858" y="7140733"/>
                  <a:pt x="3286125" y="7147494"/>
                </a:cubicBezTo>
                <a:cubicBezTo>
                  <a:pt x="3243115" y="7151787"/>
                  <a:pt x="3228018" y="7149082"/>
                  <a:pt x="3201788" y="7132385"/>
                </a:cubicBezTo>
                <a:close/>
                <a:moveTo>
                  <a:pt x="1752543" y="5649912"/>
                </a:moveTo>
                <a:cubicBezTo>
                  <a:pt x="1747335" y="5648166"/>
                  <a:pt x="1743075" y="5638522"/>
                  <a:pt x="1743075" y="5628481"/>
                </a:cubicBezTo>
                <a:cubicBezTo>
                  <a:pt x="1743075" y="5618440"/>
                  <a:pt x="1737309" y="5610225"/>
                  <a:pt x="1730263" y="5610225"/>
                </a:cubicBezTo>
                <a:cubicBezTo>
                  <a:pt x="1697949" y="5610225"/>
                  <a:pt x="1669343" y="5535872"/>
                  <a:pt x="1695450" y="5519737"/>
                </a:cubicBezTo>
                <a:cubicBezTo>
                  <a:pt x="1700688" y="5516499"/>
                  <a:pt x="1705137" y="5502316"/>
                  <a:pt x="1705336" y="5488219"/>
                </a:cubicBezTo>
                <a:cubicBezTo>
                  <a:pt x="1705755" y="5458487"/>
                  <a:pt x="1766596" y="5410200"/>
                  <a:pt x="1803638" y="5410200"/>
                </a:cubicBezTo>
                <a:cubicBezTo>
                  <a:pt x="1815853" y="5410200"/>
                  <a:pt x="1834012" y="5401072"/>
                  <a:pt x="1843992" y="5389915"/>
                </a:cubicBezTo>
                <a:cubicBezTo>
                  <a:pt x="1853972" y="5378759"/>
                  <a:pt x="1881417" y="5361310"/>
                  <a:pt x="1904981" y="5351141"/>
                </a:cubicBezTo>
                <a:cubicBezTo>
                  <a:pt x="1928545" y="5340972"/>
                  <a:pt x="1960692" y="5326962"/>
                  <a:pt x="1976418" y="5320008"/>
                </a:cubicBezTo>
                <a:cubicBezTo>
                  <a:pt x="2019419" y="5300994"/>
                  <a:pt x="2196092" y="5233704"/>
                  <a:pt x="2271712" y="5207539"/>
                </a:cubicBezTo>
                <a:cubicBezTo>
                  <a:pt x="2381084" y="5169696"/>
                  <a:pt x="2405475" y="5162550"/>
                  <a:pt x="2425265" y="5162550"/>
                </a:cubicBezTo>
                <a:cubicBezTo>
                  <a:pt x="2435632" y="5162550"/>
                  <a:pt x="2448186" y="5158942"/>
                  <a:pt x="2453163" y="5154532"/>
                </a:cubicBezTo>
                <a:cubicBezTo>
                  <a:pt x="2458140" y="5150122"/>
                  <a:pt x="2487930" y="5141203"/>
                  <a:pt x="2519362" y="5134713"/>
                </a:cubicBezTo>
                <a:cubicBezTo>
                  <a:pt x="2550795" y="5128222"/>
                  <a:pt x="2606516" y="5114081"/>
                  <a:pt x="2643187" y="5103288"/>
                </a:cubicBezTo>
                <a:cubicBezTo>
                  <a:pt x="2796223" y="5058249"/>
                  <a:pt x="2905204" y="5046243"/>
                  <a:pt x="2905009" y="5074443"/>
                </a:cubicBezTo>
                <a:cubicBezTo>
                  <a:pt x="2904900" y="5090289"/>
                  <a:pt x="2726650" y="5219700"/>
                  <a:pt x="2704934" y="5219700"/>
                </a:cubicBezTo>
                <a:cubicBezTo>
                  <a:pt x="2699786" y="5219700"/>
                  <a:pt x="2695575" y="5223374"/>
                  <a:pt x="2695575" y="5227865"/>
                </a:cubicBezTo>
                <a:cubicBezTo>
                  <a:pt x="2695575" y="5232356"/>
                  <a:pt x="2645211" y="5262961"/>
                  <a:pt x="2583656" y="5295876"/>
                </a:cubicBezTo>
                <a:cubicBezTo>
                  <a:pt x="2522100" y="5328791"/>
                  <a:pt x="2448163" y="5371481"/>
                  <a:pt x="2419350" y="5390742"/>
                </a:cubicBezTo>
                <a:cubicBezTo>
                  <a:pt x="2335949" y="5446495"/>
                  <a:pt x="2034215" y="5584972"/>
                  <a:pt x="1919287" y="5620240"/>
                </a:cubicBezTo>
                <a:cubicBezTo>
                  <a:pt x="1898332" y="5626671"/>
                  <a:pt x="1869091" y="5636268"/>
                  <a:pt x="1854306" y="5641568"/>
                </a:cubicBezTo>
                <a:cubicBezTo>
                  <a:pt x="1827408" y="5651211"/>
                  <a:pt x="1770364" y="5655888"/>
                  <a:pt x="1752543" y="5649912"/>
                </a:cubicBezTo>
                <a:close/>
                <a:moveTo>
                  <a:pt x="7406388" y="5627571"/>
                </a:moveTo>
                <a:cubicBezTo>
                  <a:pt x="7396297" y="5621715"/>
                  <a:pt x="7370579" y="5616136"/>
                  <a:pt x="7349238" y="5615174"/>
                </a:cubicBezTo>
                <a:cubicBezTo>
                  <a:pt x="7327898" y="5614212"/>
                  <a:pt x="7280433" y="5599360"/>
                  <a:pt x="7243762" y="5582168"/>
                </a:cubicBezTo>
                <a:cubicBezTo>
                  <a:pt x="7052552" y="5492527"/>
                  <a:pt x="6879000" y="5405437"/>
                  <a:pt x="6853449" y="5386305"/>
                </a:cubicBezTo>
                <a:cubicBezTo>
                  <a:pt x="6837616" y="5374450"/>
                  <a:pt x="6805374" y="5355125"/>
                  <a:pt x="6781800" y="5343361"/>
                </a:cubicBezTo>
                <a:cubicBezTo>
                  <a:pt x="6687720" y="5296414"/>
                  <a:pt x="6440039" y="5120013"/>
                  <a:pt x="6439290" y="5099422"/>
                </a:cubicBezTo>
                <a:cubicBezTo>
                  <a:pt x="6439075" y="5093515"/>
                  <a:pt x="6444404" y="5084114"/>
                  <a:pt x="6451132" y="5078530"/>
                </a:cubicBezTo>
                <a:cubicBezTo>
                  <a:pt x="6464194" y="5067689"/>
                  <a:pt x="6464217" y="5067694"/>
                  <a:pt x="6624637" y="5110375"/>
                </a:cubicBezTo>
                <a:cubicBezTo>
                  <a:pt x="6677025" y="5124313"/>
                  <a:pt x="6734889" y="5139282"/>
                  <a:pt x="6753225" y="5143640"/>
                </a:cubicBezTo>
                <a:cubicBezTo>
                  <a:pt x="6836270" y="5163376"/>
                  <a:pt x="7065784" y="5236428"/>
                  <a:pt x="7110412" y="5257330"/>
                </a:cubicBezTo>
                <a:cubicBezTo>
                  <a:pt x="7120890" y="5262237"/>
                  <a:pt x="7159466" y="5276867"/>
                  <a:pt x="7196137" y="5289842"/>
                </a:cubicBezTo>
                <a:cubicBezTo>
                  <a:pt x="7360908" y="5348141"/>
                  <a:pt x="7438127" y="5387537"/>
                  <a:pt x="7439607" y="5414057"/>
                </a:cubicBezTo>
                <a:cubicBezTo>
                  <a:pt x="7439927" y="5419794"/>
                  <a:pt x="7458143" y="5437498"/>
                  <a:pt x="7480088" y="5453399"/>
                </a:cubicBezTo>
                <a:cubicBezTo>
                  <a:pt x="7516220" y="5479582"/>
                  <a:pt x="7520265" y="5486647"/>
                  <a:pt x="7522931" y="5528227"/>
                </a:cubicBezTo>
                <a:cubicBezTo>
                  <a:pt x="7525927" y="5574939"/>
                  <a:pt x="7508068" y="5610225"/>
                  <a:pt x="7481430" y="5610225"/>
                </a:cubicBezTo>
                <a:cubicBezTo>
                  <a:pt x="7474944" y="5610225"/>
                  <a:pt x="7467170" y="5616654"/>
                  <a:pt x="7464155" y="5624512"/>
                </a:cubicBezTo>
                <a:cubicBezTo>
                  <a:pt x="7457725" y="5641269"/>
                  <a:pt x="7432310" y="5642615"/>
                  <a:pt x="7406388" y="5627571"/>
                </a:cubicBezTo>
                <a:close/>
                <a:moveTo>
                  <a:pt x="8662987" y="4622364"/>
                </a:moveTo>
                <a:cubicBezTo>
                  <a:pt x="8626316" y="4620417"/>
                  <a:pt x="8429148" y="4612940"/>
                  <a:pt x="8224837" y="4605748"/>
                </a:cubicBezTo>
                <a:cubicBezTo>
                  <a:pt x="8020526" y="4598557"/>
                  <a:pt x="7838360" y="4590522"/>
                  <a:pt x="7820025" y="4587894"/>
                </a:cubicBezTo>
                <a:cubicBezTo>
                  <a:pt x="7801689" y="4585266"/>
                  <a:pt x="7737395" y="4580495"/>
                  <a:pt x="7677150" y="4577291"/>
                </a:cubicBezTo>
                <a:cubicBezTo>
                  <a:pt x="7448845" y="4565152"/>
                  <a:pt x="6852848" y="4504799"/>
                  <a:pt x="6729412" y="4481320"/>
                </a:cubicBezTo>
                <a:cubicBezTo>
                  <a:pt x="6718935" y="4479327"/>
                  <a:pt x="6682501" y="4473745"/>
                  <a:pt x="6648450" y="4468915"/>
                </a:cubicBezTo>
                <a:cubicBezTo>
                  <a:pt x="6561226" y="4456544"/>
                  <a:pt x="6473854" y="4437068"/>
                  <a:pt x="6463188" y="4427617"/>
                </a:cubicBezTo>
                <a:cubicBezTo>
                  <a:pt x="6458211" y="4423207"/>
                  <a:pt x="6447496" y="4419576"/>
                  <a:pt x="6439376" y="4419546"/>
                </a:cubicBezTo>
                <a:cubicBezTo>
                  <a:pt x="6431256" y="4419517"/>
                  <a:pt x="6408539" y="4415029"/>
                  <a:pt x="6388893" y="4409574"/>
                </a:cubicBezTo>
                <a:cubicBezTo>
                  <a:pt x="6311992" y="4388217"/>
                  <a:pt x="6359873" y="4341979"/>
                  <a:pt x="6472237" y="4329088"/>
                </a:cubicBezTo>
                <a:cubicBezTo>
                  <a:pt x="6503670" y="4325482"/>
                  <a:pt x="6555105" y="4318689"/>
                  <a:pt x="6586537" y="4313993"/>
                </a:cubicBezTo>
                <a:cubicBezTo>
                  <a:pt x="6617970" y="4309297"/>
                  <a:pt x="6677977" y="4303031"/>
                  <a:pt x="6719887" y="4300068"/>
                </a:cubicBezTo>
                <a:cubicBezTo>
                  <a:pt x="6761797" y="4297106"/>
                  <a:pt x="6834663" y="4290476"/>
                  <a:pt x="6881812" y="4285335"/>
                </a:cubicBezTo>
                <a:cubicBezTo>
                  <a:pt x="7152984" y="4255769"/>
                  <a:pt x="7732159" y="4237973"/>
                  <a:pt x="8382000" y="4239238"/>
                </a:cubicBezTo>
                <a:cubicBezTo>
                  <a:pt x="8662273" y="4239784"/>
                  <a:pt x="8905732" y="4242530"/>
                  <a:pt x="8923020" y="4245341"/>
                </a:cubicBezTo>
                <a:cubicBezTo>
                  <a:pt x="8958209" y="4251062"/>
                  <a:pt x="8962814" y="4278691"/>
                  <a:pt x="8929578" y="4284683"/>
                </a:cubicBezTo>
                <a:cubicBezTo>
                  <a:pt x="8872255" y="4295019"/>
                  <a:pt x="8912315" y="4302954"/>
                  <a:pt x="9047139" y="4307968"/>
                </a:cubicBezTo>
                <a:cubicBezTo>
                  <a:pt x="9248155" y="4315444"/>
                  <a:pt x="9347682" y="4356851"/>
                  <a:pt x="9256644" y="4395130"/>
                </a:cubicBezTo>
                <a:lnTo>
                  <a:pt x="9226414" y="4407841"/>
                </a:lnTo>
                <a:lnTo>
                  <a:pt x="9268551" y="4414797"/>
                </a:lnTo>
                <a:cubicBezTo>
                  <a:pt x="9373762" y="4432166"/>
                  <a:pt x="9351066" y="4513845"/>
                  <a:pt x="9240837" y="4514533"/>
                </a:cubicBezTo>
                <a:cubicBezTo>
                  <a:pt x="9187393" y="4514866"/>
                  <a:pt x="9175070" y="4532809"/>
                  <a:pt x="9220906" y="4543552"/>
                </a:cubicBezTo>
                <a:cubicBezTo>
                  <a:pt x="9234676" y="4546780"/>
                  <a:pt x="9245172" y="4556937"/>
                  <a:pt x="9246883" y="4568691"/>
                </a:cubicBezTo>
                <a:cubicBezTo>
                  <a:pt x="9251943" y="4603452"/>
                  <a:pt x="9195764" y="4621385"/>
                  <a:pt x="9083639" y="4620801"/>
                </a:cubicBezTo>
                <a:cubicBezTo>
                  <a:pt x="9030398" y="4620524"/>
                  <a:pt x="8928973" y="4621559"/>
                  <a:pt x="8858250" y="4623100"/>
                </a:cubicBezTo>
                <a:cubicBezTo>
                  <a:pt x="8787526" y="4624642"/>
                  <a:pt x="8699658" y="4624310"/>
                  <a:pt x="8662987" y="4622364"/>
                </a:cubicBezTo>
                <a:close/>
                <a:moveTo>
                  <a:pt x="452437" y="4600575"/>
                </a:moveTo>
                <a:cubicBezTo>
                  <a:pt x="441960" y="4596072"/>
                  <a:pt x="366874" y="4592087"/>
                  <a:pt x="285579" y="4591719"/>
                </a:cubicBezTo>
                <a:cubicBezTo>
                  <a:pt x="142533" y="4591071"/>
                  <a:pt x="136595" y="4590250"/>
                  <a:pt x="101235" y="4566222"/>
                </a:cubicBezTo>
                <a:cubicBezTo>
                  <a:pt x="69439" y="4544616"/>
                  <a:pt x="65414" y="4537820"/>
                  <a:pt x="70211" y="4513835"/>
                </a:cubicBezTo>
                <a:cubicBezTo>
                  <a:pt x="74758" y="4491100"/>
                  <a:pt x="72524" y="4486275"/>
                  <a:pt x="57451" y="4486275"/>
                </a:cubicBezTo>
                <a:cubicBezTo>
                  <a:pt x="33950" y="4486275"/>
                  <a:pt x="9525" y="4451326"/>
                  <a:pt x="9525" y="4417700"/>
                </a:cubicBezTo>
                <a:cubicBezTo>
                  <a:pt x="9525" y="4388198"/>
                  <a:pt x="45019" y="4358392"/>
                  <a:pt x="69131" y="4367645"/>
                </a:cubicBezTo>
                <a:cubicBezTo>
                  <a:pt x="94489" y="4377376"/>
                  <a:pt x="96196" y="4355736"/>
                  <a:pt x="71355" y="4339459"/>
                </a:cubicBezTo>
                <a:cubicBezTo>
                  <a:pt x="37550" y="4317309"/>
                  <a:pt x="41808" y="4302008"/>
                  <a:pt x="88106" y="4279267"/>
                </a:cubicBezTo>
                <a:cubicBezTo>
                  <a:pt x="131625" y="4257891"/>
                  <a:pt x="174232" y="4257178"/>
                  <a:pt x="280987" y="4276041"/>
                </a:cubicBezTo>
                <a:cubicBezTo>
                  <a:pt x="312420" y="4281595"/>
                  <a:pt x="357425" y="4285580"/>
                  <a:pt x="381000" y="4284897"/>
                </a:cubicBezTo>
                <a:cubicBezTo>
                  <a:pt x="404574" y="4284214"/>
                  <a:pt x="413146" y="4282011"/>
                  <a:pt x="400050" y="4280002"/>
                </a:cubicBezTo>
                <a:cubicBezTo>
                  <a:pt x="318345" y="4267468"/>
                  <a:pt x="314325" y="4266010"/>
                  <a:pt x="314325" y="4248909"/>
                </a:cubicBezTo>
                <a:cubicBezTo>
                  <a:pt x="314325" y="4237009"/>
                  <a:pt x="323767" y="4229592"/>
                  <a:pt x="344090" y="4225528"/>
                </a:cubicBezTo>
                <a:cubicBezTo>
                  <a:pt x="392185" y="4215909"/>
                  <a:pt x="1786426" y="4219859"/>
                  <a:pt x="2005012" y="4230233"/>
                </a:cubicBezTo>
                <a:cubicBezTo>
                  <a:pt x="2115026" y="4235455"/>
                  <a:pt x="2265045" y="4241777"/>
                  <a:pt x="2338387" y="4244282"/>
                </a:cubicBezTo>
                <a:cubicBezTo>
                  <a:pt x="2411730" y="4246788"/>
                  <a:pt x="2484164" y="4252969"/>
                  <a:pt x="2499352" y="4258018"/>
                </a:cubicBezTo>
                <a:cubicBezTo>
                  <a:pt x="2514540" y="4263068"/>
                  <a:pt x="2548830" y="4267399"/>
                  <a:pt x="2575552" y="4267643"/>
                </a:cubicBezTo>
                <a:cubicBezTo>
                  <a:pt x="2617467" y="4268026"/>
                  <a:pt x="2689169" y="4277304"/>
                  <a:pt x="2928937" y="4313371"/>
                </a:cubicBezTo>
                <a:cubicBezTo>
                  <a:pt x="3031215" y="4328756"/>
                  <a:pt x="3049803" y="4377951"/>
                  <a:pt x="2959991" y="4395555"/>
                </a:cubicBezTo>
                <a:cubicBezTo>
                  <a:pt x="2914417" y="4404488"/>
                  <a:pt x="2810134" y="4428142"/>
                  <a:pt x="2771775" y="4438248"/>
                </a:cubicBezTo>
                <a:cubicBezTo>
                  <a:pt x="2737592" y="4447253"/>
                  <a:pt x="2572150" y="4473190"/>
                  <a:pt x="2495550" y="4481553"/>
                </a:cubicBezTo>
                <a:cubicBezTo>
                  <a:pt x="2471975" y="4484127"/>
                  <a:pt x="2399109" y="4492724"/>
                  <a:pt x="2333625" y="4500657"/>
                </a:cubicBezTo>
                <a:cubicBezTo>
                  <a:pt x="2221685" y="4514217"/>
                  <a:pt x="2014065" y="4531200"/>
                  <a:pt x="1695450" y="4552857"/>
                </a:cubicBezTo>
                <a:cubicBezTo>
                  <a:pt x="1619488" y="4558020"/>
                  <a:pt x="1488757" y="4566914"/>
                  <a:pt x="1404937" y="4572620"/>
                </a:cubicBezTo>
                <a:cubicBezTo>
                  <a:pt x="1321117" y="4578326"/>
                  <a:pt x="1179671" y="4584923"/>
                  <a:pt x="1090612" y="4587280"/>
                </a:cubicBezTo>
                <a:cubicBezTo>
                  <a:pt x="1001553" y="4589637"/>
                  <a:pt x="892254" y="4595724"/>
                  <a:pt x="847725" y="4600806"/>
                </a:cubicBezTo>
                <a:cubicBezTo>
                  <a:pt x="749182" y="4612052"/>
                  <a:pt x="478779" y="4611894"/>
                  <a:pt x="452437" y="4600575"/>
                </a:cubicBezTo>
                <a:close/>
                <a:moveTo>
                  <a:pt x="6496614" y="3672567"/>
                </a:moveTo>
                <a:cubicBezTo>
                  <a:pt x="6489572" y="3664082"/>
                  <a:pt x="6485492" y="3655906"/>
                  <a:pt x="6487548" y="3654398"/>
                </a:cubicBezTo>
                <a:cubicBezTo>
                  <a:pt x="6535563" y="3619198"/>
                  <a:pt x="6601296" y="3576365"/>
                  <a:pt x="6657975" y="3543344"/>
                </a:cubicBezTo>
                <a:cubicBezTo>
                  <a:pt x="6697265" y="3520454"/>
                  <a:pt x="6735841" y="3496400"/>
                  <a:pt x="6743700" y="3489892"/>
                </a:cubicBezTo>
                <a:cubicBezTo>
                  <a:pt x="6751558" y="3483383"/>
                  <a:pt x="6781561" y="3465434"/>
                  <a:pt x="6810375" y="3450004"/>
                </a:cubicBezTo>
                <a:cubicBezTo>
                  <a:pt x="6839188" y="3434574"/>
                  <a:pt x="6894909" y="3404234"/>
                  <a:pt x="6934200" y="3382581"/>
                </a:cubicBezTo>
                <a:cubicBezTo>
                  <a:pt x="7061950" y="3312179"/>
                  <a:pt x="7355478" y="3171825"/>
                  <a:pt x="7374963" y="3171825"/>
                </a:cubicBezTo>
                <a:cubicBezTo>
                  <a:pt x="7381908" y="3171825"/>
                  <a:pt x="7391661" y="3168258"/>
                  <a:pt x="7396638" y="3163900"/>
                </a:cubicBezTo>
                <a:cubicBezTo>
                  <a:pt x="7423627" y="3140264"/>
                  <a:pt x="7507459" y="3115612"/>
                  <a:pt x="7524549" y="3126285"/>
                </a:cubicBezTo>
                <a:cubicBezTo>
                  <a:pt x="7538405" y="3134938"/>
                  <a:pt x="7550123" y="3133957"/>
                  <a:pt x="7578733" y="3121748"/>
                </a:cubicBezTo>
                <a:cubicBezTo>
                  <a:pt x="7653672" y="3089768"/>
                  <a:pt x="7669105" y="3091202"/>
                  <a:pt x="7708253" y="3133780"/>
                </a:cubicBezTo>
                <a:cubicBezTo>
                  <a:pt x="7747046" y="3175972"/>
                  <a:pt x="7751428" y="3191757"/>
                  <a:pt x="7729420" y="3210022"/>
                </a:cubicBezTo>
                <a:cubicBezTo>
                  <a:pt x="7718836" y="3218805"/>
                  <a:pt x="7717748" y="3225271"/>
                  <a:pt x="7725318" y="3234392"/>
                </a:cubicBezTo>
                <a:cubicBezTo>
                  <a:pt x="7748211" y="3261977"/>
                  <a:pt x="7691210" y="3314700"/>
                  <a:pt x="7638493" y="3314700"/>
                </a:cubicBezTo>
                <a:cubicBezTo>
                  <a:pt x="7617648" y="3314700"/>
                  <a:pt x="7607324" y="3319927"/>
                  <a:pt x="7604143" y="3332093"/>
                </a:cubicBezTo>
                <a:cubicBezTo>
                  <a:pt x="7599662" y="3349228"/>
                  <a:pt x="7532788" y="3387440"/>
                  <a:pt x="7467600" y="3410113"/>
                </a:cubicBezTo>
                <a:cubicBezTo>
                  <a:pt x="7449264" y="3416490"/>
                  <a:pt x="7421403" y="3427193"/>
                  <a:pt x="7405687" y="3433897"/>
                </a:cubicBezTo>
                <a:cubicBezTo>
                  <a:pt x="7378082" y="3445673"/>
                  <a:pt x="7244596" y="3499227"/>
                  <a:pt x="7205662" y="3514146"/>
                </a:cubicBezTo>
                <a:cubicBezTo>
                  <a:pt x="7150541" y="3535269"/>
                  <a:pt x="7087619" y="3555862"/>
                  <a:pt x="7058025" y="3562467"/>
                </a:cubicBezTo>
                <a:cubicBezTo>
                  <a:pt x="7039689" y="3566558"/>
                  <a:pt x="6981825" y="3582665"/>
                  <a:pt x="6929437" y="3598259"/>
                </a:cubicBezTo>
                <a:cubicBezTo>
                  <a:pt x="6877050" y="3613853"/>
                  <a:pt x="6808470" y="3631899"/>
                  <a:pt x="6777037" y="3638363"/>
                </a:cubicBezTo>
                <a:cubicBezTo>
                  <a:pt x="6745605" y="3644826"/>
                  <a:pt x="6709171" y="3653906"/>
                  <a:pt x="6696075" y="3658542"/>
                </a:cubicBezTo>
                <a:cubicBezTo>
                  <a:pt x="6682978" y="3663177"/>
                  <a:pt x="6652974" y="3668701"/>
                  <a:pt x="6629400" y="3670818"/>
                </a:cubicBezTo>
                <a:cubicBezTo>
                  <a:pt x="6605825" y="3672934"/>
                  <a:pt x="6569185" y="3677665"/>
                  <a:pt x="6547977" y="3681330"/>
                </a:cubicBezTo>
                <a:cubicBezTo>
                  <a:pt x="6518208" y="3686475"/>
                  <a:pt x="6506499" y="3684478"/>
                  <a:pt x="6496614" y="3672567"/>
                </a:cubicBezTo>
                <a:close/>
                <a:moveTo>
                  <a:pt x="2835470" y="3660970"/>
                </a:moveTo>
                <a:cubicBezTo>
                  <a:pt x="2832086" y="3657586"/>
                  <a:pt x="2808869" y="3651326"/>
                  <a:pt x="2783877" y="3647059"/>
                </a:cubicBezTo>
                <a:cubicBezTo>
                  <a:pt x="2627036" y="3620285"/>
                  <a:pt x="2493947" y="3587458"/>
                  <a:pt x="2470193" y="3569688"/>
                </a:cubicBezTo>
                <a:cubicBezTo>
                  <a:pt x="2464105" y="3565133"/>
                  <a:pt x="2440531" y="3560966"/>
                  <a:pt x="2417806" y="3560426"/>
                </a:cubicBezTo>
                <a:cubicBezTo>
                  <a:pt x="2395080" y="3559887"/>
                  <a:pt x="2352913" y="3553255"/>
                  <a:pt x="2324100" y="3545690"/>
                </a:cubicBezTo>
                <a:cubicBezTo>
                  <a:pt x="2295286" y="3538125"/>
                  <a:pt x="2256710" y="3528564"/>
                  <a:pt x="2238375" y="3524443"/>
                </a:cubicBezTo>
                <a:cubicBezTo>
                  <a:pt x="2182354" y="3511855"/>
                  <a:pt x="1959428" y="3432826"/>
                  <a:pt x="1912272" y="3408838"/>
                </a:cubicBezTo>
                <a:cubicBezTo>
                  <a:pt x="1903176" y="3404211"/>
                  <a:pt x="1890071" y="3400425"/>
                  <a:pt x="1883151" y="3400425"/>
                </a:cubicBezTo>
                <a:cubicBezTo>
                  <a:pt x="1871837" y="3400425"/>
                  <a:pt x="1841836" y="3385849"/>
                  <a:pt x="1694353" y="3308697"/>
                </a:cubicBezTo>
                <a:cubicBezTo>
                  <a:pt x="1637962" y="3279197"/>
                  <a:pt x="1616702" y="3255244"/>
                  <a:pt x="1617536" y="3222146"/>
                </a:cubicBezTo>
                <a:cubicBezTo>
                  <a:pt x="1617903" y="3207566"/>
                  <a:pt x="1613709" y="3186518"/>
                  <a:pt x="1608217" y="3175373"/>
                </a:cubicBezTo>
                <a:cubicBezTo>
                  <a:pt x="1595976" y="3150536"/>
                  <a:pt x="1621565" y="3105150"/>
                  <a:pt x="1647809" y="3105150"/>
                </a:cubicBezTo>
                <a:cubicBezTo>
                  <a:pt x="1657073" y="3105150"/>
                  <a:pt x="1666894" y="3096577"/>
                  <a:pt x="1669634" y="3086100"/>
                </a:cubicBezTo>
                <a:cubicBezTo>
                  <a:pt x="1676402" y="3060219"/>
                  <a:pt x="1742542" y="3059199"/>
                  <a:pt x="1765548" y="3084620"/>
                </a:cubicBezTo>
                <a:cubicBezTo>
                  <a:pt x="1788145" y="3109590"/>
                  <a:pt x="1853329" y="3129890"/>
                  <a:pt x="1869040" y="3116851"/>
                </a:cubicBezTo>
                <a:cubicBezTo>
                  <a:pt x="1883645" y="3104729"/>
                  <a:pt x="1985247" y="3137879"/>
                  <a:pt x="2069177" y="3182150"/>
                </a:cubicBezTo>
                <a:cubicBezTo>
                  <a:pt x="2078273" y="3186949"/>
                  <a:pt x="2090395" y="3190875"/>
                  <a:pt x="2096114" y="3190875"/>
                </a:cubicBezTo>
                <a:cubicBezTo>
                  <a:pt x="2101834" y="3190875"/>
                  <a:pt x="2139396" y="3206219"/>
                  <a:pt x="2179587" y="3224973"/>
                </a:cubicBezTo>
                <a:cubicBezTo>
                  <a:pt x="2219778" y="3243727"/>
                  <a:pt x="2261235" y="3262503"/>
                  <a:pt x="2271712" y="3266698"/>
                </a:cubicBezTo>
                <a:cubicBezTo>
                  <a:pt x="2290121" y="3274068"/>
                  <a:pt x="2366975" y="3312047"/>
                  <a:pt x="2566987" y="3412616"/>
                </a:cubicBezTo>
                <a:cubicBezTo>
                  <a:pt x="2619375" y="3438958"/>
                  <a:pt x="2675078" y="3469493"/>
                  <a:pt x="2690772" y="3480473"/>
                </a:cubicBezTo>
                <a:cubicBezTo>
                  <a:pt x="2706466" y="3491453"/>
                  <a:pt x="2734327" y="3508410"/>
                  <a:pt x="2752685" y="3518154"/>
                </a:cubicBezTo>
                <a:cubicBezTo>
                  <a:pt x="2828530" y="3558413"/>
                  <a:pt x="2924175" y="3623645"/>
                  <a:pt x="2924175" y="3635114"/>
                </a:cubicBezTo>
                <a:cubicBezTo>
                  <a:pt x="2924175" y="3658535"/>
                  <a:pt x="2853605" y="3679105"/>
                  <a:pt x="2835470" y="3660970"/>
                </a:cubicBezTo>
                <a:close/>
                <a:moveTo>
                  <a:pt x="5897880" y="3284220"/>
                </a:moveTo>
                <a:cubicBezTo>
                  <a:pt x="5891593" y="3277933"/>
                  <a:pt x="5886463" y="3268289"/>
                  <a:pt x="5886480" y="3262788"/>
                </a:cubicBezTo>
                <a:cubicBezTo>
                  <a:pt x="5886524" y="3248262"/>
                  <a:pt x="5949469" y="3157213"/>
                  <a:pt x="6012280" y="3080818"/>
                </a:cubicBezTo>
                <a:cubicBezTo>
                  <a:pt x="6042196" y="3044432"/>
                  <a:pt x="6109240" y="2961084"/>
                  <a:pt x="6161266" y="2895600"/>
                </a:cubicBezTo>
                <a:cubicBezTo>
                  <a:pt x="6213291" y="2830115"/>
                  <a:pt x="6280104" y="2751865"/>
                  <a:pt x="6309738" y="2721711"/>
                </a:cubicBezTo>
                <a:cubicBezTo>
                  <a:pt x="6339372" y="2691556"/>
                  <a:pt x="6385707" y="2640121"/>
                  <a:pt x="6412704" y="2607411"/>
                </a:cubicBezTo>
                <a:cubicBezTo>
                  <a:pt x="6475234" y="2531647"/>
                  <a:pt x="7338653" y="1662013"/>
                  <a:pt x="7494933" y="1517393"/>
                </a:cubicBezTo>
                <a:cubicBezTo>
                  <a:pt x="7559734" y="1457426"/>
                  <a:pt x="7622139" y="1404793"/>
                  <a:pt x="7633612" y="1400431"/>
                </a:cubicBezTo>
                <a:cubicBezTo>
                  <a:pt x="7645084" y="1396070"/>
                  <a:pt x="7688505" y="1366952"/>
                  <a:pt x="7730104" y="1335726"/>
                </a:cubicBezTo>
                <a:cubicBezTo>
                  <a:pt x="7860433" y="1237894"/>
                  <a:pt x="7919809" y="1221854"/>
                  <a:pt x="7928754" y="1282066"/>
                </a:cubicBezTo>
                <a:cubicBezTo>
                  <a:pt x="7930721" y="1295301"/>
                  <a:pt x="7937882" y="1299384"/>
                  <a:pt x="7955417" y="1297267"/>
                </a:cubicBezTo>
                <a:cubicBezTo>
                  <a:pt x="7972804" y="1295167"/>
                  <a:pt x="7986478" y="1302794"/>
                  <a:pt x="8005184" y="1325025"/>
                </a:cubicBezTo>
                <a:cubicBezTo>
                  <a:pt x="8029568" y="1354003"/>
                  <a:pt x="8031040" y="1364557"/>
                  <a:pt x="8015829" y="1401304"/>
                </a:cubicBezTo>
                <a:cubicBezTo>
                  <a:pt x="8011409" y="1411982"/>
                  <a:pt x="8015453" y="1418291"/>
                  <a:pt x="8028988" y="1421831"/>
                </a:cubicBezTo>
                <a:cubicBezTo>
                  <a:pt x="8089712" y="1437711"/>
                  <a:pt x="8058929" y="1492434"/>
                  <a:pt x="7896325" y="1657673"/>
                </a:cubicBezTo>
                <a:cubicBezTo>
                  <a:pt x="7772463" y="1783541"/>
                  <a:pt x="7729938" y="1823397"/>
                  <a:pt x="7586697" y="1947862"/>
                </a:cubicBezTo>
                <a:cubicBezTo>
                  <a:pt x="7550523" y="1979295"/>
                  <a:pt x="7495724" y="2028382"/>
                  <a:pt x="7464922" y="2056946"/>
                </a:cubicBezTo>
                <a:cubicBezTo>
                  <a:pt x="7434120" y="2085510"/>
                  <a:pt x="7399619" y="2116769"/>
                  <a:pt x="7388253" y="2126412"/>
                </a:cubicBezTo>
                <a:cubicBezTo>
                  <a:pt x="7376887" y="2136054"/>
                  <a:pt x="7326868" y="2181750"/>
                  <a:pt x="7277100" y="2227959"/>
                </a:cubicBezTo>
                <a:cubicBezTo>
                  <a:pt x="7113668" y="2379702"/>
                  <a:pt x="6872425" y="2590800"/>
                  <a:pt x="6862443" y="2590800"/>
                </a:cubicBezTo>
                <a:cubicBezTo>
                  <a:pt x="6856911" y="2590800"/>
                  <a:pt x="6800357" y="2639220"/>
                  <a:pt x="6677219" y="2749386"/>
                </a:cubicBezTo>
                <a:cubicBezTo>
                  <a:pt x="6658776" y="2765885"/>
                  <a:pt x="6620113" y="2797741"/>
                  <a:pt x="6591300" y="2820176"/>
                </a:cubicBezTo>
                <a:cubicBezTo>
                  <a:pt x="6562486" y="2842611"/>
                  <a:pt x="6536769" y="2863628"/>
                  <a:pt x="6534150" y="2866880"/>
                </a:cubicBezTo>
                <a:cubicBezTo>
                  <a:pt x="6531530" y="2870133"/>
                  <a:pt x="6512242" y="2885426"/>
                  <a:pt x="6491287" y="2900866"/>
                </a:cubicBezTo>
                <a:cubicBezTo>
                  <a:pt x="6470332" y="2916305"/>
                  <a:pt x="6447175" y="2934643"/>
                  <a:pt x="6439827" y="2941617"/>
                </a:cubicBezTo>
                <a:cubicBezTo>
                  <a:pt x="6420124" y="2960317"/>
                  <a:pt x="6327814" y="3030132"/>
                  <a:pt x="6286574" y="3057525"/>
                </a:cubicBezTo>
                <a:cubicBezTo>
                  <a:pt x="6266857" y="3070621"/>
                  <a:pt x="6206710" y="3111341"/>
                  <a:pt x="6152915" y="3148012"/>
                </a:cubicBezTo>
                <a:cubicBezTo>
                  <a:pt x="6011951" y="3244105"/>
                  <a:pt x="6010100" y="3245282"/>
                  <a:pt x="5958486" y="3271637"/>
                </a:cubicBezTo>
                <a:cubicBezTo>
                  <a:pt x="5903095" y="3299920"/>
                  <a:pt x="5911778" y="3298118"/>
                  <a:pt x="5897880" y="3284220"/>
                </a:cubicBezTo>
                <a:close/>
                <a:moveTo>
                  <a:pt x="3376612" y="3234967"/>
                </a:moveTo>
                <a:cubicBezTo>
                  <a:pt x="3294529" y="3191507"/>
                  <a:pt x="3167298" y="3111508"/>
                  <a:pt x="3145342" y="3089553"/>
                </a:cubicBezTo>
                <a:cubicBezTo>
                  <a:pt x="3137908" y="3082119"/>
                  <a:pt x="3117153" y="3069906"/>
                  <a:pt x="3099218" y="3062412"/>
                </a:cubicBezTo>
                <a:cubicBezTo>
                  <a:pt x="3081283" y="3054919"/>
                  <a:pt x="3039919" y="3027281"/>
                  <a:pt x="3007298" y="3000994"/>
                </a:cubicBezTo>
                <a:cubicBezTo>
                  <a:pt x="2783941" y="2821012"/>
                  <a:pt x="2778823" y="2816948"/>
                  <a:pt x="2748658" y="2795587"/>
                </a:cubicBezTo>
                <a:cubicBezTo>
                  <a:pt x="2733861" y="2785110"/>
                  <a:pt x="2708421" y="2765821"/>
                  <a:pt x="2692125" y="2752725"/>
                </a:cubicBezTo>
                <a:cubicBezTo>
                  <a:pt x="2675828" y="2739628"/>
                  <a:pt x="2654214" y="2722483"/>
                  <a:pt x="2644094" y="2714625"/>
                </a:cubicBezTo>
                <a:cubicBezTo>
                  <a:pt x="2623384" y="2698545"/>
                  <a:pt x="2553516" y="2637614"/>
                  <a:pt x="2510046" y="2597724"/>
                </a:cubicBezTo>
                <a:cubicBezTo>
                  <a:pt x="2494215" y="2583196"/>
                  <a:pt x="2470546" y="2568568"/>
                  <a:pt x="2457450" y="2565216"/>
                </a:cubicBezTo>
                <a:cubicBezTo>
                  <a:pt x="2433543" y="2559098"/>
                  <a:pt x="2342047" y="2484126"/>
                  <a:pt x="2231388" y="2379979"/>
                </a:cubicBezTo>
                <a:cubicBezTo>
                  <a:pt x="2192191" y="2343088"/>
                  <a:pt x="2164060" y="2324100"/>
                  <a:pt x="2148607" y="2324100"/>
                </a:cubicBezTo>
                <a:cubicBezTo>
                  <a:pt x="2135732" y="2324100"/>
                  <a:pt x="2122590" y="2319878"/>
                  <a:pt x="2119401" y="2314719"/>
                </a:cubicBezTo>
                <a:cubicBezTo>
                  <a:pt x="2116212" y="2309559"/>
                  <a:pt x="2051573" y="2252767"/>
                  <a:pt x="1975759" y="2188512"/>
                </a:cubicBezTo>
                <a:cubicBezTo>
                  <a:pt x="1746438" y="1994159"/>
                  <a:pt x="1731417" y="1981102"/>
                  <a:pt x="1656360" y="1910864"/>
                </a:cubicBezTo>
                <a:cubicBezTo>
                  <a:pt x="1616525" y="1873587"/>
                  <a:pt x="1555446" y="1818175"/>
                  <a:pt x="1520629" y="1787726"/>
                </a:cubicBezTo>
                <a:cubicBezTo>
                  <a:pt x="1463054" y="1737376"/>
                  <a:pt x="1441997" y="1704975"/>
                  <a:pt x="1466850" y="1704975"/>
                </a:cubicBezTo>
                <a:cubicBezTo>
                  <a:pt x="1488606" y="1704975"/>
                  <a:pt x="1470651" y="1682611"/>
                  <a:pt x="1358848" y="1570457"/>
                </a:cubicBezTo>
                <a:cubicBezTo>
                  <a:pt x="1240337" y="1451573"/>
                  <a:pt x="1221459" y="1423277"/>
                  <a:pt x="1241958" y="1395243"/>
                </a:cubicBezTo>
                <a:cubicBezTo>
                  <a:pt x="1252118" y="1381347"/>
                  <a:pt x="1255614" y="1381820"/>
                  <a:pt x="1279050" y="1400254"/>
                </a:cubicBezTo>
                <a:cubicBezTo>
                  <a:pt x="1312869" y="1426856"/>
                  <a:pt x="1311403" y="1413422"/>
                  <a:pt x="1275962" y="1371959"/>
                </a:cubicBezTo>
                <a:cubicBezTo>
                  <a:pt x="1241177" y="1331263"/>
                  <a:pt x="1241051" y="1324455"/>
                  <a:pt x="1274489" y="1292419"/>
                </a:cubicBezTo>
                <a:cubicBezTo>
                  <a:pt x="1306128" y="1262108"/>
                  <a:pt x="1320613" y="1260893"/>
                  <a:pt x="1352550" y="1285875"/>
                </a:cubicBezTo>
                <a:cubicBezTo>
                  <a:pt x="1378525" y="1306193"/>
                  <a:pt x="1401462" y="1311927"/>
                  <a:pt x="1383030" y="1293495"/>
                </a:cubicBezTo>
                <a:cubicBezTo>
                  <a:pt x="1359542" y="1270007"/>
                  <a:pt x="1369529" y="1247775"/>
                  <a:pt x="1403567" y="1247775"/>
                </a:cubicBezTo>
                <a:cubicBezTo>
                  <a:pt x="1434331" y="1247775"/>
                  <a:pt x="1524000" y="1303838"/>
                  <a:pt x="1524000" y="1323073"/>
                </a:cubicBezTo>
                <a:cubicBezTo>
                  <a:pt x="1523999" y="1327336"/>
                  <a:pt x="1538787" y="1345283"/>
                  <a:pt x="1556861" y="1362955"/>
                </a:cubicBezTo>
                <a:cubicBezTo>
                  <a:pt x="1574935" y="1380627"/>
                  <a:pt x="1592023" y="1404251"/>
                  <a:pt x="1594835" y="1415453"/>
                </a:cubicBezTo>
                <a:cubicBezTo>
                  <a:pt x="1601049" y="1440214"/>
                  <a:pt x="1762124" y="1577435"/>
                  <a:pt x="1762125" y="1557968"/>
                </a:cubicBezTo>
                <a:cubicBezTo>
                  <a:pt x="1762125" y="1550428"/>
                  <a:pt x="1732121" y="1517395"/>
                  <a:pt x="1695450" y="1484562"/>
                </a:cubicBezTo>
                <a:cubicBezTo>
                  <a:pt x="1631987" y="1427743"/>
                  <a:pt x="1614180" y="1400175"/>
                  <a:pt x="1640943" y="1400175"/>
                </a:cubicBezTo>
                <a:cubicBezTo>
                  <a:pt x="1665210" y="1400175"/>
                  <a:pt x="1760393" y="1476180"/>
                  <a:pt x="1890918" y="1599786"/>
                </a:cubicBezTo>
                <a:cubicBezTo>
                  <a:pt x="1938180" y="1644543"/>
                  <a:pt x="2045321" y="1743313"/>
                  <a:pt x="2129009" y="1819275"/>
                </a:cubicBezTo>
                <a:cubicBezTo>
                  <a:pt x="2212697" y="1895236"/>
                  <a:pt x="2357355" y="2030253"/>
                  <a:pt x="2450472" y="2119312"/>
                </a:cubicBezTo>
                <a:cubicBezTo>
                  <a:pt x="2543589" y="2208371"/>
                  <a:pt x="2644227" y="2302668"/>
                  <a:pt x="2674113" y="2328862"/>
                </a:cubicBezTo>
                <a:cubicBezTo>
                  <a:pt x="2727068" y="2375274"/>
                  <a:pt x="2784368" y="2432167"/>
                  <a:pt x="2862726" y="2516137"/>
                </a:cubicBezTo>
                <a:cubicBezTo>
                  <a:pt x="2883936" y="2538866"/>
                  <a:pt x="2939185" y="2593895"/>
                  <a:pt x="2985502" y="2638425"/>
                </a:cubicBezTo>
                <a:cubicBezTo>
                  <a:pt x="3031819" y="2682954"/>
                  <a:pt x="3086080" y="2739905"/>
                  <a:pt x="3106083" y="2764982"/>
                </a:cubicBezTo>
                <a:cubicBezTo>
                  <a:pt x="3126086" y="2790059"/>
                  <a:pt x="3174418" y="2845780"/>
                  <a:pt x="3213487" y="2888807"/>
                </a:cubicBezTo>
                <a:cubicBezTo>
                  <a:pt x="3308139" y="2993047"/>
                  <a:pt x="3437260" y="3156750"/>
                  <a:pt x="3471912" y="3216444"/>
                </a:cubicBezTo>
                <a:cubicBezTo>
                  <a:pt x="3486542" y="3241647"/>
                  <a:pt x="3487426" y="3249297"/>
                  <a:pt x="3477143" y="3261687"/>
                </a:cubicBezTo>
                <a:cubicBezTo>
                  <a:pt x="3461217" y="3280876"/>
                  <a:pt x="3465441" y="3281999"/>
                  <a:pt x="3376612" y="3234967"/>
                </a:cubicBezTo>
                <a:close/>
                <a:moveTo>
                  <a:pt x="4678949" y="2902932"/>
                </a:moveTo>
                <a:cubicBezTo>
                  <a:pt x="4667048" y="2897196"/>
                  <a:pt x="4655049" y="2881413"/>
                  <a:pt x="4652284" y="2867858"/>
                </a:cubicBezTo>
                <a:cubicBezTo>
                  <a:pt x="4649520" y="2854303"/>
                  <a:pt x="4643285" y="2828210"/>
                  <a:pt x="4638429" y="2809875"/>
                </a:cubicBezTo>
                <a:cubicBezTo>
                  <a:pt x="4628246" y="2771425"/>
                  <a:pt x="4608630" y="2654403"/>
                  <a:pt x="4606496" y="2619375"/>
                </a:cubicBezTo>
                <a:cubicBezTo>
                  <a:pt x="4605698" y="2606278"/>
                  <a:pt x="4602235" y="2591162"/>
                  <a:pt x="4598801" y="2585785"/>
                </a:cubicBezTo>
                <a:cubicBezTo>
                  <a:pt x="4584470" y="2563345"/>
                  <a:pt x="4553347" y="2175562"/>
                  <a:pt x="4533461" y="1771650"/>
                </a:cubicBezTo>
                <a:cubicBezTo>
                  <a:pt x="4528431" y="1669494"/>
                  <a:pt x="4521642" y="1534477"/>
                  <a:pt x="4518375" y="1471612"/>
                </a:cubicBezTo>
                <a:cubicBezTo>
                  <a:pt x="4515107" y="1408747"/>
                  <a:pt x="4511695" y="1327308"/>
                  <a:pt x="4510791" y="1290637"/>
                </a:cubicBezTo>
                <a:cubicBezTo>
                  <a:pt x="4509888" y="1253966"/>
                  <a:pt x="4505593" y="1091088"/>
                  <a:pt x="4501247" y="928687"/>
                </a:cubicBezTo>
                <a:cubicBezTo>
                  <a:pt x="4493343" y="633332"/>
                  <a:pt x="4502272" y="355340"/>
                  <a:pt x="4525571" y="171450"/>
                </a:cubicBezTo>
                <a:cubicBezTo>
                  <a:pt x="4537649" y="76116"/>
                  <a:pt x="4564591" y="35189"/>
                  <a:pt x="4609374" y="44146"/>
                </a:cubicBezTo>
                <a:cubicBezTo>
                  <a:pt x="4629514" y="48174"/>
                  <a:pt x="4637276" y="44223"/>
                  <a:pt x="4647780" y="24597"/>
                </a:cubicBezTo>
                <a:cubicBezTo>
                  <a:pt x="4675192" y="-26623"/>
                  <a:pt x="4781550" y="7221"/>
                  <a:pt x="4781550" y="67165"/>
                </a:cubicBezTo>
                <a:cubicBezTo>
                  <a:pt x="4781550" y="88510"/>
                  <a:pt x="4791487" y="90924"/>
                  <a:pt x="4808930" y="73818"/>
                </a:cubicBezTo>
                <a:cubicBezTo>
                  <a:pt x="4818683" y="64254"/>
                  <a:pt x="4825437" y="67339"/>
                  <a:pt x="4843261" y="89500"/>
                </a:cubicBezTo>
                <a:cubicBezTo>
                  <a:pt x="4877134" y="131613"/>
                  <a:pt x="4887399" y="215744"/>
                  <a:pt x="4867214" y="285812"/>
                </a:cubicBezTo>
                <a:cubicBezTo>
                  <a:pt x="4859189" y="313666"/>
                  <a:pt x="4860353" y="321091"/>
                  <a:pt x="4874357" y="331387"/>
                </a:cubicBezTo>
                <a:cubicBezTo>
                  <a:pt x="4896332" y="347543"/>
                  <a:pt x="4902748" y="645813"/>
                  <a:pt x="4887411" y="938212"/>
                </a:cubicBezTo>
                <a:cubicBezTo>
                  <a:pt x="4881640" y="1048226"/>
                  <a:pt x="4872252" y="1326832"/>
                  <a:pt x="4866549" y="1557337"/>
                </a:cubicBezTo>
                <a:cubicBezTo>
                  <a:pt x="4853776" y="2073522"/>
                  <a:pt x="4834234" y="2422684"/>
                  <a:pt x="4810306" y="2562225"/>
                </a:cubicBezTo>
                <a:cubicBezTo>
                  <a:pt x="4804467" y="2596276"/>
                  <a:pt x="4795959" y="2649855"/>
                  <a:pt x="4791401" y="2681287"/>
                </a:cubicBezTo>
                <a:cubicBezTo>
                  <a:pt x="4786842" y="2712720"/>
                  <a:pt x="4778759" y="2755582"/>
                  <a:pt x="4773439" y="2776537"/>
                </a:cubicBezTo>
                <a:cubicBezTo>
                  <a:pt x="4768119" y="2797492"/>
                  <a:pt x="4759430" y="2831667"/>
                  <a:pt x="4754131" y="2852482"/>
                </a:cubicBezTo>
                <a:cubicBezTo>
                  <a:pt x="4740315" y="2906750"/>
                  <a:pt x="4717976" y="2921741"/>
                  <a:pt x="4678949" y="2902932"/>
                </a:cubicBezTo>
                <a:close/>
                <a:moveTo>
                  <a:pt x="5557790" y="2609700"/>
                </a:moveTo>
                <a:cubicBezTo>
                  <a:pt x="5554438" y="2599140"/>
                  <a:pt x="5556132" y="2576637"/>
                  <a:pt x="5561555" y="2559694"/>
                </a:cubicBezTo>
                <a:cubicBezTo>
                  <a:pt x="5566978" y="2542750"/>
                  <a:pt x="5577892" y="2488168"/>
                  <a:pt x="5585810" y="2438400"/>
                </a:cubicBezTo>
                <a:cubicBezTo>
                  <a:pt x="5601401" y="2340400"/>
                  <a:pt x="5646091" y="2187464"/>
                  <a:pt x="5682614" y="2107123"/>
                </a:cubicBezTo>
                <a:cubicBezTo>
                  <a:pt x="5695187" y="2079465"/>
                  <a:pt x="5705475" y="2040734"/>
                  <a:pt x="5705475" y="2021055"/>
                </a:cubicBezTo>
                <a:cubicBezTo>
                  <a:pt x="5705475" y="1987302"/>
                  <a:pt x="5802038" y="1710942"/>
                  <a:pt x="5820742" y="1691163"/>
                </a:cubicBezTo>
                <a:cubicBezTo>
                  <a:pt x="5825449" y="1686186"/>
                  <a:pt x="5829300" y="1676650"/>
                  <a:pt x="5829300" y="1669971"/>
                </a:cubicBezTo>
                <a:cubicBezTo>
                  <a:pt x="5829300" y="1639016"/>
                  <a:pt x="5968363" y="1357553"/>
                  <a:pt x="6003338" y="1317719"/>
                </a:cubicBezTo>
                <a:cubicBezTo>
                  <a:pt x="6027137" y="1290613"/>
                  <a:pt x="6036641" y="1285968"/>
                  <a:pt x="6058483" y="1290765"/>
                </a:cubicBezTo>
                <a:cubicBezTo>
                  <a:pt x="6072997" y="1293953"/>
                  <a:pt x="6092999" y="1291486"/>
                  <a:pt x="6102931" y="1285284"/>
                </a:cubicBezTo>
                <a:cubicBezTo>
                  <a:pt x="6126328" y="1270672"/>
                  <a:pt x="6181725" y="1297007"/>
                  <a:pt x="6181725" y="1322743"/>
                </a:cubicBezTo>
                <a:cubicBezTo>
                  <a:pt x="6181725" y="1332274"/>
                  <a:pt x="6190297" y="1347830"/>
                  <a:pt x="6200775" y="1357312"/>
                </a:cubicBezTo>
                <a:cubicBezTo>
                  <a:pt x="6225530" y="1379715"/>
                  <a:pt x="6224956" y="1419203"/>
                  <a:pt x="6199220" y="1464179"/>
                </a:cubicBezTo>
                <a:cubicBezTo>
                  <a:pt x="6187888" y="1483983"/>
                  <a:pt x="6179441" y="1512737"/>
                  <a:pt x="6180451" y="1528077"/>
                </a:cubicBezTo>
                <a:cubicBezTo>
                  <a:pt x="6182184" y="1554415"/>
                  <a:pt x="6177284" y="1568366"/>
                  <a:pt x="6133157" y="1662738"/>
                </a:cubicBezTo>
                <a:cubicBezTo>
                  <a:pt x="6123198" y="1684037"/>
                  <a:pt x="6115050" y="1704205"/>
                  <a:pt x="6115050" y="1707554"/>
                </a:cubicBezTo>
                <a:cubicBezTo>
                  <a:pt x="6115050" y="1735368"/>
                  <a:pt x="5930068" y="2101170"/>
                  <a:pt x="5879306" y="2173740"/>
                </a:cubicBezTo>
                <a:cubicBezTo>
                  <a:pt x="5862280" y="2198080"/>
                  <a:pt x="5848350" y="2222186"/>
                  <a:pt x="5848350" y="2227308"/>
                </a:cubicBezTo>
                <a:cubicBezTo>
                  <a:pt x="5848350" y="2244243"/>
                  <a:pt x="5779329" y="2365649"/>
                  <a:pt x="5722927" y="2447925"/>
                </a:cubicBezTo>
                <a:cubicBezTo>
                  <a:pt x="5602467" y="2623643"/>
                  <a:pt x="5571762" y="2653723"/>
                  <a:pt x="5557790" y="2609700"/>
                </a:cubicBezTo>
                <a:close/>
                <a:moveTo>
                  <a:pt x="3872245" y="2550933"/>
                </a:moveTo>
                <a:cubicBezTo>
                  <a:pt x="3848378" y="2517853"/>
                  <a:pt x="3816862" y="2475785"/>
                  <a:pt x="3802210" y="2457450"/>
                </a:cubicBezTo>
                <a:cubicBezTo>
                  <a:pt x="3760351" y="2405065"/>
                  <a:pt x="3708242" y="2314316"/>
                  <a:pt x="3656020" y="2202854"/>
                </a:cubicBezTo>
                <a:cubicBezTo>
                  <a:pt x="3629583" y="2146429"/>
                  <a:pt x="3598171" y="2089546"/>
                  <a:pt x="3586214" y="2076450"/>
                </a:cubicBezTo>
                <a:cubicBezTo>
                  <a:pt x="3563609" y="2051687"/>
                  <a:pt x="3499553" y="1934327"/>
                  <a:pt x="3477040" y="1876425"/>
                </a:cubicBezTo>
                <a:cubicBezTo>
                  <a:pt x="3469911" y="1858089"/>
                  <a:pt x="3443972" y="1800225"/>
                  <a:pt x="3419397" y="1747837"/>
                </a:cubicBezTo>
                <a:cubicBezTo>
                  <a:pt x="3338828" y="1576084"/>
                  <a:pt x="3345721" y="1596196"/>
                  <a:pt x="3325589" y="1474131"/>
                </a:cubicBezTo>
                <a:cubicBezTo>
                  <a:pt x="3321498" y="1449323"/>
                  <a:pt x="3315381" y="1426256"/>
                  <a:pt x="3311997" y="1422872"/>
                </a:cubicBezTo>
                <a:cubicBezTo>
                  <a:pt x="3302580" y="1413455"/>
                  <a:pt x="3323114" y="1381125"/>
                  <a:pt x="3338512" y="1381125"/>
                </a:cubicBezTo>
                <a:cubicBezTo>
                  <a:pt x="3346001" y="1381125"/>
                  <a:pt x="3356693" y="1372596"/>
                  <a:pt x="3362272" y="1362173"/>
                </a:cubicBezTo>
                <a:cubicBezTo>
                  <a:pt x="3367850" y="1351750"/>
                  <a:pt x="3385583" y="1336412"/>
                  <a:pt x="3401679" y="1328088"/>
                </a:cubicBezTo>
                <a:cubicBezTo>
                  <a:pt x="3429209" y="1313852"/>
                  <a:pt x="3432156" y="1314086"/>
                  <a:pt x="3451403" y="1332042"/>
                </a:cubicBezTo>
                <a:cubicBezTo>
                  <a:pt x="3462655" y="1342540"/>
                  <a:pt x="3486758" y="1352521"/>
                  <a:pt x="3504964" y="1354221"/>
                </a:cubicBezTo>
                <a:cubicBezTo>
                  <a:pt x="3542057" y="1357685"/>
                  <a:pt x="3580944" y="1410866"/>
                  <a:pt x="3581243" y="1458539"/>
                </a:cubicBezTo>
                <a:cubicBezTo>
                  <a:pt x="3581329" y="1472305"/>
                  <a:pt x="3588519" y="1489450"/>
                  <a:pt x="3597221" y="1496639"/>
                </a:cubicBezTo>
                <a:cubicBezTo>
                  <a:pt x="3631983" y="1525361"/>
                  <a:pt x="3726788" y="1749694"/>
                  <a:pt x="3809807" y="1999671"/>
                </a:cubicBezTo>
                <a:cubicBezTo>
                  <a:pt x="3857062" y="2141958"/>
                  <a:pt x="3895725" y="2266481"/>
                  <a:pt x="3895725" y="2276388"/>
                </a:cubicBezTo>
                <a:cubicBezTo>
                  <a:pt x="3895725" y="2286295"/>
                  <a:pt x="3899558" y="2296769"/>
                  <a:pt x="3904243" y="2299665"/>
                </a:cubicBezTo>
                <a:cubicBezTo>
                  <a:pt x="3908929" y="2302561"/>
                  <a:pt x="3915043" y="2321030"/>
                  <a:pt x="3917831" y="2340709"/>
                </a:cubicBezTo>
                <a:cubicBezTo>
                  <a:pt x="3920619" y="2360387"/>
                  <a:pt x="3929868" y="2412432"/>
                  <a:pt x="3938385" y="2456365"/>
                </a:cubicBezTo>
                <a:cubicBezTo>
                  <a:pt x="3969240" y="2615526"/>
                  <a:pt x="3944436" y="2650991"/>
                  <a:pt x="3872245" y="2550933"/>
                </a:cubicBezTo>
                <a:close/>
                <a:moveTo>
                  <a:pt x="1915734" y="1716881"/>
                </a:moveTo>
                <a:cubicBezTo>
                  <a:pt x="1906486" y="1699725"/>
                  <a:pt x="1876585" y="1671322"/>
                  <a:pt x="1843087" y="1647873"/>
                </a:cubicBezTo>
                <a:cubicBezTo>
                  <a:pt x="1832610" y="1640539"/>
                  <a:pt x="1845307" y="1656816"/>
                  <a:pt x="1871304" y="1684044"/>
                </a:cubicBezTo>
                <a:cubicBezTo>
                  <a:pt x="1922108" y="1737254"/>
                  <a:pt x="1929769" y="1742916"/>
                  <a:pt x="1915734" y="1716881"/>
                </a:cubicBezTo>
                <a:close/>
              </a:path>
            </a:pathLst>
          </a:custGeom>
          <a:solidFill>
            <a:srgbClr val="7A1732"/>
          </a:solidFill>
          <a:ln>
            <a:noFill/>
          </a:ln>
        </p:spPr>
      </p:sp>
      <p:pic>
        <p:nvPicPr>
          <p:cNvPr id="4" name="phone" descr="0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420000">
            <a:off x="2343150" y="2219325"/>
            <a:ext cx="5981700" cy="10801350"/>
          </a:xfrm>
          <a:prstGeom prst="rect">
            <a:avLst/>
          </a:prstGeom>
        </p:spPr>
      </p:pic>
      <p:sp>
        <p:nvSpPr>
          <p:cNvPr id="5" name="PHOTO: The satisfying clip (screen)"/>
          <p:cNvSpPr/>
          <p:nvPr/>
        </p:nvSpPr>
        <p:spPr>
          <a:xfrm rot="-180000">
            <a:off x="3267075" y="3105150"/>
            <a:ext cx="4124325" cy="9029700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sp>
        <p:nvSpPr>
          <p:cNvPr id="6" name="TEXT: sound on"/>
          <p:cNvSpPr/>
          <p:nvPr/>
        </p:nvSpPr>
        <p:spPr>
          <a:xfrm rot="180000">
            <a:off x="847725" y="1281112"/>
            <a:ext cx="4591050" cy="1247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40030" rIns="240030" tIns="102870" bIns="102870"/>
          <a:lstStyle/>
          <a:p>
            <a:pPr algn="l">
              <a:lnSpc>
                <a:spcPts val="8234"/>
              </a:lnSpc>
            </a:pPr>
            <a:r>
              <a:rPr b="1" sz="6750">
                <a:solidFill>
                  <a:srgbClr val="181716"/>
                </a:solidFill>
                <a:latin typeface="Montserrat"/>
              </a:rPr>
              <a:t>sound on</a:t>
            </a:r>
          </a:p>
        </p:txBody>
      </p:sp>
      <p:sp>
        <p:nvSpPr>
          <p:cNvPr id="7" name="TEXT: [you'll hear it]"/>
          <p:cNvSpPr/>
          <p:nvPr/>
        </p:nvSpPr>
        <p:spPr>
          <a:xfrm rot="21480000">
            <a:off x="5014912" y="12349162"/>
            <a:ext cx="4448175" cy="828675"/>
          </a:xfrm>
          <a:prstGeom prst="rect">
            <a:avLst/>
          </a:prstGeom>
          <a:solidFill>
            <a:srgbClr val="F7E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0020" rIns="160020" tIns="68580" bIns="68580"/>
          <a:lstStyle/>
          <a:p>
            <a:pPr algn="ctr">
              <a:lnSpc>
                <a:spcPts val="5490"/>
              </a:lnSpc>
            </a:pPr>
            <a:r>
              <a:rPr b="1" sz="4500">
                <a:solidFill>
                  <a:srgbClr val="181716"/>
                </a:solidFill>
                <a:latin typeface="Montserrat"/>
              </a:rPr>
              <a:t>[you'll hear it]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round paper" descr="0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250" y="2952750"/>
            <a:ext cx="7810500" cy="7810500"/>
          </a:xfrm>
          <a:prstGeom prst="rect">
            <a:avLst/>
          </a:prstGeom>
        </p:spPr>
      </p:pic>
      <p:sp>
        <p:nvSpPr>
          <p:cNvPr id="4" name="PHOTO: Close-up 2"/>
          <p:cNvSpPr/>
          <p:nvPr/>
        </p:nvSpPr>
        <p:spPr>
          <a:xfrm rot="0">
            <a:off x="1809750" y="3524250"/>
            <a:ext cx="6667500" cy="6667500"/>
          </a:xfrm>
          <a:prstGeom prst="ellipse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pic>
        <p:nvPicPr>
          <p:cNvPr id="5" name="bubble wrap" descr="00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6" name="TEXT: [smooth]"/>
          <p:cNvSpPr/>
          <p:nvPr/>
        </p:nvSpPr>
        <p:spPr>
          <a:xfrm rot="21480000">
            <a:off x="2876550" y="11072812"/>
            <a:ext cx="6057900" cy="16668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20040" rIns="320040" tIns="137160" bIns="137160"/>
          <a:lstStyle/>
          <a:p>
            <a:pPr algn="ctr">
              <a:lnSpc>
                <a:spcPts val="10980"/>
              </a:lnSpc>
            </a:pPr>
            <a:r>
              <a:rPr b="1" sz="9000">
                <a:solidFill>
                  <a:srgbClr val="181716"/>
                </a:solidFill>
                <a:latin typeface="Montserrat"/>
              </a:rPr>
              <a:t>[smooth]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photo border" descr="0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300000">
            <a:off x="438150" y="5105400"/>
            <a:ext cx="3505200" cy="4267200"/>
          </a:xfrm>
          <a:prstGeom prst="rect">
            <a:avLst/>
          </a:prstGeom>
        </p:spPr>
      </p:pic>
      <p:sp>
        <p:nvSpPr>
          <p:cNvPr id="4" name="PHOTO: Photo 1"/>
          <p:cNvSpPr/>
          <p:nvPr/>
        </p:nvSpPr>
        <p:spPr>
          <a:xfrm rot="300000">
            <a:off x="952500" y="5619750"/>
            <a:ext cx="2476500" cy="3238500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pic>
        <p:nvPicPr>
          <p:cNvPr id="5" name="push pin" descr="00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4677" y="5168712"/>
            <a:ext cx="914400" cy="914400"/>
          </a:xfrm>
          <a:prstGeom prst="rect">
            <a:avLst/>
          </a:prstGeom>
        </p:spPr>
      </p:pic>
      <p:sp>
        <p:nvSpPr>
          <p:cNvPr id="6" name="TEXT: [soft]"/>
          <p:cNvSpPr/>
          <p:nvPr/>
        </p:nvSpPr>
        <p:spPr>
          <a:xfrm rot="300000">
            <a:off x="1125960" y="9239714"/>
            <a:ext cx="1714500" cy="742950"/>
          </a:xfrm>
          <a:prstGeom prst="rect">
            <a:avLst/>
          </a:prstGeom>
          <a:solidFill>
            <a:srgbClr val="F7E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18" rIns="144018" tIns="61722" bIns="61722"/>
          <a:lstStyle/>
          <a:p>
            <a:pPr algn="ctr">
              <a:lnSpc>
                <a:spcPts val="4941"/>
              </a:lnSpc>
            </a:pPr>
            <a:r>
              <a:rPr b="1" sz="4050">
                <a:solidFill>
                  <a:srgbClr val="181716"/>
                </a:solidFill>
                <a:latin typeface="Montserrat"/>
              </a:rPr>
              <a:t>[soft]</a:t>
            </a:r>
          </a:p>
        </p:txBody>
      </p:sp>
      <p:pic>
        <p:nvPicPr>
          <p:cNvPr id="7" name="photo border" descr="0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420000">
            <a:off x="3390900" y="4724400"/>
            <a:ext cx="3505200" cy="4267200"/>
          </a:xfrm>
          <a:prstGeom prst="rect">
            <a:avLst/>
          </a:prstGeom>
        </p:spPr>
      </p:pic>
      <p:sp>
        <p:nvSpPr>
          <p:cNvPr id="8" name="PHOTO: Photo 2"/>
          <p:cNvSpPr/>
          <p:nvPr/>
        </p:nvSpPr>
        <p:spPr>
          <a:xfrm rot="-180000">
            <a:off x="3905250" y="5238750"/>
            <a:ext cx="2476500" cy="3238500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pic>
        <p:nvPicPr>
          <p:cNvPr id="9" name="push pin" descr="00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1555" y="4783769"/>
            <a:ext cx="914400" cy="914400"/>
          </a:xfrm>
          <a:prstGeom prst="rect">
            <a:avLst/>
          </a:prstGeom>
        </p:spPr>
      </p:pic>
      <p:sp>
        <p:nvSpPr>
          <p:cNvPr id="10" name="TEXT: [smooth]"/>
          <p:cNvSpPr/>
          <p:nvPr/>
        </p:nvSpPr>
        <p:spPr>
          <a:xfrm rot="21420000">
            <a:off x="3906050" y="8864512"/>
            <a:ext cx="2724150" cy="7429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18" rIns="144018" tIns="61722" bIns="61722"/>
          <a:lstStyle/>
          <a:p>
            <a:pPr algn="ctr">
              <a:lnSpc>
                <a:spcPts val="4941"/>
              </a:lnSpc>
            </a:pPr>
            <a:r>
              <a:rPr b="1" sz="4050">
                <a:solidFill>
                  <a:srgbClr val="181716"/>
                </a:solidFill>
                <a:latin typeface="Montserrat"/>
              </a:rPr>
              <a:t>[smooth]</a:t>
            </a:r>
          </a:p>
        </p:txBody>
      </p:sp>
      <p:pic>
        <p:nvPicPr>
          <p:cNvPr id="11" name="photo border" descr="0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0000">
            <a:off x="6343650" y="5105400"/>
            <a:ext cx="3505200" cy="4267200"/>
          </a:xfrm>
          <a:prstGeom prst="rect">
            <a:avLst/>
          </a:prstGeom>
        </p:spPr>
      </p:pic>
      <p:sp>
        <p:nvSpPr>
          <p:cNvPr id="12" name="PHOTO: Photo 3"/>
          <p:cNvSpPr/>
          <p:nvPr/>
        </p:nvSpPr>
        <p:spPr>
          <a:xfrm rot="180000">
            <a:off x="6858000" y="5619750"/>
            <a:ext cx="2476500" cy="3238500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pic>
        <p:nvPicPr>
          <p:cNvPr id="13" name="push pin" descr="00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3795" y="5164769"/>
            <a:ext cx="914400" cy="914400"/>
          </a:xfrm>
          <a:prstGeom prst="rect">
            <a:avLst/>
          </a:prstGeom>
        </p:spPr>
      </p:pic>
      <p:sp>
        <p:nvSpPr>
          <p:cNvPr id="14" name="TEXT: [cozy]"/>
          <p:cNvSpPr/>
          <p:nvPr/>
        </p:nvSpPr>
        <p:spPr>
          <a:xfrm rot="180000">
            <a:off x="7023888" y="9245512"/>
            <a:ext cx="1895475" cy="742950"/>
          </a:xfrm>
          <a:prstGeom prst="rect">
            <a:avLst/>
          </a:prstGeom>
          <a:solidFill>
            <a:srgbClr val="F7E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18" rIns="144018" tIns="61722" bIns="61722"/>
          <a:lstStyle/>
          <a:p>
            <a:pPr algn="ctr">
              <a:lnSpc>
                <a:spcPts val="4941"/>
              </a:lnSpc>
            </a:pPr>
            <a:r>
              <a:rPr b="1" sz="4050">
                <a:solidFill>
                  <a:srgbClr val="181716"/>
                </a:solidFill>
                <a:latin typeface="Montserrat"/>
              </a:rPr>
              <a:t>[cozy]</a:t>
            </a:r>
          </a:p>
        </p:txBody>
      </p:sp>
      <p:sp>
        <p:nvSpPr>
          <p:cNvPr id="15" name="LETTERING: in three words"/>
          <p:cNvSpPr txBox="1"/>
          <p:nvPr/>
        </p:nvSpPr>
        <p:spPr>
          <a:xfrm rot="120000">
            <a:off x="957262" y="1828800"/>
            <a:ext cx="8372475" cy="14859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750" i="0">
                <a:solidFill>
                  <a:srgbClr val="FFFFFF"/>
                </a:solidFill>
                <a:latin typeface="DM Serif Display"/>
              </a:rPr>
              <a:t>in </a:t>
            </a:r>
            <a:r>
              <a:rPr sz="9750" i="0">
                <a:solidFill>
                  <a:srgbClr val="FFFFFF"/>
                </a:solidFill>
                <a:latin typeface="DM Serif Display"/>
              </a:rPr>
              <a:t>three </a:t>
            </a:r>
            <a:r>
              <a:rPr sz="9750" i="1">
                <a:solidFill>
                  <a:srgbClr val="FFFFFF"/>
                </a:solidFill>
                <a:latin typeface="DM Serif Display"/>
              </a:rPr>
              <a:t>words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3" name="PHOTO: The whole product (fills the page)"/>
          <p:cNvSpPr/>
          <p:nvPr/>
        </p:nvSpPr>
        <p:spPr>
          <a:xfrm rot="0">
            <a:off x="0" y="0"/>
            <a:ext cx="10287000" cy="13716000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4" name="TEXT: [Product name]"/>
          <p:cNvSpPr/>
          <p:nvPr/>
        </p:nvSpPr>
        <p:spPr>
          <a:xfrm rot="120000">
            <a:off x="2428875" y="11449050"/>
            <a:ext cx="5429250" cy="914400"/>
          </a:xfrm>
          <a:prstGeom prst="rect">
            <a:avLst/>
          </a:prstGeom>
          <a:solidFill>
            <a:srgbClr val="F7E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76022" rIns="176022" tIns="75438" bIns="75438"/>
          <a:lstStyle/>
          <a:p>
            <a:pPr algn="ctr">
              <a:lnSpc>
                <a:spcPts val="6039"/>
              </a:lnSpc>
            </a:pPr>
            <a:r>
              <a:rPr b="1" sz="4950">
                <a:solidFill>
                  <a:srgbClr val="181716"/>
                </a:solidFill>
                <a:latin typeface="Montserrat"/>
              </a:rPr>
              <a:t>[Product name]</a:t>
            </a:r>
          </a:p>
        </p:txBody>
      </p:sp>
      <p:sp>
        <p:nvSpPr>
          <p:cNvPr id="5" name="arrow"/>
          <p:cNvSpPr/>
          <p:nvPr/>
        </p:nvSpPr>
        <p:spPr>
          <a:xfrm rot="-5400000">
            <a:off x="4333875" y="10034587"/>
            <a:ext cx="1619250" cy="504825"/>
          </a:xfrm>
          <a:custGeom>
            <a:avLst/>
            <a:gdLst/>
            <a:ahLst/>
            <a:cxnLst/>
            <a:rect l="0" t="0" r="r" b="b"/>
            <a:pathLst>
              <a:path w="1619250" h="504825">
                <a:moveTo>
                  <a:pt x="1257300" y="480450"/>
                </a:moveTo>
                <a:cubicBezTo>
                  <a:pt x="1257300" y="466626"/>
                  <a:pt x="1253177" y="458623"/>
                  <a:pt x="1247775" y="461962"/>
                </a:cubicBezTo>
                <a:cubicBezTo>
                  <a:pt x="1242536" y="465200"/>
                  <a:pt x="1238235" y="460095"/>
                  <a:pt x="1238218" y="450618"/>
                </a:cubicBezTo>
                <a:cubicBezTo>
                  <a:pt x="1238201" y="441141"/>
                  <a:pt x="1271222" y="402197"/>
                  <a:pt x="1311598" y="364076"/>
                </a:cubicBezTo>
                <a:lnTo>
                  <a:pt x="1385010" y="294765"/>
                </a:lnTo>
                <a:lnTo>
                  <a:pt x="1266386" y="300090"/>
                </a:lnTo>
                <a:cubicBezTo>
                  <a:pt x="1201143" y="303019"/>
                  <a:pt x="950595" y="310034"/>
                  <a:pt x="709612" y="315678"/>
                </a:cubicBezTo>
                <a:cubicBezTo>
                  <a:pt x="468630" y="321323"/>
                  <a:pt x="223235" y="328686"/>
                  <a:pt x="164292" y="332039"/>
                </a:cubicBezTo>
                <a:cubicBezTo>
                  <a:pt x="81649" y="336741"/>
                  <a:pt x="57124" y="335412"/>
                  <a:pt x="57135" y="326231"/>
                </a:cubicBezTo>
                <a:cubicBezTo>
                  <a:pt x="57144" y="319190"/>
                  <a:pt x="44728" y="314325"/>
                  <a:pt x="26754" y="314324"/>
                </a:cubicBezTo>
                <a:cubicBezTo>
                  <a:pt x="-1225" y="314324"/>
                  <a:pt x="-2231" y="313294"/>
                  <a:pt x="14096" y="301355"/>
                </a:cubicBezTo>
                <a:cubicBezTo>
                  <a:pt x="39698" y="282634"/>
                  <a:pt x="40970" y="257174"/>
                  <a:pt x="16302" y="257175"/>
                </a:cubicBezTo>
                <a:cubicBezTo>
                  <a:pt x="4858" y="257175"/>
                  <a:pt x="89" y="253819"/>
                  <a:pt x="5238" y="249388"/>
                </a:cubicBezTo>
                <a:cubicBezTo>
                  <a:pt x="38131" y="221084"/>
                  <a:pt x="254251" y="205225"/>
                  <a:pt x="757237" y="194206"/>
                </a:cubicBezTo>
                <a:cubicBezTo>
                  <a:pt x="909161" y="190878"/>
                  <a:pt x="1109402" y="185468"/>
                  <a:pt x="1202217" y="182184"/>
                </a:cubicBezTo>
                <a:lnTo>
                  <a:pt x="1370973" y="176212"/>
                </a:lnTo>
                <a:lnTo>
                  <a:pt x="1306992" y="128587"/>
                </a:lnTo>
                <a:cubicBezTo>
                  <a:pt x="1271803" y="102393"/>
                  <a:pt x="1242899" y="74533"/>
                  <a:pt x="1242760" y="66675"/>
                </a:cubicBezTo>
                <a:cubicBezTo>
                  <a:pt x="1242622" y="58816"/>
                  <a:pt x="1239154" y="47029"/>
                  <a:pt x="1235054" y="40481"/>
                </a:cubicBezTo>
                <a:cubicBezTo>
                  <a:pt x="1224885" y="24237"/>
                  <a:pt x="1235722" y="9152"/>
                  <a:pt x="1252842" y="15722"/>
                </a:cubicBezTo>
                <a:cubicBezTo>
                  <a:pt x="1260532" y="18673"/>
                  <a:pt x="1266825" y="16343"/>
                  <a:pt x="1266825" y="10544"/>
                </a:cubicBezTo>
                <a:cubicBezTo>
                  <a:pt x="1266825" y="-9201"/>
                  <a:pt x="1283898" y="-5"/>
                  <a:pt x="1441695" y="104733"/>
                </a:cubicBezTo>
                <a:cubicBezTo>
                  <a:pt x="1620939" y="223706"/>
                  <a:pt x="1633427" y="237454"/>
                  <a:pt x="1593675" y="272033"/>
                </a:cubicBezTo>
                <a:cubicBezTo>
                  <a:pt x="1563065" y="298659"/>
                  <a:pt x="1336730" y="468567"/>
                  <a:pt x="1320437" y="477150"/>
                </a:cubicBezTo>
                <a:cubicBezTo>
                  <a:pt x="1255250" y="511492"/>
                  <a:pt x="1257300" y="511385"/>
                  <a:pt x="1257300" y="48045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photo border" descr="0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420000">
            <a:off x="1524000" y="4762500"/>
            <a:ext cx="7239000" cy="8382000"/>
          </a:xfrm>
          <a:prstGeom prst="rect">
            <a:avLst/>
          </a:prstGeom>
        </p:spPr>
      </p:pic>
      <p:sp>
        <p:nvSpPr>
          <p:cNvPr id="4" name="PHOTO: Your product"/>
          <p:cNvSpPr/>
          <p:nvPr/>
        </p:nvSpPr>
        <p:spPr>
          <a:xfrm rot="-180000">
            <a:off x="2095500" y="5334000"/>
            <a:ext cx="6096000" cy="7239000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sp>
        <p:nvSpPr>
          <p:cNvPr id="5" name="LETTERING: Comment"/>
          <p:cNvSpPr txBox="1"/>
          <p:nvPr/>
        </p:nvSpPr>
        <p:spPr>
          <a:xfrm>
            <a:off x="633412" y="952500"/>
            <a:ext cx="9020175" cy="22860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0" i="0">
                <a:solidFill>
                  <a:srgbClr val="FFFFFF"/>
                </a:solidFill>
                <a:latin typeface="DM Serif Display"/>
              </a:rPr>
              <a:t>Comment</a:t>
            </a:r>
          </a:p>
        </p:txBody>
      </p:sp>
      <p:sp>
        <p:nvSpPr>
          <p:cNvPr id="6" name="TEXT: &quot;[KEYWORD]&quot;"/>
          <p:cNvSpPr/>
          <p:nvPr/>
        </p:nvSpPr>
        <p:spPr>
          <a:xfrm rot="21480000">
            <a:off x="2152650" y="3114675"/>
            <a:ext cx="5981700" cy="12001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98145" rIns="398145" tIns="159258" bIns="159258"/>
          <a:lstStyle/>
          <a:p>
            <a:pPr algn="ctr">
              <a:lnSpc>
                <a:spcPts val="6953"/>
              </a:lnSpc>
            </a:pPr>
            <a:r>
              <a:rPr b="1" sz="5700">
                <a:solidFill>
                  <a:srgbClr val="181716"/>
                </a:solidFill>
                <a:latin typeface="Montserrat"/>
              </a:rPr>
              <a:t>"[KEYWORD]"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