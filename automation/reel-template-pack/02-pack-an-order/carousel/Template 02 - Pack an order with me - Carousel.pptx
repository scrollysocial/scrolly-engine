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0287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1. Hook. Swap in a photo of you picking the order. Edit [your shop] on the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2. Second hook: Instagram often shows a carousel starting on slide 2, so this one works as a cover on its own. No photo needed. Edit both [bracket]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3. Swap in a photo of your product going into the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4. Swap in a photo of the padding going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5. Swap in a photo of the extras you add (a note, tissue, a sticker).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6. No photo needed. Edit [your shop] on the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7. Type your product name and keyword. Caption to start from (CTA in the first two sentences, 3 hashtags): Comment [KEYWORD] and I will send you [the link]. [One line of real context: who it helps or how you use it.] #[tag] #[tag] #[tag]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Relationship Id="rId4" Type="http://schemas.openxmlformats.org/officeDocument/2006/relationships/image" Target="../media/image11.jpg"/><Relationship Id="rId5" Type="http://schemas.openxmlformats.org/officeDocument/2006/relationships/image" Target="../media/image12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jp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4.png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png"/><Relationship Id="rId4" Type="http://schemas.openxmlformats.org/officeDocument/2006/relationships/image" Target="../media/image16.jp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Picking the order (bottom of the page)"/>
          <p:cNvSpPr/>
          <p:nvPr/>
        </p:nvSpPr>
        <p:spPr>
          <a:xfrm rot="0">
            <a:off x="0" y="6477000"/>
            <a:ext cx="10287000" cy="7239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pic>
        <p:nvPicPr>
          <p:cNvPr id="4" name="stripe tape" descr="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28625" y="6000750"/>
            <a:ext cx="11144250" cy="952500"/>
          </a:xfrm>
          <a:prstGeom prst="rect">
            <a:avLst/>
          </a:prstGeom>
        </p:spPr>
      </p:pic>
      <p:pic>
        <p:nvPicPr>
          <p:cNvPr id="5" name="shipping label" descr="0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240000">
            <a:off x="5905500" y="1133475"/>
            <a:ext cx="3429000" cy="4972050"/>
          </a:xfrm>
          <a:prstGeom prst="rect">
            <a:avLst/>
          </a:prstGeom>
        </p:spPr>
      </p:pic>
      <p:sp>
        <p:nvSpPr>
          <p:cNvPr id="6" name="TEXT: [Your shop]"/>
          <p:cNvSpPr/>
          <p:nvPr/>
        </p:nvSpPr>
        <p:spPr>
          <a:xfrm rot="21240000">
            <a:off x="6193571" y="2459892"/>
            <a:ext cx="1885950" cy="409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0010" rIns="80010" tIns="34290" bIns="34290"/>
          <a:lstStyle/>
          <a:p>
            <a:pPr algn="l">
              <a:lnSpc>
                <a:spcPts val="2745"/>
              </a:lnSpc>
            </a:pPr>
            <a:r>
              <a:rPr b="1" sz="2250">
                <a:solidFill>
                  <a:srgbClr val="181716"/>
                </a:solidFill>
                <a:latin typeface="Montserrat"/>
              </a:rPr>
              <a:t>[Your shop]</a:t>
            </a:r>
          </a:p>
        </p:txBody>
      </p:sp>
      <p:sp>
        <p:nvSpPr>
          <p:cNvPr id="7" name="GUIDE (delete)"/>
          <p:cNvSpPr/>
          <p:nvPr/>
        </p:nvSpPr>
        <p:spPr>
          <a:xfrm>
            <a:off x="1352550" y="13063538"/>
            <a:ext cx="7581900" cy="3524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9342" rIns="69342" tIns="29718" bIns="29718"/>
          <a:lstStyle/>
          <a:p>
            <a:pPr algn="ctr">
              <a:lnSpc>
                <a:spcPts val="2379"/>
              </a:lnSpc>
            </a:pPr>
            <a:r>
              <a:rPr b="1" sz="1950">
                <a:solidFill>
                  <a:srgbClr val="FFFFFF"/>
                </a:solidFill>
                <a:latin typeface="Montserrat"/>
              </a:rPr>
              <a:t>Everything blue is a guide. Delete it before you download.</a:t>
            </a:r>
          </a:p>
        </p:txBody>
      </p:sp>
      <p:pic>
        <p:nvPicPr>
          <p:cNvPr id="8" name="washi tape" descr="0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0000">
            <a:off x="333375" y="1619250"/>
            <a:ext cx="5619750" cy="2476500"/>
          </a:xfrm>
          <a:prstGeom prst="rect">
            <a:avLst/>
          </a:prstGeom>
        </p:spPr>
      </p:pic>
      <p:sp>
        <p:nvSpPr>
          <p:cNvPr id="9" name="TEXT: packing"/>
          <p:cNvSpPr/>
          <p:nvPr/>
        </p:nvSpPr>
        <p:spPr>
          <a:xfrm rot="180000">
            <a:off x="2144237" y="2062815"/>
            <a:ext cx="2047875" cy="638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2682" rIns="122682" tIns="52578" bIns="52578"/>
          <a:lstStyle/>
          <a:p>
            <a:pPr algn="ctr">
              <a:lnSpc>
                <a:spcPts val="4209"/>
              </a:lnSpc>
            </a:pPr>
            <a:r>
              <a:rPr b="1" sz="3450">
                <a:solidFill>
                  <a:srgbClr val="181716"/>
                </a:solidFill>
                <a:latin typeface="Montserrat"/>
              </a:rPr>
              <a:t>packing</a:t>
            </a:r>
          </a:p>
        </p:txBody>
      </p:sp>
      <p:sp>
        <p:nvSpPr>
          <p:cNvPr id="10" name="TEXT: an order"/>
          <p:cNvSpPr/>
          <p:nvPr/>
        </p:nvSpPr>
        <p:spPr>
          <a:xfrm rot="180000">
            <a:off x="1167142" y="2485659"/>
            <a:ext cx="3924300" cy="12763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45364" rIns="245364" tIns="105156" bIns="105156"/>
          <a:lstStyle/>
          <a:p>
            <a:pPr algn="ctr">
              <a:lnSpc>
                <a:spcPts val="8418"/>
              </a:lnSpc>
            </a:pPr>
            <a:r>
              <a:rPr b="0" sz="6900">
                <a:solidFill>
                  <a:srgbClr val="2C4EA8"/>
                </a:solidFill>
                <a:latin typeface="Bodoni FLF"/>
              </a:rPr>
              <a:t>an order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closed box" descr="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">
            <a:off x="1524000" y="2147888"/>
            <a:ext cx="7239000" cy="10944225"/>
          </a:xfrm>
          <a:prstGeom prst="rect">
            <a:avLst/>
          </a:prstGeom>
        </p:spPr>
      </p:pic>
      <p:pic>
        <p:nvPicPr>
          <p:cNvPr id="4" name="packing peanut" descr="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75" y="9744075"/>
            <a:ext cx="2419350" cy="2419350"/>
          </a:xfrm>
          <a:prstGeom prst="rect">
            <a:avLst/>
          </a:prstGeom>
        </p:spPr>
      </p:pic>
      <p:pic>
        <p:nvPicPr>
          <p:cNvPr id="5" name="packing peanut" descr="0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200000">
            <a:off x="7362825" y="10029825"/>
            <a:ext cx="2419350" cy="2419350"/>
          </a:xfrm>
          <a:prstGeom prst="rect">
            <a:avLst/>
          </a:prstGeom>
        </p:spPr>
      </p:pic>
      <p:pic>
        <p:nvPicPr>
          <p:cNvPr id="6" name="packing peanut" descr="0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800000">
            <a:off x="1647825" y="11172825"/>
            <a:ext cx="2419350" cy="2419350"/>
          </a:xfrm>
          <a:prstGeom prst="rect">
            <a:avLst/>
          </a:prstGeom>
        </p:spPr>
      </p:pic>
      <p:pic>
        <p:nvPicPr>
          <p:cNvPr id="7" name="packing peanut" descr="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4400000">
            <a:off x="6029325" y="11363325"/>
            <a:ext cx="2419350" cy="2419350"/>
          </a:xfrm>
          <a:prstGeom prst="rect">
            <a:avLst/>
          </a:prstGeom>
        </p:spPr>
      </p:pic>
      <p:pic>
        <p:nvPicPr>
          <p:cNvPr id="8" name="packing peanut" descr="0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00">
            <a:off x="3933825" y="10601325"/>
            <a:ext cx="2419350" cy="2419350"/>
          </a:xfrm>
          <a:prstGeom prst="rect">
            <a:avLst/>
          </a:prstGeom>
        </p:spPr>
      </p:pic>
      <p:sp>
        <p:nvSpPr>
          <p:cNvPr id="9" name="TEXT: [ever wondered how your order is packed?]"/>
          <p:cNvSpPr/>
          <p:nvPr/>
        </p:nvSpPr>
        <p:spPr>
          <a:xfrm rot="120000">
            <a:off x="1538288" y="1033462"/>
            <a:ext cx="8734425" cy="1933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2692" rIns="202692" tIns="86868" bIns="86868"/>
          <a:lstStyle/>
          <a:p>
            <a:pPr algn="r">
              <a:lnSpc>
                <a:spcPts val="6953"/>
              </a:lnSpc>
            </a:pPr>
            <a:r>
              <a:rPr b="1" sz="5700">
                <a:solidFill>
                  <a:srgbClr val="181716"/>
                </a:solidFill>
                <a:latin typeface="Montserrat"/>
              </a:rPr>
              <a:t>[ever wondered how</a:t>
            </a:r>
          </a:p>
          <a:p>
            <a:pPr algn="r">
              <a:lnSpc>
                <a:spcPts val="6953"/>
              </a:lnSpc>
            </a:pPr>
            <a:r>
              <a:rPr b="1" sz="5700">
                <a:solidFill>
                  <a:srgbClr val="181716"/>
                </a:solidFill>
                <a:latin typeface="Montserrat"/>
              </a:rPr>
              <a:t>your order is packed?]</a:t>
            </a:r>
          </a:p>
        </p:txBody>
      </p:sp>
      <p:sp>
        <p:nvSpPr>
          <p:cNvPr id="10" name="TEXT: [watch me pack it]"/>
          <p:cNvSpPr/>
          <p:nvPr/>
        </p:nvSpPr>
        <p:spPr>
          <a:xfrm rot="120000">
            <a:off x="90488" y="12811125"/>
            <a:ext cx="6105525" cy="857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l">
              <a:lnSpc>
                <a:spcPts val="5673"/>
              </a:lnSpc>
            </a:pPr>
            <a:r>
              <a:rPr b="1" sz="4650">
                <a:solidFill>
                  <a:srgbClr val="181716"/>
                </a:solidFill>
                <a:latin typeface="Montserrat"/>
              </a:rPr>
              <a:t>[watch me pack it]</a:t>
            </a:r>
          </a:p>
        </p:txBody>
      </p:sp>
      <p:sp>
        <p:nvSpPr>
          <p:cNvPr id="11" name="arrow"/>
          <p:cNvSpPr/>
          <p:nvPr/>
        </p:nvSpPr>
        <p:spPr>
          <a:xfrm rot="120000">
            <a:off x="5715000" y="12954000"/>
            <a:ext cx="1524000" cy="476250"/>
          </a:xfrm>
          <a:custGeom>
            <a:avLst/>
            <a:gdLst/>
            <a:ahLst/>
            <a:cxnLst/>
            <a:rect l="0" t="0" r="r" b="b"/>
            <a:pathLst>
              <a:path w="1524000" h="476250">
                <a:moveTo>
                  <a:pt x="1185387" y="467492"/>
                </a:moveTo>
                <a:cubicBezTo>
                  <a:pt x="1188364" y="462676"/>
                  <a:pt x="1184331" y="452267"/>
                  <a:pt x="1176425" y="444360"/>
                </a:cubicBezTo>
                <a:cubicBezTo>
                  <a:pt x="1151690" y="419625"/>
                  <a:pt x="1163076" y="403945"/>
                  <a:pt x="1281112" y="300189"/>
                </a:cubicBezTo>
                <a:lnTo>
                  <a:pt x="1309687" y="275071"/>
                </a:lnTo>
                <a:lnTo>
                  <a:pt x="1257300" y="280184"/>
                </a:lnTo>
                <a:cubicBezTo>
                  <a:pt x="1228486" y="282997"/>
                  <a:pt x="1052750" y="287754"/>
                  <a:pt x="866775" y="290756"/>
                </a:cubicBezTo>
                <a:cubicBezTo>
                  <a:pt x="680799" y="293757"/>
                  <a:pt x="500776" y="297883"/>
                  <a:pt x="466725" y="299923"/>
                </a:cubicBezTo>
                <a:cubicBezTo>
                  <a:pt x="239988" y="313507"/>
                  <a:pt x="59446" y="316221"/>
                  <a:pt x="53214" y="306138"/>
                </a:cubicBezTo>
                <a:cubicBezTo>
                  <a:pt x="49522" y="300163"/>
                  <a:pt x="34966" y="294777"/>
                  <a:pt x="20869" y="294170"/>
                </a:cubicBezTo>
                <a:cubicBezTo>
                  <a:pt x="4742" y="293474"/>
                  <a:pt x="1418" y="291449"/>
                  <a:pt x="11906" y="288709"/>
                </a:cubicBezTo>
                <a:cubicBezTo>
                  <a:pt x="33589" y="283042"/>
                  <a:pt x="34000" y="247650"/>
                  <a:pt x="12382" y="247650"/>
                </a:cubicBezTo>
                <a:cubicBezTo>
                  <a:pt x="-9981" y="247650"/>
                  <a:pt x="7307" y="234799"/>
                  <a:pt x="47625" y="221454"/>
                </a:cubicBezTo>
                <a:cubicBezTo>
                  <a:pt x="74781" y="212466"/>
                  <a:pt x="280115" y="193473"/>
                  <a:pt x="357187" y="192821"/>
                </a:cubicBezTo>
                <a:cubicBezTo>
                  <a:pt x="466833" y="191892"/>
                  <a:pt x="976885" y="178974"/>
                  <a:pt x="1009650" y="176296"/>
                </a:cubicBezTo>
                <a:cubicBezTo>
                  <a:pt x="1033224" y="174369"/>
                  <a:pt x="1107633" y="172490"/>
                  <a:pt x="1175004" y="172121"/>
                </a:cubicBezTo>
                <a:lnTo>
                  <a:pt x="1297495" y="171450"/>
                </a:lnTo>
                <a:lnTo>
                  <a:pt x="1241679" y="130240"/>
                </a:lnTo>
                <a:cubicBezTo>
                  <a:pt x="1187482" y="90228"/>
                  <a:pt x="1153224" y="57150"/>
                  <a:pt x="1165981" y="57150"/>
                </a:cubicBezTo>
                <a:cubicBezTo>
                  <a:pt x="1169426" y="57149"/>
                  <a:pt x="1167635" y="48536"/>
                  <a:pt x="1162001" y="38009"/>
                </a:cubicBezTo>
                <a:cubicBezTo>
                  <a:pt x="1148313" y="12432"/>
                  <a:pt x="1189813" y="-6153"/>
                  <a:pt x="1222204" y="11046"/>
                </a:cubicBezTo>
                <a:cubicBezTo>
                  <a:pt x="1267800" y="35258"/>
                  <a:pt x="1491763" y="189217"/>
                  <a:pt x="1508264" y="207692"/>
                </a:cubicBezTo>
                <a:cubicBezTo>
                  <a:pt x="1531350" y="233540"/>
                  <a:pt x="1528326" y="237299"/>
                  <a:pt x="1420660" y="316580"/>
                </a:cubicBezTo>
                <a:cubicBezTo>
                  <a:pt x="1370102" y="353808"/>
                  <a:pt x="1305834" y="402826"/>
                  <a:pt x="1277842" y="425509"/>
                </a:cubicBezTo>
                <a:cubicBezTo>
                  <a:pt x="1249850" y="448192"/>
                  <a:pt x="1223357" y="464531"/>
                  <a:pt x="1218969" y="461819"/>
                </a:cubicBezTo>
                <a:cubicBezTo>
                  <a:pt x="1214581" y="459108"/>
                  <a:pt x="1208299" y="461245"/>
                  <a:pt x="1205008" y="466569"/>
                </a:cubicBezTo>
                <a:cubicBezTo>
                  <a:pt x="1201717" y="471893"/>
                  <a:pt x="1194739" y="476250"/>
                  <a:pt x="1189500" y="476250"/>
                </a:cubicBezTo>
                <a:cubicBezTo>
                  <a:pt x="1184261" y="476250"/>
                  <a:pt x="1182411" y="472309"/>
                  <a:pt x="1185387" y="467492"/>
                </a:cubicBezTo>
                <a:close/>
              </a:path>
            </a:pathLst>
          </a:custGeom>
          <a:solidFill>
            <a:srgbClr val="181716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open box" descr="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4" name="PHOTO: Your product going in"/>
          <p:cNvSpPr/>
          <p:nvPr/>
        </p:nvSpPr>
        <p:spPr>
          <a:xfrm rot="0">
            <a:off x="1138237" y="547687"/>
            <a:ext cx="8020050" cy="1259205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5" name="washi tape" descr="0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480000">
            <a:off x="1381125" y="666750"/>
            <a:ext cx="7524750" cy="2476500"/>
          </a:xfrm>
          <a:prstGeom prst="rect">
            <a:avLst/>
          </a:prstGeom>
        </p:spPr>
      </p:pic>
      <p:sp>
        <p:nvSpPr>
          <p:cNvPr id="6" name="TEXT: the goods"/>
          <p:cNvSpPr/>
          <p:nvPr/>
        </p:nvSpPr>
        <p:spPr>
          <a:xfrm rot="21480000">
            <a:off x="3879104" y="1109953"/>
            <a:ext cx="2495550" cy="638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2682" rIns="122682" tIns="52578" bIns="52578"/>
          <a:lstStyle/>
          <a:p>
            <a:pPr algn="ctr">
              <a:lnSpc>
                <a:spcPts val="4209"/>
              </a:lnSpc>
            </a:pPr>
            <a:r>
              <a:rPr b="1" sz="3450">
                <a:solidFill>
                  <a:srgbClr val="181716"/>
                </a:solidFill>
                <a:latin typeface="Montserrat"/>
              </a:rPr>
              <a:t>the goods</a:t>
            </a:r>
          </a:p>
        </p:txBody>
      </p:sp>
      <p:sp>
        <p:nvSpPr>
          <p:cNvPr id="7" name="TEXT: go in first"/>
          <p:cNvSpPr/>
          <p:nvPr/>
        </p:nvSpPr>
        <p:spPr>
          <a:xfrm rot="21480000">
            <a:off x="2957295" y="1533363"/>
            <a:ext cx="4391025" cy="12763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45364" rIns="245364" tIns="105156" bIns="105156"/>
          <a:lstStyle/>
          <a:p>
            <a:pPr algn="ctr">
              <a:lnSpc>
                <a:spcPts val="8418"/>
              </a:lnSpc>
            </a:pPr>
            <a:r>
              <a:rPr b="0" sz="6900">
                <a:solidFill>
                  <a:srgbClr val="2C4EA8"/>
                </a:solidFill>
                <a:latin typeface="Bodoni FLF"/>
              </a:rPr>
              <a:t>go in first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Padding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pic>
        <p:nvPicPr>
          <p:cNvPr id="4" name="packing peanut" descr="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52425" y="10029825"/>
            <a:ext cx="2419350" cy="2419350"/>
          </a:xfrm>
          <a:prstGeom prst="rect">
            <a:avLst/>
          </a:prstGeom>
        </p:spPr>
      </p:pic>
      <p:pic>
        <p:nvPicPr>
          <p:cNvPr id="5" name="packing peanut" descr="0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380000">
            <a:off x="1362075" y="10029825"/>
            <a:ext cx="2419350" cy="2419350"/>
          </a:xfrm>
          <a:prstGeom prst="rect">
            <a:avLst/>
          </a:prstGeom>
        </p:spPr>
      </p:pic>
      <p:pic>
        <p:nvPicPr>
          <p:cNvPr id="6" name="packing peanut" descr="0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7160000">
            <a:off x="3076575" y="10029825"/>
            <a:ext cx="2419350" cy="2419350"/>
          </a:xfrm>
          <a:prstGeom prst="rect">
            <a:avLst/>
          </a:prstGeom>
        </p:spPr>
      </p:pic>
      <p:pic>
        <p:nvPicPr>
          <p:cNvPr id="7" name="packing peanut" descr="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4940000">
            <a:off x="4791075" y="10029825"/>
            <a:ext cx="2419350" cy="2419350"/>
          </a:xfrm>
          <a:prstGeom prst="rect">
            <a:avLst/>
          </a:prstGeom>
        </p:spPr>
      </p:pic>
      <p:pic>
        <p:nvPicPr>
          <p:cNvPr id="8" name="packing peanut" descr="0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720000">
            <a:off x="6505575" y="10029825"/>
            <a:ext cx="2419350" cy="2419350"/>
          </a:xfrm>
          <a:prstGeom prst="rect">
            <a:avLst/>
          </a:prstGeom>
        </p:spPr>
      </p:pic>
      <p:pic>
        <p:nvPicPr>
          <p:cNvPr id="9" name="packing peanut" descr="0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500000">
            <a:off x="8220075" y="10029825"/>
            <a:ext cx="2419350" cy="2419350"/>
          </a:xfrm>
          <a:prstGeom prst="rect">
            <a:avLst/>
          </a:prstGeom>
        </p:spPr>
      </p:pic>
      <p:pic>
        <p:nvPicPr>
          <p:cNvPr id="10" name="packing peanut" descr="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8280000">
            <a:off x="28575" y="11077575"/>
            <a:ext cx="2419350" cy="2419350"/>
          </a:xfrm>
          <a:prstGeom prst="rect">
            <a:avLst/>
          </a:prstGeom>
        </p:spPr>
      </p:pic>
      <p:pic>
        <p:nvPicPr>
          <p:cNvPr id="11" name="packing peanut" descr="0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060000">
            <a:off x="1743075" y="11077575"/>
            <a:ext cx="2419350" cy="2419350"/>
          </a:xfrm>
          <a:prstGeom prst="rect">
            <a:avLst/>
          </a:prstGeom>
        </p:spPr>
      </p:pic>
      <p:pic>
        <p:nvPicPr>
          <p:cNvPr id="12" name="packing peanut" descr="0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840000">
            <a:off x="3457575" y="11077575"/>
            <a:ext cx="2419350" cy="2419350"/>
          </a:xfrm>
          <a:prstGeom prst="rect">
            <a:avLst/>
          </a:prstGeom>
        </p:spPr>
      </p:pic>
      <p:pic>
        <p:nvPicPr>
          <p:cNvPr id="13" name="packing peanut" descr="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">
            <a:off x="5172075" y="11077575"/>
            <a:ext cx="2419350" cy="2419350"/>
          </a:xfrm>
          <a:prstGeom prst="rect">
            <a:avLst/>
          </a:prstGeom>
        </p:spPr>
      </p:pic>
      <p:pic>
        <p:nvPicPr>
          <p:cNvPr id="14" name="packing peanut" descr="0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000000">
            <a:off x="6886575" y="11077575"/>
            <a:ext cx="2419350" cy="2419350"/>
          </a:xfrm>
          <a:prstGeom prst="rect">
            <a:avLst/>
          </a:prstGeom>
        </p:spPr>
      </p:pic>
      <p:pic>
        <p:nvPicPr>
          <p:cNvPr id="15" name="packing peanut" descr="0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780000">
            <a:off x="8601075" y="11077575"/>
            <a:ext cx="2419350" cy="2419350"/>
          </a:xfrm>
          <a:prstGeom prst="rect">
            <a:avLst/>
          </a:prstGeom>
        </p:spPr>
      </p:pic>
      <p:pic>
        <p:nvPicPr>
          <p:cNvPr id="16" name="packing peanut" descr="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560000">
            <a:off x="-352425" y="12125325"/>
            <a:ext cx="2419350" cy="2419350"/>
          </a:xfrm>
          <a:prstGeom prst="rect">
            <a:avLst/>
          </a:prstGeom>
        </p:spPr>
      </p:pic>
      <p:pic>
        <p:nvPicPr>
          <p:cNvPr id="17" name="packing peanut" descr="0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4340000">
            <a:off x="1362075" y="12125325"/>
            <a:ext cx="2419350" cy="2419350"/>
          </a:xfrm>
          <a:prstGeom prst="rect">
            <a:avLst/>
          </a:prstGeom>
        </p:spPr>
      </p:pic>
      <p:pic>
        <p:nvPicPr>
          <p:cNvPr id="18" name="packing peanut" descr="0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2120000">
            <a:off x="3076575" y="12125325"/>
            <a:ext cx="2419350" cy="2419350"/>
          </a:xfrm>
          <a:prstGeom prst="rect">
            <a:avLst/>
          </a:prstGeom>
        </p:spPr>
      </p:pic>
      <p:pic>
        <p:nvPicPr>
          <p:cNvPr id="19" name="packing peanut" descr="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900000">
            <a:off x="4791075" y="12125325"/>
            <a:ext cx="2419350" cy="2419350"/>
          </a:xfrm>
          <a:prstGeom prst="rect">
            <a:avLst/>
          </a:prstGeom>
        </p:spPr>
      </p:pic>
      <p:pic>
        <p:nvPicPr>
          <p:cNvPr id="20" name="packing peanut" descr="0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7680000">
            <a:off x="6505575" y="12125325"/>
            <a:ext cx="2419350" cy="2419350"/>
          </a:xfrm>
          <a:prstGeom prst="rect">
            <a:avLst/>
          </a:prstGeom>
        </p:spPr>
      </p:pic>
      <p:pic>
        <p:nvPicPr>
          <p:cNvPr id="21" name="packing peanut" descr="0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60000">
            <a:off x="8220075" y="12125325"/>
            <a:ext cx="2419350" cy="2419350"/>
          </a:xfrm>
          <a:prstGeom prst="rect">
            <a:avLst/>
          </a:prstGeom>
        </p:spPr>
      </p:pic>
      <p:pic>
        <p:nvPicPr>
          <p:cNvPr id="22" name="washi tape" descr="03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20000">
            <a:off x="2333625" y="857250"/>
            <a:ext cx="5619750" cy="2476500"/>
          </a:xfrm>
          <a:prstGeom prst="rect">
            <a:avLst/>
          </a:prstGeom>
        </p:spPr>
      </p:pic>
      <p:sp>
        <p:nvSpPr>
          <p:cNvPr id="23" name="TEXT: + a little"/>
          <p:cNvSpPr/>
          <p:nvPr/>
        </p:nvSpPr>
        <p:spPr>
          <a:xfrm rot="120000">
            <a:off x="4126658" y="1300453"/>
            <a:ext cx="2066925" cy="638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2682" rIns="122682" tIns="52578" bIns="52578"/>
          <a:lstStyle/>
          <a:p>
            <a:pPr algn="ctr">
              <a:lnSpc>
                <a:spcPts val="4209"/>
              </a:lnSpc>
            </a:pPr>
            <a:r>
              <a:rPr b="1" sz="3450">
                <a:solidFill>
                  <a:srgbClr val="181716"/>
                </a:solidFill>
                <a:latin typeface="Montserrat"/>
              </a:rPr>
              <a:t>+ a little</a:t>
            </a:r>
          </a:p>
        </p:txBody>
      </p:sp>
      <p:sp>
        <p:nvSpPr>
          <p:cNvPr id="24" name="TEXT: padding"/>
          <p:cNvSpPr/>
          <p:nvPr/>
        </p:nvSpPr>
        <p:spPr>
          <a:xfrm rot="120000">
            <a:off x="3214905" y="1723863"/>
            <a:ext cx="3838575" cy="12763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45364" rIns="245364" tIns="105156" bIns="105156"/>
          <a:lstStyle/>
          <a:p>
            <a:pPr algn="ctr">
              <a:lnSpc>
                <a:spcPts val="8418"/>
              </a:lnSpc>
            </a:pPr>
            <a:r>
              <a:rPr b="0" sz="6900">
                <a:solidFill>
                  <a:srgbClr val="2C4EA8"/>
                </a:solidFill>
                <a:latin typeface="Bodoni FLF"/>
              </a:rPr>
              <a:t>padding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to border" descr="0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1238250" y="2571750"/>
            <a:ext cx="7810500" cy="9334500"/>
          </a:xfrm>
          <a:prstGeom prst="rect">
            <a:avLst/>
          </a:prstGeom>
        </p:spPr>
      </p:pic>
      <p:sp>
        <p:nvSpPr>
          <p:cNvPr id="4" name="PHOTO: The extras"/>
          <p:cNvSpPr/>
          <p:nvPr/>
        </p:nvSpPr>
        <p:spPr>
          <a:xfrm rot="-120000">
            <a:off x="1809750" y="3143250"/>
            <a:ext cx="6667500" cy="81915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5" name="envelope" descr="0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80000">
            <a:off x="4171950" y="10001250"/>
            <a:ext cx="5372100" cy="3429000"/>
          </a:xfrm>
          <a:prstGeom prst="rect">
            <a:avLst/>
          </a:prstGeom>
        </p:spPr>
      </p:pic>
      <p:pic>
        <p:nvPicPr>
          <p:cNvPr id="6" name="wax seal" descr="03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10496550"/>
            <a:ext cx="2819400" cy="2819400"/>
          </a:xfrm>
          <a:prstGeom prst="rect">
            <a:avLst/>
          </a:prstGeom>
        </p:spPr>
      </p:pic>
      <p:pic>
        <p:nvPicPr>
          <p:cNvPr id="7" name="washi tape" descr="03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80000">
            <a:off x="1381125" y="952500"/>
            <a:ext cx="5238750" cy="2476500"/>
          </a:xfrm>
          <a:prstGeom prst="rect">
            <a:avLst/>
          </a:prstGeom>
        </p:spPr>
      </p:pic>
      <p:sp>
        <p:nvSpPr>
          <p:cNvPr id="8" name="TEXT: a little"/>
          <p:cNvSpPr/>
          <p:nvPr/>
        </p:nvSpPr>
        <p:spPr>
          <a:xfrm rot="180000">
            <a:off x="3172937" y="1396065"/>
            <a:ext cx="1704975" cy="638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2682" rIns="122682" tIns="52578" bIns="52578"/>
          <a:lstStyle/>
          <a:p>
            <a:pPr algn="ctr">
              <a:lnSpc>
                <a:spcPts val="4209"/>
              </a:lnSpc>
            </a:pPr>
            <a:r>
              <a:rPr b="1" sz="3450">
                <a:solidFill>
                  <a:srgbClr val="181716"/>
                </a:solidFill>
                <a:latin typeface="Montserrat"/>
              </a:rPr>
              <a:t>a little</a:t>
            </a:r>
          </a:p>
        </p:txBody>
      </p:sp>
      <p:sp>
        <p:nvSpPr>
          <p:cNvPr id="9" name="TEXT: extra"/>
          <p:cNvSpPr/>
          <p:nvPr/>
        </p:nvSpPr>
        <p:spPr>
          <a:xfrm rot="180000">
            <a:off x="2705430" y="1818909"/>
            <a:ext cx="2562225" cy="12763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45364" rIns="245364" tIns="105156" bIns="105156"/>
          <a:lstStyle/>
          <a:p>
            <a:pPr algn="ctr">
              <a:lnSpc>
                <a:spcPts val="8418"/>
              </a:lnSpc>
            </a:pPr>
            <a:r>
              <a:rPr b="0" sz="6900">
                <a:solidFill>
                  <a:srgbClr val="2C4EA8"/>
                </a:solidFill>
                <a:latin typeface="Bodoni FLF"/>
              </a:rPr>
              <a:t>extra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closed box" descr="0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047875"/>
            <a:ext cx="7620000" cy="11525250"/>
          </a:xfrm>
          <a:prstGeom prst="rect">
            <a:avLst/>
          </a:prstGeom>
        </p:spPr>
      </p:pic>
      <p:pic>
        <p:nvPicPr>
          <p:cNvPr id="4" name="blue washi tape" descr="0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25" y="2190750"/>
            <a:ext cx="1428750" cy="11239500"/>
          </a:xfrm>
          <a:prstGeom prst="rect">
            <a:avLst/>
          </a:prstGeom>
        </p:spPr>
      </p:pic>
      <p:pic>
        <p:nvPicPr>
          <p:cNvPr id="5" name="shipping label" descr="03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60000">
            <a:off x="4667250" y="8215312"/>
            <a:ext cx="2857500" cy="4143375"/>
          </a:xfrm>
          <a:prstGeom prst="rect">
            <a:avLst/>
          </a:prstGeom>
        </p:spPr>
      </p:pic>
      <p:sp>
        <p:nvSpPr>
          <p:cNvPr id="6" name="TEXT: [Your shop]"/>
          <p:cNvSpPr/>
          <p:nvPr/>
        </p:nvSpPr>
        <p:spPr>
          <a:xfrm rot="360000">
            <a:off x="5037680" y="9242332"/>
            <a:ext cx="1628775" cy="3524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9342" rIns="69342" tIns="29718" bIns="29718"/>
          <a:lstStyle/>
          <a:p>
            <a:pPr algn="l">
              <a:lnSpc>
                <a:spcPts val="2379"/>
              </a:lnSpc>
            </a:pPr>
            <a:r>
              <a:rPr b="1" sz="1950">
                <a:solidFill>
                  <a:srgbClr val="181716"/>
                </a:solidFill>
                <a:latin typeface="Montserrat"/>
              </a:rPr>
              <a:t>[Your shop]</a:t>
            </a:r>
          </a:p>
        </p:txBody>
      </p:sp>
      <p:pic>
        <p:nvPicPr>
          <p:cNvPr id="7" name="washi tape" descr="03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480000">
            <a:off x="2047875" y="762000"/>
            <a:ext cx="6191250" cy="2476500"/>
          </a:xfrm>
          <a:prstGeom prst="rect">
            <a:avLst/>
          </a:prstGeom>
        </p:spPr>
      </p:pic>
      <p:sp>
        <p:nvSpPr>
          <p:cNvPr id="8" name="TEXT: sealed +"/>
          <p:cNvSpPr/>
          <p:nvPr/>
        </p:nvSpPr>
        <p:spPr>
          <a:xfrm rot="21480000">
            <a:off x="4088654" y="1205203"/>
            <a:ext cx="2076450" cy="638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2682" rIns="122682" tIns="52578" bIns="52578"/>
          <a:lstStyle/>
          <a:p>
            <a:pPr algn="ctr">
              <a:lnSpc>
                <a:spcPts val="4209"/>
              </a:lnSpc>
            </a:pPr>
            <a:r>
              <a:rPr b="1" sz="3450">
                <a:solidFill>
                  <a:srgbClr val="181716"/>
                </a:solidFill>
                <a:latin typeface="Montserrat"/>
              </a:rPr>
              <a:t>sealed +</a:t>
            </a:r>
          </a:p>
        </p:txBody>
      </p:sp>
      <p:sp>
        <p:nvSpPr>
          <p:cNvPr id="9" name="TEXT: on its way"/>
          <p:cNvSpPr/>
          <p:nvPr/>
        </p:nvSpPr>
        <p:spPr>
          <a:xfrm rot="21480000">
            <a:off x="2904908" y="1628613"/>
            <a:ext cx="4495800" cy="12763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45364" rIns="245364" tIns="105156" bIns="105156"/>
          <a:lstStyle/>
          <a:p>
            <a:pPr algn="ctr">
              <a:lnSpc>
                <a:spcPts val="8418"/>
              </a:lnSpc>
            </a:pPr>
            <a:r>
              <a:rPr b="0" sz="6900">
                <a:solidFill>
                  <a:srgbClr val="2C4EA8"/>
                </a:solidFill>
                <a:latin typeface="Bodoni FLF"/>
              </a:rPr>
              <a:t>on its way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closed box" descr="0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80000">
            <a:off x="2190750" y="5538788"/>
            <a:ext cx="5905500" cy="8924925"/>
          </a:xfrm>
          <a:prstGeom prst="rect">
            <a:avLst/>
          </a:prstGeom>
        </p:spPr>
      </p:pic>
      <p:pic>
        <p:nvPicPr>
          <p:cNvPr id="4" name="washi tape" descr="0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333375" y="1666875"/>
            <a:ext cx="9620250" cy="2952750"/>
          </a:xfrm>
          <a:prstGeom prst="rect">
            <a:avLst/>
          </a:prstGeom>
        </p:spPr>
      </p:pic>
      <p:sp>
        <p:nvSpPr>
          <p:cNvPr id="5" name="TEXT: [Product name]"/>
          <p:cNvSpPr/>
          <p:nvPr/>
        </p:nvSpPr>
        <p:spPr>
          <a:xfrm rot="120000">
            <a:off x="1122512" y="2286058"/>
            <a:ext cx="8048625" cy="152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93370" rIns="293370" tIns="125730" bIns="125730"/>
          <a:lstStyle/>
          <a:p>
            <a:pPr algn="ctr">
              <a:lnSpc>
                <a:spcPts val="10065"/>
              </a:lnSpc>
            </a:pPr>
            <a:r>
              <a:rPr b="0" sz="8250">
                <a:solidFill>
                  <a:srgbClr val="2C4EA8"/>
                </a:solidFill>
                <a:latin typeface="Bodoni FLF"/>
              </a:rPr>
              <a:t>[Product name]</a:t>
            </a:r>
          </a:p>
        </p:txBody>
      </p:sp>
      <p:sp>
        <p:nvSpPr>
          <p:cNvPr id="6" name="TEXT: comment &quot;[KEYWORD]&quot;"/>
          <p:cNvSpPr/>
          <p:nvPr/>
        </p:nvSpPr>
        <p:spPr>
          <a:xfrm rot="21480000">
            <a:off x="1428750" y="4919662"/>
            <a:ext cx="7429500" cy="828675"/>
          </a:xfrm>
          <a:prstGeom prst="rect">
            <a:avLst/>
          </a:prstGeom>
          <a:solidFill>
            <a:srgbClr val="2C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0020" rIns="160020" tIns="68580" bIns="68580"/>
          <a:lstStyle/>
          <a:p>
            <a:pPr algn="ctr">
              <a:lnSpc>
                <a:spcPts val="5490"/>
              </a:lnSpc>
            </a:pPr>
            <a:r>
              <a:rPr b="1" sz="4500">
                <a:solidFill>
                  <a:srgbClr val="FFFFFF"/>
                </a:solidFill>
                <a:latin typeface="Montserrat"/>
              </a:rPr>
              <a:t>comment "[KEYWORD]"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