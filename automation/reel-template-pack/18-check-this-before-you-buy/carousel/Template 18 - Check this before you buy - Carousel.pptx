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 for the clipboard sheet. Edit [hair tool].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the checklist and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Check 1: a full-page photo of it on yours. Edit the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Check 2: swap in its photo for the clipboard sheet. Edit the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Check 3: swap in its photo. Edit the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No photo needed. Edit the checklist to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 for the laptop screen.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the clipboard sheet)"/>
          <p:cNvSpPr/>
          <p:nvPr/>
        </p:nvSpPr>
        <p:spPr>
          <a:xfrm rot="120000">
            <a:off x="2096486" y="4867161"/>
            <a:ext cx="6067425" cy="81724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clipboard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371600" y="3052762"/>
            <a:ext cx="7543800" cy="11039475"/>
          </a:xfrm>
          <a:prstGeom prst="rect">
            <a:avLst/>
          </a:prstGeom>
        </p:spPr>
      </p:pic>
      <p:sp>
        <p:nvSpPr>
          <p:cNvPr id="5" name="LETTERING: 3 things"/>
          <p:cNvSpPr txBox="1"/>
          <p:nvPr/>
        </p:nvSpPr>
        <p:spPr>
          <a:xfrm rot="180000">
            <a:off x="1119188" y="647700"/>
            <a:ext cx="6334125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181716"/>
                </a:solidFill>
                <a:latin typeface="DM Serif Display"/>
              </a:rPr>
              <a:t>3 </a:t>
            </a:r>
            <a:r>
              <a:rPr sz="12750" i="0">
                <a:solidFill>
                  <a:srgbClr val="181716"/>
                </a:solidFill>
                <a:latin typeface="DM Serif Display"/>
              </a:rPr>
              <a:t>things</a:t>
            </a:r>
          </a:p>
        </p:txBody>
      </p:sp>
      <p:sp>
        <p:nvSpPr>
          <p:cNvPr id="6" name="LETTERING: to check"/>
          <p:cNvSpPr txBox="1"/>
          <p:nvPr/>
        </p:nvSpPr>
        <p:spPr>
          <a:xfrm rot="180000">
            <a:off x="3671888" y="2000250"/>
            <a:ext cx="5610225" cy="1714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0" i="0">
                <a:solidFill>
                  <a:srgbClr val="181716"/>
                </a:solidFill>
                <a:latin typeface="DM Serif Display"/>
              </a:rPr>
              <a:t>to </a:t>
            </a:r>
            <a:r>
              <a:rPr sz="11250" i="1">
                <a:solidFill>
                  <a:srgbClr val="181716"/>
                </a:solidFill>
                <a:latin typeface="DM Serif Display"/>
              </a:rPr>
              <a:t>check</a:t>
            </a:r>
          </a:p>
        </p:txBody>
      </p:sp>
      <p:sp>
        <p:nvSpPr>
          <p:cNvPr id="7" name="TEXT: before you buy a [hair tool]"/>
          <p:cNvSpPr/>
          <p:nvPr/>
        </p:nvSpPr>
        <p:spPr>
          <a:xfrm rot="21480000">
            <a:off x="1509712" y="12787312"/>
            <a:ext cx="7267575" cy="71437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FFFFFF"/>
                </a:solidFill>
                <a:latin typeface="Montserrat"/>
              </a:rPr>
              <a:t>before you buy a [hair tool]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1352550" y="401478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uled paper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2383879" y="4805746"/>
            <a:ext cx="5543550" cy="7467600"/>
          </a:xfrm>
          <a:prstGeom prst="rect">
            <a:avLst/>
          </a:prstGeom>
        </p:spPr>
      </p:pic>
      <p:pic>
        <p:nvPicPr>
          <p:cNvPr id="4" name="clipboard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657350" y="3109912"/>
            <a:ext cx="6972300" cy="10163175"/>
          </a:xfrm>
          <a:prstGeom prst="rect">
            <a:avLst/>
          </a:prstGeom>
        </p:spPr>
      </p:pic>
      <p:sp>
        <p:nvSpPr>
          <p:cNvPr id="5" name="TEXT: 1. [check the bristles]"/>
          <p:cNvSpPr/>
          <p:nvPr/>
        </p:nvSpPr>
        <p:spPr>
          <a:xfrm rot="21480000">
            <a:off x="2646160" y="6744396"/>
            <a:ext cx="4914900" cy="6096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7348" rIns="117348" tIns="50292" bIns="50292"/>
          <a:lstStyle/>
          <a:p>
            <a:pPr algn="ctr">
              <a:lnSpc>
                <a:spcPts val="4026"/>
              </a:lnSpc>
            </a:pPr>
            <a:r>
              <a:rPr b="1" sz="3300">
                <a:solidFill>
                  <a:srgbClr val="181716"/>
                </a:solidFill>
                <a:latin typeface="Montserrat"/>
              </a:rPr>
              <a:t>1. [check the bristles]</a:t>
            </a:r>
          </a:p>
        </p:txBody>
      </p:sp>
      <p:sp>
        <p:nvSpPr>
          <p:cNvPr id="6" name="TEXT: 2. [check the cord]"/>
          <p:cNvSpPr/>
          <p:nvPr/>
        </p:nvSpPr>
        <p:spPr>
          <a:xfrm rot="21480000">
            <a:off x="3008462" y="7981892"/>
            <a:ext cx="4276725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7348" rIns="117348" tIns="50292" bIns="50292"/>
          <a:lstStyle/>
          <a:p>
            <a:pPr algn="ctr">
              <a:lnSpc>
                <a:spcPts val="4026"/>
              </a:lnSpc>
            </a:pPr>
            <a:r>
              <a:rPr b="1" sz="3300">
                <a:solidFill>
                  <a:srgbClr val="181716"/>
                </a:solidFill>
                <a:latin typeface="Montserrat"/>
              </a:rPr>
              <a:t>2. [check the cord]</a:t>
            </a:r>
          </a:p>
        </p:txBody>
      </p:sp>
      <p:sp>
        <p:nvSpPr>
          <p:cNvPr id="7" name="TEXT: 3. [check the heat]"/>
          <p:cNvSpPr/>
          <p:nvPr/>
        </p:nvSpPr>
        <p:spPr>
          <a:xfrm rot="21480000">
            <a:off x="3051676" y="9219388"/>
            <a:ext cx="4276725" cy="6096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7348" rIns="117348" tIns="50292" bIns="50292"/>
          <a:lstStyle/>
          <a:p>
            <a:pPr algn="ctr">
              <a:lnSpc>
                <a:spcPts val="4026"/>
              </a:lnSpc>
            </a:pPr>
            <a:r>
              <a:rPr b="1" sz="3300">
                <a:solidFill>
                  <a:srgbClr val="181716"/>
                </a:solidFill>
                <a:latin typeface="Montserrat"/>
              </a:rPr>
              <a:t>3. [check the heat]</a:t>
            </a:r>
          </a:p>
        </p:txBody>
      </p:sp>
      <p:sp>
        <p:nvSpPr>
          <p:cNvPr id="8" name="TEXT: [not all hair tools are made the same]"/>
          <p:cNvSpPr/>
          <p:nvPr/>
        </p:nvSpPr>
        <p:spPr>
          <a:xfrm rot="120000">
            <a:off x="1938338" y="842962"/>
            <a:ext cx="7934325" cy="1933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[not all hair tools</a:t>
            </a:r>
          </a:p>
          <a:p>
            <a:pPr algn="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are made the same]</a:t>
            </a:r>
          </a:p>
        </p:txBody>
      </p:sp>
      <p:sp>
        <p:nvSpPr>
          <p:cNvPr id="9" name="TEXT: [check yours]"/>
          <p:cNvSpPr/>
          <p:nvPr/>
        </p:nvSpPr>
        <p:spPr>
          <a:xfrm rot="120000">
            <a:off x="633412" y="12620625"/>
            <a:ext cx="44481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[check yours]</a:t>
            </a:r>
          </a:p>
        </p:txBody>
      </p:sp>
      <p:sp>
        <p:nvSpPr>
          <p:cNvPr id="10" name="arrow"/>
          <p:cNvSpPr/>
          <p:nvPr/>
        </p:nvSpPr>
        <p:spPr>
          <a:xfrm rot="120000">
            <a:off x="5381625" y="12749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Check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number sticker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538162" y="919162"/>
            <a:ext cx="1971675" cy="1971675"/>
          </a:xfrm>
          <a:prstGeom prst="rect">
            <a:avLst/>
          </a:prstGeom>
        </p:spPr>
      </p:pic>
      <p:sp>
        <p:nvSpPr>
          <p:cNvPr id="5" name="TEXT: 1. [check the bristles]"/>
          <p:cNvSpPr/>
          <p:nvPr/>
        </p:nvSpPr>
        <p:spPr>
          <a:xfrm rot="120000">
            <a:off x="1800225" y="11491912"/>
            <a:ext cx="66865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1. [check the bristles]</a:t>
            </a:r>
          </a:p>
        </p:txBody>
      </p:sp>
      <p:sp>
        <p:nvSpPr>
          <p:cNvPr id="6" name="tick"/>
          <p:cNvSpPr/>
          <p:nvPr/>
        </p:nvSpPr>
        <p:spPr>
          <a:xfrm rot="0">
            <a:off x="8143875" y="10158412"/>
            <a:ext cx="1428750" cy="1209675"/>
          </a:xfrm>
          <a:custGeom>
            <a:avLst/>
            <a:gdLst/>
            <a:ahLst/>
            <a:cxnLst/>
            <a:rect l="0" t="0" r="r" b="b"/>
            <a:pathLst>
              <a:path w="1428750" h="1209675">
                <a:moveTo>
                  <a:pt x="417092" y="1178950"/>
                </a:moveTo>
                <a:cubicBezTo>
                  <a:pt x="402770" y="1163618"/>
                  <a:pt x="387326" y="1153377"/>
                  <a:pt x="382772" y="1156191"/>
                </a:cubicBezTo>
                <a:cubicBezTo>
                  <a:pt x="359709" y="1170445"/>
                  <a:pt x="197114" y="943273"/>
                  <a:pt x="76775" y="728662"/>
                </a:cubicBezTo>
                <a:cubicBezTo>
                  <a:pt x="59150" y="697230"/>
                  <a:pt x="36273" y="662093"/>
                  <a:pt x="25936" y="650581"/>
                </a:cubicBezTo>
                <a:cubicBezTo>
                  <a:pt x="-9218" y="611426"/>
                  <a:pt x="18607" y="531520"/>
                  <a:pt x="72069" y="518102"/>
                </a:cubicBezTo>
                <a:cubicBezTo>
                  <a:pt x="84818" y="514902"/>
                  <a:pt x="95271" y="509534"/>
                  <a:pt x="95297" y="506173"/>
                </a:cubicBezTo>
                <a:cubicBezTo>
                  <a:pt x="95451" y="486269"/>
                  <a:pt x="142470" y="445223"/>
                  <a:pt x="168602" y="442180"/>
                </a:cubicBezTo>
                <a:cubicBezTo>
                  <a:pt x="184941" y="440278"/>
                  <a:pt x="201910" y="438085"/>
                  <a:pt x="206311" y="437307"/>
                </a:cubicBezTo>
                <a:cubicBezTo>
                  <a:pt x="228401" y="433404"/>
                  <a:pt x="240487" y="441494"/>
                  <a:pt x="268039" y="478631"/>
                </a:cubicBezTo>
                <a:cubicBezTo>
                  <a:pt x="284557" y="500895"/>
                  <a:pt x="295434" y="511611"/>
                  <a:pt x="292210" y="502443"/>
                </a:cubicBezTo>
                <a:cubicBezTo>
                  <a:pt x="276628" y="458140"/>
                  <a:pt x="308502" y="495186"/>
                  <a:pt x="357772" y="578643"/>
                </a:cubicBezTo>
                <a:cubicBezTo>
                  <a:pt x="427775" y="697220"/>
                  <a:pt x="426257" y="693896"/>
                  <a:pt x="400190" y="671512"/>
                </a:cubicBezTo>
                <a:cubicBezTo>
                  <a:pt x="379201" y="653488"/>
                  <a:pt x="379452" y="655026"/>
                  <a:pt x="404851" y="700087"/>
                </a:cubicBezTo>
                <a:cubicBezTo>
                  <a:pt x="499237" y="867533"/>
                  <a:pt x="505140" y="872973"/>
                  <a:pt x="538009" y="822809"/>
                </a:cubicBezTo>
                <a:cubicBezTo>
                  <a:pt x="546412" y="809985"/>
                  <a:pt x="557169" y="801892"/>
                  <a:pt x="561915" y="804825"/>
                </a:cubicBezTo>
                <a:cubicBezTo>
                  <a:pt x="571679" y="810859"/>
                  <a:pt x="592814" y="776964"/>
                  <a:pt x="584483" y="768633"/>
                </a:cubicBezTo>
                <a:cubicBezTo>
                  <a:pt x="566661" y="750811"/>
                  <a:pt x="1014682" y="245682"/>
                  <a:pt x="1157287" y="122814"/>
                </a:cubicBezTo>
                <a:cubicBezTo>
                  <a:pt x="1235197" y="55687"/>
                  <a:pt x="1326962" y="-187"/>
                  <a:pt x="1339200" y="12050"/>
                </a:cubicBezTo>
                <a:cubicBezTo>
                  <a:pt x="1342956" y="15806"/>
                  <a:pt x="1322850" y="45707"/>
                  <a:pt x="1294521" y="78496"/>
                </a:cubicBezTo>
                <a:cubicBezTo>
                  <a:pt x="1243390" y="137674"/>
                  <a:pt x="1243302" y="137885"/>
                  <a:pt x="1282483" y="107156"/>
                </a:cubicBezTo>
                <a:cubicBezTo>
                  <a:pt x="1304192" y="90130"/>
                  <a:pt x="1324947" y="76200"/>
                  <a:pt x="1328605" y="76200"/>
                </a:cubicBezTo>
                <a:cubicBezTo>
                  <a:pt x="1332264" y="76200"/>
                  <a:pt x="1346232" y="67567"/>
                  <a:pt x="1359645" y="57016"/>
                </a:cubicBezTo>
                <a:cubicBezTo>
                  <a:pt x="1399788" y="25440"/>
                  <a:pt x="1395504" y="43001"/>
                  <a:pt x="1347539" y="106641"/>
                </a:cubicBezTo>
                <a:cubicBezTo>
                  <a:pt x="1322540" y="139811"/>
                  <a:pt x="1313533" y="156351"/>
                  <a:pt x="1327416" y="143595"/>
                </a:cubicBezTo>
                <a:cubicBezTo>
                  <a:pt x="1352766" y="120305"/>
                  <a:pt x="1362704" y="127268"/>
                  <a:pt x="1340660" y="152876"/>
                </a:cubicBezTo>
                <a:cubicBezTo>
                  <a:pt x="1334121" y="160472"/>
                  <a:pt x="1348214" y="148470"/>
                  <a:pt x="1371977" y="126206"/>
                </a:cubicBezTo>
                <a:cubicBezTo>
                  <a:pt x="1426717" y="74918"/>
                  <a:pt x="1444980" y="73063"/>
                  <a:pt x="1395412" y="123825"/>
                </a:cubicBezTo>
                <a:cubicBezTo>
                  <a:pt x="1374950" y="144780"/>
                  <a:pt x="1362507" y="161925"/>
                  <a:pt x="1367761" y="161925"/>
                </a:cubicBezTo>
                <a:cubicBezTo>
                  <a:pt x="1373016" y="161925"/>
                  <a:pt x="1382458" y="156781"/>
                  <a:pt x="1388744" y="150494"/>
                </a:cubicBezTo>
                <a:cubicBezTo>
                  <a:pt x="1425530" y="113709"/>
                  <a:pt x="1374927" y="206720"/>
                  <a:pt x="1325523" y="266700"/>
                </a:cubicBezTo>
                <a:cubicBezTo>
                  <a:pt x="1251881" y="356105"/>
                  <a:pt x="1249769" y="359002"/>
                  <a:pt x="1269206" y="343950"/>
                </a:cubicBezTo>
                <a:cubicBezTo>
                  <a:pt x="1300042" y="320070"/>
                  <a:pt x="1286132" y="347194"/>
                  <a:pt x="1230667" y="419100"/>
                </a:cubicBezTo>
                <a:cubicBezTo>
                  <a:pt x="1200359" y="458390"/>
                  <a:pt x="1145910" y="529113"/>
                  <a:pt x="1109668" y="576262"/>
                </a:cubicBezTo>
                <a:cubicBezTo>
                  <a:pt x="1004920" y="712534"/>
                  <a:pt x="921981" y="810856"/>
                  <a:pt x="916446" y="805321"/>
                </a:cubicBezTo>
                <a:cubicBezTo>
                  <a:pt x="913639" y="802514"/>
                  <a:pt x="917722" y="792689"/>
                  <a:pt x="925522" y="783489"/>
                </a:cubicBezTo>
                <a:cubicBezTo>
                  <a:pt x="933321" y="774289"/>
                  <a:pt x="949075" y="749617"/>
                  <a:pt x="960530" y="728662"/>
                </a:cubicBezTo>
                <a:lnTo>
                  <a:pt x="981358" y="690562"/>
                </a:lnTo>
                <a:lnTo>
                  <a:pt x="952839" y="723303"/>
                </a:lnTo>
                <a:cubicBezTo>
                  <a:pt x="937153" y="741311"/>
                  <a:pt x="926336" y="758061"/>
                  <a:pt x="928800" y="760525"/>
                </a:cubicBezTo>
                <a:cubicBezTo>
                  <a:pt x="931265" y="762990"/>
                  <a:pt x="917512" y="784689"/>
                  <a:pt x="898239" y="808746"/>
                </a:cubicBezTo>
                <a:cubicBezTo>
                  <a:pt x="873070" y="840163"/>
                  <a:pt x="870410" y="845981"/>
                  <a:pt x="888798" y="829395"/>
                </a:cubicBezTo>
                <a:cubicBezTo>
                  <a:pt x="902879" y="816695"/>
                  <a:pt x="914400" y="809789"/>
                  <a:pt x="914400" y="814048"/>
                </a:cubicBezTo>
                <a:cubicBezTo>
                  <a:pt x="914400" y="826007"/>
                  <a:pt x="807642" y="953692"/>
                  <a:pt x="802196" y="948246"/>
                </a:cubicBezTo>
                <a:cubicBezTo>
                  <a:pt x="799550" y="945600"/>
                  <a:pt x="802807" y="936902"/>
                  <a:pt x="809433" y="928917"/>
                </a:cubicBezTo>
                <a:cubicBezTo>
                  <a:pt x="816060" y="920932"/>
                  <a:pt x="819323" y="914400"/>
                  <a:pt x="816684" y="914400"/>
                </a:cubicBezTo>
                <a:cubicBezTo>
                  <a:pt x="814045" y="914400"/>
                  <a:pt x="799869" y="930473"/>
                  <a:pt x="785183" y="950118"/>
                </a:cubicBezTo>
                <a:cubicBezTo>
                  <a:pt x="762204" y="980855"/>
                  <a:pt x="761577" y="983180"/>
                  <a:pt x="780681" y="966787"/>
                </a:cubicBezTo>
                <a:cubicBezTo>
                  <a:pt x="819635" y="933362"/>
                  <a:pt x="797433" y="967931"/>
                  <a:pt x="725483" y="1052727"/>
                </a:cubicBezTo>
                <a:cubicBezTo>
                  <a:pt x="687063" y="1098007"/>
                  <a:pt x="653157" y="1132582"/>
                  <a:pt x="650135" y="1129560"/>
                </a:cubicBezTo>
                <a:cubicBezTo>
                  <a:pt x="647114" y="1126539"/>
                  <a:pt x="650687" y="1116231"/>
                  <a:pt x="658077" y="1106655"/>
                </a:cubicBezTo>
                <a:cubicBezTo>
                  <a:pt x="665466" y="1097079"/>
                  <a:pt x="655680" y="1105904"/>
                  <a:pt x="636330" y="1126266"/>
                </a:cubicBezTo>
                <a:cubicBezTo>
                  <a:pt x="616980" y="1146629"/>
                  <a:pt x="603135" y="1168468"/>
                  <a:pt x="605564" y="1174797"/>
                </a:cubicBezTo>
                <a:cubicBezTo>
                  <a:pt x="607995" y="1181133"/>
                  <a:pt x="597052" y="1191184"/>
                  <a:pt x="581215" y="1197162"/>
                </a:cubicBezTo>
                <a:cubicBezTo>
                  <a:pt x="565394" y="1203134"/>
                  <a:pt x="552450" y="1205177"/>
                  <a:pt x="552450" y="1201703"/>
                </a:cubicBezTo>
                <a:cubicBezTo>
                  <a:pt x="552451" y="1198229"/>
                  <a:pt x="538520" y="1196129"/>
                  <a:pt x="521494" y="1197035"/>
                </a:cubicBezTo>
                <a:cubicBezTo>
                  <a:pt x="504468" y="1197942"/>
                  <a:pt x="490537" y="1199370"/>
                  <a:pt x="490537" y="1200210"/>
                </a:cubicBezTo>
                <a:cubicBezTo>
                  <a:pt x="490537" y="1201050"/>
                  <a:pt x="479871" y="1202882"/>
                  <a:pt x="466834" y="1204281"/>
                </a:cubicBezTo>
                <a:cubicBezTo>
                  <a:pt x="450773" y="1206005"/>
                  <a:pt x="434736" y="1197838"/>
                  <a:pt x="417092" y="11789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Check 2 (the clipboard sheet)"/>
          <p:cNvSpPr/>
          <p:nvPr/>
        </p:nvSpPr>
        <p:spPr>
          <a:xfrm rot="-180000">
            <a:off x="2044569" y="3996510"/>
            <a:ext cx="6238875" cy="84105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clipboard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1276350" y="2147888"/>
            <a:ext cx="7734300" cy="11325225"/>
          </a:xfrm>
          <a:prstGeom prst="rect">
            <a:avLst/>
          </a:prstGeom>
        </p:spPr>
      </p:pic>
      <p:pic>
        <p:nvPicPr>
          <p:cNvPr id="5" name="number sticker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628650" y="1485900"/>
            <a:ext cx="1981200" cy="1981200"/>
          </a:xfrm>
          <a:prstGeom prst="rect">
            <a:avLst/>
          </a:prstGeom>
        </p:spPr>
      </p:pic>
      <p:sp>
        <p:nvSpPr>
          <p:cNvPr id="6" name="TEXT: 2. [check the cord]"/>
          <p:cNvSpPr/>
          <p:nvPr/>
        </p:nvSpPr>
        <p:spPr>
          <a:xfrm rot="21480000">
            <a:off x="2333625" y="12744450"/>
            <a:ext cx="5619750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2. [check the cord]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876300" y="2114550"/>
            <a:ext cx="8534400" cy="10248900"/>
          </a:xfrm>
          <a:prstGeom prst="rect">
            <a:avLst/>
          </a:prstGeom>
        </p:spPr>
      </p:pic>
      <p:sp>
        <p:nvSpPr>
          <p:cNvPr id="4" name="PHOTO: Check 3"/>
          <p:cNvSpPr/>
          <p:nvPr/>
        </p:nvSpPr>
        <p:spPr>
          <a:xfrm rot="120000">
            <a:off x="1524000" y="2762250"/>
            <a:ext cx="7239000" cy="8953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number sticker" descr="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7391400" y="1676400"/>
            <a:ext cx="1981200" cy="1981200"/>
          </a:xfrm>
          <a:prstGeom prst="rect">
            <a:avLst/>
          </a:prstGeom>
        </p:spPr>
      </p:pic>
      <p:sp>
        <p:nvSpPr>
          <p:cNvPr id="6" name="TEXT: 3. [check the heat]"/>
          <p:cNvSpPr/>
          <p:nvPr/>
        </p:nvSpPr>
        <p:spPr>
          <a:xfrm rot="120000">
            <a:off x="1957388" y="12268200"/>
            <a:ext cx="5610225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3. [check the heat]</a:t>
            </a:r>
          </a:p>
        </p:txBody>
      </p:sp>
      <p:sp>
        <p:nvSpPr>
          <p:cNvPr id="7" name="tick"/>
          <p:cNvSpPr/>
          <p:nvPr/>
        </p:nvSpPr>
        <p:spPr>
          <a:xfrm rot="0">
            <a:off x="8143875" y="11558587"/>
            <a:ext cx="1428750" cy="1647825"/>
          </a:xfrm>
          <a:custGeom>
            <a:avLst/>
            <a:gdLst/>
            <a:ahLst/>
            <a:cxnLst/>
            <a:rect l="0" t="0" r="r" b="b"/>
            <a:pathLst>
              <a:path w="1428750" h="1647825">
                <a:moveTo>
                  <a:pt x="423720" y="1609409"/>
                </a:moveTo>
                <a:cubicBezTo>
                  <a:pt x="411800" y="1582976"/>
                  <a:pt x="403327" y="1574062"/>
                  <a:pt x="396555" y="1580834"/>
                </a:cubicBezTo>
                <a:cubicBezTo>
                  <a:pt x="391143" y="1586246"/>
                  <a:pt x="383373" y="1590675"/>
                  <a:pt x="379288" y="1590675"/>
                </a:cubicBezTo>
                <a:cubicBezTo>
                  <a:pt x="369755" y="1590675"/>
                  <a:pt x="339363" y="1530270"/>
                  <a:pt x="324175" y="1481137"/>
                </a:cubicBezTo>
                <a:cubicBezTo>
                  <a:pt x="309416" y="1433394"/>
                  <a:pt x="255419" y="1313030"/>
                  <a:pt x="250821" y="1317628"/>
                </a:cubicBezTo>
                <a:cubicBezTo>
                  <a:pt x="248939" y="1319510"/>
                  <a:pt x="254031" y="1336922"/>
                  <a:pt x="262137" y="1356321"/>
                </a:cubicBezTo>
                <a:cubicBezTo>
                  <a:pt x="298807" y="1444086"/>
                  <a:pt x="314923" y="1489908"/>
                  <a:pt x="306035" y="1481137"/>
                </a:cubicBezTo>
                <a:cubicBezTo>
                  <a:pt x="297208" y="1472426"/>
                  <a:pt x="268976" y="1412333"/>
                  <a:pt x="138225" y="1123950"/>
                </a:cubicBezTo>
                <a:cubicBezTo>
                  <a:pt x="113285" y="1068943"/>
                  <a:pt x="71982" y="982224"/>
                  <a:pt x="46440" y="931241"/>
                </a:cubicBezTo>
                <a:cubicBezTo>
                  <a:pt x="2147" y="842833"/>
                  <a:pt x="-8590" y="809604"/>
                  <a:pt x="7143" y="809642"/>
                </a:cubicBezTo>
                <a:cubicBezTo>
                  <a:pt x="11072" y="809651"/>
                  <a:pt x="26468" y="828939"/>
                  <a:pt x="41355" y="852504"/>
                </a:cubicBezTo>
                <a:cubicBezTo>
                  <a:pt x="72732" y="902169"/>
                  <a:pt x="87266" y="910917"/>
                  <a:pt x="59105" y="863188"/>
                </a:cubicBezTo>
                <a:cubicBezTo>
                  <a:pt x="36077" y="824157"/>
                  <a:pt x="21441" y="765991"/>
                  <a:pt x="37081" y="775658"/>
                </a:cubicBezTo>
                <a:cubicBezTo>
                  <a:pt x="42880" y="779241"/>
                  <a:pt x="47624" y="788642"/>
                  <a:pt x="47624" y="796548"/>
                </a:cubicBezTo>
                <a:cubicBezTo>
                  <a:pt x="47624" y="808000"/>
                  <a:pt x="53500" y="806738"/>
                  <a:pt x="76526" y="790342"/>
                </a:cubicBezTo>
                <a:cubicBezTo>
                  <a:pt x="115083" y="762887"/>
                  <a:pt x="137189" y="777177"/>
                  <a:pt x="186464" y="861411"/>
                </a:cubicBezTo>
                <a:cubicBezTo>
                  <a:pt x="206577" y="895793"/>
                  <a:pt x="226428" y="923925"/>
                  <a:pt x="230579" y="923925"/>
                </a:cubicBezTo>
                <a:cubicBezTo>
                  <a:pt x="242131" y="923925"/>
                  <a:pt x="239615" y="914529"/>
                  <a:pt x="223837" y="898751"/>
                </a:cubicBezTo>
                <a:cubicBezTo>
                  <a:pt x="215979" y="890893"/>
                  <a:pt x="209550" y="879531"/>
                  <a:pt x="209550" y="873502"/>
                </a:cubicBezTo>
                <a:cubicBezTo>
                  <a:pt x="209549" y="840034"/>
                  <a:pt x="327848" y="1027421"/>
                  <a:pt x="397423" y="1171098"/>
                </a:cubicBezTo>
                <a:lnTo>
                  <a:pt x="431786" y="1242059"/>
                </a:lnTo>
                <a:lnTo>
                  <a:pt x="444124" y="1213960"/>
                </a:lnTo>
                <a:cubicBezTo>
                  <a:pt x="500322" y="1085975"/>
                  <a:pt x="553626" y="979076"/>
                  <a:pt x="558710" y="984160"/>
                </a:cubicBezTo>
                <a:cubicBezTo>
                  <a:pt x="562089" y="987539"/>
                  <a:pt x="570499" y="982869"/>
                  <a:pt x="577399" y="973783"/>
                </a:cubicBezTo>
                <a:cubicBezTo>
                  <a:pt x="592349" y="954094"/>
                  <a:pt x="594384" y="939481"/>
                  <a:pt x="581025" y="947737"/>
                </a:cubicBezTo>
                <a:cubicBezTo>
                  <a:pt x="575786" y="950975"/>
                  <a:pt x="571500" y="949338"/>
                  <a:pt x="571500" y="944099"/>
                </a:cubicBezTo>
                <a:cubicBezTo>
                  <a:pt x="571500" y="938860"/>
                  <a:pt x="575786" y="931925"/>
                  <a:pt x="581025" y="928687"/>
                </a:cubicBezTo>
                <a:cubicBezTo>
                  <a:pt x="586263" y="925449"/>
                  <a:pt x="590615" y="928411"/>
                  <a:pt x="590695" y="935269"/>
                </a:cubicBezTo>
                <a:cubicBezTo>
                  <a:pt x="590801" y="944329"/>
                  <a:pt x="593365" y="943831"/>
                  <a:pt x="600075" y="933450"/>
                </a:cubicBezTo>
                <a:cubicBezTo>
                  <a:pt x="612832" y="913709"/>
                  <a:pt x="611886" y="902337"/>
                  <a:pt x="598191" y="910801"/>
                </a:cubicBezTo>
                <a:cubicBezTo>
                  <a:pt x="580231" y="921901"/>
                  <a:pt x="641551" y="816980"/>
                  <a:pt x="738041" y="671512"/>
                </a:cubicBezTo>
                <a:cubicBezTo>
                  <a:pt x="944311" y="360541"/>
                  <a:pt x="1227796" y="38100"/>
                  <a:pt x="1294926" y="38100"/>
                </a:cubicBezTo>
                <a:cubicBezTo>
                  <a:pt x="1315137" y="38099"/>
                  <a:pt x="1303116" y="54460"/>
                  <a:pt x="1218775" y="141743"/>
                </a:cubicBezTo>
                <a:cubicBezTo>
                  <a:pt x="1171392" y="190777"/>
                  <a:pt x="1115358" y="257169"/>
                  <a:pt x="1094254" y="289279"/>
                </a:cubicBezTo>
                <a:cubicBezTo>
                  <a:pt x="1070285" y="325750"/>
                  <a:pt x="1065399" y="336938"/>
                  <a:pt x="1081237" y="319087"/>
                </a:cubicBezTo>
                <a:cubicBezTo>
                  <a:pt x="1174257" y="214246"/>
                  <a:pt x="1355097" y="47624"/>
                  <a:pt x="1375865" y="47625"/>
                </a:cubicBezTo>
                <a:cubicBezTo>
                  <a:pt x="1379664" y="47625"/>
                  <a:pt x="1369543" y="65614"/>
                  <a:pt x="1353374" y="87601"/>
                </a:cubicBezTo>
                <a:cubicBezTo>
                  <a:pt x="1337204" y="109588"/>
                  <a:pt x="1323975" y="131649"/>
                  <a:pt x="1323975" y="136626"/>
                </a:cubicBezTo>
                <a:cubicBezTo>
                  <a:pt x="1323975" y="141603"/>
                  <a:pt x="1309856" y="163261"/>
                  <a:pt x="1292599" y="184756"/>
                </a:cubicBezTo>
                <a:cubicBezTo>
                  <a:pt x="1275343" y="206251"/>
                  <a:pt x="1244928" y="247411"/>
                  <a:pt x="1225011" y="276225"/>
                </a:cubicBezTo>
                <a:cubicBezTo>
                  <a:pt x="1191436" y="324796"/>
                  <a:pt x="1191119" y="325842"/>
                  <a:pt x="1220667" y="290581"/>
                </a:cubicBezTo>
                <a:cubicBezTo>
                  <a:pt x="1268233" y="233819"/>
                  <a:pt x="1317106" y="183782"/>
                  <a:pt x="1309117" y="200025"/>
                </a:cubicBezTo>
                <a:cubicBezTo>
                  <a:pt x="1305253" y="207883"/>
                  <a:pt x="1293707" y="223639"/>
                  <a:pt x="1283460" y="235038"/>
                </a:cubicBezTo>
                <a:cubicBezTo>
                  <a:pt x="1272711" y="246995"/>
                  <a:pt x="1267889" y="260715"/>
                  <a:pt x="1272061" y="267466"/>
                </a:cubicBezTo>
                <a:cubicBezTo>
                  <a:pt x="1276422" y="274522"/>
                  <a:pt x="1275348" y="276730"/>
                  <a:pt x="1269356" y="273027"/>
                </a:cubicBezTo>
                <a:cubicBezTo>
                  <a:pt x="1263891" y="269649"/>
                  <a:pt x="1247485" y="282917"/>
                  <a:pt x="1232899" y="302511"/>
                </a:cubicBezTo>
                <a:cubicBezTo>
                  <a:pt x="1207788" y="336244"/>
                  <a:pt x="1207643" y="336993"/>
                  <a:pt x="1230164" y="316619"/>
                </a:cubicBezTo>
                <a:cubicBezTo>
                  <a:pt x="1243247" y="304784"/>
                  <a:pt x="1257534" y="298354"/>
                  <a:pt x="1261914" y="302331"/>
                </a:cubicBezTo>
                <a:cubicBezTo>
                  <a:pt x="1266295" y="306308"/>
                  <a:pt x="1266361" y="303133"/>
                  <a:pt x="1262062" y="295275"/>
                </a:cubicBezTo>
                <a:cubicBezTo>
                  <a:pt x="1257763" y="287416"/>
                  <a:pt x="1257753" y="284165"/>
                  <a:pt x="1262040" y="288048"/>
                </a:cubicBezTo>
                <a:cubicBezTo>
                  <a:pt x="1266327" y="291932"/>
                  <a:pt x="1275586" y="290335"/>
                  <a:pt x="1282617" y="284501"/>
                </a:cubicBezTo>
                <a:cubicBezTo>
                  <a:pt x="1303227" y="267396"/>
                  <a:pt x="1297356" y="284456"/>
                  <a:pt x="1270527" y="319630"/>
                </a:cubicBezTo>
                <a:cubicBezTo>
                  <a:pt x="1256848" y="337565"/>
                  <a:pt x="1242330" y="350184"/>
                  <a:pt x="1238265" y="347672"/>
                </a:cubicBezTo>
                <a:cubicBezTo>
                  <a:pt x="1234201" y="345160"/>
                  <a:pt x="1231463" y="350559"/>
                  <a:pt x="1232181" y="359671"/>
                </a:cubicBezTo>
                <a:cubicBezTo>
                  <a:pt x="1232899" y="368782"/>
                  <a:pt x="1228313" y="375227"/>
                  <a:pt x="1221990" y="373992"/>
                </a:cubicBezTo>
                <a:cubicBezTo>
                  <a:pt x="1209826" y="371617"/>
                  <a:pt x="1108039" y="511182"/>
                  <a:pt x="1111956" y="524864"/>
                </a:cubicBezTo>
                <a:cubicBezTo>
                  <a:pt x="1113218" y="529270"/>
                  <a:pt x="1085086" y="579070"/>
                  <a:pt x="1049441" y="635531"/>
                </a:cubicBezTo>
                <a:cubicBezTo>
                  <a:pt x="982885" y="740954"/>
                  <a:pt x="849766" y="967220"/>
                  <a:pt x="829336" y="1009650"/>
                </a:cubicBezTo>
                <a:lnTo>
                  <a:pt x="817871" y="1033462"/>
                </a:lnTo>
                <a:lnTo>
                  <a:pt x="837348" y="1009650"/>
                </a:lnTo>
                <a:cubicBezTo>
                  <a:pt x="870233" y="969446"/>
                  <a:pt x="859434" y="999751"/>
                  <a:pt x="815572" y="1070763"/>
                </a:cubicBezTo>
                <a:cubicBezTo>
                  <a:pt x="746091" y="1183249"/>
                  <a:pt x="630206" y="1387931"/>
                  <a:pt x="584689" y="1478561"/>
                </a:cubicBezTo>
                <a:cubicBezTo>
                  <a:pt x="507999" y="1631261"/>
                  <a:pt x="530645" y="1560143"/>
                  <a:pt x="614144" y="1386065"/>
                </a:cubicBezTo>
                <a:cubicBezTo>
                  <a:pt x="699744" y="1207605"/>
                  <a:pt x="700750" y="1205197"/>
                  <a:pt x="685909" y="1214370"/>
                </a:cubicBezTo>
                <a:cubicBezTo>
                  <a:pt x="680405" y="1217771"/>
                  <a:pt x="678977" y="1213714"/>
                  <a:pt x="682472" y="1204608"/>
                </a:cubicBezTo>
                <a:cubicBezTo>
                  <a:pt x="687313" y="1191992"/>
                  <a:pt x="690182" y="1191445"/>
                  <a:pt x="697549" y="1201732"/>
                </a:cubicBezTo>
                <a:cubicBezTo>
                  <a:pt x="704278" y="1211129"/>
                  <a:pt x="705201" y="1209968"/>
                  <a:pt x="701095" y="1197274"/>
                </a:cubicBezTo>
                <a:cubicBezTo>
                  <a:pt x="698041" y="1187834"/>
                  <a:pt x="699331" y="1182451"/>
                  <a:pt x="703961" y="1185313"/>
                </a:cubicBezTo>
                <a:cubicBezTo>
                  <a:pt x="708590" y="1188174"/>
                  <a:pt x="714674" y="1184533"/>
                  <a:pt x="717479" y="1177222"/>
                </a:cubicBezTo>
                <a:cubicBezTo>
                  <a:pt x="720750" y="1168698"/>
                  <a:pt x="716836" y="1164741"/>
                  <a:pt x="706571" y="1166193"/>
                </a:cubicBezTo>
                <a:cubicBezTo>
                  <a:pt x="688268" y="1168782"/>
                  <a:pt x="589849" y="1349165"/>
                  <a:pt x="596823" y="1367340"/>
                </a:cubicBezTo>
                <a:cubicBezTo>
                  <a:pt x="602654" y="1382536"/>
                  <a:pt x="518601" y="1562100"/>
                  <a:pt x="505656" y="1562100"/>
                </a:cubicBezTo>
                <a:cubicBezTo>
                  <a:pt x="500160" y="1562100"/>
                  <a:pt x="492862" y="1573887"/>
                  <a:pt x="489439" y="1588293"/>
                </a:cubicBezTo>
                <a:cubicBezTo>
                  <a:pt x="483173" y="1614669"/>
                  <a:pt x="459896" y="1647825"/>
                  <a:pt x="447645" y="1647825"/>
                </a:cubicBezTo>
                <a:cubicBezTo>
                  <a:pt x="444014" y="1647825"/>
                  <a:pt x="433247" y="1630537"/>
                  <a:pt x="423720" y="1609409"/>
                </a:cubicBezTo>
                <a:close/>
                <a:moveTo>
                  <a:pt x="766168" y="1058424"/>
                </a:moveTo>
                <a:cubicBezTo>
                  <a:pt x="774622" y="1042075"/>
                  <a:pt x="779600" y="1028700"/>
                  <a:pt x="777231" y="1028700"/>
                </a:cubicBezTo>
                <a:cubicBezTo>
                  <a:pt x="771302" y="1028700"/>
                  <a:pt x="714366" y="1129027"/>
                  <a:pt x="714410" y="1139396"/>
                </a:cubicBezTo>
                <a:cubicBezTo>
                  <a:pt x="714449" y="1148455"/>
                  <a:pt x="741476" y="1106172"/>
                  <a:pt x="766168" y="1058424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uled paper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788071" y="4615246"/>
            <a:ext cx="5543550" cy="7467600"/>
          </a:xfrm>
          <a:prstGeom prst="rect">
            <a:avLst/>
          </a:prstGeom>
        </p:spPr>
      </p:pic>
      <p:pic>
        <p:nvPicPr>
          <p:cNvPr id="4" name="clipboard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085850" y="2919412"/>
            <a:ext cx="6972300" cy="10163175"/>
          </a:xfrm>
          <a:prstGeom prst="rect">
            <a:avLst/>
          </a:prstGeom>
        </p:spPr>
      </p:pic>
      <p:sp>
        <p:nvSpPr>
          <p:cNvPr id="5" name="TEXT: 1. [check the bristles]"/>
          <p:cNvSpPr/>
          <p:nvPr/>
        </p:nvSpPr>
        <p:spPr>
          <a:xfrm rot="120000">
            <a:off x="1978402" y="6558211"/>
            <a:ext cx="4695825" cy="5810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ctr">
              <a:lnSpc>
                <a:spcPts val="3843"/>
              </a:lnSpc>
            </a:pPr>
            <a:r>
              <a:rPr b="1" sz="3150">
                <a:solidFill>
                  <a:srgbClr val="181716"/>
                </a:solidFill>
                <a:latin typeface="Montserrat"/>
              </a:rPr>
              <a:t>1. [check the bristles]</a:t>
            </a:r>
          </a:p>
        </p:txBody>
      </p:sp>
      <p:sp>
        <p:nvSpPr>
          <p:cNvPr id="6" name="tick"/>
          <p:cNvSpPr/>
          <p:nvPr/>
        </p:nvSpPr>
        <p:spPr>
          <a:xfrm rot="0">
            <a:off x="6991399" y="6558371"/>
            <a:ext cx="952500" cy="800100"/>
          </a:xfrm>
          <a:custGeom>
            <a:avLst/>
            <a:gdLst/>
            <a:ahLst/>
            <a:cxnLst/>
            <a:rect l="0" t="0" r="r" b="b"/>
            <a:pathLst>
              <a:path w="952500" h="800100">
                <a:moveTo>
                  <a:pt x="279126" y="778993"/>
                </a:moveTo>
                <a:cubicBezTo>
                  <a:pt x="270668" y="769647"/>
                  <a:pt x="258232" y="762000"/>
                  <a:pt x="251492" y="762000"/>
                </a:cubicBezTo>
                <a:cubicBezTo>
                  <a:pt x="234586" y="762000"/>
                  <a:pt x="163246" y="667251"/>
                  <a:pt x="92072" y="550269"/>
                </a:cubicBezTo>
                <a:cubicBezTo>
                  <a:pt x="59335" y="496461"/>
                  <a:pt x="25078" y="441176"/>
                  <a:pt x="15946" y="427413"/>
                </a:cubicBezTo>
                <a:cubicBezTo>
                  <a:pt x="-1087" y="401742"/>
                  <a:pt x="8842" y="352424"/>
                  <a:pt x="31044" y="352425"/>
                </a:cubicBezTo>
                <a:cubicBezTo>
                  <a:pt x="35960" y="352425"/>
                  <a:pt x="51484" y="340111"/>
                  <a:pt x="65542" y="325062"/>
                </a:cubicBezTo>
                <a:cubicBezTo>
                  <a:pt x="100772" y="287348"/>
                  <a:pt x="146064" y="278132"/>
                  <a:pt x="168337" y="304145"/>
                </a:cubicBezTo>
                <a:cubicBezTo>
                  <a:pt x="177616" y="314983"/>
                  <a:pt x="189613" y="323896"/>
                  <a:pt x="194998" y="323953"/>
                </a:cubicBezTo>
                <a:cubicBezTo>
                  <a:pt x="208137" y="324091"/>
                  <a:pt x="272205" y="436757"/>
                  <a:pt x="268663" y="453497"/>
                </a:cubicBezTo>
                <a:cubicBezTo>
                  <a:pt x="267124" y="460772"/>
                  <a:pt x="270339" y="466725"/>
                  <a:pt x="275807" y="466725"/>
                </a:cubicBezTo>
                <a:cubicBezTo>
                  <a:pt x="281275" y="466725"/>
                  <a:pt x="284678" y="470655"/>
                  <a:pt x="283368" y="475459"/>
                </a:cubicBezTo>
                <a:cubicBezTo>
                  <a:pt x="280433" y="486227"/>
                  <a:pt x="325755" y="561975"/>
                  <a:pt x="335132" y="561975"/>
                </a:cubicBezTo>
                <a:cubicBezTo>
                  <a:pt x="345378" y="561975"/>
                  <a:pt x="395563" y="513062"/>
                  <a:pt x="393406" y="505178"/>
                </a:cubicBezTo>
                <a:cubicBezTo>
                  <a:pt x="388833" y="488458"/>
                  <a:pt x="656179" y="185589"/>
                  <a:pt x="752008" y="98928"/>
                </a:cubicBezTo>
                <a:cubicBezTo>
                  <a:pt x="838452" y="20754"/>
                  <a:pt x="935445" y="-28605"/>
                  <a:pt x="871537" y="38100"/>
                </a:cubicBezTo>
                <a:cubicBezTo>
                  <a:pt x="839027" y="72033"/>
                  <a:pt x="843833" y="73948"/>
                  <a:pt x="891268" y="45960"/>
                </a:cubicBezTo>
                <a:lnTo>
                  <a:pt x="926376" y="25246"/>
                </a:lnTo>
                <a:lnTo>
                  <a:pt x="915290" y="45960"/>
                </a:lnTo>
                <a:cubicBezTo>
                  <a:pt x="909193" y="57353"/>
                  <a:pt x="906790" y="66675"/>
                  <a:pt x="909950" y="66675"/>
                </a:cubicBezTo>
                <a:cubicBezTo>
                  <a:pt x="913111" y="66675"/>
                  <a:pt x="906022" y="80605"/>
                  <a:pt x="894197" y="97631"/>
                </a:cubicBezTo>
                <a:cubicBezTo>
                  <a:pt x="875055" y="125193"/>
                  <a:pt x="874808" y="126757"/>
                  <a:pt x="891940" y="111897"/>
                </a:cubicBezTo>
                <a:cubicBezTo>
                  <a:pt x="902524" y="102718"/>
                  <a:pt x="914737" y="98432"/>
                  <a:pt x="919081" y="102372"/>
                </a:cubicBezTo>
                <a:cubicBezTo>
                  <a:pt x="923425" y="106313"/>
                  <a:pt x="923486" y="103517"/>
                  <a:pt x="919217" y="96159"/>
                </a:cubicBezTo>
                <a:cubicBezTo>
                  <a:pt x="913989" y="87148"/>
                  <a:pt x="915054" y="85005"/>
                  <a:pt x="922479" y="89593"/>
                </a:cubicBezTo>
                <a:cubicBezTo>
                  <a:pt x="935151" y="97425"/>
                  <a:pt x="926006" y="119340"/>
                  <a:pt x="889804" y="167893"/>
                </a:cubicBezTo>
                <a:cubicBezTo>
                  <a:pt x="877591" y="184272"/>
                  <a:pt x="869422" y="199497"/>
                  <a:pt x="871650" y="201725"/>
                </a:cubicBezTo>
                <a:cubicBezTo>
                  <a:pt x="880886" y="210961"/>
                  <a:pt x="458105" y="737736"/>
                  <a:pt x="442794" y="736069"/>
                </a:cubicBezTo>
                <a:cubicBezTo>
                  <a:pt x="429375" y="734607"/>
                  <a:pt x="408925" y="753242"/>
                  <a:pt x="414337" y="762000"/>
                </a:cubicBezTo>
                <a:cubicBezTo>
                  <a:pt x="432912" y="792054"/>
                  <a:pt x="305445" y="808075"/>
                  <a:pt x="279126" y="77899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7" name="TEXT: 2. [check the cord]"/>
          <p:cNvSpPr/>
          <p:nvPr/>
        </p:nvSpPr>
        <p:spPr>
          <a:xfrm rot="120000">
            <a:off x="2235225" y="7795707"/>
            <a:ext cx="4095750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ctr">
              <a:lnSpc>
                <a:spcPts val="3843"/>
              </a:lnSpc>
            </a:pPr>
            <a:r>
              <a:rPr b="1" sz="3150">
                <a:solidFill>
                  <a:srgbClr val="181716"/>
                </a:solidFill>
                <a:latin typeface="Montserrat"/>
              </a:rPr>
              <a:t>2. [check the cord]</a:t>
            </a:r>
          </a:p>
        </p:txBody>
      </p:sp>
      <p:sp>
        <p:nvSpPr>
          <p:cNvPr id="8" name="tick"/>
          <p:cNvSpPr/>
          <p:nvPr/>
        </p:nvSpPr>
        <p:spPr>
          <a:xfrm rot="0">
            <a:off x="6948185" y="7648229"/>
            <a:ext cx="952500" cy="1095375"/>
          </a:xfrm>
          <a:custGeom>
            <a:avLst/>
            <a:gdLst/>
            <a:ahLst/>
            <a:cxnLst/>
            <a:rect l="0" t="0" r="r" b="b"/>
            <a:pathLst>
              <a:path w="952500" h="1095375">
                <a:moveTo>
                  <a:pt x="284801" y="1073285"/>
                </a:moveTo>
                <a:cubicBezTo>
                  <a:pt x="278260" y="1058928"/>
                  <a:pt x="268551" y="1051292"/>
                  <a:pt x="260679" y="1054313"/>
                </a:cubicBezTo>
                <a:cubicBezTo>
                  <a:pt x="247396" y="1059410"/>
                  <a:pt x="232044" y="1030167"/>
                  <a:pt x="195676" y="930490"/>
                </a:cubicBezTo>
                <a:cubicBezTo>
                  <a:pt x="186480" y="905287"/>
                  <a:pt x="177211" y="886413"/>
                  <a:pt x="175078" y="888546"/>
                </a:cubicBezTo>
                <a:cubicBezTo>
                  <a:pt x="172945" y="890679"/>
                  <a:pt x="177936" y="908548"/>
                  <a:pt x="186170" y="928254"/>
                </a:cubicBezTo>
                <a:cubicBezTo>
                  <a:pt x="194404" y="947960"/>
                  <a:pt x="199347" y="965877"/>
                  <a:pt x="197155" y="968069"/>
                </a:cubicBezTo>
                <a:cubicBezTo>
                  <a:pt x="194964" y="970260"/>
                  <a:pt x="172616" y="925863"/>
                  <a:pt x="147495" y="869408"/>
                </a:cubicBezTo>
                <a:cubicBezTo>
                  <a:pt x="122373" y="812953"/>
                  <a:pt x="78171" y="718566"/>
                  <a:pt x="49268" y="659660"/>
                </a:cubicBezTo>
                <a:cubicBezTo>
                  <a:pt x="1087" y="561463"/>
                  <a:pt x="-11001" y="512851"/>
                  <a:pt x="23966" y="557907"/>
                </a:cubicBezTo>
                <a:cubicBezTo>
                  <a:pt x="37152" y="574898"/>
                  <a:pt x="37479" y="574218"/>
                  <a:pt x="28364" y="548747"/>
                </a:cubicBezTo>
                <a:cubicBezTo>
                  <a:pt x="22948" y="533614"/>
                  <a:pt x="20780" y="518969"/>
                  <a:pt x="23546" y="516203"/>
                </a:cubicBezTo>
                <a:cubicBezTo>
                  <a:pt x="26311" y="513438"/>
                  <a:pt x="28575" y="516634"/>
                  <a:pt x="28575" y="523306"/>
                </a:cubicBezTo>
                <a:cubicBezTo>
                  <a:pt x="28575" y="530309"/>
                  <a:pt x="34614" y="532994"/>
                  <a:pt x="42862" y="529656"/>
                </a:cubicBezTo>
                <a:cubicBezTo>
                  <a:pt x="50720" y="526476"/>
                  <a:pt x="63288" y="521384"/>
                  <a:pt x="70791" y="518341"/>
                </a:cubicBezTo>
                <a:cubicBezTo>
                  <a:pt x="79613" y="514762"/>
                  <a:pt x="93486" y="526486"/>
                  <a:pt x="110054" y="551522"/>
                </a:cubicBezTo>
                <a:cubicBezTo>
                  <a:pt x="124145" y="572815"/>
                  <a:pt x="139284" y="588006"/>
                  <a:pt x="143696" y="585280"/>
                </a:cubicBezTo>
                <a:cubicBezTo>
                  <a:pt x="153106" y="579464"/>
                  <a:pt x="180604" y="621487"/>
                  <a:pt x="243467" y="737753"/>
                </a:cubicBezTo>
                <a:lnTo>
                  <a:pt x="289019" y="821999"/>
                </a:lnTo>
                <a:lnTo>
                  <a:pt x="325473" y="743051"/>
                </a:lnTo>
                <a:cubicBezTo>
                  <a:pt x="345524" y="699629"/>
                  <a:pt x="369017" y="658919"/>
                  <a:pt x="377682" y="652584"/>
                </a:cubicBezTo>
                <a:cubicBezTo>
                  <a:pt x="387429" y="645456"/>
                  <a:pt x="390503" y="636321"/>
                  <a:pt x="385745" y="628623"/>
                </a:cubicBezTo>
                <a:cubicBezTo>
                  <a:pt x="380814" y="620644"/>
                  <a:pt x="381794" y="618491"/>
                  <a:pt x="388476" y="622621"/>
                </a:cubicBezTo>
                <a:cubicBezTo>
                  <a:pt x="394634" y="626427"/>
                  <a:pt x="398407" y="622158"/>
                  <a:pt x="397699" y="612187"/>
                </a:cubicBezTo>
                <a:cubicBezTo>
                  <a:pt x="394700" y="569918"/>
                  <a:pt x="633470" y="235682"/>
                  <a:pt x="756896" y="109373"/>
                </a:cubicBezTo>
                <a:cubicBezTo>
                  <a:pt x="868894" y="-5238"/>
                  <a:pt x="912348" y="-11442"/>
                  <a:pt x="807037" y="102215"/>
                </a:cubicBezTo>
                <a:cubicBezTo>
                  <a:pt x="711790" y="205011"/>
                  <a:pt x="712435" y="210916"/>
                  <a:pt x="809134" y="121406"/>
                </a:cubicBezTo>
                <a:cubicBezTo>
                  <a:pt x="901677" y="35742"/>
                  <a:pt x="930541" y="17253"/>
                  <a:pt x="895998" y="65764"/>
                </a:cubicBezTo>
                <a:cubicBezTo>
                  <a:pt x="885164" y="80979"/>
                  <a:pt x="876299" y="96331"/>
                  <a:pt x="876300" y="99879"/>
                </a:cubicBezTo>
                <a:cubicBezTo>
                  <a:pt x="876300" y="103428"/>
                  <a:pt x="860226" y="126340"/>
                  <a:pt x="840581" y="150796"/>
                </a:cubicBezTo>
                <a:cubicBezTo>
                  <a:pt x="820935" y="175253"/>
                  <a:pt x="811946" y="189725"/>
                  <a:pt x="820604" y="182958"/>
                </a:cubicBezTo>
                <a:cubicBezTo>
                  <a:pt x="833470" y="172903"/>
                  <a:pt x="837104" y="172903"/>
                  <a:pt x="840487" y="182958"/>
                </a:cubicBezTo>
                <a:cubicBezTo>
                  <a:pt x="843746" y="192644"/>
                  <a:pt x="848423" y="192222"/>
                  <a:pt x="862472" y="180975"/>
                </a:cubicBezTo>
                <a:cubicBezTo>
                  <a:pt x="888721" y="159959"/>
                  <a:pt x="850419" y="211978"/>
                  <a:pt x="799353" y="266700"/>
                </a:cubicBezTo>
                <a:cubicBezTo>
                  <a:pt x="777353" y="290274"/>
                  <a:pt x="753904" y="322434"/>
                  <a:pt x="747243" y="338167"/>
                </a:cubicBezTo>
                <a:cubicBezTo>
                  <a:pt x="740583" y="353900"/>
                  <a:pt x="704638" y="415894"/>
                  <a:pt x="667365" y="475931"/>
                </a:cubicBezTo>
                <a:cubicBezTo>
                  <a:pt x="630092" y="535968"/>
                  <a:pt x="601693" y="590552"/>
                  <a:pt x="604255" y="597230"/>
                </a:cubicBezTo>
                <a:cubicBezTo>
                  <a:pt x="606817" y="603907"/>
                  <a:pt x="604826" y="608351"/>
                  <a:pt x="599829" y="607104"/>
                </a:cubicBezTo>
                <a:cubicBezTo>
                  <a:pt x="594832" y="605857"/>
                  <a:pt x="579361" y="623692"/>
                  <a:pt x="565448" y="646737"/>
                </a:cubicBezTo>
                <a:cubicBezTo>
                  <a:pt x="551536" y="669782"/>
                  <a:pt x="545063" y="685602"/>
                  <a:pt x="551064" y="681894"/>
                </a:cubicBezTo>
                <a:cubicBezTo>
                  <a:pt x="566234" y="672518"/>
                  <a:pt x="564683" y="682335"/>
                  <a:pt x="546645" y="709865"/>
                </a:cubicBezTo>
                <a:cubicBezTo>
                  <a:pt x="538214" y="722733"/>
                  <a:pt x="526836" y="730492"/>
                  <a:pt x="521361" y="727109"/>
                </a:cubicBezTo>
                <a:cubicBezTo>
                  <a:pt x="515792" y="723666"/>
                  <a:pt x="514221" y="725510"/>
                  <a:pt x="517795" y="731294"/>
                </a:cubicBezTo>
                <a:cubicBezTo>
                  <a:pt x="521309" y="736980"/>
                  <a:pt x="494114" y="794435"/>
                  <a:pt x="457361" y="858972"/>
                </a:cubicBezTo>
                <a:cubicBezTo>
                  <a:pt x="381168" y="992763"/>
                  <a:pt x="374135" y="997846"/>
                  <a:pt x="428739" y="879655"/>
                </a:cubicBezTo>
                <a:cubicBezTo>
                  <a:pt x="455131" y="822530"/>
                  <a:pt x="461433" y="801936"/>
                  <a:pt x="449108" y="813089"/>
                </a:cubicBezTo>
                <a:cubicBezTo>
                  <a:pt x="439293" y="821972"/>
                  <a:pt x="424711" y="845186"/>
                  <a:pt x="416704" y="864676"/>
                </a:cubicBezTo>
                <a:cubicBezTo>
                  <a:pt x="408696" y="884166"/>
                  <a:pt x="390557" y="928852"/>
                  <a:pt x="376395" y="963978"/>
                </a:cubicBezTo>
                <a:cubicBezTo>
                  <a:pt x="362232" y="999104"/>
                  <a:pt x="344616" y="1032848"/>
                  <a:pt x="337247" y="1038963"/>
                </a:cubicBezTo>
                <a:cubicBezTo>
                  <a:pt x="329878" y="1045079"/>
                  <a:pt x="323850" y="1055462"/>
                  <a:pt x="323850" y="1062037"/>
                </a:cubicBezTo>
                <a:cubicBezTo>
                  <a:pt x="323850" y="1090224"/>
                  <a:pt x="296154" y="1098202"/>
                  <a:pt x="284801" y="1073285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9" name="TEXT: 3. [check the heat]"/>
          <p:cNvSpPr/>
          <p:nvPr/>
        </p:nvSpPr>
        <p:spPr>
          <a:xfrm rot="120000">
            <a:off x="2196773" y="9033203"/>
            <a:ext cx="4086225" cy="5810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ctr">
              <a:lnSpc>
                <a:spcPts val="3843"/>
              </a:lnSpc>
            </a:pPr>
            <a:r>
              <a:rPr b="1" sz="3150">
                <a:solidFill>
                  <a:srgbClr val="181716"/>
                </a:solidFill>
                <a:latin typeface="Montserrat"/>
              </a:rPr>
              <a:t>3. [check the heat]</a:t>
            </a:r>
          </a:p>
        </p:txBody>
      </p:sp>
      <p:sp>
        <p:nvSpPr>
          <p:cNvPr id="10" name="tick"/>
          <p:cNvSpPr/>
          <p:nvPr/>
        </p:nvSpPr>
        <p:spPr>
          <a:xfrm rot="0">
            <a:off x="6904970" y="9023837"/>
            <a:ext cx="952500" cy="819150"/>
          </a:xfrm>
          <a:custGeom>
            <a:avLst/>
            <a:gdLst/>
            <a:ahLst/>
            <a:cxnLst/>
            <a:rect l="0" t="0" r="r" b="b"/>
            <a:pathLst>
              <a:path w="952500" h="819150">
                <a:moveTo>
                  <a:pt x="303437" y="805917"/>
                </a:moveTo>
                <a:cubicBezTo>
                  <a:pt x="213975" y="773956"/>
                  <a:pt x="0" y="523175"/>
                  <a:pt x="0" y="450286"/>
                </a:cubicBezTo>
                <a:cubicBezTo>
                  <a:pt x="0" y="432070"/>
                  <a:pt x="27102" y="400049"/>
                  <a:pt x="42520" y="400050"/>
                </a:cubicBezTo>
                <a:cubicBezTo>
                  <a:pt x="46745" y="400050"/>
                  <a:pt x="60382" y="389066"/>
                  <a:pt x="72824" y="375641"/>
                </a:cubicBezTo>
                <a:cubicBezTo>
                  <a:pt x="117694" y="327225"/>
                  <a:pt x="147130" y="342804"/>
                  <a:pt x="226925" y="457200"/>
                </a:cubicBezTo>
                <a:cubicBezTo>
                  <a:pt x="265294" y="512206"/>
                  <a:pt x="300024" y="558430"/>
                  <a:pt x="304101" y="559919"/>
                </a:cubicBezTo>
                <a:cubicBezTo>
                  <a:pt x="308178" y="561407"/>
                  <a:pt x="320821" y="540230"/>
                  <a:pt x="332197" y="512858"/>
                </a:cubicBezTo>
                <a:cubicBezTo>
                  <a:pt x="389027" y="376108"/>
                  <a:pt x="546813" y="189634"/>
                  <a:pt x="685228" y="95637"/>
                </a:cubicBezTo>
                <a:cubicBezTo>
                  <a:pt x="822204" y="2619"/>
                  <a:pt x="933450" y="-22634"/>
                  <a:pt x="933449" y="39288"/>
                </a:cubicBezTo>
                <a:cubicBezTo>
                  <a:pt x="933449" y="49801"/>
                  <a:pt x="937736" y="66412"/>
                  <a:pt x="942976" y="76202"/>
                </a:cubicBezTo>
                <a:cubicBezTo>
                  <a:pt x="948823" y="87128"/>
                  <a:pt x="949229" y="102520"/>
                  <a:pt x="944025" y="116057"/>
                </a:cubicBezTo>
                <a:cubicBezTo>
                  <a:pt x="931868" y="147686"/>
                  <a:pt x="867430" y="211079"/>
                  <a:pt x="855150" y="203490"/>
                </a:cubicBezTo>
                <a:cubicBezTo>
                  <a:pt x="848475" y="199364"/>
                  <a:pt x="847559" y="201575"/>
                  <a:pt x="852578" y="209696"/>
                </a:cubicBezTo>
                <a:cubicBezTo>
                  <a:pt x="858094" y="218622"/>
                  <a:pt x="856132" y="220684"/>
                  <a:pt x="845870" y="216746"/>
                </a:cubicBezTo>
                <a:cubicBezTo>
                  <a:pt x="827863" y="209836"/>
                  <a:pt x="711872" y="302569"/>
                  <a:pt x="720685" y="316829"/>
                </a:cubicBezTo>
                <a:cubicBezTo>
                  <a:pt x="724072" y="322309"/>
                  <a:pt x="722391" y="324041"/>
                  <a:pt x="716949" y="320678"/>
                </a:cubicBezTo>
                <a:cubicBezTo>
                  <a:pt x="689026" y="303421"/>
                  <a:pt x="532678" y="517456"/>
                  <a:pt x="453505" y="681323"/>
                </a:cubicBezTo>
                <a:cubicBezTo>
                  <a:pt x="419055" y="752624"/>
                  <a:pt x="386802" y="808448"/>
                  <a:pt x="381830" y="805375"/>
                </a:cubicBezTo>
                <a:cubicBezTo>
                  <a:pt x="376858" y="802303"/>
                  <a:pt x="370099" y="804145"/>
                  <a:pt x="366808" y="809469"/>
                </a:cubicBezTo>
                <a:cubicBezTo>
                  <a:pt x="359118" y="821913"/>
                  <a:pt x="346182" y="821187"/>
                  <a:pt x="303437" y="805917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1" name="burst"/>
          <p:cNvSpPr/>
          <p:nvPr/>
        </p:nvSpPr>
        <p:spPr>
          <a:xfrm rot="0">
            <a:off x="5715000" y="9158287"/>
            <a:ext cx="4572000" cy="4162425"/>
          </a:xfrm>
          <a:custGeom>
            <a:avLst/>
            <a:gdLst/>
            <a:ahLst/>
            <a:cxnLst/>
            <a:rect l="0" t="0" r="r" b="b"/>
            <a:pathLst>
              <a:path w="4572000" h="4162425">
                <a:moveTo>
                  <a:pt x="2274858" y="4134800"/>
                </a:moveTo>
                <a:cubicBezTo>
                  <a:pt x="2268641" y="4124845"/>
                  <a:pt x="2258217" y="4118748"/>
                  <a:pt x="2251695" y="4121251"/>
                </a:cubicBezTo>
                <a:cubicBezTo>
                  <a:pt x="2235518" y="4127459"/>
                  <a:pt x="2219797" y="4095225"/>
                  <a:pt x="2217533" y="4051209"/>
                </a:cubicBezTo>
                <a:cubicBezTo>
                  <a:pt x="2208478" y="3875116"/>
                  <a:pt x="2240583" y="3087438"/>
                  <a:pt x="2260559" y="2995612"/>
                </a:cubicBezTo>
                <a:cubicBezTo>
                  <a:pt x="2262839" y="2985135"/>
                  <a:pt x="2268170" y="2957274"/>
                  <a:pt x="2272407" y="2933700"/>
                </a:cubicBezTo>
                <a:cubicBezTo>
                  <a:pt x="2282081" y="2879877"/>
                  <a:pt x="2280842" y="2885219"/>
                  <a:pt x="2289657" y="2859356"/>
                </a:cubicBezTo>
                <a:cubicBezTo>
                  <a:pt x="2319038" y="2773160"/>
                  <a:pt x="2366892" y="2980118"/>
                  <a:pt x="2390538" y="3295650"/>
                </a:cubicBezTo>
                <a:cubicBezTo>
                  <a:pt x="2396231" y="3371611"/>
                  <a:pt x="2401828" y="3579495"/>
                  <a:pt x="2402975" y="3757612"/>
                </a:cubicBezTo>
                <a:cubicBezTo>
                  <a:pt x="2404891" y="4054994"/>
                  <a:pt x="2403647" y="4084055"/>
                  <a:pt x="2387749" y="4113190"/>
                </a:cubicBezTo>
                <a:cubicBezTo>
                  <a:pt x="2376965" y="4132955"/>
                  <a:pt x="2365407" y="4142988"/>
                  <a:pt x="2357098" y="4139800"/>
                </a:cubicBezTo>
                <a:cubicBezTo>
                  <a:pt x="2349762" y="4136985"/>
                  <a:pt x="2341226" y="4138781"/>
                  <a:pt x="2338130" y="4143790"/>
                </a:cubicBezTo>
                <a:cubicBezTo>
                  <a:pt x="2328363" y="4159594"/>
                  <a:pt x="2286639" y="4153665"/>
                  <a:pt x="2274858" y="4134800"/>
                </a:cubicBezTo>
                <a:close/>
                <a:moveTo>
                  <a:pt x="584876" y="3575577"/>
                </a:moveTo>
                <a:cubicBezTo>
                  <a:pt x="589591" y="3563289"/>
                  <a:pt x="586215" y="3561372"/>
                  <a:pt x="567935" y="3565960"/>
                </a:cubicBezTo>
                <a:cubicBezTo>
                  <a:pt x="526678" y="3576315"/>
                  <a:pt x="514065" y="3545711"/>
                  <a:pt x="547967" y="3517515"/>
                </a:cubicBezTo>
                <a:cubicBezTo>
                  <a:pt x="568423" y="3500502"/>
                  <a:pt x="570285" y="3496969"/>
                  <a:pt x="554689" y="3504764"/>
                </a:cubicBezTo>
                <a:cubicBezTo>
                  <a:pt x="537118" y="3513546"/>
                  <a:pt x="532045" y="3512754"/>
                  <a:pt x="527340" y="3500493"/>
                </a:cubicBezTo>
                <a:cubicBezTo>
                  <a:pt x="520839" y="3483551"/>
                  <a:pt x="548564" y="3448050"/>
                  <a:pt x="568296" y="3448050"/>
                </a:cubicBezTo>
                <a:cubicBezTo>
                  <a:pt x="575387" y="3448050"/>
                  <a:pt x="599369" y="3434695"/>
                  <a:pt x="621588" y="3418374"/>
                </a:cubicBezTo>
                <a:cubicBezTo>
                  <a:pt x="646487" y="3400084"/>
                  <a:pt x="653764" y="3391194"/>
                  <a:pt x="640556" y="3395203"/>
                </a:cubicBezTo>
                <a:cubicBezTo>
                  <a:pt x="576203" y="3414737"/>
                  <a:pt x="636815" y="3362541"/>
                  <a:pt x="962025" y="3118368"/>
                </a:cubicBezTo>
                <a:cubicBezTo>
                  <a:pt x="1327708" y="2843808"/>
                  <a:pt x="1681804" y="2618165"/>
                  <a:pt x="1700221" y="2647964"/>
                </a:cubicBezTo>
                <a:cubicBezTo>
                  <a:pt x="1712761" y="2668254"/>
                  <a:pt x="1566892" y="2826122"/>
                  <a:pt x="1400175" y="2972691"/>
                </a:cubicBezTo>
                <a:cubicBezTo>
                  <a:pt x="1360884" y="3007234"/>
                  <a:pt x="1292867" y="3067241"/>
                  <a:pt x="1249025" y="3106041"/>
                </a:cubicBezTo>
                <a:cubicBezTo>
                  <a:pt x="1048251" y="3283729"/>
                  <a:pt x="784974" y="3495617"/>
                  <a:pt x="769500" y="3491967"/>
                </a:cubicBezTo>
                <a:cubicBezTo>
                  <a:pt x="760203" y="3489774"/>
                  <a:pt x="723643" y="3510224"/>
                  <a:pt x="684483" y="3539522"/>
                </a:cubicBezTo>
                <a:cubicBezTo>
                  <a:pt x="615887" y="3590842"/>
                  <a:pt x="573071" y="3606340"/>
                  <a:pt x="584876" y="3575577"/>
                </a:cubicBezTo>
                <a:close/>
                <a:moveTo>
                  <a:pt x="3662362" y="3475047"/>
                </a:moveTo>
                <a:cubicBezTo>
                  <a:pt x="3186333" y="3051383"/>
                  <a:pt x="2812095" y="2647950"/>
                  <a:pt x="2895119" y="2647950"/>
                </a:cubicBezTo>
                <a:cubicBezTo>
                  <a:pt x="2923834" y="2647950"/>
                  <a:pt x="3259930" y="2895012"/>
                  <a:pt x="3466659" y="3068086"/>
                </a:cubicBezTo>
                <a:cubicBezTo>
                  <a:pt x="3521908" y="3114340"/>
                  <a:pt x="3586400" y="3167763"/>
                  <a:pt x="3609975" y="3186804"/>
                </a:cubicBezTo>
                <a:cubicBezTo>
                  <a:pt x="3773390" y="3318793"/>
                  <a:pt x="3885609" y="3440094"/>
                  <a:pt x="3866075" y="3463632"/>
                </a:cubicBezTo>
                <a:cubicBezTo>
                  <a:pt x="3860255" y="3470644"/>
                  <a:pt x="3858019" y="3482963"/>
                  <a:pt x="3861105" y="3491007"/>
                </a:cubicBezTo>
                <a:cubicBezTo>
                  <a:pt x="3872981" y="3521954"/>
                  <a:pt x="3816660" y="3555675"/>
                  <a:pt x="3792855" y="3531870"/>
                </a:cubicBezTo>
                <a:cubicBezTo>
                  <a:pt x="3783965" y="3522980"/>
                  <a:pt x="3778885" y="3522980"/>
                  <a:pt x="3769995" y="3531870"/>
                </a:cubicBezTo>
                <a:cubicBezTo>
                  <a:pt x="3751163" y="3550701"/>
                  <a:pt x="3741831" y="3545774"/>
                  <a:pt x="3662362" y="3475047"/>
                </a:cubicBezTo>
                <a:close/>
                <a:moveTo>
                  <a:pt x="2871117" y="3515061"/>
                </a:moveTo>
                <a:cubicBezTo>
                  <a:pt x="2833841" y="3499974"/>
                  <a:pt x="2797258" y="3422748"/>
                  <a:pt x="2723622" y="3203703"/>
                </a:cubicBezTo>
                <a:cubicBezTo>
                  <a:pt x="2668025" y="3038319"/>
                  <a:pt x="2650700" y="2965239"/>
                  <a:pt x="2663947" y="2951992"/>
                </a:cubicBezTo>
                <a:cubicBezTo>
                  <a:pt x="2697656" y="2918283"/>
                  <a:pt x="2952727" y="3374369"/>
                  <a:pt x="2952745" y="3468385"/>
                </a:cubicBezTo>
                <a:cubicBezTo>
                  <a:pt x="2952752" y="3507469"/>
                  <a:pt x="2911144" y="3531261"/>
                  <a:pt x="2871117" y="3515061"/>
                </a:cubicBezTo>
                <a:close/>
                <a:moveTo>
                  <a:pt x="1566819" y="3492058"/>
                </a:moveTo>
                <a:cubicBezTo>
                  <a:pt x="1556646" y="3484620"/>
                  <a:pt x="1551866" y="3473159"/>
                  <a:pt x="1555254" y="3464330"/>
                </a:cubicBezTo>
                <a:cubicBezTo>
                  <a:pt x="1558431" y="3456053"/>
                  <a:pt x="1556066" y="3447626"/>
                  <a:pt x="1549999" y="3445604"/>
                </a:cubicBezTo>
                <a:cubicBezTo>
                  <a:pt x="1537371" y="3441394"/>
                  <a:pt x="1589580" y="3328934"/>
                  <a:pt x="1650147" y="3229879"/>
                </a:cubicBezTo>
                <a:cubicBezTo>
                  <a:pt x="1724778" y="3107826"/>
                  <a:pt x="1868203" y="2931828"/>
                  <a:pt x="1881886" y="2945511"/>
                </a:cubicBezTo>
                <a:cubicBezTo>
                  <a:pt x="1889480" y="2953105"/>
                  <a:pt x="1850604" y="3088852"/>
                  <a:pt x="1822884" y="3151533"/>
                </a:cubicBezTo>
                <a:cubicBezTo>
                  <a:pt x="1810421" y="3179713"/>
                  <a:pt x="1800225" y="3207821"/>
                  <a:pt x="1800225" y="3213995"/>
                </a:cubicBezTo>
                <a:cubicBezTo>
                  <a:pt x="1800225" y="3245688"/>
                  <a:pt x="1676634" y="3469049"/>
                  <a:pt x="1646410" y="3491979"/>
                </a:cubicBezTo>
                <a:cubicBezTo>
                  <a:pt x="1627324" y="3506458"/>
                  <a:pt x="1586567" y="3506499"/>
                  <a:pt x="1566819" y="3492058"/>
                </a:cubicBezTo>
                <a:close/>
                <a:moveTo>
                  <a:pt x="844723" y="2751310"/>
                </a:moveTo>
                <a:cubicBezTo>
                  <a:pt x="813822" y="2717572"/>
                  <a:pt x="842721" y="2649079"/>
                  <a:pt x="888206" y="2648252"/>
                </a:cubicBezTo>
                <a:cubicBezTo>
                  <a:pt x="897374" y="2648086"/>
                  <a:pt x="904875" y="2644384"/>
                  <a:pt x="904875" y="2640025"/>
                </a:cubicBezTo>
                <a:cubicBezTo>
                  <a:pt x="904875" y="2610407"/>
                  <a:pt x="1387762" y="2461817"/>
                  <a:pt x="1419755" y="2481590"/>
                </a:cubicBezTo>
                <a:cubicBezTo>
                  <a:pt x="1456899" y="2504546"/>
                  <a:pt x="949031" y="2775007"/>
                  <a:pt x="876341" y="2770981"/>
                </a:cubicBezTo>
                <a:cubicBezTo>
                  <a:pt x="868460" y="2770544"/>
                  <a:pt x="854232" y="2761692"/>
                  <a:pt x="844723" y="2751310"/>
                </a:cubicBezTo>
                <a:close/>
                <a:moveTo>
                  <a:pt x="3598249" y="2751954"/>
                </a:moveTo>
                <a:cubicBezTo>
                  <a:pt x="3500912" y="2728997"/>
                  <a:pt x="3152775" y="2526771"/>
                  <a:pt x="3152775" y="2493188"/>
                </a:cubicBezTo>
                <a:cubicBezTo>
                  <a:pt x="3152775" y="2473151"/>
                  <a:pt x="3356600" y="2528102"/>
                  <a:pt x="3536405" y="2596614"/>
                </a:cubicBezTo>
                <a:cubicBezTo>
                  <a:pt x="3660838" y="2644027"/>
                  <a:pt x="3714644" y="2704957"/>
                  <a:pt x="3668756" y="2746486"/>
                </a:cubicBezTo>
                <a:cubicBezTo>
                  <a:pt x="3649543" y="2763873"/>
                  <a:pt x="3648972" y="2763917"/>
                  <a:pt x="3598249" y="2751954"/>
                </a:cubicBezTo>
                <a:close/>
                <a:moveTo>
                  <a:pt x="4062412" y="2256603"/>
                </a:moveTo>
                <a:cubicBezTo>
                  <a:pt x="3664542" y="2242445"/>
                  <a:pt x="3374229" y="2215106"/>
                  <a:pt x="3188493" y="2174307"/>
                </a:cubicBezTo>
                <a:cubicBezTo>
                  <a:pt x="3031025" y="2139716"/>
                  <a:pt x="3114809" y="2116799"/>
                  <a:pt x="3494736" y="2090539"/>
                </a:cubicBezTo>
                <a:cubicBezTo>
                  <a:pt x="3775011" y="2071167"/>
                  <a:pt x="4370421" y="2070844"/>
                  <a:pt x="4377795" y="2090060"/>
                </a:cubicBezTo>
                <a:cubicBezTo>
                  <a:pt x="4381199" y="2098931"/>
                  <a:pt x="4405146" y="2106004"/>
                  <a:pt x="4446553" y="2110370"/>
                </a:cubicBezTo>
                <a:cubicBezTo>
                  <a:pt x="4535991" y="2119800"/>
                  <a:pt x="4563477" y="2130788"/>
                  <a:pt x="4540268" y="2147834"/>
                </a:cubicBezTo>
                <a:cubicBezTo>
                  <a:pt x="4523771" y="2159950"/>
                  <a:pt x="4524030" y="2160817"/>
                  <a:pt x="4545030" y="2163792"/>
                </a:cubicBezTo>
                <a:cubicBezTo>
                  <a:pt x="4581601" y="2168972"/>
                  <a:pt x="4574607" y="2204326"/>
                  <a:pt x="4536281" y="2208022"/>
                </a:cubicBezTo>
                <a:cubicBezTo>
                  <a:pt x="4505901" y="2210951"/>
                  <a:pt x="4491577" y="2228850"/>
                  <a:pt x="4519612" y="2228850"/>
                </a:cubicBezTo>
                <a:cubicBezTo>
                  <a:pt x="4541461" y="2228850"/>
                  <a:pt x="4536604" y="2247393"/>
                  <a:pt x="4512468" y="2256123"/>
                </a:cubicBezTo>
                <a:cubicBezTo>
                  <a:pt x="4485303" y="2265950"/>
                  <a:pt x="4329741" y="2266115"/>
                  <a:pt x="4062412" y="2256603"/>
                </a:cubicBezTo>
                <a:close/>
                <a:moveTo>
                  <a:pt x="138112" y="2248610"/>
                </a:moveTo>
                <a:cubicBezTo>
                  <a:pt x="48089" y="2242863"/>
                  <a:pt x="24127" y="2235128"/>
                  <a:pt x="32086" y="2214387"/>
                </a:cubicBezTo>
                <a:cubicBezTo>
                  <a:pt x="34732" y="2207492"/>
                  <a:pt x="30738" y="2199488"/>
                  <a:pt x="23211" y="2196599"/>
                </a:cubicBezTo>
                <a:cubicBezTo>
                  <a:pt x="179" y="2187761"/>
                  <a:pt x="5889" y="2143125"/>
                  <a:pt x="30051" y="2143125"/>
                </a:cubicBezTo>
                <a:cubicBezTo>
                  <a:pt x="49339" y="2143125"/>
                  <a:pt x="49626" y="2142073"/>
                  <a:pt x="34800" y="2125691"/>
                </a:cubicBezTo>
                <a:cubicBezTo>
                  <a:pt x="10505" y="2098845"/>
                  <a:pt x="48917" y="2081745"/>
                  <a:pt x="113548" y="2090634"/>
                </a:cubicBezTo>
                <a:cubicBezTo>
                  <a:pt x="152199" y="2095950"/>
                  <a:pt x="161980" y="2094660"/>
                  <a:pt x="159856" y="2084530"/>
                </a:cubicBezTo>
                <a:cubicBezTo>
                  <a:pt x="156165" y="2066934"/>
                  <a:pt x="977873" y="2067179"/>
                  <a:pt x="1185862" y="2084836"/>
                </a:cubicBezTo>
                <a:cubicBezTo>
                  <a:pt x="1395472" y="2102630"/>
                  <a:pt x="1480130" y="2117572"/>
                  <a:pt x="1474085" y="2135705"/>
                </a:cubicBezTo>
                <a:cubicBezTo>
                  <a:pt x="1470206" y="2147342"/>
                  <a:pt x="1359907" y="2177713"/>
                  <a:pt x="1290637" y="2186219"/>
                </a:cubicBezTo>
                <a:cubicBezTo>
                  <a:pt x="1264443" y="2189435"/>
                  <a:pt x="1214878" y="2195928"/>
                  <a:pt x="1180493" y="2200647"/>
                </a:cubicBezTo>
                <a:cubicBezTo>
                  <a:pt x="1029914" y="2221313"/>
                  <a:pt x="415738" y="2259181"/>
                  <a:pt x="286734" y="2255753"/>
                </a:cubicBezTo>
                <a:cubicBezTo>
                  <a:pt x="252141" y="2254834"/>
                  <a:pt x="185261" y="2251619"/>
                  <a:pt x="138112" y="2248610"/>
                </a:cubicBezTo>
                <a:close/>
                <a:moveTo>
                  <a:pt x="3181350" y="1792938"/>
                </a:moveTo>
                <a:cubicBezTo>
                  <a:pt x="3181350" y="1762773"/>
                  <a:pt x="3649023" y="1519163"/>
                  <a:pt x="3683996" y="1531110"/>
                </a:cubicBezTo>
                <a:cubicBezTo>
                  <a:pt x="3690655" y="1533386"/>
                  <a:pt x="3709580" y="1530549"/>
                  <a:pt x="3726050" y="1524808"/>
                </a:cubicBezTo>
                <a:cubicBezTo>
                  <a:pt x="3750602" y="1516249"/>
                  <a:pt x="3759103" y="1517182"/>
                  <a:pt x="3773252" y="1529986"/>
                </a:cubicBezTo>
                <a:cubicBezTo>
                  <a:pt x="3800639" y="1554771"/>
                  <a:pt x="3787659" y="1619250"/>
                  <a:pt x="3755283" y="1619250"/>
                </a:cubicBezTo>
                <a:cubicBezTo>
                  <a:pt x="3746762" y="1619250"/>
                  <a:pt x="3730941" y="1627428"/>
                  <a:pt x="3720126" y="1637424"/>
                </a:cubicBezTo>
                <a:cubicBezTo>
                  <a:pt x="3659047" y="1693875"/>
                  <a:pt x="3181350" y="1831759"/>
                  <a:pt x="3181350" y="1792938"/>
                </a:cubicBezTo>
                <a:close/>
                <a:moveTo>
                  <a:pt x="1285875" y="1770432"/>
                </a:moveTo>
                <a:cubicBezTo>
                  <a:pt x="1246584" y="1760056"/>
                  <a:pt x="1192244" y="1747502"/>
                  <a:pt x="1165120" y="1742534"/>
                </a:cubicBezTo>
                <a:cubicBezTo>
                  <a:pt x="1093973" y="1729503"/>
                  <a:pt x="908543" y="1664793"/>
                  <a:pt x="849975" y="1632557"/>
                </a:cubicBezTo>
                <a:cubicBezTo>
                  <a:pt x="789304" y="1599164"/>
                  <a:pt x="758773" y="1524000"/>
                  <a:pt x="805881" y="1524000"/>
                </a:cubicBezTo>
                <a:cubicBezTo>
                  <a:pt x="813179" y="1524000"/>
                  <a:pt x="819150" y="1519713"/>
                  <a:pt x="819150" y="1514475"/>
                </a:cubicBezTo>
                <a:cubicBezTo>
                  <a:pt x="819150" y="1500218"/>
                  <a:pt x="859382" y="1503566"/>
                  <a:pt x="880562" y="1519585"/>
                </a:cubicBezTo>
                <a:cubicBezTo>
                  <a:pt x="890765" y="1527301"/>
                  <a:pt x="906415" y="1531296"/>
                  <a:pt x="915340" y="1528463"/>
                </a:cubicBezTo>
                <a:cubicBezTo>
                  <a:pt x="956514" y="1515395"/>
                  <a:pt x="1428750" y="1747856"/>
                  <a:pt x="1428750" y="1781192"/>
                </a:cubicBezTo>
                <a:cubicBezTo>
                  <a:pt x="1428750" y="1796005"/>
                  <a:pt x="1364345" y="1791154"/>
                  <a:pt x="1285875" y="1770432"/>
                </a:cubicBezTo>
                <a:close/>
                <a:moveTo>
                  <a:pt x="2886075" y="1599289"/>
                </a:moveTo>
                <a:cubicBezTo>
                  <a:pt x="2886075" y="1567828"/>
                  <a:pt x="3067880" y="1352379"/>
                  <a:pt x="3258975" y="1157382"/>
                </a:cubicBezTo>
                <a:cubicBezTo>
                  <a:pt x="3718894" y="688071"/>
                  <a:pt x="3846760" y="577316"/>
                  <a:pt x="3880179" y="619311"/>
                </a:cubicBezTo>
                <a:cubicBezTo>
                  <a:pt x="3886351" y="627066"/>
                  <a:pt x="3899875" y="638305"/>
                  <a:pt x="3910231" y="644285"/>
                </a:cubicBezTo>
                <a:cubicBezTo>
                  <a:pt x="3921235" y="650638"/>
                  <a:pt x="3928119" y="663506"/>
                  <a:pt x="3926793" y="675241"/>
                </a:cubicBezTo>
                <a:cubicBezTo>
                  <a:pt x="3925545" y="686287"/>
                  <a:pt x="3928760" y="695325"/>
                  <a:pt x="3933937" y="695325"/>
                </a:cubicBezTo>
                <a:cubicBezTo>
                  <a:pt x="3975579" y="695325"/>
                  <a:pt x="3884915" y="807950"/>
                  <a:pt x="3748087" y="926195"/>
                </a:cubicBezTo>
                <a:cubicBezTo>
                  <a:pt x="3711416" y="957886"/>
                  <a:pt x="3621405" y="1038616"/>
                  <a:pt x="3548062" y="1105594"/>
                </a:cubicBezTo>
                <a:cubicBezTo>
                  <a:pt x="3474720" y="1172573"/>
                  <a:pt x="3396914" y="1241607"/>
                  <a:pt x="3375161" y="1259005"/>
                </a:cubicBezTo>
                <a:cubicBezTo>
                  <a:pt x="3353408" y="1276403"/>
                  <a:pt x="3281387" y="1335358"/>
                  <a:pt x="3215114" y="1390017"/>
                </a:cubicBezTo>
                <a:cubicBezTo>
                  <a:pt x="3095670" y="1488530"/>
                  <a:pt x="2920891" y="1609590"/>
                  <a:pt x="2897981" y="1609678"/>
                </a:cubicBezTo>
                <a:cubicBezTo>
                  <a:pt x="2891432" y="1609704"/>
                  <a:pt x="2886075" y="1605028"/>
                  <a:pt x="2886075" y="1599289"/>
                </a:cubicBezTo>
                <a:close/>
                <a:moveTo>
                  <a:pt x="1589724" y="1546248"/>
                </a:moveTo>
                <a:cubicBezTo>
                  <a:pt x="1501275" y="1492952"/>
                  <a:pt x="1401664" y="1418715"/>
                  <a:pt x="1275501" y="1312068"/>
                </a:cubicBezTo>
                <a:cubicBezTo>
                  <a:pt x="1239867" y="1281945"/>
                  <a:pt x="1206713" y="1257300"/>
                  <a:pt x="1201827" y="1257300"/>
                </a:cubicBezTo>
                <a:cubicBezTo>
                  <a:pt x="1196941" y="1257300"/>
                  <a:pt x="1162851" y="1229439"/>
                  <a:pt x="1126072" y="1195387"/>
                </a:cubicBezTo>
                <a:cubicBezTo>
                  <a:pt x="1089293" y="1161335"/>
                  <a:pt x="1055553" y="1133420"/>
                  <a:pt x="1051094" y="1133354"/>
                </a:cubicBezTo>
                <a:cubicBezTo>
                  <a:pt x="1022418" y="1132928"/>
                  <a:pt x="713000" y="852864"/>
                  <a:pt x="720271" y="833916"/>
                </a:cubicBezTo>
                <a:cubicBezTo>
                  <a:pt x="723087" y="826578"/>
                  <a:pt x="709960" y="809492"/>
                  <a:pt x="689550" y="793932"/>
                </a:cubicBezTo>
                <a:cubicBezTo>
                  <a:pt x="669949" y="778989"/>
                  <a:pt x="641877" y="750153"/>
                  <a:pt x="627167" y="729853"/>
                </a:cubicBezTo>
                <a:cubicBezTo>
                  <a:pt x="599442" y="691594"/>
                  <a:pt x="599311" y="665882"/>
                  <a:pt x="626952" y="687718"/>
                </a:cubicBezTo>
                <a:cubicBezTo>
                  <a:pt x="639972" y="698005"/>
                  <a:pt x="639671" y="695492"/>
                  <a:pt x="625163" y="672793"/>
                </a:cubicBezTo>
                <a:cubicBezTo>
                  <a:pt x="602398" y="637174"/>
                  <a:pt x="624249" y="605846"/>
                  <a:pt x="657412" y="626556"/>
                </a:cubicBezTo>
                <a:cubicBezTo>
                  <a:pt x="671853" y="635575"/>
                  <a:pt x="675770" y="635665"/>
                  <a:pt x="673927" y="626936"/>
                </a:cubicBezTo>
                <a:cubicBezTo>
                  <a:pt x="672599" y="620643"/>
                  <a:pt x="678449" y="613962"/>
                  <a:pt x="686928" y="612089"/>
                </a:cubicBezTo>
                <a:cubicBezTo>
                  <a:pt x="702496" y="608652"/>
                  <a:pt x="781049" y="676538"/>
                  <a:pt x="781050" y="693430"/>
                </a:cubicBezTo>
                <a:cubicBezTo>
                  <a:pt x="781050" y="698449"/>
                  <a:pt x="801409" y="718807"/>
                  <a:pt x="826293" y="738672"/>
                </a:cubicBezTo>
                <a:lnTo>
                  <a:pt x="871537" y="774788"/>
                </a:lnTo>
                <a:lnTo>
                  <a:pt x="834056" y="735231"/>
                </a:lnTo>
                <a:cubicBezTo>
                  <a:pt x="792624" y="691504"/>
                  <a:pt x="793440" y="671693"/>
                  <a:pt x="835317" y="704614"/>
                </a:cubicBezTo>
                <a:cubicBezTo>
                  <a:pt x="970217" y="810664"/>
                  <a:pt x="1460230" y="1282989"/>
                  <a:pt x="1583303" y="1425600"/>
                </a:cubicBezTo>
                <a:cubicBezTo>
                  <a:pt x="1742475" y="1610041"/>
                  <a:pt x="1744029" y="1639225"/>
                  <a:pt x="1589724" y="1546248"/>
                </a:cubicBezTo>
                <a:close/>
                <a:moveTo>
                  <a:pt x="2287903" y="1416755"/>
                </a:moveTo>
                <a:cubicBezTo>
                  <a:pt x="2267436" y="1392094"/>
                  <a:pt x="2232790" y="1150389"/>
                  <a:pt x="2224770" y="976312"/>
                </a:cubicBezTo>
                <a:cubicBezTo>
                  <a:pt x="2201736" y="476366"/>
                  <a:pt x="2198756" y="329105"/>
                  <a:pt x="2208870" y="190506"/>
                </a:cubicBezTo>
                <a:cubicBezTo>
                  <a:pt x="2219264" y="48065"/>
                  <a:pt x="2226894" y="19049"/>
                  <a:pt x="2253958" y="19050"/>
                </a:cubicBezTo>
                <a:cubicBezTo>
                  <a:pt x="2261245" y="19050"/>
                  <a:pt x="2275155" y="14087"/>
                  <a:pt x="2284867" y="8021"/>
                </a:cubicBezTo>
                <a:cubicBezTo>
                  <a:pt x="2307011" y="-5807"/>
                  <a:pt x="2333935" y="3891"/>
                  <a:pt x="2340230" y="27963"/>
                </a:cubicBezTo>
                <a:cubicBezTo>
                  <a:pt x="2342928" y="38282"/>
                  <a:pt x="2350547" y="44188"/>
                  <a:pt x="2357645" y="41464"/>
                </a:cubicBezTo>
                <a:cubicBezTo>
                  <a:pt x="2378012" y="33648"/>
                  <a:pt x="2393557" y="74787"/>
                  <a:pt x="2387350" y="120075"/>
                </a:cubicBezTo>
                <a:cubicBezTo>
                  <a:pt x="2383801" y="145969"/>
                  <a:pt x="2385681" y="163539"/>
                  <a:pt x="2392449" y="167722"/>
                </a:cubicBezTo>
                <a:cubicBezTo>
                  <a:pt x="2400171" y="172494"/>
                  <a:pt x="2401417" y="230571"/>
                  <a:pt x="2396904" y="375305"/>
                </a:cubicBezTo>
                <a:cubicBezTo>
                  <a:pt x="2381778" y="860373"/>
                  <a:pt x="2371246" y="1140286"/>
                  <a:pt x="2367123" y="1166812"/>
                </a:cubicBezTo>
                <a:cubicBezTo>
                  <a:pt x="2326576" y="1427663"/>
                  <a:pt x="2318390" y="1453490"/>
                  <a:pt x="2287903" y="1416755"/>
                </a:cubicBezTo>
                <a:close/>
                <a:moveTo>
                  <a:pt x="2729148" y="1231106"/>
                </a:moveTo>
                <a:cubicBezTo>
                  <a:pt x="2732652" y="1200983"/>
                  <a:pt x="2750105" y="1132047"/>
                  <a:pt x="2767934" y="1077916"/>
                </a:cubicBezTo>
                <a:cubicBezTo>
                  <a:pt x="2785762" y="1023784"/>
                  <a:pt x="2800350" y="973623"/>
                  <a:pt x="2800350" y="966448"/>
                </a:cubicBezTo>
                <a:cubicBezTo>
                  <a:pt x="2800350" y="932548"/>
                  <a:pt x="2922064" y="658986"/>
                  <a:pt x="2944863" y="641643"/>
                </a:cubicBezTo>
                <a:cubicBezTo>
                  <a:pt x="2967624" y="624329"/>
                  <a:pt x="3019245" y="626556"/>
                  <a:pt x="3026108" y="645149"/>
                </a:cubicBezTo>
                <a:cubicBezTo>
                  <a:pt x="3029526" y="654410"/>
                  <a:pt x="3036796" y="664968"/>
                  <a:pt x="3042263" y="668610"/>
                </a:cubicBezTo>
                <a:cubicBezTo>
                  <a:pt x="3049076" y="673151"/>
                  <a:pt x="3048546" y="685346"/>
                  <a:pt x="3040576" y="707387"/>
                </a:cubicBezTo>
                <a:cubicBezTo>
                  <a:pt x="3034181" y="725071"/>
                  <a:pt x="3028950" y="744566"/>
                  <a:pt x="3028950" y="750710"/>
                </a:cubicBezTo>
                <a:cubicBezTo>
                  <a:pt x="3028950" y="789300"/>
                  <a:pt x="2848737" y="1136939"/>
                  <a:pt x="2777447" y="1235868"/>
                </a:cubicBezTo>
                <a:cubicBezTo>
                  <a:pt x="2730778" y="1300633"/>
                  <a:pt x="2721172" y="1299686"/>
                  <a:pt x="2729148" y="1231106"/>
                </a:cubicBezTo>
                <a:close/>
                <a:moveTo>
                  <a:pt x="1879617" y="1227708"/>
                </a:moveTo>
                <a:cubicBezTo>
                  <a:pt x="1809536" y="1134392"/>
                  <a:pt x="1652546" y="826000"/>
                  <a:pt x="1633099" y="743448"/>
                </a:cubicBezTo>
                <a:cubicBezTo>
                  <a:pt x="1621568" y="694499"/>
                  <a:pt x="1622043" y="690325"/>
                  <a:pt x="1641493" y="669793"/>
                </a:cubicBezTo>
                <a:cubicBezTo>
                  <a:pt x="1662282" y="647849"/>
                  <a:pt x="1686241" y="641666"/>
                  <a:pt x="1699418" y="654843"/>
                </a:cubicBezTo>
                <a:cubicBezTo>
                  <a:pt x="1703347" y="658772"/>
                  <a:pt x="1711398" y="661987"/>
                  <a:pt x="1717309" y="661987"/>
                </a:cubicBezTo>
                <a:cubicBezTo>
                  <a:pt x="1723220" y="661987"/>
                  <a:pt x="1734271" y="674846"/>
                  <a:pt x="1741867" y="690562"/>
                </a:cubicBezTo>
                <a:cubicBezTo>
                  <a:pt x="1749462" y="706278"/>
                  <a:pt x="1759404" y="725566"/>
                  <a:pt x="1763960" y="733425"/>
                </a:cubicBezTo>
                <a:cubicBezTo>
                  <a:pt x="1848793" y="879756"/>
                  <a:pt x="1966328" y="1276350"/>
                  <a:pt x="1924861" y="1276350"/>
                </a:cubicBezTo>
                <a:cubicBezTo>
                  <a:pt x="1920068" y="1276350"/>
                  <a:pt x="1899708" y="1254461"/>
                  <a:pt x="1879617" y="1227708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12" name="gold seal" descr="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6057900" y="9320212"/>
            <a:ext cx="3886200" cy="3838575"/>
          </a:xfrm>
          <a:prstGeom prst="rect">
            <a:avLst/>
          </a:prstGeom>
        </p:spPr>
      </p:pic>
      <p:sp>
        <p:nvSpPr>
          <p:cNvPr id="13" name="TEXT: 3/3"/>
          <p:cNvSpPr/>
          <p:nvPr/>
        </p:nvSpPr>
        <p:spPr>
          <a:xfrm rot="21120000">
            <a:off x="7086600" y="10615612"/>
            <a:ext cx="1828800" cy="1247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0" sz="6750">
                <a:solidFill>
                  <a:srgbClr val="7A1732"/>
                </a:solidFill>
                <a:latin typeface="Bodoni FLF"/>
              </a:rPr>
              <a:t>3/3</a:t>
            </a:r>
          </a:p>
        </p:txBody>
      </p:sp>
      <p:sp>
        <p:nvSpPr>
          <p:cNvPr id="14" name="LETTERING: mine passes"/>
          <p:cNvSpPr txBox="1"/>
          <p:nvPr/>
        </p:nvSpPr>
        <p:spPr>
          <a:xfrm rot="120000">
            <a:off x="1133475" y="952500"/>
            <a:ext cx="8020050" cy="1714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0" i="0">
                <a:solidFill>
                  <a:srgbClr val="181716"/>
                </a:solidFill>
                <a:latin typeface="DM Serif Display"/>
              </a:rPr>
              <a:t>mine </a:t>
            </a:r>
            <a:r>
              <a:rPr sz="11250" i="1">
                <a:solidFill>
                  <a:srgbClr val="181716"/>
                </a:solidFill>
                <a:latin typeface="DM Serif Display"/>
              </a:rPr>
              <a:t>passes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laptop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5014912"/>
            <a:ext cx="9601200" cy="7115175"/>
          </a:xfrm>
          <a:prstGeom prst="rect">
            <a:avLst/>
          </a:prstGeom>
        </p:spPr>
      </p:pic>
      <p:sp>
        <p:nvSpPr>
          <p:cNvPr id="4" name="PHOTO: Your product (laptop screen)"/>
          <p:cNvSpPr/>
          <p:nvPr/>
        </p:nvSpPr>
        <p:spPr>
          <a:xfrm rot="0">
            <a:off x="1133475" y="5824537"/>
            <a:ext cx="5486400" cy="3638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1047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181716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2099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mine checks all 3]"/>
          <p:cNvSpPr/>
          <p:nvPr/>
        </p:nvSpPr>
        <p:spPr>
          <a:xfrm rot="120000">
            <a:off x="2300288" y="12268200"/>
            <a:ext cx="5686425" cy="80010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FFFFFF"/>
                </a:solidFill>
                <a:latin typeface="Montserrat"/>
              </a:rPr>
              <a:t>[mine checks all 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