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gift being wrapped.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screenshot of your shop for the phone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your product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Three people to gift it to: a photo and a name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Edit the line (gift wrap, a note, whatever you offer).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The same three photos.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gift being wrapped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twine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-190500"/>
            <a:ext cx="190500" cy="4286250"/>
          </a:xfrm>
          <a:prstGeom prst="rect">
            <a:avLst/>
          </a:prstGeom>
        </p:spPr>
      </p:pic>
      <p:pic>
        <p:nvPicPr>
          <p:cNvPr id="5" name="gift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5753100" y="3109912"/>
            <a:ext cx="4686300" cy="4448175"/>
          </a:xfrm>
          <a:prstGeom prst="rect">
            <a:avLst/>
          </a:prstGeom>
        </p:spPr>
      </p:pic>
      <p:sp>
        <p:nvSpPr>
          <p:cNvPr id="6" name="TEXT: stuck on a"/>
          <p:cNvSpPr/>
          <p:nvPr/>
        </p:nvSpPr>
        <p:spPr>
          <a:xfrm rot="180000">
            <a:off x="838200" y="1881188"/>
            <a:ext cx="40386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stuck on a</a:t>
            </a:r>
          </a:p>
        </p:txBody>
      </p:sp>
      <p:pic>
        <p:nvPicPr>
          <p:cNvPr id="7" name="gift?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-28575" y="2686050"/>
            <a:ext cx="5581650" cy="3009900"/>
          </a:xfrm>
          <a:prstGeom prst="rect">
            <a:avLst/>
          </a:prstGeom>
        </p:spPr>
      </p:pic>
      <p:sp>
        <p:nvSpPr>
          <p:cNvPr id="8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the usual gift" descr="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895350" y="3505200"/>
            <a:ext cx="3924300" cy="5181600"/>
          </a:xfrm>
          <a:prstGeom prst="rect">
            <a:avLst/>
          </a:prstGeom>
        </p:spPr>
      </p:pic>
      <p:pic>
        <p:nvPicPr>
          <p:cNvPr id="4" name="cross" descr="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1428750" y="4652962"/>
            <a:ext cx="2857500" cy="2886075"/>
          </a:xfrm>
          <a:prstGeom prst="rect">
            <a:avLst/>
          </a:prstGeom>
        </p:spPr>
      </p:pic>
      <p:pic>
        <p:nvPicPr>
          <p:cNvPr id="5" name="the usual gift" descr="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5372100" y="5795962"/>
            <a:ext cx="4305300" cy="4029075"/>
          </a:xfrm>
          <a:prstGeom prst="rect">
            <a:avLst/>
          </a:prstGeom>
        </p:spPr>
      </p:pic>
      <p:pic>
        <p:nvPicPr>
          <p:cNvPr id="6" name="cross" descr="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00000">
            <a:off x="6096000" y="6419850"/>
            <a:ext cx="2857500" cy="2781300"/>
          </a:xfrm>
          <a:prstGeom prst="rect">
            <a:avLst/>
          </a:prstGeom>
        </p:spPr>
      </p:pic>
      <p:pic>
        <p:nvPicPr>
          <p:cNvPr id="7" name="the usual gift" descr="0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990600" y="8172450"/>
            <a:ext cx="5257800" cy="4229100"/>
          </a:xfrm>
          <a:prstGeom prst="rect">
            <a:avLst/>
          </a:prstGeom>
        </p:spPr>
      </p:pic>
      <p:pic>
        <p:nvPicPr>
          <p:cNvPr id="8" name="cross" descr="01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40000">
            <a:off x="2190750" y="8810625"/>
            <a:ext cx="2857500" cy="2952750"/>
          </a:xfrm>
          <a:prstGeom prst="rect">
            <a:avLst/>
          </a:prstGeom>
        </p:spPr>
      </p:pic>
      <p:sp>
        <p:nvSpPr>
          <p:cNvPr id="9" name="TEXT: [tired of giving the usual?]"/>
          <p:cNvSpPr/>
          <p:nvPr/>
        </p:nvSpPr>
        <p:spPr>
          <a:xfrm rot="120000">
            <a:off x="2543175" y="1095375"/>
            <a:ext cx="6724650" cy="2190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9362" rIns="229362" tIns="98298" bIns="98298"/>
          <a:lstStyle/>
          <a:p>
            <a:pPr algn="r">
              <a:lnSpc>
                <a:spcPts val="7869"/>
              </a:lnSpc>
            </a:pPr>
            <a:r>
              <a:rPr b="1" sz="6450">
                <a:solidFill>
                  <a:srgbClr val="181716"/>
                </a:solidFill>
                <a:latin typeface="Montserrat"/>
              </a:rPr>
              <a:t>[tired of giving</a:t>
            </a:r>
          </a:p>
          <a:p>
            <a:pPr algn="r">
              <a:lnSpc>
                <a:spcPts val="7869"/>
              </a:lnSpc>
            </a:pPr>
            <a:r>
              <a:rPr b="1" sz="6450">
                <a:solidFill>
                  <a:srgbClr val="181716"/>
                </a:solidFill>
                <a:latin typeface="Montserrat"/>
              </a:rPr>
              <a:t>the usual?]</a:t>
            </a:r>
          </a:p>
        </p:txBody>
      </p:sp>
      <p:sp>
        <p:nvSpPr>
          <p:cNvPr id="10" name="TEXT: [try this instead]"/>
          <p:cNvSpPr/>
          <p:nvPr/>
        </p:nvSpPr>
        <p:spPr>
          <a:xfrm rot="120000">
            <a:off x="719138" y="12239625"/>
            <a:ext cx="541972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[try this instead]</a:t>
            </a:r>
          </a:p>
        </p:txBody>
      </p:sp>
      <p:pic>
        <p:nvPicPr>
          <p:cNvPr id="11" name="arrow" descr="0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20000">
            <a:off x="6429375" y="1236821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ne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2533650" y="2409825"/>
            <a:ext cx="5981700" cy="10801350"/>
          </a:xfrm>
          <a:prstGeom prst="rect">
            <a:avLst/>
          </a:prstGeom>
        </p:spPr>
      </p:pic>
      <p:pic>
        <p:nvPicPr>
          <p:cNvPr id="4" name="PHOTO: Your shop (screenshot)" descr="0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457575" y="3295650"/>
            <a:ext cx="4124325" cy="9029700"/>
          </a:xfrm>
          <a:prstGeom prst="rect">
            <a:avLst/>
          </a:prstGeom>
        </p:spPr>
      </p:pic>
      <p:sp>
        <p:nvSpPr>
          <p:cNvPr id="5" name="TEXT: [found it.]"/>
          <p:cNvSpPr/>
          <p:nvPr/>
        </p:nvSpPr>
        <p:spPr>
          <a:xfrm rot="180000">
            <a:off x="476250" y="1800225"/>
            <a:ext cx="4572000" cy="1162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ct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[found it.]</a:t>
            </a:r>
          </a:p>
        </p:txBody>
      </p:sp>
      <p:pic>
        <p:nvPicPr>
          <p:cNvPr id="6" name="arrow" descr="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857250" y="4262438"/>
            <a:ext cx="2095500" cy="1381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round paper" descr="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429000"/>
            <a:ext cx="7620000" cy="7620000"/>
          </a:xfrm>
          <a:prstGeom prst="rect">
            <a:avLst/>
          </a:prstGeom>
        </p:spPr>
      </p:pic>
      <p:pic>
        <p:nvPicPr>
          <p:cNvPr id="4" name="PHOTO: Your product" descr="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4000500"/>
            <a:ext cx="6477000" cy="6477000"/>
          </a:xfrm>
          <a:prstGeom prst="ellipse">
            <a:avLst/>
          </a:prstGeom>
        </p:spPr>
      </p:pic>
      <p:sp>
        <p:nvSpPr>
          <p:cNvPr id="5" name="TEXT: this one works for"/>
          <p:cNvSpPr/>
          <p:nvPr/>
        </p:nvSpPr>
        <p:spPr>
          <a:xfrm rot="120000">
            <a:off x="1728788" y="2357438"/>
            <a:ext cx="682942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this one works for</a:t>
            </a:r>
          </a:p>
        </p:txBody>
      </p:sp>
      <p:pic>
        <p:nvPicPr>
          <p:cNvPr id="6" name="all 3" descr="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2686050" y="10734675"/>
            <a:ext cx="4914900" cy="23431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olaroid" descr="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361950" y="1666875"/>
            <a:ext cx="4610100" cy="7334250"/>
          </a:xfrm>
          <a:prstGeom prst="rect">
            <a:avLst/>
          </a:prstGeom>
        </p:spPr>
      </p:pic>
      <p:pic>
        <p:nvPicPr>
          <p:cNvPr id="4" name="PHOTO: Person [your friend]" descr="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1345955" y="3919880"/>
            <a:ext cx="2876550" cy="3695700"/>
          </a:xfrm>
          <a:prstGeom prst="rect">
            <a:avLst/>
          </a:prstGeom>
        </p:spPr>
      </p:pic>
      <p:sp>
        <p:nvSpPr>
          <p:cNvPr id="5" name="TEXT: [your friend]"/>
          <p:cNvSpPr/>
          <p:nvPr/>
        </p:nvSpPr>
        <p:spPr>
          <a:xfrm rot="180000">
            <a:off x="652462" y="7491412"/>
            <a:ext cx="4029075" cy="828675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[your friend]</a:t>
            </a:r>
          </a:p>
        </p:txBody>
      </p:sp>
      <p:pic>
        <p:nvPicPr>
          <p:cNvPr id="6" name="Polaroid" descr="0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5219700" y="3571875"/>
            <a:ext cx="4610100" cy="7334250"/>
          </a:xfrm>
          <a:prstGeom prst="rect">
            <a:avLst/>
          </a:prstGeom>
        </p:spPr>
      </p:pic>
      <p:pic>
        <p:nvPicPr>
          <p:cNvPr id="7" name="PHOTO: Person [your mum]" descr="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00000">
            <a:off x="6284311" y="5794543"/>
            <a:ext cx="2876550" cy="3695700"/>
          </a:xfrm>
          <a:prstGeom prst="rect">
            <a:avLst/>
          </a:prstGeom>
        </p:spPr>
      </p:pic>
      <p:sp>
        <p:nvSpPr>
          <p:cNvPr id="8" name="TEXT: [your mum]"/>
          <p:cNvSpPr/>
          <p:nvPr/>
        </p:nvSpPr>
        <p:spPr>
          <a:xfrm rot="21480000">
            <a:off x="5610225" y="9396412"/>
            <a:ext cx="3829050" cy="828675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[your mum]</a:t>
            </a:r>
          </a:p>
        </p:txBody>
      </p:sp>
      <p:pic>
        <p:nvPicPr>
          <p:cNvPr id="9" name="Polaroid" descr="0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838200" y="6905625"/>
            <a:ext cx="4610100" cy="7334250"/>
          </a:xfrm>
          <a:prstGeom prst="rect">
            <a:avLst/>
          </a:prstGeom>
        </p:spPr>
      </p:pic>
      <p:pic>
        <p:nvPicPr>
          <p:cNvPr id="10" name="PHOTO: Person [your dad]" descr="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844744" y="9151900"/>
            <a:ext cx="2876550" cy="3695700"/>
          </a:xfrm>
          <a:prstGeom prst="rect">
            <a:avLst/>
          </a:prstGeom>
        </p:spPr>
      </p:pic>
      <p:sp>
        <p:nvSpPr>
          <p:cNvPr id="11" name="TEXT: [your dad]"/>
          <p:cNvSpPr/>
          <p:nvPr/>
        </p:nvSpPr>
        <p:spPr>
          <a:xfrm rot="120000">
            <a:off x="5162550" y="11491912"/>
            <a:ext cx="3390900" cy="828675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[your dad]</a:t>
            </a:r>
          </a:p>
        </p:txBody>
      </p:sp>
      <p:sp>
        <p:nvSpPr>
          <p:cNvPr id="12" name="TEXT: [3 people to gift it to]"/>
          <p:cNvSpPr/>
          <p:nvPr/>
        </p:nvSpPr>
        <p:spPr>
          <a:xfrm rot="21480000">
            <a:off x="4738688" y="1352550"/>
            <a:ext cx="4238625" cy="167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l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[3 people to</a:t>
            </a:r>
          </a:p>
          <a:p>
            <a:pPr algn="l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gift it to]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gift" descr="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1243012" y="3157538"/>
            <a:ext cx="7800975" cy="7400925"/>
          </a:xfrm>
          <a:prstGeom prst="rect">
            <a:avLst/>
          </a:prstGeom>
        </p:spPr>
      </p:pic>
      <p:pic>
        <p:nvPicPr>
          <p:cNvPr id="4" name="sparkle" descr="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7375" y="4643438"/>
            <a:ext cx="1047750" cy="1381125"/>
          </a:xfrm>
          <a:prstGeom prst="rect">
            <a:avLst/>
          </a:prstGeom>
        </p:spPr>
      </p:pic>
      <p:pic>
        <p:nvPicPr>
          <p:cNvPr id="5" name="sparkle" descr="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1875" y="3638550"/>
            <a:ext cx="1428750" cy="1676400"/>
          </a:xfrm>
          <a:prstGeom prst="rect">
            <a:avLst/>
          </a:prstGeom>
        </p:spPr>
      </p:pic>
      <p:sp>
        <p:nvSpPr>
          <p:cNvPr id="6" name="TEXT: [gift wrap available]"/>
          <p:cNvSpPr/>
          <p:nvPr/>
        </p:nvSpPr>
        <p:spPr>
          <a:xfrm rot="120000">
            <a:off x="1371600" y="10929938"/>
            <a:ext cx="75438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[gift wrap available]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tring" descr="0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50" y="6093619"/>
            <a:ext cx="3333750" cy="5238750"/>
          </a:xfrm>
          <a:prstGeom prst="rect">
            <a:avLst/>
          </a:prstGeom>
        </p:spPr>
      </p:pic>
      <p:pic>
        <p:nvPicPr>
          <p:cNvPr id="4" name="Polaroid" descr="0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409575" y="1319212"/>
            <a:ext cx="3562350" cy="5362575"/>
          </a:xfrm>
          <a:prstGeom prst="rect">
            <a:avLst/>
          </a:prstGeom>
        </p:spPr>
      </p:pic>
      <p:pic>
        <p:nvPicPr>
          <p:cNvPr id="5" name="PHOTO: Person 1" descr="0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60000">
            <a:off x="1281152" y="2862972"/>
            <a:ext cx="2085975" cy="2676525"/>
          </a:xfrm>
          <a:prstGeom prst="rect">
            <a:avLst/>
          </a:prstGeom>
        </p:spPr>
      </p:pic>
      <p:pic>
        <p:nvPicPr>
          <p:cNvPr id="6" name="string" descr="0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8250" y="5236369"/>
            <a:ext cx="190500" cy="6096000"/>
          </a:xfrm>
          <a:prstGeom prst="rect">
            <a:avLst/>
          </a:prstGeom>
        </p:spPr>
      </p:pic>
      <p:pic>
        <p:nvPicPr>
          <p:cNvPr id="7" name="Polaroid" descr="0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3362325" y="461962"/>
            <a:ext cx="3562350" cy="5362575"/>
          </a:xfrm>
          <a:prstGeom prst="rect">
            <a:avLst/>
          </a:prstGeom>
        </p:spPr>
      </p:pic>
      <p:pic>
        <p:nvPicPr>
          <p:cNvPr id="8" name="PHOTO: Person 2" descr="0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4212189" y="2018565"/>
            <a:ext cx="2085975" cy="2676525"/>
          </a:xfrm>
          <a:prstGeom prst="rect">
            <a:avLst/>
          </a:prstGeom>
        </p:spPr>
      </p:pic>
      <p:pic>
        <p:nvPicPr>
          <p:cNvPr id="9" name="string" descr="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0" y="6093619"/>
            <a:ext cx="3429000" cy="5238750"/>
          </a:xfrm>
          <a:prstGeom prst="rect">
            <a:avLst/>
          </a:prstGeom>
        </p:spPr>
      </p:pic>
      <p:pic>
        <p:nvPicPr>
          <p:cNvPr id="10" name="Polaroid" descr="0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6410325" y="1319212"/>
            <a:ext cx="3562350" cy="5362575"/>
          </a:xfrm>
          <a:prstGeom prst="rect">
            <a:avLst/>
          </a:prstGeom>
        </p:spPr>
      </p:pic>
      <p:pic>
        <p:nvPicPr>
          <p:cNvPr id="11" name="PHOTO: Person 3" descr="0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7252668" y="2879582"/>
            <a:ext cx="2085975" cy="2676525"/>
          </a:xfrm>
          <a:prstGeom prst="rect">
            <a:avLst/>
          </a:prstGeom>
        </p:spPr>
      </p:pic>
      <p:pic>
        <p:nvPicPr>
          <p:cNvPr id="12" name="gift" descr="03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05100" y="10067925"/>
            <a:ext cx="4876800" cy="4629150"/>
          </a:xfrm>
          <a:prstGeom prst="rect">
            <a:avLst/>
          </a:prstGeom>
        </p:spPr>
      </p:pic>
      <p:pic>
        <p:nvPicPr>
          <p:cNvPr id="13" name="Comment" descr="0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" y="6481762"/>
            <a:ext cx="9020175" cy="2085975"/>
          </a:xfrm>
          <a:prstGeom prst="rect">
            <a:avLst/>
          </a:prstGeom>
        </p:spPr>
      </p:pic>
      <p:sp>
        <p:nvSpPr>
          <p:cNvPr id="14" name="TEXT: &quot;[KEYWORD]&quot;"/>
          <p:cNvSpPr/>
          <p:nvPr/>
        </p:nvSpPr>
        <p:spPr>
          <a:xfrm rot="21480000">
            <a:off x="2152650" y="854392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