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0287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1. Hook. Swap in a photo of your gift being wrapped.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2. Second hook: Instagram often shows a carousel starting on slide 2, so this one works as a cover on its own. No photo needed. Edit both [bracket]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3. Swap in a screenshot of your shop for the phone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4. Swap in your product photo.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5. Three people to gift it to: a photo and a name for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6. Edit the line (gift wrap, a note, whatever you offer).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7. The same three photos. Type your keyword. Caption to start from (CTA in the first two sentences, 3 hashtags): Comment [KEYWORD] and I will send you [the link]. [One line of real context: who it helps or how you use it.] #[tag] #[tag] #[tag]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png"/><Relationship Id="rId4" Type="http://schemas.openxmlformats.org/officeDocument/2006/relationships/image" Target="../media/image9.jp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png"/><Relationship Id="rId4" Type="http://schemas.openxmlformats.org/officeDocument/2006/relationships/image" Target="../media/image12.jp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png"/><Relationship Id="rId4" Type="http://schemas.openxmlformats.org/officeDocument/2006/relationships/image" Target="../media/image15.jp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9.png"/><Relationship Id="rId4" Type="http://schemas.openxmlformats.org/officeDocument/2006/relationships/image" Target="../media/image20.jpg"/><Relationship Id="rId5" Type="http://schemas.openxmlformats.org/officeDocument/2006/relationships/image" Target="../media/image21.png"/><Relationship Id="rId6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3" name="PHOTO: Your gift being wrapped (fills the page)"/>
          <p:cNvSpPr/>
          <p:nvPr/>
        </p:nvSpPr>
        <p:spPr>
          <a:xfrm rot="0">
            <a:off x="0" y="0"/>
            <a:ext cx="10287000" cy="13716000"/>
          </a:xfrm>
          <a:prstGeom prst="rect">
            <a:avLst/>
          </a:prstGeom>
          <a:blipFill rotWithShape="1">
            <a:blip r:embed="rId3"/>
            <a:stretch>
              <a:fillRect/>
            </a:stretch>
          </a:blipFill>
          <a:ln>
            <a:noFill/>
          </a:ln>
        </p:spPr>
      </p:sp>
      <p:sp>
        <p:nvSpPr>
          <p:cNvPr id="4" name="twine"/>
          <p:cNvSpPr/>
          <p:nvPr/>
        </p:nvSpPr>
        <p:spPr>
          <a:xfrm rot="0">
            <a:off x="8001000" y="-190500"/>
            <a:ext cx="190500" cy="4286250"/>
          </a:xfrm>
          <a:custGeom>
            <a:avLst/>
            <a:gdLst/>
            <a:ahLst/>
            <a:cxnLst/>
            <a:rect l="0" t="0" r="r" b="b"/>
            <a:pathLst>
              <a:path w="190500" h="4286250">
                <a:moveTo>
                  <a:pt x="76031" y="4069556"/>
                </a:moveTo>
                <a:cubicBezTo>
                  <a:pt x="75368" y="3555759"/>
                  <a:pt x="74907" y="330980"/>
                  <a:pt x="75482" y="226218"/>
                </a:cubicBezTo>
                <a:lnTo>
                  <a:pt x="76200" y="95250"/>
                </a:lnTo>
                <a:lnTo>
                  <a:pt x="103433" y="95250"/>
                </a:lnTo>
                <a:lnTo>
                  <a:pt x="130666" y="95250"/>
                </a:lnTo>
                <a:lnTo>
                  <a:pt x="131621" y="2147887"/>
                </a:lnTo>
                <a:lnTo>
                  <a:pt x="132576" y="4200525"/>
                </a:lnTo>
                <a:lnTo>
                  <a:pt x="104388" y="4200525"/>
                </a:lnTo>
                <a:lnTo>
                  <a:pt x="76200" y="4200525"/>
                </a:lnTo>
                <a:lnTo>
                  <a:pt x="76031" y="4069556"/>
                </a:lnTo>
                <a:close/>
              </a:path>
            </a:pathLst>
          </a:custGeom>
          <a:solidFill>
            <a:srgbClr val="B09268"/>
          </a:solidFill>
          <a:ln>
            <a:noFill/>
          </a:ln>
        </p:spPr>
      </p:sp>
      <p:pic>
        <p:nvPicPr>
          <p:cNvPr id="5" name="gift" descr="0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240000">
            <a:off x="5753100" y="3109912"/>
            <a:ext cx="4686300" cy="4448175"/>
          </a:xfrm>
          <a:prstGeom prst="rect">
            <a:avLst/>
          </a:prstGeom>
        </p:spPr>
      </p:pic>
      <p:sp>
        <p:nvSpPr>
          <p:cNvPr id="6" name="TEXT: stuck on a"/>
          <p:cNvSpPr/>
          <p:nvPr/>
        </p:nvSpPr>
        <p:spPr>
          <a:xfrm rot="180000">
            <a:off x="838200" y="1881188"/>
            <a:ext cx="4038600" cy="10001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92024" rIns="192024" tIns="82296" bIns="82296"/>
          <a:lstStyle/>
          <a:p>
            <a:pPr algn="ctr">
              <a:lnSpc>
                <a:spcPts val="6588"/>
              </a:lnSpc>
            </a:pPr>
            <a:r>
              <a:rPr b="1" sz="5400">
                <a:solidFill>
                  <a:srgbClr val="181716"/>
                </a:solidFill>
                <a:latin typeface="Montserrat"/>
              </a:rPr>
              <a:t>stuck on a</a:t>
            </a:r>
          </a:p>
        </p:txBody>
      </p:sp>
      <p:sp>
        <p:nvSpPr>
          <p:cNvPr id="7" name="LETTERING: gift?"/>
          <p:cNvSpPr txBox="1"/>
          <p:nvPr/>
        </p:nvSpPr>
        <p:spPr>
          <a:xfrm rot="180000">
            <a:off x="-123825" y="2762250"/>
            <a:ext cx="5772150" cy="2857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750" i="0">
                <a:solidFill>
                  <a:srgbClr val="F7E6A9"/>
                </a:solidFill>
                <a:latin typeface="DM Serif Display"/>
              </a:rPr>
              <a:t>gift?</a:t>
            </a:r>
          </a:p>
        </p:txBody>
      </p:sp>
      <p:sp>
        <p:nvSpPr>
          <p:cNvPr id="8" name="GUIDE (delete)"/>
          <p:cNvSpPr/>
          <p:nvPr/>
        </p:nvSpPr>
        <p:spPr>
          <a:xfrm>
            <a:off x="1352550" y="13063538"/>
            <a:ext cx="7581900" cy="352425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9342" rIns="69342" tIns="29718" bIns="29718"/>
          <a:lstStyle/>
          <a:p>
            <a:pPr algn="ctr">
              <a:lnSpc>
                <a:spcPts val="2379"/>
              </a:lnSpc>
            </a:pPr>
            <a:r>
              <a:rPr b="1" sz="1950">
                <a:solidFill>
                  <a:srgbClr val="FFFFFF"/>
                </a:solidFill>
                <a:latin typeface="Montserrat"/>
              </a:rPr>
              <a:t>Everything blue is a guide. Delete it before you download.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the usual gift" descr="0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360000">
            <a:off x="895350" y="3505200"/>
            <a:ext cx="3924300" cy="5181600"/>
          </a:xfrm>
          <a:prstGeom prst="rect">
            <a:avLst/>
          </a:prstGeom>
        </p:spPr>
      </p:pic>
      <p:sp>
        <p:nvSpPr>
          <p:cNvPr id="4" name="cross"/>
          <p:cNvSpPr/>
          <p:nvPr/>
        </p:nvSpPr>
        <p:spPr>
          <a:xfrm rot="-360000">
            <a:off x="1428750" y="4652962"/>
            <a:ext cx="2857500" cy="2886075"/>
          </a:xfrm>
          <a:custGeom>
            <a:avLst/>
            <a:gdLst/>
            <a:ahLst/>
            <a:cxnLst/>
            <a:rect l="0" t="0" r="r" b="b"/>
            <a:pathLst>
              <a:path w="2857500" h="2886075">
                <a:moveTo>
                  <a:pt x="371475" y="2853379"/>
                </a:moveTo>
                <a:cubicBezTo>
                  <a:pt x="371475" y="2839929"/>
                  <a:pt x="367188" y="2828925"/>
                  <a:pt x="361950" y="2828925"/>
                </a:cubicBezTo>
                <a:cubicBezTo>
                  <a:pt x="347486" y="2828925"/>
                  <a:pt x="350569" y="2800464"/>
                  <a:pt x="365659" y="2794673"/>
                </a:cubicBezTo>
                <a:cubicBezTo>
                  <a:pt x="381643" y="2788540"/>
                  <a:pt x="374477" y="2752647"/>
                  <a:pt x="354274" y="2737644"/>
                </a:cubicBezTo>
                <a:cubicBezTo>
                  <a:pt x="342257" y="2728719"/>
                  <a:pt x="342794" y="2723572"/>
                  <a:pt x="358253" y="2699544"/>
                </a:cubicBezTo>
                <a:cubicBezTo>
                  <a:pt x="371627" y="2678755"/>
                  <a:pt x="360556" y="2685279"/>
                  <a:pt x="314269" y="2725461"/>
                </a:cubicBezTo>
                <a:cubicBezTo>
                  <a:pt x="222167" y="2805418"/>
                  <a:pt x="184962" y="2824203"/>
                  <a:pt x="156128" y="2805310"/>
                </a:cubicBezTo>
                <a:cubicBezTo>
                  <a:pt x="129703" y="2787996"/>
                  <a:pt x="129526" y="2787286"/>
                  <a:pt x="145256" y="2761592"/>
                </a:cubicBezTo>
                <a:cubicBezTo>
                  <a:pt x="155363" y="2745082"/>
                  <a:pt x="154522" y="2740644"/>
                  <a:pt x="139692" y="2732224"/>
                </a:cubicBezTo>
                <a:cubicBezTo>
                  <a:pt x="126629" y="2724808"/>
                  <a:pt x="123796" y="2715930"/>
                  <a:pt x="128460" y="2697034"/>
                </a:cubicBezTo>
                <a:cubicBezTo>
                  <a:pt x="133488" y="2676663"/>
                  <a:pt x="132350" y="2674071"/>
                  <a:pt x="122594" y="2683668"/>
                </a:cubicBezTo>
                <a:cubicBezTo>
                  <a:pt x="115936" y="2690217"/>
                  <a:pt x="107060" y="2695575"/>
                  <a:pt x="102869" y="2695575"/>
                </a:cubicBezTo>
                <a:cubicBezTo>
                  <a:pt x="86851" y="2695575"/>
                  <a:pt x="97231" y="2669872"/>
                  <a:pt x="133510" y="2619704"/>
                </a:cubicBezTo>
                <a:cubicBezTo>
                  <a:pt x="156478" y="2587942"/>
                  <a:pt x="167732" y="2564222"/>
                  <a:pt x="162375" y="2558865"/>
                </a:cubicBezTo>
                <a:cubicBezTo>
                  <a:pt x="153769" y="2550259"/>
                  <a:pt x="197193" y="2492521"/>
                  <a:pt x="264318" y="2423322"/>
                </a:cubicBezTo>
                <a:cubicBezTo>
                  <a:pt x="281344" y="2405770"/>
                  <a:pt x="295632" y="2388052"/>
                  <a:pt x="296068" y="2383948"/>
                </a:cubicBezTo>
                <a:cubicBezTo>
                  <a:pt x="296505" y="2379845"/>
                  <a:pt x="297914" y="2367085"/>
                  <a:pt x="299199" y="2355593"/>
                </a:cubicBezTo>
                <a:cubicBezTo>
                  <a:pt x="300485" y="2344102"/>
                  <a:pt x="334418" y="2301282"/>
                  <a:pt x="374606" y="2260438"/>
                </a:cubicBezTo>
                <a:cubicBezTo>
                  <a:pt x="414793" y="2219593"/>
                  <a:pt x="447675" y="2182130"/>
                  <a:pt x="447675" y="2177186"/>
                </a:cubicBezTo>
                <a:cubicBezTo>
                  <a:pt x="447675" y="2166540"/>
                  <a:pt x="392092" y="2224439"/>
                  <a:pt x="262495" y="2370083"/>
                </a:cubicBezTo>
                <a:cubicBezTo>
                  <a:pt x="177571" y="2465523"/>
                  <a:pt x="130822" y="2502595"/>
                  <a:pt x="146319" y="2462212"/>
                </a:cubicBezTo>
                <a:cubicBezTo>
                  <a:pt x="152902" y="2445057"/>
                  <a:pt x="141596" y="2443488"/>
                  <a:pt x="125730" y="2459354"/>
                </a:cubicBezTo>
                <a:cubicBezTo>
                  <a:pt x="119443" y="2465641"/>
                  <a:pt x="114299" y="2467370"/>
                  <a:pt x="114300" y="2463197"/>
                </a:cubicBezTo>
                <a:cubicBezTo>
                  <a:pt x="114300" y="2451037"/>
                  <a:pt x="191004" y="2367320"/>
                  <a:pt x="203210" y="2366158"/>
                </a:cubicBezTo>
                <a:cubicBezTo>
                  <a:pt x="229863" y="2363621"/>
                  <a:pt x="232532" y="2361381"/>
                  <a:pt x="219075" y="2352844"/>
                </a:cubicBezTo>
                <a:cubicBezTo>
                  <a:pt x="207241" y="2345337"/>
                  <a:pt x="210923" y="2337812"/>
                  <a:pt x="240506" y="2309041"/>
                </a:cubicBezTo>
                <a:cubicBezTo>
                  <a:pt x="260382" y="2289710"/>
                  <a:pt x="276318" y="2280065"/>
                  <a:pt x="276436" y="2287294"/>
                </a:cubicBezTo>
                <a:cubicBezTo>
                  <a:pt x="276557" y="2294679"/>
                  <a:pt x="284494" y="2290075"/>
                  <a:pt x="294826" y="2276629"/>
                </a:cubicBezTo>
                <a:cubicBezTo>
                  <a:pt x="306812" y="2261028"/>
                  <a:pt x="309516" y="2250814"/>
                  <a:pt x="302763" y="2246641"/>
                </a:cubicBezTo>
                <a:cubicBezTo>
                  <a:pt x="296572" y="2242815"/>
                  <a:pt x="306250" y="2227713"/>
                  <a:pt x="327236" y="2208453"/>
                </a:cubicBezTo>
                <a:cubicBezTo>
                  <a:pt x="346328" y="2190930"/>
                  <a:pt x="361950" y="2172852"/>
                  <a:pt x="361950" y="2168278"/>
                </a:cubicBezTo>
                <a:cubicBezTo>
                  <a:pt x="361950" y="2159472"/>
                  <a:pt x="429633" y="2080275"/>
                  <a:pt x="559402" y="1937234"/>
                </a:cubicBezTo>
                <a:cubicBezTo>
                  <a:pt x="641535" y="1846701"/>
                  <a:pt x="665955" y="1807332"/>
                  <a:pt x="600075" y="1871662"/>
                </a:cubicBezTo>
                <a:cubicBezTo>
                  <a:pt x="579120" y="1892124"/>
                  <a:pt x="561995" y="1904781"/>
                  <a:pt x="562020" y="1899789"/>
                </a:cubicBezTo>
                <a:cubicBezTo>
                  <a:pt x="562085" y="1886808"/>
                  <a:pt x="607426" y="1838221"/>
                  <a:pt x="810826" y="1633171"/>
                </a:cubicBezTo>
                <a:lnTo>
                  <a:pt x="990708" y="1451830"/>
                </a:lnTo>
                <a:lnTo>
                  <a:pt x="873973" y="1333017"/>
                </a:lnTo>
                <a:cubicBezTo>
                  <a:pt x="502652" y="955087"/>
                  <a:pt x="336303" y="777388"/>
                  <a:pt x="285925" y="704850"/>
                </a:cubicBezTo>
                <a:cubicBezTo>
                  <a:pt x="273191" y="686514"/>
                  <a:pt x="231839" y="639365"/>
                  <a:pt x="194031" y="600075"/>
                </a:cubicBezTo>
                <a:cubicBezTo>
                  <a:pt x="61379" y="462218"/>
                  <a:pt x="0" y="362726"/>
                  <a:pt x="0" y="285561"/>
                </a:cubicBezTo>
                <a:cubicBezTo>
                  <a:pt x="0" y="255857"/>
                  <a:pt x="28489" y="219075"/>
                  <a:pt x="51495" y="219075"/>
                </a:cubicBezTo>
                <a:cubicBezTo>
                  <a:pt x="59924" y="219075"/>
                  <a:pt x="63152" y="212424"/>
                  <a:pt x="60201" y="201139"/>
                </a:cubicBezTo>
                <a:cubicBezTo>
                  <a:pt x="55449" y="182967"/>
                  <a:pt x="87379" y="152399"/>
                  <a:pt x="111113" y="152400"/>
                </a:cubicBezTo>
                <a:cubicBezTo>
                  <a:pt x="117507" y="152400"/>
                  <a:pt x="148700" y="176436"/>
                  <a:pt x="180432" y="205813"/>
                </a:cubicBezTo>
                <a:cubicBezTo>
                  <a:pt x="212163" y="235190"/>
                  <a:pt x="238125" y="255336"/>
                  <a:pt x="238125" y="250580"/>
                </a:cubicBezTo>
                <a:cubicBezTo>
                  <a:pt x="238125" y="245825"/>
                  <a:pt x="233219" y="237029"/>
                  <a:pt x="227224" y="231034"/>
                </a:cubicBezTo>
                <a:cubicBezTo>
                  <a:pt x="211648" y="215458"/>
                  <a:pt x="234035" y="165216"/>
                  <a:pt x="259521" y="158551"/>
                </a:cubicBezTo>
                <a:cubicBezTo>
                  <a:pt x="277050" y="153967"/>
                  <a:pt x="277790" y="151466"/>
                  <a:pt x="265885" y="137045"/>
                </a:cubicBezTo>
                <a:cubicBezTo>
                  <a:pt x="255148" y="124041"/>
                  <a:pt x="254907" y="119887"/>
                  <a:pt x="264697" y="116593"/>
                </a:cubicBezTo>
                <a:cubicBezTo>
                  <a:pt x="273176" y="113740"/>
                  <a:pt x="269486" y="104964"/>
                  <a:pt x="252791" y="88268"/>
                </a:cubicBezTo>
                <a:cubicBezTo>
                  <a:pt x="223660" y="59138"/>
                  <a:pt x="222368" y="47471"/>
                  <a:pt x="247542" y="40887"/>
                </a:cubicBezTo>
                <a:cubicBezTo>
                  <a:pt x="257961" y="38163"/>
                  <a:pt x="264438" y="32620"/>
                  <a:pt x="261935" y="28571"/>
                </a:cubicBezTo>
                <a:cubicBezTo>
                  <a:pt x="259432" y="24521"/>
                  <a:pt x="263492" y="16139"/>
                  <a:pt x="270958" y="9943"/>
                </a:cubicBezTo>
                <a:cubicBezTo>
                  <a:pt x="289857" y="-5741"/>
                  <a:pt x="312033" y="7870"/>
                  <a:pt x="366776" y="68758"/>
                </a:cubicBezTo>
                <a:cubicBezTo>
                  <a:pt x="432910" y="142314"/>
                  <a:pt x="531763" y="230733"/>
                  <a:pt x="543494" y="226822"/>
                </a:cubicBezTo>
                <a:cubicBezTo>
                  <a:pt x="549090" y="224957"/>
                  <a:pt x="523391" y="192052"/>
                  <a:pt x="486384" y="153700"/>
                </a:cubicBezTo>
                <a:cubicBezTo>
                  <a:pt x="422809" y="87814"/>
                  <a:pt x="404983" y="57150"/>
                  <a:pt x="430256" y="57149"/>
                </a:cubicBezTo>
                <a:cubicBezTo>
                  <a:pt x="436392" y="57149"/>
                  <a:pt x="449250" y="64243"/>
                  <a:pt x="458831" y="72913"/>
                </a:cubicBezTo>
                <a:cubicBezTo>
                  <a:pt x="469253" y="82345"/>
                  <a:pt x="476249" y="84258"/>
                  <a:pt x="476249" y="77676"/>
                </a:cubicBezTo>
                <a:cubicBezTo>
                  <a:pt x="476250" y="71625"/>
                  <a:pt x="481152" y="66674"/>
                  <a:pt x="487145" y="66674"/>
                </a:cubicBezTo>
                <a:cubicBezTo>
                  <a:pt x="501738" y="66674"/>
                  <a:pt x="645063" y="217140"/>
                  <a:pt x="659369" y="247479"/>
                </a:cubicBezTo>
                <a:cubicBezTo>
                  <a:pt x="665589" y="260670"/>
                  <a:pt x="705156" y="303472"/>
                  <a:pt x="747295" y="342595"/>
                </a:cubicBezTo>
                <a:cubicBezTo>
                  <a:pt x="789434" y="381718"/>
                  <a:pt x="960341" y="547778"/>
                  <a:pt x="1127088" y="711617"/>
                </a:cubicBezTo>
                <a:lnTo>
                  <a:pt x="1430264" y="1009506"/>
                </a:lnTo>
                <a:lnTo>
                  <a:pt x="1483778" y="964334"/>
                </a:lnTo>
                <a:cubicBezTo>
                  <a:pt x="1573110" y="888927"/>
                  <a:pt x="1711438" y="745975"/>
                  <a:pt x="1804199" y="633203"/>
                </a:cubicBezTo>
                <a:cubicBezTo>
                  <a:pt x="1865424" y="558769"/>
                  <a:pt x="2116834" y="309862"/>
                  <a:pt x="2198338" y="242988"/>
                </a:cubicBezTo>
                <a:cubicBezTo>
                  <a:pt x="2233455" y="214174"/>
                  <a:pt x="2287905" y="168992"/>
                  <a:pt x="2319337" y="142584"/>
                </a:cubicBezTo>
                <a:cubicBezTo>
                  <a:pt x="2436960" y="43763"/>
                  <a:pt x="2517951" y="17301"/>
                  <a:pt x="2566128" y="61950"/>
                </a:cubicBezTo>
                <a:cubicBezTo>
                  <a:pt x="2582965" y="77554"/>
                  <a:pt x="2590419" y="92027"/>
                  <a:pt x="2586662" y="101818"/>
                </a:cubicBezTo>
                <a:cubicBezTo>
                  <a:pt x="2576885" y="127297"/>
                  <a:pt x="2521419" y="209549"/>
                  <a:pt x="2514014" y="209549"/>
                </a:cubicBezTo>
                <a:cubicBezTo>
                  <a:pt x="2510218" y="209549"/>
                  <a:pt x="2504413" y="216585"/>
                  <a:pt x="2501113" y="225184"/>
                </a:cubicBezTo>
                <a:cubicBezTo>
                  <a:pt x="2496173" y="238057"/>
                  <a:pt x="2497596" y="238759"/>
                  <a:pt x="2509164" y="229158"/>
                </a:cubicBezTo>
                <a:cubicBezTo>
                  <a:pt x="2516892" y="222744"/>
                  <a:pt x="2533064" y="216086"/>
                  <a:pt x="2545101" y="214361"/>
                </a:cubicBezTo>
                <a:cubicBezTo>
                  <a:pt x="2557138" y="212636"/>
                  <a:pt x="2596968" y="202560"/>
                  <a:pt x="2633611" y="191970"/>
                </a:cubicBezTo>
                <a:cubicBezTo>
                  <a:pt x="2694218" y="174454"/>
                  <a:pt x="2701724" y="174062"/>
                  <a:pt x="2716712" y="187626"/>
                </a:cubicBezTo>
                <a:cubicBezTo>
                  <a:pt x="2740494" y="209148"/>
                  <a:pt x="2745980" y="234245"/>
                  <a:pt x="2732357" y="259196"/>
                </a:cubicBezTo>
                <a:cubicBezTo>
                  <a:pt x="2725814" y="271181"/>
                  <a:pt x="2721521" y="291900"/>
                  <a:pt x="2722819" y="305239"/>
                </a:cubicBezTo>
                <a:cubicBezTo>
                  <a:pt x="2724275" y="320208"/>
                  <a:pt x="2717352" y="336574"/>
                  <a:pt x="2704731" y="347995"/>
                </a:cubicBezTo>
                <a:cubicBezTo>
                  <a:pt x="2693486" y="358172"/>
                  <a:pt x="2680106" y="374308"/>
                  <a:pt x="2674998" y="383852"/>
                </a:cubicBezTo>
                <a:cubicBezTo>
                  <a:pt x="2666306" y="400092"/>
                  <a:pt x="2667432" y="400324"/>
                  <a:pt x="2692549" y="387466"/>
                </a:cubicBezTo>
                <a:cubicBezTo>
                  <a:pt x="2737440" y="364485"/>
                  <a:pt x="2792969" y="359102"/>
                  <a:pt x="2814637" y="375631"/>
                </a:cubicBezTo>
                <a:cubicBezTo>
                  <a:pt x="2829763" y="387169"/>
                  <a:pt x="2831069" y="391890"/>
                  <a:pt x="2820976" y="398547"/>
                </a:cubicBezTo>
                <a:cubicBezTo>
                  <a:pt x="2811221" y="404981"/>
                  <a:pt x="2812883" y="408139"/>
                  <a:pt x="2828119" y="412124"/>
                </a:cubicBezTo>
                <a:cubicBezTo>
                  <a:pt x="2854087" y="418915"/>
                  <a:pt x="2853581" y="447503"/>
                  <a:pt x="2826893" y="481431"/>
                </a:cubicBezTo>
                <a:cubicBezTo>
                  <a:pt x="2812542" y="499676"/>
                  <a:pt x="2809501" y="509462"/>
                  <a:pt x="2817368" y="512085"/>
                </a:cubicBezTo>
                <a:cubicBezTo>
                  <a:pt x="2849785" y="522891"/>
                  <a:pt x="2800661" y="578319"/>
                  <a:pt x="2551939" y="811576"/>
                </a:cubicBezTo>
                <a:cubicBezTo>
                  <a:pt x="2455901" y="901642"/>
                  <a:pt x="1895474" y="1461728"/>
                  <a:pt x="1895474" y="1467641"/>
                </a:cubicBezTo>
                <a:cubicBezTo>
                  <a:pt x="1895474" y="1471124"/>
                  <a:pt x="2062638" y="1640799"/>
                  <a:pt x="2266950" y="1844698"/>
                </a:cubicBezTo>
                <a:cubicBezTo>
                  <a:pt x="2471261" y="2048596"/>
                  <a:pt x="2638425" y="2221301"/>
                  <a:pt x="2638425" y="2228486"/>
                </a:cubicBezTo>
                <a:cubicBezTo>
                  <a:pt x="2638425" y="2245706"/>
                  <a:pt x="2614890" y="2224060"/>
                  <a:pt x="2385086" y="1995487"/>
                </a:cubicBezTo>
                <a:cubicBezTo>
                  <a:pt x="2186102" y="1797569"/>
                  <a:pt x="1966975" y="1588184"/>
                  <a:pt x="1921668" y="1552673"/>
                </a:cubicBezTo>
                <a:cubicBezTo>
                  <a:pt x="1867251" y="1510020"/>
                  <a:pt x="1899143" y="1546621"/>
                  <a:pt x="2002532" y="1645475"/>
                </a:cubicBezTo>
                <a:cubicBezTo>
                  <a:pt x="2099170" y="1737875"/>
                  <a:pt x="2423851" y="2055351"/>
                  <a:pt x="2654763" y="2283233"/>
                </a:cubicBezTo>
                <a:cubicBezTo>
                  <a:pt x="2703651" y="2331479"/>
                  <a:pt x="2749026" y="2368891"/>
                  <a:pt x="2755597" y="2366369"/>
                </a:cubicBezTo>
                <a:cubicBezTo>
                  <a:pt x="2770344" y="2360710"/>
                  <a:pt x="2842337" y="2452979"/>
                  <a:pt x="2833867" y="2466683"/>
                </a:cubicBezTo>
                <a:cubicBezTo>
                  <a:pt x="2828220" y="2475820"/>
                  <a:pt x="2804340" y="2457381"/>
                  <a:pt x="2667802" y="2338454"/>
                </a:cubicBezTo>
                <a:cubicBezTo>
                  <a:pt x="2621505" y="2298129"/>
                  <a:pt x="2634620" y="2317563"/>
                  <a:pt x="2705100" y="2393722"/>
                </a:cubicBezTo>
                <a:cubicBezTo>
                  <a:pt x="2752346" y="2444775"/>
                  <a:pt x="2786198" y="2493826"/>
                  <a:pt x="2779091" y="2500933"/>
                </a:cubicBezTo>
                <a:cubicBezTo>
                  <a:pt x="2776570" y="2503454"/>
                  <a:pt x="2727815" y="2459198"/>
                  <a:pt x="2670747" y="2402585"/>
                </a:cubicBezTo>
                <a:cubicBezTo>
                  <a:pt x="2521797" y="2254823"/>
                  <a:pt x="2331758" y="2075141"/>
                  <a:pt x="2328196" y="2078703"/>
                </a:cubicBezTo>
                <a:cubicBezTo>
                  <a:pt x="2326521" y="2080378"/>
                  <a:pt x="2357061" y="2115907"/>
                  <a:pt x="2396063" y="2157657"/>
                </a:cubicBezTo>
                <a:cubicBezTo>
                  <a:pt x="2474533" y="2241657"/>
                  <a:pt x="2473518" y="2240288"/>
                  <a:pt x="2450860" y="2231593"/>
                </a:cubicBezTo>
                <a:cubicBezTo>
                  <a:pt x="2420580" y="2219973"/>
                  <a:pt x="2494338" y="2309412"/>
                  <a:pt x="2627297" y="2445539"/>
                </a:cubicBezTo>
                <a:cubicBezTo>
                  <a:pt x="2806818" y="2629336"/>
                  <a:pt x="2847974" y="2676269"/>
                  <a:pt x="2847975" y="2697187"/>
                </a:cubicBezTo>
                <a:cubicBezTo>
                  <a:pt x="2847975" y="2733738"/>
                  <a:pt x="2819563" y="2726427"/>
                  <a:pt x="2753187" y="2672798"/>
                </a:cubicBezTo>
                <a:cubicBezTo>
                  <a:pt x="2672382" y="2607510"/>
                  <a:pt x="2662632" y="2605436"/>
                  <a:pt x="2714744" y="2664618"/>
                </a:cubicBezTo>
                <a:cubicBezTo>
                  <a:pt x="2803243" y="2765124"/>
                  <a:pt x="2781888" y="2775724"/>
                  <a:pt x="2672511" y="2685581"/>
                </a:cubicBezTo>
                <a:cubicBezTo>
                  <a:pt x="2577803" y="2607528"/>
                  <a:pt x="2570342" y="2608059"/>
                  <a:pt x="2642433" y="2687722"/>
                </a:cubicBezTo>
                <a:cubicBezTo>
                  <a:pt x="2709761" y="2762122"/>
                  <a:pt x="2754041" y="2844562"/>
                  <a:pt x="2733675" y="2857592"/>
                </a:cubicBezTo>
                <a:cubicBezTo>
                  <a:pt x="2711127" y="2872017"/>
                  <a:pt x="2706267" y="2869207"/>
                  <a:pt x="2691139" y="2833001"/>
                </a:cubicBezTo>
                <a:cubicBezTo>
                  <a:pt x="2683321" y="2814289"/>
                  <a:pt x="2672548" y="2801683"/>
                  <a:pt x="2667199" y="2804989"/>
                </a:cubicBezTo>
                <a:cubicBezTo>
                  <a:pt x="2661851" y="2808294"/>
                  <a:pt x="2657475" y="2804608"/>
                  <a:pt x="2657475" y="2796798"/>
                </a:cubicBezTo>
                <a:cubicBezTo>
                  <a:pt x="2657475" y="2788987"/>
                  <a:pt x="2643544" y="2773010"/>
                  <a:pt x="2626518" y="2761292"/>
                </a:cubicBezTo>
                <a:cubicBezTo>
                  <a:pt x="2582885" y="2731262"/>
                  <a:pt x="2483123" y="2643945"/>
                  <a:pt x="2334322" y="2505544"/>
                </a:cubicBezTo>
                <a:cubicBezTo>
                  <a:pt x="2260065" y="2436477"/>
                  <a:pt x="2204750" y="2391635"/>
                  <a:pt x="2202423" y="2398617"/>
                </a:cubicBezTo>
                <a:cubicBezTo>
                  <a:pt x="2197141" y="2414461"/>
                  <a:pt x="2481319" y="2695901"/>
                  <a:pt x="2588591" y="2781065"/>
                </a:cubicBezTo>
                <a:cubicBezTo>
                  <a:pt x="2610950" y="2798816"/>
                  <a:pt x="2625672" y="2816912"/>
                  <a:pt x="2621305" y="2821279"/>
                </a:cubicBezTo>
                <a:cubicBezTo>
                  <a:pt x="2613291" y="2829293"/>
                  <a:pt x="2557408" y="2806149"/>
                  <a:pt x="2547994" y="2790917"/>
                </a:cubicBezTo>
                <a:cubicBezTo>
                  <a:pt x="2545198" y="2786393"/>
                  <a:pt x="2524753" y="2768487"/>
                  <a:pt x="2502561" y="2751126"/>
                </a:cubicBezTo>
                <a:lnTo>
                  <a:pt x="2462212" y="2719560"/>
                </a:lnTo>
                <a:lnTo>
                  <a:pt x="2488406" y="2754557"/>
                </a:lnTo>
                <a:cubicBezTo>
                  <a:pt x="2502812" y="2773805"/>
                  <a:pt x="2514600" y="2793324"/>
                  <a:pt x="2514600" y="2797932"/>
                </a:cubicBezTo>
                <a:cubicBezTo>
                  <a:pt x="2514600" y="2802540"/>
                  <a:pt x="2527306" y="2818484"/>
                  <a:pt x="2542836" y="2833363"/>
                </a:cubicBezTo>
                <a:cubicBezTo>
                  <a:pt x="2570654" y="2860014"/>
                  <a:pt x="2572928" y="2876550"/>
                  <a:pt x="2548775" y="2876550"/>
                </a:cubicBezTo>
                <a:cubicBezTo>
                  <a:pt x="2541996" y="2876550"/>
                  <a:pt x="2499034" y="2841543"/>
                  <a:pt x="2453304" y="2798758"/>
                </a:cubicBezTo>
                <a:cubicBezTo>
                  <a:pt x="2400346" y="2749210"/>
                  <a:pt x="2371307" y="2727596"/>
                  <a:pt x="2373323" y="2739227"/>
                </a:cubicBezTo>
                <a:cubicBezTo>
                  <a:pt x="2375063" y="2749270"/>
                  <a:pt x="2371660" y="2757487"/>
                  <a:pt x="2365759" y="2757487"/>
                </a:cubicBezTo>
                <a:cubicBezTo>
                  <a:pt x="2341451" y="2757487"/>
                  <a:pt x="1936292" y="2382412"/>
                  <a:pt x="1619776" y="2066895"/>
                </a:cubicBezTo>
                <a:cubicBezTo>
                  <a:pt x="1533047" y="1980439"/>
                  <a:pt x="1451079" y="1900057"/>
                  <a:pt x="1437624" y="1888267"/>
                </a:cubicBezTo>
                <a:lnTo>
                  <a:pt x="1413162" y="1866831"/>
                </a:lnTo>
                <a:lnTo>
                  <a:pt x="1338229" y="1944345"/>
                </a:lnTo>
                <a:cubicBezTo>
                  <a:pt x="1273604" y="2011195"/>
                  <a:pt x="1268557" y="2035331"/>
                  <a:pt x="1331118" y="1978349"/>
                </a:cubicBezTo>
                <a:cubicBezTo>
                  <a:pt x="1348038" y="1962938"/>
                  <a:pt x="1352550" y="1961869"/>
                  <a:pt x="1352550" y="1973271"/>
                </a:cubicBezTo>
                <a:cubicBezTo>
                  <a:pt x="1352550" y="1990246"/>
                  <a:pt x="1106088" y="2233213"/>
                  <a:pt x="1097540" y="2224665"/>
                </a:cubicBezTo>
                <a:cubicBezTo>
                  <a:pt x="1094343" y="2221468"/>
                  <a:pt x="1114800" y="2195491"/>
                  <a:pt x="1142999" y="2166937"/>
                </a:cubicBezTo>
                <a:cubicBezTo>
                  <a:pt x="1171199" y="2138383"/>
                  <a:pt x="1191500" y="2112250"/>
                  <a:pt x="1188113" y="2108863"/>
                </a:cubicBezTo>
                <a:cubicBezTo>
                  <a:pt x="1184726" y="2105476"/>
                  <a:pt x="1169975" y="2115253"/>
                  <a:pt x="1155333" y="2130590"/>
                </a:cubicBezTo>
                <a:cubicBezTo>
                  <a:pt x="1095460" y="2193306"/>
                  <a:pt x="924898" y="2379051"/>
                  <a:pt x="894550" y="2414587"/>
                </a:cubicBezTo>
                <a:cubicBezTo>
                  <a:pt x="876654" y="2435542"/>
                  <a:pt x="855589" y="2457694"/>
                  <a:pt x="847739" y="2463814"/>
                </a:cubicBezTo>
                <a:cubicBezTo>
                  <a:pt x="839890" y="2469935"/>
                  <a:pt x="835973" y="2477448"/>
                  <a:pt x="839036" y="2480511"/>
                </a:cubicBezTo>
                <a:cubicBezTo>
                  <a:pt x="842098" y="2483573"/>
                  <a:pt x="890426" y="2438918"/>
                  <a:pt x="946430" y="2381277"/>
                </a:cubicBezTo>
                <a:cubicBezTo>
                  <a:pt x="1002434" y="2323636"/>
                  <a:pt x="1050285" y="2276475"/>
                  <a:pt x="1052765" y="2276475"/>
                </a:cubicBezTo>
                <a:cubicBezTo>
                  <a:pt x="1068492" y="2276475"/>
                  <a:pt x="1049121" y="2305233"/>
                  <a:pt x="992981" y="2365229"/>
                </a:cubicBezTo>
                <a:cubicBezTo>
                  <a:pt x="957619" y="2403020"/>
                  <a:pt x="860107" y="2513119"/>
                  <a:pt x="776287" y="2609894"/>
                </a:cubicBezTo>
                <a:cubicBezTo>
                  <a:pt x="586531" y="2828978"/>
                  <a:pt x="558403" y="2857352"/>
                  <a:pt x="553922" y="2834205"/>
                </a:cubicBezTo>
                <a:cubicBezTo>
                  <a:pt x="552010" y="2824333"/>
                  <a:pt x="566232" y="2800704"/>
                  <a:pt x="587855" y="2777824"/>
                </a:cubicBezTo>
                <a:cubicBezTo>
                  <a:pt x="656031" y="2705684"/>
                  <a:pt x="686278" y="2665955"/>
                  <a:pt x="680339" y="2656345"/>
                </a:cubicBezTo>
                <a:cubicBezTo>
                  <a:pt x="677105" y="2651112"/>
                  <a:pt x="686220" y="2629860"/>
                  <a:pt x="700594" y="2609118"/>
                </a:cubicBezTo>
                <a:cubicBezTo>
                  <a:pt x="742693" y="2548369"/>
                  <a:pt x="721897" y="2557052"/>
                  <a:pt x="668925" y="2622341"/>
                </a:cubicBezTo>
                <a:cubicBezTo>
                  <a:pt x="616203" y="2687323"/>
                  <a:pt x="474185" y="2827207"/>
                  <a:pt x="437192" y="2850592"/>
                </a:cubicBezTo>
                <a:cubicBezTo>
                  <a:pt x="391286" y="2879613"/>
                  <a:pt x="371475" y="2880453"/>
                  <a:pt x="371475" y="2853379"/>
                </a:cubicBezTo>
                <a:close/>
                <a:moveTo>
                  <a:pt x="780627" y="2461611"/>
                </a:moveTo>
                <a:cubicBezTo>
                  <a:pt x="843985" y="2392665"/>
                  <a:pt x="898030" y="2323605"/>
                  <a:pt x="892756" y="2318331"/>
                </a:cubicBezTo>
                <a:cubicBezTo>
                  <a:pt x="886268" y="2311843"/>
                  <a:pt x="588219" y="2640499"/>
                  <a:pt x="582546" y="2660396"/>
                </a:cubicBezTo>
                <a:cubicBezTo>
                  <a:pt x="579285" y="2671836"/>
                  <a:pt x="684162" y="2566587"/>
                  <a:pt x="780627" y="2461611"/>
                </a:cubicBezTo>
                <a:close/>
                <a:moveTo>
                  <a:pt x="57150" y="2478619"/>
                </a:moveTo>
                <a:cubicBezTo>
                  <a:pt x="57150" y="2447335"/>
                  <a:pt x="277409" y="2179234"/>
                  <a:pt x="291518" y="2193343"/>
                </a:cubicBezTo>
                <a:cubicBezTo>
                  <a:pt x="295487" y="2197312"/>
                  <a:pt x="285617" y="2214426"/>
                  <a:pt x="269584" y="2231373"/>
                </a:cubicBezTo>
                <a:cubicBezTo>
                  <a:pt x="253551" y="2248321"/>
                  <a:pt x="214035" y="2298620"/>
                  <a:pt x="181771" y="2343150"/>
                </a:cubicBezTo>
                <a:cubicBezTo>
                  <a:pt x="94809" y="2463168"/>
                  <a:pt x="76332" y="2486025"/>
                  <a:pt x="66268" y="2486025"/>
                </a:cubicBezTo>
                <a:cubicBezTo>
                  <a:pt x="61253" y="2486025"/>
                  <a:pt x="57150" y="2482692"/>
                  <a:pt x="57150" y="2478619"/>
                </a:cubicBezTo>
                <a:close/>
                <a:moveTo>
                  <a:pt x="409575" y="2055068"/>
                </a:moveTo>
                <a:cubicBezTo>
                  <a:pt x="409575" y="2046586"/>
                  <a:pt x="422433" y="2030490"/>
                  <a:pt x="438150" y="2019300"/>
                </a:cubicBezTo>
                <a:cubicBezTo>
                  <a:pt x="453866" y="2008109"/>
                  <a:pt x="466725" y="2002729"/>
                  <a:pt x="466725" y="2007344"/>
                </a:cubicBezTo>
                <a:cubicBezTo>
                  <a:pt x="466725" y="2011959"/>
                  <a:pt x="453866" y="2028055"/>
                  <a:pt x="438150" y="2043112"/>
                </a:cubicBezTo>
                <a:cubicBezTo>
                  <a:pt x="416739" y="2063624"/>
                  <a:pt x="409575" y="2066622"/>
                  <a:pt x="409575" y="2055068"/>
                </a:cubicBezTo>
                <a:close/>
                <a:moveTo>
                  <a:pt x="2258579" y="2021681"/>
                </a:moveTo>
                <a:cubicBezTo>
                  <a:pt x="2245968" y="1998427"/>
                  <a:pt x="2190750" y="1946999"/>
                  <a:pt x="2190750" y="1958506"/>
                </a:cubicBezTo>
                <a:cubicBezTo>
                  <a:pt x="2190750" y="1969225"/>
                  <a:pt x="2251938" y="2038350"/>
                  <a:pt x="2261426" y="2038350"/>
                </a:cubicBezTo>
                <a:cubicBezTo>
                  <a:pt x="2264832" y="2038350"/>
                  <a:pt x="2263552" y="2030849"/>
                  <a:pt x="2258579" y="2021681"/>
                </a:cubicBezTo>
                <a:close/>
                <a:moveTo>
                  <a:pt x="476398" y="1990096"/>
                </a:moveTo>
                <a:cubicBezTo>
                  <a:pt x="476263" y="1976518"/>
                  <a:pt x="541577" y="1910002"/>
                  <a:pt x="548372" y="1916797"/>
                </a:cubicBezTo>
                <a:cubicBezTo>
                  <a:pt x="549967" y="1918392"/>
                  <a:pt x="534459" y="1938893"/>
                  <a:pt x="513910" y="1962355"/>
                </a:cubicBezTo>
                <a:cubicBezTo>
                  <a:pt x="491559" y="1987873"/>
                  <a:pt x="476487" y="1999019"/>
                  <a:pt x="476398" y="1990096"/>
                </a:cubicBezTo>
                <a:close/>
                <a:moveTo>
                  <a:pt x="1293466" y="1891295"/>
                </a:moveTo>
                <a:cubicBezTo>
                  <a:pt x="1333589" y="1852326"/>
                  <a:pt x="1363793" y="1817818"/>
                  <a:pt x="1360587" y="1814612"/>
                </a:cubicBezTo>
                <a:cubicBezTo>
                  <a:pt x="1355410" y="1809435"/>
                  <a:pt x="1294899" y="1865933"/>
                  <a:pt x="1229445" y="1937057"/>
                </a:cubicBezTo>
                <a:cubicBezTo>
                  <a:pt x="1181239" y="1989441"/>
                  <a:pt x="1223572" y="1959181"/>
                  <a:pt x="1293466" y="1891295"/>
                </a:cubicBezTo>
                <a:close/>
                <a:moveTo>
                  <a:pt x="2027419" y="1288256"/>
                </a:moveTo>
                <a:cubicBezTo>
                  <a:pt x="2251482" y="1059151"/>
                  <a:pt x="2283544" y="1024687"/>
                  <a:pt x="2262187" y="1035898"/>
                </a:cubicBezTo>
                <a:cubicBezTo>
                  <a:pt x="2242780" y="1046086"/>
                  <a:pt x="1857375" y="1433379"/>
                  <a:pt x="1857375" y="1442694"/>
                </a:cubicBezTo>
                <a:cubicBezTo>
                  <a:pt x="1857375" y="1458811"/>
                  <a:pt x="1886390" y="1432458"/>
                  <a:pt x="2027419" y="1288256"/>
                </a:cubicBezTo>
                <a:close/>
                <a:moveTo>
                  <a:pt x="1870992" y="1362075"/>
                </a:moveTo>
                <a:cubicBezTo>
                  <a:pt x="1875863" y="1354216"/>
                  <a:pt x="1902466" y="1325284"/>
                  <a:pt x="1930110" y="1297781"/>
                </a:cubicBezTo>
                <a:cubicBezTo>
                  <a:pt x="1957754" y="1270277"/>
                  <a:pt x="1974769" y="1247775"/>
                  <a:pt x="1967920" y="1247775"/>
                </a:cubicBezTo>
                <a:cubicBezTo>
                  <a:pt x="1955585" y="1247775"/>
                  <a:pt x="1827525" y="1383015"/>
                  <a:pt x="1820264" y="1403709"/>
                </a:cubicBezTo>
                <a:cubicBezTo>
                  <a:pt x="1815555" y="1417129"/>
                  <a:pt x="1858938" y="1381524"/>
                  <a:pt x="1870992" y="1362075"/>
                </a:cubicBezTo>
                <a:close/>
                <a:moveTo>
                  <a:pt x="1896141" y="1270021"/>
                </a:moveTo>
                <a:cubicBezTo>
                  <a:pt x="1919349" y="1250824"/>
                  <a:pt x="1981024" y="1194031"/>
                  <a:pt x="2033196" y="1143815"/>
                </a:cubicBezTo>
                <a:cubicBezTo>
                  <a:pt x="2085369" y="1093598"/>
                  <a:pt x="2120730" y="1061422"/>
                  <a:pt x="2111777" y="1072312"/>
                </a:cubicBezTo>
                <a:cubicBezTo>
                  <a:pt x="2085409" y="1104386"/>
                  <a:pt x="2093151" y="1110714"/>
                  <a:pt x="2123356" y="1081775"/>
                </a:cubicBezTo>
                <a:cubicBezTo>
                  <a:pt x="2138677" y="1067097"/>
                  <a:pt x="2149303" y="1050113"/>
                  <a:pt x="2146970" y="1044033"/>
                </a:cubicBezTo>
                <a:cubicBezTo>
                  <a:pt x="2144637" y="1037953"/>
                  <a:pt x="2215684" y="961168"/>
                  <a:pt x="2304851" y="873400"/>
                </a:cubicBezTo>
                <a:cubicBezTo>
                  <a:pt x="2524151" y="657541"/>
                  <a:pt x="2522580" y="649750"/>
                  <a:pt x="2300287" y="850766"/>
                </a:cubicBezTo>
                <a:cubicBezTo>
                  <a:pt x="2192481" y="948253"/>
                  <a:pt x="1836547" y="1304925"/>
                  <a:pt x="1847068" y="1304925"/>
                </a:cubicBezTo>
                <a:cubicBezTo>
                  <a:pt x="1850850" y="1304925"/>
                  <a:pt x="1872934" y="1289218"/>
                  <a:pt x="1896141" y="1270021"/>
                </a:cubicBezTo>
                <a:close/>
                <a:moveTo>
                  <a:pt x="1319353" y="1009792"/>
                </a:moveTo>
                <a:cubicBezTo>
                  <a:pt x="1288326" y="978438"/>
                  <a:pt x="1227038" y="915216"/>
                  <a:pt x="1183157" y="869299"/>
                </a:cubicBezTo>
                <a:cubicBezTo>
                  <a:pt x="1139275" y="823381"/>
                  <a:pt x="1104793" y="791187"/>
                  <a:pt x="1106530" y="797756"/>
                </a:cubicBezTo>
                <a:cubicBezTo>
                  <a:pt x="1112059" y="818672"/>
                  <a:pt x="1347197" y="1066292"/>
                  <a:pt x="1361776" y="1066551"/>
                </a:cubicBezTo>
                <a:cubicBezTo>
                  <a:pt x="1369470" y="1066688"/>
                  <a:pt x="1350380" y="1041146"/>
                  <a:pt x="1319353" y="1009792"/>
                </a:cubicBezTo>
                <a:close/>
                <a:moveTo>
                  <a:pt x="1400175" y="1043130"/>
                </a:moveTo>
                <a:cubicBezTo>
                  <a:pt x="1400175" y="1033902"/>
                  <a:pt x="1306117" y="938607"/>
                  <a:pt x="1301533" y="943191"/>
                </a:cubicBezTo>
                <a:cubicBezTo>
                  <a:pt x="1295415" y="949309"/>
                  <a:pt x="1380124" y="1047750"/>
                  <a:pt x="1391507" y="1047750"/>
                </a:cubicBezTo>
                <a:cubicBezTo>
                  <a:pt x="1396274" y="1047750"/>
                  <a:pt x="1400175" y="1045671"/>
                  <a:pt x="1400175" y="1043130"/>
                </a:cubicBezTo>
                <a:close/>
                <a:moveTo>
                  <a:pt x="2408851" y="907462"/>
                </a:moveTo>
                <a:cubicBezTo>
                  <a:pt x="2590097" y="739278"/>
                  <a:pt x="2686623" y="644654"/>
                  <a:pt x="2707839" y="614362"/>
                </a:cubicBezTo>
                <a:cubicBezTo>
                  <a:pt x="2722490" y="593445"/>
                  <a:pt x="2713956" y="598473"/>
                  <a:pt x="2675995" y="633125"/>
                </a:cubicBezTo>
                <a:cubicBezTo>
                  <a:pt x="2542230" y="755231"/>
                  <a:pt x="2312368" y="978765"/>
                  <a:pt x="2298605" y="1000125"/>
                </a:cubicBezTo>
                <a:cubicBezTo>
                  <a:pt x="2290166" y="1013221"/>
                  <a:pt x="2286655" y="1020803"/>
                  <a:pt x="2290801" y="1016973"/>
                </a:cubicBezTo>
                <a:cubicBezTo>
                  <a:pt x="2294948" y="1013142"/>
                  <a:pt x="2348071" y="963862"/>
                  <a:pt x="2408851" y="907462"/>
                </a:cubicBezTo>
                <a:close/>
                <a:moveTo>
                  <a:pt x="477696" y="859631"/>
                </a:moveTo>
                <a:cubicBezTo>
                  <a:pt x="467300" y="845224"/>
                  <a:pt x="440423" y="816292"/>
                  <a:pt x="417967" y="795337"/>
                </a:cubicBezTo>
                <a:cubicBezTo>
                  <a:pt x="375216" y="755442"/>
                  <a:pt x="382584" y="770449"/>
                  <a:pt x="435518" y="831083"/>
                </a:cubicBezTo>
                <a:cubicBezTo>
                  <a:pt x="452682" y="850744"/>
                  <a:pt x="466725" y="871103"/>
                  <a:pt x="466725" y="876327"/>
                </a:cubicBezTo>
                <a:cubicBezTo>
                  <a:pt x="466725" y="881551"/>
                  <a:pt x="473446" y="885825"/>
                  <a:pt x="481661" y="885825"/>
                </a:cubicBezTo>
                <a:cubicBezTo>
                  <a:pt x="494264" y="885825"/>
                  <a:pt x="493645" y="881734"/>
                  <a:pt x="477696" y="859631"/>
                </a:cubicBezTo>
                <a:close/>
                <a:moveTo>
                  <a:pt x="1104900" y="832083"/>
                </a:moveTo>
                <a:cubicBezTo>
                  <a:pt x="1104900" y="824281"/>
                  <a:pt x="1041538" y="750065"/>
                  <a:pt x="912018" y="606158"/>
                </a:cubicBezTo>
                <a:cubicBezTo>
                  <a:pt x="855702" y="543586"/>
                  <a:pt x="809625" y="488579"/>
                  <a:pt x="809625" y="483921"/>
                </a:cubicBezTo>
                <a:cubicBezTo>
                  <a:pt x="809625" y="479264"/>
                  <a:pt x="801052" y="466251"/>
                  <a:pt x="790575" y="455005"/>
                </a:cubicBezTo>
                <a:cubicBezTo>
                  <a:pt x="780097" y="443759"/>
                  <a:pt x="771525" y="437594"/>
                  <a:pt x="771525" y="441305"/>
                </a:cubicBezTo>
                <a:cubicBezTo>
                  <a:pt x="771525" y="459182"/>
                  <a:pt x="827897" y="531736"/>
                  <a:pt x="942988" y="661987"/>
                </a:cubicBezTo>
                <a:cubicBezTo>
                  <a:pt x="1012423" y="740568"/>
                  <a:pt x="1074003" y="812363"/>
                  <a:pt x="1079833" y="821531"/>
                </a:cubicBezTo>
                <a:cubicBezTo>
                  <a:pt x="1090253" y="837919"/>
                  <a:pt x="1104900" y="844084"/>
                  <a:pt x="1104900" y="832083"/>
                </a:cubicBezTo>
                <a:close/>
                <a:moveTo>
                  <a:pt x="709441" y="580850"/>
                </a:moveTo>
                <a:cubicBezTo>
                  <a:pt x="689073" y="559991"/>
                  <a:pt x="668100" y="542925"/>
                  <a:pt x="662833" y="542925"/>
                </a:cubicBezTo>
                <a:cubicBezTo>
                  <a:pt x="657567" y="542925"/>
                  <a:pt x="672100" y="562123"/>
                  <a:pt x="695129" y="585587"/>
                </a:cubicBezTo>
                <a:cubicBezTo>
                  <a:pt x="718157" y="609052"/>
                  <a:pt x="739131" y="626118"/>
                  <a:pt x="741737" y="623512"/>
                </a:cubicBezTo>
                <a:cubicBezTo>
                  <a:pt x="744342" y="620907"/>
                  <a:pt x="729809" y="601708"/>
                  <a:pt x="709441" y="580850"/>
                </a:cubicBezTo>
                <a:close/>
                <a:moveTo>
                  <a:pt x="314777" y="550671"/>
                </a:moveTo>
                <a:cubicBezTo>
                  <a:pt x="283085" y="513022"/>
                  <a:pt x="258232" y="477334"/>
                  <a:pt x="259547" y="471365"/>
                </a:cubicBezTo>
                <a:cubicBezTo>
                  <a:pt x="260861" y="465397"/>
                  <a:pt x="233005" y="429242"/>
                  <a:pt x="197643" y="391022"/>
                </a:cubicBezTo>
                <a:cubicBezTo>
                  <a:pt x="162282" y="352802"/>
                  <a:pt x="133349" y="325893"/>
                  <a:pt x="133350" y="331225"/>
                </a:cubicBezTo>
                <a:cubicBezTo>
                  <a:pt x="133350" y="342419"/>
                  <a:pt x="269466" y="518711"/>
                  <a:pt x="324384" y="578643"/>
                </a:cubicBezTo>
                <a:cubicBezTo>
                  <a:pt x="383872" y="643564"/>
                  <a:pt x="377602" y="625308"/>
                  <a:pt x="314777" y="550671"/>
                </a:cubicBezTo>
                <a:close/>
                <a:moveTo>
                  <a:pt x="504159" y="235743"/>
                </a:moveTo>
                <a:cubicBezTo>
                  <a:pt x="348823" y="86053"/>
                  <a:pt x="304800" y="50010"/>
                  <a:pt x="304800" y="72525"/>
                </a:cubicBezTo>
                <a:cubicBezTo>
                  <a:pt x="304799" y="89616"/>
                  <a:pt x="404335" y="190893"/>
                  <a:pt x="416532" y="186213"/>
                </a:cubicBezTo>
                <a:cubicBezTo>
                  <a:pt x="424921" y="182994"/>
                  <a:pt x="458714" y="206910"/>
                  <a:pt x="503269" y="247599"/>
                </a:cubicBezTo>
                <a:cubicBezTo>
                  <a:pt x="603158" y="338822"/>
                  <a:pt x="603696" y="331663"/>
                  <a:pt x="504159" y="235743"/>
                </a:cubicBezTo>
                <a:close/>
              </a:path>
            </a:pathLst>
          </a:custGeom>
          <a:solidFill>
            <a:srgbClr val="7A1732"/>
          </a:solidFill>
          <a:ln>
            <a:noFill/>
          </a:ln>
        </p:spPr>
      </p:sp>
      <p:pic>
        <p:nvPicPr>
          <p:cNvPr id="5" name="the usual gift" descr="0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300000">
            <a:off x="5372100" y="5795962"/>
            <a:ext cx="4305300" cy="4029075"/>
          </a:xfrm>
          <a:prstGeom prst="rect">
            <a:avLst/>
          </a:prstGeom>
        </p:spPr>
      </p:pic>
      <p:sp>
        <p:nvSpPr>
          <p:cNvPr id="6" name="cross"/>
          <p:cNvSpPr/>
          <p:nvPr/>
        </p:nvSpPr>
        <p:spPr>
          <a:xfrm rot="300000">
            <a:off x="6096000" y="6419850"/>
            <a:ext cx="2857500" cy="2781300"/>
          </a:xfrm>
          <a:custGeom>
            <a:avLst/>
            <a:gdLst/>
            <a:ahLst/>
            <a:cxnLst/>
            <a:rect l="0" t="0" r="r" b="b"/>
            <a:pathLst>
              <a:path w="2857500" h="2781300">
                <a:moveTo>
                  <a:pt x="251951" y="2764000"/>
                </a:moveTo>
                <a:cubicBezTo>
                  <a:pt x="229518" y="2749951"/>
                  <a:pt x="223282" y="2739561"/>
                  <a:pt x="224529" y="2718314"/>
                </a:cubicBezTo>
                <a:cubicBezTo>
                  <a:pt x="227257" y="2671834"/>
                  <a:pt x="228141" y="2668819"/>
                  <a:pt x="243567" y="2653392"/>
                </a:cubicBezTo>
                <a:cubicBezTo>
                  <a:pt x="251800" y="2645160"/>
                  <a:pt x="254249" y="2638425"/>
                  <a:pt x="249010" y="2638425"/>
                </a:cubicBezTo>
                <a:cubicBezTo>
                  <a:pt x="243771" y="2638425"/>
                  <a:pt x="231995" y="2645925"/>
                  <a:pt x="222840" y="2655093"/>
                </a:cubicBezTo>
                <a:cubicBezTo>
                  <a:pt x="213685" y="2664261"/>
                  <a:pt x="199449" y="2672802"/>
                  <a:pt x="191204" y="2674073"/>
                </a:cubicBezTo>
                <a:cubicBezTo>
                  <a:pt x="182958" y="2675344"/>
                  <a:pt x="162918" y="2678952"/>
                  <a:pt x="146669" y="2682090"/>
                </a:cubicBezTo>
                <a:cubicBezTo>
                  <a:pt x="97968" y="2691497"/>
                  <a:pt x="54052" y="2631432"/>
                  <a:pt x="62683" y="2567218"/>
                </a:cubicBezTo>
                <a:cubicBezTo>
                  <a:pt x="66187" y="2541151"/>
                  <a:pt x="75222" y="2510409"/>
                  <a:pt x="82761" y="2498904"/>
                </a:cubicBezTo>
                <a:cubicBezTo>
                  <a:pt x="95405" y="2479606"/>
                  <a:pt x="94809" y="2477742"/>
                  <a:pt x="75069" y="2474861"/>
                </a:cubicBezTo>
                <a:cubicBezTo>
                  <a:pt x="40104" y="2469757"/>
                  <a:pt x="32676" y="2421290"/>
                  <a:pt x="62145" y="2390531"/>
                </a:cubicBezTo>
                <a:cubicBezTo>
                  <a:pt x="79659" y="2372251"/>
                  <a:pt x="82923" y="2363208"/>
                  <a:pt x="74903" y="2355188"/>
                </a:cubicBezTo>
                <a:cubicBezTo>
                  <a:pt x="57028" y="2337313"/>
                  <a:pt x="162258" y="2179121"/>
                  <a:pt x="277216" y="2051053"/>
                </a:cubicBezTo>
                <a:cubicBezTo>
                  <a:pt x="347284" y="1972995"/>
                  <a:pt x="693552" y="1602529"/>
                  <a:pt x="789480" y="1502991"/>
                </a:cubicBezTo>
                <a:lnTo>
                  <a:pt x="869394" y="1420070"/>
                </a:lnTo>
                <a:lnTo>
                  <a:pt x="779978" y="1326433"/>
                </a:lnTo>
                <a:cubicBezTo>
                  <a:pt x="730799" y="1274932"/>
                  <a:pt x="666988" y="1206913"/>
                  <a:pt x="638175" y="1175279"/>
                </a:cubicBezTo>
                <a:cubicBezTo>
                  <a:pt x="609361" y="1143646"/>
                  <a:pt x="575071" y="1109325"/>
                  <a:pt x="561975" y="1099010"/>
                </a:cubicBezTo>
                <a:cubicBezTo>
                  <a:pt x="519683" y="1065702"/>
                  <a:pt x="313140" y="841797"/>
                  <a:pt x="241155" y="751220"/>
                </a:cubicBezTo>
                <a:cubicBezTo>
                  <a:pt x="215914" y="719460"/>
                  <a:pt x="167951" y="660892"/>
                  <a:pt x="134571" y="621070"/>
                </a:cubicBezTo>
                <a:cubicBezTo>
                  <a:pt x="38372" y="506301"/>
                  <a:pt x="7440" y="454557"/>
                  <a:pt x="3536" y="401864"/>
                </a:cubicBezTo>
                <a:cubicBezTo>
                  <a:pt x="-358" y="349307"/>
                  <a:pt x="24587" y="309998"/>
                  <a:pt x="54836" y="321027"/>
                </a:cubicBezTo>
                <a:cubicBezTo>
                  <a:pt x="69989" y="326552"/>
                  <a:pt x="69903" y="325331"/>
                  <a:pt x="53843" y="307023"/>
                </a:cubicBezTo>
                <a:cubicBezTo>
                  <a:pt x="-1638" y="243777"/>
                  <a:pt x="83032" y="119000"/>
                  <a:pt x="169673" y="136328"/>
                </a:cubicBezTo>
                <a:cubicBezTo>
                  <a:pt x="204280" y="143249"/>
                  <a:pt x="213887" y="136029"/>
                  <a:pt x="228107" y="92416"/>
                </a:cubicBezTo>
                <a:cubicBezTo>
                  <a:pt x="246492" y="36029"/>
                  <a:pt x="291923" y="11572"/>
                  <a:pt x="389137" y="5731"/>
                </a:cubicBezTo>
                <a:cubicBezTo>
                  <a:pt x="481736" y="166"/>
                  <a:pt x="523316" y="12615"/>
                  <a:pt x="590450" y="66004"/>
                </a:cubicBezTo>
                <a:cubicBezTo>
                  <a:pt x="654684" y="117087"/>
                  <a:pt x="784087" y="248032"/>
                  <a:pt x="897028" y="376237"/>
                </a:cubicBezTo>
                <a:cubicBezTo>
                  <a:pt x="952409" y="439102"/>
                  <a:pt x="1050768" y="541730"/>
                  <a:pt x="1115604" y="604299"/>
                </a:cubicBezTo>
                <a:cubicBezTo>
                  <a:pt x="1180439" y="666868"/>
                  <a:pt x="1272975" y="756440"/>
                  <a:pt x="1321237" y="803348"/>
                </a:cubicBezTo>
                <a:lnTo>
                  <a:pt x="1408987" y="888635"/>
                </a:lnTo>
                <a:lnTo>
                  <a:pt x="1526025" y="780071"/>
                </a:lnTo>
                <a:cubicBezTo>
                  <a:pt x="1710642" y="608820"/>
                  <a:pt x="1857325" y="481252"/>
                  <a:pt x="1869763" y="481127"/>
                </a:cubicBezTo>
                <a:cubicBezTo>
                  <a:pt x="1876046" y="481064"/>
                  <a:pt x="1913334" y="450414"/>
                  <a:pt x="1952625" y="413017"/>
                </a:cubicBezTo>
                <a:cubicBezTo>
                  <a:pt x="2155799" y="219635"/>
                  <a:pt x="2418238" y="30843"/>
                  <a:pt x="2507041" y="14183"/>
                </a:cubicBezTo>
                <a:cubicBezTo>
                  <a:pt x="2565819" y="3156"/>
                  <a:pt x="2603417" y="38938"/>
                  <a:pt x="2564606" y="68966"/>
                </a:cubicBezTo>
                <a:cubicBezTo>
                  <a:pt x="2525264" y="99405"/>
                  <a:pt x="2424271" y="212981"/>
                  <a:pt x="2459195" y="187511"/>
                </a:cubicBezTo>
                <a:cubicBezTo>
                  <a:pt x="2478491" y="173438"/>
                  <a:pt x="2505027" y="161925"/>
                  <a:pt x="2518164" y="161925"/>
                </a:cubicBezTo>
                <a:cubicBezTo>
                  <a:pt x="2531302" y="161925"/>
                  <a:pt x="2544706" y="157627"/>
                  <a:pt x="2547953" y="152374"/>
                </a:cubicBezTo>
                <a:cubicBezTo>
                  <a:pt x="2553575" y="143277"/>
                  <a:pt x="2596270" y="122518"/>
                  <a:pt x="2665332" y="95302"/>
                </a:cubicBezTo>
                <a:cubicBezTo>
                  <a:pt x="2695034" y="83598"/>
                  <a:pt x="2698585" y="84411"/>
                  <a:pt x="2722482" y="108392"/>
                </a:cubicBezTo>
                <a:lnTo>
                  <a:pt x="2747962" y="133963"/>
                </a:lnTo>
                <a:lnTo>
                  <a:pt x="2709862" y="167720"/>
                </a:lnTo>
                <a:cubicBezTo>
                  <a:pt x="2688907" y="186287"/>
                  <a:pt x="2682360" y="194722"/>
                  <a:pt x="2695313" y="186464"/>
                </a:cubicBezTo>
                <a:cubicBezTo>
                  <a:pt x="2747610" y="153122"/>
                  <a:pt x="2746833" y="176650"/>
                  <a:pt x="2693733" y="234256"/>
                </a:cubicBezTo>
                <a:cubicBezTo>
                  <a:pt x="2661370" y="269367"/>
                  <a:pt x="2656400" y="279282"/>
                  <a:pt x="2667540" y="286521"/>
                </a:cubicBezTo>
                <a:cubicBezTo>
                  <a:pt x="2678593" y="293705"/>
                  <a:pt x="2673227" y="303090"/>
                  <a:pt x="2640162" y="334409"/>
                </a:cubicBezTo>
                <a:cubicBezTo>
                  <a:pt x="2583994" y="387613"/>
                  <a:pt x="2593931" y="389162"/>
                  <a:pt x="2656750" y="336996"/>
                </a:cubicBezTo>
                <a:cubicBezTo>
                  <a:pt x="2749178" y="260240"/>
                  <a:pt x="2795097" y="242368"/>
                  <a:pt x="2826131" y="271072"/>
                </a:cubicBezTo>
                <a:lnTo>
                  <a:pt x="2847150" y="290512"/>
                </a:lnTo>
                <a:lnTo>
                  <a:pt x="2803787" y="334629"/>
                </a:lnTo>
                <a:cubicBezTo>
                  <a:pt x="2751112" y="388219"/>
                  <a:pt x="2763767" y="406314"/>
                  <a:pt x="2819014" y="356402"/>
                </a:cubicBezTo>
                <a:cubicBezTo>
                  <a:pt x="2851836" y="326750"/>
                  <a:pt x="2857499" y="324388"/>
                  <a:pt x="2857499" y="340358"/>
                </a:cubicBezTo>
                <a:cubicBezTo>
                  <a:pt x="2857499" y="384001"/>
                  <a:pt x="2702332" y="559411"/>
                  <a:pt x="2308425" y="961065"/>
                </a:cubicBezTo>
                <a:cubicBezTo>
                  <a:pt x="2187171" y="1084703"/>
                  <a:pt x="2089301" y="1187291"/>
                  <a:pt x="2090937" y="1189037"/>
                </a:cubicBezTo>
                <a:cubicBezTo>
                  <a:pt x="2094615" y="1192962"/>
                  <a:pt x="2096582" y="1191099"/>
                  <a:pt x="2282888" y="1007268"/>
                </a:cubicBezTo>
                <a:cubicBezTo>
                  <a:pt x="2421781" y="870221"/>
                  <a:pt x="2457450" y="841352"/>
                  <a:pt x="2457450" y="865984"/>
                </a:cubicBezTo>
                <a:cubicBezTo>
                  <a:pt x="2457450" y="870787"/>
                  <a:pt x="2370724" y="957584"/>
                  <a:pt x="2264725" y="1058865"/>
                </a:cubicBezTo>
                <a:cubicBezTo>
                  <a:pt x="2158727" y="1160146"/>
                  <a:pt x="2035719" y="1277974"/>
                  <a:pt x="1991373" y="1320705"/>
                </a:cubicBezTo>
                <a:lnTo>
                  <a:pt x="1910745" y="1398398"/>
                </a:lnTo>
                <a:lnTo>
                  <a:pt x="2091229" y="1578673"/>
                </a:lnTo>
                <a:cubicBezTo>
                  <a:pt x="2413391" y="1900463"/>
                  <a:pt x="2571438" y="2071278"/>
                  <a:pt x="2571630" y="2097881"/>
                </a:cubicBezTo>
                <a:cubicBezTo>
                  <a:pt x="2571815" y="2123622"/>
                  <a:pt x="2568998" y="2121375"/>
                  <a:pt x="2460144" y="2008959"/>
                </a:cubicBezTo>
                <a:cubicBezTo>
                  <a:pt x="2403910" y="1950884"/>
                  <a:pt x="2349223" y="1898766"/>
                  <a:pt x="2338618" y="1893141"/>
                </a:cubicBezTo>
                <a:cubicBezTo>
                  <a:pt x="2328014" y="1887517"/>
                  <a:pt x="2377201" y="1943959"/>
                  <a:pt x="2447925" y="2018569"/>
                </a:cubicBezTo>
                <a:cubicBezTo>
                  <a:pt x="2652097" y="2233962"/>
                  <a:pt x="2702559" y="2295568"/>
                  <a:pt x="2690628" y="2314872"/>
                </a:cubicBezTo>
                <a:cubicBezTo>
                  <a:pt x="2686216" y="2322011"/>
                  <a:pt x="2676507" y="2318455"/>
                  <a:pt x="2661232" y="2304105"/>
                </a:cubicBezTo>
                <a:cubicBezTo>
                  <a:pt x="2625554" y="2270587"/>
                  <a:pt x="2634514" y="2298101"/>
                  <a:pt x="2671769" y="2336461"/>
                </a:cubicBezTo>
                <a:cubicBezTo>
                  <a:pt x="2711268" y="2377132"/>
                  <a:pt x="2705500" y="2407831"/>
                  <a:pt x="2654763" y="2426982"/>
                </a:cubicBezTo>
                <a:cubicBezTo>
                  <a:pt x="2628212" y="2437004"/>
                  <a:pt x="2620838" y="2435596"/>
                  <a:pt x="2588785" y="2414385"/>
                </a:cubicBezTo>
                <a:cubicBezTo>
                  <a:pt x="2549722" y="2388534"/>
                  <a:pt x="2543657" y="2392676"/>
                  <a:pt x="2568546" y="2428210"/>
                </a:cubicBezTo>
                <a:cubicBezTo>
                  <a:pt x="2606827" y="2482863"/>
                  <a:pt x="2626743" y="2537291"/>
                  <a:pt x="2615748" y="2557203"/>
                </a:cubicBezTo>
                <a:cubicBezTo>
                  <a:pt x="2594329" y="2595996"/>
                  <a:pt x="2578053" y="2610111"/>
                  <a:pt x="2560986" y="2604694"/>
                </a:cubicBezTo>
                <a:cubicBezTo>
                  <a:pt x="2551586" y="2601710"/>
                  <a:pt x="2534886" y="2604090"/>
                  <a:pt x="2523875" y="2609983"/>
                </a:cubicBezTo>
                <a:cubicBezTo>
                  <a:pt x="2508860" y="2618019"/>
                  <a:pt x="2500438" y="2617859"/>
                  <a:pt x="2490178" y="2609344"/>
                </a:cubicBezTo>
                <a:cubicBezTo>
                  <a:pt x="2471637" y="2593956"/>
                  <a:pt x="2472795" y="2609018"/>
                  <a:pt x="2491764" y="2629980"/>
                </a:cubicBezTo>
                <a:cubicBezTo>
                  <a:pt x="2514152" y="2654718"/>
                  <a:pt x="2497547" y="2695946"/>
                  <a:pt x="2456080" y="2718576"/>
                </a:cubicBezTo>
                <a:lnTo>
                  <a:pt x="2422658" y="2736815"/>
                </a:lnTo>
                <a:lnTo>
                  <a:pt x="2363854" y="2707430"/>
                </a:lnTo>
                <a:cubicBezTo>
                  <a:pt x="2321059" y="2686045"/>
                  <a:pt x="2305050" y="2681678"/>
                  <a:pt x="2305050" y="2691391"/>
                </a:cubicBezTo>
                <a:cubicBezTo>
                  <a:pt x="2305049" y="2716170"/>
                  <a:pt x="2262530" y="2716642"/>
                  <a:pt x="2207872" y="2692470"/>
                </a:cubicBezTo>
                <a:cubicBezTo>
                  <a:pt x="2085164" y="2638202"/>
                  <a:pt x="2009761" y="2573523"/>
                  <a:pt x="1637381" y="2203108"/>
                </a:cubicBezTo>
                <a:lnTo>
                  <a:pt x="1357751" y="1924954"/>
                </a:lnTo>
                <a:lnTo>
                  <a:pt x="1284806" y="1995939"/>
                </a:lnTo>
                <a:cubicBezTo>
                  <a:pt x="1212237" y="2066559"/>
                  <a:pt x="1193134" y="2079897"/>
                  <a:pt x="1203594" y="2052637"/>
                </a:cubicBezTo>
                <a:cubicBezTo>
                  <a:pt x="1211234" y="2032728"/>
                  <a:pt x="1196793" y="2034796"/>
                  <a:pt x="1177231" y="2056412"/>
                </a:cubicBezTo>
                <a:cubicBezTo>
                  <a:pt x="1164496" y="2070484"/>
                  <a:pt x="1163643" y="2075630"/>
                  <a:pt x="1173373" y="2079706"/>
                </a:cubicBezTo>
                <a:cubicBezTo>
                  <a:pt x="1181430" y="2083082"/>
                  <a:pt x="1158895" y="2110688"/>
                  <a:pt x="1109865" y="2157503"/>
                </a:cubicBezTo>
                <a:cubicBezTo>
                  <a:pt x="1037407" y="2226688"/>
                  <a:pt x="996571" y="2241662"/>
                  <a:pt x="1053753" y="2178078"/>
                </a:cubicBezTo>
                <a:cubicBezTo>
                  <a:pt x="1068687" y="2161473"/>
                  <a:pt x="1060586" y="2166996"/>
                  <a:pt x="1035752" y="2190351"/>
                </a:cubicBezTo>
                <a:cubicBezTo>
                  <a:pt x="986375" y="2236789"/>
                  <a:pt x="983700" y="2240424"/>
                  <a:pt x="1004887" y="2232294"/>
                </a:cubicBezTo>
                <a:cubicBezTo>
                  <a:pt x="1037094" y="2219935"/>
                  <a:pt x="1015007" y="2250164"/>
                  <a:pt x="945356" y="2313771"/>
                </a:cubicBezTo>
                <a:cubicBezTo>
                  <a:pt x="904755" y="2350848"/>
                  <a:pt x="863783" y="2381199"/>
                  <a:pt x="854306" y="2381217"/>
                </a:cubicBezTo>
                <a:cubicBezTo>
                  <a:pt x="844829" y="2381235"/>
                  <a:pt x="839504" y="2385179"/>
                  <a:pt x="842472" y="2389981"/>
                </a:cubicBezTo>
                <a:cubicBezTo>
                  <a:pt x="845440" y="2394784"/>
                  <a:pt x="808188" y="2437413"/>
                  <a:pt x="759690" y="2484711"/>
                </a:cubicBezTo>
                <a:cubicBezTo>
                  <a:pt x="587707" y="2652442"/>
                  <a:pt x="428588" y="2772457"/>
                  <a:pt x="404593" y="2752542"/>
                </a:cubicBezTo>
                <a:cubicBezTo>
                  <a:pt x="397892" y="2746981"/>
                  <a:pt x="386783" y="2748789"/>
                  <a:pt x="374414" y="2757453"/>
                </a:cubicBezTo>
                <a:cubicBezTo>
                  <a:pt x="340222" y="2781402"/>
                  <a:pt x="284495" y="2784381"/>
                  <a:pt x="251951" y="2764000"/>
                </a:cubicBezTo>
                <a:close/>
                <a:moveTo>
                  <a:pt x="1795268" y="2245518"/>
                </a:moveTo>
                <a:cubicBezTo>
                  <a:pt x="1695382" y="2140773"/>
                  <a:pt x="1626147" y="2073447"/>
                  <a:pt x="1630219" y="2085023"/>
                </a:cubicBezTo>
                <a:cubicBezTo>
                  <a:pt x="1635647" y="2100452"/>
                  <a:pt x="1851845" y="2323967"/>
                  <a:pt x="1861408" y="2324036"/>
                </a:cubicBezTo>
                <a:cubicBezTo>
                  <a:pt x="1866245" y="2324071"/>
                  <a:pt x="1836482" y="2288738"/>
                  <a:pt x="1795268" y="2245518"/>
                </a:cubicBezTo>
                <a:close/>
                <a:moveTo>
                  <a:pt x="652191" y="1752246"/>
                </a:moveTo>
                <a:cubicBezTo>
                  <a:pt x="662519" y="1739344"/>
                  <a:pt x="650370" y="1748075"/>
                  <a:pt x="625192" y="1771650"/>
                </a:cubicBezTo>
                <a:cubicBezTo>
                  <a:pt x="550873" y="1841235"/>
                  <a:pt x="431767" y="1964692"/>
                  <a:pt x="409243" y="1995487"/>
                </a:cubicBezTo>
                <a:cubicBezTo>
                  <a:pt x="387266" y="2025533"/>
                  <a:pt x="619764" y="1792756"/>
                  <a:pt x="652191" y="1752246"/>
                </a:cubicBezTo>
                <a:close/>
                <a:moveTo>
                  <a:pt x="1341183" y="925275"/>
                </a:moveTo>
                <a:cubicBezTo>
                  <a:pt x="1320242" y="895494"/>
                  <a:pt x="1123317" y="692782"/>
                  <a:pt x="1119265" y="696834"/>
                </a:cubicBezTo>
                <a:cubicBezTo>
                  <a:pt x="1114437" y="701662"/>
                  <a:pt x="1335613" y="941007"/>
                  <a:pt x="1345946" y="942136"/>
                </a:cubicBezTo>
                <a:cubicBezTo>
                  <a:pt x="1350172" y="942597"/>
                  <a:pt x="1348029" y="935010"/>
                  <a:pt x="1341183" y="925275"/>
                </a:cubicBezTo>
                <a:close/>
                <a:moveTo>
                  <a:pt x="2447925" y="732526"/>
                </a:moveTo>
                <a:cubicBezTo>
                  <a:pt x="2518648" y="664322"/>
                  <a:pt x="2567940" y="613034"/>
                  <a:pt x="2557462" y="618554"/>
                </a:cubicBezTo>
                <a:cubicBezTo>
                  <a:pt x="2531521" y="632221"/>
                  <a:pt x="2297867" y="856909"/>
                  <a:pt x="2309812" y="856701"/>
                </a:cubicBezTo>
                <a:cubicBezTo>
                  <a:pt x="2315051" y="856610"/>
                  <a:pt x="2377201" y="800731"/>
                  <a:pt x="2447925" y="732526"/>
                </a:cubicBezTo>
                <a:close/>
                <a:moveTo>
                  <a:pt x="2466975" y="837047"/>
                </a:moveTo>
                <a:cubicBezTo>
                  <a:pt x="2466975" y="831174"/>
                  <a:pt x="2515321" y="776524"/>
                  <a:pt x="2574412" y="715603"/>
                </a:cubicBezTo>
                <a:cubicBezTo>
                  <a:pt x="2633503" y="654682"/>
                  <a:pt x="2700359" y="582311"/>
                  <a:pt x="2722980" y="554779"/>
                </a:cubicBezTo>
                <a:cubicBezTo>
                  <a:pt x="2760044" y="509670"/>
                  <a:pt x="2801976" y="484226"/>
                  <a:pt x="2816052" y="498302"/>
                </a:cubicBezTo>
                <a:cubicBezTo>
                  <a:pt x="2827489" y="509739"/>
                  <a:pt x="2717265" y="629717"/>
                  <a:pt x="2558481" y="778668"/>
                </a:cubicBezTo>
                <a:cubicBezTo>
                  <a:pt x="2486511" y="846182"/>
                  <a:pt x="2466975" y="858646"/>
                  <a:pt x="2466975" y="837047"/>
                </a:cubicBezTo>
                <a:close/>
                <a:moveTo>
                  <a:pt x="1676400" y="702635"/>
                </a:moveTo>
                <a:cubicBezTo>
                  <a:pt x="1676400" y="691126"/>
                  <a:pt x="1609437" y="754128"/>
                  <a:pt x="1598118" y="776287"/>
                </a:cubicBezTo>
                <a:cubicBezTo>
                  <a:pt x="1592766" y="786765"/>
                  <a:pt x="1608190" y="776228"/>
                  <a:pt x="1632393" y="752873"/>
                </a:cubicBezTo>
                <a:cubicBezTo>
                  <a:pt x="1656597" y="729517"/>
                  <a:pt x="1676400" y="706910"/>
                  <a:pt x="1676400" y="702635"/>
                </a:cubicBezTo>
                <a:close/>
                <a:moveTo>
                  <a:pt x="1805134" y="593079"/>
                </a:moveTo>
                <a:cubicBezTo>
                  <a:pt x="1835775" y="565657"/>
                  <a:pt x="1858993" y="541398"/>
                  <a:pt x="1856729" y="539171"/>
                </a:cubicBezTo>
                <a:cubicBezTo>
                  <a:pt x="1854464" y="536944"/>
                  <a:pt x="1820465" y="565098"/>
                  <a:pt x="1781175" y="601736"/>
                </a:cubicBezTo>
                <a:cubicBezTo>
                  <a:pt x="1700877" y="676610"/>
                  <a:pt x="1719191" y="669994"/>
                  <a:pt x="1805134" y="593079"/>
                </a:cubicBezTo>
                <a:close/>
                <a:moveTo>
                  <a:pt x="2266950" y="331792"/>
                </a:moveTo>
                <a:cubicBezTo>
                  <a:pt x="2408208" y="208589"/>
                  <a:pt x="2462821" y="156135"/>
                  <a:pt x="2428875" y="176265"/>
                </a:cubicBezTo>
                <a:cubicBezTo>
                  <a:pt x="2409595" y="187699"/>
                  <a:pt x="2132306" y="433094"/>
                  <a:pt x="2070299" y="493599"/>
                </a:cubicBezTo>
                <a:cubicBezTo>
                  <a:pt x="2042860" y="520373"/>
                  <a:pt x="2059070" y="516534"/>
                  <a:pt x="2088356" y="489323"/>
                </a:cubicBezTo>
                <a:cubicBezTo>
                  <a:pt x="2105382" y="473502"/>
                  <a:pt x="2185749" y="402614"/>
                  <a:pt x="2266950" y="331792"/>
                </a:cubicBezTo>
                <a:close/>
                <a:moveTo>
                  <a:pt x="2466827" y="101072"/>
                </a:moveTo>
                <a:cubicBezTo>
                  <a:pt x="2493787" y="75854"/>
                  <a:pt x="2513965" y="53340"/>
                  <a:pt x="2511667" y="51042"/>
                </a:cubicBezTo>
                <a:cubicBezTo>
                  <a:pt x="2505801" y="45176"/>
                  <a:pt x="2381250" y="152652"/>
                  <a:pt x="2381250" y="163580"/>
                </a:cubicBezTo>
                <a:cubicBezTo>
                  <a:pt x="2381250" y="175643"/>
                  <a:pt x="2407969" y="156126"/>
                  <a:pt x="2466827" y="101072"/>
                </a:cubicBezTo>
                <a:close/>
              </a:path>
            </a:pathLst>
          </a:custGeom>
          <a:solidFill>
            <a:srgbClr val="7A1732"/>
          </a:solidFill>
          <a:ln>
            <a:noFill/>
          </a:ln>
        </p:spPr>
      </p:sp>
      <p:pic>
        <p:nvPicPr>
          <p:cNvPr id="7" name="the usual gift" descr="00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40000">
            <a:off x="990600" y="8172450"/>
            <a:ext cx="5257800" cy="4229100"/>
          </a:xfrm>
          <a:prstGeom prst="rect">
            <a:avLst/>
          </a:prstGeom>
        </p:spPr>
      </p:pic>
      <p:sp>
        <p:nvSpPr>
          <p:cNvPr id="8" name="cross"/>
          <p:cNvSpPr/>
          <p:nvPr/>
        </p:nvSpPr>
        <p:spPr>
          <a:xfrm rot="-240000">
            <a:off x="2190750" y="8810625"/>
            <a:ext cx="2857500" cy="2952750"/>
          </a:xfrm>
          <a:custGeom>
            <a:avLst/>
            <a:gdLst/>
            <a:ahLst/>
            <a:cxnLst/>
            <a:rect l="0" t="0" r="r" b="b"/>
            <a:pathLst>
              <a:path w="2857500" h="2952750">
                <a:moveTo>
                  <a:pt x="47882" y="2944294"/>
                </a:moveTo>
                <a:cubicBezTo>
                  <a:pt x="47740" y="2937024"/>
                  <a:pt x="77613" y="2885589"/>
                  <a:pt x="114265" y="2829994"/>
                </a:cubicBezTo>
                <a:cubicBezTo>
                  <a:pt x="165278" y="2752617"/>
                  <a:pt x="171747" y="2739522"/>
                  <a:pt x="141849" y="2774156"/>
                </a:cubicBezTo>
                <a:cubicBezTo>
                  <a:pt x="120368" y="2799040"/>
                  <a:pt x="98734" y="2819400"/>
                  <a:pt x="93774" y="2819400"/>
                </a:cubicBezTo>
                <a:cubicBezTo>
                  <a:pt x="81624" y="2819400"/>
                  <a:pt x="126075" y="2760020"/>
                  <a:pt x="187721" y="2693900"/>
                </a:cubicBezTo>
                <a:cubicBezTo>
                  <a:pt x="239258" y="2638623"/>
                  <a:pt x="257174" y="2607683"/>
                  <a:pt x="214350" y="2647914"/>
                </a:cubicBezTo>
                <a:cubicBezTo>
                  <a:pt x="166269" y="2693084"/>
                  <a:pt x="183398" y="2659029"/>
                  <a:pt x="248120" y="2580777"/>
                </a:cubicBezTo>
                <a:cubicBezTo>
                  <a:pt x="375768" y="2426443"/>
                  <a:pt x="400310" y="2394286"/>
                  <a:pt x="418956" y="2356936"/>
                </a:cubicBezTo>
                <a:lnTo>
                  <a:pt x="437726" y="2319337"/>
                </a:lnTo>
                <a:lnTo>
                  <a:pt x="411744" y="2348709"/>
                </a:lnTo>
                <a:cubicBezTo>
                  <a:pt x="397454" y="2364864"/>
                  <a:pt x="352019" y="2417560"/>
                  <a:pt x="310776" y="2465811"/>
                </a:cubicBezTo>
                <a:cubicBezTo>
                  <a:pt x="232954" y="2556860"/>
                  <a:pt x="201612" y="2578695"/>
                  <a:pt x="261657" y="2500032"/>
                </a:cubicBezTo>
                <a:cubicBezTo>
                  <a:pt x="280555" y="2475274"/>
                  <a:pt x="293767" y="2452767"/>
                  <a:pt x="291017" y="2450017"/>
                </a:cubicBezTo>
                <a:cubicBezTo>
                  <a:pt x="288267" y="2447267"/>
                  <a:pt x="277073" y="2456386"/>
                  <a:pt x="266142" y="2470283"/>
                </a:cubicBezTo>
                <a:cubicBezTo>
                  <a:pt x="255210" y="2484180"/>
                  <a:pt x="241220" y="2495554"/>
                  <a:pt x="235052" y="2495559"/>
                </a:cubicBezTo>
                <a:cubicBezTo>
                  <a:pt x="228884" y="2495564"/>
                  <a:pt x="198120" y="2525457"/>
                  <a:pt x="166687" y="2561988"/>
                </a:cubicBezTo>
                <a:cubicBezTo>
                  <a:pt x="135255" y="2598518"/>
                  <a:pt x="103966" y="2628517"/>
                  <a:pt x="97157" y="2628653"/>
                </a:cubicBezTo>
                <a:cubicBezTo>
                  <a:pt x="89450" y="2628806"/>
                  <a:pt x="87705" y="2624406"/>
                  <a:pt x="92535" y="2616993"/>
                </a:cubicBezTo>
                <a:cubicBezTo>
                  <a:pt x="148407" y="2531232"/>
                  <a:pt x="166157" y="2501078"/>
                  <a:pt x="167947" y="2488878"/>
                </a:cubicBezTo>
                <a:cubicBezTo>
                  <a:pt x="169119" y="2480894"/>
                  <a:pt x="189842" y="2454598"/>
                  <a:pt x="213998" y="2430442"/>
                </a:cubicBezTo>
                <a:cubicBezTo>
                  <a:pt x="248972" y="2395468"/>
                  <a:pt x="254760" y="2385414"/>
                  <a:pt x="242416" y="2381084"/>
                </a:cubicBezTo>
                <a:cubicBezTo>
                  <a:pt x="225143" y="2375025"/>
                  <a:pt x="279456" y="2296623"/>
                  <a:pt x="423174" y="2120152"/>
                </a:cubicBezTo>
                <a:cubicBezTo>
                  <a:pt x="465462" y="2068227"/>
                  <a:pt x="521247" y="1999647"/>
                  <a:pt x="547139" y="1967752"/>
                </a:cubicBezTo>
                <a:cubicBezTo>
                  <a:pt x="605225" y="1896201"/>
                  <a:pt x="878362" y="1579076"/>
                  <a:pt x="921135" y="1533525"/>
                </a:cubicBezTo>
                <a:lnTo>
                  <a:pt x="952440" y="1500187"/>
                </a:lnTo>
                <a:lnTo>
                  <a:pt x="741262" y="1295400"/>
                </a:lnTo>
                <a:cubicBezTo>
                  <a:pt x="523217" y="1083952"/>
                  <a:pt x="320671" y="865432"/>
                  <a:pt x="231872" y="745838"/>
                </a:cubicBezTo>
                <a:cubicBezTo>
                  <a:pt x="175519" y="669941"/>
                  <a:pt x="172315" y="662263"/>
                  <a:pt x="200024" y="669509"/>
                </a:cubicBezTo>
                <a:cubicBezTo>
                  <a:pt x="226432" y="676415"/>
                  <a:pt x="224165" y="669931"/>
                  <a:pt x="185029" y="626612"/>
                </a:cubicBezTo>
                <a:cubicBezTo>
                  <a:pt x="166304" y="605885"/>
                  <a:pt x="153144" y="583297"/>
                  <a:pt x="155785" y="576416"/>
                </a:cubicBezTo>
                <a:cubicBezTo>
                  <a:pt x="158426" y="569535"/>
                  <a:pt x="128748" y="523822"/>
                  <a:pt x="89836" y="474833"/>
                </a:cubicBezTo>
                <a:cubicBezTo>
                  <a:pt x="50923" y="425844"/>
                  <a:pt x="19177" y="377190"/>
                  <a:pt x="19288" y="366712"/>
                </a:cubicBezTo>
                <a:cubicBezTo>
                  <a:pt x="19509" y="345969"/>
                  <a:pt x="16047" y="342651"/>
                  <a:pt x="188135" y="528542"/>
                </a:cubicBezTo>
                <a:cubicBezTo>
                  <a:pt x="264125" y="610627"/>
                  <a:pt x="306247" y="643046"/>
                  <a:pt x="261937" y="585343"/>
                </a:cubicBezTo>
                <a:cubicBezTo>
                  <a:pt x="137742" y="423610"/>
                  <a:pt x="162579" y="434181"/>
                  <a:pt x="342819" y="619765"/>
                </a:cubicBezTo>
                <a:cubicBezTo>
                  <a:pt x="426426" y="705852"/>
                  <a:pt x="494937" y="772885"/>
                  <a:pt x="495066" y="768726"/>
                </a:cubicBezTo>
                <a:cubicBezTo>
                  <a:pt x="495310" y="760836"/>
                  <a:pt x="420330" y="668302"/>
                  <a:pt x="371351" y="616047"/>
                </a:cubicBezTo>
                <a:cubicBezTo>
                  <a:pt x="355751" y="599404"/>
                  <a:pt x="342968" y="582778"/>
                  <a:pt x="342944" y="579100"/>
                </a:cubicBezTo>
                <a:cubicBezTo>
                  <a:pt x="342853" y="565287"/>
                  <a:pt x="256494" y="449452"/>
                  <a:pt x="242197" y="443965"/>
                </a:cubicBezTo>
                <a:cubicBezTo>
                  <a:pt x="232296" y="440166"/>
                  <a:pt x="229322" y="431828"/>
                  <a:pt x="233347" y="419146"/>
                </a:cubicBezTo>
                <a:cubicBezTo>
                  <a:pt x="236681" y="408643"/>
                  <a:pt x="235546" y="400049"/>
                  <a:pt x="230825" y="400049"/>
                </a:cubicBezTo>
                <a:cubicBezTo>
                  <a:pt x="226104" y="400049"/>
                  <a:pt x="205608" y="375404"/>
                  <a:pt x="185278" y="345281"/>
                </a:cubicBezTo>
                <a:cubicBezTo>
                  <a:pt x="164949" y="315158"/>
                  <a:pt x="114944" y="246941"/>
                  <a:pt x="74157" y="193687"/>
                </a:cubicBezTo>
                <a:cubicBezTo>
                  <a:pt x="9355" y="109077"/>
                  <a:pt x="-10314" y="76200"/>
                  <a:pt x="3868" y="76199"/>
                </a:cubicBezTo>
                <a:cubicBezTo>
                  <a:pt x="5996" y="76199"/>
                  <a:pt x="36702" y="106203"/>
                  <a:pt x="72106" y="142874"/>
                </a:cubicBezTo>
                <a:cubicBezTo>
                  <a:pt x="107509" y="179546"/>
                  <a:pt x="141267" y="209549"/>
                  <a:pt x="147123" y="209549"/>
                </a:cubicBezTo>
                <a:cubicBezTo>
                  <a:pt x="152980" y="209550"/>
                  <a:pt x="197581" y="252412"/>
                  <a:pt x="246236" y="304800"/>
                </a:cubicBezTo>
                <a:cubicBezTo>
                  <a:pt x="294892" y="357187"/>
                  <a:pt x="338544" y="400050"/>
                  <a:pt x="343240" y="400050"/>
                </a:cubicBezTo>
                <a:cubicBezTo>
                  <a:pt x="353598" y="400049"/>
                  <a:pt x="305303" y="325978"/>
                  <a:pt x="255434" y="265378"/>
                </a:cubicBezTo>
                <a:cubicBezTo>
                  <a:pt x="215565" y="216929"/>
                  <a:pt x="212523" y="209550"/>
                  <a:pt x="232420" y="209549"/>
                </a:cubicBezTo>
                <a:cubicBezTo>
                  <a:pt x="242399" y="209549"/>
                  <a:pt x="321566" y="292644"/>
                  <a:pt x="349635" y="332581"/>
                </a:cubicBezTo>
                <a:cubicBezTo>
                  <a:pt x="351169" y="334764"/>
                  <a:pt x="354778" y="334196"/>
                  <a:pt x="357655" y="331319"/>
                </a:cubicBezTo>
                <a:cubicBezTo>
                  <a:pt x="360531" y="328443"/>
                  <a:pt x="345075" y="305512"/>
                  <a:pt x="323308" y="280362"/>
                </a:cubicBezTo>
                <a:cubicBezTo>
                  <a:pt x="242177" y="186622"/>
                  <a:pt x="206117" y="132972"/>
                  <a:pt x="216957" y="122132"/>
                </a:cubicBezTo>
                <a:cubicBezTo>
                  <a:pt x="224408" y="114681"/>
                  <a:pt x="265289" y="150161"/>
                  <a:pt x="362878" y="248772"/>
                </a:cubicBezTo>
                <a:cubicBezTo>
                  <a:pt x="437441" y="324116"/>
                  <a:pt x="494037" y="379333"/>
                  <a:pt x="488646" y="371475"/>
                </a:cubicBezTo>
                <a:cubicBezTo>
                  <a:pt x="483256" y="363616"/>
                  <a:pt x="463231" y="336463"/>
                  <a:pt x="444148" y="311133"/>
                </a:cubicBezTo>
                <a:cubicBezTo>
                  <a:pt x="425065" y="285804"/>
                  <a:pt x="412004" y="260949"/>
                  <a:pt x="415124" y="255902"/>
                </a:cubicBezTo>
                <a:cubicBezTo>
                  <a:pt x="422742" y="243574"/>
                  <a:pt x="442460" y="260776"/>
                  <a:pt x="467907" y="301951"/>
                </a:cubicBezTo>
                <a:cubicBezTo>
                  <a:pt x="480230" y="321889"/>
                  <a:pt x="490956" y="330877"/>
                  <a:pt x="494870" y="324545"/>
                </a:cubicBezTo>
                <a:cubicBezTo>
                  <a:pt x="506229" y="306166"/>
                  <a:pt x="703324" y="502873"/>
                  <a:pt x="836086" y="665089"/>
                </a:cubicBezTo>
                <a:cubicBezTo>
                  <a:pt x="850345" y="682512"/>
                  <a:pt x="888043" y="718945"/>
                  <a:pt x="919859" y="746052"/>
                </a:cubicBezTo>
                <a:cubicBezTo>
                  <a:pt x="951674" y="773159"/>
                  <a:pt x="1028851" y="840343"/>
                  <a:pt x="1091363" y="895350"/>
                </a:cubicBezTo>
                <a:cubicBezTo>
                  <a:pt x="1208957" y="998826"/>
                  <a:pt x="1213210" y="1002553"/>
                  <a:pt x="1287966" y="1067647"/>
                </a:cubicBezTo>
                <a:lnTo>
                  <a:pt x="1332920" y="1106791"/>
                </a:lnTo>
                <a:lnTo>
                  <a:pt x="1416553" y="1027899"/>
                </a:lnTo>
                <a:cubicBezTo>
                  <a:pt x="1462552" y="984509"/>
                  <a:pt x="1660968" y="789968"/>
                  <a:pt x="1857479" y="595586"/>
                </a:cubicBezTo>
                <a:cubicBezTo>
                  <a:pt x="2053989" y="401205"/>
                  <a:pt x="2238298" y="226136"/>
                  <a:pt x="2267054" y="206545"/>
                </a:cubicBezTo>
                <a:cubicBezTo>
                  <a:pt x="2295810" y="186954"/>
                  <a:pt x="2345937" y="151858"/>
                  <a:pt x="2378448" y="128554"/>
                </a:cubicBezTo>
                <a:cubicBezTo>
                  <a:pt x="2473976" y="60078"/>
                  <a:pt x="2456876" y="95664"/>
                  <a:pt x="2333183" y="222746"/>
                </a:cubicBezTo>
                <a:cubicBezTo>
                  <a:pt x="2269679" y="287989"/>
                  <a:pt x="2207193" y="355645"/>
                  <a:pt x="2194325" y="373091"/>
                </a:cubicBezTo>
                <a:cubicBezTo>
                  <a:pt x="2181457" y="390538"/>
                  <a:pt x="2155006" y="421957"/>
                  <a:pt x="2135544" y="442912"/>
                </a:cubicBezTo>
                <a:cubicBezTo>
                  <a:pt x="2051343" y="533573"/>
                  <a:pt x="2082442" y="509490"/>
                  <a:pt x="2206268" y="388143"/>
                </a:cubicBezTo>
                <a:cubicBezTo>
                  <a:pt x="2339748" y="257337"/>
                  <a:pt x="2363411" y="238234"/>
                  <a:pt x="2341955" y="278606"/>
                </a:cubicBezTo>
                <a:cubicBezTo>
                  <a:pt x="2329232" y="302545"/>
                  <a:pt x="2430809" y="218010"/>
                  <a:pt x="2515772" y="133952"/>
                </a:cubicBezTo>
                <a:cubicBezTo>
                  <a:pt x="2630000" y="20940"/>
                  <a:pt x="2657291" y="-3358"/>
                  <a:pt x="2663275" y="2625"/>
                </a:cubicBezTo>
                <a:cubicBezTo>
                  <a:pt x="2666684" y="6034"/>
                  <a:pt x="2634560" y="48205"/>
                  <a:pt x="2591888" y="96338"/>
                </a:cubicBezTo>
                <a:cubicBezTo>
                  <a:pt x="2516999" y="180810"/>
                  <a:pt x="2494512" y="218729"/>
                  <a:pt x="2549597" y="167651"/>
                </a:cubicBezTo>
                <a:cubicBezTo>
                  <a:pt x="2575261" y="143854"/>
                  <a:pt x="2600505" y="135051"/>
                  <a:pt x="2600160" y="150018"/>
                </a:cubicBezTo>
                <a:cubicBezTo>
                  <a:pt x="2600069" y="153947"/>
                  <a:pt x="2588681" y="167878"/>
                  <a:pt x="2574853" y="180975"/>
                </a:cubicBezTo>
                <a:cubicBezTo>
                  <a:pt x="2521792" y="231230"/>
                  <a:pt x="2362200" y="417497"/>
                  <a:pt x="2362200" y="429172"/>
                </a:cubicBezTo>
                <a:cubicBezTo>
                  <a:pt x="2362200" y="435916"/>
                  <a:pt x="2340474" y="466413"/>
                  <a:pt x="2313920" y="496942"/>
                </a:cubicBezTo>
                <a:cubicBezTo>
                  <a:pt x="2287367" y="527471"/>
                  <a:pt x="2269763" y="552449"/>
                  <a:pt x="2274801" y="552450"/>
                </a:cubicBezTo>
                <a:cubicBezTo>
                  <a:pt x="2279839" y="552450"/>
                  <a:pt x="2286533" y="545748"/>
                  <a:pt x="2289676" y="537558"/>
                </a:cubicBezTo>
                <a:cubicBezTo>
                  <a:pt x="2292819" y="529368"/>
                  <a:pt x="2298877" y="524822"/>
                  <a:pt x="2303140" y="527457"/>
                </a:cubicBezTo>
                <a:cubicBezTo>
                  <a:pt x="2307402" y="530091"/>
                  <a:pt x="2350941" y="489643"/>
                  <a:pt x="2399894" y="437573"/>
                </a:cubicBezTo>
                <a:cubicBezTo>
                  <a:pt x="2486953" y="344969"/>
                  <a:pt x="2510879" y="325978"/>
                  <a:pt x="2498170" y="359568"/>
                </a:cubicBezTo>
                <a:cubicBezTo>
                  <a:pt x="2492776" y="373824"/>
                  <a:pt x="2530416" y="345000"/>
                  <a:pt x="2637387" y="252958"/>
                </a:cubicBezTo>
                <a:lnTo>
                  <a:pt x="2660161" y="233362"/>
                </a:lnTo>
                <a:lnTo>
                  <a:pt x="2653361" y="261600"/>
                </a:lnTo>
                <a:cubicBezTo>
                  <a:pt x="2649621" y="277130"/>
                  <a:pt x="2639372" y="299109"/>
                  <a:pt x="2630586" y="310441"/>
                </a:cubicBezTo>
                <a:cubicBezTo>
                  <a:pt x="2597528" y="353080"/>
                  <a:pt x="2468768" y="504176"/>
                  <a:pt x="2369672" y="616618"/>
                </a:cubicBezTo>
                <a:cubicBezTo>
                  <a:pt x="2313174" y="680723"/>
                  <a:pt x="2266950" y="736291"/>
                  <a:pt x="2266950" y="740102"/>
                </a:cubicBezTo>
                <a:cubicBezTo>
                  <a:pt x="2266950" y="748612"/>
                  <a:pt x="2266891" y="748673"/>
                  <a:pt x="2409861" y="590550"/>
                </a:cubicBezTo>
                <a:cubicBezTo>
                  <a:pt x="2514565" y="474748"/>
                  <a:pt x="2553022" y="440542"/>
                  <a:pt x="2552534" y="463645"/>
                </a:cubicBezTo>
                <a:cubicBezTo>
                  <a:pt x="2552136" y="482493"/>
                  <a:pt x="2250881" y="806256"/>
                  <a:pt x="2242002" y="797377"/>
                </a:cubicBezTo>
                <a:cubicBezTo>
                  <a:pt x="2230230" y="785605"/>
                  <a:pt x="1955984" y="1103557"/>
                  <a:pt x="1892841" y="1202185"/>
                </a:cubicBezTo>
                <a:cubicBezTo>
                  <a:pt x="1875111" y="1229879"/>
                  <a:pt x="1825722" y="1293256"/>
                  <a:pt x="1783087" y="1343025"/>
                </a:cubicBezTo>
                <a:lnTo>
                  <a:pt x="1705569" y="1433512"/>
                </a:lnTo>
                <a:lnTo>
                  <a:pt x="1731465" y="1456298"/>
                </a:lnTo>
                <a:cubicBezTo>
                  <a:pt x="1745709" y="1468830"/>
                  <a:pt x="1821403" y="1535267"/>
                  <a:pt x="1899674" y="1603935"/>
                </a:cubicBezTo>
                <a:cubicBezTo>
                  <a:pt x="2313833" y="1967280"/>
                  <a:pt x="2538149" y="2179621"/>
                  <a:pt x="2516563" y="2187893"/>
                </a:cubicBezTo>
                <a:cubicBezTo>
                  <a:pt x="2509785" y="2190490"/>
                  <a:pt x="2462636" y="2154648"/>
                  <a:pt x="2411788" y="2108244"/>
                </a:cubicBezTo>
                <a:cubicBezTo>
                  <a:pt x="2305830" y="2011547"/>
                  <a:pt x="2255714" y="1972885"/>
                  <a:pt x="2333625" y="2047946"/>
                </a:cubicBezTo>
                <a:cubicBezTo>
                  <a:pt x="2496950" y="2205297"/>
                  <a:pt x="2673293" y="2381754"/>
                  <a:pt x="2702649" y="2417210"/>
                </a:cubicBezTo>
                <a:cubicBezTo>
                  <a:pt x="2767899" y="2496019"/>
                  <a:pt x="2722414" y="2469667"/>
                  <a:pt x="2624137" y="2371725"/>
                </a:cubicBezTo>
                <a:cubicBezTo>
                  <a:pt x="2569474" y="2317247"/>
                  <a:pt x="2522564" y="2274860"/>
                  <a:pt x="2519894" y="2277530"/>
                </a:cubicBezTo>
                <a:cubicBezTo>
                  <a:pt x="2517223" y="2280201"/>
                  <a:pt x="2536371" y="2303397"/>
                  <a:pt x="2562444" y="2329078"/>
                </a:cubicBezTo>
                <a:cubicBezTo>
                  <a:pt x="2588517" y="2354759"/>
                  <a:pt x="2609850" y="2382127"/>
                  <a:pt x="2609850" y="2389895"/>
                </a:cubicBezTo>
                <a:cubicBezTo>
                  <a:pt x="2609850" y="2397664"/>
                  <a:pt x="2621324" y="2415997"/>
                  <a:pt x="2635349" y="2430635"/>
                </a:cubicBezTo>
                <a:cubicBezTo>
                  <a:pt x="2649374" y="2445274"/>
                  <a:pt x="2657901" y="2460198"/>
                  <a:pt x="2654298" y="2463801"/>
                </a:cubicBezTo>
                <a:cubicBezTo>
                  <a:pt x="2646828" y="2471271"/>
                  <a:pt x="2609850" y="2434738"/>
                  <a:pt x="2609850" y="2419887"/>
                </a:cubicBezTo>
                <a:cubicBezTo>
                  <a:pt x="2609850" y="2414506"/>
                  <a:pt x="2585524" y="2391011"/>
                  <a:pt x="2555792" y="2367675"/>
                </a:cubicBezTo>
                <a:cubicBezTo>
                  <a:pt x="2526061" y="2344340"/>
                  <a:pt x="2497129" y="2314369"/>
                  <a:pt x="2491499" y="2301072"/>
                </a:cubicBezTo>
                <a:cubicBezTo>
                  <a:pt x="2480985" y="2276242"/>
                  <a:pt x="2300732" y="2105025"/>
                  <a:pt x="2285106" y="2105025"/>
                </a:cubicBezTo>
                <a:cubicBezTo>
                  <a:pt x="2280317" y="2105025"/>
                  <a:pt x="2309635" y="2138306"/>
                  <a:pt x="2350256" y="2178983"/>
                </a:cubicBezTo>
                <a:cubicBezTo>
                  <a:pt x="2390877" y="2219661"/>
                  <a:pt x="2477690" y="2312416"/>
                  <a:pt x="2543175" y="2385106"/>
                </a:cubicBezTo>
                <a:cubicBezTo>
                  <a:pt x="2608659" y="2457797"/>
                  <a:pt x="2681525" y="2537209"/>
                  <a:pt x="2705100" y="2561578"/>
                </a:cubicBezTo>
                <a:cubicBezTo>
                  <a:pt x="2815072" y="2675258"/>
                  <a:pt x="2857721" y="2725610"/>
                  <a:pt x="2851949" y="2734949"/>
                </a:cubicBezTo>
                <a:cubicBezTo>
                  <a:pt x="2848248" y="2740937"/>
                  <a:pt x="2823709" y="2723685"/>
                  <a:pt x="2792058" y="2692843"/>
                </a:cubicBezTo>
                <a:cubicBezTo>
                  <a:pt x="2762566" y="2664104"/>
                  <a:pt x="2727991" y="2635237"/>
                  <a:pt x="2715224" y="2628694"/>
                </a:cubicBezTo>
                <a:cubicBezTo>
                  <a:pt x="2702458" y="2622151"/>
                  <a:pt x="2687456" y="2612882"/>
                  <a:pt x="2681887" y="2608097"/>
                </a:cubicBezTo>
                <a:cubicBezTo>
                  <a:pt x="2669643" y="2597575"/>
                  <a:pt x="2512355" y="2478912"/>
                  <a:pt x="2477521" y="2453917"/>
                </a:cubicBezTo>
                <a:cubicBezTo>
                  <a:pt x="2463862" y="2444116"/>
                  <a:pt x="2469832" y="2451700"/>
                  <a:pt x="2490787" y="2470771"/>
                </a:cubicBezTo>
                <a:cubicBezTo>
                  <a:pt x="2511742" y="2489841"/>
                  <a:pt x="2548175" y="2518932"/>
                  <a:pt x="2571750" y="2535417"/>
                </a:cubicBezTo>
                <a:cubicBezTo>
                  <a:pt x="2618718" y="2568260"/>
                  <a:pt x="2800349" y="2742449"/>
                  <a:pt x="2800350" y="2754649"/>
                </a:cubicBezTo>
                <a:cubicBezTo>
                  <a:pt x="2800350" y="2773087"/>
                  <a:pt x="2777213" y="2757695"/>
                  <a:pt x="2707883" y="2693136"/>
                </a:cubicBezTo>
                <a:cubicBezTo>
                  <a:pt x="2667061" y="2655124"/>
                  <a:pt x="2612231" y="2606903"/>
                  <a:pt x="2586037" y="2585980"/>
                </a:cubicBezTo>
                <a:cubicBezTo>
                  <a:pt x="2559843" y="2565056"/>
                  <a:pt x="2535430" y="2543775"/>
                  <a:pt x="2531786" y="2538688"/>
                </a:cubicBezTo>
                <a:cubicBezTo>
                  <a:pt x="2528142" y="2533601"/>
                  <a:pt x="2523166" y="2531458"/>
                  <a:pt x="2520728" y="2533925"/>
                </a:cubicBezTo>
                <a:cubicBezTo>
                  <a:pt x="2518291" y="2536393"/>
                  <a:pt x="2588516" y="2613188"/>
                  <a:pt x="2676784" y="2704580"/>
                </a:cubicBezTo>
                <a:cubicBezTo>
                  <a:pt x="2765053" y="2795973"/>
                  <a:pt x="2834949" y="2874508"/>
                  <a:pt x="2832109" y="2879102"/>
                </a:cubicBezTo>
                <a:cubicBezTo>
                  <a:pt x="2829270" y="2883697"/>
                  <a:pt x="2811318" y="2872423"/>
                  <a:pt x="2792217" y="2854049"/>
                </a:cubicBezTo>
                <a:cubicBezTo>
                  <a:pt x="2751224" y="2814617"/>
                  <a:pt x="2645341" y="2725456"/>
                  <a:pt x="2615332" y="2705100"/>
                </a:cubicBezTo>
                <a:cubicBezTo>
                  <a:pt x="2603748" y="2697241"/>
                  <a:pt x="2575944" y="2676205"/>
                  <a:pt x="2553545" y="2658351"/>
                </a:cubicBezTo>
                <a:cubicBezTo>
                  <a:pt x="2520193" y="2631767"/>
                  <a:pt x="2511095" y="2628318"/>
                  <a:pt x="2503287" y="2639301"/>
                </a:cubicBezTo>
                <a:cubicBezTo>
                  <a:pt x="2495623" y="2650081"/>
                  <a:pt x="2494752" y="2649579"/>
                  <a:pt x="2498847" y="2636740"/>
                </a:cubicBezTo>
                <a:cubicBezTo>
                  <a:pt x="2505115" y="2617091"/>
                  <a:pt x="2480806" y="2592968"/>
                  <a:pt x="2473750" y="2611833"/>
                </a:cubicBezTo>
                <a:cubicBezTo>
                  <a:pt x="2470770" y="2619801"/>
                  <a:pt x="2466247" y="2616844"/>
                  <a:pt x="2460917" y="2603445"/>
                </a:cubicBezTo>
                <a:cubicBezTo>
                  <a:pt x="2452808" y="2583057"/>
                  <a:pt x="2371218" y="2514600"/>
                  <a:pt x="2355028" y="2514600"/>
                </a:cubicBezTo>
                <a:cubicBezTo>
                  <a:pt x="2350455" y="2514600"/>
                  <a:pt x="2334124" y="2501346"/>
                  <a:pt x="2318738" y="2485147"/>
                </a:cubicBezTo>
                <a:cubicBezTo>
                  <a:pt x="2291110" y="2456060"/>
                  <a:pt x="2189889" y="2373236"/>
                  <a:pt x="2162175" y="2357037"/>
                </a:cubicBezTo>
                <a:cubicBezTo>
                  <a:pt x="2154316" y="2352445"/>
                  <a:pt x="2168767" y="2373158"/>
                  <a:pt x="2194288" y="2403068"/>
                </a:cubicBezTo>
                <a:cubicBezTo>
                  <a:pt x="2237171" y="2453327"/>
                  <a:pt x="2258350" y="2472539"/>
                  <a:pt x="2242373" y="2446689"/>
                </a:cubicBezTo>
                <a:cubicBezTo>
                  <a:pt x="2238316" y="2440123"/>
                  <a:pt x="2240881" y="2437738"/>
                  <a:pt x="2248955" y="2440570"/>
                </a:cubicBezTo>
                <a:cubicBezTo>
                  <a:pt x="2256233" y="2443123"/>
                  <a:pt x="2261584" y="2452295"/>
                  <a:pt x="2260848" y="2460952"/>
                </a:cubicBezTo>
                <a:cubicBezTo>
                  <a:pt x="2260084" y="2469937"/>
                  <a:pt x="2319352" y="2532783"/>
                  <a:pt x="2398961" y="2607402"/>
                </a:cubicBezTo>
                <a:cubicBezTo>
                  <a:pt x="2475659" y="2679293"/>
                  <a:pt x="2539841" y="2741400"/>
                  <a:pt x="2541587" y="2745418"/>
                </a:cubicBezTo>
                <a:cubicBezTo>
                  <a:pt x="2549914" y="2764580"/>
                  <a:pt x="2521452" y="2747355"/>
                  <a:pt x="2449004" y="2689389"/>
                </a:cubicBezTo>
                <a:cubicBezTo>
                  <a:pt x="2387638" y="2640290"/>
                  <a:pt x="2368008" y="2629026"/>
                  <a:pt x="2361675" y="2639273"/>
                </a:cubicBezTo>
                <a:cubicBezTo>
                  <a:pt x="2355248" y="2649672"/>
                  <a:pt x="2346305" y="2645513"/>
                  <a:pt x="2319752" y="2619777"/>
                </a:cubicBezTo>
                <a:cubicBezTo>
                  <a:pt x="2301188" y="2601784"/>
                  <a:pt x="2286000" y="2592190"/>
                  <a:pt x="2286000" y="2598456"/>
                </a:cubicBezTo>
                <a:cubicBezTo>
                  <a:pt x="2286000" y="2604722"/>
                  <a:pt x="2282378" y="2609850"/>
                  <a:pt x="2277952" y="2609850"/>
                </a:cubicBezTo>
                <a:cubicBezTo>
                  <a:pt x="2259937" y="2609850"/>
                  <a:pt x="1929339" y="2353191"/>
                  <a:pt x="1885950" y="2305519"/>
                </a:cubicBezTo>
                <a:cubicBezTo>
                  <a:pt x="1883330" y="2302642"/>
                  <a:pt x="1855470" y="2278951"/>
                  <a:pt x="1824037" y="2252874"/>
                </a:cubicBezTo>
                <a:cubicBezTo>
                  <a:pt x="1792605" y="2226798"/>
                  <a:pt x="1764744" y="2203214"/>
                  <a:pt x="1762125" y="2200466"/>
                </a:cubicBezTo>
                <a:cubicBezTo>
                  <a:pt x="1731865" y="2168721"/>
                  <a:pt x="1504066" y="1971675"/>
                  <a:pt x="1497627" y="1971675"/>
                </a:cubicBezTo>
                <a:cubicBezTo>
                  <a:pt x="1492881" y="1971675"/>
                  <a:pt x="1453536" y="1940831"/>
                  <a:pt x="1410195" y="1903132"/>
                </a:cubicBezTo>
                <a:lnTo>
                  <a:pt x="1331393" y="1834590"/>
                </a:lnTo>
                <a:lnTo>
                  <a:pt x="1234815" y="1934726"/>
                </a:lnTo>
                <a:cubicBezTo>
                  <a:pt x="1127179" y="2046327"/>
                  <a:pt x="998186" y="2185118"/>
                  <a:pt x="784402" y="2419350"/>
                </a:cubicBezTo>
                <a:cubicBezTo>
                  <a:pt x="624281" y="2594785"/>
                  <a:pt x="600074" y="2618611"/>
                  <a:pt x="600074" y="2600775"/>
                </a:cubicBezTo>
                <a:cubicBezTo>
                  <a:pt x="600074" y="2583274"/>
                  <a:pt x="770339" y="2384258"/>
                  <a:pt x="859077" y="2298035"/>
                </a:cubicBezTo>
                <a:cubicBezTo>
                  <a:pt x="900935" y="2257364"/>
                  <a:pt x="939790" y="2215515"/>
                  <a:pt x="945421" y="2205037"/>
                </a:cubicBezTo>
                <a:cubicBezTo>
                  <a:pt x="951052" y="2194560"/>
                  <a:pt x="913298" y="2226057"/>
                  <a:pt x="861523" y="2275031"/>
                </a:cubicBezTo>
                <a:cubicBezTo>
                  <a:pt x="809749" y="2324006"/>
                  <a:pt x="765716" y="2359061"/>
                  <a:pt x="763673" y="2352932"/>
                </a:cubicBezTo>
                <a:cubicBezTo>
                  <a:pt x="761630" y="2346803"/>
                  <a:pt x="768352" y="2332450"/>
                  <a:pt x="778612" y="2321037"/>
                </a:cubicBezTo>
                <a:cubicBezTo>
                  <a:pt x="788871" y="2309625"/>
                  <a:pt x="800783" y="2293858"/>
                  <a:pt x="805082" y="2286000"/>
                </a:cubicBezTo>
                <a:cubicBezTo>
                  <a:pt x="818264" y="2261906"/>
                  <a:pt x="773559" y="2305107"/>
                  <a:pt x="701587" y="2386012"/>
                </a:cubicBezTo>
                <a:cubicBezTo>
                  <a:pt x="664304" y="2427922"/>
                  <a:pt x="643383" y="2454023"/>
                  <a:pt x="655096" y="2444014"/>
                </a:cubicBezTo>
                <a:cubicBezTo>
                  <a:pt x="702151" y="2403804"/>
                  <a:pt x="684810" y="2442111"/>
                  <a:pt x="626477" y="2507234"/>
                </a:cubicBezTo>
                <a:cubicBezTo>
                  <a:pt x="531261" y="2613535"/>
                  <a:pt x="277961" y="2867025"/>
                  <a:pt x="266956" y="2867025"/>
                </a:cubicBezTo>
                <a:cubicBezTo>
                  <a:pt x="246915" y="2867025"/>
                  <a:pt x="259822" y="2840844"/>
                  <a:pt x="323307" y="2752725"/>
                </a:cubicBezTo>
                <a:cubicBezTo>
                  <a:pt x="390733" y="2659134"/>
                  <a:pt x="403421" y="2632080"/>
                  <a:pt x="353890" y="2687515"/>
                </a:cubicBezTo>
                <a:cubicBezTo>
                  <a:pt x="313514" y="2732703"/>
                  <a:pt x="304590" y="2713328"/>
                  <a:pt x="343342" y="2664615"/>
                </a:cubicBezTo>
                <a:cubicBezTo>
                  <a:pt x="393126" y="2602032"/>
                  <a:pt x="255295" y="2725904"/>
                  <a:pt x="173673" y="2817100"/>
                </a:cubicBezTo>
                <a:cubicBezTo>
                  <a:pt x="138398" y="2856512"/>
                  <a:pt x="95723" y="2904228"/>
                  <a:pt x="78838" y="2923135"/>
                </a:cubicBezTo>
                <a:cubicBezTo>
                  <a:pt x="61954" y="2942042"/>
                  <a:pt x="48024" y="2951564"/>
                  <a:pt x="47882" y="2944294"/>
                </a:cubicBezTo>
                <a:close/>
                <a:moveTo>
                  <a:pt x="460405" y="2141396"/>
                </a:moveTo>
                <a:cubicBezTo>
                  <a:pt x="475265" y="2121392"/>
                  <a:pt x="484632" y="2105025"/>
                  <a:pt x="481221" y="2105025"/>
                </a:cubicBezTo>
                <a:cubicBezTo>
                  <a:pt x="469655" y="2105025"/>
                  <a:pt x="371475" y="2230449"/>
                  <a:pt x="371475" y="2245225"/>
                </a:cubicBezTo>
                <a:cubicBezTo>
                  <a:pt x="371475" y="2252879"/>
                  <a:pt x="417565" y="2199067"/>
                  <a:pt x="460405" y="2141396"/>
                </a:cubicBezTo>
                <a:close/>
                <a:moveTo>
                  <a:pt x="1120829" y="2013004"/>
                </a:moveTo>
                <a:cubicBezTo>
                  <a:pt x="1117597" y="2009772"/>
                  <a:pt x="1096142" y="2028083"/>
                  <a:pt x="1073151" y="2053695"/>
                </a:cubicBezTo>
                <a:cubicBezTo>
                  <a:pt x="990018" y="2146307"/>
                  <a:pt x="980016" y="2165371"/>
                  <a:pt x="1052578" y="2092909"/>
                </a:cubicBezTo>
                <a:cubicBezTo>
                  <a:pt x="1093349" y="2052194"/>
                  <a:pt x="1124062" y="2016237"/>
                  <a:pt x="1120829" y="2013004"/>
                </a:cubicBezTo>
                <a:close/>
                <a:moveTo>
                  <a:pt x="1294912" y="1814512"/>
                </a:moveTo>
                <a:cubicBezTo>
                  <a:pt x="1294782" y="1804075"/>
                  <a:pt x="1217071" y="1887360"/>
                  <a:pt x="1170488" y="1947862"/>
                </a:cubicBezTo>
                <a:cubicBezTo>
                  <a:pt x="1154353" y="1968817"/>
                  <a:pt x="1175775" y="1949529"/>
                  <a:pt x="1218092" y="1905000"/>
                </a:cubicBezTo>
                <a:cubicBezTo>
                  <a:pt x="1260408" y="1860470"/>
                  <a:pt x="1294978" y="1819751"/>
                  <a:pt x="1294912" y="1814512"/>
                </a:cubicBezTo>
                <a:close/>
                <a:moveTo>
                  <a:pt x="1741517" y="1200150"/>
                </a:moveTo>
                <a:cubicBezTo>
                  <a:pt x="1769185" y="1168717"/>
                  <a:pt x="1790364" y="1143000"/>
                  <a:pt x="1788582" y="1143000"/>
                </a:cubicBezTo>
                <a:cubicBezTo>
                  <a:pt x="1786799" y="1143000"/>
                  <a:pt x="1759892" y="1168717"/>
                  <a:pt x="1728787" y="1200150"/>
                </a:cubicBezTo>
                <a:cubicBezTo>
                  <a:pt x="1697682" y="1231582"/>
                  <a:pt x="1676503" y="1257300"/>
                  <a:pt x="1681722" y="1257300"/>
                </a:cubicBezTo>
                <a:cubicBezTo>
                  <a:pt x="1686942" y="1257300"/>
                  <a:pt x="1713849" y="1231582"/>
                  <a:pt x="1741517" y="1200150"/>
                </a:cubicBezTo>
                <a:close/>
                <a:moveTo>
                  <a:pt x="1260918" y="1140618"/>
                </a:moveTo>
                <a:cubicBezTo>
                  <a:pt x="1240647" y="1106292"/>
                  <a:pt x="1204378" y="1064672"/>
                  <a:pt x="1186765" y="1055526"/>
                </a:cubicBezTo>
                <a:cubicBezTo>
                  <a:pt x="1168854" y="1046224"/>
                  <a:pt x="1169231" y="1047977"/>
                  <a:pt x="1190457" y="1072651"/>
                </a:cubicBezTo>
                <a:cubicBezTo>
                  <a:pt x="1255532" y="1148296"/>
                  <a:pt x="1278582" y="1170531"/>
                  <a:pt x="1260918" y="1140618"/>
                </a:cubicBezTo>
                <a:close/>
                <a:moveTo>
                  <a:pt x="1228019" y="1040606"/>
                </a:moveTo>
                <a:cubicBezTo>
                  <a:pt x="1227631" y="1036677"/>
                  <a:pt x="1202985" y="1014673"/>
                  <a:pt x="1173251" y="991709"/>
                </a:cubicBezTo>
                <a:lnTo>
                  <a:pt x="1119187" y="949956"/>
                </a:lnTo>
                <a:lnTo>
                  <a:pt x="1166454" y="998853"/>
                </a:lnTo>
                <a:cubicBezTo>
                  <a:pt x="1210678" y="1044601"/>
                  <a:pt x="1229686" y="1057493"/>
                  <a:pt x="1228019" y="1040606"/>
                </a:cubicBezTo>
                <a:close/>
                <a:moveTo>
                  <a:pt x="446722" y="935831"/>
                </a:moveTo>
                <a:cubicBezTo>
                  <a:pt x="428355" y="916185"/>
                  <a:pt x="392687" y="875260"/>
                  <a:pt x="367460" y="844884"/>
                </a:cubicBezTo>
                <a:cubicBezTo>
                  <a:pt x="322255" y="790455"/>
                  <a:pt x="292395" y="773878"/>
                  <a:pt x="333068" y="825792"/>
                </a:cubicBezTo>
                <a:cubicBezTo>
                  <a:pt x="412432" y="927090"/>
                  <a:pt x="453790" y="971550"/>
                  <a:pt x="468658" y="971550"/>
                </a:cubicBezTo>
                <a:cubicBezTo>
                  <a:pt x="474960" y="971550"/>
                  <a:pt x="465088" y="955476"/>
                  <a:pt x="446722" y="935831"/>
                </a:cubicBezTo>
                <a:close/>
                <a:moveTo>
                  <a:pt x="732704" y="660573"/>
                </a:moveTo>
                <a:cubicBezTo>
                  <a:pt x="676291" y="598943"/>
                  <a:pt x="559682" y="482823"/>
                  <a:pt x="571518" y="500062"/>
                </a:cubicBezTo>
                <a:cubicBezTo>
                  <a:pt x="586756" y="522257"/>
                  <a:pt x="745280" y="685800"/>
                  <a:pt x="751555" y="685800"/>
                </a:cubicBezTo>
                <a:cubicBezTo>
                  <a:pt x="753887" y="685800"/>
                  <a:pt x="745404" y="674447"/>
                  <a:pt x="732704" y="660573"/>
                </a:cubicBezTo>
                <a:close/>
                <a:moveTo>
                  <a:pt x="413016" y="419100"/>
                </a:moveTo>
                <a:cubicBezTo>
                  <a:pt x="355783" y="347764"/>
                  <a:pt x="321948" y="326175"/>
                  <a:pt x="370190" y="391775"/>
                </a:cubicBezTo>
                <a:cubicBezTo>
                  <a:pt x="411872" y="448454"/>
                  <a:pt x="446404" y="485775"/>
                  <a:pt x="457166" y="485775"/>
                </a:cubicBezTo>
                <a:cubicBezTo>
                  <a:pt x="462305" y="485775"/>
                  <a:pt x="442438" y="455771"/>
                  <a:pt x="413016" y="419100"/>
                </a:cubicBezTo>
                <a:close/>
                <a:moveTo>
                  <a:pt x="2562225" y="268842"/>
                </a:moveTo>
                <a:cubicBezTo>
                  <a:pt x="2562225" y="255209"/>
                  <a:pt x="2704460" y="120010"/>
                  <a:pt x="2711449" y="127000"/>
                </a:cubicBezTo>
                <a:cubicBezTo>
                  <a:pt x="2715248" y="130798"/>
                  <a:pt x="2686549" y="165928"/>
                  <a:pt x="2647673" y="205066"/>
                </a:cubicBezTo>
                <a:cubicBezTo>
                  <a:pt x="2581060" y="272126"/>
                  <a:pt x="2562225" y="286184"/>
                  <a:pt x="2562225" y="268842"/>
                </a:cubicBezTo>
                <a:close/>
              </a:path>
            </a:pathLst>
          </a:custGeom>
          <a:solidFill>
            <a:srgbClr val="7A1732"/>
          </a:solidFill>
          <a:ln>
            <a:noFill/>
          </a:ln>
        </p:spPr>
      </p:sp>
      <p:sp>
        <p:nvSpPr>
          <p:cNvPr id="9" name="TEXT: [tired of giving the usual?]"/>
          <p:cNvSpPr/>
          <p:nvPr/>
        </p:nvSpPr>
        <p:spPr>
          <a:xfrm rot="120000">
            <a:off x="2543175" y="1095375"/>
            <a:ext cx="6724650" cy="21907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9362" rIns="229362" tIns="98298" bIns="98298"/>
          <a:lstStyle/>
          <a:p>
            <a:pPr algn="r">
              <a:lnSpc>
                <a:spcPts val="7869"/>
              </a:lnSpc>
            </a:pPr>
            <a:r>
              <a:rPr b="1" sz="6450">
                <a:solidFill>
                  <a:srgbClr val="181716"/>
                </a:solidFill>
                <a:latin typeface="Montserrat"/>
              </a:rPr>
              <a:t>[tired of giving</a:t>
            </a:r>
          </a:p>
          <a:p>
            <a:pPr algn="r">
              <a:lnSpc>
                <a:spcPts val="7869"/>
              </a:lnSpc>
            </a:pPr>
            <a:r>
              <a:rPr b="1" sz="6450">
                <a:solidFill>
                  <a:srgbClr val="181716"/>
                </a:solidFill>
                <a:latin typeface="Montserrat"/>
              </a:rPr>
              <a:t>the usual?]</a:t>
            </a:r>
          </a:p>
        </p:txBody>
      </p:sp>
      <p:sp>
        <p:nvSpPr>
          <p:cNvPr id="10" name="TEXT: [try this instead]"/>
          <p:cNvSpPr/>
          <p:nvPr/>
        </p:nvSpPr>
        <p:spPr>
          <a:xfrm rot="120000">
            <a:off x="719138" y="12239625"/>
            <a:ext cx="5419725" cy="857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5354" rIns="165354" tIns="70866" bIns="70866"/>
          <a:lstStyle/>
          <a:p>
            <a:pPr algn="l">
              <a:lnSpc>
                <a:spcPts val="5673"/>
              </a:lnSpc>
            </a:pPr>
            <a:r>
              <a:rPr b="1" sz="4650">
                <a:solidFill>
                  <a:srgbClr val="181716"/>
                </a:solidFill>
                <a:latin typeface="Montserrat"/>
              </a:rPr>
              <a:t>[try this instead]</a:t>
            </a:r>
          </a:p>
        </p:txBody>
      </p:sp>
      <p:sp>
        <p:nvSpPr>
          <p:cNvPr id="11" name="arrow"/>
          <p:cNvSpPr/>
          <p:nvPr/>
        </p:nvSpPr>
        <p:spPr>
          <a:xfrm rot="-120000">
            <a:off x="6429375" y="12368212"/>
            <a:ext cx="1619250" cy="504825"/>
          </a:xfrm>
          <a:custGeom>
            <a:avLst/>
            <a:gdLst/>
            <a:ahLst/>
            <a:cxnLst/>
            <a:rect l="0" t="0" r="r" b="b"/>
            <a:pathLst>
              <a:path w="1619250" h="504825">
                <a:moveTo>
                  <a:pt x="1257300" y="480450"/>
                </a:moveTo>
                <a:cubicBezTo>
                  <a:pt x="1257300" y="466626"/>
                  <a:pt x="1253177" y="458623"/>
                  <a:pt x="1247775" y="461962"/>
                </a:cubicBezTo>
                <a:cubicBezTo>
                  <a:pt x="1242536" y="465200"/>
                  <a:pt x="1238235" y="460095"/>
                  <a:pt x="1238218" y="450618"/>
                </a:cubicBezTo>
                <a:cubicBezTo>
                  <a:pt x="1238201" y="441141"/>
                  <a:pt x="1271222" y="402197"/>
                  <a:pt x="1311598" y="364076"/>
                </a:cubicBezTo>
                <a:lnTo>
                  <a:pt x="1385010" y="294765"/>
                </a:lnTo>
                <a:lnTo>
                  <a:pt x="1266386" y="300090"/>
                </a:lnTo>
                <a:cubicBezTo>
                  <a:pt x="1201143" y="303019"/>
                  <a:pt x="950595" y="310034"/>
                  <a:pt x="709612" y="315678"/>
                </a:cubicBezTo>
                <a:cubicBezTo>
                  <a:pt x="468630" y="321323"/>
                  <a:pt x="223235" y="328686"/>
                  <a:pt x="164292" y="332039"/>
                </a:cubicBezTo>
                <a:cubicBezTo>
                  <a:pt x="81649" y="336741"/>
                  <a:pt x="57124" y="335412"/>
                  <a:pt x="57135" y="326231"/>
                </a:cubicBezTo>
                <a:cubicBezTo>
                  <a:pt x="57144" y="319190"/>
                  <a:pt x="44728" y="314325"/>
                  <a:pt x="26754" y="314324"/>
                </a:cubicBezTo>
                <a:cubicBezTo>
                  <a:pt x="-1225" y="314324"/>
                  <a:pt x="-2231" y="313294"/>
                  <a:pt x="14096" y="301355"/>
                </a:cubicBezTo>
                <a:cubicBezTo>
                  <a:pt x="39698" y="282634"/>
                  <a:pt x="40970" y="257174"/>
                  <a:pt x="16302" y="257175"/>
                </a:cubicBezTo>
                <a:cubicBezTo>
                  <a:pt x="4858" y="257175"/>
                  <a:pt x="89" y="253819"/>
                  <a:pt x="5238" y="249388"/>
                </a:cubicBezTo>
                <a:cubicBezTo>
                  <a:pt x="38131" y="221084"/>
                  <a:pt x="254251" y="205225"/>
                  <a:pt x="757237" y="194206"/>
                </a:cubicBezTo>
                <a:cubicBezTo>
                  <a:pt x="909161" y="190878"/>
                  <a:pt x="1109402" y="185468"/>
                  <a:pt x="1202217" y="182184"/>
                </a:cubicBezTo>
                <a:lnTo>
                  <a:pt x="1370973" y="176212"/>
                </a:lnTo>
                <a:lnTo>
                  <a:pt x="1306992" y="128587"/>
                </a:lnTo>
                <a:cubicBezTo>
                  <a:pt x="1271803" y="102393"/>
                  <a:pt x="1242899" y="74533"/>
                  <a:pt x="1242760" y="66675"/>
                </a:cubicBezTo>
                <a:cubicBezTo>
                  <a:pt x="1242622" y="58816"/>
                  <a:pt x="1239154" y="47029"/>
                  <a:pt x="1235054" y="40481"/>
                </a:cubicBezTo>
                <a:cubicBezTo>
                  <a:pt x="1224885" y="24237"/>
                  <a:pt x="1235722" y="9152"/>
                  <a:pt x="1252842" y="15722"/>
                </a:cubicBezTo>
                <a:cubicBezTo>
                  <a:pt x="1260532" y="18673"/>
                  <a:pt x="1266825" y="16343"/>
                  <a:pt x="1266825" y="10544"/>
                </a:cubicBezTo>
                <a:cubicBezTo>
                  <a:pt x="1266825" y="-9201"/>
                  <a:pt x="1283898" y="-5"/>
                  <a:pt x="1441695" y="104733"/>
                </a:cubicBezTo>
                <a:cubicBezTo>
                  <a:pt x="1620939" y="223706"/>
                  <a:pt x="1633427" y="237454"/>
                  <a:pt x="1593675" y="272033"/>
                </a:cubicBezTo>
                <a:cubicBezTo>
                  <a:pt x="1563065" y="298659"/>
                  <a:pt x="1336730" y="468567"/>
                  <a:pt x="1320437" y="477150"/>
                </a:cubicBezTo>
                <a:cubicBezTo>
                  <a:pt x="1255250" y="511492"/>
                  <a:pt x="1257300" y="511385"/>
                  <a:pt x="1257300" y="480450"/>
                </a:cubicBezTo>
                <a:close/>
              </a:path>
            </a:pathLst>
          </a:custGeom>
          <a:solidFill>
            <a:srgbClr val="7A1732"/>
          </a:solidFill>
          <a:ln>
            <a:noFill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hone" descr="0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40000">
            <a:off x="2533650" y="2409825"/>
            <a:ext cx="5981700" cy="10801350"/>
          </a:xfrm>
          <a:prstGeom prst="rect">
            <a:avLst/>
          </a:prstGeom>
        </p:spPr>
      </p:pic>
      <p:sp>
        <p:nvSpPr>
          <p:cNvPr id="4" name="PHOTO: Your shop (screenshot)"/>
          <p:cNvSpPr/>
          <p:nvPr/>
        </p:nvSpPr>
        <p:spPr>
          <a:xfrm rot="-240000">
            <a:off x="3457575" y="3295650"/>
            <a:ext cx="4124325" cy="9029700"/>
          </a:xfrm>
          <a:prstGeom prst="rect">
            <a:avLst/>
          </a:prstGeom>
          <a:blipFill rotWithShape="1">
            <a:blip r:embed="rId4"/>
            <a:stretch>
              <a:fillRect/>
            </a:stretch>
          </a:blipFill>
          <a:ln>
            <a:noFill/>
          </a:ln>
        </p:spPr>
      </p:sp>
      <p:sp>
        <p:nvSpPr>
          <p:cNvPr id="5" name="TEXT: [found it.]"/>
          <p:cNvSpPr/>
          <p:nvPr/>
        </p:nvSpPr>
        <p:spPr>
          <a:xfrm rot="180000">
            <a:off x="476250" y="1800225"/>
            <a:ext cx="4572000" cy="1162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4028" rIns="224028" tIns="96012" bIns="96012"/>
          <a:lstStyle/>
          <a:p>
            <a:pPr algn="ctr">
              <a:lnSpc>
                <a:spcPts val="7686"/>
              </a:lnSpc>
            </a:pPr>
            <a:r>
              <a:rPr b="1" sz="6300">
                <a:solidFill>
                  <a:srgbClr val="181716"/>
                </a:solidFill>
                <a:latin typeface="Montserrat"/>
              </a:rPr>
              <a:t>[found it.]</a:t>
            </a:r>
          </a:p>
        </p:txBody>
      </p:sp>
      <p:sp>
        <p:nvSpPr>
          <p:cNvPr id="6" name="arrow"/>
          <p:cNvSpPr/>
          <p:nvPr/>
        </p:nvSpPr>
        <p:spPr>
          <a:xfrm rot="-600000">
            <a:off x="857250" y="4262437"/>
            <a:ext cx="2095500" cy="1381125"/>
          </a:xfrm>
          <a:custGeom>
            <a:avLst/>
            <a:gdLst/>
            <a:ahLst/>
            <a:cxnLst/>
            <a:rect l="0" t="0" r="r" b="b"/>
            <a:pathLst>
              <a:path w="2095500" h="1381125">
                <a:moveTo>
                  <a:pt x="1612976" y="1345406"/>
                </a:moveTo>
                <a:cubicBezTo>
                  <a:pt x="1592066" y="1325760"/>
                  <a:pt x="1545586" y="1266825"/>
                  <a:pt x="1509688" y="1214437"/>
                </a:cubicBezTo>
                <a:cubicBezTo>
                  <a:pt x="1473790" y="1162050"/>
                  <a:pt x="1418101" y="1082754"/>
                  <a:pt x="1385935" y="1038225"/>
                </a:cubicBezTo>
                <a:cubicBezTo>
                  <a:pt x="1301527" y="921375"/>
                  <a:pt x="1287913" y="896338"/>
                  <a:pt x="1303531" y="886686"/>
                </a:cubicBezTo>
                <a:cubicBezTo>
                  <a:pt x="1313981" y="880227"/>
                  <a:pt x="1313548" y="873609"/>
                  <a:pt x="1301095" y="849529"/>
                </a:cubicBezTo>
                <a:cubicBezTo>
                  <a:pt x="1283405" y="815319"/>
                  <a:pt x="1291192" y="805213"/>
                  <a:pt x="1338262" y="801290"/>
                </a:cubicBezTo>
                <a:cubicBezTo>
                  <a:pt x="1346120" y="800635"/>
                  <a:pt x="1352550" y="793923"/>
                  <a:pt x="1352550" y="786374"/>
                </a:cubicBezTo>
                <a:cubicBezTo>
                  <a:pt x="1352550" y="760046"/>
                  <a:pt x="1370447" y="761872"/>
                  <a:pt x="1386997" y="789889"/>
                </a:cubicBezTo>
                <a:cubicBezTo>
                  <a:pt x="1396167" y="805412"/>
                  <a:pt x="1407487" y="815754"/>
                  <a:pt x="1412152" y="812871"/>
                </a:cubicBezTo>
                <a:cubicBezTo>
                  <a:pt x="1424232" y="805405"/>
                  <a:pt x="1460848" y="842171"/>
                  <a:pt x="1517679" y="918830"/>
                </a:cubicBezTo>
                <a:lnTo>
                  <a:pt x="1566862" y="985173"/>
                </a:lnTo>
                <a:lnTo>
                  <a:pt x="1574260" y="804530"/>
                </a:lnTo>
                <a:cubicBezTo>
                  <a:pt x="1591904" y="373682"/>
                  <a:pt x="1566409" y="267347"/>
                  <a:pt x="1437218" y="232962"/>
                </a:cubicBezTo>
                <a:cubicBezTo>
                  <a:pt x="1376057" y="216684"/>
                  <a:pt x="900193" y="213992"/>
                  <a:pt x="600075" y="228226"/>
                </a:cubicBezTo>
                <a:cubicBezTo>
                  <a:pt x="332373" y="240922"/>
                  <a:pt x="80557" y="243078"/>
                  <a:pt x="83175" y="232652"/>
                </a:cubicBezTo>
                <a:cubicBezTo>
                  <a:pt x="84392" y="227804"/>
                  <a:pt x="102609" y="222519"/>
                  <a:pt x="123656" y="220908"/>
                </a:cubicBezTo>
                <a:cubicBezTo>
                  <a:pt x="178180" y="216735"/>
                  <a:pt x="171143" y="200025"/>
                  <a:pt x="114862" y="200024"/>
                </a:cubicBezTo>
                <a:cubicBezTo>
                  <a:pt x="88977" y="200024"/>
                  <a:pt x="64900" y="195335"/>
                  <a:pt x="61358" y="189603"/>
                </a:cubicBezTo>
                <a:cubicBezTo>
                  <a:pt x="57815" y="183870"/>
                  <a:pt x="44601" y="181153"/>
                  <a:pt x="31993" y="183563"/>
                </a:cubicBezTo>
                <a:cubicBezTo>
                  <a:pt x="19385" y="185973"/>
                  <a:pt x="6776" y="184233"/>
                  <a:pt x="3973" y="179697"/>
                </a:cubicBezTo>
                <a:cubicBezTo>
                  <a:pt x="1169" y="175161"/>
                  <a:pt x="11734" y="171450"/>
                  <a:pt x="27450" y="171450"/>
                </a:cubicBezTo>
                <a:cubicBezTo>
                  <a:pt x="57665" y="171450"/>
                  <a:pt x="75023" y="157344"/>
                  <a:pt x="54828" y="149203"/>
                </a:cubicBezTo>
                <a:cubicBezTo>
                  <a:pt x="48247" y="146549"/>
                  <a:pt x="52506" y="144040"/>
                  <a:pt x="64293" y="143626"/>
                </a:cubicBezTo>
                <a:cubicBezTo>
                  <a:pt x="89278" y="142750"/>
                  <a:pt x="92731" y="128551"/>
                  <a:pt x="70074" y="119857"/>
                </a:cubicBezTo>
                <a:cubicBezTo>
                  <a:pt x="48669" y="111643"/>
                  <a:pt x="59635" y="103134"/>
                  <a:pt x="102288" y="94863"/>
                </a:cubicBezTo>
                <a:cubicBezTo>
                  <a:pt x="134846" y="88549"/>
                  <a:pt x="132902" y="87802"/>
                  <a:pt x="80962" y="86674"/>
                </a:cubicBezTo>
                <a:cubicBezTo>
                  <a:pt x="27030" y="85503"/>
                  <a:pt x="19099" y="67209"/>
                  <a:pt x="72355" y="66820"/>
                </a:cubicBezTo>
                <a:cubicBezTo>
                  <a:pt x="83337" y="66740"/>
                  <a:pt x="104768" y="60773"/>
                  <a:pt x="119980" y="53561"/>
                </a:cubicBezTo>
                <a:cubicBezTo>
                  <a:pt x="199601" y="15809"/>
                  <a:pt x="1415000" y="-3196"/>
                  <a:pt x="1527513" y="31551"/>
                </a:cubicBezTo>
                <a:cubicBezTo>
                  <a:pt x="1593932" y="52063"/>
                  <a:pt x="1649424" y="85371"/>
                  <a:pt x="1673341" y="119081"/>
                </a:cubicBezTo>
                <a:cubicBezTo>
                  <a:pt x="1682881" y="132527"/>
                  <a:pt x="1702181" y="158603"/>
                  <a:pt x="1716229" y="177028"/>
                </a:cubicBezTo>
                <a:cubicBezTo>
                  <a:pt x="1766879" y="243460"/>
                  <a:pt x="1775078" y="313027"/>
                  <a:pt x="1773347" y="661715"/>
                </a:cubicBezTo>
                <a:lnTo>
                  <a:pt x="1771788" y="975768"/>
                </a:lnTo>
                <a:lnTo>
                  <a:pt x="1797272" y="937940"/>
                </a:lnTo>
                <a:cubicBezTo>
                  <a:pt x="1878297" y="817670"/>
                  <a:pt x="1950613" y="741523"/>
                  <a:pt x="1999290" y="725219"/>
                </a:cubicBezTo>
                <a:cubicBezTo>
                  <a:pt x="2041537" y="711069"/>
                  <a:pt x="2041442" y="711044"/>
                  <a:pt x="2035312" y="734484"/>
                </a:cubicBezTo>
                <a:cubicBezTo>
                  <a:pt x="2028049" y="762261"/>
                  <a:pt x="2047226" y="781616"/>
                  <a:pt x="2068715" y="768196"/>
                </a:cubicBezTo>
                <a:cubicBezTo>
                  <a:pt x="2090960" y="754304"/>
                  <a:pt x="2100954" y="766857"/>
                  <a:pt x="2088440" y="792970"/>
                </a:cubicBezTo>
                <a:cubicBezTo>
                  <a:pt x="2082795" y="804749"/>
                  <a:pt x="2075571" y="822432"/>
                  <a:pt x="2072385" y="832266"/>
                </a:cubicBezTo>
                <a:cubicBezTo>
                  <a:pt x="2063052" y="861079"/>
                  <a:pt x="1770808" y="1284749"/>
                  <a:pt x="1725523" y="1335117"/>
                </a:cubicBezTo>
                <a:cubicBezTo>
                  <a:pt x="1675738" y="1390491"/>
                  <a:pt x="1662274" y="1391722"/>
                  <a:pt x="1612976" y="1345406"/>
                </a:cubicBezTo>
                <a:close/>
              </a:path>
            </a:pathLst>
          </a:custGeom>
          <a:solidFill>
            <a:srgbClr val="7A1732"/>
          </a:solidFill>
          <a:ln>
            <a:noFill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round paper" descr="0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3500" y="3429000"/>
            <a:ext cx="7620000" cy="7620000"/>
          </a:xfrm>
          <a:prstGeom prst="rect">
            <a:avLst/>
          </a:prstGeom>
        </p:spPr>
      </p:pic>
      <p:sp>
        <p:nvSpPr>
          <p:cNvPr id="4" name="PHOTO: Your product"/>
          <p:cNvSpPr/>
          <p:nvPr/>
        </p:nvSpPr>
        <p:spPr>
          <a:xfrm rot="0">
            <a:off x="1905000" y="4000500"/>
            <a:ext cx="6477000" cy="6477000"/>
          </a:xfrm>
          <a:prstGeom prst="ellipse">
            <a:avLst/>
          </a:prstGeom>
          <a:blipFill rotWithShape="1">
            <a:blip r:embed="rId4"/>
            <a:stretch>
              <a:fillRect/>
            </a:stretch>
          </a:blipFill>
          <a:ln>
            <a:noFill/>
          </a:ln>
        </p:spPr>
      </p:sp>
      <p:sp>
        <p:nvSpPr>
          <p:cNvPr id="5" name="TEXT: this one works for"/>
          <p:cNvSpPr/>
          <p:nvPr/>
        </p:nvSpPr>
        <p:spPr>
          <a:xfrm rot="120000">
            <a:off x="1728788" y="2357438"/>
            <a:ext cx="6829425" cy="10001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92024" rIns="192024" tIns="82296" bIns="82296"/>
          <a:lstStyle/>
          <a:p>
            <a:pPr algn="ctr">
              <a:lnSpc>
                <a:spcPts val="6588"/>
              </a:lnSpc>
            </a:pPr>
            <a:r>
              <a:rPr b="1" sz="5400">
                <a:solidFill>
                  <a:srgbClr val="181716"/>
                </a:solidFill>
                <a:latin typeface="Montserrat"/>
              </a:rPr>
              <a:t>this one works for</a:t>
            </a:r>
          </a:p>
        </p:txBody>
      </p:sp>
      <p:sp>
        <p:nvSpPr>
          <p:cNvPr id="6" name="LETTERING: all 3"/>
          <p:cNvSpPr txBox="1"/>
          <p:nvPr/>
        </p:nvSpPr>
        <p:spPr>
          <a:xfrm rot="120000">
            <a:off x="2719388" y="10591800"/>
            <a:ext cx="4848225" cy="26289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7250" i="0">
                <a:solidFill>
                  <a:srgbClr val="F7E6A9"/>
                </a:solidFill>
                <a:latin typeface="DM Serif Display"/>
              </a:rPr>
              <a:t>all </a:t>
            </a:r>
            <a:r>
              <a:rPr sz="17250" i="1">
                <a:solidFill>
                  <a:srgbClr val="F7E6A9"/>
                </a:solidFill>
                <a:latin typeface="DM Serif Display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olaroid" descr="0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360000">
            <a:off x="361950" y="1666875"/>
            <a:ext cx="4610100" cy="7334250"/>
          </a:xfrm>
          <a:prstGeom prst="rect">
            <a:avLst/>
          </a:prstGeom>
        </p:spPr>
      </p:pic>
      <p:sp>
        <p:nvSpPr>
          <p:cNvPr id="4" name="PHOTO: Person [your friend]"/>
          <p:cNvSpPr/>
          <p:nvPr/>
        </p:nvSpPr>
        <p:spPr>
          <a:xfrm rot="-360000">
            <a:off x="1345955" y="3919879"/>
            <a:ext cx="2876550" cy="3695700"/>
          </a:xfrm>
          <a:prstGeom prst="rect">
            <a:avLst/>
          </a:prstGeom>
          <a:blipFill rotWithShape="1">
            <a:blip r:embed="rId4"/>
            <a:stretch>
              <a:fillRect/>
            </a:stretch>
          </a:blipFill>
          <a:ln>
            <a:noFill/>
          </a:ln>
        </p:spPr>
      </p:sp>
      <p:sp>
        <p:nvSpPr>
          <p:cNvPr id="5" name="TEXT: [your friend]"/>
          <p:cNvSpPr/>
          <p:nvPr/>
        </p:nvSpPr>
        <p:spPr>
          <a:xfrm rot="180000">
            <a:off x="652462" y="7491412"/>
            <a:ext cx="4029075" cy="828675"/>
          </a:xfrm>
          <a:prstGeom prst="rect">
            <a:avLst/>
          </a:prstGeom>
          <a:solidFill>
            <a:srgbClr val="F7E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0020" rIns="160020" tIns="68580" bIns="68580"/>
          <a:lstStyle/>
          <a:p>
            <a:pPr algn="ctr">
              <a:lnSpc>
                <a:spcPts val="5490"/>
              </a:lnSpc>
            </a:pPr>
            <a:r>
              <a:rPr b="1" sz="4500">
                <a:solidFill>
                  <a:srgbClr val="181716"/>
                </a:solidFill>
                <a:latin typeface="Montserrat"/>
              </a:rPr>
              <a:t>[your friend]</a:t>
            </a:r>
          </a:p>
        </p:txBody>
      </p:sp>
      <p:pic>
        <p:nvPicPr>
          <p:cNvPr id="6" name="Polaroid" descr="00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300000">
            <a:off x="5219700" y="3571875"/>
            <a:ext cx="4610100" cy="7334250"/>
          </a:xfrm>
          <a:prstGeom prst="rect">
            <a:avLst/>
          </a:prstGeom>
        </p:spPr>
      </p:pic>
      <p:sp>
        <p:nvSpPr>
          <p:cNvPr id="7" name="PHOTO: Person [your mum]"/>
          <p:cNvSpPr/>
          <p:nvPr/>
        </p:nvSpPr>
        <p:spPr>
          <a:xfrm rot="300000">
            <a:off x="6284310" y="5794542"/>
            <a:ext cx="2876550" cy="3695700"/>
          </a:xfrm>
          <a:prstGeom prst="rect">
            <a:avLst/>
          </a:prstGeom>
          <a:blipFill rotWithShape="1">
            <a:blip r:embed="rId4"/>
            <a:stretch>
              <a:fillRect/>
            </a:stretch>
          </a:blipFill>
          <a:ln>
            <a:noFill/>
          </a:ln>
        </p:spPr>
      </p:sp>
      <p:sp>
        <p:nvSpPr>
          <p:cNvPr id="8" name="TEXT: [your mum]"/>
          <p:cNvSpPr/>
          <p:nvPr/>
        </p:nvSpPr>
        <p:spPr>
          <a:xfrm rot="21480000">
            <a:off x="5610225" y="9396412"/>
            <a:ext cx="3829050" cy="828675"/>
          </a:xfrm>
          <a:prstGeom prst="rect">
            <a:avLst/>
          </a:prstGeom>
          <a:solidFill>
            <a:srgbClr val="F7E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0020" rIns="160020" tIns="68580" bIns="68580"/>
          <a:lstStyle/>
          <a:p>
            <a:pPr algn="ctr">
              <a:lnSpc>
                <a:spcPts val="5490"/>
              </a:lnSpc>
            </a:pPr>
            <a:r>
              <a:rPr b="1" sz="4500">
                <a:solidFill>
                  <a:srgbClr val="181716"/>
                </a:solidFill>
                <a:latin typeface="Montserrat"/>
              </a:rPr>
              <a:t>[your mum]</a:t>
            </a:r>
          </a:p>
        </p:txBody>
      </p:sp>
      <p:pic>
        <p:nvPicPr>
          <p:cNvPr id="9" name="Polaroid" descr="00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80000">
            <a:off x="838200" y="6905625"/>
            <a:ext cx="4610100" cy="7334250"/>
          </a:xfrm>
          <a:prstGeom prst="rect">
            <a:avLst/>
          </a:prstGeom>
        </p:spPr>
      </p:pic>
      <p:sp>
        <p:nvSpPr>
          <p:cNvPr id="10" name="PHOTO: Person [your dad]"/>
          <p:cNvSpPr/>
          <p:nvPr/>
        </p:nvSpPr>
        <p:spPr>
          <a:xfrm rot="-180000">
            <a:off x="1844744" y="9151900"/>
            <a:ext cx="2876550" cy="3695700"/>
          </a:xfrm>
          <a:prstGeom prst="rect">
            <a:avLst/>
          </a:prstGeom>
          <a:blipFill rotWithShape="1">
            <a:blip r:embed="rId4"/>
            <a:stretch>
              <a:fillRect/>
            </a:stretch>
          </a:blipFill>
          <a:ln>
            <a:noFill/>
          </a:ln>
        </p:spPr>
      </p:sp>
      <p:sp>
        <p:nvSpPr>
          <p:cNvPr id="11" name="TEXT: [your dad]"/>
          <p:cNvSpPr/>
          <p:nvPr/>
        </p:nvSpPr>
        <p:spPr>
          <a:xfrm rot="120000">
            <a:off x="5162550" y="11491912"/>
            <a:ext cx="3390900" cy="828675"/>
          </a:xfrm>
          <a:prstGeom prst="rect">
            <a:avLst/>
          </a:prstGeom>
          <a:solidFill>
            <a:srgbClr val="F7E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0020" rIns="160020" tIns="68580" bIns="68580"/>
          <a:lstStyle/>
          <a:p>
            <a:pPr algn="ctr">
              <a:lnSpc>
                <a:spcPts val="5490"/>
              </a:lnSpc>
            </a:pPr>
            <a:r>
              <a:rPr b="1" sz="4500">
                <a:solidFill>
                  <a:srgbClr val="181716"/>
                </a:solidFill>
                <a:latin typeface="Montserrat"/>
              </a:rPr>
              <a:t>[your dad]</a:t>
            </a:r>
          </a:p>
        </p:txBody>
      </p:sp>
      <p:sp>
        <p:nvSpPr>
          <p:cNvPr id="12" name="TEXT: [3 people to gift it to]"/>
          <p:cNvSpPr/>
          <p:nvPr/>
        </p:nvSpPr>
        <p:spPr>
          <a:xfrm rot="21480000">
            <a:off x="4738688" y="1352550"/>
            <a:ext cx="4238625" cy="1676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76022" rIns="176022" tIns="75438" bIns="75438"/>
          <a:lstStyle/>
          <a:p>
            <a:pPr algn="l">
              <a:lnSpc>
                <a:spcPts val="6039"/>
              </a:lnSpc>
            </a:pPr>
            <a:r>
              <a:rPr b="1" sz="4950">
                <a:solidFill>
                  <a:srgbClr val="181716"/>
                </a:solidFill>
                <a:latin typeface="Montserrat"/>
              </a:rPr>
              <a:t>[3 people to</a:t>
            </a:r>
          </a:p>
          <a:p>
            <a:pPr algn="l">
              <a:lnSpc>
                <a:spcPts val="6039"/>
              </a:lnSpc>
            </a:pPr>
            <a:r>
              <a:rPr b="1" sz="4950">
                <a:solidFill>
                  <a:srgbClr val="181716"/>
                </a:solidFill>
                <a:latin typeface="Montserrat"/>
              </a:rPr>
              <a:t>gift it to]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gift" descr="0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40000">
            <a:off x="1243012" y="3157538"/>
            <a:ext cx="7800975" cy="7400925"/>
          </a:xfrm>
          <a:prstGeom prst="rect">
            <a:avLst/>
          </a:prstGeom>
        </p:spPr>
      </p:pic>
      <p:sp>
        <p:nvSpPr>
          <p:cNvPr id="4" name="sparkle"/>
          <p:cNvSpPr/>
          <p:nvPr/>
        </p:nvSpPr>
        <p:spPr>
          <a:xfrm rot="0">
            <a:off x="1857375" y="4643437"/>
            <a:ext cx="1047750" cy="1381125"/>
          </a:xfrm>
          <a:custGeom>
            <a:avLst/>
            <a:gdLst/>
            <a:ahLst/>
            <a:cxnLst/>
            <a:rect l="0" t="0" r="r" b="b"/>
            <a:pathLst>
              <a:path w="1047750" h="1381125">
                <a:moveTo>
                  <a:pt x="485630" y="1362075"/>
                </a:moveTo>
                <a:cubicBezTo>
                  <a:pt x="484468" y="1348978"/>
                  <a:pt x="482711" y="1323260"/>
                  <a:pt x="481726" y="1304925"/>
                </a:cubicBezTo>
                <a:cubicBezTo>
                  <a:pt x="480741" y="1286589"/>
                  <a:pt x="477352" y="1265158"/>
                  <a:pt x="474196" y="1257300"/>
                </a:cubicBezTo>
                <a:cubicBezTo>
                  <a:pt x="471039" y="1249441"/>
                  <a:pt x="464117" y="1219438"/>
                  <a:pt x="458813" y="1190625"/>
                </a:cubicBezTo>
                <a:lnTo>
                  <a:pt x="449170" y="1138237"/>
                </a:lnTo>
                <a:lnTo>
                  <a:pt x="454438" y="1203867"/>
                </a:lnTo>
                <a:cubicBezTo>
                  <a:pt x="458253" y="1251401"/>
                  <a:pt x="456733" y="1267661"/>
                  <a:pt x="448927" y="1262836"/>
                </a:cubicBezTo>
                <a:cubicBezTo>
                  <a:pt x="442999" y="1259173"/>
                  <a:pt x="438075" y="1236069"/>
                  <a:pt x="437983" y="1211494"/>
                </a:cubicBezTo>
                <a:cubicBezTo>
                  <a:pt x="437610" y="1111152"/>
                  <a:pt x="395029" y="927436"/>
                  <a:pt x="360829" y="878608"/>
                </a:cubicBezTo>
                <a:cubicBezTo>
                  <a:pt x="323030" y="824643"/>
                  <a:pt x="216006" y="762000"/>
                  <a:pt x="161608" y="762000"/>
                </a:cubicBezTo>
                <a:cubicBezTo>
                  <a:pt x="146587" y="761999"/>
                  <a:pt x="130824" y="755796"/>
                  <a:pt x="126581" y="748213"/>
                </a:cubicBezTo>
                <a:cubicBezTo>
                  <a:pt x="119490" y="735543"/>
                  <a:pt x="78573" y="726494"/>
                  <a:pt x="19050" y="724433"/>
                </a:cubicBezTo>
                <a:cubicBezTo>
                  <a:pt x="-17547" y="723165"/>
                  <a:pt x="16028" y="705177"/>
                  <a:pt x="55330" y="704995"/>
                </a:cubicBezTo>
                <a:cubicBezTo>
                  <a:pt x="73887" y="704909"/>
                  <a:pt x="84428" y="700932"/>
                  <a:pt x="80962" y="695325"/>
                </a:cubicBezTo>
                <a:cubicBezTo>
                  <a:pt x="77361" y="689499"/>
                  <a:pt x="92864" y="685633"/>
                  <a:pt x="120881" y="685370"/>
                </a:cubicBezTo>
                <a:cubicBezTo>
                  <a:pt x="146074" y="685134"/>
                  <a:pt x="179546" y="679003"/>
                  <a:pt x="195262" y="671746"/>
                </a:cubicBezTo>
                <a:lnTo>
                  <a:pt x="223837" y="658553"/>
                </a:lnTo>
                <a:lnTo>
                  <a:pt x="190500" y="663016"/>
                </a:lnTo>
                <a:cubicBezTo>
                  <a:pt x="161591" y="666886"/>
                  <a:pt x="163886" y="664781"/>
                  <a:pt x="207772" y="647173"/>
                </a:cubicBezTo>
                <a:cubicBezTo>
                  <a:pt x="347297" y="591194"/>
                  <a:pt x="453398" y="423142"/>
                  <a:pt x="472044" y="228600"/>
                </a:cubicBezTo>
                <a:cubicBezTo>
                  <a:pt x="480411" y="141293"/>
                  <a:pt x="507244" y="371"/>
                  <a:pt x="514631" y="4936"/>
                </a:cubicBezTo>
                <a:cubicBezTo>
                  <a:pt x="518447" y="7294"/>
                  <a:pt x="519930" y="29651"/>
                  <a:pt x="517927" y="54618"/>
                </a:cubicBezTo>
                <a:cubicBezTo>
                  <a:pt x="515925" y="79585"/>
                  <a:pt x="516801" y="94654"/>
                  <a:pt x="519874" y="88106"/>
                </a:cubicBezTo>
                <a:cubicBezTo>
                  <a:pt x="533963" y="58085"/>
                  <a:pt x="540988" y="84764"/>
                  <a:pt x="547435" y="192774"/>
                </a:cubicBezTo>
                <a:cubicBezTo>
                  <a:pt x="564444" y="477754"/>
                  <a:pt x="629121" y="580066"/>
                  <a:pt x="823912" y="630133"/>
                </a:cubicBezTo>
                <a:lnTo>
                  <a:pt x="890587" y="647270"/>
                </a:lnTo>
                <a:lnTo>
                  <a:pt x="838200" y="643252"/>
                </a:lnTo>
                <a:lnTo>
                  <a:pt x="785812" y="639235"/>
                </a:lnTo>
                <a:lnTo>
                  <a:pt x="833437" y="652723"/>
                </a:lnTo>
                <a:cubicBezTo>
                  <a:pt x="859631" y="660141"/>
                  <a:pt x="916424" y="667246"/>
                  <a:pt x="959643" y="668511"/>
                </a:cubicBezTo>
                <a:cubicBezTo>
                  <a:pt x="1042932" y="670950"/>
                  <a:pt x="1069637" y="685335"/>
                  <a:pt x="992981" y="686469"/>
                </a:cubicBezTo>
                <a:cubicBezTo>
                  <a:pt x="938031" y="687282"/>
                  <a:pt x="892120" y="702690"/>
                  <a:pt x="938212" y="704850"/>
                </a:cubicBezTo>
                <a:cubicBezTo>
                  <a:pt x="986872" y="707130"/>
                  <a:pt x="936850" y="722452"/>
                  <a:pt x="878208" y="723230"/>
                </a:cubicBezTo>
                <a:cubicBezTo>
                  <a:pt x="834034" y="723816"/>
                  <a:pt x="771525" y="744028"/>
                  <a:pt x="771525" y="757726"/>
                </a:cubicBezTo>
                <a:cubicBezTo>
                  <a:pt x="771525" y="760346"/>
                  <a:pt x="784170" y="755949"/>
                  <a:pt x="799626" y="747957"/>
                </a:cubicBezTo>
                <a:cubicBezTo>
                  <a:pt x="815083" y="739964"/>
                  <a:pt x="833299" y="733522"/>
                  <a:pt x="840108" y="733641"/>
                </a:cubicBezTo>
                <a:cubicBezTo>
                  <a:pt x="850736" y="733827"/>
                  <a:pt x="736505" y="800100"/>
                  <a:pt x="725557" y="800100"/>
                </a:cubicBezTo>
                <a:cubicBezTo>
                  <a:pt x="723362" y="800100"/>
                  <a:pt x="727450" y="792599"/>
                  <a:pt x="734639" y="783431"/>
                </a:cubicBezTo>
                <a:cubicBezTo>
                  <a:pt x="746526" y="768274"/>
                  <a:pt x="746179" y="767965"/>
                  <a:pt x="730813" y="780026"/>
                </a:cubicBezTo>
                <a:cubicBezTo>
                  <a:pt x="721519" y="787321"/>
                  <a:pt x="715997" y="795372"/>
                  <a:pt x="718542" y="797917"/>
                </a:cubicBezTo>
                <a:cubicBezTo>
                  <a:pt x="725765" y="805140"/>
                  <a:pt x="656061" y="886230"/>
                  <a:pt x="647290" y="880809"/>
                </a:cubicBezTo>
                <a:cubicBezTo>
                  <a:pt x="643001" y="878158"/>
                  <a:pt x="636389" y="881007"/>
                  <a:pt x="632598" y="887141"/>
                </a:cubicBezTo>
                <a:cubicBezTo>
                  <a:pt x="628294" y="894106"/>
                  <a:pt x="629835" y="895741"/>
                  <a:pt x="636703" y="891497"/>
                </a:cubicBezTo>
                <a:cubicBezTo>
                  <a:pt x="652210" y="881913"/>
                  <a:pt x="651146" y="885892"/>
                  <a:pt x="619125" y="957262"/>
                </a:cubicBezTo>
                <a:cubicBezTo>
                  <a:pt x="603408" y="992291"/>
                  <a:pt x="590550" y="1028870"/>
                  <a:pt x="590550" y="1038550"/>
                </a:cubicBezTo>
                <a:cubicBezTo>
                  <a:pt x="590550" y="1048230"/>
                  <a:pt x="586328" y="1058759"/>
                  <a:pt x="581168" y="1061948"/>
                </a:cubicBezTo>
                <a:cubicBezTo>
                  <a:pt x="575306" y="1065571"/>
                  <a:pt x="574033" y="1055955"/>
                  <a:pt x="577774" y="1036317"/>
                </a:cubicBezTo>
                <a:cubicBezTo>
                  <a:pt x="588506" y="979979"/>
                  <a:pt x="573396" y="1012793"/>
                  <a:pt x="557962" y="1079340"/>
                </a:cubicBezTo>
                <a:cubicBezTo>
                  <a:pt x="540635" y="1154054"/>
                  <a:pt x="538892" y="1184716"/>
                  <a:pt x="552450" y="1176337"/>
                </a:cubicBezTo>
                <a:cubicBezTo>
                  <a:pt x="557688" y="1173099"/>
                  <a:pt x="561975" y="1175448"/>
                  <a:pt x="561975" y="1181556"/>
                </a:cubicBezTo>
                <a:cubicBezTo>
                  <a:pt x="561975" y="1187665"/>
                  <a:pt x="555545" y="1190195"/>
                  <a:pt x="547687" y="1187180"/>
                </a:cubicBezTo>
                <a:cubicBezTo>
                  <a:pt x="536503" y="1182888"/>
                  <a:pt x="533545" y="1189390"/>
                  <a:pt x="534069" y="1217117"/>
                </a:cubicBezTo>
                <a:cubicBezTo>
                  <a:pt x="534629" y="1246723"/>
                  <a:pt x="536222" y="1249410"/>
                  <a:pt x="543776" y="1233487"/>
                </a:cubicBezTo>
                <a:cubicBezTo>
                  <a:pt x="550802" y="1218678"/>
                  <a:pt x="551713" y="1221594"/>
                  <a:pt x="547869" y="1246584"/>
                </a:cubicBezTo>
                <a:cubicBezTo>
                  <a:pt x="545150" y="1264265"/>
                  <a:pt x="542925" y="1288911"/>
                  <a:pt x="542925" y="1301353"/>
                </a:cubicBezTo>
                <a:cubicBezTo>
                  <a:pt x="542925" y="1313795"/>
                  <a:pt x="539381" y="1323975"/>
                  <a:pt x="535049" y="1323975"/>
                </a:cubicBezTo>
                <a:cubicBezTo>
                  <a:pt x="530718" y="1323975"/>
                  <a:pt x="528720" y="1312187"/>
                  <a:pt x="530609" y="1297781"/>
                </a:cubicBezTo>
                <a:cubicBezTo>
                  <a:pt x="532498" y="1283374"/>
                  <a:pt x="530315" y="1252299"/>
                  <a:pt x="525757" y="1228725"/>
                </a:cubicBezTo>
                <a:lnTo>
                  <a:pt x="517471" y="1185862"/>
                </a:lnTo>
                <a:lnTo>
                  <a:pt x="510638" y="1252537"/>
                </a:lnTo>
                <a:cubicBezTo>
                  <a:pt x="501781" y="1338966"/>
                  <a:pt x="488674" y="1396376"/>
                  <a:pt x="485630" y="1362075"/>
                </a:cubicBezTo>
                <a:close/>
                <a:moveTo>
                  <a:pt x="542504" y="876300"/>
                </a:moveTo>
                <a:cubicBezTo>
                  <a:pt x="572804" y="816636"/>
                  <a:pt x="624012" y="755814"/>
                  <a:pt x="669022" y="726028"/>
                </a:cubicBezTo>
                <a:lnTo>
                  <a:pt x="707091" y="700834"/>
                </a:lnTo>
                <a:lnTo>
                  <a:pt x="666304" y="687238"/>
                </a:lnTo>
                <a:cubicBezTo>
                  <a:pt x="603443" y="666285"/>
                  <a:pt x="543748" y="600505"/>
                  <a:pt x="513729" y="519112"/>
                </a:cubicBezTo>
                <a:lnTo>
                  <a:pt x="503190" y="490537"/>
                </a:lnTo>
                <a:lnTo>
                  <a:pt x="488652" y="533400"/>
                </a:lnTo>
                <a:cubicBezTo>
                  <a:pt x="465836" y="600666"/>
                  <a:pt x="415454" y="662116"/>
                  <a:pt x="360779" y="689361"/>
                </a:cubicBezTo>
                <a:lnTo>
                  <a:pt x="312569" y="713385"/>
                </a:lnTo>
                <a:lnTo>
                  <a:pt x="346062" y="727380"/>
                </a:lnTo>
                <a:cubicBezTo>
                  <a:pt x="409863" y="754038"/>
                  <a:pt x="485369" y="864208"/>
                  <a:pt x="485905" y="931426"/>
                </a:cubicBezTo>
                <a:cubicBezTo>
                  <a:pt x="485976" y="940397"/>
                  <a:pt x="488814" y="958126"/>
                  <a:pt x="492211" y="970824"/>
                </a:cubicBezTo>
                <a:cubicBezTo>
                  <a:pt x="497908" y="992119"/>
                  <a:pt x="499255" y="991009"/>
                  <a:pt x="509562" y="956537"/>
                </a:cubicBezTo>
                <a:cubicBezTo>
                  <a:pt x="515708" y="935981"/>
                  <a:pt x="530532" y="899874"/>
                  <a:pt x="542504" y="876300"/>
                </a:cubicBezTo>
                <a:close/>
              </a:path>
            </a:pathLst>
          </a:custGeom>
          <a:solidFill>
            <a:srgbClr val="7A1732"/>
          </a:solidFill>
          <a:ln>
            <a:noFill/>
          </a:ln>
        </p:spPr>
      </p:sp>
      <p:sp>
        <p:nvSpPr>
          <p:cNvPr id="5" name="sparkle"/>
          <p:cNvSpPr/>
          <p:nvPr/>
        </p:nvSpPr>
        <p:spPr>
          <a:xfrm rot="0">
            <a:off x="7381875" y="3638550"/>
            <a:ext cx="1428750" cy="1676400"/>
          </a:xfrm>
          <a:custGeom>
            <a:avLst/>
            <a:gdLst/>
            <a:ahLst/>
            <a:cxnLst/>
            <a:rect l="0" t="0" r="r" b="b"/>
            <a:pathLst>
              <a:path w="1428750" h="1676400">
                <a:moveTo>
                  <a:pt x="667940" y="1676400"/>
                </a:moveTo>
                <a:cubicBezTo>
                  <a:pt x="666834" y="1673780"/>
                  <a:pt x="663536" y="1635204"/>
                  <a:pt x="660611" y="1590675"/>
                </a:cubicBezTo>
                <a:cubicBezTo>
                  <a:pt x="657687" y="1546145"/>
                  <a:pt x="651560" y="1503283"/>
                  <a:pt x="646997" y="1495425"/>
                </a:cubicBezTo>
                <a:cubicBezTo>
                  <a:pt x="641852" y="1486565"/>
                  <a:pt x="640732" y="1496516"/>
                  <a:pt x="644047" y="1521618"/>
                </a:cubicBezTo>
                <a:cubicBezTo>
                  <a:pt x="647495" y="1547732"/>
                  <a:pt x="645712" y="1562100"/>
                  <a:pt x="639021" y="1562100"/>
                </a:cubicBezTo>
                <a:cubicBezTo>
                  <a:pt x="632962" y="1562100"/>
                  <a:pt x="628650" y="1542814"/>
                  <a:pt x="628650" y="1515722"/>
                </a:cubicBezTo>
                <a:cubicBezTo>
                  <a:pt x="628650" y="1461259"/>
                  <a:pt x="605555" y="1322314"/>
                  <a:pt x="584114" y="1247775"/>
                </a:cubicBezTo>
                <a:cubicBezTo>
                  <a:pt x="533234" y="1070894"/>
                  <a:pt x="429238" y="973909"/>
                  <a:pt x="255492" y="941304"/>
                </a:cubicBezTo>
                <a:cubicBezTo>
                  <a:pt x="220514" y="934740"/>
                  <a:pt x="193988" y="925986"/>
                  <a:pt x="196544" y="921850"/>
                </a:cubicBezTo>
                <a:cubicBezTo>
                  <a:pt x="199100" y="917714"/>
                  <a:pt x="212716" y="916835"/>
                  <a:pt x="226802" y="919897"/>
                </a:cubicBezTo>
                <a:cubicBezTo>
                  <a:pt x="246610" y="924204"/>
                  <a:pt x="249175" y="923166"/>
                  <a:pt x="238125" y="915316"/>
                </a:cubicBezTo>
                <a:cubicBezTo>
                  <a:pt x="215397" y="899171"/>
                  <a:pt x="170941" y="901992"/>
                  <a:pt x="177530" y="919162"/>
                </a:cubicBezTo>
                <a:cubicBezTo>
                  <a:pt x="181562" y="929670"/>
                  <a:pt x="176265" y="933450"/>
                  <a:pt x="157501" y="933450"/>
                </a:cubicBezTo>
                <a:cubicBezTo>
                  <a:pt x="143469" y="933450"/>
                  <a:pt x="125559" y="927020"/>
                  <a:pt x="117701" y="919162"/>
                </a:cubicBezTo>
                <a:cubicBezTo>
                  <a:pt x="105001" y="906462"/>
                  <a:pt x="105014" y="904875"/>
                  <a:pt x="117820" y="904875"/>
                </a:cubicBezTo>
                <a:cubicBezTo>
                  <a:pt x="125743" y="904875"/>
                  <a:pt x="134470" y="901242"/>
                  <a:pt x="137215" y="896802"/>
                </a:cubicBezTo>
                <a:cubicBezTo>
                  <a:pt x="139959" y="892361"/>
                  <a:pt x="109582" y="890822"/>
                  <a:pt x="69710" y="893381"/>
                </a:cubicBezTo>
                <a:cubicBezTo>
                  <a:pt x="16858" y="896773"/>
                  <a:pt x="-963" y="895089"/>
                  <a:pt x="3933" y="887166"/>
                </a:cubicBezTo>
                <a:cubicBezTo>
                  <a:pt x="7627" y="881190"/>
                  <a:pt x="26469" y="876234"/>
                  <a:pt x="45805" y="876154"/>
                </a:cubicBezTo>
                <a:cubicBezTo>
                  <a:pt x="65142" y="876073"/>
                  <a:pt x="87391" y="871595"/>
                  <a:pt x="95250" y="866202"/>
                </a:cubicBezTo>
                <a:cubicBezTo>
                  <a:pt x="107128" y="858050"/>
                  <a:pt x="106325" y="856654"/>
                  <a:pt x="90487" y="857920"/>
                </a:cubicBezTo>
                <a:cubicBezTo>
                  <a:pt x="44686" y="861582"/>
                  <a:pt x="57414" y="854310"/>
                  <a:pt x="114300" y="844315"/>
                </a:cubicBezTo>
                <a:cubicBezTo>
                  <a:pt x="153211" y="837478"/>
                  <a:pt x="176212" y="828832"/>
                  <a:pt x="176212" y="821041"/>
                </a:cubicBezTo>
                <a:cubicBezTo>
                  <a:pt x="176212" y="814224"/>
                  <a:pt x="200022" y="798969"/>
                  <a:pt x="229122" y="787141"/>
                </a:cubicBezTo>
                <a:cubicBezTo>
                  <a:pt x="467805" y="690133"/>
                  <a:pt x="617704" y="487184"/>
                  <a:pt x="667400" y="193752"/>
                </a:cubicBezTo>
                <a:cubicBezTo>
                  <a:pt x="680336" y="117373"/>
                  <a:pt x="701250" y="83651"/>
                  <a:pt x="690939" y="155798"/>
                </a:cubicBezTo>
                <a:cubicBezTo>
                  <a:pt x="686681" y="185587"/>
                  <a:pt x="687691" y="199980"/>
                  <a:pt x="693775" y="196220"/>
                </a:cubicBezTo>
                <a:cubicBezTo>
                  <a:pt x="698971" y="193008"/>
                  <a:pt x="705038" y="195765"/>
                  <a:pt x="707257" y="202346"/>
                </a:cubicBezTo>
                <a:cubicBezTo>
                  <a:pt x="709476" y="208927"/>
                  <a:pt x="714293" y="186451"/>
                  <a:pt x="717961" y="152400"/>
                </a:cubicBezTo>
                <a:cubicBezTo>
                  <a:pt x="731664" y="25213"/>
                  <a:pt x="736036" y="489"/>
                  <a:pt x="743962" y="5388"/>
                </a:cubicBezTo>
                <a:cubicBezTo>
                  <a:pt x="748434" y="8152"/>
                  <a:pt x="750030" y="31143"/>
                  <a:pt x="747508" y="56479"/>
                </a:cubicBezTo>
                <a:cubicBezTo>
                  <a:pt x="744413" y="87574"/>
                  <a:pt x="747726" y="111419"/>
                  <a:pt x="757703" y="129853"/>
                </a:cubicBezTo>
                <a:lnTo>
                  <a:pt x="772484" y="157162"/>
                </a:lnTo>
                <a:lnTo>
                  <a:pt x="770995" y="128587"/>
                </a:lnTo>
                <a:cubicBezTo>
                  <a:pt x="768664" y="83847"/>
                  <a:pt x="770902" y="66675"/>
                  <a:pt x="779064" y="66675"/>
                </a:cubicBezTo>
                <a:cubicBezTo>
                  <a:pt x="783211" y="66675"/>
                  <a:pt x="787760" y="113472"/>
                  <a:pt x="789172" y="170668"/>
                </a:cubicBezTo>
                <a:cubicBezTo>
                  <a:pt x="798008" y="528358"/>
                  <a:pt x="929172" y="699084"/>
                  <a:pt x="1218268" y="729191"/>
                </a:cubicBezTo>
                <a:cubicBezTo>
                  <a:pt x="1302008" y="737911"/>
                  <a:pt x="1333500" y="744679"/>
                  <a:pt x="1333500" y="753954"/>
                </a:cubicBezTo>
                <a:cubicBezTo>
                  <a:pt x="1333500" y="759085"/>
                  <a:pt x="1324927" y="760562"/>
                  <a:pt x="1314450" y="757237"/>
                </a:cubicBezTo>
                <a:cubicBezTo>
                  <a:pt x="1301175" y="753024"/>
                  <a:pt x="1295400" y="755525"/>
                  <a:pt x="1295400" y="765487"/>
                </a:cubicBezTo>
                <a:cubicBezTo>
                  <a:pt x="1295400" y="773772"/>
                  <a:pt x="1284384" y="781453"/>
                  <a:pt x="1269206" y="783752"/>
                </a:cubicBezTo>
                <a:cubicBezTo>
                  <a:pt x="1254799" y="785935"/>
                  <a:pt x="1285517" y="788362"/>
                  <a:pt x="1337468" y="789147"/>
                </a:cubicBezTo>
                <a:cubicBezTo>
                  <a:pt x="1389419" y="789932"/>
                  <a:pt x="1428710" y="793789"/>
                  <a:pt x="1424781" y="797718"/>
                </a:cubicBezTo>
                <a:cubicBezTo>
                  <a:pt x="1416260" y="806239"/>
                  <a:pt x="1412223" y="806896"/>
                  <a:pt x="1358900" y="808434"/>
                </a:cubicBezTo>
                <a:cubicBezTo>
                  <a:pt x="1329090" y="809294"/>
                  <a:pt x="1317624" y="813593"/>
                  <a:pt x="1317624" y="823912"/>
                </a:cubicBezTo>
                <a:cubicBezTo>
                  <a:pt x="1317624" y="831770"/>
                  <a:pt x="1322268" y="838330"/>
                  <a:pt x="1327943" y="838489"/>
                </a:cubicBezTo>
                <a:cubicBezTo>
                  <a:pt x="1349328" y="839089"/>
                  <a:pt x="1307050" y="855840"/>
                  <a:pt x="1233916" y="875742"/>
                </a:cubicBezTo>
                <a:cubicBezTo>
                  <a:pt x="1026527" y="932181"/>
                  <a:pt x="892735" y="1059535"/>
                  <a:pt x="811903" y="1277449"/>
                </a:cubicBezTo>
                <a:cubicBezTo>
                  <a:pt x="795394" y="1321955"/>
                  <a:pt x="784768" y="1340477"/>
                  <a:pt x="782968" y="1327882"/>
                </a:cubicBezTo>
                <a:cubicBezTo>
                  <a:pt x="779733" y="1305233"/>
                  <a:pt x="809289" y="1225071"/>
                  <a:pt x="843768" y="1162982"/>
                </a:cubicBezTo>
                <a:cubicBezTo>
                  <a:pt x="856575" y="1139921"/>
                  <a:pt x="865441" y="1119441"/>
                  <a:pt x="863471" y="1117471"/>
                </a:cubicBezTo>
                <a:cubicBezTo>
                  <a:pt x="855139" y="1109139"/>
                  <a:pt x="790298" y="1249013"/>
                  <a:pt x="772175" y="1314414"/>
                </a:cubicBezTo>
                <a:cubicBezTo>
                  <a:pt x="749238" y="1397183"/>
                  <a:pt x="749770" y="1393445"/>
                  <a:pt x="762000" y="1385887"/>
                </a:cubicBezTo>
                <a:cubicBezTo>
                  <a:pt x="767238" y="1382649"/>
                  <a:pt x="771525" y="1384539"/>
                  <a:pt x="771525" y="1390087"/>
                </a:cubicBezTo>
                <a:cubicBezTo>
                  <a:pt x="771525" y="1395635"/>
                  <a:pt x="768101" y="1400175"/>
                  <a:pt x="763917" y="1400175"/>
                </a:cubicBezTo>
                <a:cubicBezTo>
                  <a:pt x="759732" y="1400175"/>
                  <a:pt x="756292" y="1416248"/>
                  <a:pt x="756271" y="1435893"/>
                </a:cubicBezTo>
                <a:cubicBezTo>
                  <a:pt x="756238" y="1467357"/>
                  <a:pt x="743779" y="1552611"/>
                  <a:pt x="727736" y="1631156"/>
                </a:cubicBezTo>
                <a:cubicBezTo>
                  <a:pt x="724793" y="1645562"/>
                  <a:pt x="719512" y="1657316"/>
                  <a:pt x="715999" y="1657275"/>
                </a:cubicBezTo>
                <a:cubicBezTo>
                  <a:pt x="707212" y="1657173"/>
                  <a:pt x="686153" y="1610234"/>
                  <a:pt x="684198" y="1586394"/>
                </a:cubicBezTo>
                <a:cubicBezTo>
                  <a:pt x="683318" y="1575652"/>
                  <a:pt x="679752" y="1592580"/>
                  <a:pt x="676275" y="1624012"/>
                </a:cubicBezTo>
                <a:cubicBezTo>
                  <a:pt x="672797" y="1655445"/>
                  <a:pt x="669047" y="1679019"/>
                  <a:pt x="667940" y="1676400"/>
                </a:cubicBezTo>
                <a:close/>
                <a:moveTo>
                  <a:pt x="780847" y="1068622"/>
                </a:moveTo>
                <a:cubicBezTo>
                  <a:pt x="823279" y="989010"/>
                  <a:pt x="908370" y="898286"/>
                  <a:pt x="980501" y="855748"/>
                </a:cubicBezTo>
                <a:lnTo>
                  <a:pt x="1039578" y="820910"/>
                </a:lnTo>
                <a:lnTo>
                  <a:pt x="973582" y="800081"/>
                </a:lnTo>
                <a:cubicBezTo>
                  <a:pt x="860461" y="764380"/>
                  <a:pt x="785996" y="692925"/>
                  <a:pt x="737458" y="573500"/>
                </a:cubicBezTo>
                <a:cubicBezTo>
                  <a:pt x="718658" y="527243"/>
                  <a:pt x="715654" y="524066"/>
                  <a:pt x="709734" y="544179"/>
                </a:cubicBezTo>
                <a:cubicBezTo>
                  <a:pt x="677121" y="654976"/>
                  <a:pt x="583822" y="773411"/>
                  <a:pt x="493659" y="818466"/>
                </a:cubicBezTo>
                <a:lnTo>
                  <a:pt x="435886" y="847335"/>
                </a:lnTo>
                <a:lnTo>
                  <a:pt x="463211" y="857251"/>
                </a:lnTo>
                <a:cubicBezTo>
                  <a:pt x="538435" y="884549"/>
                  <a:pt x="589632" y="927167"/>
                  <a:pt x="628217" y="994606"/>
                </a:cubicBezTo>
                <a:cubicBezTo>
                  <a:pt x="659489" y="1049264"/>
                  <a:pt x="694964" y="1171558"/>
                  <a:pt x="695881" y="1227867"/>
                </a:cubicBezTo>
                <a:cubicBezTo>
                  <a:pt x="696399" y="1259641"/>
                  <a:pt x="698307" y="1257315"/>
                  <a:pt x="722836" y="1194997"/>
                </a:cubicBezTo>
                <a:cubicBezTo>
                  <a:pt x="737355" y="1158111"/>
                  <a:pt x="763460" y="1101243"/>
                  <a:pt x="780847" y="1068622"/>
                </a:cubicBezTo>
                <a:close/>
                <a:moveTo>
                  <a:pt x="600162" y="985965"/>
                </a:moveTo>
                <a:cubicBezTo>
                  <a:pt x="570634" y="943047"/>
                  <a:pt x="503026" y="885789"/>
                  <a:pt x="481964" y="885860"/>
                </a:cubicBezTo>
                <a:cubicBezTo>
                  <a:pt x="476202" y="885880"/>
                  <a:pt x="484416" y="893780"/>
                  <a:pt x="500218" y="903417"/>
                </a:cubicBezTo>
                <a:cubicBezTo>
                  <a:pt x="532925" y="923363"/>
                  <a:pt x="619125" y="1016082"/>
                  <a:pt x="619125" y="1031317"/>
                </a:cubicBezTo>
                <a:cubicBezTo>
                  <a:pt x="619125" y="1036862"/>
                  <a:pt x="621681" y="1038843"/>
                  <a:pt x="624805" y="1035719"/>
                </a:cubicBezTo>
                <a:cubicBezTo>
                  <a:pt x="627929" y="1032595"/>
                  <a:pt x="616840" y="1010205"/>
                  <a:pt x="600162" y="985965"/>
                </a:cubicBezTo>
                <a:close/>
                <a:moveTo>
                  <a:pt x="590168" y="713423"/>
                </a:moveTo>
                <a:cubicBezTo>
                  <a:pt x="606094" y="693606"/>
                  <a:pt x="618994" y="671782"/>
                  <a:pt x="618835" y="664927"/>
                </a:cubicBezTo>
                <a:cubicBezTo>
                  <a:pt x="618676" y="658071"/>
                  <a:pt x="613848" y="661035"/>
                  <a:pt x="608107" y="671512"/>
                </a:cubicBezTo>
                <a:cubicBezTo>
                  <a:pt x="602366" y="681990"/>
                  <a:pt x="575707" y="713651"/>
                  <a:pt x="548865" y="741871"/>
                </a:cubicBezTo>
                <a:cubicBezTo>
                  <a:pt x="513235" y="779330"/>
                  <a:pt x="508315" y="787278"/>
                  <a:pt x="530637" y="771318"/>
                </a:cubicBezTo>
                <a:cubicBezTo>
                  <a:pt x="547454" y="759293"/>
                  <a:pt x="574243" y="733241"/>
                  <a:pt x="590168" y="713423"/>
                </a:cubicBezTo>
                <a:close/>
              </a:path>
            </a:pathLst>
          </a:custGeom>
          <a:solidFill>
            <a:srgbClr val="7A1732"/>
          </a:solidFill>
          <a:ln>
            <a:noFill/>
          </a:ln>
        </p:spPr>
      </p:sp>
      <p:sp>
        <p:nvSpPr>
          <p:cNvPr id="6" name="TEXT: [gift wrap available]"/>
          <p:cNvSpPr/>
          <p:nvPr/>
        </p:nvSpPr>
        <p:spPr>
          <a:xfrm rot="120000">
            <a:off x="1371600" y="10929938"/>
            <a:ext cx="7543800" cy="10001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92024" rIns="192024" tIns="82296" bIns="82296"/>
          <a:lstStyle/>
          <a:p>
            <a:pPr algn="ctr">
              <a:lnSpc>
                <a:spcPts val="6588"/>
              </a:lnSpc>
            </a:pPr>
            <a:r>
              <a:rPr b="1" sz="5400">
                <a:solidFill>
                  <a:srgbClr val="181716"/>
                </a:solidFill>
                <a:latin typeface="Montserrat"/>
              </a:rPr>
              <a:t>[gift wrap available]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3" name="string"/>
          <p:cNvSpPr/>
          <p:nvPr/>
        </p:nvSpPr>
        <p:spPr>
          <a:xfrm rot="0">
            <a:off x="1809750" y="6093618"/>
            <a:ext cx="3333750" cy="5238750"/>
          </a:xfrm>
          <a:custGeom>
            <a:avLst/>
            <a:gdLst/>
            <a:ahLst/>
            <a:cxnLst/>
            <a:rect l="0" t="0" r="r" b="b"/>
            <a:pathLst>
              <a:path w="3333750" h="5238750">
                <a:moveTo>
                  <a:pt x="2857076" y="4969033"/>
                </a:moveTo>
                <a:cubicBezTo>
                  <a:pt x="2813892" y="4863298"/>
                  <a:pt x="2749173" y="4711483"/>
                  <a:pt x="2713255" y="4631666"/>
                </a:cubicBezTo>
                <a:cubicBezTo>
                  <a:pt x="2677337" y="4551850"/>
                  <a:pt x="2647950" y="4484622"/>
                  <a:pt x="2647950" y="4482270"/>
                </a:cubicBezTo>
                <a:cubicBezTo>
                  <a:pt x="2647950" y="4459194"/>
                  <a:pt x="2288432" y="3657462"/>
                  <a:pt x="2111595" y="3286187"/>
                </a:cubicBezTo>
                <a:cubicBezTo>
                  <a:pt x="1847454" y="2731616"/>
                  <a:pt x="1390265" y="1853383"/>
                  <a:pt x="1166965" y="1471612"/>
                </a:cubicBezTo>
                <a:cubicBezTo>
                  <a:pt x="1124067" y="1398270"/>
                  <a:pt x="1070447" y="1303972"/>
                  <a:pt x="1047810" y="1262062"/>
                </a:cubicBezTo>
                <a:cubicBezTo>
                  <a:pt x="985796" y="1147253"/>
                  <a:pt x="635324" y="554130"/>
                  <a:pt x="552523" y="423862"/>
                </a:cubicBezTo>
                <a:cubicBezTo>
                  <a:pt x="496365" y="335510"/>
                  <a:pt x="395958" y="168611"/>
                  <a:pt x="365694" y="113311"/>
                </a:cubicBezTo>
                <a:cubicBezTo>
                  <a:pt x="363963" y="110148"/>
                  <a:pt x="372920" y="102834"/>
                  <a:pt x="385599" y="97057"/>
                </a:cubicBezTo>
                <a:cubicBezTo>
                  <a:pt x="407270" y="87183"/>
                  <a:pt x="410484" y="89810"/>
                  <a:pt x="439240" y="140908"/>
                </a:cubicBezTo>
                <a:cubicBezTo>
                  <a:pt x="456064" y="170803"/>
                  <a:pt x="517941" y="272415"/>
                  <a:pt x="576745" y="366712"/>
                </a:cubicBezTo>
                <a:cubicBezTo>
                  <a:pt x="696031" y="557999"/>
                  <a:pt x="1031636" y="1125151"/>
                  <a:pt x="1095285" y="1243012"/>
                </a:cubicBezTo>
                <a:cubicBezTo>
                  <a:pt x="1117917" y="1284922"/>
                  <a:pt x="1171528" y="1379220"/>
                  <a:pt x="1214419" y="1452562"/>
                </a:cubicBezTo>
                <a:cubicBezTo>
                  <a:pt x="1615522" y="2138435"/>
                  <a:pt x="2360760" y="3648437"/>
                  <a:pt x="2671703" y="4405312"/>
                </a:cubicBezTo>
                <a:cubicBezTo>
                  <a:pt x="2699681" y="4473416"/>
                  <a:pt x="2740390" y="4567713"/>
                  <a:pt x="2762166" y="4614862"/>
                </a:cubicBezTo>
                <a:cubicBezTo>
                  <a:pt x="2792514" y="4680572"/>
                  <a:pt x="2895825" y="4927183"/>
                  <a:pt x="2977926" y="5129897"/>
                </a:cubicBezTo>
                <a:cubicBezTo>
                  <a:pt x="2980200" y="5135512"/>
                  <a:pt x="2971605" y="5144870"/>
                  <a:pt x="2958827" y="5150692"/>
                </a:cubicBezTo>
                <a:cubicBezTo>
                  <a:pt x="2935740" y="5161211"/>
                  <a:pt x="2935093" y="5160055"/>
                  <a:pt x="2857076" y="4969033"/>
                </a:cubicBezTo>
                <a:close/>
              </a:path>
            </a:pathLst>
          </a:custGeom>
          <a:solidFill>
            <a:srgbClr val="181716"/>
          </a:solidFill>
          <a:ln>
            <a:noFill/>
          </a:ln>
        </p:spPr>
      </p:sp>
      <p:pic>
        <p:nvPicPr>
          <p:cNvPr id="4" name="Polaroid" descr="0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360000">
            <a:off x="409575" y="1319212"/>
            <a:ext cx="3562350" cy="5362575"/>
          </a:xfrm>
          <a:prstGeom prst="rect">
            <a:avLst/>
          </a:prstGeom>
        </p:spPr>
      </p:pic>
      <p:sp>
        <p:nvSpPr>
          <p:cNvPr id="5" name="PHOTO: Person 1"/>
          <p:cNvSpPr/>
          <p:nvPr/>
        </p:nvSpPr>
        <p:spPr>
          <a:xfrm rot="240000">
            <a:off x="1281152" y="2862971"/>
            <a:ext cx="2085975" cy="2676525"/>
          </a:xfrm>
          <a:prstGeom prst="rect">
            <a:avLst/>
          </a:prstGeom>
          <a:blipFill rotWithShape="1">
            <a:blip r:embed="rId4"/>
            <a:stretch>
              <a:fillRect/>
            </a:stretch>
          </a:blipFill>
          <a:ln>
            <a:noFill/>
          </a:ln>
        </p:spPr>
      </p:sp>
      <p:sp>
        <p:nvSpPr>
          <p:cNvPr id="6" name="string"/>
          <p:cNvSpPr/>
          <p:nvPr/>
        </p:nvSpPr>
        <p:spPr>
          <a:xfrm rot="0">
            <a:off x="5048250" y="5236368"/>
            <a:ext cx="190500" cy="6096000"/>
          </a:xfrm>
          <a:custGeom>
            <a:avLst/>
            <a:gdLst/>
            <a:ahLst/>
            <a:cxnLst/>
            <a:rect l="0" t="0" r="r" b="b"/>
            <a:pathLst>
              <a:path w="190500" h="6096000">
                <a:moveTo>
                  <a:pt x="75677" y="4343400"/>
                </a:moveTo>
                <a:cubicBezTo>
                  <a:pt x="75390" y="3426618"/>
                  <a:pt x="75155" y="2179320"/>
                  <a:pt x="75155" y="1571625"/>
                </a:cubicBezTo>
                <a:cubicBezTo>
                  <a:pt x="75155" y="963929"/>
                  <a:pt x="75390" y="383143"/>
                  <a:pt x="75677" y="280987"/>
                </a:cubicBezTo>
                <a:lnTo>
                  <a:pt x="76200" y="95250"/>
                </a:lnTo>
                <a:lnTo>
                  <a:pt x="98954" y="95249"/>
                </a:lnTo>
                <a:lnTo>
                  <a:pt x="121709" y="95249"/>
                </a:lnTo>
                <a:lnTo>
                  <a:pt x="122976" y="3052762"/>
                </a:lnTo>
                <a:lnTo>
                  <a:pt x="124244" y="6010275"/>
                </a:lnTo>
                <a:lnTo>
                  <a:pt x="100222" y="6010275"/>
                </a:lnTo>
                <a:lnTo>
                  <a:pt x="76200" y="6010275"/>
                </a:lnTo>
                <a:lnTo>
                  <a:pt x="75677" y="4343400"/>
                </a:lnTo>
                <a:close/>
              </a:path>
            </a:pathLst>
          </a:custGeom>
          <a:solidFill>
            <a:srgbClr val="181716"/>
          </a:solidFill>
          <a:ln>
            <a:noFill/>
          </a:ln>
        </p:spPr>
      </p:sp>
      <p:pic>
        <p:nvPicPr>
          <p:cNvPr id="7" name="Polaroid" descr="0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20000">
            <a:off x="3362325" y="461962"/>
            <a:ext cx="3562350" cy="5362575"/>
          </a:xfrm>
          <a:prstGeom prst="rect">
            <a:avLst/>
          </a:prstGeom>
        </p:spPr>
      </p:pic>
      <p:sp>
        <p:nvSpPr>
          <p:cNvPr id="8" name="PHOTO: Person 2"/>
          <p:cNvSpPr/>
          <p:nvPr/>
        </p:nvSpPr>
        <p:spPr>
          <a:xfrm rot="-120000">
            <a:off x="4212189" y="2018565"/>
            <a:ext cx="2085975" cy="2676525"/>
          </a:xfrm>
          <a:prstGeom prst="rect">
            <a:avLst/>
          </a:prstGeom>
          <a:blipFill rotWithShape="1">
            <a:blip r:embed="rId4"/>
            <a:stretch>
              <a:fillRect/>
            </a:stretch>
          </a:blipFill>
          <a:ln>
            <a:noFill/>
          </a:ln>
        </p:spPr>
      </p:sp>
      <p:sp>
        <p:nvSpPr>
          <p:cNvPr id="9" name="string"/>
          <p:cNvSpPr/>
          <p:nvPr/>
        </p:nvSpPr>
        <p:spPr>
          <a:xfrm rot="0">
            <a:off x="5143500" y="6093618"/>
            <a:ext cx="3429000" cy="5238750"/>
          </a:xfrm>
          <a:custGeom>
            <a:avLst/>
            <a:gdLst/>
            <a:ahLst/>
            <a:cxnLst/>
            <a:rect l="0" t="0" r="r" b="b"/>
            <a:pathLst>
              <a:path w="3429000" h="5238750">
                <a:moveTo>
                  <a:pt x="385683" y="5150905"/>
                </a:moveTo>
                <a:cubicBezTo>
                  <a:pt x="375249" y="5145287"/>
                  <a:pt x="365721" y="5139974"/>
                  <a:pt x="364510" y="5139099"/>
                </a:cubicBezTo>
                <a:cubicBezTo>
                  <a:pt x="359851" y="5135733"/>
                  <a:pt x="553970" y="4673229"/>
                  <a:pt x="628515" y="4510087"/>
                </a:cubicBezTo>
                <a:cubicBezTo>
                  <a:pt x="671602" y="4415790"/>
                  <a:pt x="734649" y="4274343"/>
                  <a:pt x="768618" y="4195762"/>
                </a:cubicBezTo>
                <a:cubicBezTo>
                  <a:pt x="821785" y="4072771"/>
                  <a:pt x="951628" y="3801527"/>
                  <a:pt x="1213174" y="3267075"/>
                </a:cubicBezTo>
                <a:cubicBezTo>
                  <a:pt x="1247784" y="3196351"/>
                  <a:pt x="1326817" y="3042046"/>
                  <a:pt x="1388804" y="2924175"/>
                </a:cubicBezTo>
                <a:cubicBezTo>
                  <a:pt x="1450791" y="2806303"/>
                  <a:pt x="1555276" y="2606992"/>
                  <a:pt x="1620993" y="2481262"/>
                </a:cubicBezTo>
                <a:cubicBezTo>
                  <a:pt x="1686710" y="2355532"/>
                  <a:pt x="1769634" y="2196941"/>
                  <a:pt x="1805269" y="2128837"/>
                </a:cubicBezTo>
                <a:cubicBezTo>
                  <a:pt x="1840903" y="2060733"/>
                  <a:pt x="1905115" y="1945005"/>
                  <a:pt x="1947961" y="1871662"/>
                </a:cubicBezTo>
                <a:cubicBezTo>
                  <a:pt x="1990808" y="1798320"/>
                  <a:pt x="2044354" y="1704022"/>
                  <a:pt x="2066953" y="1662112"/>
                </a:cubicBezTo>
                <a:cubicBezTo>
                  <a:pt x="2157916" y="1493421"/>
                  <a:pt x="2361186" y="1154951"/>
                  <a:pt x="2675156" y="649379"/>
                </a:cubicBezTo>
                <a:cubicBezTo>
                  <a:pt x="2729410" y="562016"/>
                  <a:pt x="2797652" y="449818"/>
                  <a:pt x="2826806" y="400050"/>
                </a:cubicBezTo>
                <a:cubicBezTo>
                  <a:pt x="2855960" y="350281"/>
                  <a:pt x="2913981" y="259569"/>
                  <a:pt x="2955742" y="198467"/>
                </a:cubicBezTo>
                <a:cubicBezTo>
                  <a:pt x="3027240" y="93855"/>
                  <a:pt x="3032963" y="87961"/>
                  <a:pt x="3053824" y="97466"/>
                </a:cubicBezTo>
                <a:cubicBezTo>
                  <a:pt x="3066008" y="103018"/>
                  <a:pt x="3073235" y="112291"/>
                  <a:pt x="3069884" y="118074"/>
                </a:cubicBezTo>
                <a:cubicBezTo>
                  <a:pt x="3066532" y="123856"/>
                  <a:pt x="3037153" y="167163"/>
                  <a:pt x="3004596" y="214312"/>
                </a:cubicBezTo>
                <a:cubicBezTo>
                  <a:pt x="2972039" y="261461"/>
                  <a:pt x="2902726" y="370760"/>
                  <a:pt x="2850567" y="457200"/>
                </a:cubicBezTo>
                <a:cubicBezTo>
                  <a:pt x="2743268" y="635020"/>
                  <a:pt x="2642060" y="799904"/>
                  <a:pt x="2499775" y="1028700"/>
                </a:cubicBezTo>
                <a:cubicBezTo>
                  <a:pt x="2380427" y="1220610"/>
                  <a:pt x="2182607" y="1555339"/>
                  <a:pt x="2119807" y="1671637"/>
                </a:cubicBezTo>
                <a:cubicBezTo>
                  <a:pt x="2094347" y="1718786"/>
                  <a:pt x="2038256" y="1817370"/>
                  <a:pt x="1995159" y="1890712"/>
                </a:cubicBezTo>
                <a:cubicBezTo>
                  <a:pt x="1952063" y="1964055"/>
                  <a:pt x="1898693" y="2060227"/>
                  <a:pt x="1876559" y="2104429"/>
                </a:cubicBezTo>
                <a:cubicBezTo>
                  <a:pt x="1854425" y="2148631"/>
                  <a:pt x="1814656" y="2223641"/>
                  <a:pt x="1788183" y="2271117"/>
                </a:cubicBezTo>
                <a:cubicBezTo>
                  <a:pt x="1742784" y="2352534"/>
                  <a:pt x="1677138" y="2477679"/>
                  <a:pt x="1401005" y="3009219"/>
                </a:cubicBezTo>
                <a:cubicBezTo>
                  <a:pt x="1242197" y="3314916"/>
                  <a:pt x="940351" y="3933432"/>
                  <a:pt x="856815" y="4124325"/>
                </a:cubicBezTo>
                <a:cubicBezTo>
                  <a:pt x="818989" y="4210764"/>
                  <a:pt x="745204" y="4375785"/>
                  <a:pt x="692848" y="4491037"/>
                </a:cubicBezTo>
                <a:cubicBezTo>
                  <a:pt x="640492" y="4606290"/>
                  <a:pt x="555337" y="4803101"/>
                  <a:pt x="503614" y="4928395"/>
                </a:cubicBezTo>
                <a:cubicBezTo>
                  <a:pt x="451890" y="5053689"/>
                  <a:pt x="408465" y="5157309"/>
                  <a:pt x="407112" y="5158662"/>
                </a:cubicBezTo>
                <a:cubicBezTo>
                  <a:pt x="405760" y="5160014"/>
                  <a:pt x="396117" y="5156524"/>
                  <a:pt x="385683" y="5150905"/>
                </a:cubicBezTo>
                <a:close/>
              </a:path>
            </a:pathLst>
          </a:custGeom>
          <a:solidFill>
            <a:srgbClr val="181716"/>
          </a:solidFill>
          <a:ln>
            <a:noFill/>
          </a:ln>
        </p:spPr>
      </p:sp>
      <p:pic>
        <p:nvPicPr>
          <p:cNvPr id="10" name="Polaroid" descr="0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40000">
            <a:off x="6410325" y="1319212"/>
            <a:ext cx="3562350" cy="5362575"/>
          </a:xfrm>
          <a:prstGeom prst="rect">
            <a:avLst/>
          </a:prstGeom>
        </p:spPr>
      </p:pic>
      <p:sp>
        <p:nvSpPr>
          <p:cNvPr id="11" name="PHOTO: Person 3"/>
          <p:cNvSpPr/>
          <p:nvPr/>
        </p:nvSpPr>
        <p:spPr>
          <a:xfrm rot="-240000">
            <a:off x="7252667" y="2879582"/>
            <a:ext cx="2085975" cy="2676525"/>
          </a:xfrm>
          <a:prstGeom prst="rect">
            <a:avLst/>
          </a:prstGeom>
          <a:blipFill rotWithShape="1">
            <a:blip r:embed="rId4"/>
            <a:stretch>
              <a:fillRect/>
            </a:stretch>
          </a:blipFill>
          <a:ln>
            <a:noFill/>
          </a:ln>
        </p:spPr>
      </p:sp>
      <p:pic>
        <p:nvPicPr>
          <p:cNvPr id="12" name="gift" descr="01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5100" y="10067925"/>
            <a:ext cx="4876800" cy="4629150"/>
          </a:xfrm>
          <a:prstGeom prst="rect">
            <a:avLst/>
          </a:prstGeom>
        </p:spPr>
      </p:pic>
      <p:sp>
        <p:nvSpPr>
          <p:cNvPr id="13" name="LETTERING: Comment"/>
          <p:cNvSpPr txBox="1"/>
          <p:nvPr/>
        </p:nvSpPr>
        <p:spPr>
          <a:xfrm>
            <a:off x="633412" y="6381750"/>
            <a:ext cx="9020175" cy="22860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0" i="0">
                <a:solidFill>
                  <a:srgbClr val="7A1732"/>
                </a:solidFill>
                <a:latin typeface="DM Serif Display"/>
              </a:rPr>
              <a:t>Comment</a:t>
            </a:r>
          </a:p>
        </p:txBody>
      </p:sp>
      <p:sp>
        <p:nvSpPr>
          <p:cNvPr id="14" name="TEXT: &quot;[KEYWORD]&quot;"/>
          <p:cNvSpPr/>
          <p:nvPr/>
        </p:nvSpPr>
        <p:spPr>
          <a:xfrm rot="21480000">
            <a:off x="2152650" y="8543925"/>
            <a:ext cx="5981700" cy="1200150"/>
          </a:xfrm>
          <a:prstGeom prst="roundRect">
            <a:avLst>
              <a:gd name="adj" fmla="val 50000"/>
            </a:avLst>
          </a:prstGeom>
          <a:solidFill>
            <a:srgbClr val="7A17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98145" rIns="398145" tIns="159258" bIns="159258"/>
          <a:lstStyle/>
          <a:p>
            <a:pPr algn="ctr">
              <a:lnSpc>
                <a:spcPts val="6953"/>
              </a:lnSpc>
            </a:pPr>
            <a:r>
              <a:rPr b="1" sz="5700">
                <a:solidFill>
                  <a:srgbClr val="FFFFFF"/>
                </a:solidFill>
                <a:latin typeface="Montserrat"/>
              </a:rPr>
              <a:t>"[KEYWORD]"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