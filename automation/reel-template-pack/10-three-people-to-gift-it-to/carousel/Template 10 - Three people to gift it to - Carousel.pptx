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0287000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1. Hook. Swap in a photo of your gift being wrapped.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2. Second hook: Instagram often shows a carousel starting on slide 2, so this one works as a cover on its own. No photo needed. Edit both [bracket]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3. Swap in a screenshot of your shop for the phone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4. Swap in your product photo.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5. Three people to gift it to: a photo and a name for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6. Edit the line (gift wrap, a note, whatever you offer).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7. The same three photos. Type your keyword. Caption to start from (CTA in the first two sentences, 3 hashtags): Comment [KEYWORD] and I will send you [the link]. [One line of real context: who it helps or how you use it.] #[tag] #[tag] #[tag]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9.jp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2.jp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image" Target="../media/image15.jp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18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9.png"/><Relationship Id="rId4" Type="http://schemas.openxmlformats.org/officeDocument/2006/relationships/image" Target="../media/image20.jpg"/><Relationship Id="rId5" Type="http://schemas.openxmlformats.org/officeDocument/2006/relationships/image" Target="../media/image21.png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PHOTO: Your gift being wrapped (fills the page)"/>
          <p:cNvSpPr/>
          <p:nvPr/>
        </p:nvSpPr>
        <p:spPr>
          <a:xfrm rot="0">
            <a:off x="0" y="0"/>
            <a:ext cx="10287000" cy="1371600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4" name="twine"/>
          <p:cNvSpPr/>
          <p:nvPr/>
        </p:nvSpPr>
        <p:spPr>
          <a:xfrm rot="0">
            <a:off x="8001000" y="-190500"/>
            <a:ext cx="190500" cy="4286250"/>
          </a:xfrm>
          <a:custGeom>
            <a:avLst/>
            <a:gdLst/>
            <a:ahLst/>
            <a:cxnLst/>
            <a:rect l="0" t="0" r="r" b="b"/>
            <a:pathLst>
              <a:path w="190500" h="4286250">
                <a:moveTo>
                  <a:pt x="76031" y="4069556"/>
                </a:moveTo>
                <a:cubicBezTo>
                  <a:pt x="75368" y="3555759"/>
                  <a:pt x="74907" y="330980"/>
                  <a:pt x="75482" y="226218"/>
                </a:cubicBezTo>
                <a:lnTo>
                  <a:pt x="76200" y="95250"/>
                </a:lnTo>
                <a:lnTo>
                  <a:pt x="103433" y="95250"/>
                </a:lnTo>
                <a:lnTo>
                  <a:pt x="130666" y="95250"/>
                </a:lnTo>
                <a:lnTo>
                  <a:pt x="131621" y="2147887"/>
                </a:lnTo>
                <a:lnTo>
                  <a:pt x="132576" y="4200525"/>
                </a:lnTo>
                <a:lnTo>
                  <a:pt x="104388" y="4200525"/>
                </a:lnTo>
                <a:lnTo>
                  <a:pt x="76200" y="4200525"/>
                </a:lnTo>
                <a:lnTo>
                  <a:pt x="76031" y="4069556"/>
                </a:lnTo>
                <a:close/>
              </a:path>
            </a:pathLst>
          </a:custGeom>
          <a:solidFill>
            <a:srgbClr val="B09268"/>
          </a:solidFill>
          <a:ln>
            <a:noFill/>
          </a:ln>
        </p:spPr>
      </p:sp>
      <p:pic>
        <p:nvPicPr>
          <p:cNvPr id="5" name="gift" descr="0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240000">
            <a:off x="5753100" y="3109912"/>
            <a:ext cx="4686300" cy="4448175"/>
          </a:xfrm>
          <a:prstGeom prst="rect">
            <a:avLst/>
          </a:prstGeom>
        </p:spPr>
      </p:pic>
      <p:sp>
        <p:nvSpPr>
          <p:cNvPr id="6" name="gift pattern"/>
          <p:cNvSpPr/>
          <p:nvPr/>
        </p:nvSpPr>
        <p:spPr>
          <a:xfrm rot="-360000">
            <a:off x="5753100" y="3109912"/>
            <a:ext cx="4686300" cy="4448175"/>
          </a:xfrm>
          <a:custGeom>
            <a:avLst/>
            <a:gdLst/>
            <a:ahLst/>
            <a:cxnLst/>
            <a:rect l="0" t="0" r="r" b="b"/>
            <a:pathLst>
              <a:path w="4686300" h="4448175">
                <a:moveTo>
                  <a:pt x="1919567" y="3854245"/>
                </a:moveTo>
                <a:cubicBezTo>
                  <a:pt x="1900042" y="3839967"/>
                  <a:pt x="1903074" y="3811490"/>
                  <a:pt x="1925632" y="3797285"/>
                </a:cubicBezTo>
                <a:cubicBezTo>
                  <a:pt x="1937137" y="3790041"/>
                  <a:pt x="1945652" y="3790736"/>
                  <a:pt x="1956589" y="3799812"/>
                </a:cubicBezTo>
                <a:cubicBezTo>
                  <a:pt x="1991193" y="3828531"/>
                  <a:pt x="1955723" y="3880683"/>
                  <a:pt x="1919567" y="3854245"/>
                </a:cubicBezTo>
                <a:close/>
                <a:moveTo>
                  <a:pt x="2125980" y="3808095"/>
                </a:moveTo>
                <a:cubicBezTo>
                  <a:pt x="2094619" y="3776734"/>
                  <a:pt x="2133915" y="3723646"/>
                  <a:pt x="2169855" y="3748820"/>
                </a:cubicBezTo>
                <a:cubicBezTo>
                  <a:pt x="2194519" y="3766095"/>
                  <a:pt x="2196415" y="3783924"/>
                  <a:pt x="2175782" y="3804557"/>
                </a:cubicBezTo>
                <a:cubicBezTo>
                  <a:pt x="2157884" y="3822454"/>
                  <a:pt x="2141503" y="3823618"/>
                  <a:pt x="2125980" y="3808095"/>
                </a:cubicBezTo>
                <a:close/>
                <a:moveTo>
                  <a:pt x="1761462" y="3709189"/>
                </a:moveTo>
                <a:cubicBezTo>
                  <a:pt x="1745687" y="3690181"/>
                  <a:pt x="1760845" y="3662362"/>
                  <a:pt x="1786975" y="3662362"/>
                </a:cubicBezTo>
                <a:cubicBezTo>
                  <a:pt x="1820045" y="3662362"/>
                  <a:pt x="1813121" y="3723319"/>
                  <a:pt x="1779960" y="3724129"/>
                </a:cubicBezTo>
                <a:cubicBezTo>
                  <a:pt x="1776672" y="3724209"/>
                  <a:pt x="1768348" y="3717486"/>
                  <a:pt x="1761462" y="3709189"/>
                </a:cubicBezTo>
                <a:close/>
                <a:moveTo>
                  <a:pt x="2624409" y="3658040"/>
                </a:moveTo>
                <a:cubicBezTo>
                  <a:pt x="2621606" y="3653504"/>
                  <a:pt x="2622015" y="3642751"/>
                  <a:pt x="2625318" y="3634143"/>
                </a:cubicBezTo>
                <a:cubicBezTo>
                  <a:pt x="2632525" y="3615363"/>
                  <a:pt x="2671762" y="3618164"/>
                  <a:pt x="2671762" y="3637458"/>
                </a:cubicBezTo>
                <a:cubicBezTo>
                  <a:pt x="2671762" y="3652864"/>
                  <a:pt x="2631914" y="3670183"/>
                  <a:pt x="2624409" y="3658040"/>
                </a:cubicBezTo>
                <a:close/>
                <a:moveTo>
                  <a:pt x="1937767" y="3634253"/>
                </a:moveTo>
                <a:cubicBezTo>
                  <a:pt x="1919084" y="3605740"/>
                  <a:pt x="1926611" y="3576877"/>
                  <a:pt x="1958109" y="3556238"/>
                </a:cubicBezTo>
                <a:cubicBezTo>
                  <a:pt x="2008668" y="3523111"/>
                  <a:pt x="2053611" y="3594713"/>
                  <a:pt x="2009775" y="3638550"/>
                </a:cubicBezTo>
                <a:cubicBezTo>
                  <a:pt x="1984115" y="3664209"/>
                  <a:pt x="1956307" y="3662550"/>
                  <a:pt x="1937767" y="3634253"/>
                </a:cubicBezTo>
                <a:close/>
                <a:moveTo>
                  <a:pt x="2386245" y="3644660"/>
                </a:moveTo>
                <a:cubicBezTo>
                  <a:pt x="2360581" y="3625894"/>
                  <a:pt x="2362824" y="3573542"/>
                  <a:pt x="2390242" y="3551340"/>
                </a:cubicBezTo>
                <a:cubicBezTo>
                  <a:pt x="2420250" y="3527041"/>
                  <a:pt x="2443070" y="3529360"/>
                  <a:pt x="2466450" y="3559084"/>
                </a:cubicBezTo>
                <a:cubicBezTo>
                  <a:pt x="2509648" y="3614001"/>
                  <a:pt x="2442417" y="3685734"/>
                  <a:pt x="2386245" y="3644660"/>
                </a:cubicBezTo>
                <a:close/>
                <a:moveTo>
                  <a:pt x="2927905" y="3558331"/>
                </a:moveTo>
                <a:cubicBezTo>
                  <a:pt x="2921116" y="3540639"/>
                  <a:pt x="2940310" y="3505200"/>
                  <a:pt x="2956681" y="3505200"/>
                </a:cubicBezTo>
                <a:cubicBezTo>
                  <a:pt x="2983116" y="3505200"/>
                  <a:pt x="2993145" y="3530876"/>
                  <a:pt x="2974992" y="3552078"/>
                </a:cubicBezTo>
                <a:cubicBezTo>
                  <a:pt x="2955323" y="3575049"/>
                  <a:pt x="2935338" y="3577703"/>
                  <a:pt x="2927905" y="3558331"/>
                </a:cubicBezTo>
                <a:close/>
                <a:moveTo>
                  <a:pt x="1669822" y="3527717"/>
                </a:moveTo>
                <a:cubicBezTo>
                  <a:pt x="1655790" y="3491149"/>
                  <a:pt x="1706396" y="3464282"/>
                  <a:pt x="1727197" y="3497257"/>
                </a:cubicBezTo>
                <a:cubicBezTo>
                  <a:pt x="1734461" y="3508774"/>
                  <a:pt x="1733773" y="3517266"/>
                  <a:pt x="1724687" y="3528214"/>
                </a:cubicBezTo>
                <a:cubicBezTo>
                  <a:pt x="1708394" y="3547846"/>
                  <a:pt x="1677439" y="3547566"/>
                  <a:pt x="1669822" y="3527717"/>
                </a:cubicBezTo>
                <a:close/>
                <a:moveTo>
                  <a:pt x="2173605" y="3531870"/>
                </a:moveTo>
                <a:cubicBezTo>
                  <a:pt x="2146518" y="3504783"/>
                  <a:pt x="2173014" y="3460187"/>
                  <a:pt x="2209342" y="3471717"/>
                </a:cubicBezTo>
                <a:cubicBezTo>
                  <a:pt x="2241500" y="3481923"/>
                  <a:pt x="2229641" y="3543300"/>
                  <a:pt x="2195512" y="3543300"/>
                </a:cubicBezTo>
                <a:cubicBezTo>
                  <a:pt x="2189749" y="3543300"/>
                  <a:pt x="2179891" y="3538156"/>
                  <a:pt x="2173605" y="3531870"/>
                </a:cubicBezTo>
                <a:close/>
                <a:moveTo>
                  <a:pt x="2714625" y="3524250"/>
                </a:moveTo>
                <a:cubicBezTo>
                  <a:pt x="2677269" y="3486894"/>
                  <a:pt x="2701695" y="3419475"/>
                  <a:pt x="2752584" y="3419475"/>
                </a:cubicBezTo>
                <a:cubicBezTo>
                  <a:pt x="2809087" y="3419475"/>
                  <a:pt x="2828737" y="3477678"/>
                  <a:pt x="2786495" y="3519920"/>
                </a:cubicBezTo>
                <a:cubicBezTo>
                  <a:pt x="2758134" y="3548281"/>
                  <a:pt x="2739763" y="3549388"/>
                  <a:pt x="2714625" y="3524250"/>
                </a:cubicBezTo>
                <a:close/>
                <a:moveTo>
                  <a:pt x="3084858" y="3444366"/>
                </a:moveTo>
                <a:cubicBezTo>
                  <a:pt x="3077037" y="3427200"/>
                  <a:pt x="3077687" y="3414955"/>
                  <a:pt x="3087514" y="3394360"/>
                </a:cubicBezTo>
                <a:cubicBezTo>
                  <a:pt x="3111125" y="3344878"/>
                  <a:pt x="3181350" y="3359513"/>
                  <a:pt x="3181350" y="3413916"/>
                </a:cubicBezTo>
                <a:cubicBezTo>
                  <a:pt x="3181350" y="3463745"/>
                  <a:pt x="3104708" y="3487931"/>
                  <a:pt x="3084858" y="3444366"/>
                </a:cubicBezTo>
                <a:close/>
                <a:moveTo>
                  <a:pt x="2535555" y="3446145"/>
                </a:moveTo>
                <a:cubicBezTo>
                  <a:pt x="2519464" y="3430054"/>
                  <a:pt x="2521316" y="3415443"/>
                  <a:pt x="2541797" y="3396909"/>
                </a:cubicBezTo>
                <a:cubicBezTo>
                  <a:pt x="2562490" y="3378182"/>
                  <a:pt x="2587593" y="3384842"/>
                  <a:pt x="2595986" y="3411287"/>
                </a:cubicBezTo>
                <a:cubicBezTo>
                  <a:pt x="2607280" y="3446871"/>
                  <a:pt x="2562253" y="3472843"/>
                  <a:pt x="2535555" y="3446145"/>
                </a:cubicBezTo>
                <a:close/>
                <a:moveTo>
                  <a:pt x="1478446" y="3436143"/>
                </a:moveTo>
                <a:cubicBezTo>
                  <a:pt x="1440703" y="3390224"/>
                  <a:pt x="1486538" y="3317963"/>
                  <a:pt x="1538414" y="3341599"/>
                </a:cubicBezTo>
                <a:cubicBezTo>
                  <a:pt x="1589598" y="3364920"/>
                  <a:pt x="1571642" y="3448050"/>
                  <a:pt x="1515421" y="3448050"/>
                </a:cubicBezTo>
                <a:cubicBezTo>
                  <a:pt x="1500467" y="3448050"/>
                  <a:pt x="1483828" y="3442692"/>
                  <a:pt x="1478446" y="3436143"/>
                </a:cubicBezTo>
                <a:close/>
                <a:moveTo>
                  <a:pt x="1840230" y="3408045"/>
                </a:moveTo>
                <a:cubicBezTo>
                  <a:pt x="1812278" y="3380093"/>
                  <a:pt x="1839352" y="3314700"/>
                  <a:pt x="1878875" y="3314700"/>
                </a:cubicBezTo>
                <a:cubicBezTo>
                  <a:pt x="1900884" y="3314700"/>
                  <a:pt x="1924050" y="3341156"/>
                  <a:pt x="1924050" y="3366291"/>
                </a:cubicBezTo>
                <a:cubicBezTo>
                  <a:pt x="1924050" y="3407495"/>
                  <a:pt x="1867733" y="3435548"/>
                  <a:pt x="1840230" y="3408045"/>
                </a:cubicBezTo>
                <a:close/>
                <a:moveTo>
                  <a:pt x="2277488" y="3373743"/>
                </a:moveTo>
                <a:cubicBezTo>
                  <a:pt x="2264758" y="3349958"/>
                  <a:pt x="2284786" y="3320760"/>
                  <a:pt x="2310442" y="3325700"/>
                </a:cubicBezTo>
                <a:cubicBezTo>
                  <a:pt x="2338335" y="3331072"/>
                  <a:pt x="2336319" y="3385075"/>
                  <a:pt x="2308075" y="3389096"/>
                </a:cubicBezTo>
                <a:cubicBezTo>
                  <a:pt x="2295162" y="3390935"/>
                  <a:pt x="2283576" y="3385119"/>
                  <a:pt x="2277488" y="3373743"/>
                </a:cubicBezTo>
                <a:close/>
                <a:moveTo>
                  <a:pt x="1305294" y="3324915"/>
                </a:moveTo>
                <a:cubicBezTo>
                  <a:pt x="1288148" y="3292878"/>
                  <a:pt x="1314287" y="3260300"/>
                  <a:pt x="1347051" y="3272872"/>
                </a:cubicBezTo>
                <a:cubicBezTo>
                  <a:pt x="1380111" y="3285559"/>
                  <a:pt x="1369002" y="3343275"/>
                  <a:pt x="1333500" y="3343275"/>
                </a:cubicBezTo>
                <a:cubicBezTo>
                  <a:pt x="1323391" y="3343275"/>
                  <a:pt x="1310698" y="3335013"/>
                  <a:pt x="1305294" y="3324915"/>
                </a:cubicBezTo>
                <a:close/>
                <a:moveTo>
                  <a:pt x="2945130" y="3331845"/>
                </a:moveTo>
                <a:cubicBezTo>
                  <a:pt x="2921205" y="3307920"/>
                  <a:pt x="2939014" y="3267075"/>
                  <a:pt x="2973369" y="3267075"/>
                </a:cubicBezTo>
                <a:cubicBezTo>
                  <a:pt x="2987537" y="3267075"/>
                  <a:pt x="3009900" y="3292514"/>
                  <a:pt x="3009900" y="3308630"/>
                </a:cubicBezTo>
                <a:cubicBezTo>
                  <a:pt x="3009900" y="3333465"/>
                  <a:pt x="2963411" y="3350126"/>
                  <a:pt x="2945130" y="3331845"/>
                </a:cubicBezTo>
                <a:close/>
                <a:moveTo>
                  <a:pt x="3339192" y="3328307"/>
                </a:moveTo>
                <a:cubicBezTo>
                  <a:pt x="3306010" y="3295124"/>
                  <a:pt x="3332237" y="3228975"/>
                  <a:pt x="3378577" y="3228975"/>
                </a:cubicBezTo>
                <a:cubicBezTo>
                  <a:pt x="3422815" y="3228975"/>
                  <a:pt x="3437941" y="3295760"/>
                  <a:pt x="3400560" y="3326030"/>
                </a:cubicBezTo>
                <a:cubicBezTo>
                  <a:pt x="3374409" y="3347206"/>
                  <a:pt x="3358675" y="3347790"/>
                  <a:pt x="3339192" y="3328307"/>
                </a:cubicBezTo>
                <a:close/>
                <a:moveTo>
                  <a:pt x="2116455" y="3284220"/>
                </a:moveTo>
                <a:cubicBezTo>
                  <a:pt x="2089138" y="3256903"/>
                  <a:pt x="2110006" y="3209925"/>
                  <a:pt x="2149457" y="3209925"/>
                </a:cubicBezTo>
                <a:cubicBezTo>
                  <a:pt x="2169398" y="3209925"/>
                  <a:pt x="2190750" y="3233875"/>
                  <a:pt x="2190750" y="3256243"/>
                </a:cubicBezTo>
                <a:cubicBezTo>
                  <a:pt x="2190750" y="3286550"/>
                  <a:pt x="2138471" y="3306236"/>
                  <a:pt x="2116455" y="3284220"/>
                </a:cubicBezTo>
                <a:close/>
                <a:moveTo>
                  <a:pt x="2669381" y="3270250"/>
                </a:moveTo>
                <a:cubicBezTo>
                  <a:pt x="2652299" y="3263417"/>
                  <a:pt x="2654673" y="3219927"/>
                  <a:pt x="2672501" y="3213086"/>
                </a:cubicBezTo>
                <a:cubicBezTo>
                  <a:pt x="2695064" y="3204427"/>
                  <a:pt x="2721641" y="3234771"/>
                  <a:pt x="2709020" y="3254780"/>
                </a:cubicBezTo>
                <a:cubicBezTo>
                  <a:pt x="2697625" y="3272845"/>
                  <a:pt x="2686613" y="3277142"/>
                  <a:pt x="2669381" y="3270250"/>
                </a:cubicBezTo>
                <a:close/>
                <a:moveTo>
                  <a:pt x="1078639" y="3256054"/>
                </a:moveTo>
                <a:cubicBezTo>
                  <a:pt x="1062539" y="3239954"/>
                  <a:pt x="1063683" y="3195794"/>
                  <a:pt x="1080563" y="3181785"/>
                </a:cubicBezTo>
                <a:cubicBezTo>
                  <a:pt x="1098748" y="3166692"/>
                  <a:pt x="1133742" y="3172520"/>
                  <a:pt x="1146423" y="3192753"/>
                </a:cubicBezTo>
                <a:cubicBezTo>
                  <a:pt x="1172343" y="3234109"/>
                  <a:pt x="1112540" y="3289955"/>
                  <a:pt x="1078639" y="3256054"/>
                </a:cubicBezTo>
                <a:close/>
                <a:moveTo>
                  <a:pt x="1637827" y="3252218"/>
                </a:moveTo>
                <a:cubicBezTo>
                  <a:pt x="1629027" y="3241614"/>
                  <a:pt x="1628066" y="3230026"/>
                  <a:pt x="1634471" y="3211737"/>
                </a:cubicBezTo>
                <a:cubicBezTo>
                  <a:pt x="1650349" y="3166399"/>
                  <a:pt x="1714500" y="3175807"/>
                  <a:pt x="1714500" y="3223473"/>
                </a:cubicBezTo>
                <a:cubicBezTo>
                  <a:pt x="1714500" y="3264294"/>
                  <a:pt x="1663666" y="3283352"/>
                  <a:pt x="1637827" y="3252218"/>
                </a:cubicBezTo>
                <a:close/>
                <a:moveTo>
                  <a:pt x="2416443" y="3250075"/>
                </a:moveTo>
                <a:cubicBezTo>
                  <a:pt x="2394236" y="3225537"/>
                  <a:pt x="2396216" y="3203617"/>
                  <a:pt x="2423062" y="3176771"/>
                </a:cubicBezTo>
                <a:cubicBezTo>
                  <a:pt x="2468508" y="3131325"/>
                  <a:pt x="2526521" y="3186072"/>
                  <a:pt x="2487921" y="3237978"/>
                </a:cubicBezTo>
                <a:cubicBezTo>
                  <a:pt x="2465224" y="3268500"/>
                  <a:pt x="2437382" y="3273212"/>
                  <a:pt x="2416443" y="3250075"/>
                </a:cubicBezTo>
                <a:close/>
                <a:moveTo>
                  <a:pt x="3632939" y="3225436"/>
                </a:moveTo>
                <a:cubicBezTo>
                  <a:pt x="3622350" y="3197842"/>
                  <a:pt x="3633137" y="3176587"/>
                  <a:pt x="3657730" y="3176587"/>
                </a:cubicBezTo>
                <a:cubicBezTo>
                  <a:pt x="3677693" y="3176587"/>
                  <a:pt x="3681412" y="3181074"/>
                  <a:pt x="3681412" y="3205162"/>
                </a:cubicBezTo>
                <a:cubicBezTo>
                  <a:pt x="3681412" y="3237117"/>
                  <a:pt x="3643505" y="3252972"/>
                  <a:pt x="3632939" y="3225436"/>
                </a:cubicBezTo>
                <a:close/>
                <a:moveTo>
                  <a:pt x="3155156" y="3213141"/>
                </a:moveTo>
                <a:cubicBezTo>
                  <a:pt x="3131796" y="3203715"/>
                  <a:pt x="3147276" y="3143250"/>
                  <a:pt x="3173049" y="3143250"/>
                </a:cubicBezTo>
                <a:cubicBezTo>
                  <a:pt x="3182676" y="3143250"/>
                  <a:pt x="3209925" y="3171403"/>
                  <a:pt x="3209925" y="3181350"/>
                </a:cubicBezTo>
                <a:cubicBezTo>
                  <a:pt x="3209925" y="3191440"/>
                  <a:pt x="3182358" y="3219725"/>
                  <a:pt x="3173525" y="3218698"/>
                </a:cubicBezTo>
                <a:cubicBezTo>
                  <a:pt x="3169971" y="3218284"/>
                  <a:pt x="3161704" y="3215784"/>
                  <a:pt x="3155156" y="3213141"/>
                </a:cubicBezTo>
                <a:close/>
                <a:moveTo>
                  <a:pt x="884498" y="3172532"/>
                </a:moveTo>
                <a:cubicBezTo>
                  <a:pt x="864113" y="3155903"/>
                  <a:pt x="863581" y="3153579"/>
                  <a:pt x="878802" y="3147654"/>
                </a:cubicBezTo>
                <a:cubicBezTo>
                  <a:pt x="897685" y="3140303"/>
                  <a:pt x="923925" y="3157807"/>
                  <a:pt x="923925" y="3177753"/>
                </a:cubicBezTo>
                <a:cubicBezTo>
                  <a:pt x="923925" y="3195877"/>
                  <a:pt x="911023" y="3194169"/>
                  <a:pt x="884498" y="3172532"/>
                </a:cubicBezTo>
                <a:close/>
                <a:moveTo>
                  <a:pt x="2796267" y="3175907"/>
                </a:moveTo>
                <a:cubicBezTo>
                  <a:pt x="2772954" y="3152593"/>
                  <a:pt x="2777297" y="3108211"/>
                  <a:pt x="2804646" y="3090292"/>
                </a:cubicBezTo>
                <a:cubicBezTo>
                  <a:pt x="2847269" y="3062364"/>
                  <a:pt x="2893175" y="3097354"/>
                  <a:pt x="2880447" y="3148068"/>
                </a:cubicBezTo>
                <a:cubicBezTo>
                  <a:pt x="2870316" y="3188433"/>
                  <a:pt x="2824083" y="3203722"/>
                  <a:pt x="2796267" y="3175907"/>
                </a:cubicBezTo>
                <a:close/>
                <a:moveTo>
                  <a:pt x="1924429" y="3167519"/>
                </a:moveTo>
                <a:cubicBezTo>
                  <a:pt x="1910462" y="3150691"/>
                  <a:pt x="1919200" y="3118573"/>
                  <a:pt x="1939907" y="3110628"/>
                </a:cubicBezTo>
                <a:cubicBezTo>
                  <a:pt x="1971646" y="3098448"/>
                  <a:pt x="1994957" y="3144732"/>
                  <a:pt x="1969770" y="3169920"/>
                </a:cubicBezTo>
                <a:cubicBezTo>
                  <a:pt x="1954498" y="3185191"/>
                  <a:pt x="1938387" y="3184338"/>
                  <a:pt x="1924429" y="3167519"/>
                </a:cubicBezTo>
                <a:close/>
                <a:moveTo>
                  <a:pt x="1468755" y="3141345"/>
                </a:moveTo>
                <a:cubicBezTo>
                  <a:pt x="1441468" y="3114058"/>
                  <a:pt x="1471721" y="3062983"/>
                  <a:pt x="1503367" y="3082910"/>
                </a:cubicBezTo>
                <a:cubicBezTo>
                  <a:pt x="1525341" y="3096747"/>
                  <a:pt x="1527850" y="3118988"/>
                  <a:pt x="1509507" y="3137331"/>
                </a:cubicBezTo>
                <a:cubicBezTo>
                  <a:pt x="1491061" y="3155777"/>
                  <a:pt x="1483893" y="3156483"/>
                  <a:pt x="1468755" y="3141345"/>
                </a:cubicBezTo>
                <a:close/>
                <a:moveTo>
                  <a:pt x="3431381" y="3117891"/>
                </a:moveTo>
                <a:cubicBezTo>
                  <a:pt x="3414542" y="3111097"/>
                  <a:pt x="3416590" y="3071776"/>
                  <a:pt x="3434560" y="3056862"/>
                </a:cubicBezTo>
                <a:cubicBezTo>
                  <a:pt x="3464254" y="3032218"/>
                  <a:pt x="3501464" y="3079982"/>
                  <a:pt x="3476245" y="3110370"/>
                </a:cubicBezTo>
                <a:cubicBezTo>
                  <a:pt x="3464546" y="3124465"/>
                  <a:pt x="3452626" y="3126464"/>
                  <a:pt x="3431381" y="3117891"/>
                </a:cubicBezTo>
                <a:close/>
                <a:moveTo>
                  <a:pt x="1224642" y="3071132"/>
                </a:moveTo>
                <a:cubicBezTo>
                  <a:pt x="1203840" y="3050329"/>
                  <a:pt x="1205941" y="3004108"/>
                  <a:pt x="1228725" y="2981325"/>
                </a:cubicBezTo>
                <a:cubicBezTo>
                  <a:pt x="1283151" y="2926898"/>
                  <a:pt x="1354139" y="3000695"/>
                  <a:pt x="1309147" y="3064930"/>
                </a:cubicBezTo>
                <a:cubicBezTo>
                  <a:pt x="1291539" y="3090070"/>
                  <a:pt x="1246859" y="3093348"/>
                  <a:pt x="1224642" y="3071132"/>
                </a:cubicBezTo>
                <a:close/>
                <a:moveTo>
                  <a:pt x="3017043" y="3075812"/>
                </a:moveTo>
                <a:cubicBezTo>
                  <a:pt x="2989912" y="3060009"/>
                  <a:pt x="3004544" y="2990850"/>
                  <a:pt x="3035019" y="2990850"/>
                </a:cubicBezTo>
                <a:cubicBezTo>
                  <a:pt x="3056047" y="2990850"/>
                  <a:pt x="3076575" y="3014375"/>
                  <a:pt x="3076575" y="3038475"/>
                </a:cubicBezTo>
                <a:cubicBezTo>
                  <a:pt x="3076575" y="3075935"/>
                  <a:pt x="3048012" y="3093849"/>
                  <a:pt x="3017043" y="3075812"/>
                </a:cubicBezTo>
                <a:close/>
                <a:moveTo>
                  <a:pt x="697706" y="3051216"/>
                </a:moveTo>
                <a:cubicBezTo>
                  <a:pt x="684810" y="3046013"/>
                  <a:pt x="680893" y="2990850"/>
                  <a:pt x="693420" y="2990850"/>
                </a:cubicBezTo>
                <a:cubicBezTo>
                  <a:pt x="708170" y="2990850"/>
                  <a:pt x="723900" y="3013952"/>
                  <a:pt x="723900" y="3035617"/>
                </a:cubicBezTo>
                <a:cubicBezTo>
                  <a:pt x="723900" y="3057620"/>
                  <a:pt x="719730" y="3060103"/>
                  <a:pt x="697706" y="3051216"/>
                </a:cubicBezTo>
                <a:close/>
                <a:moveTo>
                  <a:pt x="1706880" y="3046095"/>
                </a:moveTo>
                <a:cubicBezTo>
                  <a:pt x="1700593" y="3039808"/>
                  <a:pt x="1695450" y="3025331"/>
                  <a:pt x="1695450" y="3013923"/>
                </a:cubicBezTo>
                <a:cubicBezTo>
                  <a:pt x="1695450" y="2964225"/>
                  <a:pt x="1764508" y="2955661"/>
                  <a:pt x="1770085" y="3004667"/>
                </a:cubicBezTo>
                <a:cubicBezTo>
                  <a:pt x="1774769" y="3045828"/>
                  <a:pt x="1733598" y="3072813"/>
                  <a:pt x="1706880" y="3046095"/>
                </a:cubicBezTo>
                <a:close/>
                <a:moveTo>
                  <a:pt x="3663838" y="3030581"/>
                </a:moveTo>
                <a:cubicBezTo>
                  <a:pt x="3633949" y="2997553"/>
                  <a:pt x="3662710" y="2924175"/>
                  <a:pt x="3705545" y="2924175"/>
                </a:cubicBezTo>
                <a:cubicBezTo>
                  <a:pt x="3727320" y="2924175"/>
                  <a:pt x="3762375" y="2959742"/>
                  <a:pt x="3762375" y="2981836"/>
                </a:cubicBezTo>
                <a:cubicBezTo>
                  <a:pt x="3762375" y="3031905"/>
                  <a:pt x="3695138" y="3065166"/>
                  <a:pt x="3663838" y="3030581"/>
                </a:cubicBezTo>
                <a:close/>
                <a:moveTo>
                  <a:pt x="968776" y="3023001"/>
                </a:moveTo>
                <a:cubicBezTo>
                  <a:pt x="957297" y="3011522"/>
                  <a:pt x="961311" y="2984249"/>
                  <a:pt x="976312" y="2971800"/>
                </a:cubicBezTo>
                <a:cubicBezTo>
                  <a:pt x="995414" y="2955946"/>
                  <a:pt x="1021233" y="2976444"/>
                  <a:pt x="1017253" y="3004304"/>
                </a:cubicBezTo>
                <a:cubicBezTo>
                  <a:pt x="1014436" y="3024018"/>
                  <a:pt x="982219" y="3036444"/>
                  <a:pt x="968776" y="3023001"/>
                </a:cubicBezTo>
                <a:close/>
                <a:moveTo>
                  <a:pt x="3262992" y="2975882"/>
                </a:moveTo>
                <a:cubicBezTo>
                  <a:pt x="3226673" y="2939562"/>
                  <a:pt x="3251803" y="2874168"/>
                  <a:pt x="3302080" y="2874168"/>
                </a:cubicBezTo>
                <a:cubicBezTo>
                  <a:pt x="3352194" y="2874168"/>
                  <a:pt x="3368177" y="2928713"/>
                  <a:pt x="3329420" y="2967470"/>
                </a:cubicBezTo>
                <a:cubicBezTo>
                  <a:pt x="3302327" y="2994563"/>
                  <a:pt x="3283995" y="2996884"/>
                  <a:pt x="3262992" y="2975882"/>
                </a:cubicBezTo>
                <a:close/>
                <a:moveTo>
                  <a:pt x="1506855" y="2922270"/>
                </a:moveTo>
                <a:cubicBezTo>
                  <a:pt x="1484595" y="2900010"/>
                  <a:pt x="1503126" y="2838450"/>
                  <a:pt x="1532085" y="2838450"/>
                </a:cubicBezTo>
                <a:cubicBezTo>
                  <a:pt x="1548745" y="2838450"/>
                  <a:pt x="1581150" y="2869811"/>
                  <a:pt x="1581150" y="2885934"/>
                </a:cubicBezTo>
                <a:cubicBezTo>
                  <a:pt x="1581150" y="2923556"/>
                  <a:pt x="1532120" y="2947535"/>
                  <a:pt x="1506855" y="2922270"/>
                </a:cubicBezTo>
                <a:close/>
                <a:moveTo>
                  <a:pt x="822594" y="2890837"/>
                </a:moveTo>
                <a:cubicBezTo>
                  <a:pt x="809171" y="2855858"/>
                  <a:pt x="847847" y="2824965"/>
                  <a:pt x="873255" y="2850372"/>
                </a:cubicBezTo>
                <a:cubicBezTo>
                  <a:pt x="894428" y="2871546"/>
                  <a:pt x="881114" y="2905125"/>
                  <a:pt x="851546" y="2905125"/>
                </a:cubicBezTo>
                <a:cubicBezTo>
                  <a:pt x="838638" y="2905125"/>
                  <a:pt x="825609" y="2898695"/>
                  <a:pt x="822594" y="2890837"/>
                </a:cubicBezTo>
                <a:close/>
                <a:moveTo>
                  <a:pt x="2873361" y="2876399"/>
                </a:moveTo>
                <a:cubicBezTo>
                  <a:pt x="2894066" y="2854371"/>
                  <a:pt x="2901101" y="2851146"/>
                  <a:pt x="2903530" y="2862569"/>
                </a:cubicBezTo>
                <a:cubicBezTo>
                  <a:pt x="2907854" y="2882901"/>
                  <a:pt x="2887759" y="2905125"/>
                  <a:pt x="2865051" y="2905125"/>
                </a:cubicBezTo>
                <a:cubicBezTo>
                  <a:pt x="2848316" y="2905125"/>
                  <a:pt x="2849186" y="2902117"/>
                  <a:pt x="2873361" y="2876399"/>
                </a:cubicBezTo>
                <a:close/>
                <a:moveTo>
                  <a:pt x="3454130" y="2890837"/>
                </a:moveTo>
                <a:cubicBezTo>
                  <a:pt x="3441037" y="2856718"/>
                  <a:pt x="3475414" y="2829075"/>
                  <a:pt x="3500161" y="2853822"/>
                </a:cubicBezTo>
                <a:cubicBezTo>
                  <a:pt x="3517716" y="2871377"/>
                  <a:pt x="3518291" y="2878698"/>
                  <a:pt x="3503295" y="2893695"/>
                </a:cubicBezTo>
                <a:cubicBezTo>
                  <a:pt x="3487441" y="2909548"/>
                  <a:pt x="3460714" y="2907995"/>
                  <a:pt x="3454130" y="2890837"/>
                </a:cubicBezTo>
                <a:close/>
                <a:moveTo>
                  <a:pt x="1120775" y="2870200"/>
                </a:moveTo>
                <a:cubicBezTo>
                  <a:pt x="1109041" y="2858466"/>
                  <a:pt x="1114286" y="2821847"/>
                  <a:pt x="1129510" y="2809212"/>
                </a:cubicBezTo>
                <a:cubicBezTo>
                  <a:pt x="1159204" y="2784568"/>
                  <a:pt x="1196414" y="2832332"/>
                  <a:pt x="1171195" y="2862720"/>
                </a:cubicBezTo>
                <a:cubicBezTo>
                  <a:pt x="1159250" y="2877112"/>
                  <a:pt x="1131765" y="2881190"/>
                  <a:pt x="1120775" y="2870200"/>
                </a:cubicBezTo>
                <a:close/>
                <a:moveTo>
                  <a:pt x="3040499" y="2865239"/>
                </a:moveTo>
                <a:cubicBezTo>
                  <a:pt x="3024870" y="2849610"/>
                  <a:pt x="3025976" y="2833725"/>
                  <a:pt x="3043715" y="2819003"/>
                </a:cubicBezTo>
                <a:cubicBezTo>
                  <a:pt x="3064836" y="2801474"/>
                  <a:pt x="3095376" y="2831139"/>
                  <a:pt x="3080495" y="2854730"/>
                </a:cubicBezTo>
                <a:cubicBezTo>
                  <a:pt x="3067117" y="2875939"/>
                  <a:pt x="3054511" y="2879251"/>
                  <a:pt x="3040499" y="2865239"/>
                </a:cubicBezTo>
                <a:close/>
                <a:moveTo>
                  <a:pt x="3602355" y="2807970"/>
                </a:moveTo>
                <a:cubicBezTo>
                  <a:pt x="3578188" y="2783803"/>
                  <a:pt x="3598515" y="2733675"/>
                  <a:pt x="3632480" y="2733675"/>
                </a:cubicBezTo>
                <a:cubicBezTo>
                  <a:pt x="3642432" y="2733675"/>
                  <a:pt x="3667125" y="2764225"/>
                  <a:pt x="3667125" y="2776537"/>
                </a:cubicBezTo>
                <a:cubicBezTo>
                  <a:pt x="3667125" y="2808429"/>
                  <a:pt x="3623826" y="2829441"/>
                  <a:pt x="3602355" y="2807970"/>
                </a:cubicBezTo>
                <a:close/>
                <a:moveTo>
                  <a:pt x="1325880" y="2769870"/>
                </a:moveTo>
                <a:cubicBezTo>
                  <a:pt x="1297802" y="2741792"/>
                  <a:pt x="1327581" y="2667000"/>
                  <a:pt x="1366837" y="2667000"/>
                </a:cubicBezTo>
                <a:cubicBezTo>
                  <a:pt x="1383244" y="2667000"/>
                  <a:pt x="1419225" y="2700139"/>
                  <a:pt x="1419225" y="2715251"/>
                </a:cubicBezTo>
                <a:cubicBezTo>
                  <a:pt x="1419225" y="2763709"/>
                  <a:pt x="1356450" y="2800440"/>
                  <a:pt x="1325880" y="2769870"/>
                </a:cubicBezTo>
                <a:close/>
                <a:moveTo>
                  <a:pt x="676275" y="2738437"/>
                </a:moveTo>
                <a:cubicBezTo>
                  <a:pt x="676275" y="2711648"/>
                  <a:pt x="679951" y="2705100"/>
                  <a:pt x="694989" y="2705100"/>
                </a:cubicBezTo>
                <a:cubicBezTo>
                  <a:pt x="719233" y="2705100"/>
                  <a:pt x="734848" y="2733499"/>
                  <a:pt x="722619" y="2755352"/>
                </a:cubicBezTo>
                <a:cubicBezTo>
                  <a:pt x="705284" y="2786328"/>
                  <a:pt x="676275" y="2775740"/>
                  <a:pt x="676275" y="2738437"/>
                </a:cubicBezTo>
                <a:close/>
                <a:moveTo>
                  <a:pt x="1678305" y="2760345"/>
                </a:moveTo>
                <a:cubicBezTo>
                  <a:pt x="1663321" y="2745361"/>
                  <a:pt x="1663822" y="2729016"/>
                  <a:pt x="1679667" y="2715865"/>
                </a:cubicBezTo>
                <a:cubicBezTo>
                  <a:pt x="1689607" y="2707616"/>
                  <a:pt x="1694944" y="2710701"/>
                  <a:pt x="1703601" y="2729700"/>
                </a:cubicBezTo>
                <a:cubicBezTo>
                  <a:pt x="1719855" y="2765375"/>
                  <a:pt x="1703341" y="2785381"/>
                  <a:pt x="1678305" y="2760345"/>
                </a:cubicBezTo>
                <a:close/>
                <a:moveTo>
                  <a:pt x="3234653" y="2759335"/>
                </a:moveTo>
                <a:cubicBezTo>
                  <a:pt x="3198936" y="2733218"/>
                  <a:pt x="3236904" y="2668443"/>
                  <a:pt x="3274218" y="2691833"/>
                </a:cubicBezTo>
                <a:cubicBezTo>
                  <a:pt x="3306262" y="2711921"/>
                  <a:pt x="3293782" y="2771775"/>
                  <a:pt x="3257550" y="2771775"/>
                </a:cubicBezTo>
                <a:cubicBezTo>
                  <a:pt x="3254313" y="2771775"/>
                  <a:pt x="3244010" y="2766177"/>
                  <a:pt x="3234653" y="2759335"/>
                </a:cubicBezTo>
                <a:close/>
                <a:moveTo>
                  <a:pt x="920638" y="2735306"/>
                </a:moveTo>
                <a:cubicBezTo>
                  <a:pt x="884291" y="2695143"/>
                  <a:pt x="913021" y="2628900"/>
                  <a:pt x="966787" y="2628900"/>
                </a:cubicBezTo>
                <a:cubicBezTo>
                  <a:pt x="1022872" y="2628900"/>
                  <a:pt x="1045306" y="2681419"/>
                  <a:pt x="1008958" y="2727627"/>
                </a:cubicBezTo>
                <a:cubicBezTo>
                  <a:pt x="985471" y="2757486"/>
                  <a:pt x="943976" y="2761094"/>
                  <a:pt x="920638" y="2735306"/>
                </a:cubicBezTo>
                <a:close/>
                <a:moveTo>
                  <a:pt x="3419575" y="2671883"/>
                </a:moveTo>
                <a:cubicBezTo>
                  <a:pt x="3403748" y="2652813"/>
                  <a:pt x="3414291" y="2628900"/>
                  <a:pt x="3438525" y="2628900"/>
                </a:cubicBezTo>
                <a:cubicBezTo>
                  <a:pt x="3449331" y="2628900"/>
                  <a:pt x="3460661" y="2635383"/>
                  <a:pt x="3463702" y="2643308"/>
                </a:cubicBezTo>
                <a:cubicBezTo>
                  <a:pt x="3469175" y="2657571"/>
                  <a:pt x="3452400" y="2686050"/>
                  <a:pt x="3438525" y="2686050"/>
                </a:cubicBezTo>
                <a:cubicBezTo>
                  <a:pt x="3434569" y="2686050"/>
                  <a:pt x="3426041" y="2679675"/>
                  <a:pt x="3419575" y="2671883"/>
                </a:cubicBezTo>
                <a:close/>
                <a:moveTo>
                  <a:pt x="1158798" y="2643691"/>
                </a:moveTo>
                <a:cubicBezTo>
                  <a:pt x="1146324" y="2611184"/>
                  <a:pt x="1179575" y="2580297"/>
                  <a:pt x="1200240" y="2605196"/>
                </a:cubicBezTo>
                <a:cubicBezTo>
                  <a:pt x="1206294" y="2612491"/>
                  <a:pt x="1209778" y="2626166"/>
                  <a:pt x="1207982" y="2635586"/>
                </a:cubicBezTo>
                <a:cubicBezTo>
                  <a:pt x="1203833" y="2657351"/>
                  <a:pt x="1166407" y="2663518"/>
                  <a:pt x="1158798" y="2643691"/>
                </a:cubicBezTo>
                <a:close/>
                <a:moveTo>
                  <a:pt x="3018178" y="2609982"/>
                </a:moveTo>
                <a:cubicBezTo>
                  <a:pt x="3027460" y="2579734"/>
                  <a:pt x="3035467" y="2566764"/>
                  <a:pt x="3040230" y="2574263"/>
                </a:cubicBezTo>
                <a:cubicBezTo>
                  <a:pt x="3059154" y="2604058"/>
                  <a:pt x="3042555" y="2657475"/>
                  <a:pt x="3014372" y="2657475"/>
                </a:cubicBezTo>
                <a:cubicBezTo>
                  <a:pt x="3006874" y="2657475"/>
                  <a:pt x="3008030" y="2643053"/>
                  <a:pt x="3018178" y="2609982"/>
                </a:cubicBezTo>
                <a:close/>
                <a:moveTo>
                  <a:pt x="1543485" y="2605611"/>
                </a:moveTo>
                <a:cubicBezTo>
                  <a:pt x="1516393" y="2572968"/>
                  <a:pt x="1553758" y="2517784"/>
                  <a:pt x="1588293" y="2539433"/>
                </a:cubicBezTo>
                <a:cubicBezTo>
                  <a:pt x="1622282" y="2560740"/>
                  <a:pt x="1610056" y="2619375"/>
                  <a:pt x="1571625" y="2619375"/>
                </a:cubicBezTo>
                <a:cubicBezTo>
                  <a:pt x="1562430" y="2619375"/>
                  <a:pt x="1549767" y="2613181"/>
                  <a:pt x="1543485" y="2605611"/>
                </a:cubicBezTo>
                <a:close/>
                <a:moveTo>
                  <a:pt x="3571875" y="2600325"/>
                </a:moveTo>
                <a:cubicBezTo>
                  <a:pt x="3551295" y="2561871"/>
                  <a:pt x="3596760" y="2524245"/>
                  <a:pt x="3627120" y="2554605"/>
                </a:cubicBezTo>
                <a:cubicBezTo>
                  <a:pt x="3642643" y="2570128"/>
                  <a:pt x="3641479" y="2586509"/>
                  <a:pt x="3623582" y="2604407"/>
                </a:cubicBezTo>
                <a:cubicBezTo>
                  <a:pt x="3603260" y="2624729"/>
                  <a:pt x="3584127" y="2623218"/>
                  <a:pt x="3571875" y="2600325"/>
                </a:cubicBezTo>
                <a:close/>
                <a:moveTo>
                  <a:pt x="802005" y="2531745"/>
                </a:moveTo>
                <a:cubicBezTo>
                  <a:pt x="774918" y="2504658"/>
                  <a:pt x="801414" y="2460062"/>
                  <a:pt x="837742" y="2471592"/>
                </a:cubicBezTo>
                <a:cubicBezTo>
                  <a:pt x="869900" y="2481798"/>
                  <a:pt x="858041" y="2543175"/>
                  <a:pt x="823912" y="2543175"/>
                </a:cubicBezTo>
                <a:cubicBezTo>
                  <a:pt x="818149" y="2543175"/>
                  <a:pt x="808291" y="2538031"/>
                  <a:pt x="802005" y="2531745"/>
                </a:cubicBezTo>
                <a:close/>
                <a:moveTo>
                  <a:pt x="3155156" y="2527341"/>
                </a:moveTo>
                <a:cubicBezTo>
                  <a:pt x="3138584" y="2520655"/>
                  <a:pt x="3140248" y="2481323"/>
                  <a:pt x="3157716" y="2466826"/>
                </a:cubicBezTo>
                <a:cubicBezTo>
                  <a:pt x="3169554" y="2457001"/>
                  <a:pt x="3175610" y="2457922"/>
                  <a:pt x="3191053" y="2471899"/>
                </a:cubicBezTo>
                <a:cubicBezTo>
                  <a:pt x="3213838" y="2492518"/>
                  <a:pt x="3214398" y="2499240"/>
                  <a:pt x="3194957" y="2518682"/>
                </a:cubicBezTo>
                <a:cubicBezTo>
                  <a:pt x="3179338" y="2534301"/>
                  <a:pt x="3174832" y="2535281"/>
                  <a:pt x="3155156" y="2527341"/>
                </a:cubicBezTo>
                <a:close/>
                <a:moveTo>
                  <a:pt x="3743325" y="2505075"/>
                </a:moveTo>
                <a:cubicBezTo>
                  <a:pt x="3711378" y="2473128"/>
                  <a:pt x="3730728" y="2409825"/>
                  <a:pt x="3772440" y="2409825"/>
                </a:cubicBezTo>
                <a:cubicBezTo>
                  <a:pt x="3792608" y="2409825"/>
                  <a:pt x="3795155" y="2425973"/>
                  <a:pt x="3784836" y="2488406"/>
                </a:cubicBezTo>
                <a:cubicBezTo>
                  <a:pt x="3778125" y="2529009"/>
                  <a:pt x="3770372" y="2532122"/>
                  <a:pt x="3743325" y="2505075"/>
                </a:cubicBezTo>
                <a:close/>
                <a:moveTo>
                  <a:pt x="1321593" y="2504312"/>
                </a:moveTo>
                <a:cubicBezTo>
                  <a:pt x="1285675" y="2483391"/>
                  <a:pt x="1306602" y="2419350"/>
                  <a:pt x="1349357" y="2419350"/>
                </a:cubicBezTo>
                <a:cubicBezTo>
                  <a:pt x="1388329" y="2419350"/>
                  <a:pt x="1401766" y="2465383"/>
                  <a:pt x="1371600" y="2495550"/>
                </a:cubicBezTo>
                <a:cubicBezTo>
                  <a:pt x="1350072" y="2517077"/>
                  <a:pt x="1345028" y="2517961"/>
                  <a:pt x="1321593" y="2504312"/>
                </a:cubicBezTo>
                <a:close/>
                <a:moveTo>
                  <a:pt x="3409950" y="2476500"/>
                </a:moveTo>
                <a:cubicBezTo>
                  <a:pt x="3385691" y="2452241"/>
                  <a:pt x="3386025" y="2445128"/>
                  <a:pt x="3412889" y="2413898"/>
                </a:cubicBezTo>
                <a:cubicBezTo>
                  <a:pt x="3429494" y="2394593"/>
                  <a:pt x="3439984" y="2389954"/>
                  <a:pt x="3455729" y="2394951"/>
                </a:cubicBezTo>
                <a:cubicBezTo>
                  <a:pt x="3487518" y="2405041"/>
                  <a:pt x="3493019" y="2444147"/>
                  <a:pt x="3466604" y="2472264"/>
                </a:cubicBezTo>
                <a:cubicBezTo>
                  <a:pt x="3440098" y="2500479"/>
                  <a:pt x="3434358" y="2500908"/>
                  <a:pt x="3409950" y="2476500"/>
                </a:cubicBezTo>
                <a:close/>
                <a:moveTo>
                  <a:pt x="1039162" y="2470369"/>
                </a:moveTo>
                <a:cubicBezTo>
                  <a:pt x="1004838" y="2446327"/>
                  <a:pt x="1014521" y="2396449"/>
                  <a:pt x="1054260" y="2392599"/>
                </a:cubicBezTo>
                <a:cubicBezTo>
                  <a:pt x="1077143" y="2390383"/>
                  <a:pt x="1087206" y="2394561"/>
                  <a:pt x="1095269" y="2409628"/>
                </a:cubicBezTo>
                <a:cubicBezTo>
                  <a:pt x="1118369" y="2452789"/>
                  <a:pt x="1077394" y="2497148"/>
                  <a:pt x="1039162" y="2470369"/>
                </a:cubicBezTo>
                <a:close/>
                <a:moveTo>
                  <a:pt x="1559718" y="2409062"/>
                </a:moveTo>
                <a:cubicBezTo>
                  <a:pt x="1538514" y="2396711"/>
                  <a:pt x="1537442" y="2340592"/>
                  <a:pt x="1558017" y="2320017"/>
                </a:cubicBezTo>
                <a:cubicBezTo>
                  <a:pt x="1592266" y="2285769"/>
                  <a:pt x="1638300" y="2307928"/>
                  <a:pt x="1638300" y="2358662"/>
                </a:cubicBezTo>
                <a:cubicBezTo>
                  <a:pt x="1638300" y="2408827"/>
                  <a:pt x="1600709" y="2432936"/>
                  <a:pt x="1559718" y="2409062"/>
                </a:cubicBezTo>
                <a:close/>
                <a:moveTo>
                  <a:pt x="872693" y="2347707"/>
                </a:moveTo>
                <a:cubicBezTo>
                  <a:pt x="853138" y="2328153"/>
                  <a:pt x="852943" y="2301191"/>
                  <a:pt x="872217" y="2281917"/>
                </a:cubicBezTo>
                <a:cubicBezTo>
                  <a:pt x="892352" y="2261783"/>
                  <a:pt x="907942" y="2263076"/>
                  <a:pt x="929276" y="2286650"/>
                </a:cubicBezTo>
                <a:cubicBezTo>
                  <a:pt x="963172" y="2324105"/>
                  <a:pt x="908300" y="2383315"/>
                  <a:pt x="872693" y="2347707"/>
                </a:cubicBezTo>
                <a:close/>
                <a:moveTo>
                  <a:pt x="655619" y="2321067"/>
                </a:moveTo>
                <a:cubicBezTo>
                  <a:pt x="651198" y="2283201"/>
                  <a:pt x="660334" y="2275264"/>
                  <a:pt x="675570" y="2303734"/>
                </a:cubicBezTo>
                <a:cubicBezTo>
                  <a:pt x="682303" y="2316314"/>
                  <a:pt x="681378" y="2326505"/>
                  <a:pt x="672387" y="2338801"/>
                </a:cubicBezTo>
                <a:cubicBezTo>
                  <a:pt x="660875" y="2354544"/>
                  <a:pt x="659337" y="2352917"/>
                  <a:pt x="655619" y="2321067"/>
                </a:cubicBezTo>
                <a:close/>
                <a:moveTo>
                  <a:pt x="3200635" y="2324540"/>
                </a:moveTo>
                <a:cubicBezTo>
                  <a:pt x="3188755" y="2302341"/>
                  <a:pt x="3212464" y="2233568"/>
                  <a:pt x="3234976" y="2224929"/>
                </a:cubicBezTo>
                <a:cubicBezTo>
                  <a:pt x="3260769" y="2215032"/>
                  <a:pt x="3295650" y="2247183"/>
                  <a:pt x="3295650" y="2280856"/>
                </a:cubicBezTo>
                <a:cubicBezTo>
                  <a:pt x="3295650" y="2335383"/>
                  <a:pt x="3224055" y="2368300"/>
                  <a:pt x="3200635" y="2324540"/>
                </a:cubicBezTo>
                <a:close/>
                <a:moveTo>
                  <a:pt x="1184536" y="2319316"/>
                </a:moveTo>
                <a:cubicBezTo>
                  <a:pt x="1173579" y="2290762"/>
                  <a:pt x="1189602" y="2257425"/>
                  <a:pt x="1214283" y="2257425"/>
                </a:cubicBezTo>
                <a:cubicBezTo>
                  <a:pt x="1244216" y="2257425"/>
                  <a:pt x="1262062" y="2287878"/>
                  <a:pt x="1247775" y="2314575"/>
                </a:cubicBezTo>
                <a:cubicBezTo>
                  <a:pt x="1235716" y="2337106"/>
                  <a:pt x="1192603" y="2340339"/>
                  <a:pt x="1184536" y="2319316"/>
                </a:cubicBezTo>
                <a:close/>
                <a:moveTo>
                  <a:pt x="3640455" y="2303145"/>
                </a:moveTo>
                <a:cubicBezTo>
                  <a:pt x="3611888" y="2274578"/>
                  <a:pt x="3638655" y="2221553"/>
                  <a:pt x="3675705" y="2233312"/>
                </a:cubicBezTo>
                <a:cubicBezTo>
                  <a:pt x="3702968" y="2241965"/>
                  <a:pt x="3710413" y="2274004"/>
                  <a:pt x="3690319" y="2296207"/>
                </a:cubicBezTo>
                <a:cubicBezTo>
                  <a:pt x="3671183" y="2317352"/>
                  <a:pt x="3656680" y="2319370"/>
                  <a:pt x="3640455" y="2303145"/>
                </a:cubicBezTo>
                <a:close/>
                <a:moveTo>
                  <a:pt x="1451457" y="2234168"/>
                </a:moveTo>
                <a:cubicBezTo>
                  <a:pt x="1442212" y="2210074"/>
                  <a:pt x="1452129" y="2186077"/>
                  <a:pt x="1472543" y="2183146"/>
                </a:cubicBezTo>
                <a:cubicBezTo>
                  <a:pt x="1501054" y="2179052"/>
                  <a:pt x="1518637" y="2203275"/>
                  <a:pt x="1505275" y="2228241"/>
                </a:cubicBezTo>
                <a:cubicBezTo>
                  <a:pt x="1493202" y="2250799"/>
                  <a:pt x="1459273" y="2254536"/>
                  <a:pt x="1451457" y="2234168"/>
                </a:cubicBezTo>
                <a:close/>
                <a:moveTo>
                  <a:pt x="1053192" y="2185307"/>
                </a:moveTo>
                <a:cubicBezTo>
                  <a:pt x="1035485" y="2167599"/>
                  <a:pt x="1035333" y="2166326"/>
                  <a:pt x="1048085" y="2142498"/>
                </a:cubicBezTo>
                <a:cubicBezTo>
                  <a:pt x="1064148" y="2112483"/>
                  <a:pt x="1114425" y="2124714"/>
                  <a:pt x="1114425" y="2158637"/>
                </a:cubicBezTo>
                <a:cubicBezTo>
                  <a:pt x="1114425" y="2172006"/>
                  <a:pt x="1088558" y="2200275"/>
                  <a:pt x="1076325" y="2200275"/>
                </a:cubicBezTo>
                <a:cubicBezTo>
                  <a:pt x="1071834" y="2200275"/>
                  <a:pt x="1061425" y="2193539"/>
                  <a:pt x="1053192" y="2185307"/>
                </a:cubicBezTo>
                <a:close/>
                <a:moveTo>
                  <a:pt x="3473338" y="2163806"/>
                </a:moveTo>
                <a:cubicBezTo>
                  <a:pt x="3452520" y="2140801"/>
                  <a:pt x="3453305" y="2102316"/>
                  <a:pt x="3474993" y="2082688"/>
                </a:cubicBezTo>
                <a:cubicBezTo>
                  <a:pt x="3511396" y="2049744"/>
                  <a:pt x="3562350" y="2070440"/>
                  <a:pt x="3562350" y="2118171"/>
                </a:cubicBezTo>
                <a:cubicBezTo>
                  <a:pt x="3562350" y="2172960"/>
                  <a:pt x="3507207" y="2201231"/>
                  <a:pt x="3473338" y="2163806"/>
                </a:cubicBezTo>
                <a:close/>
                <a:moveTo>
                  <a:pt x="647700" y="2147325"/>
                </a:moveTo>
                <a:cubicBezTo>
                  <a:pt x="647700" y="2131635"/>
                  <a:pt x="643866" y="2125320"/>
                  <a:pt x="636939" y="2129601"/>
                </a:cubicBezTo>
                <a:cubicBezTo>
                  <a:pt x="630416" y="2133632"/>
                  <a:pt x="627892" y="2131040"/>
                  <a:pt x="630530" y="2123019"/>
                </a:cubicBezTo>
                <a:cubicBezTo>
                  <a:pt x="632923" y="2115741"/>
                  <a:pt x="645790" y="2108484"/>
                  <a:pt x="659124" y="2106890"/>
                </a:cubicBezTo>
                <a:cubicBezTo>
                  <a:pt x="687591" y="2103489"/>
                  <a:pt x="700197" y="2125747"/>
                  <a:pt x="685430" y="2153340"/>
                </a:cubicBezTo>
                <a:cubicBezTo>
                  <a:pt x="671048" y="2180214"/>
                  <a:pt x="647700" y="2176492"/>
                  <a:pt x="647700" y="2147325"/>
                </a:cubicBezTo>
                <a:close/>
                <a:moveTo>
                  <a:pt x="1652022" y="2142210"/>
                </a:moveTo>
                <a:cubicBezTo>
                  <a:pt x="1648474" y="2136469"/>
                  <a:pt x="1651989" y="2125353"/>
                  <a:pt x="1659834" y="2117508"/>
                </a:cubicBezTo>
                <a:cubicBezTo>
                  <a:pt x="1672503" y="2104839"/>
                  <a:pt x="1673570" y="2106007"/>
                  <a:pt x="1669376" y="2127947"/>
                </a:cubicBezTo>
                <a:cubicBezTo>
                  <a:pt x="1664138" y="2155347"/>
                  <a:pt x="1661487" y="2157525"/>
                  <a:pt x="1652022" y="2142210"/>
                </a:cubicBezTo>
                <a:close/>
                <a:moveTo>
                  <a:pt x="796813" y="2106656"/>
                </a:moveTo>
                <a:cubicBezTo>
                  <a:pt x="788143" y="2097075"/>
                  <a:pt x="781050" y="2079736"/>
                  <a:pt x="781050" y="2068123"/>
                </a:cubicBezTo>
                <a:cubicBezTo>
                  <a:pt x="781050" y="2046318"/>
                  <a:pt x="819840" y="2000250"/>
                  <a:pt x="838200" y="2000250"/>
                </a:cubicBezTo>
                <a:cubicBezTo>
                  <a:pt x="853221" y="2000250"/>
                  <a:pt x="895350" y="2044622"/>
                  <a:pt x="895350" y="2060445"/>
                </a:cubicBezTo>
                <a:cubicBezTo>
                  <a:pt x="895350" y="2108300"/>
                  <a:pt x="827218" y="2140252"/>
                  <a:pt x="796813" y="2106656"/>
                </a:cubicBezTo>
                <a:close/>
                <a:moveTo>
                  <a:pt x="3001186" y="2102643"/>
                </a:moveTo>
                <a:cubicBezTo>
                  <a:pt x="2996731" y="2090856"/>
                  <a:pt x="2995108" y="2077789"/>
                  <a:pt x="2997578" y="2073606"/>
                </a:cubicBezTo>
                <a:cubicBezTo>
                  <a:pt x="3004762" y="2061441"/>
                  <a:pt x="3028950" y="2086564"/>
                  <a:pt x="3028950" y="2106191"/>
                </a:cubicBezTo>
                <a:cubicBezTo>
                  <a:pt x="3028950" y="2130935"/>
                  <a:pt x="3011012" y="2128643"/>
                  <a:pt x="3001186" y="2102643"/>
                </a:cubicBezTo>
                <a:close/>
                <a:moveTo>
                  <a:pt x="3124535" y="2086601"/>
                </a:moveTo>
                <a:cubicBezTo>
                  <a:pt x="3110080" y="2059592"/>
                  <a:pt x="3112375" y="2043383"/>
                  <a:pt x="3133341" y="2024409"/>
                </a:cubicBezTo>
                <a:cubicBezTo>
                  <a:pt x="3158867" y="2001308"/>
                  <a:pt x="3198124" y="2011678"/>
                  <a:pt x="3206146" y="2043641"/>
                </a:cubicBezTo>
                <a:cubicBezTo>
                  <a:pt x="3218188" y="2091621"/>
                  <a:pt x="3147215" y="2128980"/>
                  <a:pt x="3124535" y="2086601"/>
                </a:cubicBezTo>
                <a:close/>
                <a:moveTo>
                  <a:pt x="1272267" y="2080532"/>
                </a:moveTo>
                <a:cubicBezTo>
                  <a:pt x="1239378" y="2047642"/>
                  <a:pt x="1266681" y="1981200"/>
                  <a:pt x="1313085" y="1981200"/>
                </a:cubicBezTo>
                <a:cubicBezTo>
                  <a:pt x="1347272" y="1981200"/>
                  <a:pt x="1362075" y="1997159"/>
                  <a:pt x="1362075" y="2034016"/>
                </a:cubicBezTo>
                <a:cubicBezTo>
                  <a:pt x="1362075" y="2085915"/>
                  <a:pt x="1306458" y="2114722"/>
                  <a:pt x="1272267" y="2080532"/>
                </a:cubicBezTo>
                <a:close/>
                <a:moveTo>
                  <a:pt x="3998118" y="2066162"/>
                </a:moveTo>
                <a:cubicBezTo>
                  <a:pt x="3980212" y="2055732"/>
                  <a:pt x="3974958" y="2019300"/>
                  <a:pt x="3991360" y="2019300"/>
                </a:cubicBezTo>
                <a:cubicBezTo>
                  <a:pt x="4007483" y="2019300"/>
                  <a:pt x="4057334" y="2059729"/>
                  <a:pt x="4051951" y="2068439"/>
                </a:cubicBezTo>
                <a:cubicBezTo>
                  <a:pt x="4045293" y="2079211"/>
                  <a:pt x="4018583" y="2078081"/>
                  <a:pt x="3998118" y="2066162"/>
                </a:cubicBezTo>
                <a:close/>
                <a:moveTo>
                  <a:pt x="1535430" y="2036445"/>
                </a:moveTo>
                <a:cubicBezTo>
                  <a:pt x="1521387" y="2022402"/>
                  <a:pt x="1520743" y="1995557"/>
                  <a:pt x="1533860" y="1971048"/>
                </a:cubicBezTo>
                <a:cubicBezTo>
                  <a:pt x="1548820" y="1943094"/>
                  <a:pt x="1597703" y="1946250"/>
                  <a:pt x="1611280" y="1976047"/>
                </a:cubicBezTo>
                <a:cubicBezTo>
                  <a:pt x="1632345" y="2022280"/>
                  <a:pt x="1570506" y="2071521"/>
                  <a:pt x="1535430" y="2036445"/>
                </a:cubicBezTo>
                <a:close/>
                <a:moveTo>
                  <a:pt x="3730624" y="2012949"/>
                </a:moveTo>
                <a:cubicBezTo>
                  <a:pt x="3720518" y="2002843"/>
                  <a:pt x="3723272" y="1954368"/>
                  <a:pt x="3734341" y="1947527"/>
                </a:cubicBezTo>
                <a:cubicBezTo>
                  <a:pt x="3754859" y="1934846"/>
                  <a:pt x="3790950" y="1952179"/>
                  <a:pt x="3790950" y="1974713"/>
                </a:cubicBezTo>
                <a:cubicBezTo>
                  <a:pt x="3790950" y="2009294"/>
                  <a:pt x="3751790" y="2034115"/>
                  <a:pt x="3730624" y="2012949"/>
                </a:cubicBezTo>
                <a:close/>
                <a:moveTo>
                  <a:pt x="3353574" y="1996420"/>
                </a:moveTo>
                <a:cubicBezTo>
                  <a:pt x="3334138" y="1973001"/>
                  <a:pt x="3344426" y="1938337"/>
                  <a:pt x="3370811" y="1938337"/>
                </a:cubicBezTo>
                <a:cubicBezTo>
                  <a:pt x="3400468" y="1938337"/>
                  <a:pt x="3418531" y="1965456"/>
                  <a:pt x="3404117" y="1988343"/>
                </a:cubicBezTo>
                <a:cubicBezTo>
                  <a:pt x="3390214" y="2010420"/>
                  <a:pt x="3368123" y="2013950"/>
                  <a:pt x="3353574" y="1996420"/>
                </a:cubicBezTo>
                <a:close/>
                <a:moveTo>
                  <a:pt x="1052112" y="1967638"/>
                </a:moveTo>
                <a:cubicBezTo>
                  <a:pt x="1022072" y="1921791"/>
                  <a:pt x="1075787" y="1861399"/>
                  <a:pt x="1120529" y="1890716"/>
                </a:cubicBezTo>
                <a:cubicBezTo>
                  <a:pt x="1148369" y="1908957"/>
                  <a:pt x="1149921" y="1945703"/>
                  <a:pt x="1123950" y="1971675"/>
                </a:cubicBezTo>
                <a:cubicBezTo>
                  <a:pt x="1098364" y="1997260"/>
                  <a:pt x="1070495" y="1995694"/>
                  <a:pt x="1052112" y="1967638"/>
                </a:cubicBezTo>
                <a:close/>
                <a:moveTo>
                  <a:pt x="2882873" y="1909243"/>
                </a:moveTo>
                <a:cubicBezTo>
                  <a:pt x="2852127" y="1870709"/>
                  <a:pt x="2854771" y="1851288"/>
                  <a:pt x="2892036" y="1841935"/>
                </a:cubicBezTo>
                <a:cubicBezTo>
                  <a:pt x="2935041" y="1831141"/>
                  <a:pt x="2965994" y="1881504"/>
                  <a:pt x="2942889" y="1924676"/>
                </a:cubicBezTo>
                <a:cubicBezTo>
                  <a:pt x="2928586" y="1951402"/>
                  <a:pt x="2913395" y="1947495"/>
                  <a:pt x="2882873" y="1909243"/>
                </a:cubicBezTo>
                <a:close/>
                <a:moveTo>
                  <a:pt x="3525251" y="1920494"/>
                </a:moveTo>
                <a:cubicBezTo>
                  <a:pt x="3510522" y="1902746"/>
                  <a:pt x="3522089" y="1876425"/>
                  <a:pt x="3544618" y="1876425"/>
                </a:cubicBezTo>
                <a:cubicBezTo>
                  <a:pt x="3567729" y="1876425"/>
                  <a:pt x="3577716" y="1900772"/>
                  <a:pt x="3562249" y="1919408"/>
                </a:cubicBezTo>
                <a:cubicBezTo>
                  <a:pt x="3547653" y="1936995"/>
                  <a:pt x="3539153" y="1937245"/>
                  <a:pt x="3525251" y="1920494"/>
                </a:cubicBezTo>
                <a:close/>
                <a:moveTo>
                  <a:pt x="1738279" y="1882473"/>
                </a:moveTo>
                <a:cubicBezTo>
                  <a:pt x="1708427" y="1836914"/>
                  <a:pt x="1752639" y="1785577"/>
                  <a:pt x="1796804" y="1814516"/>
                </a:cubicBezTo>
                <a:cubicBezTo>
                  <a:pt x="1824290" y="1832525"/>
                  <a:pt x="1825632" y="1860542"/>
                  <a:pt x="1800225" y="1885950"/>
                </a:cubicBezTo>
                <a:cubicBezTo>
                  <a:pt x="1775112" y="1911062"/>
                  <a:pt x="1756320" y="1910008"/>
                  <a:pt x="1738279" y="1882473"/>
                </a:cubicBezTo>
                <a:close/>
                <a:moveTo>
                  <a:pt x="3134160" y="1881711"/>
                </a:moveTo>
                <a:cubicBezTo>
                  <a:pt x="3112749" y="1855913"/>
                  <a:pt x="3125669" y="1824037"/>
                  <a:pt x="3157537" y="1824037"/>
                </a:cubicBezTo>
                <a:cubicBezTo>
                  <a:pt x="3192297" y="1824037"/>
                  <a:pt x="3204053" y="1862282"/>
                  <a:pt x="3175671" y="1883035"/>
                </a:cubicBezTo>
                <a:cubicBezTo>
                  <a:pt x="3154057" y="1898839"/>
                  <a:pt x="3148220" y="1898653"/>
                  <a:pt x="3134160" y="1881711"/>
                </a:cubicBezTo>
                <a:close/>
                <a:moveTo>
                  <a:pt x="788193" y="1856612"/>
                </a:moveTo>
                <a:cubicBezTo>
                  <a:pt x="760959" y="1840749"/>
                  <a:pt x="779820" y="1781175"/>
                  <a:pt x="812075" y="1781175"/>
                </a:cubicBezTo>
                <a:cubicBezTo>
                  <a:pt x="822835" y="1781175"/>
                  <a:pt x="847725" y="1811100"/>
                  <a:pt x="847725" y="1824037"/>
                </a:cubicBezTo>
                <a:cubicBezTo>
                  <a:pt x="847725" y="1837568"/>
                  <a:pt x="822467" y="1867109"/>
                  <a:pt x="811325" y="1866610"/>
                </a:cubicBezTo>
                <a:cubicBezTo>
                  <a:pt x="807771" y="1866451"/>
                  <a:pt x="797361" y="1861951"/>
                  <a:pt x="788193" y="1856612"/>
                </a:cubicBezTo>
                <a:close/>
                <a:moveTo>
                  <a:pt x="1368826" y="1841901"/>
                </a:moveTo>
                <a:cubicBezTo>
                  <a:pt x="1347059" y="1820134"/>
                  <a:pt x="1375542" y="1775975"/>
                  <a:pt x="1404245" y="1786989"/>
                </a:cubicBezTo>
                <a:cubicBezTo>
                  <a:pt x="1427576" y="1795942"/>
                  <a:pt x="1420321" y="1842248"/>
                  <a:pt x="1395020" y="1845870"/>
                </a:cubicBezTo>
                <a:cubicBezTo>
                  <a:pt x="1384327" y="1847401"/>
                  <a:pt x="1372540" y="1845615"/>
                  <a:pt x="1368826" y="1841901"/>
                </a:cubicBezTo>
                <a:close/>
                <a:moveTo>
                  <a:pt x="994314" y="1796166"/>
                </a:moveTo>
                <a:cubicBezTo>
                  <a:pt x="985648" y="1773583"/>
                  <a:pt x="997910" y="1750776"/>
                  <a:pt x="1016764" y="1754407"/>
                </a:cubicBezTo>
                <a:cubicBezTo>
                  <a:pt x="1027309" y="1756438"/>
                  <a:pt x="1033462" y="1766302"/>
                  <a:pt x="1033462" y="1781175"/>
                </a:cubicBezTo>
                <a:cubicBezTo>
                  <a:pt x="1033462" y="1808327"/>
                  <a:pt x="1003398" y="1819839"/>
                  <a:pt x="994314" y="1796166"/>
                </a:cubicBezTo>
                <a:close/>
                <a:moveTo>
                  <a:pt x="3705560" y="1791326"/>
                </a:moveTo>
                <a:cubicBezTo>
                  <a:pt x="3689396" y="1761123"/>
                  <a:pt x="3694215" y="1736100"/>
                  <a:pt x="3720120" y="1715723"/>
                </a:cubicBezTo>
                <a:cubicBezTo>
                  <a:pt x="3768268" y="1677850"/>
                  <a:pt x="3821766" y="1732974"/>
                  <a:pt x="3787547" y="1785199"/>
                </a:cubicBezTo>
                <a:cubicBezTo>
                  <a:pt x="3767540" y="1815732"/>
                  <a:pt x="3720503" y="1819247"/>
                  <a:pt x="3705560" y="1791326"/>
                </a:cubicBezTo>
                <a:close/>
                <a:moveTo>
                  <a:pt x="3339192" y="1756682"/>
                </a:moveTo>
                <a:cubicBezTo>
                  <a:pt x="3330960" y="1748449"/>
                  <a:pt x="3324225" y="1739087"/>
                  <a:pt x="3324225" y="1735876"/>
                </a:cubicBezTo>
                <a:cubicBezTo>
                  <a:pt x="3324225" y="1718164"/>
                  <a:pt x="3365910" y="1647825"/>
                  <a:pt x="3376406" y="1647825"/>
                </a:cubicBezTo>
                <a:cubicBezTo>
                  <a:pt x="3400275" y="1647825"/>
                  <a:pt x="3431381" y="1682013"/>
                  <a:pt x="3431381" y="1708247"/>
                </a:cubicBezTo>
                <a:cubicBezTo>
                  <a:pt x="3431381" y="1760311"/>
                  <a:pt x="3373324" y="1790813"/>
                  <a:pt x="3339192" y="1756682"/>
                </a:cubicBezTo>
                <a:close/>
                <a:moveTo>
                  <a:pt x="1562100" y="1754647"/>
                </a:moveTo>
                <a:cubicBezTo>
                  <a:pt x="1529284" y="1743384"/>
                  <a:pt x="1522823" y="1689037"/>
                  <a:pt x="1551242" y="1663318"/>
                </a:cubicBezTo>
                <a:cubicBezTo>
                  <a:pt x="1573211" y="1643436"/>
                  <a:pt x="1614445" y="1655782"/>
                  <a:pt x="1623725" y="1685019"/>
                </a:cubicBezTo>
                <a:cubicBezTo>
                  <a:pt x="1634996" y="1720533"/>
                  <a:pt x="1594854" y="1765888"/>
                  <a:pt x="1562100" y="1754647"/>
                </a:cubicBezTo>
                <a:close/>
                <a:moveTo>
                  <a:pt x="1202055" y="1741170"/>
                </a:moveTo>
                <a:cubicBezTo>
                  <a:pt x="1183642" y="1722757"/>
                  <a:pt x="1188194" y="1678370"/>
                  <a:pt x="1209675" y="1666875"/>
                </a:cubicBezTo>
                <a:cubicBezTo>
                  <a:pt x="1238422" y="1651489"/>
                  <a:pt x="1266825" y="1670424"/>
                  <a:pt x="1266825" y="1704975"/>
                </a:cubicBezTo>
                <a:cubicBezTo>
                  <a:pt x="1266825" y="1743510"/>
                  <a:pt x="1226775" y="1765890"/>
                  <a:pt x="1202055" y="1741170"/>
                </a:cubicBezTo>
                <a:close/>
                <a:moveTo>
                  <a:pt x="1968829" y="1737054"/>
                </a:moveTo>
                <a:cubicBezTo>
                  <a:pt x="1957278" y="1725503"/>
                  <a:pt x="1961550" y="1698280"/>
                  <a:pt x="1976915" y="1685528"/>
                </a:cubicBezTo>
                <a:cubicBezTo>
                  <a:pt x="1998418" y="1667682"/>
                  <a:pt x="2028550" y="1697693"/>
                  <a:pt x="2013355" y="1721822"/>
                </a:cubicBezTo>
                <a:cubicBezTo>
                  <a:pt x="2001999" y="1739854"/>
                  <a:pt x="1979370" y="1747595"/>
                  <a:pt x="1968829" y="1737054"/>
                </a:cubicBezTo>
                <a:close/>
                <a:moveTo>
                  <a:pt x="652373" y="1710850"/>
                </a:moveTo>
                <a:cubicBezTo>
                  <a:pt x="639816" y="1701668"/>
                  <a:pt x="637066" y="1691638"/>
                  <a:pt x="641865" y="1672518"/>
                </a:cubicBezTo>
                <a:cubicBezTo>
                  <a:pt x="651115" y="1635664"/>
                  <a:pt x="698636" y="1640031"/>
                  <a:pt x="703039" y="1678140"/>
                </a:cubicBezTo>
                <a:cubicBezTo>
                  <a:pt x="706817" y="1710840"/>
                  <a:pt x="677895" y="1729512"/>
                  <a:pt x="652373" y="1710850"/>
                </a:cubicBezTo>
                <a:close/>
                <a:moveTo>
                  <a:pt x="2797612" y="1699062"/>
                </a:moveTo>
                <a:cubicBezTo>
                  <a:pt x="2772399" y="1673849"/>
                  <a:pt x="2807533" y="1616625"/>
                  <a:pt x="2836867" y="1635127"/>
                </a:cubicBezTo>
                <a:cubicBezTo>
                  <a:pt x="2863425" y="1651880"/>
                  <a:pt x="2857588" y="1699646"/>
                  <a:pt x="2828568" y="1703031"/>
                </a:cubicBezTo>
                <a:cubicBezTo>
                  <a:pt x="2815275" y="1704581"/>
                  <a:pt x="2801345" y="1702795"/>
                  <a:pt x="2797612" y="1699062"/>
                </a:cubicBezTo>
                <a:close/>
                <a:moveTo>
                  <a:pt x="3048435" y="1691211"/>
                </a:moveTo>
                <a:cubicBezTo>
                  <a:pt x="3021343" y="1658568"/>
                  <a:pt x="3058708" y="1603384"/>
                  <a:pt x="3093243" y="1625033"/>
                </a:cubicBezTo>
                <a:cubicBezTo>
                  <a:pt x="3127232" y="1646340"/>
                  <a:pt x="3115006" y="1704975"/>
                  <a:pt x="3076575" y="1704975"/>
                </a:cubicBezTo>
                <a:cubicBezTo>
                  <a:pt x="3067380" y="1704975"/>
                  <a:pt x="3054717" y="1698781"/>
                  <a:pt x="3048435" y="1691211"/>
                </a:cubicBezTo>
                <a:close/>
                <a:moveTo>
                  <a:pt x="2209800" y="1671637"/>
                </a:moveTo>
                <a:cubicBezTo>
                  <a:pt x="2216321" y="1663779"/>
                  <a:pt x="2227037" y="1657350"/>
                  <a:pt x="2233612" y="1657350"/>
                </a:cubicBezTo>
                <a:cubicBezTo>
                  <a:pt x="2240187" y="1657350"/>
                  <a:pt x="2250903" y="1663779"/>
                  <a:pt x="2257425" y="1671637"/>
                </a:cubicBezTo>
                <a:cubicBezTo>
                  <a:pt x="2267606" y="1683904"/>
                  <a:pt x="2264239" y="1685925"/>
                  <a:pt x="2233612" y="1685925"/>
                </a:cubicBezTo>
                <a:cubicBezTo>
                  <a:pt x="2202985" y="1685925"/>
                  <a:pt x="2199618" y="1683904"/>
                  <a:pt x="2209800" y="1671637"/>
                </a:cubicBezTo>
                <a:close/>
                <a:moveTo>
                  <a:pt x="3567103" y="1676386"/>
                </a:moveTo>
                <a:cubicBezTo>
                  <a:pt x="3557298" y="1660520"/>
                  <a:pt x="3570353" y="1619250"/>
                  <a:pt x="3585177" y="1619250"/>
                </a:cubicBezTo>
                <a:cubicBezTo>
                  <a:pt x="3607444" y="1619250"/>
                  <a:pt x="3624494" y="1647299"/>
                  <a:pt x="3613164" y="1665292"/>
                </a:cubicBezTo>
                <a:cubicBezTo>
                  <a:pt x="3600924" y="1684730"/>
                  <a:pt x="3575974" y="1690739"/>
                  <a:pt x="3567103" y="1676386"/>
                </a:cubicBezTo>
                <a:close/>
                <a:moveTo>
                  <a:pt x="845298" y="1612106"/>
                </a:moveTo>
                <a:cubicBezTo>
                  <a:pt x="820957" y="1584883"/>
                  <a:pt x="820211" y="1543349"/>
                  <a:pt x="843642" y="1519917"/>
                </a:cubicBezTo>
                <a:cubicBezTo>
                  <a:pt x="865672" y="1497887"/>
                  <a:pt x="930205" y="1500140"/>
                  <a:pt x="942639" y="1523373"/>
                </a:cubicBezTo>
                <a:cubicBezTo>
                  <a:pt x="977333" y="1588200"/>
                  <a:pt x="892812" y="1665246"/>
                  <a:pt x="845298" y="1612106"/>
                </a:cubicBezTo>
                <a:close/>
                <a:moveTo>
                  <a:pt x="1785309" y="1605849"/>
                </a:moveTo>
                <a:cubicBezTo>
                  <a:pt x="1771896" y="1552409"/>
                  <a:pt x="1824415" y="1522842"/>
                  <a:pt x="1853776" y="1567304"/>
                </a:cubicBezTo>
                <a:cubicBezTo>
                  <a:pt x="1864726" y="1583886"/>
                  <a:pt x="1864453" y="1589928"/>
                  <a:pt x="1851946" y="1607785"/>
                </a:cubicBezTo>
                <a:cubicBezTo>
                  <a:pt x="1831571" y="1636874"/>
                  <a:pt x="1792813" y="1635748"/>
                  <a:pt x="1785309" y="1605849"/>
                </a:cubicBezTo>
                <a:close/>
                <a:moveTo>
                  <a:pt x="2401060" y="1615404"/>
                </a:moveTo>
                <a:cubicBezTo>
                  <a:pt x="2386770" y="1598185"/>
                  <a:pt x="2395219" y="1566087"/>
                  <a:pt x="2416157" y="1558053"/>
                </a:cubicBezTo>
                <a:cubicBezTo>
                  <a:pt x="2438322" y="1549547"/>
                  <a:pt x="2458841" y="1571075"/>
                  <a:pt x="2455550" y="1599384"/>
                </a:cubicBezTo>
                <a:cubicBezTo>
                  <a:pt x="2452202" y="1628185"/>
                  <a:pt x="2419618" y="1637765"/>
                  <a:pt x="2401060" y="1615404"/>
                </a:cubicBezTo>
                <a:close/>
                <a:moveTo>
                  <a:pt x="1082675" y="1593849"/>
                </a:moveTo>
                <a:cubicBezTo>
                  <a:pt x="1071849" y="1583024"/>
                  <a:pt x="1075673" y="1555447"/>
                  <a:pt x="1089603" y="1543887"/>
                </a:cubicBezTo>
                <a:cubicBezTo>
                  <a:pt x="1109991" y="1526966"/>
                  <a:pt x="1136888" y="1556974"/>
                  <a:pt x="1123595" y="1581811"/>
                </a:cubicBezTo>
                <a:cubicBezTo>
                  <a:pt x="1113757" y="1600195"/>
                  <a:pt x="1094643" y="1605818"/>
                  <a:pt x="1082675" y="1593849"/>
                </a:cubicBezTo>
                <a:close/>
                <a:moveTo>
                  <a:pt x="2057629" y="1567466"/>
                </a:moveTo>
                <a:cubicBezTo>
                  <a:pt x="2038928" y="1518277"/>
                  <a:pt x="2080193" y="1471940"/>
                  <a:pt x="2122525" y="1494595"/>
                </a:cubicBezTo>
                <a:cubicBezTo>
                  <a:pt x="2166151" y="1517943"/>
                  <a:pt x="2148748" y="1583937"/>
                  <a:pt x="2097657" y="1588897"/>
                </a:cubicBezTo>
                <a:cubicBezTo>
                  <a:pt x="2072079" y="1591381"/>
                  <a:pt x="2065352" y="1587779"/>
                  <a:pt x="2057629" y="1567466"/>
                </a:cubicBezTo>
                <a:close/>
                <a:moveTo>
                  <a:pt x="1373719" y="1566322"/>
                </a:moveTo>
                <a:cubicBezTo>
                  <a:pt x="1330963" y="1536375"/>
                  <a:pt x="1350310" y="1466850"/>
                  <a:pt x="1401399" y="1466850"/>
                </a:cubicBezTo>
                <a:cubicBezTo>
                  <a:pt x="1455894" y="1466850"/>
                  <a:pt x="1474075" y="1517640"/>
                  <a:pt x="1433945" y="1557770"/>
                </a:cubicBezTo>
                <a:cubicBezTo>
                  <a:pt x="1406468" y="1585247"/>
                  <a:pt x="1401704" y="1585924"/>
                  <a:pt x="1373719" y="1566322"/>
                </a:cubicBezTo>
                <a:close/>
                <a:moveTo>
                  <a:pt x="2564606" y="1536741"/>
                </a:moveTo>
                <a:cubicBezTo>
                  <a:pt x="2546690" y="1529512"/>
                  <a:pt x="2550027" y="1478817"/>
                  <a:pt x="2569122" y="1468130"/>
                </a:cubicBezTo>
                <a:cubicBezTo>
                  <a:pt x="2591999" y="1455328"/>
                  <a:pt x="2619375" y="1471937"/>
                  <a:pt x="2619375" y="1498617"/>
                </a:cubicBezTo>
                <a:cubicBezTo>
                  <a:pt x="2619375" y="1533430"/>
                  <a:pt x="2596265" y="1549516"/>
                  <a:pt x="2564606" y="1536741"/>
                </a:cubicBezTo>
                <a:close/>
                <a:moveTo>
                  <a:pt x="3216274" y="1517649"/>
                </a:moveTo>
                <a:cubicBezTo>
                  <a:pt x="3203816" y="1505191"/>
                  <a:pt x="3210202" y="1468781"/>
                  <a:pt x="3225903" y="1462756"/>
                </a:cubicBezTo>
                <a:cubicBezTo>
                  <a:pt x="3248278" y="1454170"/>
                  <a:pt x="3270525" y="1479072"/>
                  <a:pt x="3262649" y="1503887"/>
                </a:cubicBezTo>
                <a:cubicBezTo>
                  <a:pt x="3256550" y="1523104"/>
                  <a:pt x="3229698" y="1531073"/>
                  <a:pt x="3216274" y="1517649"/>
                </a:cubicBezTo>
                <a:close/>
                <a:moveTo>
                  <a:pt x="1546494" y="1490662"/>
                </a:moveTo>
                <a:cubicBezTo>
                  <a:pt x="1538948" y="1470998"/>
                  <a:pt x="1549179" y="1447800"/>
                  <a:pt x="1565397" y="1447800"/>
                </a:cubicBezTo>
                <a:cubicBezTo>
                  <a:pt x="1584894" y="1447800"/>
                  <a:pt x="1601482" y="1471475"/>
                  <a:pt x="1594582" y="1489455"/>
                </a:cubicBezTo>
                <a:cubicBezTo>
                  <a:pt x="1587115" y="1508914"/>
                  <a:pt x="1553819" y="1509750"/>
                  <a:pt x="1546494" y="1490662"/>
                </a:cubicBezTo>
                <a:close/>
                <a:moveTo>
                  <a:pt x="3460646" y="1492859"/>
                </a:moveTo>
                <a:cubicBezTo>
                  <a:pt x="3441763" y="1484433"/>
                  <a:pt x="3429448" y="1460314"/>
                  <a:pt x="3429130" y="1431131"/>
                </a:cubicBezTo>
                <a:cubicBezTo>
                  <a:pt x="3428686" y="1390527"/>
                  <a:pt x="3499161" y="1367189"/>
                  <a:pt x="3527536" y="1398543"/>
                </a:cubicBezTo>
                <a:cubicBezTo>
                  <a:pt x="3569170" y="1444548"/>
                  <a:pt x="3517056" y="1518030"/>
                  <a:pt x="3460646" y="1492859"/>
                </a:cubicBezTo>
                <a:close/>
                <a:moveTo>
                  <a:pt x="3026575" y="1488860"/>
                </a:moveTo>
                <a:cubicBezTo>
                  <a:pt x="2989082" y="1479061"/>
                  <a:pt x="2994274" y="1394934"/>
                  <a:pt x="3032970" y="1385222"/>
                </a:cubicBezTo>
                <a:cubicBezTo>
                  <a:pt x="3088209" y="1371358"/>
                  <a:pt x="3118426" y="1434523"/>
                  <a:pt x="3076575" y="1476375"/>
                </a:cubicBezTo>
                <a:cubicBezTo>
                  <a:pt x="3057062" y="1495887"/>
                  <a:pt x="3055221" y="1496347"/>
                  <a:pt x="3026575" y="1488860"/>
                </a:cubicBezTo>
                <a:close/>
                <a:moveTo>
                  <a:pt x="2762685" y="1453086"/>
                </a:moveTo>
                <a:cubicBezTo>
                  <a:pt x="2735815" y="1420710"/>
                  <a:pt x="2773148" y="1364122"/>
                  <a:pt x="2804314" y="1389987"/>
                </a:cubicBezTo>
                <a:cubicBezTo>
                  <a:pt x="2825134" y="1407266"/>
                  <a:pt x="2823250" y="1445068"/>
                  <a:pt x="2800976" y="1456989"/>
                </a:cubicBezTo>
                <a:cubicBezTo>
                  <a:pt x="2777390" y="1469612"/>
                  <a:pt x="2776308" y="1469502"/>
                  <a:pt x="2762685" y="1453086"/>
                </a:cubicBezTo>
                <a:close/>
                <a:moveTo>
                  <a:pt x="1169193" y="1437512"/>
                </a:moveTo>
                <a:cubicBezTo>
                  <a:pt x="1138695" y="1419748"/>
                  <a:pt x="1155372" y="1352550"/>
                  <a:pt x="1190279" y="1352550"/>
                </a:cubicBezTo>
                <a:cubicBezTo>
                  <a:pt x="1233312" y="1352550"/>
                  <a:pt x="1250393" y="1397556"/>
                  <a:pt x="1219200" y="1428750"/>
                </a:cubicBezTo>
                <a:cubicBezTo>
                  <a:pt x="1197672" y="1450277"/>
                  <a:pt x="1192628" y="1451161"/>
                  <a:pt x="1169193" y="1437512"/>
                </a:cubicBezTo>
                <a:close/>
                <a:moveTo>
                  <a:pt x="634092" y="1423307"/>
                </a:moveTo>
                <a:cubicBezTo>
                  <a:pt x="608087" y="1397302"/>
                  <a:pt x="615540" y="1367312"/>
                  <a:pt x="652372" y="1349748"/>
                </a:cubicBezTo>
                <a:cubicBezTo>
                  <a:pt x="685030" y="1334175"/>
                  <a:pt x="685885" y="1334301"/>
                  <a:pt x="700674" y="1356870"/>
                </a:cubicBezTo>
                <a:cubicBezTo>
                  <a:pt x="717813" y="1383029"/>
                  <a:pt x="708233" y="1411646"/>
                  <a:pt x="676682" y="1428531"/>
                </a:cubicBezTo>
                <a:cubicBezTo>
                  <a:pt x="653095" y="1441155"/>
                  <a:pt x="651779" y="1440993"/>
                  <a:pt x="634092" y="1423307"/>
                </a:cubicBezTo>
                <a:close/>
                <a:moveTo>
                  <a:pt x="1907119" y="1413922"/>
                </a:moveTo>
                <a:cubicBezTo>
                  <a:pt x="1871992" y="1389318"/>
                  <a:pt x="1880840" y="1329067"/>
                  <a:pt x="1921872" y="1313467"/>
                </a:cubicBezTo>
                <a:cubicBezTo>
                  <a:pt x="1977263" y="1292407"/>
                  <a:pt x="2015358" y="1366016"/>
                  <a:pt x="1971675" y="1409700"/>
                </a:cubicBezTo>
                <a:cubicBezTo>
                  <a:pt x="1948749" y="1432625"/>
                  <a:pt x="1935097" y="1433518"/>
                  <a:pt x="1907119" y="1413922"/>
                </a:cubicBezTo>
                <a:close/>
                <a:moveTo>
                  <a:pt x="1697355" y="1398270"/>
                </a:moveTo>
                <a:cubicBezTo>
                  <a:pt x="1681713" y="1382628"/>
                  <a:pt x="1682976" y="1347804"/>
                  <a:pt x="1699688" y="1333935"/>
                </a:cubicBezTo>
                <a:cubicBezTo>
                  <a:pt x="1719728" y="1317302"/>
                  <a:pt x="1754120" y="1325555"/>
                  <a:pt x="1762755" y="1349068"/>
                </a:cubicBezTo>
                <a:cubicBezTo>
                  <a:pt x="1777590" y="1389462"/>
                  <a:pt x="1726775" y="1427690"/>
                  <a:pt x="1697355" y="1398270"/>
                </a:cubicBezTo>
                <a:close/>
                <a:moveTo>
                  <a:pt x="2230755" y="1398270"/>
                </a:moveTo>
                <a:cubicBezTo>
                  <a:pt x="2205084" y="1372599"/>
                  <a:pt x="2223919" y="1323975"/>
                  <a:pt x="2259534" y="1323975"/>
                </a:cubicBezTo>
                <a:cubicBezTo>
                  <a:pt x="2288043" y="1323975"/>
                  <a:pt x="2302227" y="1367455"/>
                  <a:pt x="2281272" y="1390611"/>
                </a:cubicBezTo>
                <a:cubicBezTo>
                  <a:pt x="2261511" y="1412447"/>
                  <a:pt x="2247114" y="1414629"/>
                  <a:pt x="2230755" y="1398270"/>
                </a:cubicBezTo>
                <a:close/>
                <a:moveTo>
                  <a:pt x="949726" y="1375176"/>
                </a:moveTo>
                <a:cubicBezTo>
                  <a:pt x="927959" y="1353409"/>
                  <a:pt x="956442" y="1309250"/>
                  <a:pt x="985145" y="1320264"/>
                </a:cubicBezTo>
                <a:cubicBezTo>
                  <a:pt x="1008476" y="1329217"/>
                  <a:pt x="1001221" y="1375523"/>
                  <a:pt x="975920" y="1379145"/>
                </a:cubicBezTo>
                <a:cubicBezTo>
                  <a:pt x="965227" y="1380676"/>
                  <a:pt x="953440" y="1378890"/>
                  <a:pt x="949726" y="1375176"/>
                </a:cubicBezTo>
                <a:close/>
                <a:moveTo>
                  <a:pt x="2479300" y="1346691"/>
                </a:moveTo>
                <a:cubicBezTo>
                  <a:pt x="2439090" y="1306481"/>
                  <a:pt x="2470840" y="1239860"/>
                  <a:pt x="2524125" y="1252634"/>
                </a:cubicBezTo>
                <a:cubicBezTo>
                  <a:pt x="2556628" y="1260426"/>
                  <a:pt x="2573887" y="1285495"/>
                  <a:pt x="2566646" y="1314396"/>
                </a:cubicBezTo>
                <a:cubicBezTo>
                  <a:pt x="2553321" y="1367580"/>
                  <a:pt x="2514531" y="1381922"/>
                  <a:pt x="2479300" y="1346691"/>
                </a:cubicBezTo>
                <a:close/>
                <a:moveTo>
                  <a:pt x="2892826" y="1318026"/>
                </a:moveTo>
                <a:cubicBezTo>
                  <a:pt x="2880212" y="1305412"/>
                  <a:pt x="2886006" y="1268889"/>
                  <a:pt x="2901569" y="1262917"/>
                </a:cubicBezTo>
                <a:cubicBezTo>
                  <a:pt x="2922679" y="1254816"/>
                  <a:pt x="2944770" y="1275061"/>
                  <a:pt x="2941303" y="1299329"/>
                </a:cubicBezTo>
                <a:cubicBezTo>
                  <a:pt x="2938486" y="1319043"/>
                  <a:pt x="2906269" y="1331469"/>
                  <a:pt x="2892826" y="1318026"/>
                </a:cubicBezTo>
                <a:close/>
                <a:moveTo>
                  <a:pt x="1463563" y="1277981"/>
                </a:moveTo>
                <a:cubicBezTo>
                  <a:pt x="1443621" y="1255945"/>
                  <a:pt x="1443187" y="1206123"/>
                  <a:pt x="1462767" y="1186542"/>
                </a:cubicBezTo>
                <a:cubicBezTo>
                  <a:pt x="1485533" y="1163776"/>
                  <a:pt x="1538976" y="1167301"/>
                  <a:pt x="1556797" y="1192744"/>
                </a:cubicBezTo>
                <a:cubicBezTo>
                  <a:pt x="1599596" y="1253849"/>
                  <a:pt x="1513203" y="1332832"/>
                  <a:pt x="1463563" y="1277981"/>
                </a:cubicBezTo>
                <a:close/>
                <a:moveTo>
                  <a:pt x="3324033" y="1280882"/>
                </a:moveTo>
                <a:cubicBezTo>
                  <a:pt x="3317407" y="1272897"/>
                  <a:pt x="3314185" y="1264164"/>
                  <a:pt x="3316874" y="1261475"/>
                </a:cubicBezTo>
                <a:cubicBezTo>
                  <a:pt x="3324684" y="1253665"/>
                  <a:pt x="3371781" y="1278279"/>
                  <a:pt x="3366226" y="1287267"/>
                </a:cubicBezTo>
                <a:cubicBezTo>
                  <a:pt x="3358350" y="1300011"/>
                  <a:pt x="3337260" y="1296819"/>
                  <a:pt x="3324033" y="1280882"/>
                </a:cubicBezTo>
                <a:close/>
                <a:moveTo>
                  <a:pt x="2123840" y="1252255"/>
                </a:moveTo>
                <a:cubicBezTo>
                  <a:pt x="2107587" y="1232671"/>
                  <a:pt x="2126307" y="1190625"/>
                  <a:pt x="2151279" y="1190625"/>
                </a:cubicBezTo>
                <a:cubicBezTo>
                  <a:pt x="2180564" y="1190625"/>
                  <a:pt x="2195481" y="1215526"/>
                  <a:pt x="2182829" y="1243294"/>
                </a:cubicBezTo>
                <a:cubicBezTo>
                  <a:pt x="2170746" y="1269813"/>
                  <a:pt x="2142033" y="1274175"/>
                  <a:pt x="2123840" y="1252255"/>
                </a:cubicBezTo>
                <a:close/>
                <a:moveTo>
                  <a:pt x="2685405" y="1227520"/>
                </a:moveTo>
                <a:cubicBezTo>
                  <a:pt x="2669650" y="1198081"/>
                  <a:pt x="2688055" y="1162050"/>
                  <a:pt x="2718848" y="1162050"/>
                </a:cubicBezTo>
                <a:cubicBezTo>
                  <a:pt x="2752970" y="1162050"/>
                  <a:pt x="2768241" y="1194350"/>
                  <a:pt x="2748419" y="1224601"/>
                </a:cubicBezTo>
                <a:cubicBezTo>
                  <a:pt x="2729697" y="1253175"/>
                  <a:pt x="2699874" y="1254556"/>
                  <a:pt x="2685405" y="1227520"/>
                </a:cubicBezTo>
                <a:close/>
                <a:moveTo>
                  <a:pt x="1039642" y="1210752"/>
                </a:moveTo>
                <a:cubicBezTo>
                  <a:pt x="1030544" y="1204987"/>
                  <a:pt x="1040088" y="1198060"/>
                  <a:pt x="1072214" y="1187113"/>
                </a:cubicBezTo>
                <a:cubicBezTo>
                  <a:pt x="1125016" y="1169122"/>
                  <a:pt x="1128601" y="1170219"/>
                  <a:pt x="1108903" y="1198343"/>
                </a:cubicBezTo>
                <a:cubicBezTo>
                  <a:pt x="1093952" y="1219688"/>
                  <a:pt x="1062605" y="1225304"/>
                  <a:pt x="1039642" y="1210752"/>
                </a:cubicBezTo>
                <a:close/>
                <a:moveTo>
                  <a:pt x="3093243" y="1208912"/>
                </a:moveTo>
                <a:cubicBezTo>
                  <a:pt x="3066112" y="1193109"/>
                  <a:pt x="3080744" y="1123950"/>
                  <a:pt x="3111219" y="1123950"/>
                </a:cubicBezTo>
                <a:cubicBezTo>
                  <a:pt x="3132247" y="1123950"/>
                  <a:pt x="3152775" y="1147475"/>
                  <a:pt x="3152775" y="1171575"/>
                </a:cubicBezTo>
                <a:cubicBezTo>
                  <a:pt x="3152775" y="1209035"/>
                  <a:pt x="3124212" y="1226949"/>
                  <a:pt x="3093243" y="1208912"/>
                </a:cubicBezTo>
                <a:close/>
                <a:moveTo>
                  <a:pt x="1849310" y="1183481"/>
                </a:moveTo>
                <a:cubicBezTo>
                  <a:pt x="1836888" y="1159774"/>
                  <a:pt x="1852818" y="1123950"/>
                  <a:pt x="1875782" y="1123950"/>
                </a:cubicBezTo>
                <a:cubicBezTo>
                  <a:pt x="1901830" y="1123950"/>
                  <a:pt x="1918321" y="1156208"/>
                  <a:pt x="1905000" y="1181100"/>
                </a:cubicBezTo>
                <a:cubicBezTo>
                  <a:pt x="1892425" y="1204595"/>
                  <a:pt x="1861077" y="1205935"/>
                  <a:pt x="1849310" y="1183481"/>
                </a:cubicBezTo>
                <a:close/>
                <a:moveTo>
                  <a:pt x="1262742" y="1156607"/>
                </a:moveTo>
                <a:cubicBezTo>
                  <a:pt x="1254510" y="1148374"/>
                  <a:pt x="1247775" y="1139595"/>
                  <a:pt x="1247775" y="1137097"/>
                </a:cubicBezTo>
                <a:cubicBezTo>
                  <a:pt x="1247775" y="1129428"/>
                  <a:pt x="1309032" y="1106314"/>
                  <a:pt x="1316736" y="1111075"/>
                </a:cubicBezTo>
                <a:cubicBezTo>
                  <a:pt x="1334704" y="1122180"/>
                  <a:pt x="1309507" y="1171575"/>
                  <a:pt x="1285875" y="1171575"/>
                </a:cubicBezTo>
                <a:cubicBezTo>
                  <a:pt x="1281384" y="1171575"/>
                  <a:pt x="1270975" y="1164839"/>
                  <a:pt x="1262742" y="1156607"/>
                </a:cubicBezTo>
                <a:close/>
                <a:moveTo>
                  <a:pt x="2331250" y="1164631"/>
                </a:moveTo>
                <a:cubicBezTo>
                  <a:pt x="2311147" y="1159834"/>
                  <a:pt x="2298656" y="1117165"/>
                  <a:pt x="2311427" y="1096918"/>
                </a:cubicBezTo>
                <a:cubicBezTo>
                  <a:pt x="2340543" y="1050759"/>
                  <a:pt x="2386012" y="1061356"/>
                  <a:pt x="2386012" y="1114301"/>
                </a:cubicBezTo>
                <a:cubicBezTo>
                  <a:pt x="2386012" y="1148238"/>
                  <a:pt x="2360566" y="1171625"/>
                  <a:pt x="2331250" y="1164631"/>
                </a:cubicBezTo>
                <a:close/>
                <a:moveTo>
                  <a:pt x="2016130" y="1085233"/>
                </a:moveTo>
                <a:cubicBezTo>
                  <a:pt x="2000472" y="1062879"/>
                  <a:pt x="2003486" y="1043134"/>
                  <a:pt x="2027378" y="1011522"/>
                </a:cubicBezTo>
                <a:cubicBezTo>
                  <a:pt x="2064477" y="962438"/>
                  <a:pt x="2125780" y="1028941"/>
                  <a:pt x="2091567" y="1081156"/>
                </a:cubicBezTo>
                <a:cubicBezTo>
                  <a:pt x="2072396" y="1110416"/>
                  <a:pt x="2035177" y="1112427"/>
                  <a:pt x="2016130" y="1085233"/>
                </a:cubicBezTo>
                <a:close/>
                <a:moveTo>
                  <a:pt x="3363939" y="1092558"/>
                </a:moveTo>
                <a:cubicBezTo>
                  <a:pt x="3352595" y="1078889"/>
                  <a:pt x="3405491" y="991477"/>
                  <a:pt x="3425452" y="990907"/>
                </a:cubicBezTo>
                <a:cubicBezTo>
                  <a:pt x="3459031" y="989946"/>
                  <a:pt x="3471048" y="1055174"/>
                  <a:pt x="3443001" y="1086165"/>
                </a:cubicBezTo>
                <a:cubicBezTo>
                  <a:pt x="3423753" y="1107435"/>
                  <a:pt x="3379271" y="1111031"/>
                  <a:pt x="3363939" y="1092558"/>
                </a:cubicBezTo>
                <a:close/>
                <a:moveTo>
                  <a:pt x="2863738" y="1068431"/>
                </a:moveTo>
                <a:cubicBezTo>
                  <a:pt x="2846845" y="1049764"/>
                  <a:pt x="2841880" y="990600"/>
                  <a:pt x="2857206" y="990600"/>
                </a:cubicBezTo>
                <a:cubicBezTo>
                  <a:pt x="2869971" y="990600"/>
                  <a:pt x="2942175" y="1028821"/>
                  <a:pt x="2948382" y="1038864"/>
                </a:cubicBezTo>
                <a:cubicBezTo>
                  <a:pt x="2955793" y="1050854"/>
                  <a:pt x="2917580" y="1085850"/>
                  <a:pt x="2897076" y="1085850"/>
                </a:cubicBezTo>
                <a:cubicBezTo>
                  <a:pt x="2887410" y="1085850"/>
                  <a:pt x="2872408" y="1078011"/>
                  <a:pt x="2863738" y="1068431"/>
                </a:cubicBezTo>
                <a:close/>
                <a:moveTo>
                  <a:pt x="1605642" y="1051832"/>
                </a:moveTo>
                <a:cubicBezTo>
                  <a:pt x="1587935" y="1034124"/>
                  <a:pt x="1587783" y="1032851"/>
                  <a:pt x="1600535" y="1009023"/>
                </a:cubicBezTo>
                <a:cubicBezTo>
                  <a:pt x="1618466" y="975518"/>
                  <a:pt x="1666875" y="989948"/>
                  <a:pt x="1666875" y="1028798"/>
                </a:cubicBezTo>
                <a:cubicBezTo>
                  <a:pt x="1666875" y="1039302"/>
                  <a:pt x="1639306" y="1066800"/>
                  <a:pt x="1628775" y="1066800"/>
                </a:cubicBezTo>
                <a:cubicBezTo>
                  <a:pt x="1624284" y="1066800"/>
                  <a:pt x="1613875" y="1060064"/>
                  <a:pt x="1605642" y="1051832"/>
                </a:cubicBezTo>
                <a:close/>
                <a:moveTo>
                  <a:pt x="2609997" y="1043165"/>
                </a:moveTo>
                <a:cubicBezTo>
                  <a:pt x="2600260" y="1031433"/>
                  <a:pt x="2599941" y="1022830"/>
                  <a:pt x="2608541" y="1003955"/>
                </a:cubicBezTo>
                <a:cubicBezTo>
                  <a:pt x="2621216" y="976136"/>
                  <a:pt x="2653736" y="975379"/>
                  <a:pt x="2670741" y="1002506"/>
                </a:cubicBezTo>
                <a:cubicBezTo>
                  <a:pt x="2692897" y="1037851"/>
                  <a:pt x="2636768" y="1075421"/>
                  <a:pt x="2609997" y="1043165"/>
                </a:cubicBezTo>
                <a:close/>
                <a:moveTo>
                  <a:pt x="1774031" y="974766"/>
                </a:moveTo>
                <a:cubicBezTo>
                  <a:pt x="1751534" y="965689"/>
                  <a:pt x="1762197" y="954955"/>
                  <a:pt x="1805854" y="942732"/>
                </a:cubicBezTo>
                <a:cubicBezTo>
                  <a:pt x="1862308" y="926926"/>
                  <a:pt x="1868685" y="909162"/>
                  <a:pt x="1830239" y="874811"/>
                </a:cubicBezTo>
                <a:cubicBezTo>
                  <a:pt x="1805729" y="852911"/>
                  <a:pt x="1803318" y="847725"/>
                  <a:pt x="1817648" y="847725"/>
                </a:cubicBezTo>
                <a:cubicBezTo>
                  <a:pt x="1843292" y="847725"/>
                  <a:pt x="1866900" y="878106"/>
                  <a:pt x="1866900" y="911108"/>
                </a:cubicBezTo>
                <a:cubicBezTo>
                  <a:pt x="1866900" y="958539"/>
                  <a:pt x="1817586" y="992341"/>
                  <a:pt x="1774031" y="974766"/>
                </a:cubicBezTo>
                <a:close/>
                <a:moveTo>
                  <a:pt x="2250281" y="927141"/>
                </a:moveTo>
                <a:cubicBezTo>
                  <a:pt x="2232518" y="919974"/>
                  <a:pt x="2235409" y="867314"/>
                  <a:pt x="2253957" y="860197"/>
                </a:cubicBezTo>
                <a:cubicBezTo>
                  <a:pt x="2289749" y="846463"/>
                  <a:pt x="2317798" y="890765"/>
                  <a:pt x="2290557" y="918006"/>
                </a:cubicBezTo>
                <a:cubicBezTo>
                  <a:pt x="2274465" y="934098"/>
                  <a:pt x="2270020" y="935106"/>
                  <a:pt x="2250281" y="927141"/>
                </a:cubicBezTo>
                <a:close/>
                <a:moveTo>
                  <a:pt x="2441665" y="909006"/>
                </a:moveTo>
                <a:cubicBezTo>
                  <a:pt x="2401561" y="868902"/>
                  <a:pt x="2426388" y="800100"/>
                  <a:pt x="2480963" y="800100"/>
                </a:cubicBezTo>
                <a:cubicBezTo>
                  <a:pt x="2541810" y="800100"/>
                  <a:pt x="2566485" y="875631"/>
                  <a:pt x="2518077" y="913708"/>
                </a:cubicBezTo>
                <a:cubicBezTo>
                  <a:pt x="2485323" y="939473"/>
                  <a:pt x="2471267" y="938608"/>
                  <a:pt x="2441665" y="909006"/>
                </a:cubicBezTo>
                <a:close/>
                <a:moveTo>
                  <a:pt x="2758998" y="852991"/>
                </a:moveTo>
                <a:cubicBezTo>
                  <a:pt x="2749848" y="829146"/>
                  <a:pt x="2762826" y="808354"/>
                  <a:pt x="2784893" y="811502"/>
                </a:cubicBezTo>
                <a:cubicBezTo>
                  <a:pt x="2799341" y="813564"/>
                  <a:pt x="2805112" y="821184"/>
                  <a:pt x="2805112" y="838200"/>
                </a:cubicBezTo>
                <a:cubicBezTo>
                  <a:pt x="2805112" y="865952"/>
                  <a:pt x="2768481" y="877702"/>
                  <a:pt x="2758998" y="852991"/>
                </a:cubicBezTo>
                <a:close/>
                <a:moveTo>
                  <a:pt x="3386137" y="727933"/>
                </a:moveTo>
                <a:cubicBezTo>
                  <a:pt x="3360211" y="707075"/>
                  <a:pt x="3359440" y="704940"/>
                  <a:pt x="3377827" y="704897"/>
                </a:cubicBezTo>
                <a:cubicBezTo>
                  <a:pt x="3399483" y="704846"/>
                  <a:pt x="3423417" y="726867"/>
                  <a:pt x="3417994" y="741853"/>
                </a:cubicBezTo>
                <a:cubicBezTo>
                  <a:pt x="3416189" y="746841"/>
                  <a:pt x="3401853" y="740577"/>
                  <a:pt x="3386137" y="727933"/>
                </a:cubicBezTo>
                <a:close/>
                <a:moveTo>
                  <a:pt x="1257177" y="647470"/>
                </a:moveTo>
                <a:cubicBezTo>
                  <a:pt x="1237878" y="611410"/>
                  <a:pt x="1249161" y="588401"/>
                  <a:pt x="1293339" y="573726"/>
                </a:cubicBezTo>
                <a:cubicBezTo>
                  <a:pt x="1342236" y="557484"/>
                  <a:pt x="1362075" y="568243"/>
                  <a:pt x="1362075" y="611002"/>
                </a:cubicBezTo>
                <a:cubicBezTo>
                  <a:pt x="1362075" y="654404"/>
                  <a:pt x="1276761" y="684064"/>
                  <a:pt x="1257177" y="647470"/>
                </a:cubicBezTo>
                <a:close/>
                <a:moveTo>
                  <a:pt x="3129441" y="600850"/>
                </a:moveTo>
                <a:cubicBezTo>
                  <a:pt x="3126467" y="596037"/>
                  <a:pt x="3137236" y="589200"/>
                  <a:pt x="3153372" y="585656"/>
                </a:cubicBezTo>
                <a:cubicBezTo>
                  <a:pt x="3185118" y="578683"/>
                  <a:pt x="3196425" y="583388"/>
                  <a:pt x="3186504" y="599441"/>
                </a:cubicBezTo>
                <a:cubicBezTo>
                  <a:pt x="3178816" y="611879"/>
                  <a:pt x="3136897" y="612914"/>
                  <a:pt x="3129441" y="600850"/>
                </a:cubicBezTo>
                <a:close/>
              </a:path>
            </a:pathLst>
          </a:custGeom>
          <a:solidFill>
            <a:srgbClr val="F7E6A9">
              <a:alpha val="90000"/>
            </a:srgbClr>
          </a:solidFill>
          <a:ln>
            <a:noFill/>
          </a:ln>
        </p:spPr>
      </p:sp>
      <p:sp>
        <p:nvSpPr>
          <p:cNvPr id="7" name="TEXT: stuck on a"/>
          <p:cNvSpPr/>
          <p:nvPr/>
        </p:nvSpPr>
        <p:spPr>
          <a:xfrm rot="180000">
            <a:off x="838200" y="1881188"/>
            <a:ext cx="4038600" cy="10001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92024" rIns="192024" tIns="82296" bIns="82296"/>
          <a:lstStyle/>
          <a:p>
            <a:pPr algn="ctr">
              <a:lnSpc>
                <a:spcPts val="6588"/>
              </a:lnSpc>
            </a:pPr>
            <a:r>
              <a:rPr b="1" sz="5400">
                <a:solidFill>
                  <a:srgbClr val="181716"/>
                </a:solidFill>
                <a:latin typeface="Montserrat"/>
              </a:rPr>
              <a:t>stuck on a</a:t>
            </a:r>
          </a:p>
        </p:txBody>
      </p:sp>
      <p:sp>
        <p:nvSpPr>
          <p:cNvPr id="8" name="LETTERING: gift?"/>
          <p:cNvSpPr txBox="1"/>
          <p:nvPr/>
        </p:nvSpPr>
        <p:spPr>
          <a:xfrm rot="180000">
            <a:off x="-123825" y="2762250"/>
            <a:ext cx="5772150" cy="28575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750" i="0">
                <a:solidFill>
                  <a:srgbClr val="F7E6A9"/>
                </a:solidFill>
                <a:latin typeface="DM Serif Display"/>
              </a:rPr>
              <a:t>gift?</a:t>
            </a:r>
          </a:p>
        </p:txBody>
      </p:sp>
      <p:sp>
        <p:nvSpPr>
          <p:cNvPr id="9" name="GUIDE (delete)"/>
          <p:cNvSpPr/>
          <p:nvPr/>
        </p:nvSpPr>
        <p:spPr>
          <a:xfrm>
            <a:off x="1352550" y="13063538"/>
            <a:ext cx="7581900" cy="3524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9342" rIns="69342" tIns="29718" bIns="29718"/>
          <a:lstStyle/>
          <a:p>
            <a:pPr algn="ctr">
              <a:lnSpc>
                <a:spcPts val="2379"/>
              </a:lnSpc>
            </a:pPr>
            <a:r>
              <a:rPr b="1" sz="1950">
                <a:solidFill>
                  <a:srgbClr val="FFFFFF"/>
                </a:solidFill>
                <a:latin typeface="Montserrat"/>
              </a:rPr>
              <a:t>Everything blue is a guide. Delete it before you download.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the usual gift" descr="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60000">
            <a:off x="895350" y="3505200"/>
            <a:ext cx="3924300" cy="5181600"/>
          </a:xfrm>
          <a:prstGeom prst="rect">
            <a:avLst/>
          </a:prstGeom>
        </p:spPr>
      </p:pic>
      <p:sp>
        <p:nvSpPr>
          <p:cNvPr id="4" name="the usual gift pattern"/>
          <p:cNvSpPr/>
          <p:nvPr/>
        </p:nvSpPr>
        <p:spPr>
          <a:xfrm rot="360000">
            <a:off x="895350" y="3505200"/>
            <a:ext cx="3924300" cy="5181600"/>
          </a:xfrm>
          <a:custGeom>
            <a:avLst/>
            <a:gdLst/>
            <a:ahLst/>
            <a:cxnLst/>
            <a:rect l="0" t="0" r="r" b="b"/>
            <a:pathLst>
              <a:path w="3924300" h="5181600">
                <a:moveTo>
                  <a:pt x="2171700" y="4605038"/>
                </a:moveTo>
                <a:cubicBezTo>
                  <a:pt x="2171700" y="4574362"/>
                  <a:pt x="2225814" y="4577181"/>
                  <a:pt x="2236220" y="4608399"/>
                </a:cubicBezTo>
                <a:cubicBezTo>
                  <a:pt x="2238629" y="4615624"/>
                  <a:pt x="2227799" y="4619625"/>
                  <a:pt x="2205831" y="4619625"/>
                </a:cubicBezTo>
                <a:cubicBezTo>
                  <a:pt x="2181531" y="4619625"/>
                  <a:pt x="2171700" y="4615423"/>
                  <a:pt x="2171700" y="4605038"/>
                </a:cubicBezTo>
                <a:close/>
                <a:moveTo>
                  <a:pt x="1752905" y="4591620"/>
                </a:moveTo>
                <a:cubicBezTo>
                  <a:pt x="1731360" y="4551364"/>
                  <a:pt x="1780564" y="4513021"/>
                  <a:pt x="1809314" y="4547663"/>
                </a:cubicBezTo>
                <a:cubicBezTo>
                  <a:pt x="1815597" y="4555232"/>
                  <a:pt x="1819336" y="4571306"/>
                  <a:pt x="1817624" y="4583381"/>
                </a:cubicBezTo>
                <a:cubicBezTo>
                  <a:pt x="1813336" y="4613634"/>
                  <a:pt x="1767790" y="4619432"/>
                  <a:pt x="1752905" y="4591620"/>
                </a:cubicBezTo>
                <a:close/>
                <a:moveTo>
                  <a:pt x="2476500" y="4592631"/>
                </a:moveTo>
                <a:cubicBezTo>
                  <a:pt x="2476500" y="4576237"/>
                  <a:pt x="2494257" y="4570303"/>
                  <a:pt x="2512143" y="4580719"/>
                </a:cubicBezTo>
                <a:cubicBezTo>
                  <a:pt x="2521352" y="4586082"/>
                  <a:pt x="2523880" y="4590601"/>
                  <a:pt x="2517760" y="4590760"/>
                </a:cubicBezTo>
                <a:cubicBezTo>
                  <a:pt x="2511640" y="4590919"/>
                  <a:pt x="2499853" y="4593651"/>
                  <a:pt x="2491566" y="4596831"/>
                </a:cubicBezTo>
                <a:cubicBezTo>
                  <a:pt x="2483279" y="4600011"/>
                  <a:pt x="2476500" y="4598121"/>
                  <a:pt x="2476500" y="4592631"/>
                </a:cubicBezTo>
                <a:close/>
                <a:moveTo>
                  <a:pt x="1269206" y="4574634"/>
                </a:moveTo>
                <a:cubicBezTo>
                  <a:pt x="1252180" y="4572521"/>
                  <a:pt x="1238250" y="4566778"/>
                  <a:pt x="1238250" y="4561871"/>
                </a:cubicBezTo>
                <a:cubicBezTo>
                  <a:pt x="1238250" y="4548190"/>
                  <a:pt x="1270492" y="4551273"/>
                  <a:pt x="1291198" y="4566934"/>
                </a:cubicBezTo>
                <a:cubicBezTo>
                  <a:pt x="1301367" y="4574626"/>
                  <a:pt x="1307544" y="4580369"/>
                  <a:pt x="1304925" y="4579697"/>
                </a:cubicBezTo>
                <a:cubicBezTo>
                  <a:pt x="1302305" y="4579025"/>
                  <a:pt x="1286232" y="4576747"/>
                  <a:pt x="1269206" y="4574634"/>
                </a:cubicBezTo>
                <a:close/>
                <a:moveTo>
                  <a:pt x="1981200" y="4562475"/>
                </a:moveTo>
                <a:cubicBezTo>
                  <a:pt x="1959063" y="4540338"/>
                  <a:pt x="1958235" y="4533863"/>
                  <a:pt x="1973307" y="4500782"/>
                </a:cubicBezTo>
                <a:cubicBezTo>
                  <a:pt x="1995630" y="4451790"/>
                  <a:pt x="2076450" y="4466717"/>
                  <a:pt x="2076450" y="4519832"/>
                </a:cubicBezTo>
                <a:cubicBezTo>
                  <a:pt x="2076450" y="4548245"/>
                  <a:pt x="2045620" y="4581525"/>
                  <a:pt x="2019300" y="4581525"/>
                </a:cubicBezTo>
                <a:cubicBezTo>
                  <a:pt x="2008822" y="4581525"/>
                  <a:pt x="1991677" y="4572952"/>
                  <a:pt x="1981200" y="4562475"/>
                </a:cubicBezTo>
                <a:close/>
                <a:moveTo>
                  <a:pt x="1434830" y="4557712"/>
                </a:moveTo>
                <a:cubicBezTo>
                  <a:pt x="1422000" y="4524278"/>
                  <a:pt x="1453241" y="4498036"/>
                  <a:pt x="1481378" y="4518611"/>
                </a:cubicBezTo>
                <a:cubicBezTo>
                  <a:pt x="1504637" y="4535617"/>
                  <a:pt x="1491747" y="4572000"/>
                  <a:pt x="1462464" y="4572000"/>
                </a:cubicBezTo>
                <a:cubicBezTo>
                  <a:pt x="1450281" y="4572000"/>
                  <a:pt x="1437845" y="4565570"/>
                  <a:pt x="1434830" y="4557712"/>
                </a:cubicBezTo>
                <a:close/>
                <a:moveTo>
                  <a:pt x="2333994" y="4515540"/>
                </a:moveTo>
                <a:cubicBezTo>
                  <a:pt x="2316848" y="4483503"/>
                  <a:pt x="2342987" y="4450925"/>
                  <a:pt x="2375751" y="4463497"/>
                </a:cubicBezTo>
                <a:cubicBezTo>
                  <a:pt x="2408811" y="4476184"/>
                  <a:pt x="2397702" y="4533900"/>
                  <a:pt x="2362200" y="4533900"/>
                </a:cubicBezTo>
                <a:cubicBezTo>
                  <a:pt x="2352091" y="4533900"/>
                  <a:pt x="2339398" y="4525638"/>
                  <a:pt x="2333994" y="4515540"/>
                </a:cubicBezTo>
                <a:close/>
                <a:moveTo>
                  <a:pt x="988218" y="4507977"/>
                </a:moveTo>
                <a:cubicBezTo>
                  <a:pt x="937526" y="4493092"/>
                  <a:pt x="931673" y="4481490"/>
                  <a:pt x="966787" y="4465491"/>
                </a:cubicBezTo>
                <a:cubicBezTo>
                  <a:pt x="996677" y="4451873"/>
                  <a:pt x="1033317" y="4466478"/>
                  <a:pt x="1040771" y="4494984"/>
                </a:cubicBezTo>
                <a:cubicBezTo>
                  <a:pt x="1047783" y="4521799"/>
                  <a:pt x="1041004" y="4523475"/>
                  <a:pt x="988218" y="4507977"/>
                </a:cubicBezTo>
                <a:close/>
                <a:moveTo>
                  <a:pt x="1117842" y="4462391"/>
                </a:moveTo>
                <a:cubicBezTo>
                  <a:pt x="1114481" y="4453633"/>
                  <a:pt x="1118382" y="4440135"/>
                  <a:pt x="1126671" y="4431846"/>
                </a:cubicBezTo>
                <a:cubicBezTo>
                  <a:pt x="1146903" y="4411614"/>
                  <a:pt x="1173738" y="4423212"/>
                  <a:pt x="1169861" y="4450513"/>
                </a:cubicBezTo>
                <a:cubicBezTo>
                  <a:pt x="1166105" y="4476967"/>
                  <a:pt x="1126873" y="4485926"/>
                  <a:pt x="1117842" y="4462391"/>
                </a:cubicBezTo>
                <a:close/>
                <a:moveTo>
                  <a:pt x="1602105" y="4465320"/>
                </a:moveTo>
                <a:cubicBezTo>
                  <a:pt x="1588063" y="4451278"/>
                  <a:pt x="1587305" y="4415118"/>
                  <a:pt x="1600535" y="4390398"/>
                </a:cubicBezTo>
                <a:cubicBezTo>
                  <a:pt x="1621786" y="4350689"/>
                  <a:pt x="1695450" y="4376431"/>
                  <a:pt x="1695450" y="4423566"/>
                </a:cubicBezTo>
                <a:cubicBezTo>
                  <a:pt x="1695450" y="4465833"/>
                  <a:pt x="1631308" y="4494523"/>
                  <a:pt x="1602105" y="4465320"/>
                </a:cubicBezTo>
                <a:close/>
                <a:moveTo>
                  <a:pt x="2797612" y="4470837"/>
                </a:moveTo>
                <a:cubicBezTo>
                  <a:pt x="2772399" y="4445624"/>
                  <a:pt x="2807533" y="4388400"/>
                  <a:pt x="2836867" y="4406902"/>
                </a:cubicBezTo>
                <a:cubicBezTo>
                  <a:pt x="2863425" y="4423655"/>
                  <a:pt x="2857588" y="4471421"/>
                  <a:pt x="2828568" y="4474806"/>
                </a:cubicBezTo>
                <a:cubicBezTo>
                  <a:pt x="2815275" y="4476356"/>
                  <a:pt x="2801345" y="4474570"/>
                  <a:pt x="2797612" y="4470837"/>
                </a:cubicBezTo>
                <a:close/>
                <a:moveTo>
                  <a:pt x="1323975" y="4438650"/>
                </a:moveTo>
                <a:cubicBezTo>
                  <a:pt x="1309726" y="4412026"/>
                  <a:pt x="1327533" y="4381500"/>
                  <a:pt x="1357312" y="4381500"/>
                </a:cubicBezTo>
                <a:cubicBezTo>
                  <a:pt x="1389192" y="4381500"/>
                  <a:pt x="1403567" y="4410517"/>
                  <a:pt x="1384894" y="4437177"/>
                </a:cubicBezTo>
                <a:cubicBezTo>
                  <a:pt x="1366862" y="4462921"/>
                  <a:pt x="1337346" y="4463635"/>
                  <a:pt x="1323975" y="4438650"/>
                </a:cubicBezTo>
                <a:close/>
                <a:moveTo>
                  <a:pt x="2535721" y="4445793"/>
                </a:moveTo>
                <a:cubicBezTo>
                  <a:pt x="2509379" y="4413745"/>
                  <a:pt x="2519371" y="4373933"/>
                  <a:pt x="2558430" y="4355307"/>
                </a:cubicBezTo>
                <a:cubicBezTo>
                  <a:pt x="2592198" y="4339204"/>
                  <a:pt x="2593018" y="4339298"/>
                  <a:pt x="2610817" y="4361279"/>
                </a:cubicBezTo>
                <a:cubicBezTo>
                  <a:pt x="2632779" y="4388401"/>
                  <a:pt x="2633652" y="4408576"/>
                  <a:pt x="2614072" y="4436530"/>
                </a:cubicBezTo>
                <a:cubicBezTo>
                  <a:pt x="2597593" y="4460057"/>
                  <a:pt x="2551886" y="4465460"/>
                  <a:pt x="2535721" y="4445793"/>
                </a:cubicBezTo>
                <a:close/>
                <a:moveTo>
                  <a:pt x="2181225" y="4429125"/>
                </a:moveTo>
                <a:cubicBezTo>
                  <a:pt x="2159617" y="4407517"/>
                  <a:pt x="2158027" y="4397522"/>
                  <a:pt x="2172035" y="4371348"/>
                </a:cubicBezTo>
                <a:cubicBezTo>
                  <a:pt x="2189917" y="4337935"/>
                  <a:pt x="2257425" y="4359731"/>
                  <a:pt x="2257425" y="4398918"/>
                </a:cubicBezTo>
                <a:cubicBezTo>
                  <a:pt x="2257425" y="4412537"/>
                  <a:pt x="2222967" y="4448175"/>
                  <a:pt x="2209800" y="4448175"/>
                </a:cubicBezTo>
                <a:cubicBezTo>
                  <a:pt x="2204561" y="4448175"/>
                  <a:pt x="2191702" y="4439602"/>
                  <a:pt x="2181225" y="4429125"/>
                </a:cubicBezTo>
                <a:close/>
                <a:moveTo>
                  <a:pt x="773430" y="4408170"/>
                </a:moveTo>
                <a:cubicBezTo>
                  <a:pt x="749976" y="4384716"/>
                  <a:pt x="773067" y="4346804"/>
                  <a:pt x="803655" y="4358542"/>
                </a:cubicBezTo>
                <a:cubicBezTo>
                  <a:pt x="823520" y="4366165"/>
                  <a:pt x="823830" y="4406240"/>
                  <a:pt x="804083" y="4413818"/>
                </a:cubicBezTo>
                <a:cubicBezTo>
                  <a:pt x="784900" y="4421179"/>
                  <a:pt x="786787" y="4421527"/>
                  <a:pt x="773430" y="4408170"/>
                </a:cubicBezTo>
                <a:close/>
                <a:moveTo>
                  <a:pt x="1887497" y="4411233"/>
                </a:moveTo>
                <a:cubicBezTo>
                  <a:pt x="1865063" y="4397012"/>
                  <a:pt x="1877917" y="4357687"/>
                  <a:pt x="1905000" y="4357687"/>
                </a:cubicBezTo>
                <a:cubicBezTo>
                  <a:pt x="1922851" y="4357687"/>
                  <a:pt x="1929617" y="4363379"/>
                  <a:pt x="1932027" y="4380422"/>
                </a:cubicBezTo>
                <a:cubicBezTo>
                  <a:pt x="1934775" y="4399861"/>
                  <a:pt x="1921259" y="4419308"/>
                  <a:pt x="1905000" y="4419308"/>
                </a:cubicBezTo>
                <a:cubicBezTo>
                  <a:pt x="1902380" y="4419308"/>
                  <a:pt x="1894504" y="4415674"/>
                  <a:pt x="1887497" y="4411233"/>
                </a:cubicBezTo>
                <a:close/>
                <a:moveTo>
                  <a:pt x="3068955" y="4408170"/>
                </a:moveTo>
                <a:cubicBezTo>
                  <a:pt x="3052771" y="4391986"/>
                  <a:pt x="3054779" y="4347506"/>
                  <a:pt x="3072492" y="4329792"/>
                </a:cubicBezTo>
                <a:cubicBezTo>
                  <a:pt x="3107303" y="4294982"/>
                  <a:pt x="3162300" y="4319526"/>
                  <a:pt x="3162300" y="4369872"/>
                </a:cubicBezTo>
                <a:cubicBezTo>
                  <a:pt x="3162300" y="4409108"/>
                  <a:pt x="3096776" y="4435991"/>
                  <a:pt x="3068955" y="4408170"/>
                </a:cubicBezTo>
                <a:close/>
                <a:moveTo>
                  <a:pt x="1470011" y="4347423"/>
                </a:moveTo>
                <a:cubicBezTo>
                  <a:pt x="1466839" y="4339159"/>
                  <a:pt x="1471260" y="4325382"/>
                  <a:pt x="1479835" y="4316807"/>
                </a:cubicBezTo>
                <a:cubicBezTo>
                  <a:pt x="1494271" y="4302371"/>
                  <a:pt x="1496578" y="4302371"/>
                  <a:pt x="1511014" y="4316807"/>
                </a:cubicBezTo>
                <a:cubicBezTo>
                  <a:pt x="1530488" y="4336281"/>
                  <a:pt x="1521550" y="4362450"/>
                  <a:pt x="1495425" y="4362450"/>
                </a:cubicBezTo>
                <a:cubicBezTo>
                  <a:pt x="1484618" y="4362450"/>
                  <a:pt x="1473182" y="4355688"/>
                  <a:pt x="1470011" y="4347423"/>
                </a:cubicBezTo>
                <a:close/>
                <a:moveTo>
                  <a:pt x="2378075" y="4346575"/>
                </a:moveTo>
                <a:cubicBezTo>
                  <a:pt x="2366799" y="4335299"/>
                  <a:pt x="2371329" y="4307489"/>
                  <a:pt x="2385316" y="4302122"/>
                </a:cubicBezTo>
                <a:cubicBezTo>
                  <a:pt x="2402734" y="4295438"/>
                  <a:pt x="2423167" y="4319711"/>
                  <a:pt x="2415952" y="4338516"/>
                </a:cubicBezTo>
                <a:cubicBezTo>
                  <a:pt x="2410259" y="4353351"/>
                  <a:pt x="2389308" y="4357808"/>
                  <a:pt x="2378075" y="4346575"/>
                </a:cubicBezTo>
                <a:close/>
                <a:moveTo>
                  <a:pt x="953198" y="4325048"/>
                </a:moveTo>
                <a:cubicBezTo>
                  <a:pt x="942336" y="4314186"/>
                  <a:pt x="933450" y="4301013"/>
                  <a:pt x="933450" y="4295775"/>
                </a:cubicBezTo>
                <a:cubicBezTo>
                  <a:pt x="933450" y="4290536"/>
                  <a:pt x="942336" y="4277363"/>
                  <a:pt x="953198" y="4266501"/>
                </a:cubicBezTo>
                <a:cubicBezTo>
                  <a:pt x="977480" y="4242219"/>
                  <a:pt x="1014412" y="4259881"/>
                  <a:pt x="1014412" y="4295775"/>
                </a:cubicBezTo>
                <a:cubicBezTo>
                  <a:pt x="1014412" y="4331668"/>
                  <a:pt x="977480" y="4349330"/>
                  <a:pt x="953198" y="4325048"/>
                </a:cubicBezTo>
                <a:close/>
                <a:moveTo>
                  <a:pt x="1768216" y="4336791"/>
                </a:moveTo>
                <a:cubicBezTo>
                  <a:pt x="1756832" y="4325407"/>
                  <a:pt x="1762065" y="4305300"/>
                  <a:pt x="1776412" y="4305300"/>
                </a:cubicBezTo>
                <a:cubicBezTo>
                  <a:pt x="1784270" y="4305300"/>
                  <a:pt x="1790700" y="4311476"/>
                  <a:pt x="1790700" y="4319025"/>
                </a:cubicBezTo>
                <a:cubicBezTo>
                  <a:pt x="1790700" y="4334938"/>
                  <a:pt x="1777105" y="4345680"/>
                  <a:pt x="1768216" y="4336791"/>
                </a:cubicBezTo>
                <a:close/>
                <a:moveTo>
                  <a:pt x="1157026" y="4314536"/>
                </a:moveTo>
                <a:cubicBezTo>
                  <a:pt x="1132528" y="4287467"/>
                  <a:pt x="1147414" y="4244579"/>
                  <a:pt x="1182735" y="4240462"/>
                </a:cubicBezTo>
                <a:cubicBezTo>
                  <a:pt x="1216582" y="4236517"/>
                  <a:pt x="1242064" y="4270696"/>
                  <a:pt x="1226846" y="4299628"/>
                </a:cubicBezTo>
                <a:cubicBezTo>
                  <a:pt x="1206443" y="4338418"/>
                  <a:pt x="1183141" y="4343393"/>
                  <a:pt x="1157026" y="4314536"/>
                </a:cubicBezTo>
                <a:close/>
                <a:moveTo>
                  <a:pt x="2011680" y="4303395"/>
                </a:moveTo>
                <a:cubicBezTo>
                  <a:pt x="1990854" y="4282569"/>
                  <a:pt x="1997882" y="4239295"/>
                  <a:pt x="2024023" y="4227384"/>
                </a:cubicBezTo>
                <a:cubicBezTo>
                  <a:pt x="2068301" y="4207210"/>
                  <a:pt x="2105804" y="4265059"/>
                  <a:pt x="2071007" y="4299857"/>
                </a:cubicBezTo>
                <a:cubicBezTo>
                  <a:pt x="2053180" y="4317683"/>
                  <a:pt x="2027499" y="4319214"/>
                  <a:pt x="2011680" y="4303395"/>
                </a:cubicBezTo>
                <a:close/>
                <a:moveTo>
                  <a:pt x="2891517" y="4299857"/>
                </a:moveTo>
                <a:cubicBezTo>
                  <a:pt x="2866743" y="4275082"/>
                  <a:pt x="2884074" y="4229100"/>
                  <a:pt x="2918187" y="4229100"/>
                </a:cubicBezTo>
                <a:cubicBezTo>
                  <a:pt x="2936121" y="4229100"/>
                  <a:pt x="2952750" y="4249722"/>
                  <a:pt x="2952750" y="4271962"/>
                </a:cubicBezTo>
                <a:cubicBezTo>
                  <a:pt x="2952750" y="4311149"/>
                  <a:pt x="2918440" y="4326779"/>
                  <a:pt x="2891517" y="4299857"/>
                </a:cubicBezTo>
                <a:close/>
                <a:moveTo>
                  <a:pt x="2668905" y="4274820"/>
                </a:moveTo>
                <a:cubicBezTo>
                  <a:pt x="2640145" y="4246060"/>
                  <a:pt x="2669356" y="4200445"/>
                  <a:pt x="2704491" y="4219249"/>
                </a:cubicBezTo>
                <a:cubicBezTo>
                  <a:pt x="2734866" y="4235505"/>
                  <a:pt x="2724506" y="4286250"/>
                  <a:pt x="2690812" y="4286250"/>
                </a:cubicBezTo>
                <a:cubicBezTo>
                  <a:pt x="2685049" y="4286250"/>
                  <a:pt x="2675191" y="4281106"/>
                  <a:pt x="2668905" y="4274820"/>
                </a:cubicBezTo>
                <a:close/>
                <a:moveTo>
                  <a:pt x="754594" y="4242847"/>
                </a:moveTo>
                <a:cubicBezTo>
                  <a:pt x="709941" y="4211571"/>
                  <a:pt x="742420" y="4134005"/>
                  <a:pt x="794678" y="4147121"/>
                </a:cubicBezTo>
                <a:cubicBezTo>
                  <a:pt x="838605" y="4158145"/>
                  <a:pt x="848185" y="4208228"/>
                  <a:pt x="813083" y="4243331"/>
                </a:cubicBezTo>
                <a:cubicBezTo>
                  <a:pt x="794873" y="4261540"/>
                  <a:pt x="781119" y="4261426"/>
                  <a:pt x="754594" y="4242847"/>
                </a:cubicBezTo>
                <a:close/>
                <a:moveTo>
                  <a:pt x="1586505" y="4233094"/>
                </a:moveTo>
                <a:cubicBezTo>
                  <a:pt x="1563066" y="4209656"/>
                  <a:pt x="1591494" y="4166620"/>
                  <a:pt x="1620250" y="4182010"/>
                </a:cubicBezTo>
                <a:cubicBezTo>
                  <a:pt x="1640687" y="4192948"/>
                  <a:pt x="1643920" y="4219669"/>
                  <a:pt x="1626870" y="4236720"/>
                </a:cubicBezTo>
                <a:cubicBezTo>
                  <a:pt x="1611792" y="4251797"/>
                  <a:pt x="1604558" y="4251147"/>
                  <a:pt x="1586505" y="4233094"/>
                </a:cubicBezTo>
                <a:close/>
                <a:moveTo>
                  <a:pt x="1824717" y="4223657"/>
                </a:moveTo>
                <a:cubicBezTo>
                  <a:pt x="1795968" y="4194907"/>
                  <a:pt x="1815395" y="4133850"/>
                  <a:pt x="1853292" y="4133850"/>
                </a:cubicBezTo>
                <a:cubicBezTo>
                  <a:pt x="1871200" y="4133850"/>
                  <a:pt x="1905000" y="4168094"/>
                  <a:pt x="1905000" y="4186237"/>
                </a:cubicBezTo>
                <a:cubicBezTo>
                  <a:pt x="1905000" y="4204380"/>
                  <a:pt x="1871200" y="4238625"/>
                  <a:pt x="1853292" y="4238625"/>
                </a:cubicBezTo>
                <a:cubicBezTo>
                  <a:pt x="1845808" y="4238625"/>
                  <a:pt x="1832950" y="4231889"/>
                  <a:pt x="1824717" y="4223657"/>
                </a:cubicBezTo>
                <a:close/>
                <a:moveTo>
                  <a:pt x="2476879" y="4224795"/>
                </a:moveTo>
                <a:cubicBezTo>
                  <a:pt x="2458618" y="4202792"/>
                  <a:pt x="2468745" y="4176712"/>
                  <a:pt x="2495550" y="4176712"/>
                </a:cubicBezTo>
                <a:cubicBezTo>
                  <a:pt x="2510646" y="4176712"/>
                  <a:pt x="2520285" y="4182860"/>
                  <a:pt x="2522399" y="4193838"/>
                </a:cubicBezTo>
                <a:cubicBezTo>
                  <a:pt x="2525697" y="4210964"/>
                  <a:pt x="2509114" y="4238625"/>
                  <a:pt x="2495550" y="4238625"/>
                </a:cubicBezTo>
                <a:cubicBezTo>
                  <a:pt x="2491594" y="4238625"/>
                  <a:pt x="2483192" y="4232401"/>
                  <a:pt x="2476879" y="4224795"/>
                </a:cubicBezTo>
                <a:close/>
                <a:moveTo>
                  <a:pt x="1356357" y="4221810"/>
                </a:moveTo>
                <a:cubicBezTo>
                  <a:pt x="1334169" y="4206995"/>
                  <a:pt x="1323750" y="4173781"/>
                  <a:pt x="1333360" y="4148505"/>
                </a:cubicBezTo>
                <a:cubicBezTo>
                  <a:pt x="1351598" y="4100534"/>
                  <a:pt x="1413075" y="4099292"/>
                  <a:pt x="1436281" y="4146427"/>
                </a:cubicBezTo>
                <a:cubicBezTo>
                  <a:pt x="1461320" y="4197286"/>
                  <a:pt x="1402589" y="4252680"/>
                  <a:pt x="1356357" y="4221810"/>
                </a:cubicBezTo>
                <a:close/>
                <a:moveTo>
                  <a:pt x="2235200" y="4222750"/>
                </a:moveTo>
                <a:cubicBezTo>
                  <a:pt x="2220130" y="4207680"/>
                  <a:pt x="2229342" y="4153635"/>
                  <a:pt x="2249372" y="4139605"/>
                </a:cubicBezTo>
                <a:cubicBezTo>
                  <a:pt x="2289653" y="4111391"/>
                  <a:pt x="2337831" y="4163861"/>
                  <a:pt x="2310269" y="4205926"/>
                </a:cubicBezTo>
                <a:cubicBezTo>
                  <a:pt x="2295632" y="4228264"/>
                  <a:pt x="2250769" y="4238319"/>
                  <a:pt x="2235200" y="4222750"/>
                </a:cubicBezTo>
                <a:close/>
                <a:moveTo>
                  <a:pt x="3144797" y="4220733"/>
                </a:moveTo>
                <a:cubicBezTo>
                  <a:pt x="3122434" y="4206557"/>
                  <a:pt x="3135207" y="4167187"/>
                  <a:pt x="3162169" y="4167187"/>
                </a:cubicBezTo>
                <a:cubicBezTo>
                  <a:pt x="3189101" y="4167187"/>
                  <a:pt x="3199277" y="4193211"/>
                  <a:pt x="3180970" y="4215270"/>
                </a:cubicBezTo>
                <a:cubicBezTo>
                  <a:pt x="3167798" y="4231141"/>
                  <a:pt x="3162484" y="4231943"/>
                  <a:pt x="3144797" y="4220733"/>
                </a:cubicBezTo>
                <a:close/>
                <a:moveTo>
                  <a:pt x="606767" y="4183745"/>
                </a:moveTo>
                <a:cubicBezTo>
                  <a:pt x="604011" y="4169399"/>
                  <a:pt x="603236" y="4156161"/>
                  <a:pt x="605044" y="4154327"/>
                </a:cubicBezTo>
                <a:cubicBezTo>
                  <a:pt x="612679" y="4146582"/>
                  <a:pt x="628650" y="4164949"/>
                  <a:pt x="628650" y="4181475"/>
                </a:cubicBezTo>
                <a:cubicBezTo>
                  <a:pt x="628650" y="4210449"/>
                  <a:pt x="612225" y="4212153"/>
                  <a:pt x="606767" y="4183745"/>
                </a:cubicBezTo>
                <a:close/>
                <a:moveTo>
                  <a:pt x="1059299" y="4151114"/>
                </a:moveTo>
                <a:cubicBezTo>
                  <a:pt x="1043670" y="4135485"/>
                  <a:pt x="1044776" y="4119600"/>
                  <a:pt x="1062515" y="4104878"/>
                </a:cubicBezTo>
                <a:cubicBezTo>
                  <a:pt x="1083636" y="4087349"/>
                  <a:pt x="1114176" y="4117014"/>
                  <a:pt x="1099295" y="4140605"/>
                </a:cubicBezTo>
                <a:cubicBezTo>
                  <a:pt x="1085917" y="4161814"/>
                  <a:pt x="1073311" y="4165126"/>
                  <a:pt x="1059299" y="4151114"/>
                </a:cubicBezTo>
                <a:close/>
                <a:moveTo>
                  <a:pt x="2776104" y="4129520"/>
                </a:moveTo>
                <a:cubicBezTo>
                  <a:pt x="2763245" y="4116661"/>
                  <a:pt x="2752725" y="4099321"/>
                  <a:pt x="2752725" y="4090987"/>
                </a:cubicBezTo>
                <a:cubicBezTo>
                  <a:pt x="2752725" y="4070053"/>
                  <a:pt x="2795591" y="4029075"/>
                  <a:pt x="2817490" y="4029075"/>
                </a:cubicBezTo>
                <a:cubicBezTo>
                  <a:pt x="2864446" y="4029075"/>
                  <a:pt x="2885571" y="4110254"/>
                  <a:pt x="2845855" y="4138072"/>
                </a:cubicBezTo>
                <a:cubicBezTo>
                  <a:pt x="2816812" y="4158414"/>
                  <a:pt x="2803348" y="4156764"/>
                  <a:pt x="2776104" y="4129520"/>
                </a:cubicBezTo>
                <a:close/>
                <a:moveTo>
                  <a:pt x="2095879" y="4110495"/>
                </a:moveTo>
                <a:cubicBezTo>
                  <a:pt x="2072640" y="4082493"/>
                  <a:pt x="2103379" y="4038145"/>
                  <a:pt x="2137067" y="4051072"/>
                </a:cubicBezTo>
                <a:cubicBezTo>
                  <a:pt x="2166273" y="4062279"/>
                  <a:pt x="2150608" y="4124325"/>
                  <a:pt x="2118573" y="4124325"/>
                </a:cubicBezTo>
                <a:cubicBezTo>
                  <a:pt x="2112404" y="4124325"/>
                  <a:pt x="2102192" y="4118101"/>
                  <a:pt x="2095879" y="4110495"/>
                </a:cubicBezTo>
                <a:close/>
                <a:moveTo>
                  <a:pt x="1644279" y="4081198"/>
                </a:moveTo>
                <a:cubicBezTo>
                  <a:pt x="1636318" y="4060452"/>
                  <a:pt x="1636146" y="4061164"/>
                  <a:pt x="1653248" y="4044061"/>
                </a:cubicBezTo>
                <a:cubicBezTo>
                  <a:pt x="1673789" y="4023521"/>
                  <a:pt x="1707317" y="4041076"/>
                  <a:pt x="1703171" y="4070200"/>
                </a:cubicBezTo>
                <a:cubicBezTo>
                  <a:pt x="1699441" y="4096402"/>
                  <a:pt x="1653411" y="4104997"/>
                  <a:pt x="1644279" y="4081198"/>
                </a:cubicBezTo>
                <a:close/>
                <a:moveTo>
                  <a:pt x="3239191" y="4070652"/>
                </a:moveTo>
                <a:cubicBezTo>
                  <a:pt x="3213614" y="4038136"/>
                  <a:pt x="3214305" y="4023829"/>
                  <a:pt x="3242829" y="3995304"/>
                </a:cubicBezTo>
                <a:cubicBezTo>
                  <a:pt x="3284038" y="3954095"/>
                  <a:pt x="3333750" y="3976068"/>
                  <a:pt x="3333750" y="4035492"/>
                </a:cubicBezTo>
                <a:cubicBezTo>
                  <a:pt x="3333750" y="4092872"/>
                  <a:pt x="3274112" y="4115048"/>
                  <a:pt x="3239191" y="4070652"/>
                </a:cubicBezTo>
                <a:close/>
                <a:moveTo>
                  <a:pt x="885825" y="4067175"/>
                </a:moveTo>
                <a:cubicBezTo>
                  <a:pt x="870233" y="4038042"/>
                  <a:pt x="889903" y="4008106"/>
                  <a:pt x="922184" y="4011835"/>
                </a:cubicBezTo>
                <a:cubicBezTo>
                  <a:pt x="940502" y="4013951"/>
                  <a:pt x="948618" y="4021003"/>
                  <a:pt x="950849" y="4036743"/>
                </a:cubicBezTo>
                <a:cubicBezTo>
                  <a:pt x="957148" y="4081175"/>
                  <a:pt x="906103" y="4105065"/>
                  <a:pt x="885825" y="4067175"/>
                </a:cubicBezTo>
                <a:close/>
                <a:moveTo>
                  <a:pt x="1197376" y="4080276"/>
                </a:moveTo>
                <a:cubicBezTo>
                  <a:pt x="1185216" y="4068116"/>
                  <a:pt x="1190302" y="4031236"/>
                  <a:pt x="1204912" y="4025630"/>
                </a:cubicBezTo>
                <a:cubicBezTo>
                  <a:pt x="1230367" y="4015862"/>
                  <a:pt x="1248994" y="4029880"/>
                  <a:pt x="1245909" y="4056485"/>
                </a:cubicBezTo>
                <a:cubicBezTo>
                  <a:pt x="1243064" y="4081012"/>
                  <a:pt x="1212900" y="4095800"/>
                  <a:pt x="1197376" y="4080276"/>
                </a:cubicBezTo>
                <a:close/>
                <a:moveTo>
                  <a:pt x="1479819" y="4071937"/>
                </a:moveTo>
                <a:cubicBezTo>
                  <a:pt x="1472011" y="4051589"/>
                  <a:pt x="1482710" y="4029075"/>
                  <a:pt x="1500187" y="4029075"/>
                </a:cubicBezTo>
                <a:cubicBezTo>
                  <a:pt x="1520382" y="4029075"/>
                  <a:pt x="1528823" y="4054648"/>
                  <a:pt x="1514374" y="4072058"/>
                </a:cubicBezTo>
                <a:cubicBezTo>
                  <a:pt x="1499373" y="4090133"/>
                  <a:pt x="1486785" y="4090089"/>
                  <a:pt x="1479819" y="4071937"/>
                </a:cubicBezTo>
                <a:close/>
                <a:moveTo>
                  <a:pt x="2556937" y="4065519"/>
                </a:moveTo>
                <a:cubicBezTo>
                  <a:pt x="2545144" y="4028363"/>
                  <a:pt x="2599631" y="4007757"/>
                  <a:pt x="2613577" y="4044098"/>
                </a:cubicBezTo>
                <a:cubicBezTo>
                  <a:pt x="2622198" y="4066565"/>
                  <a:pt x="2609170" y="4086225"/>
                  <a:pt x="2585660" y="4086225"/>
                </a:cubicBezTo>
                <a:cubicBezTo>
                  <a:pt x="2571283" y="4086225"/>
                  <a:pt x="2561202" y="4078957"/>
                  <a:pt x="2556937" y="4065519"/>
                </a:cubicBezTo>
                <a:close/>
                <a:moveTo>
                  <a:pt x="3021806" y="4079916"/>
                </a:moveTo>
                <a:cubicBezTo>
                  <a:pt x="3001468" y="4071710"/>
                  <a:pt x="3007296" y="4021659"/>
                  <a:pt x="3029407" y="4014642"/>
                </a:cubicBezTo>
                <a:cubicBezTo>
                  <a:pt x="3065735" y="4003112"/>
                  <a:pt x="3092231" y="4047708"/>
                  <a:pt x="3065145" y="4074795"/>
                </a:cubicBezTo>
                <a:cubicBezTo>
                  <a:pt x="3053235" y="4086704"/>
                  <a:pt x="3041937" y="4088039"/>
                  <a:pt x="3021806" y="4079916"/>
                </a:cubicBezTo>
                <a:close/>
                <a:moveTo>
                  <a:pt x="678180" y="4046220"/>
                </a:moveTo>
                <a:cubicBezTo>
                  <a:pt x="649964" y="4018004"/>
                  <a:pt x="679418" y="3976276"/>
                  <a:pt x="712721" y="3997283"/>
                </a:cubicBezTo>
                <a:cubicBezTo>
                  <a:pt x="734376" y="4010943"/>
                  <a:pt x="736282" y="4024856"/>
                  <a:pt x="718882" y="4042256"/>
                </a:cubicBezTo>
                <a:cubicBezTo>
                  <a:pt x="700487" y="4060652"/>
                  <a:pt x="693310" y="4061350"/>
                  <a:pt x="678180" y="4046220"/>
                </a:cubicBezTo>
                <a:close/>
                <a:moveTo>
                  <a:pt x="2350293" y="4047362"/>
                </a:moveTo>
                <a:cubicBezTo>
                  <a:pt x="2329570" y="4035292"/>
                  <a:pt x="2328647" y="3997312"/>
                  <a:pt x="2348592" y="3977367"/>
                </a:cubicBezTo>
                <a:cubicBezTo>
                  <a:pt x="2368199" y="3957760"/>
                  <a:pt x="2377331" y="3958481"/>
                  <a:pt x="2400300" y="3981450"/>
                </a:cubicBezTo>
                <a:cubicBezTo>
                  <a:pt x="2423231" y="4004381"/>
                  <a:pt x="2423604" y="4009237"/>
                  <a:pt x="2404522" y="4036480"/>
                </a:cubicBezTo>
                <a:cubicBezTo>
                  <a:pt x="2388298" y="4059643"/>
                  <a:pt x="2375714" y="4062168"/>
                  <a:pt x="2350293" y="4047362"/>
                </a:cubicBezTo>
                <a:close/>
                <a:moveTo>
                  <a:pt x="1879869" y="4033837"/>
                </a:moveTo>
                <a:cubicBezTo>
                  <a:pt x="1872323" y="4014173"/>
                  <a:pt x="1882554" y="3990975"/>
                  <a:pt x="1898772" y="3990975"/>
                </a:cubicBezTo>
                <a:cubicBezTo>
                  <a:pt x="1917839" y="3990975"/>
                  <a:pt x="1936718" y="4016668"/>
                  <a:pt x="1930177" y="4033716"/>
                </a:cubicBezTo>
                <a:cubicBezTo>
                  <a:pt x="1923036" y="4052324"/>
                  <a:pt x="1886997" y="4052411"/>
                  <a:pt x="1879869" y="4033837"/>
                </a:cubicBezTo>
                <a:close/>
                <a:moveTo>
                  <a:pt x="1321129" y="3984954"/>
                </a:moveTo>
                <a:cubicBezTo>
                  <a:pt x="1308672" y="3972497"/>
                  <a:pt x="1314369" y="3933258"/>
                  <a:pt x="1329476" y="3927461"/>
                </a:cubicBezTo>
                <a:cubicBezTo>
                  <a:pt x="1352478" y="3918634"/>
                  <a:pt x="1378607" y="3949155"/>
                  <a:pt x="1365655" y="3969722"/>
                </a:cubicBezTo>
                <a:cubicBezTo>
                  <a:pt x="1354299" y="3987754"/>
                  <a:pt x="1331670" y="3995495"/>
                  <a:pt x="1321129" y="3984954"/>
                </a:cubicBezTo>
                <a:close/>
                <a:moveTo>
                  <a:pt x="1986642" y="3947432"/>
                </a:moveTo>
                <a:cubicBezTo>
                  <a:pt x="1965160" y="3925949"/>
                  <a:pt x="1968154" y="3889746"/>
                  <a:pt x="1992844" y="3872452"/>
                </a:cubicBezTo>
                <a:cubicBezTo>
                  <a:pt x="2019726" y="3853623"/>
                  <a:pt x="2021061" y="3853739"/>
                  <a:pt x="2046078" y="3877046"/>
                </a:cubicBezTo>
                <a:cubicBezTo>
                  <a:pt x="2071949" y="3901148"/>
                  <a:pt x="2072427" y="3918797"/>
                  <a:pt x="2047875" y="3943350"/>
                </a:cubicBezTo>
                <a:cubicBezTo>
                  <a:pt x="2024941" y="3966283"/>
                  <a:pt x="2006709" y="3967498"/>
                  <a:pt x="1986642" y="3947432"/>
                </a:cubicBezTo>
                <a:close/>
                <a:moveTo>
                  <a:pt x="2194450" y="3948780"/>
                </a:moveTo>
                <a:cubicBezTo>
                  <a:pt x="2184967" y="3924066"/>
                  <a:pt x="2198259" y="3903639"/>
                  <a:pt x="2221663" y="3906963"/>
                </a:cubicBezTo>
                <a:cubicBezTo>
                  <a:pt x="2237405" y="3909198"/>
                  <a:pt x="2243137" y="3916368"/>
                  <a:pt x="2243137" y="3933825"/>
                </a:cubicBezTo>
                <a:cubicBezTo>
                  <a:pt x="2243137" y="3961941"/>
                  <a:pt x="2204102" y="3973932"/>
                  <a:pt x="2194450" y="3948780"/>
                </a:cubicBezTo>
                <a:close/>
                <a:moveTo>
                  <a:pt x="1015888" y="3935456"/>
                </a:moveTo>
                <a:cubicBezTo>
                  <a:pt x="968192" y="3882752"/>
                  <a:pt x="1045149" y="3807399"/>
                  <a:pt x="1095375" y="3857625"/>
                </a:cubicBezTo>
                <a:cubicBezTo>
                  <a:pt x="1105852" y="3868102"/>
                  <a:pt x="1114425" y="3886726"/>
                  <a:pt x="1114425" y="3899011"/>
                </a:cubicBezTo>
                <a:cubicBezTo>
                  <a:pt x="1114425" y="3946341"/>
                  <a:pt x="1047980" y="3970916"/>
                  <a:pt x="1015888" y="3935456"/>
                </a:cubicBezTo>
                <a:close/>
                <a:moveTo>
                  <a:pt x="2849302" y="3940187"/>
                </a:moveTo>
                <a:cubicBezTo>
                  <a:pt x="2841499" y="3930784"/>
                  <a:pt x="2842279" y="3922769"/>
                  <a:pt x="2852316" y="3909231"/>
                </a:cubicBezTo>
                <a:cubicBezTo>
                  <a:pt x="2864982" y="3892147"/>
                  <a:pt x="2866909" y="3891995"/>
                  <a:pt x="2882032" y="3906892"/>
                </a:cubicBezTo>
                <a:cubicBezTo>
                  <a:pt x="2899833" y="3924426"/>
                  <a:pt x="2894401" y="3952875"/>
                  <a:pt x="2873252" y="3952875"/>
                </a:cubicBezTo>
                <a:cubicBezTo>
                  <a:pt x="2865871" y="3952875"/>
                  <a:pt x="2855094" y="3947165"/>
                  <a:pt x="2849302" y="3940187"/>
                </a:cubicBezTo>
                <a:close/>
                <a:moveTo>
                  <a:pt x="1734028" y="3929638"/>
                </a:moveTo>
                <a:cubicBezTo>
                  <a:pt x="1714987" y="3906696"/>
                  <a:pt x="1725398" y="3862867"/>
                  <a:pt x="1750743" y="3859275"/>
                </a:cubicBezTo>
                <a:cubicBezTo>
                  <a:pt x="1795358" y="3852950"/>
                  <a:pt x="1816204" y="3897361"/>
                  <a:pt x="1782806" y="3927586"/>
                </a:cubicBezTo>
                <a:cubicBezTo>
                  <a:pt x="1761406" y="3946952"/>
                  <a:pt x="1748836" y="3947481"/>
                  <a:pt x="1734028" y="3929638"/>
                </a:cubicBezTo>
                <a:close/>
                <a:moveTo>
                  <a:pt x="795368" y="3905346"/>
                </a:moveTo>
                <a:cubicBezTo>
                  <a:pt x="787247" y="3879760"/>
                  <a:pt x="806691" y="3855844"/>
                  <a:pt x="832604" y="3859546"/>
                </a:cubicBezTo>
                <a:cubicBezTo>
                  <a:pt x="865349" y="3864225"/>
                  <a:pt x="860603" y="3918598"/>
                  <a:pt x="827111" y="3922472"/>
                </a:cubicBezTo>
                <a:cubicBezTo>
                  <a:pt x="808197" y="3924660"/>
                  <a:pt x="800113" y="3920298"/>
                  <a:pt x="795368" y="3905346"/>
                </a:cubicBezTo>
                <a:close/>
                <a:moveTo>
                  <a:pt x="1487805" y="3912870"/>
                </a:moveTo>
                <a:cubicBezTo>
                  <a:pt x="1464278" y="3889343"/>
                  <a:pt x="1483315" y="3819525"/>
                  <a:pt x="1513256" y="3819525"/>
                </a:cubicBezTo>
                <a:cubicBezTo>
                  <a:pt x="1539961" y="3819525"/>
                  <a:pt x="1571483" y="3845767"/>
                  <a:pt x="1571550" y="3868054"/>
                </a:cubicBezTo>
                <a:cubicBezTo>
                  <a:pt x="1571682" y="3911911"/>
                  <a:pt x="1516419" y="3941484"/>
                  <a:pt x="1487805" y="3912870"/>
                </a:cubicBezTo>
                <a:close/>
                <a:moveTo>
                  <a:pt x="2658405" y="3908639"/>
                </a:moveTo>
                <a:cubicBezTo>
                  <a:pt x="2632939" y="3890802"/>
                  <a:pt x="2635146" y="3860356"/>
                  <a:pt x="2663250" y="3841794"/>
                </a:cubicBezTo>
                <a:cubicBezTo>
                  <a:pt x="2680824" y="3830187"/>
                  <a:pt x="2685996" y="3830715"/>
                  <a:pt x="2704941" y="3846056"/>
                </a:cubicBezTo>
                <a:cubicBezTo>
                  <a:pt x="2745960" y="3879271"/>
                  <a:pt x="2701616" y="3938905"/>
                  <a:pt x="2658405" y="3908639"/>
                </a:cubicBezTo>
                <a:close/>
                <a:moveTo>
                  <a:pt x="3184548" y="3899847"/>
                </a:moveTo>
                <a:cubicBezTo>
                  <a:pt x="3181398" y="3891636"/>
                  <a:pt x="3183494" y="3880245"/>
                  <a:pt x="3189206" y="3874533"/>
                </a:cubicBezTo>
                <a:cubicBezTo>
                  <a:pt x="3202959" y="3860780"/>
                  <a:pt x="3229890" y="3882256"/>
                  <a:pt x="3222627" y="3901183"/>
                </a:cubicBezTo>
                <a:cubicBezTo>
                  <a:pt x="3215659" y="3919341"/>
                  <a:pt x="3191706" y="3918500"/>
                  <a:pt x="3184548" y="3899847"/>
                </a:cubicBezTo>
                <a:close/>
                <a:moveTo>
                  <a:pt x="2977242" y="3880757"/>
                </a:moveTo>
                <a:cubicBezTo>
                  <a:pt x="2948465" y="3851979"/>
                  <a:pt x="2964091" y="3800475"/>
                  <a:pt x="3001599" y="3800475"/>
                </a:cubicBezTo>
                <a:cubicBezTo>
                  <a:pt x="3023260" y="3800475"/>
                  <a:pt x="3048000" y="3825866"/>
                  <a:pt x="3048000" y="3848100"/>
                </a:cubicBezTo>
                <a:cubicBezTo>
                  <a:pt x="3048000" y="3868769"/>
                  <a:pt x="3023740" y="3895725"/>
                  <a:pt x="3005137" y="3895725"/>
                </a:cubicBezTo>
                <a:cubicBezTo>
                  <a:pt x="2998027" y="3895725"/>
                  <a:pt x="2985475" y="3888989"/>
                  <a:pt x="2977242" y="3880757"/>
                </a:cubicBezTo>
                <a:close/>
                <a:moveTo>
                  <a:pt x="2461160" y="3872605"/>
                </a:moveTo>
                <a:cubicBezTo>
                  <a:pt x="2449587" y="3842447"/>
                  <a:pt x="2461676" y="3814824"/>
                  <a:pt x="2487765" y="3811810"/>
                </a:cubicBezTo>
                <a:cubicBezTo>
                  <a:pt x="2518664" y="3808240"/>
                  <a:pt x="2535294" y="3833020"/>
                  <a:pt x="2523306" y="3864768"/>
                </a:cubicBezTo>
                <a:cubicBezTo>
                  <a:pt x="2514027" y="3889341"/>
                  <a:pt x="2469726" y="3894928"/>
                  <a:pt x="2461160" y="3872605"/>
                </a:cubicBezTo>
                <a:close/>
                <a:moveTo>
                  <a:pt x="600972" y="3844419"/>
                </a:moveTo>
                <a:cubicBezTo>
                  <a:pt x="584827" y="3824965"/>
                  <a:pt x="591711" y="3771313"/>
                  <a:pt x="611981" y="3758621"/>
                </a:cubicBezTo>
                <a:cubicBezTo>
                  <a:pt x="630622" y="3746950"/>
                  <a:pt x="653536" y="3757028"/>
                  <a:pt x="670875" y="3784525"/>
                </a:cubicBezTo>
                <a:cubicBezTo>
                  <a:pt x="694592" y="3822135"/>
                  <a:pt x="629071" y="3878275"/>
                  <a:pt x="600972" y="3844419"/>
                </a:cubicBezTo>
                <a:close/>
                <a:moveTo>
                  <a:pt x="1233673" y="3842162"/>
                </a:moveTo>
                <a:cubicBezTo>
                  <a:pt x="1215489" y="3823979"/>
                  <a:pt x="1217831" y="3801614"/>
                  <a:pt x="1239336" y="3788073"/>
                </a:cubicBezTo>
                <a:cubicBezTo>
                  <a:pt x="1262152" y="3773707"/>
                  <a:pt x="1285875" y="3786988"/>
                  <a:pt x="1285875" y="3814128"/>
                </a:cubicBezTo>
                <a:cubicBezTo>
                  <a:pt x="1285875" y="3846436"/>
                  <a:pt x="1254692" y="3863182"/>
                  <a:pt x="1233673" y="3842162"/>
                </a:cubicBezTo>
                <a:close/>
                <a:moveTo>
                  <a:pt x="3282224" y="3832625"/>
                </a:moveTo>
                <a:cubicBezTo>
                  <a:pt x="3274145" y="3811571"/>
                  <a:pt x="3298607" y="3786391"/>
                  <a:pt x="3319391" y="3794367"/>
                </a:cubicBezTo>
                <a:cubicBezTo>
                  <a:pt x="3329060" y="3798077"/>
                  <a:pt x="3333915" y="3808634"/>
                  <a:pt x="3332036" y="3821863"/>
                </a:cubicBezTo>
                <a:cubicBezTo>
                  <a:pt x="3328238" y="3848610"/>
                  <a:pt x="3291412" y="3856566"/>
                  <a:pt x="3282224" y="3832625"/>
                </a:cubicBezTo>
                <a:close/>
                <a:moveTo>
                  <a:pt x="2097881" y="3812826"/>
                </a:moveTo>
                <a:cubicBezTo>
                  <a:pt x="2078200" y="3805530"/>
                  <a:pt x="2083609" y="3771900"/>
                  <a:pt x="2104462" y="3771900"/>
                </a:cubicBezTo>
                <a:cubicBezTo>
                  <a:pt x="2114631" y="3771900"/>
                  <a:pt x="2125853" y="3776597"/>
                  <a:pt x="2129402" y="3782339"/>
                </a:cubicBezTo>
                <a:cubicBezTo>
                  <a:pt x="2137587" y="3795582"/>
                  <a:pt x="2113696" y="3818690"/>
                  <a:pt x="2097881" y="3812826"/>
                </a:cubicBezTo>
                <a:close/>
                <a:moveTo>
                  <a:pt x="1841982" y="3796268"/>
                </a:moveTo>
                <a:cubicBezTo>
                  <a:pt x="1832737" y="3772174"/>
                  <a:pt x="1842654" y="3748177"/>
                  <a:pt x="1863068" y="3745246"/>
                </a:cubicBezTo>
                <a:cubicBezTo>
                  <a:pt x="1891579" y="3741152"/>
                  <a:pt x="1909162" y="3765375"/>
                  <a:pt x="1895800" y="3790341"/>
                </a:cubicBezTo>
                <a:cubicBezTo>
                  <a:pt x="1883727" y="3812899"/>
                  <a:pt x="1849798" y="3816636"/>
                  <a:pt x="1841982" y="3796268"/>
                </a:cubicBezTo>
                <a:close/>
                <a:moveTo>
                  <a:pt x="2263663" y="3783056"/>
                </a:moveTo>
                <a:cubicBezTo>
                  <a:pt x="2241164" y="3758194"/>
                  <a:pt x="2243764" y="3718726"/>
                  <a:pt x="2269069" y="3701002"/>
                </a:cubicBezTo>
                <a:cubicBezTo>
                  <a:pt x="2329249" y="3658850"/>
                  <a:pt x="2394685" y="3729889"/>
                  <a:pt x="2343150" y="3781425"/>
                </a:cubicBezTo>
                <a:cubicBezTo>
                  <a:pt x="2319377" y="3805197"/>
                  <a:pt x="2284351" y="3805916"/>
                  <a:pt x="2263663" y="3783056"/>
                </a:cubicBezTo>
                <a:close/>
                <a:moveTo>
                  <a:pt x="1614342" y="3752392"/>
                </a:moveTo>
                <a:cubicBezTo>
                  <a:pt x="1607557" y="3731016"/>
                  <a:pt x="1623716" y="3705225"/>
                  <a:pt x="1643893" y="3705225"/>
                </a:cubicBezTo>
                <a:cubicBezTo>
                  <a:pt x="1664385" y="3705225"/>
                  <a:pt x="1679931" y="3741880"/>
                  <a:pt x="1666369" y="3758221"/>
                </a:cubicBezTo>
                <a:cubicBezTo>
                  <a:pt x="1649844" y="3778132"/>
                  <a:pt x="1621504" y="3774957"/>
                  <a:pt x="1614342" y="3752392"/>
                </a:cubicBezTo>
                <a:close/>
                <a:moveTo>
                  <a:pt x="2811780" y="3750945"/>
                </a:moveTo>
                <a:cubicBezTo>
                  <a:pt x="2787397" y="3726562"/>
                  <a:pt x="2808665" y="3667125"/>
                  <a:pt x="2841773" y="3667125"/>
                </a:cubicBezTo>
                <a:cubicBezTo>
                  <a:pt x="2862045" y="3667125"/>
                  <a:pt x="2895600" y="3696229"/>
                  <a:pt x="2895600" y="3713813"/>
                </a:cubicBezTo>
                <a:cubicBezTo>
                  <a:pt x="2895600" y="3750986"/>
                  <a:pt x="2837541" y="3776706"/>
                  <a:pt x="2811780" y="3750945"/>
                </a:cubicBezTo>
                <a:close/>
                <a:moveTo>
                  <a:pt x="3105585" y="3748611"/>
                </a:moveTo>
                <a:cubicBezTo>
                  <a:pt x="3086239" y="3725302"/>
                  <a:pt x="3097148" y="3691313"/>
                  <a:pt x="3125015" y="3688074"/>
                </a:cubicBezTo>
                <a:cubicBezTo>
                  <a:pt x="3159490" y="3684067"/>
                  <a:pt x="3177907" y="3708110"/>
                  <a:pt x="3163904" y="3738844"/>
                </a:cubicBezTo>
                <a:cubicBezTo>
                  <a:pt x="3151996" y="3764979"/>
                  <a:pt x="3123174" y="3769806"/>
                  <a:pt x="3105585" y="3748611"/>
                </a:cubicBezTo>
                <a:close/>
                <a:moveTo>
                  <a:pt x="743836" y="3739631"/>
                </a:moveTo>
                <a:cubicBezTo>
                  <a:pt x="735066" y="3729063"/>
                  <a:pt x="734760" y="3720527"/>
                  <a:pt x="742624" y="3705833"/>
                </a:cubicBezTo>
                <a:cubicBezTo>
                  <a:pt x="760833" y="3671808"/>
                  <a:pt x="803993" y="3686870"/>
                  <a:pt x="798552" y="3725352"/>
                </a:cubicBezTo>
                <a:cubicBezTo>
                  <a:pt x="794752" y="3752224"/>
                  <a:pt x="761492" y="3760904"/>
                  <a:pt x="743836" y="3739631"/>
                </a:cubicBezTo>
                <a:close/>
                <a:moveTo>
                  <a:pt x="1092993" y="3742562"/>
                </a:moveTo>
                <a:cubicBezTo>
                  <a:pt x="1054912" y="3720382"/>
                  <a:pt x="1085413" y="3651065"/>
                  <a:pt x="1126603" y="3666179"/>
                </a:cubicBezTo>
                <a:cubicBezTo>
                  <a:pt x="1152887" y="3675822"/>
                  <a:pt x="1159372" y="3716067"/>
                  <a:pt x="1138074" y="3737365"/>
                </a:cubicBezTo>
                <a:cubicBezTo>
                  <a:pt x="1120188" y="3755250"/>
                  <a:pt x="1115672" y="3755771"/>
                  <a:pt x="1092993" y="3742562"/>
                </a:cubicBezTo>
                <a:close/>
                <a:moveTo>
                  <a:pt x="1397000" y="3746500"/>
                </a:moveTo>
                <a:cubicBezTo>
                  <a:pt x="1385940" y="3735440"/>
                  <a:pt x="1390135" y="3698459"/>
                  <a:pt x="1403730" y="3687176"/>
                </a:cubicBezTo>
                <a:cubicBezTo>
                  <a:pt x="1431868" y="3663824"/>
                  <a:pt x="1465666" y="3700416"/>
                  <a:pt x="1447430" y="3734490"/>
                </a:cubicBezTo>
                <a:cubicBezTo>
                  <a:pt x="1437825" y="3752436"/>
                  <a:pt x="1409647" y="3759147"/>
                  <a:pt x="1397000" y="3746500"/>
                </a:cubicBezTo>
                <a:close/>
                <a:moveTo>
                  <a:pt x="905184" y="3724853"/>
                </a:moveTo>
                <a:cubicBezTo>
                  <a:pt x="881436" y="3680480"/>
                  <a:pt x="939061" y="3645955"/>
                  <a:pt x="965766" y="3688556"/>
                </a:cubicBezTo>
                <a:cubicBezTo>
                  <a:pt x="973348" y="3700651"/>
                  <a:pt x="973348" y="3709798"/>
                  <a:pt x="965766" y="3721893"/>
                </a:cubicBezTo>
                <a:cubicBezTo>
                  <a:pt x="950337" y="3746506"/>
                  <a:pt x="917628" y="3748104"/>
                  <a:pt x="905184" y="3724853"/>
                </a:cubicBezTo>
                <a:close/>
                <a:moveTo>
                  <a:pt x="1962637" y="3677137"/>
                </a:moveTo>
                <a:cubicBezTo>
                  <a:pt x="1938451" y="3652951"/>
                  <a:pt x="1937682" y="3627355"/>
                  <a:pt x="1960518" y="3606688"/>
                </a:cubicBezTo>
                <a:cubicBezTo>
                  <a:pt x="2008362" y="3563391"/>
                  <a:pt x="2075445" y="3618886"/>
                  <a:pt x="2035968" y="3669105"/>
                </a:cubicBezTo>
                <a:cubicBezTo>
                  <a:pt x="2015373" y="3695304"/>
                  <a:pt x="1984217" y="3698717"/>
                  <a:pt x="1962637" y="3677137"/>
                </a:cubicBezTo>
                <a:close/>
                <a:moveTo>
                  <a:pt x="2610328" y="3672463"/>
                </a:moveTo>
                <a:cubicBezTo>
                  <a:pt x="2595001" y="3653996"/>
                  <a:pt x="2601319" y="3609492"/>
                  <a:pt x="2621016" y="3597163"/>
                </a:cubicBezTo>
                <a:cubicBezTo>
                  <a:pt x="2662703" y="3571070"/>
                  <a:pt x="2709935" y="3639429"/>
                  <a:pt x="2674620" y="3674745"/>
                </a:cubicBezTo>
                <a:cubicBezTo>
                  <a:pt x="2658997" y="3690367"/>
                  <a:pt x="2624161" y="3689131"/>
                  <a:pt x="2610328" y="3672463"/>
                </a:cubicBezTo>
                <a:close/>
                <a:moveTo>
                  <a:pt x="3297100" y="3669834"/>
                </a:moveTo>
                <a:cubicBezTo>
                  <a:pt x="3284787" y="3646827"/>
                  <a:pt x="3300098" y="3619500"/>
                  <a:pt x="3325301" y="3619500"/>
                </a:cubicBezTo>
                <a:cubicBezTo>
                  <a:pt x="3341194" y="3619500"/>
                  <a:pt x="3343970" y="3624791"/>
                  <a:pt x="3341497" y="3650378"/>
                </a:cubicBezTo>
                <a:cubicBezTo>
                  <a:pt x="3338066" y="3685867"/>
                  <a:pt x="3311833" y="3697364"/>
                  <a:pt x="3297100" y="3669834"/>
                </a:cubicBezTo>
                <a:close/>
                <a:moveTo>
                  <a:pt x="2461107" y="3662918"/>
                </a:moveTo>
                <a:cubicBezTo>
                  <a:pt x="2451725" y="3638469"/>
                  <a:pt x="2461898" y="3614810"/>
                  <a:pt x="2483096" y="3611778"/>
                </a:cubicBezTo>
                <a:cubicBezTo>
                  <a:pt x="2512126" y="3607626"/>
                  <a:pt x="2529639" y="3641199"/>
                  <a:pt x="2509138" y="3661701"/>
                </a:cubicBezTo>
                <a:cubicBezTo>
                  <a:pt x="2490449" y="3680389"/>
                  <a:pt x="2468030" y="3680958"/>
                  <a:pt x="2461107" y="3662918"/>
                </a:cubicBezTo>
                <a:close/>
                <a:moveTo>
                  <a:pt x="1724025" y="3638550"/>
                </a:moveTo>
                <a:cubicBezTo>
                  <a:pt x="1681344" y="3595869"/>
                  <a:pt x="1722741" y="3526390"/>
                  <a:pt x="1773811" y="3554988"/>
                </a:cubicBezTo>
                <a:cubicBezTo>
                  <a:pt x="1816810" y="3579066"/>
                  <a:pt x="1820191" y="3600399"/>
                  <a:pt x="1786370" y="3634220"/>
                </a:cubicBezTo>
                <a:cubicBezTo>
                  <a:pt x="1758028" y="3662562"/>
                  <a:pt x="1748686" y="3663211"/>
                  <a:pt x="1724025" y="3638550"/>
                </a:cubicBezTo>
                <a:close/>
                <a:moveTo>
                  <a:pt x="1224673" y="3610760"/>
                </a:moveTo>
                <a:cubicBezTo>
                  <a:pt x="1202560" y="3586325"/>
                  <a:pt x="1208760" y="3554196"/>
                  <a:pt x="1240086" y="3530896"/>
                </a:cubicBezTo>
                <a:cubicBezTo>
                  <a:pt x="1274274" y="3505467"/>
                  <a:pt x="1314450" y="3527357"/>
                  <a:pt x="1314450" y="3571414"/>
                </a:cubicBezTo>
                <a:cubicBezTo>
                  <a:pt x="1314450" y="3623974"/>
                  <a:pt x="1258731" y="3648393"/>
                  <a:pt x="1224673" y="3610760"/>
                </a:cubicBezTo>
                <a:close/>
                <a:moveTo>
                  <a:pt x="657660" y="3605736"/>
                </a:moveTo>
                <a:cubicBezTo>
                  <a:pt x="639937" y="3584382"/>
                  <a:pt x="649154" y="3548533"/>
                  <a:pt x="673249" y="3545103"/>
                </a:cubicBezTo>
                <a:cubicBezTo>
                  <a:pt x="704376" y="3540671"/>
                  <a:pt x="721289" y="3577021"/>
                  <a:pt x="699370" y="3601242"/>
                </a:cubicBezTo>
                <a:cubicBezTo>
                  <a:pt x="679574" y="3623116"/>
                  <a:pt x="672699" y="3623857"/>
                  <a:pt x="657660" y="3605736"/>
                </a:cubicBezTo>
                <a:close/>
                <a:moveTo>
                  <a:pt x="1482725" y="3603625"/>
                </a:moveTo>
                <a:cubicBezTo>
                  <a:pt x="1471429" y="3592329"/>
                  <a:pt x="1475993" y="3545948"/>
                  <a:pt x="1489503" y="3534736"/>
                </a:cubicBezTo>
                <a:cubicBezTo>
                  <a:pt x="1525117" y="3505180"/>
                  <a:pt x="1574049" y="3565640"/>
                  <a:pt x="1541145" y="3598545"/>
                </a:cubicBezTo>
                <a:cubicBezTo>
                  <a:pt x="1528824" y="3610865"/>
                  <a:pt x="1493074" y="3613974"/>
                  <a:pt x="1482725" y="3603625"/>
                </a:cubicBezTo>
                <a:close/>
                <a:moveTo>
                  <a:pt x="2183495" y="3598910"/>
                </a:moveTo>
                <a:cubicBezTo>
                  <a:pt x="2157591" y="3573006"/>
                  <a:pt x="2180691" y="3528606"/>
                  <a:pt x="2216486" y="3535500"/>
                </a:cubicBezTo>
                <a:cubicBezTo>
                  <a:pt x="2242501" y="3540510"/>
                  <a:pt x="2240712" y="3604194"/>
                  <a:pt x="2214451" y="3607958"/>
                </a:cubicBezTo>
                <a:cubicBezTo>
                  <a:pt x="2203912" y="3609469"/>
                  <a:pt x="2189982" y="3605397"/>
                  <a:pt x="2183495" y="3598910"/>
                </a:cubicBezTo>
                <a:close/>
                <a:moveTo>
                  <a:pt x="2945130" y="3579495"/>
                </a:moveTo>
                <a:cubicBezTo>
                  <a:pt x="2918043" y="3552408"/>
                  <a:pt x="2944539" y="3507812"/>
                  <a:pt x="2980867" y="3519342"/>
                </a:cubicBezTo>
                <a:cubicBezTo>
                  <a:pt x="3013025" y="3529548"/>
                  <a:pt x="3001166" y="3590925"/>
                  <a:pt x="2967037" y="3590925"/>
                </a:cubicBezTo>
                <a:cubicBezTo>
                  <a:pt x="2961274" y="3590925"/>
                  <a:pt x="2951416" y="3585781"/>
                  <a:pt x="2945130" y="3579495"/>
                </a:cubicBezTo>
                <a:close/>
                <a:moveTo>
                  <a:pt x="3173730" y="3550920"/>
                </a:moveTo>
                <a:cubicBezTo>
                  <a:pt x="3153797" y="3530987"/>
                  <a:pt x="3160146" y="3488000"/>
                  <a:pt x="3185473" y="3471405"/>
                </a:cubicBezTo>
                <a:cubicBezTo>
                  <a:pt x="3230222" y="3442084"/>
                  <a:pt x="3274063" y="3492866"/>
                  <a:pt x="3243832" y="3539003"/>
                </a:cubicBezTo>
                <a:cubicBezTo>
                  <a:pt x="3227407" y="3564071"/>
                  <a:pt x="3192769" y="3569959"/>
                  <a:pt x="3173730" y="3550920"/>
                </a:cubicBezTo>
                <a:close/>
                <a:moveTo>
                  <a:pt x="1005108" y="3534019"/>
                </a:moveTo>
                <a:cubicBezTo>
                  <a:pt x="989171" y="3516408"/>
                  <a:pt x="989091" y="3513683"/>
                  <a:pt x="1003851" y="3491156"/>
                </a:cubicBezTo>
                <a:cubicBezTo>
                  <a:pt x="1021727" y="3463875"/>
                  <a:pt x="1023105" y="3463435"/>
                  <a:pt x="1048376" y="3476960"/>
                </a:cubicBezTo>
                <a:cubicBezTo>
                  <a:pt x="1080682" y="3494250"/>
                  <a:pt x="1063437" y="3552825"/>
                  <a:pt x="1026039" y="3552825"/>
                </a:cubicBezTo>
                <a:cubicBezTo>
                  <a:pt x="1023888" y="3552825"/>
                  <a:pt x="1014468" y="3544362"/>
                  <a:pt x="1005108" y="3534019"/>
                </a:cubicBezTo>
                <a:close/>
                <a:moveTo>
                  <a:pt x="786352" y="3512605"/>
                </a:moveTo>
                <a:cubicBezTo>
                  <a:pt x="766023" y="3483582"/>
                  <a:pt x="767660" y="3470098"/>
                  <a:pt x="794808" y="3442950"/>
                </a:cubicBezTo>
                <a:cubicBezTo>
                  <a:pt x="828465" y="3409293"/>
                  <a:pt x="876300" y="3432057"/>
                  <a:pt x="876300" y="3481731"/>
                </a:cubicBezTo>
                <a:cubicBezTo>
                  <a:pt x="876300" y="3528730"/>
                  <a:pt x="812891" y="3550494"/>
                  <a:pt x="786352" y="3512605"/>
                </a:cubicBezTo>
                <a:close/>
                <a:moveTo>
                  <a:pt x="2725920" y="3517684"/>
                </a:moveTo>
                <a:cubicBezTo>
                  <a:pt x="2712006" y="3491151"/>
                  <a:pt x="2729156" y="3455580"/>
                  <a:pt x="2754074" y="3459286"/>
                </a:cubicBezTo>
                <a:cubicBezTo>
                  <a:pt x="2782598" y="3463528"/>
                  <a:pt x="2798530" y="3490825"/>
                  <a:pt x="2785041" y="3512343"/>
                </a:cubicBezTo>
                <a:cubicBezTo>
                  <a:pt x="2770422" y="3535663"/>
                  <a:pt x="2736934" y="3538688"/>
                  <a:pt x="2725920" y="3517684"/>
                </a:cubicBezTo>
                <a:close/>
                <a:moveTo>
                  <a:pt x="2374039" y="3494179"/>
                </a:moveTo>
                <a:cubicBezTo>
                  <a:pt x="2342294" y="3462434"/>
                  <a:pt x="2377575" y="3391928"/>
                  <a:pt x="2418677" y="3404974"/>
                </a:cubicBezTo>
                <a:cubicBezTo>
                  <a:pt x="2449265" y="3414682"/>
                  <a:pt x="2460606" y="3443610"/>
                  <a:pt x="2445905" y="3474425"/>
                </a:cubicBezTo>
                <a:cubicBezTo>
                  <a:pt x="2432189" y="3503178"/>
                  <a:pt x="2393635" y="3513775"/>
                  <a:pt x="2374039" y="3494179"/>
                </a:cubicBezTo>
                <a:close/>
                <a:moveTo>
                  <a:pt x="1870600" y="3482055"/>
                </a:moveTo>
                <a:cubicBezTo>
                  <a:pt x="1861117" y="3457341"/>
                  <a:pt x="1874409" y="3436914"/>
                  <a:pt x="1897813" y="3440238"/>
                </a:cubicBezTo>
                <a:cubicBezTo>
                  <a:pt x="1913555" y="3442473"/>
                  <a:pt x="1919287" y="3449643"/>
                  <a:pt x="1919287" y="3467100"/>
                </a:cubicBezTo>
                <a:cubicBezTo>
                  <a:pt x="1919287" y="3495216"/>
                  <a:pt x="1880252" y="3507207"/>
                  <a:pt x="1870600" y="3482055"/>
                </a:cubicBezTo>
                <a:close/>
                <a:moveTo>
                  <a:pt x="2059339" y="3461671"/>
                </a:moveTo>
                <a:cubicBezTo>
                  <a:pt x="2012149" y="3428617"/>
                  <a:pt x="2053927" y="3356653"/>
                  <a:pt x="2102015" y="3388161"/>
                </a:cubicBezTo>
                <a:cubicBezTo>
                  <a:pt x="2129959" y="3406471"/>
                  <a:pt x="2128856" y="3444354"/>
                  <a:pt x="2099820" y="3463512"/>
                </a:cubicBezTo>
                <a:cubicBezTo>
                  <a:pt x="2083244" y="3474449"/>
                  <a:pt x="2077189" y="3474173"/>
                  <a:pt x="2059339" y="3461671"/>
                </a:cubicBezTo>
                <a:close/>
                <a:moveTo>
                  <a:pt x="1356250" y="3453480"/>
                </a:moveTo>
                <a:cubicBezTo>
                  <a:pt x="1346767" y="3428766"/>
                  <a:pt x="1360059" y="3408339"/>
                  <a:pt x="1383463" y="3411663"/>
                </a:cubicBezTo>
                <a:cubicBezTo>
                  <a:pt x="1399205" y="3413898"/>
                  <a:pt x="1404937" y="3421068"/>
                  <a:pt x="1404937" y="3438525"/>
                </a:cubicBezTo>
                <a:cubicBezTo>
                  <a:pt x="1404937" y="3466641"/>
                  <a:pt x="1365902" y="3478632"/>
                  <a:pt x="1356250" y="3453480"/>
                </a:cubicBezTo>
                <a:close/>
                <a:moveTo>
                  <a:pt x="1638402" y="3452936"/>
                </a:moveTo>
                <a:cubicBezTo>
                  <a:pt x="1631531" y="3444656"/>
                  <a:pt x="1629206" y="3428578"/>
                  <a:pt x="1632806" y="3414235"/>
                </a:cubicBezTo>
                <a:cubicBezTo>
                  <a:pt x="1641119" y="3381111"/>
                  <a:pt x="1689001" y="3383766"/>
                  <a:pt x="1693799" y="3417618"/>
                </a:cubicBezTo>
                <a:cubicBezTo>
                  <a:pt x="1699554" y="3458212"/>
                  <a:pt x="1662426" y="3481882"/>
                  <a:pt x="1638402" y="3452936"/>
                </a:cubicBezTo>
                <a:close/>
                <a:moveTo>
                  <a:pt x="581025" y="3433200"/>
                </a:moveTo>
                <a:cubicBezTo>
                  <a:pt x="581025" y="3419376"/>
                  <a:pt x="585147" y="3411373"/>
                  <a:pt x="590550" y="3414712"/>
                </a:cubicBezTo>
                <a:cubicBezTo>
                  <a:pt x="595788" y="3417950"/>
                  <a:pt x="600075" y="3428918"/>
                  <a:pt x="600075" y="3439087"/>
                </a:cubicBezTo>
                <a:cubicBezTo>
                  <a:pt x="600075" y="3449255"/>
                  <a:pt x="595788" y="3457575"/>
                  <a:pt x="590550" y="3457575"/>
                </a:cubicBezTo>
                <a:cubicBezTo>
                  <a:pt x="585311" y="3457575"/>
                  <a:pt x="581025" y="3446606"/>
                  <a:pt x="581025" y="3433200"/>
                </a:cubicBezTo>
                <a:close/>
                <a:moveTo>
                  <a:pt x="3039919" y="3439619"/>
                </a:moveTo>
                <a:cubicBezTo>
                  <a:pt x="3021127" y="3427710"/>
                  <a:pt x="3030640" y="3396130"/>
                  <a:pt x="3054028" y="3392777"/>
                </a:cubicBezTo>
                <a:cubicBezTo>
                  <a:pt x="3077912" y="3389353"/>
                  <a:pt x="3091441" y="3415848"/>
                  <a:pt x="3075573" y="3434969"/>
                </a:cubicBezTo>
                <a:cubicBezTo>
                  <a:pt x="3063017" y="3450098"/>
                  <a:pt x="3057574" y="3450807"/>
                  <a:pt x="3039919" y="3439619"/>
                </a:cubicBezTo>
                <a:close/>
                <a:moveTo>
                  <a:pt x="1206829" y="3432504"/>
                </a:moveTo>
                <a:cubicBezTo>
                  <a:pt x="1195898" y="3421573"/>
                  <a:pt x="1199225" y="3393999"/>
                  <a:pt x="1212837" y="3382702"/>
                </a:cubicBezTo>
                <a:cubicBezTo>
                  <a:pt x="1233228" y="3365779"/>
                  <a:pt x="1265374" y="3393898"/>
                  <a:pt x="1251516" y="3416535"/>
                </a:cubicBezTo>
                <a:cubicBezTo>
                  <a:pt x="1240105" y="3435175"/>
                  <a:pt x="1217557" y="3443232"/>
                  <a:pt x="1206829" y="3432504"/>
                </a:cubicBezTo>
                <a:close/>
                <a:moveTo>
                  <a:pt x="2573655" y="3417570"/>
                </a:moveTo>
                <a:cubicBezTo>
                  <a:pt x="2567368" y="3411283"/>
                  <a:pt x="2562225" y="3397138"/>
                  <a:pt x="2562225" y="3386137"/>
                </a:cubicBezTo>
                <a:cubicBezTo>
                  <a:pt x="2562225" y="3375136"/>
                  <a:pt x="2567368" y="3360991"/>
                  <a:pt x="2573655" y="3354705"/>
                </a:cubicBezTo>
                <a:cubicBezTo>
                  <a:pt x="2598966" y="3329393"/>
                  <a:pt x="2647950" y="3347784"/>
                  <a:pt x="2647950" y="3382599"/>
                </a:cubicBezTo>
                <a:cubicBezTo>
                  <a:pt x="2647950" y="3419018"/>
                  <a:pt x="2598418" y="3442333"/>
                  <a:pt x="2573655" y="3417570"/>
                </a:cubicBezTo>
                <a:close/>
                <a:moveTo>
                  <a:pt x="657225" y="3390900"/>
                </a:moveTo>
                <a:cubicBezTo>
                  <a:pt x="657225" y="3385661"/>
                  <a:pt x="663654" y="3381375"/>
                  <a:pt x="671512" y="3381375"/>
                </a:cubicBezTo>
                <a:cubicBezTo>
                  <a:pt x="679370" y="3381375"/>
                  <a:pt x="685800" y="3385661"/>
                  <a:pt x="685800" y="3390900"/>
                </a:cubicBezTo>
                <a:cubicBezTo>
                  <a:pt x="685800" y="3396138"/>
                  <a:pt x="679370" y="3400425"/>
                  <a:pt x="671512" y="3400425"/>
                </a:cubicBezTo>
                <a:cubicBezTo>
                  <a:pt x="663654" y="3400425"/>
                  <a:pt x="657225" y="3396138"/>
                  <a:pt x="657225" y="3390900"/>
                </a:cubicBezTo>
                <a:close/>
                <a:moveTo>
                  <a:pt x="2229690" y="3372690"/>
                </a:moveTo>
                <a:cubicBezTo>
                  <a:pt x="2204347" y="3347347"/>
                  <a:pt x="2217107" y="3314700"/>
                  <a:pt x="2252355" y="3314700"/>
                </a:cubicBezTo>
                <a:cubicBezTo>
                  <a:pt x="2284439" y="3314700"/>
                  <a:pt x="2294058" y="3348975"/>
                  <a:pt x="2269005" y="3374027"/>
                </a:cubicBezTo>
                <a:cubicBezTo>
                  <a:pt x="2250037" y="3392996"/>
                  <a:pt x="2249994" y="3392994"/>
                  <a:pt x="2229690" y="3372690"/>
                </a:cubicBezTo>
                <a:close/>
                <a:moveTo>
                  <a:pt x="2814796" y="3368111"/>
                </a:moveTo>
                <a:cubicBezTo>
                  <a:pt x="2785672" y="3338988"/>
                  <a:pt x="2784883" y="3324822"/>
                  <a:pt x="2810566" y="3292172"/>
                </a:cubicBezTo>
                <a:cubicBezTo>
                  <a:pt x="2847814" y="3244818"/>
                  <a:pt x="2908300" y="3265249"/>
                  <a:pt x="2908300" y="3325186"/>
                </a:cubicBezTo>
                <a:cubicBezTo>
                  <a:pt x="2908300" y="3380371"/>
                  <a:pt x="2852618" y="3405934"/>
                  <a:pt x="2814796" y="3368111"/>
                </a:cubicBezTo>
                <a:close/>
                <a:moveTo>
                  <a:pt x="1486002" y="3357686"/>
                </a:moveTo>
                <a:cubicBezTo>
                  <a:pt x="1479135" y="3349412"/>
                  <a:pt x="1476806" y="3333327"/>
                  <a:pt x="1480400" y="3319007"/>
                </a:cubicBezTo>
                <a:cubicBezTo>
                  <a:pt x="1488886" y="3285198"/>
                  <a:pt x="1546041" y="3287922"/>
                  <a:pt x="1550924" y="3322368"/>
                </a:cubicBezTo>
                <a:cubicBezTo>
                  <a:pt x="1556868" y="3364292"/>
                  <a:pt x="1511822" y="3388797"/>
                  <a:pt x="1486002" y="3357686"/>
                </a:cubicBezTo>
                <a:close/>
                <a:moveTo>
                  <a:pt x="1049655" y="3341370"/>
                </a:moveTo>
                <a:cubicBezTo>
                  <a:pt x="1027395" y="3319110"/>
                  <a:pt x="1045926" y="3257550"/>
                  <a:pt x="1074885" y="3257550"/>
                </a:cubicBezTo>
                <a:cubicBezTo>
                  <a:pt x="1091545" y="3257550"/>
                  <a:pt x="1123950" y="3288911"/>
                  <a:pt x="1123950" y="3305034"/>
                </a:cubicBezTo>
                <a:cubicBezTo>
                  <a:pt x="1123950" y="3342656"/>
                  <a:pt x="1074920" y="3366635"/>
                  <a:pt x="1049655" y="3341370"/>
                </a:cubicBezTo>
                <a:close/>
                <a:moveTo>
                  <a:pt x="3269194" y="3337972"/>
                </a:moveTo>
                <a:cubicBezTo>
                  <a:pt x="3230096" y="3310587"/>
                  <a:pt x="3246036" y="3248025"/>
                  <a:pt x="3292112" y="3248025"/>
                </a:cubicBezTo>
                <a:cubicBezTo>
                  <a:pt x="3339125" y="3248025"/>
                  <a:pt x="3358426" y="3299548"/>
                  <a:pt x="3324225" y="3333750"/>
                </a:cubicBezTo>
                <a:cubicBezTo>
                  <a:pt x="3301293" y="3356681"/>
                  <a:pt x="3296437" y="3357054"/>
                  <a:pt x="3269194" y="3337972"/>
                </a:cubicBezTo>
                <a:close/>
                <a:moveTo>
                  <a:pt x="882649" y="3336925"/>
                </a:moveTo>
                <a:cubicBezTo>
                  <a:pt x="872649" y="3326924"/>
                  <a:pt x="875236" y="3297431"/>
                  <a:pt x="886739" y="3290322"/>
                </a:cubicBezTo>
                <a:cubicBezTo>
                  <a:pt x="901559" y="3281162"/>
                  <a:pt x="927665" y="3310262"/>
                  <a:pt x="920763" y="3328248"/>
                </a:cubicBezTo>
                <a:cubicBezTo>
                  <a:pt x="914872" y="3343600"/>
                  <a:pt x="894062" y="3348337"/>
                  <a:pt x="882649" y="3336925"/>
                </a:cubicBezTo>
                <a:close/>
                <a:moveTo>
                  <a:pt x="1971775" y="3310058"/>
                </a:moveTo>
                <a:cubicBezTo>
                  <a:pt x="1955948" y="3290988"/>
                  <a:pt x="1966491" y="3267075"/>
                  <a:pt x="1990725" y="3267075"/>
                </a:cubicBezTo>
                <a:cubicBezTo>
                  <a:pt x="2001531" y="3267075"/>
                  <a:pt x="2012861" y="3273558"/>
                  <a:pt x="2015902" y="3281483"/>
                </a:cubicBezTo>
                <a:cubicBezTo>
                  <a:pt x="2021375" y="3295746"/>
                  <a:pt x="2004600" y="3324225"/>
                  <a:pt x="1990725" y="3324225"/>
                </a:cubicBezTo>
                <a:cubicBezTo>
                  <a:pt x="1986769" y="3324225"/>
                  <a:pt x="1978241" y="3317850"/>
                  <a:pt x="1971775" y="3310058"/>
                </a:cubicBezTo>
                <a:close/>
                <a:moveTo>
                  <a:pt x="733527" y="3300536"/>
                </a:moveTo>
                <a:cubicBezTo>
                  <a:pt x="714563" y="3277686"/>
                  <a:pt x="729443" y="3238500"/>
                  <a:pt x="757083" y="3238500"/>
                </a:cubicBezTo>
                <a:cubicBezTo>
                  <a:pt x="789117" y="3238500"/>
                  <a:pt x="803539" y="3267451"/>
                  <a:pt x="784819" y="3294177"/>
                </a:cubicBezTo>
                <a:cubicBezTo>
                  <a:pt x="768015" y="3318168"/>
                  <a:pt x="750013" y="3320400"/>
                  <a:pt x="733527" y="3300536"/>
                </a:cubicBezTo>
                <a:close/>
                <a:moveTo>
                  <a:pt x="1761548" y="3295073"/>
                </a:moveTo>
                <a:cubicBezTo>
                  <a:pt x="1735798" y="3269323"/>
                  <a:pt x="1740708" y="3231394"/>
                  <a:pt x="1772886" y="3207480"/>
                </a:cubicBezTo>
                <a:cubicBezTo>
                  <a:pt x="1816379" y="3175157"/>
                  <a:pt x="1882731" y="3220505"/>
                  <a:pt x="1841459" y="3254345"/>
                </a:cubicBezTo>
                <a:cubicBezTo>
                  <a:pt x="1825612" y="3267338"/>
                  <a:pt x="1825544" y="3268156"/>
                  <a:pt x="1840706" y="3263389"/>
                </a:cubicBezTo>
                <a:cubicBezTo>
                  <a:pt x="1862986" y="3256383"/>
                  <a:pt x="1861822" y="3272152"/>
                  <a:pt x="1838325" y="3295650"/>
                </a:cubicBezTo>
                <a:cubicBezTo>
                  <a:pt x="1813897" y="3320077"/>
                  <a:pt x="1786345" y="3319870"/>
                  <a:pt x="1761548" y="3295073"/>
                </a:cubicBezTo>
                <a:close/>
                <a:moveTo>
                  <a:pt x="3079773" y="3290247"/>
                </a:moveTo>
                <a:cubicBezTo>
                  <a:pt x="3071105" y="3267659"/>
                  <a:pt x="3091421" y="3251728"/>
                  <a:pt x="3109626" y="3266837"/>
                </a:cubicBezTo>
                <a:cubicBezTo>
                  <a:pt x="3120907" y="3276200"/>
                  <a:pt x="3121860" y="3282229"/>
                  <a:pt x="3113626" y="3292151"/>
                </a:cubicBezTo>
                <a:cubicBezTo>
                  <a:pt x="3099362" y="3309337"/>
                  <a:pt x="3086828" y="3308632"/>
                  <a:pt x="3079773" y="3290247"/>
                </a:cubicBezTo>
                <a:close/>
                <a:moveTo>
                  <a:pt x="1277457" y="3270588"/>
                </a:moveTo>
                <a:cubicBezTo>
                  <a:pt x="1265260" y="3262045"/>
                  <a:pt x="1257300" y="3246150"/>
                  <a:pt x="1257300" y="3230339"/>
                </a:cubicBezTo>
                <a:cubicBezTo>
                  <a:pt x="1257300" y="3182118"/>
                  <a:pt x="1294409" y="3166831"/>
                  <a:pt x="1333880" y="3198792"/>
                </a:cubicBezTo>
                <a:cubicBezTo>
                  <a:pt x="1377998" y="3234517"/>
                  <a:pt x="1324019" y="3303202"/>
                  <a:pt x="1277457" y="3270588"/>
                </a:cubicBezTo>
                <a:close/>
                <a:moveTo>
                  <a:pt x="2443457" y="3270771"/>
                </a:moveTo>
                <a:cubicBezTo>
                  <a:pt x="2425174" y="3252488"/>
                  <a:pt x="2441293" y="3214867"/>
                  <a:pt x="2463722" y="3223473"/>
                </a:cubicBezTo>
                <a:cubicBezTo>
                  <a:pt x="2471606" y="3226499"/>
                  <a:pt x="2479850" y="3228975"/>
                  <a:pt x="2482041" y="3228975"/>
                </a:cubicBezTo>
                <a:cubicBezTo>
                  <a:pt x="2484232" y="3228975"/>
                  <a:pt x="2486025" y="3239232"/>
                  <a:pt x="2486025" y="3251768"/>
                </a:cubicBezTo>
                <a:cubicBezTo>
                  <a:pt x="2486025" y="3279959"/>
                  <a:pt x="2462947" y="3290261"/>
                  <a:pt x="2443457" y="3270771"/>
                </a:cubicBezTo>
                <a:close/>
                <a:moveTo>
                  <a:pt x="2137929" y="3243913"/>
                </a:moveTo>
                <a:cubicBezTo>
                  <a:pt x="2123011" y="3232837"/>
                  <a:pt x="2121411" y="3226667"/>
                  <a:pt x="2129875" y="3212864"/>
                </a:cubicBezTo>
                <a:cubicBezTo>
                  <a:pt x="2143206" y="3191123"/>
                  <a:pt x="2161823" y="3190820"/>
                  <a:pt x="2175262" y="3212127"/>
                </a:cubicBezTo>
                <a:cubicBezTo>
                  <a:pt x="2191857" y="3238435"/>
                  <a:pt x="2163298" y="3262750"/>
                  <a:pt x="2137929" y="3243913"/>
                </a:cubicBezTo>
                <a:close/>
                <a:moveTo>
                  <a:pt x="2994507" y="3196193"/>
                </a:moveTo>
                <a:cubicBezTo>
                  <a:pt x="2985576" y="3172918"/>
                  <a:pt x="2994923" y="3148406"/>
                  <a:pt x="3014142" y="3144704"/>
                </a:cubicBezTo>
                <a:cubicBezTo>
                  <a:pt x="3039315" y="3139857"/>
                  <a:pt x="3059687" y="3169036"/>
                  <a:pt x="3047295" y="3192190"/>
                </a:cubicBezTo>
                <a:cubicBezTo>
                  <a:pt x="3036060" y="3213184"/>
                  <a:pt x="3002018" y="3215766"/>
                  <a:pt x="2994507" y="3196193"/>
                </a:cubicBezTo>
                <a:close/>
                <a:moveTo>
                  <a:pt x="1552614" y="3176635"/>
                </a:moveTo>
                <a:cubicBezTo>
                  <a:pt x="1540208" y="3161686"/>
                  <a:pt x="1561509" y="3114675"/>
                  <a:pt x="1580689" y="3114675"/>
                </a:cubicBezTo>
                <a:cubicBezTo>
                  <a:pt x="1589729" y="3114675"/>
                  <a:pt x="1619250" y="3141197"/>
                  <a:pt x="1619250" y="3149319"/>
                </a:cubicBezTo>
                <a:cubicBezTo>
                  <a:pt x="1619250" y="3184095"/>
                  <a:pt x="1574149" y="3202583"/>
                  <a:pt x="1552614" y="3176635"/>
                </a:cubicBezTo>
                <a:close/>
                <a:moveTo>
                  <a:pt x="2270836" y="3167062"/>
                </a:moveTo>
                <a:cubicBezTo>
                  <a:pt x="2240184" y="3120280"/>
                  <a:pt x="2299543" y="3071752"/>
                  <a:pt x="2336911" y="3113043"/>
                </a:cubicBezTo>
                <a:cubicBezTo>
                  <a:pt x="2356708" y="3134919"/>
                  <a:pt x="2356983" y="3156630"/>
                  <a:pt x="2337707" y="3175907"/>
                </a:cubicBezTo>
                <a:cubicBezTo>
                  <a:pt x="2315807" y="3197806"/>
                  <a:pt x="2288625" y="3194211"/>
                  <a:pt x="2270836" y="3167062"/>
                </a:cubicBezTo>
                <a:close/>
                <a:moveTo>
                  <a:pt x="2587513" y="3173456"/>
                </a:moveTo>
                <a:cubicBezTo>
                  <a:pt x="2555866" y="3138486"/>
                  <a:pt x="2580625" y="3076575"/>
                  <a:pt x="2626256" y="3076575"/>
                </a:cubicBezTo>
                <a:cubicBezTo>
                  <a:pt x="2644990" y="3076575"/>
                  <a:pt x="2676525" y="3112426"/>
                  <a:pt x="2676525" y="3133725"/>
                </a:cubicBezTo>
                <a:cubicBezTo>
                  <a:pt x="2676525" y="3179440"/>
                  <a:pt x="2616981" y="3206018"/>
                  <a:pt x="2587513" y="3173456"/>
                </a:cubicBezTo>
                <a:close/>
                <a:moveTo>
                  <a:pt x="889563" y="3157378"/>
                </a:moveTo>
                <a:cubicBezTo>
                  <a:pt x="853764" y="3121580"/>
                  <a:pt x="871639" y="3073771"/>
                  <a:pt x="925222" y="3062002"/>
                </a:cubicBezTo>
                <a:cubicBezTo>
                  <a:pt x="997243" y="3046184"/>
                  <a:pt x="1014081" y="3133999"/>
                  <a:pt x="945982" y="3170269"/>
                </a:cubicBezTo>
                <a:cubicBezTo>
                  <a:pt x="918082" y="3185128"/>
                  <a:pt x="917084" y="3184900"/>
                  <a:pt x="889563" y="3157378"/>
                </a:cubicBezTo>
                <a:close/>
                <a:moveTo>
                  <a:pt x="2775314" y="3156055"/>
                </a:moveTo>
                <a:cubicBezTo>
                  <a:pt x="2770681" y="3137594"/>
                  <a:pt x="2773560" y="3127401"/>
                  <a:pt x="2785973" y="3118324"/>
                </a:cubicBezTo>
                <a:cubicBezTo>
                  <a:pt x="2820114" y="3093360"/>
                  <a:pt x="2857095" y="3139844"/>
                  <a:pt x="2827020" y="3169920"/>
                </a:cubicBezTo>
                <a:cubicBezTo>
                  <a:pt x="2807138" y="3189801"/>
                  <a:pt x="2782098" y="3183087"/>
                  <a:pt x="2775314" y="3156055"/>
                </a:cubicBezTo>
                <a:close/>
                <a:moveTo>
                  <a:pt x="597229" y="3146754"/>
                </a:moveTo>
                <a:cubicBezTo>
                  <a:pt x="580484" y="3130009"/>
                  <a:pt x="591117" y="3105150"/>
                  <a:pt x="615024" y="3105150"/>
                </a:cubicBezTo>
                <a:cubicBezTo>
                  <a:pt x="634929" y="3105150"/>
                  <a:pt x="638931" y="3109134"/>
                  <a:pt x="636456" y="3126483"/>
                </a:cubicBezTo>
                <a:cubicBezTo>
                  <a:pt x="633443" y="3147599"/>
                  <a:pt x="610124" y="3159649"/>
                  <a:pt x="597229" y="3146754"/>
                </a:cubicBezTo>
                <a:close/>
                <a:moveTo>
                  <a:pt x="1933954" y="3129420"/>
                </a:moveTo>
                <a:cubicBezTo>
                  <a:pt x="1908652" y="3098932"/>
                  <a:pt x="1945815" y="3052098"/>
                  <a:pt x="1978818" y="3072882"/>
                </a:cubicBezTo>
                <a:cubicBezTo>
                  <a:pt x="2011797" y="3093650"/>
                  <a:pt x="2000048" y="3143250"/>
                  <a:pt x="1962150" y="3143250"/>
                </a:cubicBezTo>
                <a:cubicBezTo>
                  <a:pt x="1952955" y="3143250"/>
                  <a:pt x="1940267" y="3137026"/>
                  <a:pt x="1933954" y="3129420"/>
                </a:cubicBezTo>
                <a:close/>
                <a:moveTo>
                  <a:pt x="3316448" y="3117137"/>
                </a:moveTo>
                <a:cubicBezTo>
                  <a:pt x="3320944" y="3078187"/>
                  <a:pt x="3352800" y="3075417"/>
                  <a:pt x="3352800" y="3113976"/>
                </a:cubicBezTo>
                <a:cubicBezTo>
                  <a:pt x="3352800" y="3137213"/>
                  <a:pt x="3348741" y="3143250"/>
                  <a:pt x="3333117" y="3143250"/>
                </a:cubicBezTo>
                <a:cubicBezTo>
                  <a:pt x="3317277" y="3143250"/>
                  <a:pt x="3314023" y="3138152"/>
                  <a:pt x="3316448" y="3117137"/>
                </a:cubicBezTo>
                <a:close/>
                <a:moveTo>
                  <a:pt x="1100999" y="3108725"/>
                </a:moveTo>
                <a:cubicBezTo>
                  <a:pt x="1092920" y="3087671"/>
                  <a:pt x="1117382" y="3062491"/>
                  <a:pt x="1138166" y="3070467"/>
                </a:cubicBezTo>
                <a:cubicBezTo>
                  <a:pt x="1147835" y="3074177"/>
                  <a:pt x="1152690" y="3084734"/>
                  <a:pt x="1150811" y="3097963"/>
                </a:cubicBezTo>
                <a:cubicBezTo>
                  <a:pt x="1147013" y="3124710"/>
                  <a:pt x="1110187" y="3132666"/>
                  <a:pt x="1100999" y="3108725"/>
                </a:cubicBezTo>
                <a:close/>
                <a:moveTo>
                  <a:pt x="3110592" y="3090182"/>
                </a:moveTo>
                <a:cubicBezTo>
                  <a:pt x="3090382" y="3069972"/>
                  <a:pt x="3091673" y="3025953"/>
                  <a:pt x="3113043" y="3006613"/>
                </a:cubicBezTo>
                <a:cubicBezTo>
                  <a:pt x="3149843" y="2973310"/>
                  <a:pt x="3200400" y="2997262"/>
                  <a:pt x="3200400" y="3048000"/>
                </a:cubicBezTo>
                <a:cubicBezTo>
                  <a:pt x="3200400" y="3081056"/>
                  <a:pt x="3178314" y="3105150"/>
                  <a:pt x="3148012" y="3105150"/>
                </a:cubicBezTo>
                <a:cubicBezTo>
                  <a:pt x="3135664" y="3105150"/>
                  <a:pt x="3118825" y="3098414"/>
                  <a:pt x="3110592" y="3090182"/>
                </a:cubicBezTo>
                <a:close/>
                <a:moveTo>
                  <a:pt x="733860" y="3072336"/>
                </a:moveTo>
                <a:cubicBezTo>
                  <a:pt x="712449" y="3046538"/>
                  <a:pt x="725369" y="3014662"/>
                  <a:pt x="757237" y="3014662"/>
                </a:cubicBezTo>
                <a:cubicBezTo>
                  <a:pt x="779822" y="3014662"/>
                  <a:pt x="786464" y="3019264"/>
                  <a:pt x="788924" y="3036618"/>
                </a:cubicBezTo>
                <a:cubicBezTo>
                  <a:pt x="792335" y="3060674"/>
                  <a:pt x="776053" y="3086100"/>
                  <a:pt x="757237" y="3086100"/>
                </a:cubicBezTo>
                <a:cubicBezTo>
                  <a:pt x="750662" y="3086100"/>
                  <a:pt x="740142" y="3079906"/>
                  <a:pt x="733860" y="3072336"/>
                </a:cubicBezTo>
                <a:close/>
                <a:moveTo>
                  <a:pt x="1406860" y="3075175"/>
                </a:moveTo>
                <a:cubicBezTo>
                  <a:pt x="1379631" y="3059936"/>
                  <a:pt x="1370242" y="3032826"/>
                  <a:pt x="1382714" y="3005453"/>
                </a:cubicBezTo>
                <a:cubicBezTo>
                  <a:pt x="1406228" y="2953845"/>
                  <a:pt x="1476375" y="2971675"/>
                  <a:pt x="1476375" y="3029259"/>
                </a:cubicBezTo>
                <a:cubicBezTo>
                  <a:pt x="1476375" y="3066765"/>
                  <a:pt x="1437599" y="3092377"/>
                  <a:pt x="1406860" y="3075175"/>
                </a:cubicBezTo>
                <a:close/>
                <a:moveTo>
                  <a:pt x="1716405" y="3074670"/>
                </a:moveTo>
                <a:cubicBezTo>
                  <a:pt x="1700326" y="3058591"/>
                  <a:pt x="1702181" y="3014550"/>
                  <a:pt x="1719544" y="3000140"/>
                </a:cubicBezTo>
                <a:cubicBezTo>
                  <a:pt x="1736983" y="2985668"/>
                  <a:pt x="1778196" y="3000579"/>
                  <a:pt x="1787456" y="3024712"/>
                </a:cubicBezTo>
                <a:cubicBezTo>
                  <a:pt x="1803420" y="3066313"/>
                  <a:pt x="1747421" y="3105686"/>
                  <a:pt x="1716405" y="3074670"/>
                </a:cubicBezTo>
                <a:close/>
                <a:moveTo>
                  <a:pt x="2425700" y="3070225"/>
                </a:moveTo>
                <a:cubicBezTo>
                  <a:pt x="2413497" y="3058022"/>
                  <a:pt x="2419485" y="3030936"/>
                  <a:pt x="2435767" y="3024688"/>
                </a:cubicBezTo>
                <a:cubicBezTo>
                  <a:pt x="2454985" y="3017313"/>
                  <a:pt x="2477830" y="3042974"/>
                  <a:pt x="2470064" y="3063213"/>
                </a:cubicBezTo>
                <a:cubicBezTo>
                  <a:pt x="2464768" y="3077014"/>
                  <a:pt x="2436894" y="3081419"/>
                  <a:pt x="2425700" y="3070225"/>
                </a:cubicBezTo>
                <a:close/>
                <a:moveTo>
                  <a:pt x="1222275" y="3042276"/>
                </a:moveTo>
                <a:cubicBezTo>
                  <a:pt x="1216262" y="3026605"/>
                  <a:pt x="1236129" y="3007465"/>
                  <a:pt x="1249701" y="3015853"/>
                </a:cubicBezTo>
                <a:cubicBezTo>
                  <a:pt x="1253880" y="3018436"/>
                  <a:pt x="1257300" y="3028868"/>
                  <a:pt x="1257300" y="3039037"/>
                </a:cubicBezTo>
                <a:cubicBezTo>
                  <a:pt x="1257300" y="3061323"/>
                  <a:pt x="1230534" y="3063798"/>
                  <a:pt x="1222275" y="3042276"/>
                </a:cubicBezTo>
                <a:close/>
                <a:moveTo>
                  <a:pt x="2092213" y="3040106"/>
                </a:moveTo>
                <a:cubicBezTo>
                  <a:pt x="2057208" y="3001426"/>
                  <a:pt x="2086181" y="2940843"/>
                  <a:pt x="2139685" y="2940843"/>
                </a:cubicBezTo>
                <a:cubicBezTo>
                  <a:pt x="2185604" y="2940843"/>
                  <a:pt x="2205707" y="2993831"/>
                  <a:pt x="2175922" y="3036355"/>
                </a:cubicBezTo>
                <a:cubicBezTo>
                  <a:pt x="2157615" y="3062492"/>
                  <a:pt x="2114232" y="3064436"/>
                  <a:pt x="2092213" y="3040106"/>
                </a:cubicBezTo>
                <a:close/>
                <a:moveTo>
                  <a:pt x="2877551" y="3034919"/>
                </a:moveTo>
                <a:cubicBezTo>
                  <a:pt x="2861803" y="3015943"/>
                  <a:pt x="2875006" y="2990850"/>
                  <a:pt x="2900739" y="2990850"/>
                </a:cubicBezTo>
                <a:cubicBezTo>
                  <a:pt x="2923384" y="2990850"/>
                  <a:pt x="2940534" y="3019710"/>
                  <a:pt x="2928990" y="3038389"/>
                </a:cubicBezTo>
                <a:cubicBezTo>
                  <a:pt x="2920428" y="3052243"/>
                  <a:pt x="2890239" y="3050206"/>
                  <a:pt x="2877551" y="3034919"/>
                </a:cubicBezTo>
                <a:close/>
                <a:moveTo>
                  <a:pt x="1859021" y="2975046"/>
                </a:moveTo>
                <a:cubicBezTo>
                  <a:pt x="1863036" y="2954201"/>
                  <a:pt x="1890712" y="2951252"/>
                  <a:pt x="1890712" y="2971669"/>
                </a:cubicBezTo>
                <a:cubicBezTo>
                  <a:pt x="1890712" y="2979455"/>
                  <a:pt x="1882822" y="2987346"/>
                  <a:pt x="1873178" y="2989203"/>
                </a:cubicBezTo>
                <a:cubicBezTo>
                  <a:pt x="1860449" y="2991654"/>
                  <a:pt x="1856570" y="2987775"/>
                  <a:pt x="1859021" y="2975046"/>
                </a:cubicBezTo>
                <a:close/>
                <a:moveTo>
                  <a:pt x="2518581" y="2976958"/>
                </a:moveTo>
                <a:cubicBezTo>
                  <a:pt x="2503974" y="2966110"/>
                  <a:pt x="2502429" y="2959938"/>
                  <a:pt x="2510875" y="2946164"/>
                </a:cubicBezTo>
                <a:cubicBezTo>
                  <a:pt x="2525494" y="2922322"/>
                  <a:pt x="2556757" y="2924003"/>
                  <a:pt x="2560303" y="2948820"/>
                </a:cubicBezTo>
                <a:cubicBezTo>
                  <a:pt x="2564524" y="2978361"/>
                  <a:pt x="2541434" y="2993932"/>
                  <a:pt x="2518581" y="2976958"/>
                </a:cubicBezTo>
                <a:close/>
                <a:moveTo>
                  <a:pt x="1006474" y="2974975"/>
                </a:moveTo>
                <a:cubicBezTo>
                  <a:pt x="995207" y="2963707"/>
                  <a:pt x="999724" y="2926840"/>
                  <a:pt x="1013803" y="2915155"/>
                </a:cubicBezTo>
                <a:cubicBezTo>
                  <a:pt x="1031643" y="2900349"/>
                  <a:pt x="1066800" y="2917928"/>
                  <a:pt x="1066800" y="2941655"/>
                </a:cubicBezTo>
                <a:cubicBezTo>
                  <a:pt x="1066800" y="2971878"/>
                  <a:pt x="1025944" y="2994444"/>
                  <a:pt x="1006474" y="2974975"/>
                </a:cubicBezTo>
                <a:close/>
                <a:moveTo>
                  <a:pt x="2318289" y="2948691"/>
                </a:moveTo>
                <a:cubicBezTo>
                  <a:pt x="2309623" y="2926108"/>
                  <a:pt x="2321885" y="2903301"/>
                  <a:pt x="2340739" y="2906932"/>
                </a:cubicBezTo>
                <a:cubicBezTo>
                  <a:pt x="2351284" y="2908963"/>
                  <a:pt x="2357437" y="2918827"/>
                  <a:pt x="2357437" y="2933700"/>
                </a:cubicBezTo>
                <a:cubicBezTo>
                  <a:pt x="2357437" y="2960852"/>
                  <a:pt x="2327373" y="2972364"/>
                  <a:pt x="2318289" y="2948691"/>
                </a:cubicBezTo>
                <a:close/>
                <a:moveTo>
                  <a:pt x="1597818" y="2942462"/>
                </a:moveTo>
                <a:cubicBezTo>
                  <a:pt x="1574362" y="2928800"/>
                  <a:pt x="1575902" y="2880028"/>
                  <a:pt x="1600200" y="2867025"/>
                </a:cubicBezTo>
                <a:cubicBezTo>
                  <a:pt x="1643478" y="2843863"/>
                  <a:pt x="1678147" y="2902017"/>
                  <a:pt x="1642382" y="2937782"/>
                </a:cubicBezTo>
                <a:cubicBezTo>
                  <a:pt x="1625032" y="2955131"/>
                  <a:pt x="1620405" y="2955617"/>
                  <a:pt x="1597818" y="2942462"/>
                </a:cubicBezTo>
                <a:close/>
                <a:moveTo>
                  <a:pt x="2701017" y="2937782"/>
                </a:moveTo>
                <a:cubicBezTo>
                  <a:pt x="2674944" y="2911708"/>
                  <a:pt x="2691569" y="2867025"/>
                  <a:pt x="2727342" y="2867025"/>
                </a:cubicBezTo>
                <a:cubicBezTo>
                  <a:pt x="2770209" y="2867025"/>
                  <a:pt x="2786122" y="2908238"/>
                  <a:pt x="2754356" y="2936986"/>
                </a:cubicBezTo>
                <a:cubicBezTo>
                  <a:pt x="2732609" y="2956666"/>
                  <a:pt x="2720089" y="2956853"/>
                  <a:pt x="2701017" y="2937782"/>
                </a:cubicBezTo>
                <a:close/>
                <a:moveTo>
                  <a:pt x="3230880" y="2922270"/>
                </a:moveTo>
                <a:cubicBezTo>
                  <a:pt x="3213634" y="2905024"/>
                  <a:pt x="3217142" y="2872065"/>
                  <a:pt x="3238255" y="2852958"/>
                </a:cubicBezTo>
                <a:cubicBezTo>
                  <a:pt x="3274752" y="2819929"/>
                  <a:pt x="3319933" y="2869275"/>
                  <a:pt x="3295314" y="2915276"/>
                </a:cubicBezTo>
                <a:cubicBezTo>
                  <a:pt x="3284293" y="2935870"/>
                  <a:pt x="3248378" y="2939768"/>
                  <a:pt x="3230880" y="2922270"/>
                </a:cubicBezTo>
                <a:close/>
                <a:moveTo>
                  <a:pt x="620723" y="2899457"/>
                </a:moveTo>
                <a:cubicBezTo>
                  <a:pt x="570939" y="2864587"/>
                  <a:pt x="617592" y="2774355"/>
                  <a:pt x="670909" y="2802392"/>
                </a:cubicBezTo>
                <a:cubicBezTo>
                  <a:pt x="712785" y="2824412"/>
                  <a:pt x="716743" y="2865812"/>
                  <a:pt x="679752" y="2894908"/>
                </a:cubicBezTo>
                <a:cubicBezTo>
                  <a:pt x="649612" y="2918617"/>
                  <a:pt x="648230" y="2918723"/>
                  <a:pt x="620723" y="2899457"/>
                </a:cubicBezTo>
                <a:close/>
                <a:moveTo>
                  <a:pt x="1973580" y="2903220"/>
                </a:moveTo>
                <a:cubicBezTo>
                  <a:pt x="1950126" y="2879766"/>
                  <a:pt x="1973217" y="2841854"/>
                  <a:pt x="2003805" y="2853592"/>
                </a:cubicBezTo>
                <a:cubicBezTo>
                  <a:pt x="2028210" y="2862957"/>
                  <a:pt x="2017136" y="2914650"/>
                  <a:pt x="1990725" y="2914650"/>
                </a:cubicBezTo>
                <a:cubicBezTo>
                  <a:pt x="1987581" y="2914650"/>
                  <a:pt x="1979866" y="2909506"/>
                  <a:pt x="1973580" y="2903220"/>
                </a:cubicBezTo>
                <a:close/>
                <a:moveTo>
                  <a:pt x="3022869" y="2890837"/>
                </a:moveTo>
                <a:cubicBezTo>
                  <a:pt x="3014510" y="2869053"/>
                  <a:pt x="3026220" y="2847975"/>
                  <a:pt x="3046681" y="2847975"/>
                </a:cubicBezTo>
                <a:cubicBezTo>
                  <a:pt x="3069210" y="2847975"/>
                  <a:pt x="3080777" y="2874296"/>
                  <a:pt x="3066048" y="2892044"/>
                </a:cubicBezTo>
                <a:cubicBezTo>
                  <a:pt x="3051717" y="2909311"/>
                  <a:pt x="3029722" y="2908697"/>
                  <a:pt x="3022869" y="2890837"/>
                </a:cubicBezTo>
                <a:close/>
                <a:moveTo>
                  <a:pt x="873925" y="2888656"/>
                </a:moveTo>
                <a:cubicBezTo>
                  <a:pt x="852484" y="2883540"/>
                  <a:pt x="843050" y="2845931"/>
                  <a:pt x="856775" y="2820287"/>
                </a:cubicBezTo>
                <a:cubicBezTo>
                  <a:pt x="869141" y="2797181"/>
                  <a:pt x="906563" y="2793718"/>
                  <a:pt x="923489" y="2814113"/>
                </a:cubicBezTo>
                <a:cubicBezTo>
                  <a:pt x="949190" y="2845080"/>
                  <a:pt x="913878" y="2898188"/>
                  <a:pt x="873925" y="2888656"/>
                </a:cubicBezTo>
                <a:close/>
                <a:moveTo>
                  <a:pt x="1186542" y="2880632"/>
                </a:moveTo>
                <a:cubicBezTo>
                  <a:pt x="1178310" y="2872399"/>
                  <a:pt x="1171575" y="2853776"/>
                  <a:pt x="1171575" y="2839245"/>
                </a:cubicBezTo>
                <a:cubicBezTo>
                  <a:pt x="1171575" y="2784326"/>
                  <a:pt x="1242792" y="2759828"/>
                  <a:pt x="1272157" y="2804646"/>
                </a:cubicBezTo>
                <a:cubicBezTo>
                  <a:pt x="1308371" y="2859915"/>
                  <a:pt x="1232852" y="2926941"/>
                  <a:pt x="1186542" y="2880632"/>
                </a:cubicBezTo>
                <a:close/>
                <a:moveTo>
                  <a:pt x="1438256" y="2838415"/>
                </a:moveTo>
                <a:cubicBezTo>
                  <a:pt x="1430085" y="2823148"/>
                  <a:pt x="1430214" y="2814825"/>
                  <a:pt x="1438780" y="2804503"/>
                </a:cubicBezTo>
                <a:cubicBezTo>
                  <a:pt x="1465349" y="2772489"/>
                  <a:pt x="1510811" y="2802368"/>
                  <a:pt x="1488776" y="2837363"/>
                </a:cubicBezTo>
                <a:cubicBezTo>
                  <a:pt x="1474143" y="2860601"/>
                  <a:pt x="1450395" y="2861096"/>
                  <a:pt x="1438256" y="2838415"/>
                </a:cubicBezTo>
                <a:close/>
                <a:moveTo>
                  <a:pt x="1806236" y="2837342"/>
                </a:moveTo>
                <a:cubicBezTo>
                  <a:pt x="1795313" y="2821748"/>
                  <a:pt x="1794459" y="2812045"/>
                  <a:pt x="1802462" y="2794480"/>
                </a:cubicBezTo>
                <a:cubicBezTo>
                  <a:pt x="1820524" y="2754839"/>
                  <a:pt x="1876425" y="2770074"/>
                  <a:pt x="1876425" y="2814637"/>
                </a:cubicBezTo>
                <a:cubicBezTo>
                  <a:pt x="1876425" y="2857446"/>
                  <a:pt x="1830682" y="2872243"/>
                  <a:pt x="1806236" y="2837342"/>
                </a:cubicBezTo>
                <a:close/>
                <a:moveTo>
                  <a:pt x="2422517" y="2813539"/>
                </a:moveTo>
                <a:cubicBezTo>
                  <a:pt x="2407898" y="2791229"/>
                  <a:pt x="2407658" y="2786011"/>
                  <a:pt x="2420217" y="2763533"/>
                </a:cubicBezTo>
                <a:cubicBezTo>
                  <a:pt x="2447134" y="2715354"/>
                  <a:pt x="2514600" y="2728401"/>
                  <a:pt x="2514600" y="2781785"/>
                </a:cubicBezTo>
                <a:cubicBezTo>
                  <a:pt x="2514600" y="2837694"/>
                  <a:pt x="2452398" y="2859144"/>
                  <a:pt x="2422517" y="2813539"/>
                </a:cubicBezTo>
                <a:close/>
                <a:moveTo>
                  <a:pt x="2130826" y="2813451"/>
                </a:moveTo>
                <a:cubicBezTo>
                  <a:pt x="2120821" y="2803446"/>
                  <a:pt x="2122644" y="2773783"/>
                  <a:pt x="2133685" y="2766959"/>
                </a:cubicBezTo>
                <a:cubicBezTo>
                  <a:pt x="2152864" y="2755106"/>
                  <a:pt x="2182448" y="2772621"/>
                  <a:pt x="2179399" y="2794024"/>
                </a:cubicBezTo>
                <a:cubicBezTo>
                  <a:pt x="2176493" y="2814419"/>
                  <a:pt x="2144564" y="2827189"/>
                  <a:pt x="2130826" y="2813451"/>
                </a:cubicBezTo>
                <a:close/>
                <a:moveTo>
                  <a:pt x="2834367" y="2804432"/>
                </a:moveTo>
                <a:cubicBezTo>
                  <a:pt x="2804315" y="2774379"/>
                  <a:pt x="2830413" y="2705100"/>
                  <a:pt x="2871787" y="2705100"/>
                </a:cubicBezTo>
                <a:cubicBezTo>
                  <a:pt x="2893542" y="2705100"/>
                  <a:pt x="2924175" y="2740438"/>
                  <a:pt x="2924175" y="2765536"/>
                </a:cubicBezTo>
                <a:cubicBezTo>
                  <a:pt x="2924175" y="2810549"/>
                  <a:pt x="2865777" y="2835841"/>
                  <a:pt x="2834367" y="2804432"/>
                </a:cubicBezTo>
                <a:close/>
                <a:moveTo>
                  <a:pt x="3110592" y="2747282"/>
                </a:moveTo>
                <a:cubicBezTo>
                  <a:pt x="3093040" y="2729730"/>
                  <a:pt x="3092089" y="2719979"/>
                  <a:pt x="3105485" y="2694948"/>
                </a:cubicBezTo>
                <a:cubicBezTo>
                  <a:pt x="3123563" y="2661169"/>
                  <a:pt x="3181350" y="2677090"/>
                  <a:pt x="3181350" y="2715849"/>
                </a:cubicBezTo>
                <a:cubicBezTo>
                  <a:pt x="3181350" y="2735487"/>
                  <a:pt x="3156627" y="2762250"/>
                  <a:pt x="3138487" y="2762250"/>
                </a:cubicBezTo>
                <a:cubicBezTo>
                  <a:pt x="3131377" y="2762250"/>
                  <a:pt x="3118825" y="2755514"/>
                  <a:pt x="3110592" y="2747282"/>
                </a:cubicBezTo>
                <a:close/>
                <a:moveTo>
                  <a:pt x="3321049" y="2755900"/>
                </a:moveTo>
                <a:cubicBezTo>
                  <a:pt x="3308217" y="2743067"/>
                  <a:pt x="3315231" y="2715010"/>
                  <a:pt x="3333750" y="2705100"/>
                </a:cubicBezTo>
                <a:cubicBezTo>
                  <a:pt x="3351130" y="2695798"/>
                  <a:pt x="3352800" y="2697856"/>
                  <a:pt x="3352800" y="2728577"/>
                </a:cubicBezTo>
                <a:cubicBezTo>
                  <a:pt x="3352800" y="2760270"/>
                  <a:pt x="3338084" y="2772934"/>
                  <a:pt x="3321049" y="2755900"/>
                </a:cubicBezTo>
                <a:close/>
                <a:moveTo>
                  <a:pt x="2257794" y="2734365"/>
                </a:moveTo>
                <a:cubicBezTo>
                  <a:pt x="2240648" y="2702328"/>
                  <a:pt x="2266787" y="2669750"/>
                  <a:pt x="2299551" y="2682322"/>
                </a:cubicBezTo>
                <a:cubicBezTo>
                  <a:pt x="2332611" y="2695009"/>
                  <a:pt x="2321502" y="2752725"/>
                  <a:pt x="2286000" y="2752725"/>
                </a:cubicBezTo>
                <a:cubicBezTo>
                  <a:pt x="2275891" y="2752725"/>
                  <a:pt x="2263198" y="2744463"/>
                  <a:pt x="2257794" y="2734365"/>
                </a:cubicBezTo>
                <a:close/>
                <a:moveTo>
                  <a:pt x="1035049" y="2736850"/>
                </a:moveTo>
                <a:cubicBezTo>
                  <a:pt x="1022380" y="2724180"/>
                  <a:pt x="1029106" y="2686502"/>
                  <a:pt x="1045614" y="2677667"/>
                </a:cubicBezTo>
                <a:cubicBezTo>
                  <a:pt x="1080842" y="2658814"/>
                  <a:pt x="1112382" y="2703332"/>
                  <a:pt x="1083945" y="2731770"/>
                </a:cubicBezTo>
                <a:cubicBezTo>
                  <a:pt x="1071491" y="2744223"/>
                  <a:pt x="1045159" y="2746959"/>
                  <a:pt x="1035049" y="2736850"/>
                </a:cubicBezTo>
                <a:close/>
                <a:moveTo>
                  <a:pt x="2655093" y="2732692"/>
                </a:moveTo>
                <a:cubicBezTo>
                  <a:pt x="2622611" y="2714201"/>
                  <a:pt x="2646708" y="2657175"/>
                  <a:pt x="2681382" y="2670480"/>
                </a:cubicBezTo>
                <a:cubicBezTo>
                  <a:pt x="2705293" y="2679656"/>
                  <a:pt x="2709256" y="2705197"/>
                  <a:pt x="2689754" y="2724433"/>
                </a:cubicBezTo>
                <a:cubicBezTo>
                  <a:pt x="2676275" y="2737730"/>
                  <a:pt x="2667581" y="2739801"/>
                  <a:pt x="2655093" y="2732692"/>
                </a:cubicBezTo>
                <a:close/>
                <a:moveTo>
                  <a:pt x="719168" y="2705196"/>
                </a:moveTo>
                <a:cubicBezTo>
                  <a:pt x="711047" y="2679610"/>
                  <a:pt x="730491" y="2655694"/>
                  <a:pt x="756404" y="2659396"/>
                </a:cubicBezTo>
                <a:cubicBezTo>
                  <a:pt x="789149" y="2664075"/>
                  <a:pt x="784403" y="2718448"/>
                  <a:pt x="750911" y="2722322"/>
                </a:cubicBezTo>
                <a:cubicBezTo>
                  <a:pt x="731997" y="2724510"/>
                  <a:pt x="723913" y="2720148"/>
                  <a:pt x="719168" y="2705196"/>
                </a:cubicBezTo>
                <a:close/>
                <a:moveTo>
                  <a:pt x="1590675" y="2695575"/>
                </a:moveTo>
                <a:cubicBezTo>
                  <a:pt x="1554906" y="2659806"/>
                  <a:pt x="1578699" y="2600325"/>
                  <a:pt x="1628775" y="2600325"/>
                </a:cubicBezTo>
                <a:cubicBezTo>
                  <a:pt x="1681053" y="2600325"/>
                  <a:pt x="1700665" y="2653125"/>
                  <a:pt x="1662545" y="2691245"/>
                </a:cubicBezTo>
                <a:cubicBezTo>
                  <a:pt x="1634184" y="2719606"/>
                  <a:pt x="1615813" y="2720713"/>
                  <a:pt x="1590675" y="2695575"/>
                </a:cubicBezTo>
                <a:close/>
                <a:moveTo>
                  <a:pt x="587704" y="2699079"/>
                </a:moveTo>
                <a:cubicBezTo>
                  <a:pt x="575247" y="2686622"/>
                  <a:pt x="580944" y="2647383"/>
                  <a:pt x="596051" y="2641586"/>
                </a:cubicBezTo>
                <a:cubicBezTo>
                  <a:pt x="619053" y="2632759"/>
                  <a:pt x="645182" y="2663280"/>
                  <a:pt x="632230" y="2683847"/>
                </a:cubicBezTo>
                <a:cubicBezTo>
                  <a:pt x="620874" y="2701879"/>
                  <a:pt x="598245" y="2709620"/>
                  <a:pt x="587704" y="2699079"/>
                </a:cubicBezTo>
                <a:close/>
                <a:moveTo>
                  <a:pt x="1327685" y="2691505"/>
                </a:moveTo>
                <a:cubicBezTo>
                  <a:pt x="1324816" y="2684028"/>
                  <a:pt x="1323879" y="2667954"/>
                  <a:pt x="1325603" y="2655786"/>
                </a:cubicBezTo>
                <a:cubicBezTo>
                  <a:pt x="1330157" y="2623639"/>
                  <a:pt x="1384446" y="2623495"/>
                  <a:pt x="1388999" y="2655618"/>
                </a:cubicBezTo>
                <a:cubicBezTo>
                  <a:pt x="1394636" y="2695378"/>
                  <a:pt x="1341178" y="2726667"/>
                  <a:pt x="1327685" y="2691505"/>
                </a:cubicBezTo>
                <a:close/>
                <a:moveTo>
                  <a:pt x="1977117" y="2671082"/>
                </a:moveTo>
                <a:cubicBezTo>
                  <a:pt x="1944229" y="2638193"/>
                  <a:pt x="1968299" y="2578893"/>
                  <a:pt x="2014537" y="2578893"/>
                </a:cubicBezTo>
                <a:cubicBezTo>
                  <a:pt x="2062172" y="2578893"/>
                  <a:pt x="2084889" y="2638264"/>
                  <a:pt x="2049506" y="2670286"/>
                </a:cubicBezTo>
                <a:cubicBezTo>
                  <a:pt x="2027554" y="2690152"/>
                  <a:pt x="1996529" y="2690493"/>
                  <a:pt x="1977117" y="2671082"/>
                </a:cubicBezTo>
                <a:close/>
                <a:moveTo>
                  <a:pt x="1791842" y="2659610"/>
                </a:moveTo>
                <a:cubicBezTo>
                  <a:pt x="1781060" y="2639462"/>
                  <a:pt x="1794633" y="2609850"/>
                  <a:pt x="1814650" y="2609850"/>
                </a:cubicBezTo>
                <a:cubicBezTo>
                  <a:pt x="1834472" y="2609850"/>
                  <a:pt x="1848079" y="2640383"/>
                  <a:pt x="1837044" y="2660102"/>
                </a:cubicBezTo>
                <a:cubicBezTo>
                  <a:pt x="1825155" y="2681345"/>
                  <a:pt x="1803347" y="2681107"/>
                  <a:pt x="1791842" y="2659610"/>
                </a:cubicBezTo>
                <a:close/>
                <a:moveTo>
                  <a:pt x="2933800" y="2624258"/>
                </a:moveTo>
                <a:cubicBezTo>
                  <a:pt x="2918333" y="2605622"/>
                  <a:pt x="2928320" y="2581275"/>
                  <a:pt x="2951431" y="2581275"/>
                </a:cubicBezTo>
                <a:cubicBezTo>
                  <a:pt x="2973960" y="2581275"/>
                  <a:pt x="2985527" y="2607596"/>
                  <a:pt x="2970798" y="2625344"/>
                </a:cubicBezTo>
                <a:cubicBezTo>
                  <a:pt x="2956896" y="2642095"/>
                  <a:pt x="2948396" y="2641845"/>
                  <a:pt x="2933800" y="2624258"/>
                </a:cubicBezTo>
                <a:close/>
                <a:moveTo>
                  <a:pt x="875837" y="2608985"/>
                </a:moveTo>
                <a:cubicBezTo>
                  <a:pt x="852333" y="2565068"/>
                  <a:pt x="900302" y="2510812"/>
                  <a:pt x="942615" y="2533457"/>
                </a:cubicBezTo>
                <a:cubicBezTo>
                  <a:pt x="964677" y="2545264"/>
                  <a:pt x="969719" y="2598345"/>
                  <a:pt x="950595" y="2617470"/>
                </a:cubicBezTo>
                <a:cubicBezTo>
                  <a:pt x="931776" y="2636288"/>
                  <a:pt x="887776" y="2631294"/>
                  <a:pt x="875837" y="2608985"/>
                </a:cubicBezTo>
                <a:close/>
                <a:moveTo>
                  <a:pt x="2387929" y="2613354"/>
                </a:moveTo>
                <a:cubicBezTo>
                  <a:pt x="2370727" y="2596152"/>
                  <a:pt x="2381252" y="2560900"/>
                  <a:pt x="2402681" y="2563943"/>
                </a:cubicBezTo>
                <a:cubicBezTo>
                  <a:pt x="2418343" y="2566168"/>
                  <a:pt x="2424112" y="2573362"/>
                  <a:pt x="2424112" y="2590669"/>
                </a:cubicBezTo>
                <a:cubicBezTo>
                  <a:pt x="2424112" y="2613659"/>
                  <a:pt x="2402059" y="2627484"/>
                  <a:pt x="2387929" y="2613354"/>
                </a:cubicBezTo>
                <a:close/>
                <a:moveTo>
                  <a:pt x="1137976" y="2590511"/>
                </a:moveTo>
                <a:cubicBezTo>
                  <a:pt x="1102280" y="2551067"/>
                  <a:pt x="1155227" y="2490794"/>
                  <a:pt x="1195911" y="2524560"/>
                </a:cubicBezTo>
                <a:cubicBezTo>
                  <a:pt x="1214070" y="2539630"/>
                  <a:pt x="1213444" y="2576144"/>
                  <a:pt x="1194707" y="2594882"/>
                </a:cubicBezTo>
                <a:cubicBezTo>
                  <a:pt x="1174649" y="2614939"/>
                  <a:pt x="1158992" y="2613733"/>
                  <a:pt x="1137976" y="2590511"/>
                </a:cubicBezTo>
                <a:close/>
                <a:moveTo>
                  <a:pt x="3228975" y="2581275"/>
                </a:moveTo>
                <a:cubicBezTo>
                  <a:pt x="3195391" y="2547691"/>
                  <a:pt x="3219102" y="2486025"/>
                  <a:pt x="3265598" y="2486025"/>
                </a:cubicBezTo>
                <a:cubicBezTo>
                  <a:pt x="3308715" y="2486025"/>
                  <a:pt x="3330679" y="2554336"/>
                  <a:pt x="3297281" y="2584561"/>
                </a:cubicBezTo>
                <a:cubicBezTo>
                  <a:pt x="3274133" y="2605510"/>
                  <a:pt x="3252152" y="2604452"/>
                  <a:pt x="3228975" y="2581275"/>
                </a:cubicBezTo>
                <a:close/>
                <a:moveTo>
                  <a:pt x="2186667" y="2566307"/>
                </a:moveTo>
                <a:cubicBezTo>
                  <a:pt x="2166633" y="2546272"/>
                  <a:pt x="2167811" y="2528013"/>
                  <a:pt x="2190609" y="2505215"/>
                </a:cubicBezTo>
                <a:cubicBezTo>
                  <a:pt x="2217351" y="2478473"/>
                  <a:pt x="2257425" y="2496244"/>
                  <a:pt x="2257425" y="2534843"/>
                </a:cubicBezTo>
                <a:cubicBezTo>
                  <a:pt x="2257425" y="2575535"/>
                  <a:pt x="2214834" y="2594474"/>
                  <a:pt x="2186667" y="2566307"/>
                </a:cubicBezTo>
                <a:close/>
                <a:moveTo>
                  <a:pt x="2532094" y="2557852"/>
                </a:moveTo>
                <a:cubicBezTo>
                  <a:pt x="2519027" y="2529172"/>
                  <a:pt x="2542571" y="2486025"/>
                  <a:pt x="2571289" y="2486025"/>
                </a:cubicBezTo>
                <a:cubicBezTo>
                  <a:pt x="2592954" y="2486025"/>
                  <a:pt x="2619375" y="2510293"/>
                  <a:pt x="2619375" y="2530194"/>
                </a:cubicBezTo>
                <a:cubicBezTo>
                  <a:pt x="2619375" y="2581906"/>
                  <a:pt x="2552683" y="2603040"/>
                  <a:pt x="2532094" y="2557852"/>
                </a:cubicBezTo>
                <a:close/>
                <a:moveTo>
                  <a:pt x="2738309" y="2561821"/>
                </a:moveTo>
                <a:cubicBezTo>
                  <a:pt x="2730503" y="2537227"/>
                  <a:pt x="2743991" y="2521046"/>
                  <a:pt x="2768382" y="2525743"/>
                </a:cubicBezTo>
                <a:cubicBezTo>
                  <a:pt x="2779952" y="2527971"/>
                  <a:pt x="2786062" y="2537332"/>
                  <a:pt x="2786062" y="2552830"/>
                </a:cubicBezTo>
                <a:cubicBezTo>
                  <a:pt x="2786062" y="2584708"/>
                  <a:pt x="2747856" y="2591901"/>
                  <a:pt x="2738309" y="2561821"/>
                </a:cubicBezTo>
                <a:close/>
                <a:moveTo>
                  <a:pt x="574968" y="2538476"/>
                </a:moveTo>
                <a:cubicBezTo>
                  <a:pt x="571669" y="2529878"/>
                  <a:pt x="573537" y="2518277"/>
                  <a:pt x="579120" y="2512695"/>
                </a:cubicBezTo>
                <a:cubicBezTo>
                  <a:pt x="593632" y="2498182"/>
                  <a:pt x="621129" y="2511446"/>
                  <a:pt x="617338" y="2531130"/>
                </a:cubicBezTo>
                <a:cubicBezTo>
                  <a:pt x="613115" y="2553055"/>
                  <a:pt x="582594" y="2558347"/>
                  <a:pt x="574968" y="2538476"/>
                </a:cubicBezTo>
                <a:close/>
                <a:moveTo>
                  <a:pt x="1486269" y="2515290"/>
                </a:moveTo>
                <a:cubicBezTo>
                  <a:pt x="1473818" y="2492025"/>
                  <a:pt x="1482281" y="2469407"/>
                  <a:pt x="1506287" y="2461788"/>
                </a:cubicBezTo>
                <a:cubicBezTo>
                  <a:pt x="1541871" y="2450494"/>
                  <a:pt x="1567843" y="2495521"/>
                  <a:pt x="1541145" y="2522220"/>
                </a:cubicBezTo>
                <a:cubicBezTo>
                  <a:pt x="1524001" y="2539363"/>
                  <a:pt x="1497352" y="2535998"/>
                  <a:pt x="1486269" y="2515290"/>
                </a:cubicBezTo>
                <a:close/>
                <a:moveTo>
                  <a:pt x="1847950" y="2509958"/>
                </a:moveTo>
                <a:cubicBezTo>
                  <a:pt x="1832123" y="2490888"/>
                  <a:pt x="1842666" y="2466975"/>
                  <a:pt x="1866900" y="2466975"/>
                </a:cubicBezTo>
                <a:cubicBezTo>
                  <a:pt x="1877706" y="2466975"/>
                  <a:pt x="1889036" y="2473458"/>
                  <a:pt x="1892077" y="2481383"/>
                </a:cubicBezTo>
                <a:cubicBezTo>
                  <a:pt x="1897550" y="2495646"/>
                  <a:pt x="1880775" y="2524125"/>
                  <a:pt x="1866900" y="2524125"/>
                </a:cubicBezTo>
                <a:cubicBezTo>
                  <a:pt x="1862944" y="2524125"/>
                  <a:pt x="1854416" y="2517750"/>
                  <a:pt x="1847950" y="2509958"/>
                </a:cubicBezTo>
                <a:close/>
                <a:moveTo>
                  <a:pt x="3009900" y="2505075"/>
                </a:moveTo>
                <a:cubicBezTo>
                  <a:pt x="2988270" y="2464659"/>
                  <a:pt x="3038281" y="2427549"/>
                  <a:pt x="3067284" y="2462494"/>
                </a:cubicBezTo>
                <a:cubicBezTo>
                  <a:pt x="3076529" y="2473635"/>
                  <a:pt x="3076852" y="2482602"/>
                  <a:pt x="3068654" y="2500594"/>
                </a:cubicBezTo>
                <a:cubicBezTo>
                  <a:pt x="3055650" y="2529136"/>
                  <a:pt x="3024066" y="2531544"/>
                  <a:pt x="3009900" y="2505075"/>
                </a:cubicBezTo>
                <a:close/>
                <a:moveTo>
                  <a:pt x="710799" y="2500139"/>
                </a:moveTo>
                <a:cubicBezTo>
                  <a:pt x="692914" y="2482254"/>
                  <a:pt x="691253" y="2463804"/>
                  <a:pt x="705185" y="2437773"/>
                </a:cubicBezTo>
                <a:cubicBezTo>
                  <a:pt x="718110" y="2413621"/>
                  <a:pt x="754449" y="2414269"/>
                  <a:pt x="776876" y="2439050"/>
                </a:cubicBezTo>
                <a:cubicBezTo>
                  <a:pt x="812769" y="2478712"/>
                  <a:pt x="748650" y="2537989"/>
                  <a:pt x="710799" y="2500139"/>
                </a:cubicBezTo>
                <a:close/>
                <a:moveTo>
                  <a:pt x="1306585" y="2463979"/>
                </a:moveTo>
                <a:cubicBezTo>
                  <a:pt x="1279707" y="2435369"/>
                  <a:pt x="1280420" y="2414413"/>
                  <a:pt x="1309254" y="2385579"/>
                </a:cubicBezTo>
                <a:cubicBezTo>
                  <a:pt x="1350062" y="2344771"/>
                  <a:pt x="1400175" y="2363760"/>
                  <a:pt x="1400175" y="2420030"/>
                </a:cubicBezTo>
                <a:cubicBezTo>
                  <a:pt x="1400175" y="2477347"/>
                  <a:pt x="1343948" y="2503751"/>
                  <a:pt x="1306585" y="2463979"/>
                </a:cubicBezTo>
                <a:close/>
                <a:moveTo>
                  <a:pt x="1661236" y="2443162"/>
                </a:moveTo>
                <a:cubicBezTo>
                  <a:pt x="1629896" y="2395331"/>
                  <a:pt x="1694786" y="2345122"/>
                  <a:pt x="1727528" y="2391868"/>
                </a:cubicBezTo>
                <a:cubicBezTo>
                  <a:pt x="1743019" y="2413984"/>
                  <a:pt x="1738917" y="2436693"/>
                  <a:pt x="1716110" y="2455068"/>
                </a:cubicBezTo>
                <a:cubicBezTo>
                  <a:pt x="1693947" y="2472926"/>
                  <a:pt x="1678549" y="2469585"/>
                  <a:pt x="1661236" y="2443162"/>
                </a:cubicBezTo>
                <a:close/>
                <a:moveTo>
                  <a:pt x="2029194" y="2439090"/>
                </a:moveTo>
                <a:cubicBezTo>
                  <a:pt x="2017810" y="2417818"/>
                  <a:pt x="2024370" y="2394522"/>
                  <a:pt x="2043848" y="2387047"/>
                </a:cubicBezTo>
                <a:cubicBezTo>
                  <a:pt x="2063763" y="2379406"/>
                  <a:pt x="2084425" y="2389936"/>
                  <a:pt x="2091161" y="2411162"/>
                </a:cubicBezTo>
                <a:cubicBezTo>
                  <a:pt x="2103673" y="2450583"/>
                  <a:pt x="2048623" y="2475393"/>
                  <a:pt x="2029194" y="2439090"/>
                </a:cubicBezTo>
                <a:close/>
                <a:moveTo>
                  <a:pt x="2419729" y="2443620"/>
                </a:moveTo>
                <a:cubicBezTo>
                  <a:pt x="2401422" y="2421561"/>
                  <a:pt x="2411598" y="2395537"/>
                  <a:pt x="2438530" y="2395537"/>
                </a:cubicBezTo>
                <a:cubicBezTo>
                  <a:pt x="2456244" y="2395537"/>
                  <a:pt x="2463022" y="2401267"/>
                  <a:pt x="2465427" y="2418272"/>
                </a:cubicBezTo>
                <a:cubicBezTo>
                  <a:pt x="2470193" y="2451983"/>
                  <a:pt x="2440390" y="2468514"/>
                  <a:pt x="2419729" y="2443620"/>
                </a:cubicBezTo>
                <a:close/>
                <a:moveTo>
                  <a:pt x="1035379" y="2432379"/>
                </a:moveTo>
                <a:cubicBezTo>
                  <a:pt x="1022922" y="2419922"/>
                  <a:pt x="1028619" y="2380683"/>
                  <a:pt x="1043726" y="2374886"/>
                </a:cubicBezTo>
                <a:cubicBezTo>
                  <a:pt x="1066728" y="2366059"/>
                  <a:pt x="1092857" y="2396580"/>
                  <a:pt x="1079905" y="2417147"/>
                </a:cubicBezTo>
                <a:cubicBezTo>
                  <a:pt x="1068549" y="2435179"/>
                  <a:pt x="1045920" y="2442920"/>
                  <a:pt x="1035379" y="2432379"/>
                </a:cubicBezTo>
                <a:close/>
                <a:moveTo>
                  <a:pt x="2821305" y="2426970"/>
                </a:moveTo>
                <a:cubicBezTo>
                  <a:pt x="2815018" y="2420683"/>
                  <a:pt x="2809875" y="2402252"/>
                  <a:pt x="2809875" y="2386012"/>
                </a:cubicBezTo>
                <a:cubicBezTo>
                  <a:pt x="2809875" y="2349982"/>
                  <a:pt x="2824745" y="2333625"/>
                  <a:pt x="2857500" y="2333625"/>
                </a:cubicBezTo>
                <a:cubicBezTo>
                  <a:pt x="2889327" y="2333625"/>
                  <a:pt x="2905125" y="2349828"/>
                  <a:pt x="2905125" y="2382474"/>
                </a:cubicBezTo>
                <a:cubicBezTo>
                  <a:pt x="2905125" y="2428448"/>
                  <a:pt x="2851336" y="2457001"/>
                  <a:pt x="2821305" y="2426970"/>
                </a:cubicBezTo>
                <a:close/>
                <a:moveTo>
                  <a:pt x="3326130" y="2398395"/>
                </a:moveTo>
                <a:cubicBezTo>
                  <a:pt x="3303917" y="2376182"/>
                  <a:pt x="3319563" y="2333625"/>
                  <a:pt x="3349942" y="2333625"/>
                </a:cubicBezTo>
                <a:cubicBezTo>
                  <a:pt x="3358038" y="2333625"/>
                  <a:pt x="3362325" y="2346813"/>
                  <a:pt x="3362325" y="2371725"/>
                </a:cubicBezTo>
                <a:cubicBezTo>
                  <a:pt x="3362325" y="2410985"/>
                  <a:pt x="3348734" y="2420999"/>
                  <a:pt x="3326130" y="2398395"/>
                </a:cubicBezTo>
                <a:close/>
                <a:moveTo>
                  <a:pt x="561975" y="2352339"/>
                </a:moveTo>
                <a:cubicBezTo>
                  <a:pt x="561975" y="2306892"/>
                  <a:pt x="563001" y="2304928"/>
                  <a:pt x="581563" y="2314862"/>
                </a:cubicBezTo>
                <a:cubicBezTo>
                  <a:pt x="607832" y="2328921"/>
                  <a:pt x="614298" y="2349073"/>
                  <a:pt x="601531" y="2377094"/>
                </a:cubicBezTo>
                <a:cubicBezTo>
                  <a:pt x="582469" y="2418931"/>
                  <a:pt x="561975" y="2406105"/>
                  <a:pt x="561975" y="2352339"/>
                </a:cubicBezTo>
                <a:close/>
                <a:moveTo>
                  <a:pt x="2601105" y="2382709"/>
                </a:moveTo>
                <a:cubicBezTo>
                  <a:pt x="2594628" y="2370606"/>
                  <a:pt x="2595118" y="2361691"/>
                  <a:pt x="2602675" y="2354134"/>
                </a:cubicBezTo>
                <a:cubicBezTo>
                  <a:pt x="2628805" y="2328004"/>
                  <a:pt x="2661907" y="2357717"/>
                  <a:pt x="2638324" y="2386133"/>
                </a:cubicBezTo>
                <a:cubicBezTo>
                  <a:pt x="2622718" y="2404938"/>
                  <a:pt x="2612499" y="2403997"/>
                  <a:pt x="2601105" y="2382709"/>
                </a:cubicBezTo>
                <a:close/>
                <a:moveTo>
                  <a:pt x="2247427" y="2366393"/>
                </a:moveTo>
                <a:cubicBezTo>
                  <a:pt x="2226599" y="2341296"/>
                  <a:pt x="2247071" y="2300287"/>
                  <a:pt x="2280428" y="2300287"/>
                </a:cubicBezTo>
                <a:cubicBezTo>
                  <a:pt x="2316334" y="2300287"/>
                  <a:pt x="2331549" y="2323986"/>
                  <a:pt x="2316645" y="2356697"/>
                </a:cubicBezTo>
                <a:cubicBezTo>
                  <a:pt x="2303775" y="2384942"/>
                  <a:pt x="2267087" y="2390081"/>
                  <a:pt x="2247427" y="2366393"/>
                </a:cubicBezTo>
                <a:close/>
                <a:moveTo>
                  <a:pt x="3090734" y="2361796"/>
                </a:moveTo>
                <a:cubicBezTo>
                  <a:pt x="3082928" y="2337202"/>
                  <a:pt x="3096416" y="2321021"/>
                  <a:pt x="3120807" y="2325718"/>
                </a:cubicBezTo>
                <a:cubicBezTo>
                  <a:pt x="3132377" y="2327946"/>
                  <a:pt x="3138487" y="2337307"/>
                  <a:pt x="3138487" y="2352805"/>
                </a:cubicBezTo>
                <a:cubicBezTo>
                  <a:pt x="3138487" y="2384683"/>
                  <a:pt x="3100281" y="2391876"/>
                  <a:pt x="3090734" y="2361796"/>
                </a:cubicBezTo>
                <a:close/>
                <a:moveTo>
                  <a:pt x="848160" y="2348436"/>
                </a:moveTo>
                <a:cubicBezTo>
                  <a:pt x="821068" y="2315793"/>
                  <a:pt x="858433" y="2260609"/>
                  <a:pt x="892968" y="2282258"/>
                </a:cubicBezTo>
                <a:cubicBezTo>
                  <a:pt x="926957" y="2303565"/>
                  <a:pt x="914731" y="2362200"/>
                  <a:pt x="876300" y="2362200"/>
                </a:cubicBezTo>
                <a:cubicBezTo>
                  <a:pt x="867105" y="2362200"/>
                  <a:pt x="854442" y="2356006"/>
                  <a:pt x="848160" y="2348436"/>
                </a:cubicBezTo>
                <a:close/>
                <a:moveTo>
                  <a:pt x="1172010" y="2329386"/>
                </a:moveTo>
                <a:cubicBezTo>
                  <a:pt x="1150599" y="2303588"/>
                  <a:pt x="1163519" y="2271712"/>
                  <a:pt x="1195387" y="2271712"/>
                </a:cubicBezTo>
                <a:cubicBezTo>
                  <a:pt x="1217972" y="2271712"/>
                  <a:pt x="1224614" y="2276314"/>
                  <a:pt x="1227074" y="2293668"/>
                </a:cubicBezTo>
                <a:cubicBezTo>
                  <a:pt x="1230485" y="2317724"/>
                  <a:pt x="1214203" y="2343150"/>
                  <a:pt x="1195387" y="2343150"/>
                </a:cubicBezTo>
                <a:cubicBezTo>
                  <a:pt x="1188812" y="2343150"/>
                  <a:pt x="1178292" y="2336956"/>
                  <a:pt x="1172010" y="2329386"/>
                </a:cubicBezTo>
                <a:close/>
                <a:moveTo>
                  <a:pt x="1872342" y="2328182"/>
                </a:moveTo>
                <a:cubicBezTo>
                  <a:pt x="1839252" y="2295091"/>
                  <a:pt x="1866666" y="2238375"/>
                  <a:pt x="1915751" y="2238375"/>
                </a:cubicBezTo>
                <a:cubicBezTo>
                  <a:pt x="1960638" y="2238375"/>
                  <a:pt x="1976486" y="2280343"/>
                  <a:pt x="1947322" y="2321980"/>
                </a:cubicBezTo>
                <a:cubicBezTo>
                  <a:pt x="1930028" y="2346670"/>
                  <a:pt x="1893825" y="2349664"/>
                  <a:pt x="1872342" y="2328182"/>
                </a:cubicBezTo>
                <a:close/>
                <a:moveTo>
                  <a:pt x="1544955" y="2322195"/>
                </a:moveTo>
                <a:cubicBezTo>
                  <a:pt x="1516517" y="2293757"/>
                  <a:pt x="1548057" y="2249239"/>
                  <a:pt x="1583285" y="2268092"/>
                </a:cubicBezTo>
                <a:cubicBezTo>
                  <a:pt x="1605694" y="2280085"/>
                  <a:pt x="1604845" y="2311418"/>
                  <a:pt x="1581776" y="2323764"/>
                </a:cubicBezTo>
                <a:cubicBezTo>
                  <a:pt x="1558815" y="2336053"/>
                  <a:pt x="1558813" y="2336053"/>
                  <a:pt x="1544955" y="2322195"/>
                </a:cubicBezTo>
                <a:close/>
                <a:moveTo>
                  <a:pt x="705285" y="2281761"/>
                </a:moveTo>
                <a:cubicBezTo>
                  <a:pt x="685480" y="2257898"/>
                  <a:pt x="696873" y="2224458"/>
                  <a:pt x="725949" y="2221105"/>
                </a:cubicBezTo>
                <a:cubicBezTo>
                  <a:pt x="746956" y="2218683"/>
                  <a:pt x="752966" y="2222729"/>
                  <a:pt x="757968" y="2242660"/>
                </a:cubicBezTo>
                <a:cubicBezTo>
                  <a:pt x="768383" y="2284156"/>
                  <a:pt x="730566" y="2312224"/>
                  <a:pt x="705285" y="2281761"/>
                </a:cubicBezTo>
                <a:close/>
                <a:moveTo>
                  <a:pt x="2697480" y="2274570"/>
                </a:moveTo>
                <a:cubicBezTo>
                  <a:pt x="2668913" y="2246003"/>
                  <a:pt x="2695680" y="2192978"/>
                  <a:pt x="2732730" y="2204737"/>
                </a:cubicBezTo>
                <a:cubicBezTo>
                  <a:pt x="2759993" y="2213390"/>
                  <a:pt x="2767438" y="2245429"/>
                  <a:pt x="2747344" y="2267632"/>
                </a:cubicBezTo>
                <a:cubicBezTo>
                  <a:pt x="2728208" y="2288777"/>
                  <a:pt x="2713705" y="2290795"/>
                  <a:pt x="2697480" y="2274570"/>
                </a:cubicBezTo>
                <a:close/>
                <a:moveTo>
                  <a:pt x="2129517" y="2261507"/>
                </a:moveTo>
                <a:cubicBezTo>
                  <a:pt x="2095506" y="2227495"/>
                  <a:pt x="2124484" y="2179198"/>
                  <a:pt x="2167219" y="2198670"/>
                </a:cubicBezTo>
                <a:cubicBezTo>
                  <a:pt x="2195018" y="2211336"/>
                  <a:pt x="2197708" y="2238649"/>
                  <a:pt x="2173331" y="2260711"/>
                </a:cubicBezTo>
                <a:cubicBezTo>
                  <a:pt x="2151837" y="2280163"/>
                  <a:pt x="2148239" y="2280228"/>
                  <a:pt x="2129517" y="2261507"/>
                </a:cubicBezTo>
                <a:close/>
                <a:moveTo>
                  <a:pt x="2453449" y="2258267"/>
                </a:moveTo>
                <a:cubicBezTo>
                  <a:pt x="2416420" y="2217350"/>
                  <a:pt x="2451294" y="2159207"/>
                  <a:pt x="2502191" y="2177003"/>
                </a:cubicBezTo>
                <a:cubicBezTo>
                  <a:pt x="2549593" y="2193578"/>
                  <a:pt x="2536121" y="2276475"/>
                  <a:pt x="2486025" y="2276475"/>
                </a:cubicBezTo>
                <a:cubicBezTo>
                  <a:pt x="2477171" y="2276475"/>
                  <a:pt x="2462512" y="2268281"/>
                  <a:pt x="2453449" y="2258267"/>
                </a:cubicBezTo>
                <a:close/>
                <a:moveTo>
                  <a:pt x="2952850" y="2252783"/>
                </a:moveTo>
                <a:cubicBezTo>
                  <a:pt x="2928184" y="2223062"/>
                  <a:pt x="2970020" y="2184888"/>
                  <a:pt x="2997330" y="2212197"/>
                </a:cubicBezTo>
                <a:cubicBezTo>
                  <a:pt x="3015780" y="2230647"/>
                  <a:pt x="3005516" y="2266950"/>
                  <a:pt x="2981849" y="2266950"/>
                </a:cubicBezTo>
                <a:cubicBezTo>
                  <a:pt x="2972366" y="2266950"/>
                  <a:pt x="2959316" y="2260575"/>
                  <a:pt x="2952850" y="2252783"/>
                </a:cubicBezTo>
                <a:close/>
                <a:moveTo>
                  <a:pt x="3185282" y="2243206"/>
                </a:moveTo>
                <a:cubicBezTo>
                  <a:pt x="3151708" y="2191966"/>
                  <a:pt x="3203926" y="2134046"/>
                  <a:pt x="3254073" y="2166904"/>
                </a:cubicBezTo>
                <a:cubicBezTo>
                  <a:pt x="3296920" y="2194978"/>
                  <a:pt x="3273345" y="2266950"/>
                  <a:pt x="3221300" y="2266950"/>
                </a:cubicBezTo>
                <a:cubicBezTo>
                  <a:pt x="3210001" y="2266950"/>
                  <a:pt x="3193872" y="2256318"/>
                  <a:pt x="3185282" y="2243206"/>
                </a:cubicBezTo>
                <a:close/>
                <a:moveTo>
                  <a:pt x="1390750" y="2233733"/>
                </a:moveTo>
                <a:cubicBezTo>
                  <a:pt x="1374923" y="2214663"/>
                  <a:pt x="1385466" y="2190750"/>
                  <a:pt x="1409700" y="2190750"/>
                </a:cubicBezTo>
                <a:cubicBezTo>
                  <a:pt x="1420506" y="2190750"/>
                  <a:pt x="1431836" y="2197233"/>
                  <a:pt x="1434877" y="2205158"/>
                </a:cubicBezTo>
                <a:cubicBezTo>
                  <a:pt x="1440350" y="2219421"/>
                  <a:pt x="1423575" y="2247900"/>
                  <a:pt x="1409700" y="2247900"/>
                </a:cubicBezTo>
                <a:cubicBezTo>
                  <a:pt x="1405744" y="2247900"/>
                  <a:pt x="1397216" y="2241525"/>
                  <a:pt x="1390750" y="2233733"/>
                </a:cubicBezTo>
                <a:close/>
                <a:moveTo>
                  <a:pt x="1725930" y="2236470"/>
                </a:moveTo>
                <a:cubicBezTo>
                  <a:pt x="1702005" y="2212545"/>
                  <a:pt x="1719814" y="2171700"/>
                  <a:pt x="1754169" y="2171700"/>
                </a:cubicBezTo>
                <a:cubicBezTo>
                  <a:pt x="1768337" y="2171700"/>
                  <a:pt x="1790700" y="2197139"/>
                  <a:pt x="1790700" y="2213255"/>
                </a:cubicBezTo>
                <a:cubicBezTo>
                  <a:pt x="1790700" y="2238090"/>
                  <a:pt x="1744211" y="2254751"/>
                  <a:pt x="1725930" y="2236470"/>
                </a:cubicBezTo>
                <a:close/>
                <a:moveTo>
                  <a:pt x="977788" y="2201906"/>
                </a:moveTo>
                <a:cubicBezTo>
                  <a:pt x="946947" y="2167826"/>
                  <a:pt x="965421" y="2114550"/>
                  <a:pt x="1008080" y="2114550"/>
                </a:cubicBezTo>
                <a:cubicBezTo>
                  <a:pt x="1022564" y="2114550"/>
                  <a:pt x="1039736" y="2109228"/>
                  <a:pt x="1046241" y="2102723"/>
                </a:cubicBezTo>
                <a:cubicBezTo>
                  <a:pt x="1055660" y="2093304"/>
                  <a:pt x="1059897" y="2093789"/>
                  <a:pt x="1067050" y="2105104"/>
                </a:cubicBezTo>
                <a:cubicBezTo>
                  <a:pt x="1105010" y="2165147"/>
                  <a:pt x="1024014" y="2252985"/>
                  <a:pt x="977788" y="2201906"/>
                </a:cubicBezTo>
                <a:close/>
                <a:moveTo>
                  <a:pt x="2307431" y="2203450"/>
                </a:moveTo>
                <a:cubicBezTo>
                  <a:pt x="2291569" y="2197105"/>
                  <a:pt x="2292187" y="2165493"/>
                  <a:pt x="2308295" y="2159312"/>
                </a:cubicBezTo>
                <a:cubicBezTo>
                  <a:pt x="2327242" y="2152042"/>
                  <a:pt x="2345492" y="2166805"/>
                  <a:pt x="2341705" y="2186339"/>
                </a:cubicBezTo>
                <a:cubicBezTo>
                  <a:pt x="2338099" y="2204942"/>
                  <a:pt x="2326117" y="2210924"/>
                  <a:pt x="2307431" y="2203450"/>
                </a:cubicBezTo>
                <a:close/>
                <a:moveTo>
                  <a:pt x="559129" y="2165679"/>
                </a:moveTo>
                <a:cubicBezTo>
                  <a:pt x="555455" y="2162005"/>
                  <a:pt x="552450" y="2135855"/>
                  <a:pt x="552450" y="2107567"/>
                </a:cubicBezTo>
                <a:cubicBezTo>
                  <a:pt x="552450" y="2057214"/>
                  <a:pt x="552993" y="2056197"/>
                  <a:pt x="578343" y="2059148"/>
                </a:cubicBezTo>
                <a:cubicBezTo>
                  <a:pt x="620434" y="2064047"/>
                  <a:pt x="638546" y="2106270"/>
                  <a:pt x="613157" y="2140307"/>
                </a:cubicBezTo>
                <a:cubicBezTo>
                  <a:pt x="592909" y="2167451"/>
                  <a:pt x="571129" y="2177679"/>
                  <a:pt x="559129" y="2165679"/>
                </a:cubicBezTo>
                <a:close/>
                <a:moveTo>
                  <a:pt x="1520713" y="2135231"/>
                </a:moveTo>
                <a:cubicBezTo>
                  <a:pt x="1499097" y="2111345"/>
                  <a:pt x="1500517" y="2069967"/>
                  <a:pt x="1523373" y="2057735"/>
                </a:cubicBezTo>
                <a:cubicBezTo>
                  <a:pt x="1585840" y="2024303"/>
                  <a:pt x="1639492" y="2084782"/>
                  <a:pt x="1590675" y="2133600"/>
                </a:cubicBezTo>
                <a:cubicBezTo>
                  <a:pt x="1566946" y="2157328"/>
                  <a:pt x="1541253" y="2157927"/>
                  <a:pt x="1520713" y="2135231"/>
                </a:cubicBezTo>
                <a:close/>
                <a:moveTo>
                  <a:pt x="2584743" y="2138426"/>
                </a:moveTo>
                <a:cubicBezTo>
                  <a:pt x="2581444" y="2129828"/>
                  <a:pt x="2583312" y="2118227"/>
                  <a:pt x="2588895" y="2112645"/>
                </a:cubicBezTo>
                <a:cubicBezTo>
                  <a:pt x="2603407" y="2098132"/>
                  <a:pt x="2630904" y="2111396"/>
                  <a:pt x="2627113" y="2131080"/>
                </a:cubicBezTo>
                <a:cubicBezTo>
                  <a:pt x="2622890" y="2153005"/>
                  <a:pt x="2592369" y="2158297"/>
                  <a:pt x="2584743" y="2138426"/>
                </a:cubicBezTo>
                <a:close/>
                <a:moveTo>
                  <a:pt x="1994169" y="2128837"/>
                </a:moveTo>
                <a:cubicBezTo>
                  <a:pt x="1986623" y="2109173"/>
                  <a:pt x="1996854" y="2085975"/>
                  <a:pt x="2013072" y="2085975"/>
                </a:cubicBezTo>
                <a:cubicBezTo>
                  <a:pt x="2036551" y="2085975"/>
                  <a:pt x="2052075" y="2112299"/>
                  <a:pt x="2038350" y="2128837"/>
                </a:cubicBezTo>
                <a:cubicBezTo>
                  <a:pt x="2031828" y="2136695"/>
                  <a:pt x="2020453" y="2143125"/>
                  <a:pt x="2013072" y="2143125"/>
                </a:cubicBezTo>
                <a:cubicBezTo>
                  <a:pt x="2005691" y="2143125"/>
                  <a:pt x="1997184" y="2136695"/>
                  <a:pt x="1994169" y="2128837"/>
                </a:cubicBezTo>
                <a:close/>
                <a:moveTo>
                  <a:pt x="1243692" y="2109107"/>
                </a:moveTo>
                <a:cubicBezTo>
                  <a:pt x="1220095" y="2085509"/>
                  <a:pt x="1233061" y="2019300"/>
                  <a:pt x="1261279" y="2019300"/>
                </a:cubicBezTo>
                <a:cubicBezTo>
                  <a:pt x="1273079" y="2019300"/>
                  <a:pt x="1323975" y="2051304"/>
                  <a:pt x="1323975" y="2058723"/>
                </a:cubicBezTo>
                <a:cubicBezTo>
                  <a:pt x="1323975" y="2106257"/>
                  <a:pt x="1272897" y="2138312"/>
                  <a:pt x="1243692" y="2109107"/>
                </a:cubicBezTo>
                <a:close/>
                <a:moveTo>
                  <a:pt x="792480" y="2103120"/>
                </a:moveTo>
                <a:cubicBezTo>
                  <a:pt x="763607" y="2074247"/>
                  <a:pt x="802886" y="2022520"/>
                  <a:pt x="834046" y="2048380"/>
                </a:cubicBezTo>
                <a:cubicBezTo>
                  <a:pt x="858188" y="2068416"/>
                  <a:pt x="844482" y="2114550"/>
                  <a:pt x="814387" y="2114550"/>
                </a:cubicBezTo>
                <a:cubicBezTo>
                  <a:pt x="808624" y="2114550"/>
                  <a:pt x="798766" y="2109406"/>
                  <a:pt x="792480" y="2103120"/>
                </a:cubicBezTo>
                <a:close/>
                <a:moveTo>
                  <a:pt x="2878455" y="2103120"/>
                </a:moveTo>
                <a:cubicBezTo>
                  <a:pt x="2862426" y="2087091"/>
                  <a:pt x="2864228" y="2052032"/>
                  <a:pt x="2881992" y="2034267"/>
                </a:cubicBezTo>
                <a:cubicBezTo>
                  <a:pt x="2900587" y="2015673"/>
                  <a:pt x="2905214" y="2015660"/>
                  <a:pt x="2931580" y="2034127"/>
                </a:cubicBezTo>
                <a:cubicBezTo>
                  <a:pt x="2968697" y="2060125"/>
                  <a:pt x="2954016" y="2114550"/>
                  <a:pt x="2909887" y="2114550"/>
                </a:cubicBezTo>
                <a:cubicBezTo>
                  <a:pt x="2898886" y="2114550"/>
                  <a:pt x="2884741" y="2109406"/>
                  <a:pt x="2878455" y="2103120"/>
                </a:cubicBezTo>
                <a:close/>
                <a:moveTo>
                  <a:pt x="3087101" y="2082419"/>
                </a:moveTo>
                <a:cubicBezTo>
                  <a:pt x="3072372" y="2064671"/>
                  <a:pt x="3083939" y="2038350"/>
                  <a:pt x="3106468" y="2038350"/>
                </a:cubicBezTo>
                <a:cubicBezTo>
                  <a:pt x="3129579" y="2038350"/>
                  <a:pt x="3139566" y="2062697"/>
                  <a:pt x="3124099" y="2081333"/>
                </a:cubicBezTo>
                <a:cubicBezTo>
                  <a:pt x="3109503" y="2098920"/>
                  <a:pt x="3101003" y="2099170"/>
                  <a:pt x="3087101" y="2082419"/>
                </a:cubicBezTo>
                <a:close/>
                <a:moveTo>
                  <a:pt x="1768475" y="2060574"/>
                </a:moveTo>
                <a:cubicBezTo>
                  <a:pt x="1755536" y="2047636"/>
                  <a:pt x="1762695" y="2010139"/>
                  <a:pt x="1779859" y="2000954"/>
                </a:cubicBezTo>
                <a:cubicBezTo>
                  <a:pt x="1807294" y="1986271"/>
                  <a:pt x="1833305" y="2009575"/>
                  <a:pt x="1825260" y="2041630"/>
                </a:cubicBezTo>
                <a:cubicBezTo>
                  <a:pt x="1819116" y="2066112"/>
                  <a:pt x="1785295" y="2077395"/>
                  <a:pt x="1768475" y="2060574"/>
                </a:cubicBezTo>
                <a:close/>
                <a:moveTo>
                  <a:pt x="2200851" y="2048451"/>
                </a:moveTo>
                <a:cubicBezTo>
                  <a:pt x="2190057" y="2037657"/>
                  <a:pt x="2181225" y="2020252"/>
                  <a:pt x="2181225" y="2009775"/>
                </a:cubicBezTo>
                <a:cubicBezTo>
                  <a:pt x="2181225" y="1954696"/>
                  <a:pt x="2258783" y="1935251"/>
                  <a:pt x="2285699" y="1983581"/>
                </a:cubicBezTo>
                <a:cubicBezTo>
                  <a:pt x="2316936" y="2039669"/>
                  <a:pt x="2246172" y="2093772"/>
                  <a:pt x="2200851" y="2048451"/>
                </a:cubicBezTo>
                <a:close/>
                <a:moveTo>
                  <a:pt x="2429314" y="2053167"/>
                </a:moveTo>
                <a:cubicBezTo>
                  <a:pt x="2412023" y="2032332"/>
                  <a:pt x="2424350" y="2007808"/>
                  <a:pt x="2450263" y="2011488"/>
                </a:cubicBezTo>
                <a:cubicBezTo>
                  <a:pt x="2465969" y="2013718"/>
                  <a:pt x="2471737" y="2020898"/>
                  <a:pt x="2471737" y="2038219"/>
                </a:cubicBezTo>
                <a:cubicBezTo>
                  <a:pt x="2471737" y="2066010"/>
                  <a:pt x="2447160" y="2074670"/>
                  <a:pt x="2429314" y="2053167"/>
                </a:cubicBezTo>
                <a:close/>
                <a:moveTo>
                  <a:pt x="3225799" y="2041524"/>
                </a:moveTo>
                <a:cubicBezTo>
                  <a:pt x="3213714" y="2029439"/>
                  <a:pt x="3219514" y="1999627"/>
                  <a:pt x="3235114" y="1993640"/>
                </a:cubicBezTo>
                <a:cubicBezTo>
                  <a:pt x="3253632" y="1986534"/>
                  <a:pt x="3277772" y="2014685"/>
                  <a:pt x="3270164" y="2034513"/>
                </a:cubicBezTo>
                <a:cubicBezTo>
                  <a:pt x="3264868" y="2048314"/>
                  <a:pt x="3236994" y="2052719"/>
                  <a:pt x="3225799" y="2041524"/>
                </a:cubicBezTo>
                <a:close/>
                <a:moveTo>
                  <a:pt x="2673402" y="2016914"/>
                </a:moveTo>
                <a:cubicBezTo>
                  <a:pt x="2650728" y="2000334"/>
                  <a:pt x="2657725" y="1943656"/>
                  <a:pt x="2684654" y="1925776"/>
                </a:cubicBezTo>
                <a:cubicBezTo>
                  <a:pt x="2730916" y="1895060"/>
                  <a:pt x="2778172" y="1973442"/>
                  <a:pt x="2737757" y="2013857"/>
                </a:cubicBezTo>
                <a:cubicBezTo>
                  <a:pt x="2719719" y="2031894"/>
                  <a:pt x="2695464" y="2033047"/>
                  <a:pt x="2673402" y="2016914"/>
                </a:cubicBezTo>
                <a:close/>
                <a:moveTo>
                  <a:pt x="924025" y="1995608"/>
                </a:moveTo>
                <a:cubicBezTo>
                  <a:pt x="908198" y="1976538"/>
                  <a:pt x="918741" y="1952625"/>
                  <a:pt x="942975" y="1952625"/>
                </a:cubicBezTo>
                <a:cubicBezTo>
                  <a:pt x="953781" y="1952625"/>
                  <a:pt x="965111" y="1959108"/>
                  <a:pt x="968152" y="1967033"/>
                </a:cubicBezTo>
                <a:cubicBezTo>
                  <a:pt x="973625" y="1981296"/>
                  <a:pt x="956850" y="2009775"/>
                  <a:pt x="942975" y="2009775"/>
                </a:cubicBezTo>
                <a:cubicBezTo>
                  <a:pt x="939019" y="2009775"/>
                  <a:pt x="930491" y="2003400"/>
                  <a:pt x="924025" y="1995608"/>
                </a:cubicBezTo>
                <a:close/>
                <a:moveTo>
                  <a:pt x="1949338" y="1973306"/>
                </a:moveTo>
                <a:cubicBezTo>
                  <a:pt x="1919529" y="1940367"/>
                  <a:pt x="1935159" y="1895475"/>
                  <a:pt x="1976437" y="1895475"/>
                </a:cubicBezTo>
                <a:cubicBezTo>
                  <a:pt x="2003809" y="1895475"/>
                  <a:pt x="2019300" y="1913254"/>
                  <a:pt x="2019300" y="1944669"/>
                </a:cubicBezTo>
                <a:cubicBezTo>
                  <a:pt x="2019300" y="1986376"/>
                  <a:pt x="1976880" y="2003739"/>
                  <a:pt x="1949338" y="1973306"/>
                </a:cubicBezTo>
                <a:close/>
                <a:moveTo>
                  <a:pt x="1091292" y="1966232"/>
                </a:moveTo>
                <a:cubicBezTo>
                  <a:pt x="1073063" y="1948003"/>
                  <a:pt x="1072765" y="1942084"/>
                  <a:pt x="1088957" y="1919940"/>
                </a:cubicBezTo>
                <a:cubicBezTo>
                  <a:pt x="1106229" y="1896318"/>
                  <a:pt x="1143000" y="1907976"/>
                  <a:pt x="1143000" y="1937074"/>
                </a:cubicBezTo>
                <a:cubicBezTo>
                  <a:pt x="1143000" y="1976015"/>
                  <a:pt x="1116192" y="1991131"/>
                  <a:pt x="1091292" y="1966232"/>
                </a:cubicBezTo>
                <a:close/>
                <a:moveTo>
                  <a:pt x="600835" y="1958304"/>
                </a:moveTo>
                <a:cubicBezTo>
                  <a:pt x="581279" y="1934740"/>
                  <a:pt x="597272" y="1903379"/>
                  <a:pt x="627086" y="1906827"/>
                </a:cubicBezTo>
                <a:cubicBezTo>
                  <a:pt x="648279" y="1909278"/>
                  <a:pt x="652462" y="1914472"/>
                  <a:pt x="652462" y="1938337"/>
                </a:cubicBezTo>
                <a:cubicBezTo>
                  <a:pt x="652462" y="1971062"/>
                  <a:pt x="621395" y="1983077"/>
                  <a:pt x="600835" y="1958304"/>
                </a:cubicBezTo>
                <a:close/>
                <a:moveTo>
                  <a:pt x="1394360" y="1958080"/>
                </a:moveTo>
                <a:cubicBezTo>
                  <a:pt x="1383359" y="1929412"/>
                  <a:pt x="1394945" y="1900303"/>
                  <a:pt x="1418691" y="1896951"/>
                </a:cubicBezTo>
                <a:cubicBezTo>
                  <a:pt x="1458452" y="1891339"/>
                  <a:pt x="1477094" y="1941541"/>
                  <a:pt x="1443732" y="1964385"/>
                </a:cubicBezTo>
                <a:cubicBezTo>
                  <a:pt x="1426790" y="1975986"/>
                  <a:pt x="1399914" y="1972554"/>
                  <a:pt x="1394360" y="1958080"/>
                </a:cubicBezTo>
                <a:close/>
                <a:moveTo>
                  <a:pt x="1602581" y="1936750"/>
                </a:moveTo>
                <a:cubicBezTo>
                  <a:pt x="1585499" y="1929917"/>
                  <a:pt x="1587873" y="1886427"/>
                  <a:pt x="1605701" y="1879586"/>
                </a:cubicBezTo>
                <a:cubicBezTo>
                  <a:pt x="1628264" y="1870927"/>
                  <a:pt x="1654841" y="1901271"/>
                  <a:pt x="1642220" y="1921280"/>
                </a:cubicBezTo>
                <a:cubicBezTo>
                  <a:pt x="1630825" y="1939345"/>
                  <a:pt x="1619813" y="1943642"/>
                  <a:pt x="1602581" y="1936750"/>
                </a:cubicBezTo>
                <a:close/>
                <a:moveTo>
                  <a:pt x="2516147" y="1925208"/>
                </a:moveTo>
                <a:cubicBezTo>
                  <a:pt x="2493784" y="1911032"/>
                  <a:pt x="2506557" y="1871662"/>
                  <a:pt x="2533519" y="1871662"/>
                </a:cubicBezTo>
                <a:cubicBezTo>
                  <a:pt x="2560451" y="1871662"/>
                  <a:pt x="2570627" y="1897686"/>
                  <a:pt x="2552320" y="1919745"/>
                </a:cubicBezTo>
                <a:cubicBezTo>
                  <a:pt x="2539148" y="1935616"/>
                  <a:pt x="2533834" y="1936418"/>
                  <a:pt x="2516147" y="1925208"/>
                </a:cubicBezTo>
                <a:close/>
                <a:moveTo>
                  <a:pt x="3033142" y="1910228"/>
                </a:moveTo>
                <a:cubicBezTo>
                  <a:pt x="3002729" y="1863813"/>
                  <a:pt x="3045688" y="1814364"/>
                  <a:pt x="3090765" y="1843899"/>
                </a:cubicBezTo>
                <a:cubicBezTo>
                  <a:pt x="3118137" y="1861834"/>
                  <a:pt x="3122236" y="1896078"/>
                  <a:pt x="3099707" y="1918607"/>
                </a:cubicBezTo>
                <a:cubicBezTo>
                  <a:pt x="3077927" y="1940386"/>
                  <a:pt x="3050653" y="1936954"/>
                  <a:pt x="3033142" y="1910228"/>
                </a:cubicBezTo>
                <a:close/>
                <a:moveTo>
                  <a:pt x="747169" y="1900744"/>
                </a:moveTo>
                <a:cubicBezTo>
                  <a:pt x="716443" y="1853851"/>
                  <a:pt x="774449" y="1794985"/>
                  <a:pt x="813200" y="1833735"/>
                </a:cubicBezTo>
                <a:cubicBezTo>
                  <a:pt x="834061" y="1854597"/>
                  <a:pt x="832690" y="1881934"/>
                  <a:pt x="809625" y="1905000"/>
                </a:cubicBezTo>
                <a:cubicBezTo>
                  <a:pt x="784326" y="1930298"/>
                  <a:pt x="765701" y="1929029"/>
                  <a:pt x="747169" y="1900744"/>
                </a:cubicBezTo>
                <a:close/>
                <a:moveTo>
                  <a:pt x="2840355" y="1903095"/>
                </a:moveTo>
                <a:cubicBezTo>
                  <a:pt x="2825358" y="1888098"/>
                  <a:pt x="2825933" y="1880777"/>
                  <a:pt x="2843488" y="1863222"/>
                </a:cubicBezTo>
                <a:cubicBezTo>
                  <a:pt x="2869665" y="1837045"/>
                  <a:pt x="2908724" y="1872946"/>
                  <a:pt x="2885073" y="1901444"/>
                </a:cubicBezTo>
                <a:cubicBezTo>
                  <a:pt x="2871698" y="1917559"/>
                  <a:pt x="2855420" y="1918160"/>
                  <a:pt x="2840355" y="1903095"/>
                </a:cubicBezTo>
                <a:close/>
                <a:moveTo>
                  <a:pt x="3247628" y="1880709"/>
                </a:moveTo>
                <a:cubicBezTo>
                  <a:pt x="3227505" y="1856462"/>
                  <a:pt x="3260594" y="1827762"/>
                  <a:pt x="3282925" y="1850093"/>
                </a:cubicBezTo>
                <a:cubicBezTo>
                  <a:pt x="3298493" y="1865661"/>
                  <a:pt x="3288080" y="1895475"/>
                  <a:pt x="3267075" y="1895475"/>
                </a:cubicBezTo>
                <a:cubicBezTo>
                  <a:pt x="3263119" y="1895475"/>
                  <a:pt x="3254368" y="1888830"/>
                  <a:pt x="3247628" y="1880709"/>
                </a:cubicBezTo>
                <a:close/>
                <a:moveTo>
                  <a:pt x="2324535" y="1862661"/>
                </a:moveTo>
                <a:cubicBezTo>
                  <a:pt x="2297443" y="1830018"/>
                  <a:pt x="2334808" y="1774834"/>
                  <a:pt x="2369343" y="1796483"/>
                </a:cubicBezTo>
                <a:cubicBezTo>
                  <a:pt x="2403332" y="1817790"/>
                  <a:pt x="2391106" y="1876425"/>
                  <a:pt x="2352675" y="1876425"/>
                </a:cubicBezTo>
                <a:cubicBezTo>
                  <a:pt x="2343480" y="1876425"/>
                  <a:pt x="2330817" y="1870231"/>
                  <a:pt x="2324535" y="1862661"/>
                </a:cubicBezTo>
                <a:close/>
                <a:moveTo>
                  <a:pt x="2105404" y="1853070"/>
                </a:moveTo>
                <a:cubicBezTo>
                  <a:pt x="2087175" y="1831105"/>
                  <a:pt x="2097437" y="1805334"/>
                  <a:pt x="2125720" y="1802052"/>
                </a:cubicBezTo>
                <a:cubicBezTo>
                  <a:pt x="2144551" y="1799867"/>
                  <a:pt x="2152641" y="1804243"/>
                  <a:pt x="2157381" y="1819178"/>
                </a:cubicBezTo>
                <a:cubicBezTo>
                  <a:pt x="2169062" y="1855980"/>
                  <a:pt x="2129324" y="1881891"/>
                  <a:pt x="2105404" y="1853070"/>
                </a:cubicBezTo>
                <a:close/>
                <a:moveTo>
                  <a:pt x="1206388" y="1839956"/>
                </a:moveTo>
                <a:cubicBezTo>
                  <a:pt x="1172215" y="1802195"/>
                  <a:pt x="1198480" y="1743075"/>
                  <a:pt x="1249429" y="1743075"/>
                </a:cubicBezTo>
                <a:cubicBezTo>
                  <a:pt x="1284926" y="1743075"/>
                  <a:pt x="1308169" y="1773292"/>
                  <a:pt x="1300285" y="1809189"/>
                </a:cubicBezTo>
                <a:cubicBezTo>
                  <a:pt x="1289966" y="1856173"/>
                  <a:pt x="1236823" y="1873586"/>
                  <a:pt x="1206388" y="1839956"/>
                </a:cubicBezTo>
                <a:close/>
                <a:moveTo>
                  <a:pt x="1749313" y="1839956"/>
                </a:moveTo>
                <a:cubicBezTo>
                  <a:pt x="1727593" y="1815955"/>
                  <a:pt x="1729583" y="1785612"/>
                  <a:pt x="1754396" y="1762496"/>
                </a:cubicBezTo>
                <a:cubicBezTo>
                  <a:pt x="1808662" y="1711939"/>
                  <a:pt x="1875907" y="1774979"/>
                  <a:pt x="1833022" y="1836205"/>
                </a:cubicBezTo>
                <a:cubicBezTo>
                  <a:pt x="1814715" y="1862342"/>
                  <a:pt x="1771332" y="1864286"/>
                  <a:pt x="1749313" y="1839956"/>
                </a:cubicBezTo>
                <a:close/>
                <a:moveTo>
                  <a:pt x="914500" y="1805108"/>
                </a:moveTo>
                <a:cubicBezTo>
                  <a:pt x="898673" y="1786038"/>
                  <a:pt x="909216" y="1762125"/>
                  <a:pt x="933450" y="1762125"/>
                </a:cubicBezTo>
                <a:cubicBezTo>
                  <a:pt x="944256" y="1762125"/>
                  <a:pt x="955586" y="1768608"/>
                  <a:pt x="958627" y="1776533"/>
                </a:cubicBezTo>
                <a:cubicBezTo>
                  <a:pt x="964100" y="1790796"/>
                  <a:pt x="947325" y="1819275"/>
                  <a:pt x="933450" y="1819275"/>
                </a:cubicBezTo>
                <a:cubicBezTo>
                  <a:pt x="929494" y="1819275"/>
                  <a:pt x="920966" y="1812900"/>
                  <a:pt x="914500" y="1805108"/>
                </a:cubicBezTo>
                <a:close/>
                <a:moveTo>
                  <a:pt x="552450" y="1791893"/>
                </a:moveTo>
                <a:cubicBezTo>
                  <a:pt x="552450" y="1775802"/>
                  <a:pt x="597925" y="1728259"/>
                  <a:pt x="605800" y="1736117"/>
                </a:cubicBezTo>
                <a:cubicBezTo>
                  <a:pt x="619371" y="1749657"/>
                  <a:pt x="595864" y="1795328"/>
                  <a:pt x="573689" y="1798506"/>
                </a:cubicBezTo>
                <a:cubicBezTo>
                  <a:pt x="562007" y="1800180"/>
                  <a:pt x="552450" y="1797204"/>
                  <a:pt x="552450" y="1791893"/>
                </a:cubicBezTo>
                <a:close/>
                <a:moveTo>
                  <a:pt x="2768005" y="1770177"/>
                </a:moveTo>
                <a:cubicBezTo>
                  <a:pt x="2741882" y="1732880"/>
                  <a:pt x="2785472" y="1693907"/>
                  <a:pt x="2817495" y="1725930"/>
                </a:cubicBezTo>
                <a:cubicBezTo>
                  <a:pt x="2833018" y="1741453"/>
                  <a:pt x="2831854" y="1757834"/>
                  <a:pt x="2813957" y="1775732"/>
                </a:cubicBezTo>
                <a:cubicBezTo>
                  <a:pt x="2793996" y="1795693"/>
                  <a:pt x="2785126" y="1794621"/>
                  <a:pt x="2768005" y="1770177"/>
                </a:cubicBezTo>
                <a:close/>
                <a:moveTo>
                  <a:pt x="2565925" y="1767555"/>
                </a:moveTo>
                <a:cubicBezTo>
                  <a:pt x="2556442" y="1742841"/>
                  <a:pt x="2569734" y="1722414"/>
                  <a:pt x="2593138" y="1725738"/>
                </a:cubicBezTo>
                <a:cubicBezTo>
                  <a:pt x="2608880" y="1727973"/>
                  <a:pt x="2614612" y="1735143"/>
                  <a:pt x="2614612" y="1752600"/>
                </a:cubicBezTo>
                <a:cubicBezTo>
                  <a:pt x="2614612" y="1780716"/>
                  <a:pt x="2575577" y="1792707"/>
                  <a:pt x="2565925" y="1767555"/>
                </a:cubicBezTo>
                <a:close/>
                <a:moveTo>
                  <a:pt x="1442467" y="1748303"/>
                </a:moveTo>
                <a:cubicBezTo>
                  <a:pt x="1424984" y="1721622"/>
                  <a:pt x="1431079" y="1690446"/>
                  <a:pt x="1456430" y="1676878"/>
                </a:cubicBezTo>
                <a:cubicBezTo>
                  <a:pt x="1501755" y="1652621"/>
                  <a:pt x="1547810" y="1705567"/>
                  <a:pt x="1519270" y="1749123"/>
                </a:cubicBezTo>
                <a:cubicBezTo>
                  <a:pt x="1499631" y="1779097"/>
                  <a:pt x="1462383" y="1778699"/>
                  <a:pt x="1442467" y="1748303"/>
                </a:cubicBezTo>
                <a:close/>
                <a:moveTo>
                  <a:pt x="1635323" y="1765498"/>
                </a:moveTo>
                <a:cubicBezTo>
                  <a:pt x="1621840" y="1752015"/>
                  <a:pt x="1629470" y="1733550"/>
                  <a:pt x="1648523" y="1733550"/>
                </a:cubicBezTo>
                <a:cubicBezTo>
                  <a:pt x="1661838" y="1733550"/>
                  <a:pt x="1667268" y="1738722"/>
                  <a:pt x="1665192" y="1749429"/>
                </a:cubicBezTo>
                <a:cubicBezTo>
                  <a:pt x="1661792" y="1766960"/>
                  <a:pt x="1645532" y="1775707"/>
                  <a:pt x="1635323" y="1765498"/>
                </a:cubicBezTo>
                <a:close/>
                <a:moveTo>
                  <a:pt x="1953638" y="1735443"/>
                </a:moveTo>
                <a:cubicBezTo>
                  <a:pt x="1940908" y="1711658"/>
                  <a:pt x="1960936" y="1682460"/>
                  <a:pt x="1986592" y="1687400"/>
                </a:cubicBezTo>
                <a:cubicBezTo>
                  <a:pt x="2014485" y="1692772"/>
                  <a:pt x="2012469" y="1746775"/>
                  <a:pt x="1984225" y="1750796"/>
                </a:cubicBezTo>
                <a:cubicBezTo>
                  <a:pt x="1971312" y="1752635"/>
                  <a:pt x="1959726" y="1746819"/>
                  <a:pt x="1953638" y="1735443"/>
                </a:cubicBezTo>
                <a:close/>
                <a:moveTo>
                  <a:pt x="3168065" y="1740224"/>
                </a:moveTo>
                <a:cubicBezTo>
                  <a:pt x="3130857" y="1713016"/>
                  <a:pt x="3168819" y="1638875"/>
                  <a:pt x="3207543" y="1663121"/>
                </a:cubicBezTo>
                <a:cubicBezTo>
                  <a:pt x="3240692" y="1683877"/>
                  <a:pt x="3227890" y="1752600"/>
                  <a:pt x="3190875" y="1752600"/>
                </a:cubicBezTo>
                <a:cubicBezTo>
                  <a:pt x="3187638" y="1752600"/>
                  <a:pt x="3177374" y="1747030"/>
                  <a:pt x="3168065" y="1740224"/>
                </a:cubicBezTo>
                <a:close/>
                <a:moveTo>
                  <a:pt x="1038999" y="1729720"/>
                </a:moveTo>
                <a:cubicBezTo>
                  <a:pt x="1019563" y="1706301"/>
                  <a:pt x="1029851" y="1671637"/>
                  <a:pt x="1056236" y="1671637"/>
                </a:cubicBezTo>
                <a:cubicBezTo>
                  <a:pt x="1085893" y="1671637"/>
                  <a:pt x="1103956" y="1698756"/>
                  <a:pt x="1089542" y="1721643"/>
                </a:cubicBezTo>
                <a:cubicBezTo>
                  <a:pt x="1075639" y="1743720"/>
                  <a:pt x="1053548" y="1747250"/>
                  <a:pt x="1038999" y="1729720"/>
                </a:cubicBezTo>
                <a:close/>
                <a:moveTo>
                  <a:pt x="2943032" y="1704615"/>
                </a:moveTo>
                <a:cubicBezTo>
                  <a:pt x="2922954" y="1667099"/>
                  <a:pt x="2954968" y="1628784"/>
                  <a:pt x="2993908" y="1643726"/>
                </a:cubicBezTo>
                <a:cubicBezTo>
                  <a:pt x="3032268" y="1658446"/>
                  <a:pt x="3018103" y="1724025"/>
                  <a:pt x="2976562" y="1724025"/>
                </a:cubicBezTo>
                <a:cubicBezTo>
                  <a:pt x="2963025" y="1724025"/>
                  <a:pt x="2949108" y="1715968"/>
                  <a:pt x="2943032" y="1704615"/>
                </a:cubicBezTo>
                <a:close/>
                <a:moveTo>
                  <a:pt x="797326" y="1708551"/>
                </a:moveTo>
                <a:cubicBezTo>
                  <a:pt x="785847" y="1697072"/>
                  <a:pt x="789861" y="1669799"/>
                  <a:pt x="804862" y="1657350"/>
                </a:cubicBezTo>
                <a:cubicBezTo>
                  <a:pt x="823964" y="1641496"/>
                  <a:pt x="849783" y="1661994"/>
                  <a:pt x="845803" y="1689854"/>
                </a:cubicBezTo>
                <a:cubicBezTo>
                  <a:pt x="842986" y="1709568"/>
                  <a:pt x="810769" y="1721994"/>
                  <a:pt x="797326" y="1708551"/>
                </a:cubicBezTo>
                <a:close/>
                <a:moveTo>
                  <a:pt x="2177938" y="1697081"/>
                </a:moveTo>
                <a:cubicBezTo>
                  <a:pt x="2145002" y="1660686"/>
                  <a:pt x="2167370" y="1600200"/>
                  <a:pt x="2213766" y="1600200"/>
                </a:cubicBezTo>
                <a:cubicBezTo>
                  <a:pt x="2260492" y="1600200"/>
                  <a:pt x="2284704" y="1666905"/>
                  <a:pt x="2249531" y="1698736"/>
                </a:cubicBezTo>
                <a:cubicBezTo>
                  <a:pt x="2226679" y="1719416"/>
                  <a:pt x="2197542" y="1718743"/>
                  <a:pt x="2177938" y="1697081"/>
                </a:cubicBezTo>
                <a:close/>
                <a:moveTo>
                  <a:pt x="2426493" y="1675637"/>
                </a:moveTo>
                <a:cubicBezTo>
                  <a:pt x="2387587" y="1652976"/>
                  <a:pt x="2420224" y="1588860"/>
                  <a:pt x="2461169" y="1607516"/>
                </a:cubicBezTo>
                <a:cubicBezTo>
                  <a:pt x="2489350" y="1620356"/>
                  <a:pt x="2493706" y="1648307"/>
                  <a:pt x="2471057" y="1670957"/>
                </a:cubicBezTo>
                <a:cubicBezTo>
                  <a:pt x="2453707" y="1688306"/>
                  <a:pt x="2449080" y="1688792"/>
                  <a:pt x="2426493" y="1675637"/>
                </a:cubicBezTo>
                <a:close/>
                <a:moveTo>
                  <a:pt x="1178326" y="1632351"/>
                </a:moveTo>
                <a:cubicBezTo>
                  <a:pt x="1156559" y="1610584"/>
                  <a:pt x="1185042" y="1566425"/>
                  <a:pt x="1213745" y="1577439"/>
                </a:cubicBezTo>
                <a:cubicBezTo>
                  <a:pt x="1237076" y="1586392"/>
                  <a:pt x="1229821" y="1632698"/>
                  <a:pt x="1204520" y="1636320"/>
                </a:cubicBezTo>
                <a:cubicBezTo>
                  <a:pt x="1193827" y="1637851"/>
                  <a:pt x="1182040" y="1636065"/>
                  <a:pt x="1178326" y="1632351"/>
                </a:cubicBezTo>
                <a:close/>
                <a:moveTo>
                  <a:pt x="1700233" y="1625205"/>
                </a:moveTo>
                <a:cubicBezTo>
                  <a:pt x="1677864" y="1608849"/>
                  <a:pt x="1684816" y="1567701"/>
                  <a:pt x="1710570" y="1564021"/>
                </a:cubicBezTo>
                <a:cubicBezTo>
                  <a:pt x="1735811" y="1560415"/>
                  <a:pt x="1755960" y="1584132"/>
                  <a:pt x="1748261" y="1608387"/>
                </a:cubicBezTo>
                <a:cubicBezTo>
                  <a:pt x="1740508" y="1632817"/>
                  <a:pt x="1720314" y="1639889"/>
                  <a:pt x="1700233" y="1625205"/>
                </a:cubicBezTo>
                <a:close/>
                <a:moveTo>
                  <a:pt x="653695" y="1599221"/>
                </a:moveTo>
                <a:cubicBezTo>
                  <a:pt x="646693" y="1564208"/>
                  <a:pt x="652173" y="1552575"/>
                  <a:pt x="675670" y="1552575"/>
                </a:cubicBezTo>
                <a:cubicBezTo>
                  <a:pt x="701073" y="1552575"/>
                  <a:pt x="717445" y="1577145"/>
                  <a:pt x="710494" y="1604838"/>
                </a:cubicBezTo>
                <a:cubicBezTo>
                  <a:pt x="701183" y="1641936"/>
                  <a:pt x="661452" y="1638006"/>
                  <a:pt x="653695" y="1599221"/>
                </a:cubicBezTo>
                <a:close/>
                <a:moveTo>
                  <a:pt x="2615152" y="1607605"/>
                </a:moveTo>
                <a:cubicBezTo>
                  <a:pt x="2594791" y="1578536"/>
                  <a:pt x="2596564" y="1556820"/>
                  <a:pt x="2621171" y="1533896"/>
                </a:cubicBezTo>
                <a:cubicBezTo>
                  <a:pt x="2658208" y="1499390"/>
                  <a:pt x="2705100" y="1521394"/>
                  <a:pt x="2705100" y="1573279"/>
                </a:cubicBezTo>
                <a:cubicBezTo>
                  <a:pt x="2705100" y="1623290"/>
                  <a:pt x="2642793" y="1647067"/>
                  <a:pt x="2615152" y="1607605"/>
                </a:cubicBezTo>
                <a:close/>
                <a:moveTo>
                  <a:pt x="2829188" y="1595754"/>
                </a:moveTo>
                <a:cubicBezTo>
                  <a:pt x="2819751" y="1584383"/>
                  <a:pt x="2819588" y="1578111"/>
                  <a:pt x="2828455" y="1567428"/>
                </a:cubicBezTo>
                <a:cubicBezTo>
                  <a:pt x="2843937" y="1548773"/>
                  <a:pt x="2868708" y="1559959"/>
                  <a:pt x="2865147" y="1583997"/>
                </a:cubicBezTo>
                <a:cubicBezTo>
                  <a:pt x="2861448" y="1608966"/>
                  <a:pt x="2844698" y="1614443"/>
                  <a:pt x="2829188" y="1595754"/>
                </a:cubicBezTo>
                <a:close/>
                <a:moveTo>
                  <a:pt x="881602" y="1569505"/>
                </a:moveTo>
                <a:cubicBezTo>
                  <a:pt x="862135" y="1541713"/>
                  <a:pt x="862871" y="1531531"/>
                  <a:pt x="886516" y="1501472"/>
                </a:cubicBezTo>
                <a:cubicBezTo>
                  <a:pt x="921728" y="1456707"/>
                  <a:pt x="981075" y="1476824"/>
                  <a:pt x="981075" y="1533525"/>
                </a:cubicBezTo>
                <a:cubicBezTo>
                  <a:pt x="981075" y="1588174"/>
                  <a:pt x="912142" y="1613107"/>
                  <a:pt x="881602" y="1569505"/>
                </a:cubicBezTo>
                <a:close/>
                <a:moveTo>
                  <a:pt x="1329084" y="1572008"/>
                </a:moveTo>
                <a:cubicBezTo>
                  <a:pt x="1294454" y="1533742"/>
                  <a:pt x="1335389" y="1480473"/>
                  <a:pt x="1380765" y="1504757"/>
                </a:cubicBezTo>
                <a:cubicBezTo>
                  <a:pt x="1404963" y="1517707"/>
                  <a:pt x="1405990" y="1553884"/>
                  <a:pt x="1382756" y="1574911"/>
                </a:cubicBezTo>
                <a:cubicBezTo>
                  <a:pt x="1360169" y="1595352"/>
                  <a:pt x="1349697" y="1594785"/>
                  <a:pt x="1329084" y="1572008"/>
                </a:cubicBezTo>
                <a:close/>
                <a:moveTo>
                  <a:pt x="1509885" y="1575200"/>
                </a:moveTo>
                <a:cubicBezTo>
                  <a:pt x="1490961" y="1556276"/>
                  <a:pt x="1494361" y="1524835"/>
                  <a:pt x="1516856" y="1510733"/>
                </a:cubicBezTo>
                <a:cubicBezTo>
                  <a:pt x="1554170" y="1487343"/>
                  <a:pt x="1592138" y="1552118"/>
                  <a:pt x="1556421" y="1578235"/>
                </a:cubicBezTo>
                <a:cubicBezTo>
                  <a:pt x="1534454" y="1594297"/>
                  <a:pt x="1528602" y="1593916"/>
                  <a:pt x="1509885" y="1575200"/>
                </a:cubicBezTo>
                <a:close/>
                <a:moveTo>
                  <a:pt x="1878330" y="1569720"/>
                </a:moveTo>
                <a:cubicBezTo>
                  <a:pt x="1855107" y="1546497"/>
                  <a:pt x="1874879" y="1485900"/>
                  <a:pt x="1905680" y="1485900"/>
                </a:cubicBezTo>
                <a:cubicBezTo>
                  <a:pt x="1916386" y="1485900"/>
                  <a:pt x="1952625" y="1521027"/>
                  <a:pt x="1952625" y="1531405"/>
                </a:cubicBezTo>
                <a:cubicBezTo>
                  <a:pt x="1952625" y="1566410"/>
                  <a:pt x="1901424" y="1592814"/>
                  <a:pt x="1878330" y="1569720"/>
                </a:cubicBezTo>
                <a:close/>
                <a:moveTo>
                  <a:pt x="3014149" y="1570795"/>
                </a:moveTo>
                <a:cubicBezTo>
                  <a:pt x="3005148" y="1556230"/>
                  <a:pt x="3024683" y="1539374"/>
                  <a:pt x="3042597" y="1546248"/>
                </a:cubicBezTo>
                <a:cubicBezTo>
                  <a:pt x="3050807" y="1549399"/>
                  <a:pt x="3057525" y="1558541"/>
                  <a:pt x="3057525" y="1566563"/>
                </a:cubicBezTo>
                <a:cubicBezTo>
                  <a:pt x="3057525" y="1583210"/>
                  <a:pt x="3023852" y="1586495"/>
                  <a:pt x="3014149" y="1570795"/>
                </a:cubicBezTo>
                <a:close/>
                <a:moveTo>
                  <a:pt x="2070369" y="1509712"/>
                </a:moveTo>
                <a:cubicBezTo>
                  <a:pt x="2062010" y="1487928"/>
                  <a:pt x="2073720" y="1466850"/>
                  <a:pt x="2094181" y="1466850"/>
                </a:cubicBezTo>
                <a:cubicBezTo>
                  <a:pt x="2116710" y="1466850"/>
                  <a:pt x="2128277" y="1493171"/>
                  <a:pt x="2113548" y="1510919"/>
                </a:cubicBezTo>
                <a:cubicBezTo>
                  <a:pt x="2099217" y="1528186"/>
                  <a:pt x="2077222" y="1527572"/>
                  <a:pt x="2070369" y="1509712"/>
                </a:cubicBezTo>
                <a:close/>
                <a:moveTo>
                  <a:pt x="2300889" y="1506845"/>
                </a:moveTo>
                <a:cubicBezTo>
                  <a:pt x="2291207" y="1476340"/>
                  <a:pt x="2304701" y="1455971"/>
                  <a:pt x="2332460" y="1459190"/>
                </a:cubicBezTo>
                <a:cubicBezTo>
                  <a:pt x="2369764" y="1463516"/>
                  <a:pt x="2369419" y="1517851"/>
                  <a:pt x="2332061" y="1522172"/>
                </a:cubicBezTo>
                <a:cubicBezTo>
                  <a:pt x="2313822" y="1524282"/>
                  <a:pt x="2305055" y="1519971"/>
                  <a:pt x="2300889" y="1506845"/>
                </a:cubicBezTo>
                <a:close/>
                <a:moveTo>
                  <a:pt x="1060719" y="1490662"/>
                </a:moveTo>
                <a:cubicBezTo>
                  <a:pt x="1053173" y="1470998"/>
                  <a:pt x="1063404" y="1447800"/>
                  <a:pt x="1079622" y="1447800"/>
                </a:cubicBezTo>
                <a:cubicBezTo>
                  <a:pt x="1099119" y="1447800"/>
                  <a:pt x="1115707" y="1471475"/>
                  <a:pt x="1108807" y="1489455"/>
                </a:cubicBezTo>
                <a:cubicBezTo>
                  <a:pt x="1101340" y="1508914"/>
                  <a:pt x="1068044" y="1509750"/>
                  <a:pt x="1060719" y="1490662"/>
                </a:cubicBezTo>
                <a:close/>
                <a:moveTo>
                  <a:pt x="3157104" y="1481570"/>
                </a:moveTo>
                <a:cubicBezTo>
                  <a:pt x="3119377" y="1443843"/>
                  <a:pt x="3138586" y="1390650"/>
                  <a:pt x="3189938" y="1390650"/>
                </a:cubicBezTo>
                <a:cubicBezTo>
                  <a:pt x="3242029" y="1390650"/>
                  <a:pt x="3265923" y="1448951"/>
                  <a:pt x="3228975" y="1485900"/>
                </a:cubicBezTo>
                <a:cubicBezTo>
                  <a:pt x="3203836" y="1511038"/>
                  <a:pt x="3185465" y="1509931"/>
                  <a:pt x="3157104" y="1481570"/>
                </a:cubicBezTo>
                <a:close/>
                <a:moveTo>
                  <a:pt x="2734688" y="1449693"/>
                </a:moveTo>
                <a:cubicBezTo>
                  <a:pt x="2721958" y="1425908"/>
                  <a:pt x="2741986" y="1396710"/>
                  <a:pt x="2767642" y="1401650"/>
                </a:cubicBezTo>
                <a:cubicBezTo>
                  <a:pt x="2795535" y="1407022"/>
                  <a:pt x="2793519" y="1461025"/>
                  <a:pt x="2765275" y="1465046"/>
                </a:cubicBezTo>
                <a:cubicBezTo>
                  <a:pt x="2752362" y="1466885"/>
                  <a:pt x="2740776" y="1461069"/>
                  <a:pt x="2734688" y="1449693"/>
                </a:cubicBezTo>
                <a:close/>
                <a:moveTo>
                  <a:pt x="2492374" y="1450974"/>
                </a:moveTo>
                <a:cubicBezTo>
                  <a:pt x="2481107" y="1439707"/>
                  <a:pt x="2485624" y="1402840"/>
                  <a:pt x="2499703" y="1391155"/>
                </a:cubicBezTo>
                <a:cubicBezTo>
                  <a:pt x="2517543" y="1376349"/>
                  <a:pt x="2552700" y="1393928"/>
                  <a:pt x="2552700" y="1417655"/>
                </a:cubicBezTo>
                <a:cubicBezTo>
                  <a:pt x="2552700" y="1447878"/>
                  <a:pt x="2511844" y="1470444"/>
                  <a:pt x="2492374" y="1450974"/>
                </a:cubicBezTo>
                <a:close/>
                <a:moveTo>
                  <a:pt x="1229104" y="1433969"/>
                </a:moveTo>
                <a:cubicBezTo>
                  <a:pt x="1211781" y="1413096"/>
                  <a:pt x="1225958" y="1381125"/>
                  <a:pt x="1252537" y="1381125"/>
                </a:cubicBezTo>
                <a:cubicBezTo>
                  <a:pt x="1266876" y="1381125"/>
                  <a:pt x="1277316" y="1388216"/>
                  <a:pt x="1281257" y="1400632"/>
                </a:cubicBezTo>
                <a:cubicBezTo>
                  <a:pt x="1287922" y="1421630"/>
                  <a:pt x="1271988" y="1447800"/>
                  <a:pt x="1252537" y="1447800"/>
                </a:cubicBezTo>
                <a:cubicBezTo>
                  <a:pt x="1245962" y="1447800"/>
                  <a:pt x="1235417" y="1441576"/>
                  <a:pt x="1229104" y="1433969"/>
                </a:cubicBezTo>
                <a:close/>
                <a:moveTo>
                  <a:pt x="2931318" y="1427987"/>
                </a:moveTo>
                <a:cubicBezTo>
                  <a:pt x="2910484" y="1415851"/>
                  <a:pt x="2909360" y="1368797"/>
                  <a:pt x="2929506" y="1352077"/>
                </a:cubicBezTo>
                <a:cubicBezTo>
                  <a:pt x="2952603" y="1332908"/>
                  <a:pt x="2994898" y="1351545"/>
                  <a:pt x="2998510" y="1382484"/>
                </a:cubicBezTo>
                <a:cubicBezTo>
                  <a:pt x="3003415" y="1424486"/>
                  <a:pt x="2967299" y="1448943"/>
                  <a:pt x="2931318" y="1427987"/>
                </a:cubicBezTo>
                <a:close/>
                <a:moveTo>
                  <a:pt x="718032" y="1415018"/>
                </a:moveTo>
                <a:cubicBezTo>
                  <a:pt x="715134" y="1407466"/>
                  <a:pt x="714256" y="1393536"/>
                  <a:pt x="716081" y="1384062"/>
                </a:cubicBezTo>
                <a:cubicBezTo>
                  <a:pt x="720591" y="1360640"/>
                  <a:pt x="765292" y="1360558"/>
                  <a:pt x="769799" y="1383963"/>
                </a:cubicBezTo>
                <a:cubicBezTo>
                  <a:pt x="776351" y="1417983"/>
                  <a:pt x="729870" y="1445867"/>
                  <a:pt x="718032" y="1415018"/>
                </a:cubicBezTo>
                <a:close/>
                <a:moveTo>
                  <a:pt x="1714364" y="1411505"/>
                </a:moveTo>
                <a:cubicBezTo>
                  <a:pt x="1671310" y="1376642"/>
                  <a:pt x="1693292" y="1314450"/>
                  <a:pt x="1748668" y="1314450"/>
                </a:cubicBezTo>
                <a:cubicBezTo>
                  <a:pt x="1799177" y="1314450"/>
                  <a:pt x="1818832" y="1372042"/>
                  <a:pt x="1781175" y="1409700"/>
                </a:cubicBezTo>
                <a:cubicBezTo>
                  <a:pt x="1757606" y="1433268"/>
                  <a:pt x="1741769" y="1433696"/>
                  <a:pt x="1714364" y="1411505"/>
                </a:cubicBezTo>
                <a:close/>
                <a:moveTo>
                  <a:pt x="877313" y="1383018"/>
                </a:moveTo>
                <a:cubicBezTo>
                  <a:pt x="864583" y="1359233"/>
                  <a:pt x="884611" y="1330035"/>
                  <a:pt x="910267" y="1334975"/>
                </a:cubicBezTo>
                <a:cubicBezTo>
                  <a:pt x="938160" y="1340347"/>
                  <a:pt x="936144" y="1394350"/>
                  <a:pt x="907900" y="1398371"/>
                </a:cubicBezTo>
                <a:cubicBezTo>
                  <a:pt x="894987" y="1400210"/>
                  <a:pt x="883401" y="1394394"/>
                  <a:pt x="877313" y="1383018"/>
                </a:cubicBezTo>
                <a:close/>
                <a:moveTo>
                  <a:pt x="1365519" y="1385887"/>
                </a:moveTo>
                <a:cubicBezTo>
                  <a:pt x="1357973" y="1366223"/>
                  <a:pt x="1368204" y="1343025"/>
                  <a:pt x="1384422" y="1343025"/>
                </a:cubicBezTo>
                <a:cubicBezTo>
                  <a:pt x="1391803" y="1343025"/>
                  <a:pt x="1403178" y="1349454"/>
                  <a:pt x="1409700" y="1357312"/>
                </a:cubicBezTo>
                <a:cubicBezTo>
                  <a:pt x="1423425" y="1373850"/>
                  <a:pt x="1407901" y="1400175"/>
                  <a:pt x="1384422" y="1400175"/>
                </a:cubicBezTo>
                <a:cubicBezTo>
                  <a:pt x="1377041" y="1400175"/>
                  <a:pt x="1368534" y="1393745"/>
                  <a:pt x="1365519" y="1385887"/>
                </a:cubicBezTo>
                <a:close/>
                <a:moveTo>
                  <a:pt x="1533904" y="1386345"/>
                </a:moveTo>
                <a:cubicBezTo>
                  <a:pt x="1515675" y="1364380"/>
                  <a:pt x="1525937" y="1338609"/>
                  <a:pt x="1554220" y="1335327"/>
                </a:cubicBezTo>
                <a:cubicBezTo>
                  <a:pt x="1573051" y="1333142"/>
                  <a:pt x="1581141" y="1337518"/>
                  <a:pt x="1585881" y="1352453"/>
                </a:cubicBezTo>
                <a:cubicBezTo>
                  <a:pt x="1597562" y="1389255"/>
                  <a:pt x="1557824" y="1415166"/>
                  <a:pt x="1533904" y="1386345"/>
                </a:cubicBezTo>
                <a:close/>
                <a:moveTo>
                  <a:pt x="2164080" y="1388745"/>
                </a:moveTo>
                <a:cubicBezTo>
                  <a:pt x="2138286" y="1362951"/>
                  <a:pt x="2159256" y="1304925"/>
                  <a:pt x="2194371" y="1304925"/>
                </a:cubicBezTo>
                <a:cubicBezTo>
                  <a:pt x="2218725" y="1304925"/>
                  <a:pt x="2247900" y="1331783"/>
                  <a:pt x="2247900" y="1354204"/>
                </a:cubicBezTo>
                <a:cubicBezTo>
                  <a:pt x="2247900" y="1389132"/>
                  <a:pt x="2188814" y="1413479"/>
                  <a:pt x="2164080" y="1388745"/>
                </a:cubicBezTo>
                <a:close/>
                <a:moveTo>
                  <a:pt x="1947701" y="1342516"/>
                </a:moveTo>
                <a:cubicBezTo>
                  <a:pt x="1938609" y="1313870"/>
                  <a:pt x="1965451" y="1286809"/>
                  <a:pt x="1988522" y="1301362"/>
                </a:cubicBezTo>
                <a:cubicBezTo>
                  <a:pt x="1997591" y="1307082"/>
                  <a:pt x="2005012" y="1322012"/>
                  <a:pt x="2005012" y="1334538"/>
                </a:cubicBezTo>
                <a:cubicBezTo>
                  <a:pt x="2005012" y="1366451"/>
                  <a:pt x="1957401" y="1373079"/>
                  <a:pt x="1947701" y="1342516"/>
                </a:cubicBezTo>
                <a:close/>
                <a:moveTo>
                  <a:pt x="1102518" y="1332737"/>
                </a:moveTo>
                <a:cubicBezTo>
                  <a:pt x="1069146" y="1313299"/>
                  <a:pt x="1090491" y="1238250"/>
                  <a:pt x="1129392" y="1238250"/>
                </a:cubicBezTo>
                <a:cubicBezTo>
                  <a:pt x="1153885" y="1238250"/>
                  <a:pt x="1182646" y="1275396"/>
                  <a:pt x="1175862" y="1298268"/>
                </a:cubicBezTo>
                <a:cubicBezTo>
                  <a:pt x="1164395" y="1336933"/>
                  <a:pt x="1134137" y="1351153"/>
                  <a:pt x="1102518" y="1332737"/>
                </a:cubicBezTo>
                <a:close/>
                <a:moveTo>
                  <a:pt x="2394582" y="1307160"/>
                </a:moveTo>
                <a:cubicBezTo>
                  <a:pt x="2368606" y="1289816"/>
                  <a:pt x="2360356" y="1256769"/>
                  <a:pt x="2376030" y="1232848"/>
                </a:cubicBezTo>
                <a:cubicBezTo>
                  <a:pt x="2408299" y="1183599"/>
                  <a:pt x="2484090" y="1226106"/>
                  <a:pt x="2456701" y="1278092"/>
                </a:cubicBezTo>
                <a:cubicBezTo>
                  <a:pt x="2444192" y="1301834"/>
                  <a:pt x="2429801" y="1314158"/>
                  <a:pt x="2414587" y="1314158"/>
                </a:cubicBezTo>
                <a:cubicBezTo>
                  <a:pt x="2409348" y="1314158"/>
                  <a:pt x="2400346" y="1311009"/>
                  <a:pt x="2394582" y="1307160"/>
                </a:cubicBezTo>
                <a:close/>
                <a:moveTo>
                  <a:pt x="2634073" y="1301641"/>
                </a:moveTo>
                <a:cubicBezTo>
                  <a:pt x="2614141" y="1287066"/>
                  <a:pt x="2617522" y="1249103"/>
                  <a:pt x="2640007" y="1235012"/>
                </a:cubicBezTo>
                <a:cubicBezTo>
                  <a:pt x="2651478" y="1227824"/>
                  <a:pt x="2660060" y="1228538"/>
                  <a:pt x="2670964" y="1237587"/>
                </a:cubicBezTo>
                <a:cubicBezTo>
                  <a:pt x="2707059" y="1267544"/>
                  <a:pt x="2671613" y="1329090"/>
                  <a:pt x="2634073" y="1301641"/>
                </a:cubicBezTo>
                <a:close/>
                <a:moveTo>
                  <a:pt x="657225" y="1281674"/>
                </a:moveTo>
                <a:cubicBezTo>
                  <a:pt x="657225" y="1268268"/>
                  <a:pt x="661511" y="1257300"/>
                  <a:pt x="666750" y="1257300"/>
                </a:cubicBezTo>
                <a:cubicBezTo>
                  <a:pt x="671988" y="1257300"/>
                  <a:pt x="676275" y="1265619"/>
                  <a:pt x="676275" y="1275787"/>
                </a:cubicBezTo>
                <a:cubicBezTo>
                  <a:pt x="676275" y="1285956"/>
                  <a:pt x="671988" y="1296924"/>
                  <a:pt x="666750" y="1300162"/>
                </a:cubicBezTo>
                <a:cubicBezTo>
                  <a:pt x="661347" y="1303501"/>
                  <a:pt x="657225" y="1295498"/>
                  <a:pt x="657225" y="1281674"/>
                </a:cubicBezTo>
                <a:close/>
                <a:moveTo>
                  <a:pt x="3047337" y="1289839"/>
                </a:moveTo>
                <a:cubicBezTo>
                  <a:pt x="3034559" y="1274443"/>
                  <a:pt x="3043327" y="1247745"/>
                  <a:pt x="3063353" y="1241069"/>
                </a:cubicBezTo>
                <a:cubicBezTo>
                  <a:pt x="3082890" y="1234557"/>
                  <a:pt x="3107647" y="1262999"/>
                  <a:pt x="3100912" y="1284219"/>
                </a:cubicBezTo>
                <a:cubicBezTo>
                  <a:pt x="3093218" y="1308461"/>
                  <a:pt x="3065229" y="1311397"/>
                  <a:pt x="3047337" y="1289839"/>
                </a:cubicBezTo>
                <a:close/>
                <a:moveTo>
                  <a:pt x="2816554" y="1279854"/>
                </a:moveTo>
                <a:cubicBezTo>
                  <a:pt x="2805054" y="1268354"/>
                  <a:pt x="2809269" y="1230995"/>
                  <a:pt x="2822645" y="1225862"/>
                </a:cubicBezTo>
                <a:cubicBezTo>
                  <a:pt x="2843167" y="1217987"/>
                  <a:pt x="2859426" y="1233812"/>
                  <a:pt x="2855952" y="1258279"/>
                </a:cubicBezTo>
                <a:cubicBezTo>
                  <a:pt x="2852802" y="1280459"/>
                  <a:pt x="2829771" y="1293071"/>
                  <a:pt x="2816554" y="1279854"/>
                </a:cubicBezTo>
                <a:close/>
                <a:moveTo>
                  <a:pt x="946632" y="1243568"/>
                </a:moveTo>
                <a:cubicBezTo>
                  <a:pt x="936487" y="1217129"/>
                  <a:pt x="947321" y="1195387"/>
                  <a:pt x="970642" y="1195387"/>
                </a:cubicBezTo>
                <a:cubicBezTo>
                  <a:pt x="1000688" y="1195387"/>
                  <a:pt x="1017708" y="1221825"/>
                  <a:pt x="1000787" y="1242214"/>
                </a:cubicBezTo>
                <a:cubicBezTo>
                  <a:pt x="985150" y="1261055"/>
                  <a:pt x="953645" y="1261843"/>
                  <a:pt x="946632" y="1243568"/>
                </a:cubicBezTo>
                <a:close/>
                <a:moveTo>
                  <a:pt x="1402080" y="1245870"/>
                </a:moveTo>
                <a:cubicBezTo>
                  <a:pt x="1374026" y="1217816"/>
                  <a:pt x="1394939" y="1162050"/>
                  <a:pt x="1433512" y="1162050"/>
                </a:cubicBezTo>
                <a:cubicBezTo>
                  <a:pt x="1460468" y="1162050"/>
                  <a:pt x="1476375" y="1179723"/>
                  <a:pt x="1476375" y="1209675"/>
                </a:cubicBezTo>
                <a:cubicBezTo>
                  <a:pt x="1476375" y="1239626"/>
                  <a:pt x="1460468" y="1257300"/>
                  <a:pt x="1433512" y="1257300"/>
                </a:cubicBezTo>
                <a:cubicBezTo>
                  <a:pt x="1422511" y="1257300"/>
                  <a:pt x="1408366" y="1252156"/>
                  <a:pt x="1402080" y="1245870"/>
                </a:cubicBezTo>
                <a:close/>
                <a:moveTo>
                  <a:pt x="1614342" y="1228267"/>
                </a:moveTo>
                <a:cubicBezTo>
                  <a:pt x="1608362" y="1209425"/>
                  <a:pt x="1623041" y="1181100"/>
                  <a:pt x="1638785" y="1181100"/>
                </a:cubicBezTo>
                <a:cubicBezTo>
                  <a:pt x="1658843" y="1181100"/>
                  <a:pt x="1676195" y="1211309"/>
                  <a:pt x="1666520" y="1229386"/>
                </a:cubicBezTo>
                <a:cubicBezTo>
                  <a:pt x="1653564" y="1253595"/>
                  <a:pt x="1622167" y="1252922"/>
                  <a:pt x="1614342" y="1228267"/>
                </a:cubicBezTo>
                <a:close/>
                <a:moveTo>
                  <a:pt x="1813407" y="1224518"/>
                </a:moveTo>
                <a:cubicBezTo>
                  <a:pt x="1804162" y="1200424"/>
                  <a:pt x="1814079" y="1176427"/>
                  <a:pt x="1834493" y="1173496"/>
                </a:cubicBezTo>
                <a:cubicBezTo>
                  <a:pt x="1860007" y="1169833"/>
                  <a:pt x="1879737" y="1193757"/>
                  <a:pt x="1871807" y="1218742"/>
                </a:cubicBezTo>
                <a:cubicBezTo>
                  <a:pt x="1864542" y="1241632"/>
                  <a:pt x="1821604" y="1245879"/>
                  <a:pt x="1813407" y="1224518"/>
                </a:cubicBezTo>
                <a:close/>
                <a:moveTo>
                  <a:pt x="1285875" y="1214999"/>
                </a:moveTo>
                <a:cubicBezTo>
                  <a:pt x="1285875" y="1195434"/>
                  <a:pt x="1305594" y="1185820"/>
                  <a:pt x="1314886" y="1200856"/>
                </a:cubicBezTo>
                <a:cubicBezTo>
                  <a:pt x="1319193" y="1207825"/>
                  <a:pt x="1320604" y="1216947"/>
                  <a:pt x="1318021" y="1221126"/>
                </a:cubicBezTo>
                <a:cubicBezTo>
                  <a:pt x="1310016" y="1234078"/>
                  <a:pt x="1285875" y="1229477"/>
                  <a:pt x="1285875" y="1214999"/>
                </a:cubicBezTo>
                <a:close/>
                <a:moveTo>
                  <a:pt x="761808" y="1204682"/>
                </a:moveTo>
                <a:cubicBezTo>
                  <a:pt x="747555" y="1187507"/>
                  <a:pt x="747939" y="1187069"/>
                  <a:pt x="789615" y="1172989"/>
                </a:cubicBezTo>
                <a:cubicBezTo>
                  <a:pt x="832832" y="1158387"/>
                  <a:pt x="838200" y="1159073"/>
                  <a:pt x="838200" y="1179195"/>
                </a:cubicBezTo>
                <a:cubicBezTo>
                  <a:pt x="838200" y="1216538"/>
                  <a:pt x="786080" y="1233927"/>
                  <a:pt x="761808" y="1204682"/>
                </a:cubicBezTo>
                <a:close/>
                <a:moveTo>
                  <a:pt x="2144672" y="1210833"/>
                </a:moveTo>
                <a:cubicBezTo>
                  <a:pt x="2122238" y="1196612"/>
                  <a:pt x="2135092" y="1157287"/>
                  <a:pt x="2162175" y="1157287"/>
                </a:cubicBezTo>
                <a:cubicBezTo>
                  <a:pt x="2180026" y="1157287"/>
                  <a:pt x="2186792" y="1162979"/>
                  <a:pt x="2189202" y="1180022"/>
                </a:cubicBezTo>
                <a:cubicBezTo>
                  <a:pt x="2191950" y="1199461"/>
                  <a:pt x="2178434" y="1218908"/>
                  <a:pt x="2162175" y="1218908"/>
                </a:cubicBezTo>
                <a:cubicBezTo>
                  <a:pt x="2159555" y="1218908"/>
                  <a:pt x="2151679" y="1215274"/>
                  <a:pt x="2144672" y="1210833"/>
                </a:cubicBezTo>
                <a:close/>
                <a:moveTo>
                  <a:pt x="3156061" y="1194976"/>
                </a:moveTo>
                <a:cubicBezTo>
                  <a:pt x="3152959" y="1186892"/>
                  <a:pt x="3152727" y="1177972"/>
                  <a:pt x="3155545" y="1175154"/>
                </a:cubicBezTo>
                <a:cubicBezTo>
                  <a:pt x="3162702" y="1167997"/>
                  <a:pt x="3200400" y="1189285"/>
                  <a:pt x="3200400" y="1200485"/>
                </a:cubicBezTo>
                <a:cubicBezTo>
                  <a:pt x="3200400" y="1215611"/>
                  <a:pt x="3162157" y="1210860"/>
                  <a:pt x="3156061" y="1194976"/>
                </a:cubicBezTo>
                <a:close/>
                <a:moveTo>
                  <a:pt x="2914877" y="1150574"/>
                </a:moveTo>
                <a:cubicBezTo>
                  <a:pt x="2904116" y="1139024"/>
                  <a:pt x="2896893" y="1125094"/>
                  <a:pt x="2898825" y="1119618"/>
                </a:cubicBezTo>
                <a:cubicBezTo>
                  <a:pt x="2902531" y="1109117"/>
                  <a:pt x="2907037" y="1109075"/>
                  <a:pt x="2965723" y="1118995"/>
                </a:cubicBezTo>
                <a:lnTo>
                  <a:pt x="3002508" y="1125213"/>
                </a:lnTo>
                <a:lnTo>
                  <a:pt x="2980731" y="1148394"/>
                </a:lnTo>
                <a:cubicBezTo>
                  <a:pt x="2953816" y="1177044"/>
                  <a:pt x="2939964" y="1177502"/>
                  <a:pt x="2914877" y="1150574"/>
                </a:cubicBezTo>
                <a:close/>
                <a:moveTo>
                  <a:pt x="2524504" y="1148219"/>
                </a:moveTo>
                <a:cubicBezTo>
                  <a:pt x="2509204" y="1129784"/>
                  <a:pt x="2521020" y="1095375"/>
                  <a:pt x="2542650" y="1095375"/>
                </a:cubicBezTo>
                <a:cubicBezTo>
                  <a:pt x="2569826" y="1095375"/>
                  <a:pt x="2584602" y="1118984"/>
                  <a:pt x="2572075" y="1142391"/>
                </a:cubicBezTo>
                <a:cubicBezTo>
                  <a:pt x="2559766" y="1165390"/>
                  <a:pt x="2540694" y="1167727"/>
                  <a:pt x="2524504" y="1148219"/>
                </a:cubicBezTo>
                <a:close/>
                <a:moveTo>
                  <a:pt x="1967592" y="1137557"/>
                </a:moveTo>
                <a:cubicBezTo>
                  <a:pt x="1943855" y="1113819"/>
                  <a:pt x="1948641" y="1069849"/>
                  <a:pt x="1976982" y="1051279"/>
                </a:cubicBezTo>
                <a:cubicBezTo>
                  <a:pt x="2023397" y="1020867"/>
                  <a:pt x="2075091" y="1081243"/>
                  <a:pt x="2043681" y="1129180"/>
                </a:cubicBezTo>
                <a:cubicBezTo>
                  <a:pt x="2026042" y="1156101"/>
                  <a:pt x="1990094" y="1160058"/>
                  <a:pt x="1967592" y="1137557"/>
                </a:cubicBezTo>
                <a:close/>
                <a:moveTo>
                  <a:pt x="1190433" y="1109432"/>
                </a:moveTo>
                <a:cubicBezTo>
                  <a:pt x="1175283" y="1091177"/>
                  <a:pt x="1177037" y="1089852"/>
                  <a:pt x="1226343" y="1082300"/>
                </a:cubicBezTo>
                <a:cubicBezTo>
                  <a:pt x="1256547" y="1077674"/>
                  <a:pt x="1266825" y="1079272"/>
                  <a:pt x="1266825" y="1088594"/>
                </a:cubicBezTo>
                <a:cubicBezTo>
                  <a:pt x="1266825" y="1121786"/>
                  <a:pt x="1212895" y="1136497"/>
                  <a:pt x="1190433" y="1109432"/>
                </a:cubicBezTo>
                <a:close/>
                <a:moveTo>
                  <a:pt x="2313912" y="1099339"/>
                </a:moveTo>
                <a:cubicBezTo>
                  <a:pt x="2297205" y="1079208"/>
                  <a:pt x="2313874" y="1052512"/>
                  <a:pt x="2343150" y="1052512"/>
                </a:cubicBezTo>
                <a:cubicBezTo>
                  <a:pt x="2372425" y="1052512"/>
                  <a:pt x="2389094" y="1079208"/>
                  <a:pt x="2372387" y="1099339"/>
                </a:cubicBezTo>
                <a:cubicBezTo>
                  <a:pt x="2365501" y="1107636"/>
                  <a:pt x="2352344" y="1114425"/>
                  <a:pt x="2343150" y="1114425"/>
                </a:cubicBezTo>
                <a:cubicBezTo>
                  <a:pt x="2333955" y="1114425"/>
                  <a:pt x="2320798" y="1107636"/>
                  <a:pt x="2313912" y="1099339"/>
                </a:cubicBezTo>
                <a:close/>
                <a:moveTo>
                  <a:pt x="1516380" y="1093470"/>
                </a:moveTo>
                <a:cubicBezTo>
                  <a:pt x="1494829" y="1071919"/>
                  <a:pt x="1503694" y="1057275"/>
                  <a:pt x="1538287" y="1057275"/>
                </a:cubicBezTo>
                <a:cubicBezTo>
                  <a:pt x="1559291" y="1057275"/>
                  <a:pt x="1571625" y="1061856"/>
                  <a:pt x="1571625" y="1069657"/>
                </a:cubicBezTo>
                <a:cubicBezTo>
                  <a:pt x="1571625" y="1084770"/>
                  <a:pt x="1552583" y="1104900"/>
                  <a:pt x="1538287" y="1104900"/>
                </a:cubicBezTo>
                <a:cubicBezTo>
                  <a:pt x="1532524" y="1104900"/>
                  <a:pt x="1522666" y="1099756"/>
                  <a:pt x="1516380" y="1093470"/>
                </a:cubicBezTo>
                <a:close/>
                <a:moveTo>
                  <a:pt x="1714308" y="1071332"/>
                </a:moveTo>
                <a:cubicBezTo>
                  <a:pt x="1697441" y="1051007"/>
                  <a:pt x="1706242" y="1046100"/>
                  <a:pt x="1753404" y="1049535"/>
                </a:cubicBezTo>
                <a:cubicBezTo>
                  <a:pt x="1792385" y="1052373"/>
                  <a:pt x="1793510" y="1053289"/>
                  <a:pt x="1777528" y="1069181"/>
                </a:cubicBezTo>
                <a:cubicBezTo>
                  <a:pt x="1756881" y="1089710"/>
                  <a:pt x="1730311" y="1090614"/>
                  <a:pt x="1714308" y="1071332"/>
                </a:cubicBezTo>
                <a:close/>
                <a:moveTo>
                  <a:pt x="2009775" y="891149"/>
                </a:moveTo>
                <a:cubicBezTo>
                  <a:pt x="2009775" y="864253"/>
                  <a:pt x="2020743" y="854746"/>
                  <a:pt x="2042252" y="863000"/>
                </a:cubicBezTo>
                <a:cubicBezTo>
                  <a:pt x="2068431" y="873046"/>
                  <a:pt x="2061459" y="914400"/>
                  <a:pt x="2033587" y="914400"/>
                </a:cubicBezTo>
                <a:cubicBezTo>
                  <a:pt x="2014691" y="914400"/>
                  <a:pt x="2009775" y="909600"/>
                  <a:pt x="2009775" y="891149"/>
                </a:cubicBezTo>
                <a:close/>
                <a:moveTo>
                  <a:pt x="1933720" y="745331"/>
                </a:moveTo>
                <a:cubicBezTo>
                  <a:pt x="1933801" y="741402"/>
                  <a:pt x="1937608" y="732280"/>
                  <a:pt x="1942180" y="725060"/>
                </a:cubicBezTo>
                <a:cubicBezTo>
                  <a:pt x="1952751" y="708372"/>
                  <a:pt x="1972636" y="719836"/>
                  <a:pt x="1965477" y="738492"/>
                </a:cubicBezTo>
                <a:cubicBezTo>
                  <a:pt x="1960028" y="752692"/>
                  <a:pt x="1933453" y="758415"/>
                  <a:pt x="1933720" y="745331"/>
                </a:cubicBezTo>
                <a:close/>
              </a:path>
            </a:pathLst>
          </a:custGeom>
          <a:solidFill>
            <a:srgbClr val="7A1732">
              <a:alpha val="35000"/>
            </a:srgbClr>
          </a:solidFill>
          <a:ln>
            <a:noFill/>
          </a:ln>
        </p:spPr>
      </p:sp>
      <p:sp>
        <p:nvSpPr>
          <p:cNvPr id="5" name="cross"/>
          <p:cNvSpPr/>
          <p:nvPr/>
        </p:nvSpPr>
        <p:spPr>
          <a:xfrm rot="360000">
            <a:off x="1428750" y="4652962"/>
            <a:ext cx="2857500" cy="2886075"/>
          </a:xfrm>
          <a:custGeom>
            <a:avLst/>
            <a:gdLst/>
            <a:ahLst/>
            <a:cxnLst/>
            <a:rect l="0" t="0" r="r" b="b"/>
            <a:pathLst>
              <a:path w="2857500" h="2886075">
                <a:moveTo>
                  <a:pt x="371475" y="2853379"/>
                </a:moveTo>
                <a:cubicBezTo>
                  <a:pt x="371475" y="2839929"/>
                  <a:pt x="367188" y="2828925"/>
                  <a:pt x="361950" y="2828925"/>
                </a:cubicBezTo>
                <a:cubicBezTo>
                  <a:pt x="347486" y="2828925"/>
                  <a:pt x="350569" y="2800464"/>
                  <a:pt x="365659" y="2794673"/>
                </a:cubicBezTo>
                <a:cubicBezTo>
                  <a:pt x="381643" y="2788540"/>
                  <a:pt x="374477" y="2752647"/>
                  <a:pt x="354274" y="2737644"/>
                </a:cubicBezTo>
                <a:cubicBezTo>
                  <a:pt x="342257" y="2728719"/>
                  <a:pt x="342794" y="2723572"/>
                  <a:pt x="358253" y="2699544"/>
                </a:cubicBezTo>
                <a:cubicBezTo>
                  <a:pt x="371627" y="2678755"/>
                  <a:pt x="360556" y="2685279"/>
                  <a:pt x="314269" y="2725461"/>
                </a:cubicBezTo>
                <a:cubicBezTo>
                  <a:pt x="222167" y="2805418"/>
                  <a:pt x="184962" y="2824203"/>
                  <a:pt x="156128" y="2805310"/>
                </a:cubicBezTo>
                <a:cubicBezTo>
                  <a:pt x="129703" y="2787996"/>
                  <a:pt x="129526" y="2787286"/>
                  <a:pt x="145256" y="2761592"/>
                </a:cubicBezTo>
                <a:cubicBezTo>
                  <a:pt x="155363" y="2745082"/>
                  <a:pt x="154522" y="2740644"/>
                  <a:pt x="139692" y="2732224"/>
                </a:cubicBezTo>
                <a:cubicBezTo>
                  <a:pt x="126629" y="2724808"/>
                  <a:pt x="123796" y="2715930"/>
                  <a:pt x="128460" y="2697034"/>
                </a:cubicBezTo>
                <a:cubicBezTo>
                  <a:pt x="133488" y="2676663"/>
                  <a:pt x="132350" y="2674071"/>
                  <a:pt x="122594" y="2683668"/>
                </a:cubicBezTo>
                <a:cubicBezTo>
                  <a:pt x="115936" y="2690217"/>
                  <a:pt x="107060" y="2695575"/>
                  <a:pt x="102869" y="2695575"/>
                </a:cubicBezTo>
                <a:cubicBezTo>
                  <a:pt x="86851" y="2695575"/>
                  <a:pt x="97231" y="2669872"/>
                  <a:pt x="133510" y="2619704"/>
                </a:cubicBezTo>
                <a:cubicBezTo>
                  <a:pt x="156478" y="2587942"/>
                  <a:pt x="167732" y="2564222"/>
                  <a:pt x="162375" y="2558865"/>
                </a:cubicBezTo>
                <a:cubicBezTo>
                  <a:pt x="153769" y="2550259"/>
                  <a:pt x="197193" y="2492521"/>
                  <a:pt x="264318" y="2423322"/>
                </a:cubicBezTo>
                <a:cubicBezTo>
                  <a:pt x="281344" y="2405770"/>
                  <a:pt x="295632" y="2388052"/>
                  <a:pt x="296068" y="2383948"/>
                </a:cubicBezTo>
                <a:cubicBezTo>
                  <a:pt x="296505" y="2379845"/>
                  <a:pt x="297914" y="2367085"/>
                  <a:pt x="299199" y="2355593"/>
                </a:cubicBezTo>
                <a:cubicBezTo>
                  <a:pt x="300485" y="2344102"/>
                  <a:pt x="334418" y="2301282"/>
                  <a:pt x="374606" y="2260438"/>
                </a:cubicBezTo>
                <a:cubicBezTo>
                  <a:pt x="414793" y="2219593"/>
                  <a:pt x="447675" y="2182130"/>
                  <a:pt x="447675" y="2177186"/>
                </a:cubicBezTo>
                <a:cubicBezTo>
                  <a:pt x="447675" y="2166540"/>
                  <a:pt x="392092" y="2224439"/>
                  <a:pt x="262495" y="2370083"/>
                </a:cubicBezTo>
                <a:cubicBezTo>
                  <a:pt x="177571" y="2465523"/>
                  <a:pt x="130822" y="2502595"/>
                  <a:pt x="146319" y="2462212"/>
                </a:cubicBezTo>
                <a:cubicBezTo>
                  <a:pt x="152902" y="2445057"/>
                  <a:pt x="141596" y="2443488"/>
                  <a:pt x="125730" y="2459354"/>
                </a:cubicBezTo>
                <a:cubicBezTo>
                  <a:pt x="119443" y="2465641"/>
                  <a:pt x="114299" y="2467370"/>
                  <a:pt x="114300" y="2463197"/>
                </a:cubicBezTo>
                <a:cubicBezTo>
                  <a:pt x="114300" y="2451037"/>
                  <a:pt x="191004" y="2367320"/>
                  <a:pt x="203210" y="2366158"/>
                </a:cubicBezTo>
                <a:cubicBezTo>
                  <a:pt x="229863" y="2363621"/>
                  <a:pt x="232532" y="2361381"/>
                  <a:pt x="219075" y="2352844"/>
                </a:cubicBezTo>
                <a:cubicBezTo>
                  <a:pt x="207241" y="2345337"/>
                  <a:pt x="210923" y="2337812"/>
                  <a:pt x="240506" y="2309041"/>
                </a:cubicBezTo>
                <a:cubicBezTo>
                  <a:pt x="260382" y="2289710"/>
                  <a:pt x="276318" y="2280065"/>
                  <a:pt x="276436" y="2287294"/>
                </a:cubicBezTo>
                <a:cubicBezTo>
                  <a:pt x="276557" y="2294679"/>
                  <a:pt x="284494" y="2290075"/>
                  <a:pt x="294826" y="2276629"/>
                </a:cubicBezTo>
                <a:cubicBezTo>
                  <a:pt x="306812" y="2261028"/>
                  <a:pt x="309516" y="2250814"/>
                  <a:pt x="302763" y="2246641"/>
                </a:cubicBezTo>
                <a:cubicBezTo>
                  <a:pt x="296572" y="2242815"/>
                  <a:pt x="306250" y="2227713"/>
                  <a:pt x="327236" y="2208453"/>
                </a:cubicBezTo>
                <a:cubicBezTo>
                  <a:pt x="346328" y="2190930"/>
                  <a:pt x="361950" y="2172852"/>
                  <a:pt x="361950" y="2168278"/>
                </a:cubicBezTo>
                <a:cubicBezTo>
                  <a:pt x="361950" y="2159472"/>
                  <a:pt x="429633" y="2080275"/>
                  <a:pt x="559402" y="1937234"/>
                </a:cubicBezTo>
                <a:cubicBezTo>
                  <a:pt x="641535" y="1846701"/>
                  <a:pt x="665955" y="1807332"/>
                  <a:pt x="600075" y="1871662"/>
                </a:cubicBezTo>
                <a:cubicBezTo>
                  <a:pt x="579120" y="1892124"/>
                  <a:pt x="561995" y="1904781"/>
                  <a:pt x="562020" y="1899789"/>
                </a:cubicBezTo>
                <a:cubicBezTo>
                  <a:pt x="562085" y="1886808"/>
                  <a:pt x="607426" y="1838221"/>
                  <a:pt x="810826" y="1633171"/>
                </a:cubicBezTo>
                <a:lnTo>
                  <a:pt x="990708" y="1451830"/>
                </a:lnTo>
                <a:lnTo>
                  <a:pt x="873973" y="1333017"/>
                </a:lnTo>
                <a:cubicBezTo>
                  <a:pt x="502652" y="955087"/>
                  <a:pt x="336303" y="777388"/>
                  <a:pt x="285925" y="704850"/>
                </a:cubicBezTo>
                <a:cubicBezTo>
                  <a:pt x="273191" y="686514"/>
                  <a:pt x="231839" y="639365"/>
                  <a:pt x="194031" y="600075"/>
                </a:cubicBezTo>
                <a:cubicBezTo>
                  <a:pt x="61379" y="462218"/>
                  <a:pt x="0" y="362726"/>
                  <a:pt x="0" y="285561"/>
                </a:cubicBezTo>
                <a:cubicBezTo>
                  <a:pt x="0" y="255857"/>
                  <a:pt x="28489" y="219075"/>
                  <a:pt x="51495" y="219075"/>
                </a:cubicBezTo>
                <a:cubicBezTo>
                  <a:pt x="59924" y="219075"/>
                  <a:pt x="63152" y="212424"/>
                  <a:pt x="60201" y="201139"/>
                </a:cubicBezTo>
                <a:cubicBezTo>
                  <a:pt x="55449" y="182967"/>
                  <a:pt x="87379" y="152399"/>
                  <a:pt x="111113" y="152400"/>
                </a:cubicBezTo>
                <a:cubicBezTo>
                  <a:pt x="117507" y="152400"/>
                  <a:pt x="148700" y="176436"/>
                  <a:pt x="180432" y="205813"/>
                </a:cubicBezTo>
                <a:cubicBezTo>
                  <a:pt x="212163" y="235190"/>
                  <a:pt x="238125" y="255336"/>
                  <a:pt x="238125" y="250580"/>
                </a:cubicBezTo>
                <a:cubicBezTo>
                  <a:pt x="238125" y="245825"/>
                  <a:pt x="233219" y="237029"/>
                  <a:pt x="227224" y="231034"/>
                </a:cubicBezTo>
                <a:cubicBezTo>
                  <a:pt x="211648" y="215458"/>
                  <a:pt x="234035" y="165216"/>
                  <a:pt x="259521" y="158551"/>
                </a:cubicBezTo>
                <a:cubicBezTo>
                  <a:pt x="277050" y="153967"/>
                  <a:pt x="277790" y="151466"/>
                  <a:pt x="265885" y="137045"/>
                </a:cubicBezTo>
                <a:cubicBezTo>
                  <a:pt x="255148" y="124041"/>
                  <a:pt x="254907" y="119887"/>
                  <a:pt x="264697" y="116593"/>
                </a:cubicBezTo>
                <a:cubicBezTo>
                  <a:pt x="273176" y="113740"/>
                  <a:pt x="269486" y="104964"/>
                  <a:pt x="252791" y="88268"/>
                </a:cubicBezTo>
                <a:cubicBezTo>
                  <a:pt x="223660" y="59138"/>
                  <a:pt x="222368" y="47471"/>
                  <a:pt x="247542" y="40887"/>
                </a:cubicBezTo>
                <a:cubicBezTo>
                  <a:pt x="257961" y="38163"/>
                  <a:pt x="264438" y="32620"/>
                  <a:pt x="261935" y="28571"/>
                </a:cubicBezTo>
                <a:cubicBezTo>
                  <a:pt x="259432" y="24521"/>
                  <a:pt x="263492" y="16139"/>
                  <a:pt x="270958" y="9943"/>
                </a:cubicBezTo>
                <a:cubicBezTo>
                  <a:pt x="289857" y="-5741"/>
                  <a:pt x="312033" y="7870"/>
                  <a:pt x="366776" y="68758"/>
                </a:cubicBezTo>
                <a:cubicBezTo>
                  <a:pt x="432910" y="142314"/>
                  <a:pt x="531763" y="230733"/>
                  <a:pt x="543494" y="226822"/>
                </a:cubicBezTo>
                <a:cubicBezTo>
                  <a:pt x="549090" y="224957"/>
                  <a:pt x="523391" y="192052"/>
                  <a:pt x="486384" y="153700"/>
                </a:cubicBezTo>
                <a:cubicBezTo>
                  <a:pt x="422809" y="87814"/>
                  <a:pt x="404983" y="57150"/>
                  <a:pt x="430256" y="57149"/>
                </a:cubicBezTo>
                <a:cubicBezTo>
                  <a:pt x="436392" y="57149"/>
                  <a:pt x="449250" y="64243"/>
                  <a:pt x="458831" y="72913"/>
                </a:cubicBezTo>
                <a:cubicBezTo>
                  <a:pt x="469253" y="82345"/>
                  <a:pt x="476249" y="84258"/>
                  <a:pt x="476249" y="77676"/>
                </a:cubicBezTo>
                <a:cubicBezTo>
                  <a:pt x="476250" y="71625"/>
                  <a:pt x="481152" y="66674"/>
                  <a:pt x="487145" y="66674"/>
                </a:cubicBezTo>
                <a:cubicBezTo>
                  <a:pt x="501738" y="66674"/>
                  <a:pt x="645063" y="217140"/>
                  <a:pt x="659369" y="247479"/>
                </a:cubicBezTo>
                <a:cubicBezTo>
                  <a:pt x="665589" y="260670"/>
                  <a:pt x="705156" y="303472"/>
                  <a:pt x="747295" y="342595"/>
                </a:cubicBezTo>
                <a:cubicBezTo>
                  <a:pt x="789434" y="381718"/>
                  <a:pt x="960341" y="547778"/>
                  <a:pt x="1127088" y="711617"/>
                </a:cubicBezTo>
                <a:lnTo>
                  <a:pt x="1430264" y="1009506"/>
                </a:lnTo>
                <a:lnTo>
                  <a:pt x="1483778" y="964334"/>
                </a:lnTo>
                <a:cubicBezTo>
                  <a:pt x="1573110" y="888927"/>
                  <a:pt x="1711438" y="745975"/>
                  <a:pt x="1804199" y="633203"/>
                </a:cubicBezTo>
                <a:cubicBezTo>
                  <a:pt x="1865424" y="558769"/>
                  <a:pt x="2116834" y="309862"/>
                  <a:pt x="2198338" y="242988"/>
                </a:cubicBezTo>
                <a:cubicBezTo>
                  <a:pt x="2233455" y="214174"/>
                  <a:pt x="2287905" y="168992"/>
                  <a:pt x="2319337" y="142584"/>
                </a:cubicBezTo>
                <a:cubicBezTo>
                  <a:pt x="2436960" y="43763"/>
                  <a:pt x="2517951" y="17301"/>
                  <a:pt x="2566128" y="61950"/>
                </a:cubicBezTo>
                <a:cubicBezTo>
                  <a:pt x="2582965" y="77554"/>
                  <a:pt x="2590419" y="92027"/>
                  <a:pt x="2586662" y="101818"/>
                </a:cubicBezTo>
                <a:cubicBezTo>
                  <a:pt x="2576885" y="127297"/>
                  <a:pt x="2521419" y="209549"/>
                  <a:pt x="2514014" y="209549"/>
                </a:cubicBezTo>
                <a:cubicBezTo>
                  <a:pt x="2510218" y="209549"/>
                  <a:pt x="2504413" y="216585"/>
                  <a:pt x="2501113" y="225184"/>
                </a:cubicBezTo>
                <a:cubicBezTo>
                  <a:pt x="2496173" y="238057"/>
                  <a:pt x="2497596" y="238759"/>
                  <a:pt x="2509164" y="229158"/>
                </a:cubicBezTo>
                <a:cubicBezTo>
                  <a:pt x="2516892" y="222744"/>
                  <a:pt x="2533064" y="216086"/>
                  <a:pt x="2545101" y="214361"/>
                </a:cubicBezTo>
                <a:cubicBezTo>
                  <a:pt x="2557138" y="212636"/>
                  <a:pt x="2596968" y="202560"/>
                  <a:pt x="2633611" y="191970"/>
                </a:cubicBezTo>
                <a:cubicBezTo>
                  <a:pt x="2694218" y="174454"/>
                  <a:pt x="2701724" y="174062"/>
                  <a:pt x="2716712" y="187626"/>
                </a:cubicBezTo>
                <a:cubicBezTo>
                  <a:pt x="2740494" y="209148"/>
                  <a:pt x="2745980" y="234245"/>
                  <a:pt x="2732357" y="259196"/>
                </a:cubicBezTo>
                <a:cubicBezTo>
                  <a:pt x="2725814" y="271181"/>
                  <a:pt x="2721521" y="291900"/>
                  <a:pt x="2722819" y="305239"/>
                </a:cubicBezTo>
                <a:cubicBezTo>
                  <a:pt x="2724275" y="320208"/>
                  <a:pt x="2717352" y="336574"/>
                  <a:pt x="2704731" y="347995"/>
                </a:cubicBezTo>
                <a:cubicBezTo>
                  <a:pt x="2693486" y="358172"/>
                  <a:pt x="2680106" y="374308"/>
                  <a:pt x="2674998" y="383852"/>
                </a:cubicBezTo>
                <a:cubicBezTo>
                  <a:pt x="2666306" y="400092"/>
                  <a:pt x="2667432" y="400324"/>
                  <a:pt x="2692549" y="387466"/>
                </a:cubicBezTo>
                <a:cubicBezTo>
                  <a:pt x="2737440" y="364485"/>
                  <a:pt x="2792969" y="359102"/>
                  <a:pt x="2814637" y="375631"/>
                </a:cubicBezTo>
                <a:cubicBezTo>
                  <a:pt x="2829763" y="387169"/>
                  <a:pt x="2831069" y="391890"/>
                  <a:pt x="2820976" y="398547"/>
                </a:cubicBezTo>
                <a:cubicBezTo>
                  <a:pt x="2811221" y="404981"/>
                  <a:pt x="2812883" y="408139"/>
                  <a:pt x="2828119" y="412124"/>
                </a:cubicBezTo>
                <a:cubicBezTo>
                  <a:pt x="2854087" y="418915"/>
                  <a:pt x="2853581" y="447503"/>
                  <a:pt x="2826893" y="481431"/>
                </a:cubicBezTo>
                <a:cubicBezTo>
                  <a:pt x="2812542" y="499676"/>
                  <a:pt x="2809501" y="509462"/>
                  <a:pt x="2817368" y="512085"/>
                </a:cubicBezTo>
                <a:cubicBezTo>
                  <a:pt x="2849785" y="522891"/>
                  <a:pt x="2800661" y="578319"/>
                  <a:pt x="2551939" y="811576"/>
                </a:cubicBezTo>
                <a:cubicBezTo>
                  <a:pt x="2455901" y="901642"/>
                  <a:pt x="1895474" y="1461728"/>
                  <a:pt x="1895474" y="1467641"/>
                </a:cubicBezTo>
                <a:cubicBezTo>
                  <a:pt x="1895474" y="1471124"/>
                  <a:pt x="2062638" y="1640799"/>
                  <a:pt x="2266950" y="1844698"/>
                </a:cubicBezTo>
                <a:cubicBezTo>
                  <a:pt x="2471261" y="2048596"/>
                  <a:pt x="2638425" y="2221301"/>
                  <a:pt x="2638425" y="2228486"/>
                </a:cubicBezTo>
                <a:cubicBezTo>
                  <a:pt x="2638425" y="2245706"/>
                  <a:pt x="2614890" y="2224060"/>
                  <a:pt x="2385086" y="1995487"/>
                </a:cubicBezTo>
                <a:cubicBezTo>
                  <a:pt x="2186102" y="1797569"/>
                  <a:pt x="1966975" y="1588184"/>
                  <a:pt x="1921668" y="1552673"/>
                </a:cubicBezTo>
                <a:cubicBezTo>
                  <a:pt x="1867251" y="1510020"/>
                  <a:pt x="1899143" y="1546621"/>
                  <a:pt x="2002532" y="1645475"/>
                </a:cubicBezTo>
                <a:cubicBezTo>
                  <a:pt x="2099170" y="1737875"/>
                  <a:pt x="2423851" y="2055351"/>
                  <a:pt x="2654763" y="2283233"/>
                </a:cubicBezTo>
                <a:cubicBezTo>
                  <a:pt x="2703651" y="2331479"/>
                  <a:pt x="2749026" y="2368891"/>
                  <a:pt x="2755597" y="2366369"/>
                </a:cubicBezTo>
                <a:cubicBezTo>
                  <a:pt x="2770344" y="2360710"/>
                  <a:pt x="2842337" y="2452979"/>
                  <a:pt x="2833867" y="2466683"/>
                </a:cubicBezTo>
                <a:cubicBezTo>
                  <a:pt x="2828220" y="2475820"/>
                  <a:pt x="2804340" y="2457381"/>
                  <a:pt x="2667802" y="2338454"/>
                </a:cubicBezTo>
                <a:cubicBezTo>
                  <a:pt x="2621505" y="2298129"/>
                  <a:pt x="2634620" y="2317563"/>
                  <a:pt x="2705100" y="2393722"/>
                </a:cubicBezTo>
                <a:cubicBezTo>
                  <a:pt x="2752346" y="2444775"/>
                  <a:pt x="2786198" y="2493826"/>
                  <a:pt x="2779091" y="2500933"/>
                </a:cubicBezTo>
                <a:cubicBezTo>
                  <a:pt x="2776570" y="2503454"/>
                  <a:pt x="2727815" y="2459198"/>
                  <a:pt x="2670747" y="2402585"/>
                </a:cubicBezTo>
                <a:cubicBezTo>
                  <a:pt x="2521797" y="2254823"/>
                  <a:pt x="2331758" y="2075141"/>
                  <a:pt x="2328196" y="2078703"/>
                </a:cubicBezTo>
                <a:cubicBezTo>
                  <a:pt x="2326521" y="2080378"/>
                  <a:pt x="2357061" y="2115907"/>
                  <a:pt x="2396063" y="2157657"/>
                </a:cubicBezTo>
                <a:cubicBezTo>
                  <a:pt x="2474533" y="2241657"/>
                  <a:pt x="2473518" y="2240288"/>
                  <a:pt x="2450860" y="2231593"/>
                </a:cubicBezTo>
                <a:cubicBezTo>
                  <a:pt x="2420580" y="2219973"/>
                  <a:pt x="2494338" y="2309412"/>
                  <a:pt x="2627297" y="2445539"/>
                </a:cubicBezTo>
                <a:cubicBezTo>
                  <a:pt x="2806818" y="2629336"/>
                  <a:pt x="2847974" y="2676269"/>
                  <a:pt x="2847975" y="2697187"/>
                </a:cubicBezTo>
                <a:cubicBezTo>
                  <a:pt x="2847975" y="2733738"/>
                  <a:pt x="2819563" y="2726427"/>
                  <a:pt x="2753187" y="2672798"/>
                </a:cubicBezTo>
                <a:cubicBezTo>
                  <a:pt x="2672382" y="2607510"/>
                  <a:pt x="2662632" y="2605436"/>
                  <a:pt x="2714744" y="2664618"/>
                </a:cubicBezTo>
                <a:cubicBezTo>
                  <a:pt x="2803243" y="2765124"/>
                  <a:pt x="2781888" y="2775724"/>
                  <a:pt x="2672511" y="2685581"/>
                </a:cubicBezTo>
                <a:cubicBezTo>
                  <a:pt x="2577803" y="2607528"/>
                  <a:pt x="2570342" y="2608059"/>
                  <a:pt x="2642433" y="2687722"/>
                </a:cubicBezTo>
                <a:cubicBezTo>
                  <a:pt x="2709761" y="2762122"/>
                  <a:pt x="2754041" y="2844562"/>
                  <a:pt x="2733675" y="2857592"/>
                </a:cubicBezTo>
                <a:cubicBezTo>
                  <a:pt x="2711127" y="2872017"/>
                  <a:pt x="2706267" y="2869207"/>
                  <a:pt x="2691139" y="2833001"/>
                </a:cubicBezTo>
                <a:cubicBezTo>
                  <a:pt x="2683321" y="2814289"/>
                  <a:pt x="2672548" y="2801683"/>
                  <a:pt x="2667199" y="2804989"/>
                </a:cubicBezTo>
                <a:cubicBezTo>
                  <a:pt x="2661851" y="2808294"/>
                  <a:pt x="2657475" y="2804608"/>
                  <a:pt x="2657475" y="2796798"/>
                </a:cubicBezTo>
                <a:cubicBezTo>
                  <a:pt x="2657475" y="2788987"/>
                  <a:pt x="2643544" y="2773010"/>
                  <a:pt x="2626518" y="2761292"/>
                </a:cubicBezTo>
                <a:cubicBezTo>
                  <a:pt x="2582885" y="2731262"/>
                  <a:pt x="2483123" y="2643945"/>
                  <a:pt x="2334322" y="2505544"/>
                </a:cubicBezTo>
                <a:cubicBezTo>
                  <a:pt x="2260065" y="2436477"/>
                  <a:pt x="2204750" y="2391635"/>
                  <a:pt x="2202423" y="2398617"/>
                </a:cubicBezTo>
                <a:cubicBezTo>
                  <a:pt x="2197141" y="2414461"/>
                  <a:pt x="2481319" y="2695901"/>
                  <a:pt x="2588591" y="2781065"/>
                </a:cubicBezTo>
                <a:cubicBezTo>
                  <a:pt x="2610950" y="2798816"/>
                  <a:pt x="2625672" y="2816912"/>
                  <a:pt x="2621305" y="2821279"/>
                </a:cubicBezTo>
                <a:cubicBezTo>
                  <a:pt x="2613291" y="2829293"/>
                  <a:pt x="2557408" y="2806149"/>
                  <a:pt x="2547994" y="2790917"/>
                </a:cubicBezTo>
                <a:cubicBezTo>
                  <a:pt x="2545198" y="2786393"/>
                  <a:pt x="2524753" y="2768487"/>
                  <a:pt x="2502561" y="2751126"/>
                </a:cubicBezTo>
                <a:lnTo>
                  <a:pt x="2462212" y="2719560"/>
                </a:lnTo>
                <a:lnTo>
                  <a:pt x="2488406" y="2754557"/>
                </a:lnTo>
                <a:cubicBezTo>
                  <a:pt x="2502812" y="2773805"/>
                  <a:pt x="2514600" y="2793324"/>
                  <a:pt x="2514600" y="2797932"/>
                </a:cubicBezTo>
                <a:cubicBezTo>
                  <a:pt x="2514600" y="2802540"/>
                  <a:pt x="2527306" y="2818484"/>
                  <a:pt x="2542836" y="2833363"/>
                </a:cubicBezTo>
                <a:cubicBezTo>
                  <a:pt x="2570654" y="2860014"/>
                  <a:pt x="2572928" y="2876550"/>
                  <a:pt x="2548775" y="2876550"/>
                </a:cubicBezTo>
                <a:cubicBezTo>
                  <a:pt x="2541996" y="2876550"/>
                  <a:pt x="2499034" y="2841543"/>
                  <a:pt x="2453304" y="2798758"/>
                </a:cubicBezTo>
                <a:cubicBezTo>
                  <a:pt x="2400346" y="2749210"/>
                  <a:pt x="2371307" y="2727596"/>
                  <a:pt x="2373323" y="2739227"/>
                </a:cubicBezTo>
                <a:cubicBezTo>
                  <a:pt x="2375063" y="2749270"/>
                  <a:pt x="2371660" y="2757487"/>
                  <a:pt x="2365759" y="2757487"/>
                </a:cubicBezTo>
                <a:cubicBezTo>
                  <a:pt x="2341451" y="2757487"/>
                  <a:pt x="1936292" y="2382412"/>
                  <a:pt x="1619776" y="2066895"/>
                </a:cubicBezTo>
                <a:cubicBezTo>
                  <a:pt x="1533047" y="1980439"/>
                  <a:pt x="1451079" y="1900057"/>
                  <a:pt x="1437624" y="1888267"/>
                </a:cubicBezTo>
                <a:lnTo>
                  <a:pt x="1413162" y="1866831"/>
                </a:lnTo>
                <a:lnTo>
                  <a:pt x="1338229" y="1944345"/>
                </a:lnTo>
                <a:cubicBezTo>
                  <a:pt x="1273604" y="2011195"/>
                  <a:pt x="1268557" y="2035331"/>
                  <a:pt x="1331118" y="1978349"/>
                </a:cubicBezTo>
                <a:cubicBezTo>
                  <a:pt x="1348038" y="1962938"/>
                  <a:pt x="1352550" y="1961869"/>
                  <a:pt x="1352550" y="1973271"/>
                </a:cubicBezTo>
                <a:cubicBezTo>
                  <a:pt x="1352550" y="1990246"/>
                  <a:pt x="1106088" y="2233213"/>
                  <a:pt x="1097540" y="2224665"/>
                </a:cubicBezTo>
                <a:cubicBezTo>
                  <a:pt x="1094343" y="2221468"/>
                  <a:pt x="1114800" y="2195491"/>
                  <a:pt x="1142999" y="2166937"/>
                </a:cubicBezTo>
                <a:cubicBezTo>
                  <a:pt x="1171199" y="2138383"/>
                  <a:pt x="1191500" y="2112250"/>
                  <a:pt x="1188113" y="2108863"/>
                </a:cubicBezTo>
                <a:cubicBezTo>
                  <a:pt x="1184726" y="2105476"/>
                  <a:pt x="1169975" y="2115253"/>
                  <a:pt x="1155333" y="2130590"/>
                </a:cubicBezTo>
                <a:cubicBezTo>
                  <a:pt x="1095460" y="2193306"/>
                  <a:pt x="924898" y="2379051"/>
                  <a:pt x="894550" y="2414587"/>
                </a:cubicBezTo>
                <a:cubicBezTo>
                  <a:pt x="876654" y="2435542"/>
                  <a:pt x="855589" y="2457694"/>
                  <a:pt x="847739" y="2463814"/>
                </a:cubicBezTo>
                <a:cubicBezTo>
                  <a:pt x="839890" y="2469935"/>
                  <a:pt x="835973" y="2477448"/>
                  <a:pt x="839036" y="2480511"/>
                </a:cubicBezTo>
                <a:cubicBezTo>
                  <a:pt x="842098" y="2483573"/>
                  <a:pt x="890426" y="2438918"/>
                  <a:pt x="946430" y="2381277"/>
                </a:cubicBezTo>
                <a:cubicBezTo>
                  <a:pt x="1002434" y="2323636"/>
                  <a:pt x="1050285" y="2276475"/>
                  <a:pt x="1052765" y="2276475"/>
                </a:cubicBezTo>
                <a:cubicBezTo>
                  <a:pt x="1068492" y="2276475"/>
                  <a:pt x="1049121" y="2305233"/>
                  <a:pt x="992981" y="2365229"/>
                </a:cubicBezTo>
                <a:cubicBezTo>
                  <a:pt x="957619" y="2403020"/>
                  <a:pt x="860107" y="2513119"/>
                  <a:pt x="776287" y="2609894"/>
                </a:cubicBezTo>
                <a:cubicBezTo>
                  <a:pt x="586531" y="2828978"/>
                  <a:pt x="558403" y="2857352"/>
                  <a:pt x="553922" y="2834205"/>
                </a:cubicBezTo>
                <a:cubicBezTo>
                  <a:pt x="552010" y="2824333"/>
                  <a:pt x="566232" y="2800704"/>
                  <a:pt x="587855" y="2777824"/>
                </a:cubicBezTo>
                <a:cubicBezTo>
                  <a:pt x="656031" y="2705684"/>
                  <a:pt x="686278" y="2665955"/>
                  <a:pt x="680339" y="2656345"/>
                </a:cubicBezTo>
                <a:cubicBezTo>
                  <a:pt x="677105" y="2651112"/>
                  <a:pt x="686220" y="2629860"/>
                  <a:pt x="700594" y="2609118"/>
                </a:cubicBezTo>
                <a:cubicBezTo>
                  <a:pt x="742693" y="2548369"/>
                  <a:pt x="721897" y="2557052"/>
                  <a:pt x="668925" y="2622341"/>
                </a:cubicBezTo>
                <a:cubicBezTo>
                  <a:pt x="616203" y="2687323"/>
                  <a:pt x="474185" y="2827207"/>
                  <a:pt x="437192" y="2850592"/>
                </a:cubicBezTo>
                <a:cubicBezTo>
                  <a:pt x="391286" y="2879613"/>
                  <a:pt x="371475" y="2880453"/>
                  <a:pt x="371475" y="2853379"/>
                </a:cubicBezTo>
                <a:close/>
                <a:moveTo>
                  <a:pt x="780627" y="2461611"/>
                </a:moveTo>
                <a:cubicBezTo>
                  <a:pt x="843985" y="2392665"/>
                  <a:pt x="898030" y="2323605"/>
                  <a:pt x="892756" y="2318331"/>
                </a:cubicBezTo>
                <a:cubicBezTo>
                  <a:pt x="886268" y="2311843"/>
                  <a:pt x="588219" y="2640499"/>
                  <a:pt x="582546" y="2660396"/>
                </a:cubicBezTo>
                <a:cubicBezTo>
                  <a:pt x="579285" y="2671836"/>
                  <a:pt x="684162" y="2566587"/>
                  <a:pt x="780627" y="2461611"/>
                </a:cubicBezTo>
                <a:close/>
                <a:moveTo>
                  <a:pt x="57150" y="2478619"/>
                </a:moveTo>
                <a:cubicBezTo>
                  <a:pt x="57150" y="2447335"/>
                  <a:pt x="277409" y="2179234"/>
                  <a:pt x="291518" y="2193343"/>
                </a:cubicBezTo>
                <a:cubicBezTo>
                  <a:pt x="295487" y="2197312"/>
                  <a:pt x="285617" y="2214426"/>
                  <a:pt x="269584" y="2231373"/>
                </a:cubicBezTo>
                <a:cubicBezTo>
                  <a:pt x="253551" y="2248321"/>
                  <a:pt x="214035" y="2298620"/>
                  <a:pt x="181771" y="2343150"/>
                </a:cubicBezTo>
                <a:cubicBezTo>
                  <a:pt x="94809" y="2463168"/>
                  <a:pt x="76332" y="2486025"/>
                  <a:pt x="66268" y="2486025"/>
                </a:cubicBezTo>
                <a:cubicBezTo>
                  <a:pt x="61253" y="2486025"/>
                  <a:pt x="57150" y="2482692"/>
                  <a:pt x="57150" y="2478619"/>
                </a:cubicBezTo>
                <a:close/>
                <a:moveTo>
                  <a:pt x="409575" y="2055068"/>
                </a:moveTo>
                <a:cubicBezTo>
                  <a:pt x="409575" y="2046586"/>
                  <a:pt x="422433" y="2030490"/>
                  <a:pt x="438150" y="2019300"/>
                </a:cubicBezTo>
                <a:cubicBezTo>
                  <a:pt x="453866" y="2008109"/>
                  <a:pt x="466725" y="2002729"/>
                  <a:pt x="466725" y="2007344"/>
                </a:cubicBezTo>
                <a:cubicBezTo>
                  <a:pt x="466725" y="2011959"/>
                  <a:pt x="453866" y="2028055"/>
                  <a:pt x="438150" y="2043112"/>
                </a:cubicBezTo>
                <a:cubicBezTo>
                  <a:pt x="416739" y="2063624"/>
                  <a:pt x="409575" y="2066622"/>
                  <a:pt x="409575" y="2055068"/>
                </a:cubicBezTo>
                <a:close/>
                <a:moveTo>
                  <a:pt x="2258579" y="2021681"/>
                </a:moveTo>
                <a:cubicBezTo>
                  <a:pt x="2245968" y="1998427"/>
                  <a:pt x="2190750" y="1946999"/>
                  <a:pt x="2190750" y="1958506"/>
                </a:cubicBezTo>
                <a:cubicBezTo>
                  <a:pt x="2190750" y="1969225"/>
                  <a:pt x="2251938" y="2038350"/>
                  <a:pt x="2261426" y="2038350"/>
                </a:cubicBezTo>
                <a:cubicBezTo>
                  <a:pt x="2264832" y="2038350"/>
                  <a:pt x="2263552" y="2030849"/>
                  <a:pt x="2258579" y="2021681"/>
                </a:cubicBezTo>
                <a:close/>
                <a:moveTo>
                  <a:pt x="476398" y="1990096"/>
                </a:moveTo>
                <a:cubicBezTo>
                  <a:pt x="476263" y="1976518"/>
                  <a:pt x="541577" y="1910002"/>
                  <a:pt x="548372" y="1916797"/>
                </a:cubicBezTo>
                <a:cubicBezTo>
                  <a:pt x="549967" y="1918392"/>
                  <a:pt x="534459" y="1938893"/>
                  <a:pt x="513910" y="1962355"/>
                </a:cubicBezTo>
                <a:cubicBezTo>
                  <a:pt x="491559" y="1987873"/>
                  <a:pt x="476487" y="1999019"/>
                  <a:pt x="476398" y="1990096"/>
                </a:cubicBezTo>
                <a:close/>
                <a:moveTo>
                  <a:pt x="1293466" y="1891295"/>
                </a:moveTo>
                <a:cubicBezTo>
                  <a:pt x="1333589" y="1852326"/>
                  <a:pt x="1363793" y="1817818"/>
                  <a:pt x="1360587" y="1814612"/>
                </a:cubicBezTo>
                <a:cubicBezTo>
                  <a:pt x="1355410" y="1809435"/>
                  <a:pt x="1294899" y="1865933"/>
                  <a:pt x="1229445" y="1937057"/>
                </a:cubicBezTo>
                <a:cubicBezTo>
                  <a:pt x="1181239" y="1989441"/>
                  <a:pt x="1223572" y="1959181"/>
                  <a:pt x="1293466" y="1891295"/>
                </a:cubicBezTo>
                <a:close/>
                <a:moveTo>
                  <a:pt x="2027419" y="1288256"/>
                </a:moveTo>
                <a:cubicBezTo>
                  <a:pt x="2251482" y="1059151"/>
                  <a:pt x="2283544" y="1024687"/>
                  <a:pt x="2262187" y="1035898"/>
                </a:cubicBezTo>
                <a:cubicBezTo>
                  <a:pt x="2242780" y="1046086"/>
                  <a:pt x="1857375" y="1433379"/>
                  <a:pt x="1857375" y="1442694"/>
                </a:cubicBezTo>
                <a:cubicBezTo>
                  <a:pt x="1857375" y="1458811"/>
                  <a:pt x="1886390" y="1432458"/>
                  <a:pt x="2027419" y="1288256"/>
                </a:cubicBezTo>
                <a:close/>
                <a:moveTo>
                  <a:pt x="1870992" y="1362075"/>
                </a:moveTo>
                <a:cubicBezTo>
                  <a:pt x="1875863" y="1354216"/>
                  <a:pt x="1902466" y="1325284"/>
                  <a:pt x="1930110" y="1297781"/>
                </a:cubicBezTo>
                <a:cubicBezTo>
                  <a:pt x="1957754" y="1270277"/>
                  <a:pt x="1974769" y="1247775"/>
                  <a:pt x="1967920" y="1247775"/>
                </a:cubicBezTo>
                <a:cubicBezTo>
                  <a:pt x="1955585" y="1247775"/>
                  <a:pt x="1827525" y="1383015"/>
                  <a:pt x="1820264" y="1403709"/>
                </a:cubicBezTo>
                <a:cubicBezTo>
                  <a:pt x="1815555" y="1417129"/>
                  <a:pt x="1858938" y="1381524"/>
                  <a:pt x="1870992" y="1362075"/>
                </a:cubicBezTo>
                <a:close/>
                <a:moveTo>
                  <a:pt x="1896141" y="1270021"/>
                </a:moveTo>
                <a:cubicBezTo>
                  <a:pt x="1919349" y="1250824"/>
                  <a:pt x="1981024" y="1194031"/>
                  <a:pt x="2033196" y="1143815"/>
                </a:cubicBezTo>
                <a:cubicBezTo>
                  <a:pt x="2085369" y="1093598"/>
                  <a:pt x="2120730" y="1061422"/>
                  <a:pt x="2111777" y="1072312"/>
                </a:cubicBezTo>
                <a:cubicBezTo>
                  <a:pt x="2085409" y="1104386"/>
                  <a:pt x="2093151" y="1110714"/>
                  <a:pt x="2123356" y="1081775"/>
                </a:cubicBezTo>
                <a:cubicBezTo>
                  <a:pt x="2138677" y="1067097"/>
                  <a:pt x="2149303" y="1050113"/>
                  <a:pt x="2146970" y="1044033"/>
                </a:cubicBezTo>
                <a:cubicBezTo>
                  <a:pt x="2144637" y="1037953"/>
                  <a:pt x="2215684" y="961168"/>
                  <a:pt x="2304851" y="873400"/>
                </a:cubicBezTo>
                <a:cubicBezTo>
                  <a:pt x="2524151" y="657541"/>
                  <a:pt x="2522580" y="649750"/>
                  <a:pt x="2300287" y="850766"/>
                </a:cubicBezTo>
                <a:cubicBezTo>
                  <a:pt x="2192481" y="948253"/>
                  <a:pt x="1836547" y="1304925"/>
                  <a:pt x="1847068" y="1304925"/>
                </a:cubicBezTo>
                <a:cubicBezTo>
                  <a:pt x="1850850" y="1304925"/>
                  <a:pt x="1872934" y="1289218"/>
                  <a:pt x="1896141" y="1270021"/>
                </a:cubicBezTo>
                <a:close/>
                <a:moveTo>
                  <a:pt x="1319353" y="1009792"/>
                </a:moveTo>
                <a:cubicBezTo>
                  <a:pt x="1288326" y="978438"/>
                  <a:pt x="1227038" y="915216"/>
                  <a:pt x="1183157" y="869299"/>
                </a:cubicBezTo>
                <a:cubicBezTo>
                  <a:pt x="1139275" y="823381"/>
                  <a:pt x="1104793" y="791187"/>
                  <a:pt x="1106530" y="797756"/>
                </a:cubicBezTo>
                <a:cubicBezTo>
                  <a:pt x="1112059" y="818672"/>
                  <a:pt x="1347197" y="1066292"/>
                  <a:pt x="1361776" y="1066551"/>
                </a:cubicBezTo>
                <a:cubicBezTo>
                  <a:pt x="1369470" y="1066688"/>
                  <a:pt x="1350380" y="1041146"/>
                  <a:pt x="1319353" y="1009792"/>
                </a:cubicBezTo>
                <a:close/>
                <a:moveTo>
                  <a:pt x="1400175" y="1043130"/>
                </a:moveTo>
                <a:cubicBezTo>
                  <a:pt x="1400175" y="1033902"/>
                  <a:pt x="1306117" y="938607"/>
                  <a:pt x="1301533" y="943191"/>
                </a:cubicBezTo>
                <a:cubicBezTo>
                  <a:pt x="1295415" y="949309"/>
                  <a:pt x="1380124" y="1047750"/>
                  <a:pt x="1391507" y="1047750"/>
                </a:cubicBezTo>
                <a:cubicBezTo>
                  <a:pt x="1396274" y="1047750"/>
                  <a:pt x="1400175" y="1045671"/>
                  <a:pt x="1400175" y="1043130"/>
                </a:cubicBezTo>
                <a:close/>
                <a:moveTo>
                  <a:pt x="2408851" y="907462"/>
                </a:moveTo>
                <a:cubicBezTo>
                  <a:pt x="2590097" y="739278"/>
                  <a:pt x="2686623" y="644654"/>
                  <a:pt x="2707839" y="614362"/>
                </a:cubicBezTo>
                <a:cubicBezTo>
                  <a:pt x="2722490" y="593445"/>
                  <a:pt x="2713956" y="598473"/>
                  <a:pt x="2675995" y="633125"/>
                </a:cubicBezTo>
                <a:cubicBezTo>
                  <a:pt x="2542230" y="755231"/>
                  <a:pt x="2312368" y="978765"/>
                  <a:pt x="2298605" y="1000125"/>
                </a:cubicBezTo>
                <a:cubicBezTo>
                  <a:pt x="2290166" y="1013221"/>
                  <a:pt x="2286655" y="1020803"/>
                  <a:pt x="2290801" y="1016973"/>
                </a:cubicBezTo>
                <a:cubicBezTo>
                  <a:pt x="2294948" y="1013142"/>
                  <a:pt x="2348071" y="963862"/>
                  <a:pt x="2408851" y="907462"/>
                </a:cubicBezTo>
                <a:close/>
                <a:moveTo>
                  <a:pt x="477696" y="859631"/>
                </a:moveTo>
                <a:cubicBezTo>
                  <a:pt x="467300" y="845224"/>
                  <a:pt x="440423" y="816292"/>
                  <a:pt x="417967" y="795337"/>
                </a:cubicBezTo>
                <a:cubicBezTo>
                  <a:pt x="375216" y="755442"/>
                  <a:pt x="382584" y="770449"/>
                  <a:pt x="435518" y="831083"/>
                </a:cubicBezTo>
                <a:cubicBezTo>
                  <a:pt x="452682" y="850744"/>
                  <a:pt x="466725" y="871103"/>
                  <a:pt x="466725" y="876327"/>
                </a:cubicBezTo>
                <a:cubicBezTo>
                  <a:pt x="466725" y="881551"/>
                  <a:pt x="473446" y="885825"/>
                  <a:pt x="481661" y="885825"/>
                </a:cubicBezTo>
                <a:cubicBezTo>
                  <a:pt x="494264" y="885825"/>
                  <a:pt x="493645" y="881734"/>
                  <a:pt x="477696" y="859631"/>
                </a:cubicBezTo>
                <a:close/>
                <a:moveTo>
                  <a:pt x="1104900" y="832083"/>
                </a:moveTo>
                <a:cubicBezTo>
                  <a:pt x="1104900" y="824281"/>
                  <a:pt x="1041538" y="750065"/>
                  <a:pt x="912018" y="606158"/>
                </a:cubicBezTo>
                <a:cubicBezTo>
                  <a:pt x="855702" y="543586"/>
                  <a:pt x="809625" y="488579"/>
                  <a:pt x="809625" y="483921"/>
                </a:cubicBezTo>
                <a:cubicBezTo>
                  <a:pt x="809625" y="479264"/>
                  <a:pt x="801052" y="466251"/>
                  <a:pt x="790575" y="455005"/>
                </a:cubicBezTo>
                <a:cubicBezTo>
                  <a:pt x="780097" y="443759"/>
                  <a:pt x="771525" y="437594"/>
                  <a:pt x="771525" y="441305"/>
                </a:cubicBezTo>
                <a:cubicBezTo>
                  <a:pt x="771525" y="459182"/>
                  <a:pt x="827897" y="531736"/>
                  <a:pt x="942988" y="661987"/>
                </a:cubicBezTo>
                <a:cubicBezTo>
                  <a:pt x="1012423" y="740568"/>
                  <a:pt x="1074003" y="812363"/>
                  <a:pt x="1079833" y="821531"/>
                </a:cubicBezTo>
                <a:cubicBezTo>
                  <a:pt x="1090253" y="837919"/>
                  <a:pt x="1104900" y="844084"/>
                  <a:pt x="1104900" y="832083"/>
                </a:cubicBezTo>
                <a:close/>
                <a:moveTo>
                  <a:pt x="709441" y="580850"/>
                </a:moveTo>
                <a:cubicBezTo>
                  <a:pt x="689073" y="559991"/>
                  <a:pt x="668100" y="542925"/>
                  <a:pt x="662833" y="542925"/>
                </a:cubicBezTo>
                <a:cubicBezTo>
                  <a:pt x="657567" y="542925"/>
                  <a:pt x="672100" y="562123"/>
                  <a:pt x="695129" y="585587"/>
                </a:cubicBezTo>
                <a:cubicBezTo>
                  <a:pt x="718157" y="609052"/>
                  <a:pt x="739131" y="626118"/>
                  <a:pt x="741737" y="623512"/>
                </a:cubicBezTo>
                <a:cubicBezTo>
                  <a:pt x="744342" y="620907"/>
                  <a:pt x="729809" y="601708"/>
                  <a:pt x="709441" y="580850"/>
                </a:cubicBezTo>
                <a:close/>
                <a:moveTo>
                  <a:pt x="314777" y="550671"/>
                </a:moveTo>
                <a:cubicBezTo>
                  <a:pt x="283085" y="513022"/>
                  <a:pt x="258232" y="477334"/>
                  <a:pt x="259547" y="471365"/>
                </a:cubicBezTo>
                <a:cubicBezTo>
                  <a:pt x="260861" y="465397"/>
                  <a:pt x="233005" y="429242"/>
                  <a:pt x="197643" y="391022"/>
                </a:cubicBezTo>
                <a:cubicBezTo>
                  <a:pt x="162282" y="352802"/>
                  <a:pt x="133349" y="325893"/>
                  <a:pt x="133350" y="331225"/>
                </a:cubicBezTo>
                <a:cubicBezTo>
                  <a:pt x="133350" y="342419"/>
                  <a:pt x="269466" y="518711"/>
                  <a:pt x="324384" y="578643"/>
                </a:cubicBezTo>
                <a:cubicBezTo>
                  <a:pt x="383872" y="643564"/>
                  <a:pt x="377602" y="625308"/>
                  <a:pt x="314777" y="550671"/>
                </a:cubicBezTo>
                <a:close/>
                <a:moveTo>
                  <a:pt x="504159" y="235743"/>
                </a:moveTo>
                <a:cubicBezTo>
                  <a:pt x="348823" y="86053"/>
                  <a:pt x="304800" y="50010"/>
                  <a:pt x="304800" y="72525"/>
                </a:cubicBezTo>
                <a:cubicBezTo>
                  <a:pt x="304799" y="89616"/>
                  <a:pt x="404335" y="190893"/>
                  <a:pt x="416532" y="186213"/>
                </a:cubicBezTo>
                <a:cubicBezTo>
                  <a:pt x="424921" y="182994"/>
                  <a:pt x="458714" y="206910"/>
                  <a:pt x="503269" y="247599"/>
                </a:cubicBezTo>
                <a:cubicBezTo>
                  <a:pt x="603158" y="338822"/>
                  <a:pt x="603696" y="331663"/>
                  <a:pt x="504159" y="235743"/>
                </a:cubicBezTo>
                <a:close/>
              </a:path>
            </a:pathLst>
          </a:custGeom>
          <a:solidFill>
            <a:srgbClr val="7A1732"/>
          </a:solidFill>
          <a:ln>
            <a:noFill/>
          </a:ln>
        </p:spPr>
      </p:sp>
      <p:pic>
        <p:nvPicPr>
          <p:cNvPr id="6" name="the usual gift" descr="0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300000">
            <a:off x="5372100" y="5795962"/>
            <a:ext cx="4305300" cy="4029075"/>
          </a:xfrm>
          <a:prstGeom prst="rect">
            <a:avLst/>
          </a:prstGeom>
        </p:spPr>
      </p:pic>
      <p:sp>
        <p:nvSpPr>
          <p:cNvPr id="7" name="the usual gift pattern"/>
          <p:cNvSpPr/>
          <p:nvPr/>
        </p:nvSpPr>
        <p:spPr>
          <a:xfrm rot="-300000">
            <a:off x="5372100" y="5795962"/>
            <a:ext cx="4305300" cy="4029075"/>
          </a:xfrm>
          <a:custGeom>
            <a:avLst/>
            <a:gdLst/>
            <a:ahLst/>
            <a:cxnLst/>
            <a:rect l="0" t="0" r="r" b="b"/>
            <a:pathLst>
              <a:path w="4305300" h="4029075">
                <a:moveTo>
                  <a:pt x="1478446" y="3436143"/>
                </a:moveTo>
                <a:cubicBezTo>
                  <a:pt x="1440703" y="3390224"/>
                  <a:pt x="1486538" y="3317963"/>
                  <a:pt x="1538414" y="3341599"/>
                </a:cubicBezTo>
                <a:cubicBezTo>
                  <a:pt x="1589598" y="3364920"/>
                  <a:pt x="1571642" y="3448050"/>
                  <a:pt x="1515421" y="3448050"/>
                </a:cubicBezTo>
                <a:cubicBezTo>
                  <a:pt x="1500467" y="3448050"/>
                  <a:pt x="1483828" y="3442692"/>
                  <a:pt x="1478446" y="3436143"/>
                </a:cubicBezTo>
                <a:close/>
                <a:moveTo>
                  <a:pt x="1157245" y="3419407"/>
                </a:moveTo>
                <a:cubicBezTo>
                  <a:pt x="1150057" y="3407776"/>
                  <a:pt x="1176188" y="3396265"/>
                  <a:pt x="1190168" y="3404905"/>
                </a:cubicBezTo>
                <a:cubicBezTo>
                  <a:pt x="1195658" y="3408298"/>
                  <a:pt x="1200150" y="3415107"/>
                  <a:pt x="1200150" y="3420037"/>
                </a:cubicBezTo>
                <a:cubicBezTo>
                  <a:pt x="1200150" y="3432049"/>
                  <a:pt x="1164737" y="3431530"/>
                  <a:pt x="1157245" y="3419407"/>
                </a:cubicBezTo>
                <a:close/>
                <a:moveTo>
                  <a:pt x="1840230" y="3408045"/>
                </a:moveTo>
                <a:cubicBezTo>
                  <a:pt x="1812278" y="3380093"/>
                  <a:pt x="1839352" y="3314700"/>
                  <a:pt x="1878875" y="3314700"/>
                </a:cubicBezTo>
                <a:cubicBezTo>
                  <a:pt x="1900884" y="3314700"/>
                  <a:pt x="1924050" y="3341156"/>
                  <a:pt x="1924050" y="3366291"/>
                </a:cubicBezTo>
                <a:cubicBezTo>
                  <a:pt x="1924050" y="3407495"/>
                  <a:pt x="1867733" y="3435548"/>
                  <a:pt x="1840230" y="3408045"/>
                </a:cubicBezTo>
                <a:close/>
                <a:moveTo>
                  <a:pt x="2277179" y="3373165"/>
                </a:moveTo>
                <a:cubicBezTo>
                  <a:pt x="2270499" y="3360684"/>
                  <a:pt x="2271292" y="3350502"/>
                  <a:pt x="2279854" y="3338792"/>
                </a:cubicBezTo>
                <a:cubicBezTo>
                  <a:pt x="2296569" y="3315934"/>
                  <a:pt x="2328098" y="3323799"/>
                  <a:pt x="2332077" y="3351820"/>
                </a:cubicBezTo>
                <a:cubicBezTo>
                  <a:pt x="2337333" y="3388839"/>
                  <a:pt x="2294484" y="3405500"/>
                  <a:pt x="2277179" y="3373165"/>
                </a:cubicBezTo>
                <a:close/>
                <a:moveTo>
                  <a:pt x="1305294" y="3324915"/>
                </a:moveTo>
                <a:cubicBezTo>
                  <a:pt x="1288148" y="3292878"/>
                  <a:pt x="1314287" y="3260300"/>
                  <a:pt x="1347051" y="3272872"/>
                </a:cubicBezTo>
                <a:cubicBezTo>
                  <a:pt x="1380111" y="3285559"/>
                  <a:pt x="1369002" y="3343275"/>
                  <a:pt x="1333500" y="3343275"/>
                </a:cubicBezTo>
                <a:cubicBezTo>
                  <a:pt x="1323391" y="3343275"/>
                  <a:pt x="1310698" y="3335013"/>
                  <a:pt x="1305294" y="3324915"/>
                </a:cubicBezTo>
                <a:close/>
                <a:moveTo>
                  <a:pt x="2116455" y="3284220"/>
                </a:moveTo>
                <a:cubicBezTo>
                  <a:pt x="2089138" y="3256903"/>
                  <a:pt x="2110006" y="3209925"/>
                  <a:pt x="2149457" y="3209925"/>
                </a:cubicBezTo>
                <a:cubicBezTo>
                  <a:pt x="2169398" y="3209925"/>
                  <a:pt x="2190750" y="3233875"/>
                  <a:pt x="2190750" y="3256243"/>
                </a:cubicBezTo>
                <a:cubicBezTo>
                  <a:pt x="2190750" y="3286550"/>
                  <a:pt x="2138471" y="3306236"/>
                  <a:pt x="2116455" y="3284220"/>
                </a:cubicBezTo>
                <a:close/>
                <a:moveTo>
                  <a:pt x="1078639" y="3256054"/>
                </a:moveTo>
                <a:cubicBezTo>
                  <a:pt x="1062539" y="3239954"/>
                  <a:pt x="1063683" y="3195794"/>
                  <a:pt x="1080563" y="3181785"/>
                </a:cubicBezTo>
                <a:cubicBezTo>
                  <a:pt x="1098748" y="3166692"/>
                  <a:pt x="1133742" y="3172520"/>
                  <a:pt x="1146423" y="3192753"/>
                </a:cubicBezTo>
                <a:cubicBezTo>
                  <a:pt x="1172343" y="3234109"/>
                  <a:pt x="1112540" y="3289955"/>
                  <a:pt x="1078639" y="3256054"/>
                </a:cubicBezTo>
                <a:close/>
                <a:moveTo>
                  <a:pt x="1637827" y="3252218"/>
                </a:moveTo>
                <a:cubicBezTo>
                  <a:pt x="1629027" y="3241614"/>
                  <a:pt x="1628066" y="3230026"/>
                  <a:pt x="1634471" y="3211737"/>
                </a:cubicBezTo>
                <a:cubicBezTo>
                  <a:pt x="1650349" y="3166399"/>
                  <a:pt x="1714500" y="3175807"/>
                  <a:pt x="1714500" y="3223473"/>
                </a:cubicBezTo>
                <a:cubicBezTo>
                  <a:pt x="1714500" y="3264294"/>
                  <a:pt x="1663666" y="3283352"/>
                  <a:pt x="1637827" y="3252218"/>
                </a:cubicBezTo>
                <a:close/>
                <a:moveTo>
                  <a:pt x="2416443" y="3250075"/>
                </a:moveTo>
                <a:cubicBezTo>
                  <a:pt x="2394236" y="3225537"/>
                  <a:pt x="2396216" y="3203617"/>
                  <a:pt x="2423062" y="3176771"/>
                </a:cubicBezTo>
                <a:cubicBezTo>
                  <a:pt x="2468508" y="3131325"/>
                  <a:pt x="2526521" y="3186072"/>
                  <a:pt x="2487921" y="3237978"/>
                </a:cubicBezTo>
                <a:cubicBezTo>
                  <a:pt x="2465224" y="3268500"/>
                  <a:pt x="2437382" y="3273212"/>
                  <a:pt x="2416443" y="3250075"/>
                </a:cubicBezTo>
                <a:close/>
                <a:moveTo>
                  <a:pt x="867154" y="3205620"/>
                </a:moveTo>
                <a:cubicBezTo>
                  <a:pt x="841935" y="3175232"/>
                  <a:pt x="879145" y="3127468"/>
                  <a:pt x="908839" y="3152112"/>
                </a:cubicBezTo>
                <a:cubicBezTo>
                  <a:pt x="926757" y="3166983"/>
                  <a:pt x="928400" y="3192114"/>
                  <a:pt x="912495" y="3208020"/>
                </a:cubicBezTo>
                <a:cubicBezTo>
                  <a:pt x="897223" y="3223291"/>
                  <a:pt x="881112" y="3222438"/>
                  <a:pt x="867154" y="3205620"/>
                </a:cubicBezTo>
                <a:close/>
                <a:moveTo>
                  <a:pt x="1924429" y="3167519"/>
                </a:moveTo>
                <a:cubicBezTo>
                  <a:pt x="1910462" y="3150691"/>
                  <a:pt x="1919200" y="3118573"/>
                  <a:pt x="1939907" y="3110628"/>
                </a:cubicBezTo>
                <a:cubicBezTo>
                  <a:pt x="1971646" y="3098448"/>
                  <a:pt x="1994957" y="3144732"/>
                  <a:pt x="1969770" y="3169920"/>
                </a:cubicBezTo>
                <a:cubicBezTo>
                  <a:pt x="1954498" y="3185191"/>
                  <a:pt x="1938387" y="3184338"/>
                  <a:pt x="1924429" y="3167519"/>
                </a:cubicBezTo>
                <a:close/>
                <a:moveTo>
                  <a:pt x="1468755" y="3141345"/>
                </a:moveTo>
                <a:cubicBezTo>
                  <a:pt x="1441468" y="3114058"/>
                  <a:pt x="1471721" y="3062983"/>
                  <a:pt x="1503367" y="3082910"/>
                </a:cubicBezTo>
                <a:cubicBezTo>
                  <a:pt x="1525341" y="3096747"/>
                  <a:pt x="1527850" y="3118988"/>
                  <a:pt x="1509507" y="3137331"/>
                </a:cubicBezTo>
                <a:cubicBezTo>
                  <a:pt x="1491061" y="3155777"/>
                  <a:pt x="1483893" y="3156483"/>
                  <a:pt x="1468755" y="3141345"/>
                </a:cubicBezTo>
                <a:close/>
                <a:moveTo>
                  <a:pt x="1224642" y="3071132"/>
                </a:moveTo>
                <a:cubicBezTo>
                  <a:pt x="1203840" y="3050329"/>
                  <a:pt x="1205941" y="3004108"/>
                  <a:pt x="1228725" y="2981325"/>
                </a:cubicBezTo>
                <a:cubicBezTo>
                  <a:pt x="1283151" y="2926898"/>
                  <a:pt x="1354139" y="3000695"/>
                  <a:pt x="1309147" y="3064930"/>
                </a:cubicBezTo>
                <a:cubicBezTo>
                  <a:pt x="1291539" y="3090070"/>
                  <a:pt x="1246859" y="3093348"/>
                  <a:pt x="1224642" y="3071132"/>
                </a:cubicBezTo>
                <a:close/>
                <a:moveTo>
                  <a:pt x="1706880" y="3046095"/>
                </a:moveTo>
                <a:cubicBezTo>
                  <a:pt x="1700593" y="3039808"/>
                  <a:pt x="1695450" y="3025331"/>
                  <a:pt x="1695450" y="3013923"/>
                </a:cubicBezTo>
                <a:cubicBezTo>
                  <a:pt x="1695450" y="2964225"/>
                  <a:pt x="1764508" y="2955661"/>
                  <a:pt x="1770085" y="3004667"/>
                </a:cubicBezTo>
                <a:cubicBezTo>
                  <a:pt x="1774769" y="3045828"/>
                  <a:pt x="1733598" y="3072813"/>
                  <a:pt x="1706880" y="3046095"/>
                </a:cubicBezTo>
                <a:close/>
                <a:moveTo>
                  <a:pt x="2297430" y="3046095"/>
                </a:moveTo>
                <a:cubicBezTo>
                  <a:pt x="2276328" y="3024993"/>
                  <a:pt x="2283616" y="2973800"/>
                  <a:pt x="2310202" y="2956380"/>
                </a:cubicBezTo>
                <a:cubicBezTo>
                  <a:pt x="2360232" y="2923600"/>
                  <a:pt x="2411085" y="2982246"/>
                  <a:pt x="2377317" y="3033781"/>
                </a:cubicBezTo>
                <a:cubicBezTo>
                  <a:pt x="2360361" y="3059660"/>
                  <a:pt x="2317587" y="3066252"/>
                  <a:pt x="2297430" y="3046095"/>
                </a:cubicBezTo>
                <a:close/>
                <a:moveTo>
                  <a:pt x="2595988" y="3020766"/>
                </a:moveTo>
                <a:cubicBezTo>
                  <a:pt x="2588781" y="2998059"/>
                  <a:pt x="2597748" y="2974826"/>
                  <a:pt x="2616496" y="2967632"/>
                </a:cubicBezTo>
                <a:cubicBezTo>
                  <a:pt x="2627942" y="2963240"/>
                  <a:pt x="2629916" y="2966766"/>
                  <a:pt x="2625415" y="2983564"/>
                </a:cubicBezTo>
                <a:cubicBezTo>
                  <a:pt x="2622236" y="2995429"/>
                  <a:pt x="2619576" y="3012638"/>
                  <a:pt x="2619505" y="3021806"/>
                </a:cubicBezTo>
                <a:cubicBezTo>
                  <a:pt x="2619332" y="3043892"/>
                  <a:pt x="2603100" y="3043174"/>
                  <a:pt x="2595988" y="3020766"/>
                </a:cubicBezTo>
                <a:close/>
                <a:moveTo>
                  <a:pt x="968776" y="3023001"/>
                </a:moveTo>
                <a:cubicBezTo>
                  <a:pt x="957297" y="3011522"/>
                  <a:pt x="961311" y="2984249"/>
                  <a:pt x="976312" y="2971800"/>
                </a:cubicBezTo>
                <a:cubicBezTo>
                  <a:pt x="995414" y="2955946"/>
                  <a:pt x="1021233" y="2976444"/>
                  <a:pt x="1017253" y="3004304"/>
                </a:cubicBezTo>
                <a:cubicBezTo>
                  <a:pt x="1014436" y="3024018"/>
                  <a:pt x="982219" y="3036444"/>
                  <a:pt x="968776" y="3023001"/>
                </a:cubicBezTo>
                <a:close/>
                <a:moveTo>
                  <a:pt x="2087880" y="2988945"/>
                </a:moveTo>
                <a:cubicBezTo>
                  <a:pt x="2060793" y="2961858"/>
                  <a:pt x="2087289" y="2917262"/>
                  <a:pt x="2123617" y="2928792"/>
                </a:cubicBezTo>
                <a:cubicBezTo>
                  <a:pt x="2155775" y="2938998"/>
                  <a:pt x="2143916" y="3000375"/>
                  <a:pt x="2109787" y="3000375"/>
                </a:cubicBezTo>
                <a:cubicBezTo>
                  <a:pt x="2104024" y="3000375"/>
                  <a:pt x="2094166" y="2995231"/>
                  <a:pt x="2087880" y="2988945"/>
                </a:cubicBezTo>
                <a:close/>
                <a:moveTo>
                  <a:pt x="1506855" y="2922270"/>
                </a:moveTo>
                <a:cubicBezTo>
                  <a:pt x="1484595" y="2900010"/>
                  <a:pt x="1503126" y="2838450"/>
                  <a:pt x="1532085" y="2838450"/>
                </a:cubicBezTo>
                <a:cubicBezTo>
                  <a:pt x="1548745" y="2838450"/>
                  <a:pt x="1581150" y="2869811"/>
                  <a:pt x="1581150" y="2885934"/>
                </a:cubicBezTo>
                <a:cubicBezTo>
                  <a:pt x="1581150" y="2923556"/>
                  <a:pt x="1532120" y="2947535"/>
                  <a:pt x="1506855" y="2922270"/>
                </a:cubicBezTo>
                <a:close/>
                <a:moveTo>
                  <a:pt x="1853916" y="2900306"/>
                </a:moveTo>
                <a:cubicBezTo>
                  <a:pt x="1803156" y="2849546"/>
                  <a:pt x="1855964" y="2759844"/>
                  <a:pt x="1917529" y="2792249"/>
                </a:cubicBezTo>
                <a:cubicBezTo>
                  <a:pt x="1959960" y="2814583"/>
                  <a:pt x="1964824" y="2855691"/>
                  <a:pt x="1929245" y="2891270"/>
                </a:cubicBezTo>
                <a:cubicBezTo>
                  <a:pt x="1902621" y="2917894"/>
                  <a:pt x="1874837" y="2921227"/>
                  <a:pt x="1853916" y="2900306"/>
                </a:cubicBezTo>
                <a:close/>
                <a:moveTo>
                  <a:pt x="822594" y="2890837"/>
                </a:moveTo>
                <a:cubicBezTo>
                  <a:pt x="809171" y="2855858"/>
                  <a:pt x="847847" y="2824965"/>
                  <a:pt x="873255" y="2850372"/>
                </a:cubicBezTo>
                <a:cubicBezTo>
                  <a:pt x="894428" y="2871546"/>
                  <a:pt x="881114" y="2905125"/>
                  <a:pt x="851546" y="2905125"/>
                </a:cubicBezTo>
                <a:cubicBezTo>
                  <a:pt x="838638" y="2905125"/>
                  <a:pt x="825609" y="2898695"/>
                  <a:pt x="822594" y="2890837"/>
                </a:cubicBezTo>
                <a:close/>
                <a:moveTo>
                  <a:pt x="2454604" y="2889579"/>
                </a:moveTo>
                <a:cubicBezTo>
                  <a:pt x="2443053" y="2878028"/>
                  <a:pt x="2447325" y="2850805"/>
                  <a:pt x="2462690" y="2838053"/>
                </a:cubicBezTo>
                <a:cubicBezTo>
                  <a:pt x="2484193" y="2820207"/>
                  <a:pt x="2514325" y="2850218"/>
                  <a:pt x="2499130" y="2874347"/>
                </a:cubicBezTo>
                <a:cubicBezTo>
                  <a:pt x="2487774" y="2892379"/>
                  <a:pt x="2465145" y="2900120"/>
                  <a:pt x="2454604" y="2889579"/>
                </a:cubicBezTo>
                <a:close/>
                <a:moveTo>
                  <a:pt x="2825576" y="2889076"/>
                </a:moveTo>
                <a:cubicBezTo>
                  <a:pt x="2804197" y="2867697"/>
                  <a:pt x="2835352" y="2809875"/>
                  <a:pt x="2868251" y="2809875"/>
                </a:cubicBezTo>
                <a:cubicBezTo>
                  <a:pt x="2899791" y="2809875"/>
                  <a:pt x="2921673" y="2872049"/>
                  <a:pt x="2893218" y="2880815"/>
                </a:cubicBezTo>
                <a:cubicBezTo>
                  <a:pt x="2859911" y="2891077"/>
                  <a:pt x="2831096" y="2894596"/>
                  <a:pt x="2825576" y="2889076"/>
                </a:cubicBezTo>
                <a:close/>
                <a:moveTo>
                  <a:pt x="1120775" y="2870200"/>
                </a:moveTo>
                <a:cubicBezTo>
                  <a:pt x="1109041" y="2858466"/>
                  <a:pt x="1114286" y="2821847"/>
                  <a:pt x="1129510" y="2809212"/>
                </a:cubicBezTo>
                <a:cubicBezTo>
                  <a:pt x="1159204" y="2784568"/>
                  <a:pt x="1196414" y="2832332"/>
                  <a:pt x="1171195" y="2862720"/>
                </a:cubicBezTo>
                <a:cubicBezTo>
                  <a:pt x="1159250" y="2877112"/>
                  <a:pt x="1131765" y="2881190"/>
                  <a:pt x="1120775" y="2870200"/>
                </a:cubicBezTo>
                <a:close/>
                <a:moveTo>
                  <a:pt x="3040969" y="2822348"/>
                </a:moveTo>
                <a:cubicBezTo>
                  <a:pt x="3049825" y="2813492"/>
                  <a:pt x="3060264" y="2809439"/>
                  <a:pt x="3064166" y="2813341"/>
                </a:cubicBezTo>
                <a:cubicBezTo>
                  <a:pt x="3068068" y="2817243"/>
                  <a:pt x="3064955" y="2824423"/>
                  <a:pt x="3057249" y="2829297"/>
                </a:cubicBezTo>
                <a:cubicBezTo>
                  <a:pt x="3034059" y="2843962"/>
                  <a:pt x="3023754" y="2839563"/>
                  <a:pt x="3040969" y="2822348"/>
                </a:cubicBezTo>
                <a:close/>
                <a:moveTo>
                  <a:pt x="2211705" y="2788920"/>
                </a:moveTo>
                <a:cubicBezTo>
                  <a:pt x="2184401" y="2761616"/>
                  <a:pt x="2218766" y="2707117"/>
                  <a:pt x="2255862" y="2718891"/>
                </a:cubicBezTo>
                <a:cubicBezTo>
                  <a:pt x="2282445" y="2727328"/>
                  <a:pt x="2288954" y="2751559"/>
                  <a:pt x="2271708" y="2777879"/>
                </a:cubicBezTo>
                <a:cubicBezTo>
                  <a:pt x="2255721" y="2802279"/>
                  <a:pt x="2229828" y="2807043"/>
                  <a:pt x="2211705" y="2788920"/>
                </a:cubicBezTo>
                <a:close/>
                <a:moveTo>
                  <a:pt x="1325880" y="2769870"/>
                </a:moveTo>
                <a:cubicBezTo>
                  <a:pt x="1297802" y="2741792"/>
                  <a:pt x="1327581" y="2667000"/>
                  <a:pt x="1366837" y="2667000"/>
                </a:cubicBezTo>
                <a:cubicBezTo>
                  <a:pt x="1383244" y="2667000"/>
                  <a:pt x="1419225" y="2700139"/>
                  <a:pt x="1419225" y="2715251"/>
                </a:cubicBezTo>
                <a:cubicBezTo>
                  <a:pt x="1419225" y="2763709"/>
                  <a:pt x="1356450" y="2800440"/>
                  <a:pt x="1325880" y="2769870"/>
                </a:cubicBezTo>
                <a:close/>
                <a:moveTo>
                  <a:pt x="2624484" y="2762633"/>
                </a:moveTo>
                <a:cubicBezTo>
                  <a:pt x="2594110" y="2729071"/>
                  <a:pt x="2621225" y="2667000"/>
                  <a:pt x="2666261" y="2667000"/>
                </a:cubicBezTo>
                <a:cubicBezTo>
                  <a:pt x="2698985" y="2667000"/>
                  <a:pt x="2714625" y="2683016"/>
                  <a:pt x="2714625" y="2716530"/>
                </a:cubicBezTo>
                <a:cubicBezTo>
                  <a:pt x="2714625" y="2769960"/>
                  <a:pt x="2657539" y="2799158"/>
                  <a:pt x="2624484" y="2762633"/>
                </a:cubicBezTo>
                <a:close/>
                <a:moveTo>
                  <a:pt x="1675737" y="2756689"/>
                </a:moveTo>
                <a:cubicBezTo>
                  <a:pt x="1659997" y="2737723"/>
                  <a:pt x="1675099" y="2709862"/>
                  <a:pt x="1701120" y="2709862"/>
                </a:cubicBezTo>
                <a:cubicBezTo>
                  <a:pt x="1722477" y="2709862"/>
                  <a:pt x="1730229" y="2738534"/>
                  <a:pt x="1714120" y="2757945"/>
                </a:cubicBezTo>
                <a:cubicBezTo>
                  <a:pt x="1699430" y="2775644"/>
                  <a:pt x="1691247" y="2775377"/>
                  <a:pt x="1675737" y="2756689"/>
                </a:cubicBezTo>
                <a:close/>
                <a:moveTo>
                  <a:pt x="920638" y="2735306"/>
                </a:moveTo>
                <a:cubicBezTo>
                  <a:pt x="884291" y="2695143"/>
                  <a:pt x="913021" y="2628900"/>
                  <a:pt x="966787" y="2628900"/>
                </a:cubicBezTo>
                <a:cubicBezTo>
                  <a:pt x="1022872" y="2628900"/>
                  <a:pt x="1045306" y="2681419"/>
                  <a:pt x="1008958" y="2727627"/>
                </a:cubicBezTo>
                <a:cubicBezTo>
                  <a:pt x="985471" y="2757486"/>
                  <a:pt x="943976" y="2761094"/>
                  <a:pt x="920638" y="2735306"/>
                </a:cubicBezTo>
                <a:close/>
                <a:moveTo>
                  <a:pt x="3219450" y="2730955"/>
                </a:moveTo>
                <a:cubicBezTo>
                  <a:pt x="3219450" y="2703160"/>
                  <a:pt x="3240207" y="2683147"/>
                  <a:pt x="3264236" y="2687775"/>
                </a:cubicBezTo>
                <a:cubicBezTo>
                  <a:pt x="3291078" y="2692944"/>
                  <a:pt x="3284358" y="2716570"/>
                  <a:pt x="3250406" y="2736399"/>
                </a:cubicBezTo>
                <a:lnTo>
                  <a:pt x="3219450" y="2754478"/>
                </a:lnTo>
                <a:lnTo>
                  <a:pt x="3219450" y="2730955"/>
                </a:lnTo>
                <a:close/>
                <a:moveTo>
                  <a:pt x="2011680" y="2674620"/>
                </a:moveTo>
                <a:cubicBezTo>
                  <a:pt x="1993568" y="2656508"/>
                  <a:pt x="1997792" y="2611835"/>
                  <a:pt x="2018673" y="2600660"/>
                </a:cubicBezTo>
                <a:cubicBezTo>
                  <a:pt x="2059996" y="2578545"/>
                  <a:pt x="2085975" y="2593160"/>
                  <a:pt x="2085975" y="2638523"/>
                </a:cubicBezTo>
                <a:cubicBezTo>
                  <a:pt x="2085975" y="2675934"/>
                  <a:pt x="2036857" y="2699797"/>
                  <a:pt x="2011680" y="2674620"/>
                </a:cubicBezTo>
                <a:close/>
                <a:moveTo>
                  <a:pt x="2397125" y="2670175"/>
                </a:moveTo>
                <a:cubicBezTo>
                  <a:pt x="2385805" y="2658855"/>
                  <a:pt x="2390402" y="2622016"/>
                  <a:pt x="2404605" y="2610229"/>
                </a:cubicBezTo>
                <a:cubicBezTo>
                  <a:pt x="2435224" y="2584817"/>
                  <a:pt x="2476268" y="2622311"/>
                  <a:pt x="2457080" y="2658165"/>
                </a:cubicBezTo>
                <a:cubicBezTo>
                  <a:pt x="2447626" y="2675829"/>
                  <a:pt x="2410264" y="2683314"/>
                  <a:pt x="2397125" y="2670175"/>
                </a:cubicBezTo>
                <a:close/>
                <a:moveTo>
                  <a:pt x="2964180" y="2655570"/>
                </a:moveTo>
                <a:cubicBezTo>
                  <a:pt x="2932660" y="2624050"/>
                  <a:pt x="2966967" y="2552700"/>
                  <a:pt x="3013643" y="2552700"/>
                </a:cubicBezTo>
                <a:cubicBezTo>
                  <a:pt x="3038461" y="2552700"/>
                  <a:pt x="3048000" y="2568373"/>
                  <a:pt x="3048000" y="2609152"/>
                </a:cubicBezTo>
                <a:cubicBezTo>
                  <a:pt x="3048000" y="2654454"/>
                  <a:pt x="2993336" y="2684726"/>
                  <a:pt x="2964180" y="2655570"/>
                </a:cubicBezTo>
                <a:close/>
                <a:moveTo>
                  <a:pt x="1158798" y="2643691"/>
                </a:moveTo>
                <a:cubicBezTo>
                  <a:pt x="1146324" y="2611184"/>
                  <a:pt x="1179575" y="2580297"/>
                  <a:pt x="1200240" y="2605196"/>
                </a:cubicBezTo>
                <a:cubicBezTo>
                  <a:pt x="1206294" y="2612491"/>
                  <a:pt x="1209778" y="2626166"/>
                  <a:pt x="1207982" y="2635586"/>
                </a:cubicBezTo>
                <a:cubicBezTo>
                  <a:pt x="1203833" y="2657351"/>
                  <a:pt x="1166407" y="2663518"/>
                  <a:pt x="1158798" y="2643691"/>
                </a:cubicBezTo>
                <a:close/>
                <a:moveTo>
                  <a:pt x="1543485" y="2605611"/>
                </a:moveTo>
                <a:cubicBezTo>
                  <a:pt x="1516393" y="2572968"/>
                  <a:pt x="1553758" y="2517784"/>
                  <a:pt x="1588293" y="2539433"/>
                </a:cubicBezTo>
                <a:cubicBezTo>
                  <a:pt x="1622282" y="2560740"/>
                  <a:pt x="1610056" y="2619375"/>
                  <a:pt x="1571625" y="2619375"/>
                </a:cubicBezTo>
                <a:cubicBezTo>
                  <a:pt x="1562430" y="2619375"/>
                  <a:pt x="1549767" y="2613181"/>
                  <a:pt x="1543485" y="2605611"/>
                </a:cubicBezTo>
                <a:close/>
                <a:moveTo>
                  <a:pt x="1768363" y="2592431"/>
                </a:moveTo>
                <a:cubicBezTo>
                  <a:pt x="1747414" y="2569283"/>
                  <a:pt x="1748472" y="2547302"/>
                  <a:pt x="1771650" y="2524125"/>
                </a:cubicBezTo>
                <a:cubicBezTo>
                  <a:pt x="1804112" y="2491662"/>
                  <a:pt x="1847850" y="2510341"/>
                  <a:pt x="1847850" y="2556666"/>
                </a:cubicBezTo>
                <a:cubicBezTo>
                  <a:pt x="1847850" y="2601263"/>
                  <a:pt x="1797044" y="2624122"/>
                  <a:pt x="1768363" y="2592431"/>
                </a:cubicBezTo>
                <a:close/>
                <a:moveTo>
                  <a:pt x="802005" y="2531745"/>
                </a:moveTo>
                <a:cubicBezTo>
                  <a:pt x="774918" y="2504658"/>
                  <a:pt x="801414" y="2460062"/>
                  <a:pt x="837742" y="2471592"/>
                </a:cubicBezTo>
                <a:cubicBezTo>
                  <a:pt x="869900" y="2481798"/>
                  <a:pt x="858041" y="2543175"/>
                  <a:pt x="823912" y="2543175"/>
                </a:cubicBezTo>
                <a:cubicBezTo>
                  <a:pt x="818149" y="2543175"/>
                  <a:pt x="808291" y="2538031"/>
                  <a:pt x="802005" y="2531745"/>
                </a:cubicBezTo>
                <a:close/>
                <a:moveTo>
                  <a:pt x="3155156" y="2527341"/>
                </a:moveTo>
                <a:cubicBezTo>
                  <a:pt x="3135807" y="2519534"/>
                  <a:pt x="3141409" y="2506516"/>
                  <a:pt x="3170617" y="2491411"/>
                </a:cubicBezTo>
                <a:cubicBezTo>
                  <a:pt x="3208887" y="2471621"/>
                  <a:pt x="3224512" y="2489127"/>
                  <a:pt x="3194957" y="2518682"/>
                </a:cubicBezTo>
                <a:cubicBezTo>
                  <a:pt x="3179338" y="2534301"/>
                  <a:pt x="3174832" y="2535281"/>
                  <a:pt x="3155156" y="2527341"/>
                </a:cubicBezTo>
                <a:close/>
                <a:moveTo>
                  <a:pt x="1321593" y="2504312"/>
                </a:moveTo>
                <a:cubicBezTo>
                  <a:pt x="1285675" y="2483391"/>
                  <a:pt x="1306602" y="2419350"/>
                  <a:pt x="1349357" y="2419350"/>
                </a:cubicBezTo>
                <a:cubicBezTo>
                  <a:pt x="1388329" y="2419350"/>
                  <a:pt x="1401766" y="2465383"/>
                  <a:pt x="1371600" y="2495550"/>
                </a:cubicBezTo>
                <a:cubicBezTo>
                  <a:pt x="1350072" y="2517077"/>
                  <a:pt x="1345028" y="2517961"/>
                  <a:pt x="1321593" y="2504312"/>
                </a:cubicBezTo>
                <a:close/>
                <a:moveTo>
                  <a:pt x="2211705" y="2503170"/>
                </a:moveTo>
                <a:cubicBezTo>
                  <a:pt x="2194357" y="2485822"/>
                  <a:pt x="2198031" y="2443382"/>
                  <a:pt x="2218482" y="2424874"/>
                </a:cubicBezTo>
                <a:cubicBezTo>
                  <a:pt x="2265552" y="2382277"/>
                  <a:pt x="2327065" y="2436719"/>
                  <a:pt x="2292122" y="2490049"/>
                </a:cubicBezTo>
                <a:cubicBezTo>
                  <a:pt x="2274653" y="2516709"/>
                  <a:pt x="2232175" y="2523640"/>
                  <a:pt x="2211705" y="2503170"/>
                </a:cubicBezTo>
                <a:close/>
                <a:moveTo>
                  <a:pt x="3409950" y="2476500"/>
                </a:moveTo>
                <a:cubicBezTo>
                  <a:pt x="3385691" y="2452241"/>
                  <a:pt x="3386025" y="2445128"/>
                  <a:pt x="3412889" y="2413898"/>
                </a:cubicBezTo>
                <a:cubicBezTo>
                  <a:pt x="3429494" y="2394593"/>
                  <a:pt x="3439984" y="2389954"/>
                  <a:pt x="3455729" y="2394951"/>
                </a:cubicBezTo>
                <a:cubicBezTo>
                  <a:pt x="3487518" y="2405041"/>
                  <a:pt x="3493019" y="2444147"/>
                  <a:pt x="3466604" y="2472264"/>
                </a:cubicBezTo>
                <a:cubicBezTo>
                  <a:pt x="3440098" y="2500479"/>
                  <a:pt x="3434358" y="2500908"/>
                  <a:pt x="3409950" y="2476500"/>
                </a:cubicBezTo>
                <a:close/>
                <a:moveTo>
                  <a:pt x="1039162" y="2470369"/>
                </a:moveTo>
                <a:cubicBezTo>
                  <a:pt x="1004838" y="2446327"/>
                  <a:pt x="1014521" y="2396449"/>
                  <a:pt x="1054260" y="2392599"/>
                </a:cubicBezTo>
                <a:cubicBezTo>
                  <a:pt x="1077143" y="2390383"/>
                  <a:pt x="1087206" y="2394561"/>
                  <a:pt x="1095269" y="2409628"/>
                </a:cubicBezTo>
                <a:cubicBezTo>
                  <a:pt x="1118369" y="2452789"/>
                  <a:pt x="1077394" y="2497148"/>
                  <a:pt x="1039162" y="2470369"/>
                </a:cubicBezTo>
                <a:close/>
                <a:moveTo>
                  <a:pt x="2544317" y="2469110"/>
                </a:moveTo>
                <a:cubicBezTo>
                  <a:pt x="2524776" y="2432598"/>
                  <a:pt x="2573288" y="2401060"/>
                  <a:pt x="2599819" y="2433028"/>
                </a:cubicBezTo>
                <a:cubicBezTo>
                  <a:pt x="2608246" y="2443181"/>
                  <a:pt x="2608460" y="2451773"/>
                  <a:pt x="2600650" y="2466366"/>
                </a:cubicBezTo>
                <a:cubicBezTo>
                  <a:pt x="2587740" y="2490488"/>
                  <a:pt x="2556571" y="2492006"/>
                  <a:pt x="2544317" y="2469110"/>
                </a:cubicBezTo>
                <a:close/>
                <a:moveTo>
                  <a:pt x="1986246" y="2438859"/>
                </a:moveTo>
                <a:cubicBezTo>
                  <a:pt x="1974113" y="2419227"/>
                  <a:pt x="1991283" y="2389510"/>
                  <a:pt x="2012974" y="2392600"/>
                </a:cubicBezTo>
                <a:cubicBezTo>
                  <a:pt x="2042066" y="2396745"/>
                  <a:pt x="2042134" y="2441944"/>
                  <a:pt x="2013055" y="2446088"/>
                </a:cubicBezTo>
                <a:cubicBezTo>
                  <a:pt x="2001762" y="2447697"/>
                  <a:pt x="1989698" y="2444444"/>
                  <a:pt x="1986246" y="2438859"/>
                </a:cubicBezTo>
                <a:close/>
                <a:moveTo>
                  <a:pt x="1559718" y="2409062"/>
                </a:moveTo>
                <a:cubicBezTo>
                  <a:pt x="1538514" y="2396711"/>
                  <a:pt x="1537442" y="2340592"/>
                  <a:pt x="1558017" y="2320017"/>
                </a:cubicBezTo>
                <a:cubicBezTo>
                  <a:pt x="1579257" y="2298777"/>
                  <a:pt x="1625825" y="2300790"/>
                  <a:pt x="1637964" y="2323473"/>
                </a:cubicBezTo>
                <a:cubicBezTo>
                  <a:pt x="1668730" y="2380959"/>
                  <a:pt x="1614088" y="2440729"/>
                  <a:pt x="1559718" y="2409062"/>
                </a:cubicBezTo>
                <a:close/>
                <a:moveTo>
                  <a:pt x="1835038" y="2354306"/>
                </a:moveTo>
                <a:cubicBezTo>
                  <a:pt x="1814550" y="2331666"/>
                  <a:pt x="1815079" y="2311799"/>
                  <a:pt x="1836693" y="2292238"/>
                </a:cubicBezTo>
                <a:cubicBezTo>
                  <a:pt x="1860032" y="2271117"/>
                  <a:pt x="1872472" y="2272374"/>
                  <a:pt x="1890172" y="2297644"/>
                </a:cubicBezTo>
                <a:cubicBezTo>
                  <a:pt x="1909254" y="2324887"/>
                  <a:pt x="1908881" y="2329743"/>
                  <a:pt x="1885950" y="2352675"/>
                </a:cubicBezTo>
                <a:cubicBezTo>
                  <a:pt x="1862451" y="2376173"/>
                  <a:pt x="1855042" y="2376410"/>
                  <a:pt x="1835038" y="2354306"/>
                </a:cubicBezTo>
                <a:close/>
                <a:moveTo>
                  <a:pt x="872693" y="2347707"/>
                </a:moveTo>
                <a:cubicBezTo>
                  <a:pt x="853138" y="2328153"/>
                  <a:pt x="852943" y="2301191"/>
                  <a:pt x="872217" y="2281917"/>
                </a:cubicBezTo>
                <a:cubicBezTo>
                  <a:pt x="892352" y="2261783"/>
                  <a:pt x="907942" y="2263076"/>
                  <a:pt x="929276" y="2286650"/>
                </a:cubicBezTo>
                <a:cubicBezTo>
                  <a:pt x="963172" y="2324105"/>
                  <a:pt x="908300" y="2383315"/>
                  <a:pt x="872693" y="2347707"/>
                </a:cubicBezTo>
                <a:close/>
                <a:moveTo>
                  <a:pt x="2396155" y="2334307"/>
                </a:moveTo>
                <a:cubicBezTo>
                  <a:pt x="2367857" y="2303038"/>
                  <a:pt x="2398738" y="2249599"/>
                  <a:pt x="2437920" y="2262035"/>
                </a:cubicBezTo>
                <a:cubicBezTo>
                  <a:pt x="2465464" y="2270777"/>
                  <a:pt x="2473457" y="2310674"/>
                  <a:pt x="2452340" y="2334008"/>
                </a:cubicBezTo>
                <a:cubicBezTo>
                  <a:pt x="2431084" y="2357496"/>
                  <a:pt x="2417207" y="2357570"/>
                  <a:pt x="2396155" y="2334307"/>
                </a:cubicBezTo>
                <a:close/>
                <a:moveTo>
                  <a:pt x="1184536" y="2319316"/>
                </a:moveTo>
                <a:cubicBezTo>
                  <a:pt x="1173579" y="2290762"/>
                  <a:pt x="1189602" y="2257425"/>
                  <a:pt x="1214283" y="2257425"/>
                </a:cubicBezTo>
                <a:cubicBezTo>
                  <a:pt x="1244216" y="2257425"/>
                  <a:pt x="1262062" y="2287878"/>
                  <a:pt x="1247775" y="2314575"/>
                </a:cubicBezTo>
                <a:cubicBezTo>
                  <a:pt x="1235716" y="2337106"/>
                  <a:pt x="1192603" y="2340339"/>
                  <a:pt x="1184536" y="2319316"/>
                </a:cubicBezTo>
                <a:close/>
                <a:moveTo>
                  <a:pt x="3629025" y="2272878"/>
                </a:moveTo>
                <a:cubicBezTo>
                  <a:pt x="3629025" y="2250490"/>
                  <a:pt x="3653170" y="2221245"/>
                  <a:pt x="3663295" y="2231370"/>
                </a:cubicBezTo>
                <a:cubicBezTo>
                  <a:pt x="3668731" y="2236806"/>
                  <a:pt x="3641500" y="2295525"/>
                  <a:pt x="3633542" y="2295525"/>
                </a:cubicBezTo>
                <a:cubicBezTo>
                  <a:pt x="3631058" y="2295525"/>
                  <a:pt x="3629025" y="2285334"/>
                  <a:pt x="3629025" y="2272878"/>
                </a:cubicBezTo>
                <a:close/>
                <a:moveTo>
                  <a:pt x="2116455" y="2274570"/>
                </a:moveTo>
                <a:cubicBezTo>
                  <a:pt x="2090173" y="2248288"/>
                  <a:pt x="2113971" y="2190558"/>
                  <a:pt x="2150949" y="2190895"/>
                </a:cubicBezTo>
                <a:cubicBezTo>
                  <a:pt x="2190487" y="2191256"/>
                  <a:pt x="2208388" y="2238982"/>
                  <a:pt x="2181249" y="2271683"/>
                </a:cubicBezTo>
                <a:cubicBezTo>
                  <a:pt x="2166984" y="2288870"/>
                  <a:pt x="2132301" y="2290416"/>
                  <a:pt x="2116455" y="2274570"/>
                </a:cubicBezTo>
                <a:close/>
                <a:moveTo>
                  <a:pt x="2711338" y="2259056"/>
                </a:moveTo>
                <a:cubicBezTo>
                  <a:pt x="2690415" y="2235936"/>
                  <a:pt x="2691289" y="2188055"/>
                  <a:pt x="2712993" y="2168413"/>
                </a:cubicBezTo>
                <a:cubicBezTo>
                  <a:pt x="2742994" y="2141263"/>
                  <a:pt x="2755925" y="2148367"/>
                  <a:pt x="2749313" y="2188368"/>
                </a:cubicBezTo>
                <a:cubicBezTo>
                  <a:pt x="2746066" y="2208014"/>
                  <a:pt x="2743362" y="2235874"/>
                  <a:pt x="2743304" y="2250281"/>
                </a:cubicBezTo>
                <a:cubicBezTo>
                  <a:pt x="2743182" y="2280776"/>
                  <a:pt x="2733420" y="2283456"/>
                  <a:pt x="2711338" y="2259056"/>
                </a:cubicBezTo>
                <a:close/>
                <a:moveTo>
                  <a:pt x="1451457" y="2234168"/>
                </a:moveTo>
                <a:cubicBezTo>
                  <a:pt x="1442212" y="2210074"/>
                  <a:pt x="1452129" y="2186077"/>
                  <a:pt x="1472543" y="2183146"/>
                </a:cubicBezTo>
                <a:cubicBezTo>
                  <a:pt x="1501054" y="2179052"/>
                  <a:pt x="1518637" y="2203275"/>
                  <a:pt x="1505275" y="2228241"/>
                </a:cubicBezTo>
                <a:cubicBezTo>
                  <a:pt x="1493202" y="2250799"/>
                  <a:pt x="1459273" y="2254536"/>
                  <a:pt x="1451457" y="2234168"/>
                </a:cubicBezTo>
                <a:close/>
                <a:moveTo>
                  <a:pt x="1053192" y="2185307"/>
                </a:moveTo>
                <a:cubicBezTo>
                  <a:pt x="1035485" y="2167599"/>
                  <a:pt x="1035333" y="2166326"/>
                  <a:pt x="1048085" y="2142498"/>
                </a:cubicBezTo>
                <a:cubicBezTo>
                  <a:pt x="1064148" y="2112483"/>
                  <a:pt x="1114425" y="2124714"/>
                  <a:pt x="1114425" y="2158637"/>
                </a:cubicBezTo>
                <a:cubicBezTo>
                  <a:pt x="1114425" y="2172006"/>
                  <a:pt x="1088558" y="2200275"/>
                  <a:pt x="1076325" y="2200275"/>
                </a:cubicBezTo>
                <a:cubicBezTo>
                  <a:pt x="1071834" y="2200275"/>
                  <a:pt x="1061425" y="2193539"/>
                  <a:pt x="1053192" y="2185307"/>
                </a:cubicBezTo>
                <a:close/>
                <a:moveTo>
                  <a:pt x="3474853" y="2165846"/>
                </a:moveTo>
                <a:cubicBezTo>
                  <a:pt x="3453159" y="2144152"/>
                  <a:pt x="3478039" y="2066925"/>
                  <a:pt x="3506721" y="2066925"/>
                </a:cubicBezTo>
                <a:cubicBezTo>
                  <a:pt x="3542745" y="2066925"/>
                  <a:pt x="3562350" y="2084985"/>
                  <a:pt x="3562350" y="2118171"/>
                </a:cubicBezTo>
                <a:cubicBezTo>
                  <a:pt x="3562350" y="2171626"/>
                  <a:pt x="3509454" y="2200447"/>
                  <a:pt x="3474853" y="2165846"/>
                </a:cubicBezTo>
                <a:close/>
                <a:moveTo>
                  <a:pt x="663228" y="2150268"/>
                </a:moveTo>
                <a:cubicBezTo>
                  <a:pt x="654250" y="2116767"/>
                  <a:pt x="656136" y="2105025"/>
                  <a:pt x="670493" y="2105025"/>
                </a:cubicBezTo>
                <a:cubicBezTo>
                  <a:pt x="689015" y="2105025"/>
                  <a:pt x="697171" y="2131403"/>
                  <a:pt x="685430" y="2153340"/>
                </a:cubicBezTo>
                <a:cubicBezTo>
                  <a:pt x="672884" y="2176782"/>
                  <a:pt x="670235" y="2176416"/>
                  <a:pt x="663228" y="2150268"/>
                </a:cubicBezTo>
                <a:close/>
                <a:moveTo>
                  <a:pt x="1656687" y="2156614"/>
                </a:moveTo>
                <a:cubicBezTo>
                  <a:pt x="1639766" y="2136225"/>
                  <a:pt x="1656786" y="2109787"/>
                  <a:pt x="1686832" y="2109787"/>
                </a:cubicBezTo>
                <a:cubicBezTo>
                  <a:pt x="1712750" y="2109787"/>
                  <a:pt x="1722530" y="2136259"/>
                  <a:pt x="1704595" y="2157870"/>
                </a:cubicBezTo>
                <a:cubicBezTo>
                  <a:pt x="1689657" y="2175869"/>
                  <a:pt x="1672289" y="2175413"/>
                  <a:pt x="1656687" y="2156614"/>
                </a:cubicBezTo>
                <a:close/>
                <a:moveTo>
                  <a:pt x="1868805" y="2131695"/>
                </a:moveTo>
                <a:cubicBezTo>
                  <a:pt x="1844638" y="2107528"/>
                  <a:pt x="1864965" y="2057400"/>
                  <a:pt x="1898930" y="2057400"/>
                </a:cubicBezTo>
                <a:cubicBezTo>
                  <a:pt x="1908882" y="2057400"/>
                  <a:pt x="1933575" y="2087950"/>
                  <a:pt x="1933575" y="2100262"/>
                </a:cubicBezTo>
                <a:cubicBezTo>
                  <a:pt x="1933575" y="2132154"/>
                  <a:pt x="1890276" y="2153166"/>
                  <a:pt x="1868805" y="2131695"/>
                </a:cubicBezTo>
                <a:close/>
                <a:moveTo>
                  <a:pt x="2492374" y="2127250"/>
                </a:moveTo>
                <a:cubicBezTo>
                  <a:pt x="2469062" y="2103937"/>
                  <a:pt x="2496085" y="2038350"/>
                  <a:pt x="2529003" y="2038350"/>
                </a:cubicBezTo>
                <a:cubicBezTo>
                  <a:pt x="2566030" y="2038350"/>
                  <a:pt x="2588094" y="2078910"/>
                  <a:pt x="2567863" y="2109787"/>
                </a:cubicBezTo>
                <a:cubicBezTo>
                  <a:pt x="2552831" y="2132728"/>
                  <a:pt x="2508182" y="2143057"/>
                  <a:pt x="2492374" y="2127250"/>
                </a:cubicBezTo>
                <a:close/>
                <a:moveTo>
                  <a:pt x="796813" y="2106656"/>
                </a:moveTo>
                <a:cubicBezTo>
                  <a:pt x="788143" y="2097075"/>
                  <a:pt x="781050" y="2079736"/>
                  <a:pt x="781050" y="2068123"/>
                </a:cubicBezTo>
                <a:cubicBezTo>
                  <a:pt x="781050" y="2046318"/>
                  <a:pt x="819840" y="2000250"/>
                  <a:pt x="838200" y="2000250"/>
                </a:cubicBezTo>
                <a:cubicBezTo>
                  <a:pt x="853221" y="2000250"/>
                  <a:pt x="895350" y="2044622"/>
                  <a:pt x="895350" y="2060445"/>
                </a:cubicBezTo>
                <a:cubicBezTo>
                  <a:pt x="895350" y="2108300"/>
                  <a:pt x="827218" y="2140252"/>
                  <a:pt x="796813" y="2106656"/>
                </a:cubicBezTo>
                <a:close/>
                <a:moveTo>
                  <a:pt x="1272267" y="2080532"/>
                </a:moveTo>
                <a:cubicBezTo>
                  <a:pt x="1239378" y="2047642"/>
                  <a:pt x="1266681" y="1981200"/>
                  <a:pt x="1313085" y="1981200"/>
                </a:cubicBezTo>
                <a:cubicBezTo>
                  <a:pt x="1347272" y="1981200"/>
                  <a:pt x="1362075" y="1997159"/>
                  <a:pt x="1362075" y="2034016"/>
                </a:cubicBezTo>
                <a:cubicBezTo>
                  <a:pt x="1362075" y="2085915"/>
                  <a:pt x="1306458" y="2114722"/>
                  <a:pt x="1272267" y="2080532"/>
                </a:cubicBezTo>
                <a:close/>
                <a:moveTo>
                  <a:pt x="2259330" y="2084070"/>
                </a:moveTo>
                <a:cubicBezTo>
                  <a:pt x="2233877" y="2058617"/>
                  <a:pt x="2252442" y="2009775"/>
                  <a:pt x="2287569" y="2009775"/>
                </a:cubicBezTo>
                <a:cubicBezTo>
                  <a:pt x="2315394" y="2009775"/>
                  <a:pt x="2328176" y="2044996"/>
                  <a:pt x="2310269" y="2072326"/>
                </a:cubicBezTo>
                <a:cubicBezTo>
                  <a:pt x="2293592" y="2097778"/>
                  <a:pt x="2276889" y="2101629"/>
                  <a:pt x="2259330" y="2084070"/>
                </a:cubicBezTo>
                <a:close/>
                <a:moveTo>
                  <a:pt x="1535430" y="2036445"/>
                </a:moveTo>
                <a:cubicBezTo>
                  <a:pt x="1521387" y="2022402"/>
                  <a:pt x="1520743" y="1995557"/>
                  <a:pt x="1533860" y="1971048"/>
                </a:cubicBezTo>
                <a:cubicBezTo>
                  <a:pt x="1548820" y="1943094"/>
                  <a:pt x="1597703" y="1946250"/>
                  <a:pt x="1611280" y="1976047"/>
                </a:cubicBezTo>
                <a:cubicBezTo>
                  <a:pt x="1632345" y="2022280"/>
                  <a:pt x="1570506" y="2071521"/>
                  <a:pt x="1535430" y="2036445"/>
                </a:cubicBezTo>
                <a:close/>
                <a:moveTo>
                  <a:pt x="2696048" y="1991609"/>
                </a:moveTo>
                <a:cubicBezTo>
                  <a:pt x="2688698" y="1977876"/>
                  <a:pt x="2690380" y="1968437"/>
                  <a:pt x="2702940" y="1952926"/>
                </a:cubicBezTo>
                <a:cubicBezTo>
                  <a:pt x="2731258" y="1917955"/>
                  <a:pt x="2773896" y="1951165"/>
                  <a:pt x="2752355" y="1991415"/>
                </a:cubicBezTo>
                <a:cubicBezTo>
                  <a:pt x="2739756" y="2014957"/>
                  <a:pt x="2708601" y="2015064"/>
                  <a:pt x="2696048" y="1991609"/>
                </a:cubicBezTo>
                <a:close/>
                <a:moveTo>
                  <a:pt x="3725224" y="1984143"/>
                </a:moveTo>
                <a:cubicBezTo>
                  <a:pt x="3724702" y="1967426"/>
                  <a:pt x="3728561" y="1951100"/>
                  <a:pt x="3733800" y="1947862"/>
                </a:cubicBezTo>
                <a:cubicBezTo>
                  <a:pt x="3744753" y="1941092"/>
                  <a:pt x="3744753" y="1956522"/>
                  <a:pt x="3733800" y="1990725"/>
                </a:cubicBezTo>
                <a:cubicBezTo>
                  <a:pt x="3726517" y="2013465"/>
                  <a:pt x="3726131" y="2013169"/>
                  <a:pt x="3725224" y="1984143"/>
                </a:cubicBezTo>
                <a:close/>
                <a:moveTo>
                  <a:pt x="2025538" y="1982831"/>
                </a:moveTo>
                <a:cubicBezTo>
                  <a:pt x="2006149" y="1961406"/>
                  <a:pt x="2004946" y="1911339"/>
                  <a:pt x="2023451" y="1895981"/>
                </a:cubicBezTo>
                <a:cubicBezTo>
                  <a:pt x="2040948" y="1881460"/>
                  <a:pt x="2103288" y="1875434"/>
                  <a:pt x="2110770" y="1887541"/>
                </a:cubicBezTo>
                <a:cubicBezTo>
                  <a:pt x="2148527" y="1948632"/>
                  <a:pt x="2072008" y="2034180"/>
                  <a:pt x="2025538" y="1982831"/>
                </a:cubicBezTo>
                <a:close/>
                <a:moveTo>
                  <a:pt x="1052112" y="1967638"/>
                </a:moveTo>
                <a:cubicBezTo>
                  <a:pt x="1022072" y="1921791"/>
                  <a:pt x="1075787" y="1861399"/>
                  <a:pt x="1120529" y="1890716"/>
                </a:cubicBezTo>
                <a:cubicBezTo>
                  <a:pt x="1148369" y="1908957"/>
                  <a:pt x="1149921" y="1945703"/>
                  <a:pt x="1123950" y="1971675"/>
                </a:cubicBezTo>
                <a:cubicBezTo>
                  <a:pt x="1098364" y="1997260"/>
                  <a:pt x="1070495" y="1995694"/>
                  <a:pt x="1052112" y="1967638"/>
                </a:cubicBezTo>
                <a:close/>
                <a:moveTo>
                  <a:pt x="3525251" y="1920494"/>
                </a:moveTo>
                <a:cubicBezTo>
                  <a:pt x="3510522" y="1902746"/>
                  <a:pt x="3522089" y="1876425"/>
                  <a:pt x="3544618" y="1876425"/>
                </a:cubicBezTo>
                <a:cubicBezTo>
                  <a:pt x="3567729" y="1876425"/>
                  <a:pt x="3577716" y="1900772"/>
                  <a:pt x="3562249" y="1919408"/>
                </a:cubicBezTo>
                <a:cubicBezTo>
                  <a:pt x="3547653" y="1936995"/>
                  <a:pt x="3539153" y="1937245"/>
                  <a:pt x="3525251" y="1920494"/>
                </a:cubicBezTo>
                <a:close/>
                <a:moveTo>
                  <a:pt x="2356389" y="1900941"/>
                </a:moveTo>
                <a:cubicBezTo>
                  <a:pt x="2347723" y="1878358"/>
                  <a:pt x="2359985" y="1855551"/>
                  <a:pt x="2378839" y="1859182"/>
                </a:cubicBezTo>
                <a:cubicBezTo>
                  <a:pt x="2401490" y="1863544"/>
                  <a:pt x="2401490" y="1908355"/>
                  <a:pt x="2378839" y="1912717"/>
                </a:cubicBezTo>
                <a:cubicBezTo>
                  <a:pt x="2369656" y="1914485"/>
                  <a:pt x="2359553" y="1909186"/>
                  <a:pt x="2356389" y="1900941"/>
                </a:cubicBezTo>
                <a:close/>
                <a:moveTo>
                  <a:pt x="1738279" y="1882473"/>
                </a:moveTo>
                <a:cubicBezTo>
                  <a:pt x="1708427" y="1836914"/>
                  <a:pt x="1752639" y="1785577"/>
                  <a:pt x="1796804" y="1814516"/>
                </a:cubicBezTo>
                <a:cubicBezTo>
                  <a:pt x="1823798" y="1832203"/>
                  <a:pt x="1826167" y="1867235"/>
                  <a:pt x="1801856" y="1889236"/>
                </a:cubicBezTo>
                <a:cubicBezTo>
                  <a:pt x="1777552" y="1911230"/>
                  <a:pt x="1755590" y="1908894"/>
                  <a:pt x="1738279" y="1882473"/>
                </a:cubicBezTo>
                <a:close/>
                <a:moveTo>
                  <a:pt x="788193" y="1856612"/>
                </a:moveTo>
                <a:cubicBezTo>
                  <a:pt x="760959" y="1840749"/>
                  <a:pt x="779820" y="1781175"/>
                  <a:pt x="812075" y="1781175"/>
                </a:cubicBezTo>
                <a:cubicBezTo>
                  <a:pt x="822835" y="1781175"/>
                  <a:pt x="847725" y="1811100"/>
                  <a:pt x="847725" y="1824037"/>
                </a:cubicBezTo>
                <a:cubicBezTo>
                  <a:pt x="847725" y="1837568"/>
                  <a:pt x="822467" y="1867109"/>
                  <a:pt x="811325" y="1866610"/>
                </a:cubicBezTo>
                <a:cubicBezTo>
                  <a:pt x="807771" y="1866451"/>
                  <a:pt x="797361" y="1861951"/>
                  <a:pt x="788193" y="1856612"/>
                </a:cubicBezTo>
                <a:close/>
                <a:moveTo>
                  <a:pt x="1368826" y="1841901"/>
                </a:moveTo>
                <a:cubicBezTo>
                  <a:pt x="1347059" y="1820134"/>
                  <a:pt x="1375542" y="1775975"/>
                  <a:pt x="1404245" y="1786989"/>
                </a:cubicBezTo>
                <a:cubicBezTo>
                  <a:pt x="1427576" y="1795942"/>
                  <a:pt x="1420321" y="1842248"/>
                  <a:pt x="1395020" y="1845870"/>
                </a:cubicBezTo>
                <a:cubicBezTo>
                  <a:pt x="1384327" y="1847401"/>
                  <a:pt x="1372540" y="1845615"/>
                  <a:pt x="1368826" y="1841901"/>
                </a:cubicBezTo>
                <a:close/>
                <a:moveTo>
                  <a:pt x="2557462" y="1836468"/>
                </a:moveTo>
                <a:cubicBezTo>
                  <a:pt x="2497562" y="1802501"/>
                  <a:pt x="2519064" y="1714500"/>
                  <a:pt x="2587263" y="1714500"/>
                </a:cubicBezTo>
                <a:cubicBezTo>
                  <a:pt x="2624857" y="1714500"/>
                  <a:pt x="2638425" y="1729978"/>
                  <a:pt x="2638425" y="1772863"/>
                </a:cubicBezTo>
                <a:cubicBezTo>
                  <a:pt x="2638425" y="1799873"/>
                  <a:pt x="2632421" y="1813089"/>
                  <a:pt x="2613327" y="1828108"/>
                </a:cubicBezTo>
                <a:cubicBezTo>
                  <a:pt x="2584512" y="1850774"/>
                  <a:pt x="2583072" y="1850990"/>
                  <a:pt x="2557462" y="1836468"/>
                </a:cubicBezTo>
                <a:close/>
                <a:moveTo>
                  <a:pt x="994314" y="1796166"/>
                </a:moveTo>
                <a:cubicBezTo>
                  <a:pt x="985648" y="1773583"/>
                  <a:pt x="997910" y="1750776"/>
                  <a:pt x="1016764" y="1754407"/>
                </a:cubicBezTo>
                <a:cubicBezTo>
                  <a:pt x="1027309" y="1756438"/>
                  <a:pt x="1033462" y="1766302"/>
                  <a:pt x="1033462" y="1781175"/>
                </a:cubicBezTo>
                <a:cubicBezTo>
                  <a:pt x="1033462" y="1808327"/>
                  <a:pt x="1003398" y="1819839"/>
                  <a:pt x="994314" y="1796166"/>
                </a:cubicBezTo>
                <a:close/>
                <a:moveTo>
                  <a:pt x="3705560" y="1791326"/>
                </a:moveTo>
                <a:cubicBezTo>
                  <a:pt x="3691000" y="1764120"/>
                  <a:pt x="3693537" y="1738359"/>
                  <a:pt x="3712368" y="1722187"/>
                </a:cubicBezTo>
                <a:cubicBezTo>
                  <a:pt x="3750083" y="1689798"/>
                  <a:pt x="3752850" y="1691839"/>
                  <a:pt x="3752850" y="1752037"/>
                </a:cubicBezTo>
                <a:cubicBezTo>
                  <a:pt x="3752850" y="1803055"/>
                  <a:pt x="3750679" y="1809750"/>
                  <a:pt x="3734135" y="1809750"/>
                </a:cubicBezTo>
                <a:cubicBezTo>
                  <a:pt x="3723841" y="1809750"/>
                  <a:pt x="3710983" y="1801459"/>
                  <a:pt x="3705560" y="1791326"/>
                </a:cubicBezTo>
                <a:close/>
                <a:moveTo>
                  <a:pt x="1562100" y="1754647"/>
                </a:moveTo>
                <a:cubicBezTo>
                  <a:pt x="1529284" y="1743384"/>
                  <a:pt x="1522823" y="1689037"/>
                  <a:pt x="1551242" y="1663318"/>
                </a:cubicBezTo>
                <a:cubicBezTo>
                  <a:pt x="1573211" y="1643436"/>
                  <a:pt x="1614445" y="1655782"/>
                  <a:pt x="1623725" y="1685019"/>
                </a:cubicBezTo>
                <a:cubicBezTo>
                  <a:pt x="1634996" y="1720533"/>
                  <a:pt x="1594854" y="1765888"/>
                  <a:pt x="1562100" y="1754647"/>
                </a:cubicBezTo>
                <a:close/>
                <a:moveTo>
                  <a:pt x="2209800" y="1743075"/>
                </a:moveTo>
                <a:cubicBezTo>
                  <a:pt x="2186061" y="1719336"/>
                  <a:pt x="2185802" y="1703670"/>
                  <a:pt x="2208681" y="1675416"/>
                </a:cubicBezTo>
                <a:cubicBezTo>
                  <a:pt x="2224506" y="1655872"/>
                  <a:pt x="2229539" y="1654606"/>
                  <a:pt x="2251543" y="1664632"/>
                </a:cubicBezTo>
                <a:cubicBezTo>
                  <a:pt x="2284632" y="1679708"/>
                  <a:pt x="2289191" y="1727496"/>
                  <a:pt x="2259708" y="1750218"/>
                </a:cubicBezTo>
                <a:cubicBezTo>
                  <a:pt x="2238839" y="1766301"/>
                  <a:pt x="2232055" y="1765330"/>
                  <a:pt x="2209800" y="1743075"/>
                </a:cubicBezTo>
                <a:close/>
                <a:moveTo>
                  <a:pt x="1202055" y="1741170"/>
                </a:moveTo>
                <a:cubicBezTo>
                  <a:pt x="1183642" y="1722757"/>
                  <a:pt x="1188194" y="1678370"/>
                  <a:pt x="1209675" y="1666875"/>
                </a:cubicBezTo>
                <a:cubicBezTo>
                  <a:pt x="1238422" y="1651489"/>
                  <a:pt x="1266825" y="1670424"/>
                  <a:pt x="1266825" y="1704975"/>
                </a:cubicBezTo>
                <a:cubicBezTo>
                  <a:pt x="1266825" y="1743510"/>
                  <a:pt x="1226775" y="1765890"/>
                  <a:pt x="1202055" y="1741170"/>
                </a:cubicBezTo>
                <a:close/>
                <a:moveTo>
                  <a:pt x="1968829" y="1737054"/>
                </a:moveTo>
                <a:cubicBezTo>
                  <a:pt x="1957278" y="1725503"/>
                  <a:pt x="1961550" y="1698280"/>
                  <a:pt x="1976915" y="1685528"/>
                </a:cubicBezTo>
                <a:cubicBezTo>
                  <a:pt x="1998418" y="1667682"/>
                  <a:pt x="2028550" y="1697693"/>
                  <a:pt x="2013355" y="1721822"/>
                </a:cubicBezTo>
                <a:cubicBezTo>
                  <a:pt x="2001999" y="1739854"/>
                  <a:pt x="1979370" y="1747595"/>
                  <a:pt x="1968829" y="1737054"/>
                </a:cubicBezTo>
                <a:close/>
                <a:moveTo>
                  <a:pt x="652373" y="1710850"/>
                </a:moveTo>
                <a:cubicBezTo>
                  <a:pt x="639816" y="1701668"/>
                  <a:pt x="637066" y="1691638"/>
                  <a:pt x="641865" y="1672518"/>
                </a:cubicBezTo>
                <a:cubicBezTo>
                  <a:pt x="651115" y="1635664"/>
                  <a:pt x="698636" y="1640031"/>
                  <a:pt x="703039" y="1678140"/>
                </a:cubicBezTo>
                <a:cubicBezTo>
                  <a:pt x="706817" y="1710840"/>
                  <a:pt x="677895" y="1729512"/>
                  <a:pt x="652373" y="1710850"/>
                </a:cubicBezTo>
                <a:close/>
                <a:moveTo>
                  <a:pt x="2792681" y="1671637"/>
                </a:moveTo>
                <a:cubicBezTo>
                  <a:pt x="2792876" y="1655921"/>
                  <a:pt x="2795010" y="1650645"/>
                  <a:pt x="2797425" y="1659912"/>
                </a:cubicBezTo>
                <a:cubicBezTo>
                  <a:pt x="2799840" y="1669180"/>
                  <a:pt x="2799681" y="1682038"/>
                  <a:pt x="2797072" y="1688487"/>
                </a:cubicBezTo>
                <a:cubicBezTo>
                  <a:pt x="2794463" y="1694936"/>
                  <a:pt x="2792487" y="1687353"/>
                  <a:pt x="2792681" y="1671637"/>
                </a:cubicBezTo>
                <a:close/>
                <a:moveTo>
                  <a:pt x="3567103" y="1676386"/>
                </a:moveTo>
                <a:cubicBezTo>
                  <a:pt x="3557298" y="1660520"/>
                  <a:pt x="3570353" y="1619250"/>
                  <a:pt x="3585177" y="1619250"/>
                </a:cubicBezTo>
                <a:cubicBezTo>
                  <a:pt x="3607444" y="1619250"/>
                  <a:pt x="3624494" y="1647299"/>
                  <a:pt x="3613164" y="1665292"/>
                </a:cubicBezTo>
                <a:cubicBezTo>
                  <a:pt x="3600924" y="1684730"/>
                  <a:pt x="3575974" y="1690739"/>
                  <a:pt x="3567103" y="1676386"/>
                </a:cubicBezTo>
                <a:close/>
                <a:moveTo>
                  <a:pt x="845298" y="1612106"/>
                </a:moveTo>
                <a:cubicBezTo>
                  <a:pt x="820957" y="1584883"/>
                  <a:pt x="820211" y="1543349"/>
                  <a:pt x="843642" y="1519917"/>
                </a:cubicBezTo>
                <a:cubicBezTo>
                  <a:pt x="865672" y="1497887"/>
                  <a:pt x="930205" y="1500140"/>
                  <a:pt x="942639" y="1523373"/>
                </a:cubicBezTo>
                <a:cubicBezTo>
                  <a:pt x="977333" y="1588200"/>
                  <a:pt x="892812" y="1665246"/>
                  <a:pt x="845298" y="1612106"/>
                </a:cubicBezTo>
                <a:close/>
                <a:moveTo>
                  <a:pt x="1785309" y="1605849"/>
                </a:moveTo>
                <a:cubicBezTo>
                  <a:pt x="1771896" y="1552409"/>
                  <a:pt x="1824415" y="1522842"/>
                  <a:pt x="1853776" y="1567304"/>
                </a:cubicBezTo>
                <a:cubicBezTo>
                  <a:pt x="1864726" y="1583886"/>
                  <a:pt x="1864453" y="1589928"/>
                  <a:pt x="1851946" y="1607785"/>
                </a:cubicBezTo>
                <a:cubicBezTo>
                  <a:pt x="1831571" y="1636874"/>
                  <a:pt x="1792813" y="1635748"/>
                  <a:pt x="1785309" y="1605849"/>
                </a:cubicBezTo>
                <a:close/>
                <a:moveTo>
                  <a:pt x="2401060" y="1615404"/>
                </a:moveTo>
                <a:cubicBezTo>
                  <a:pt x="2386770" y="1598185"/>
                  <a:pt x="2395219" y="1566087"/>
                  <a:pt x="2416157" y="1558053"/>
                </a:cubicBezTo>
                <a:cubicBezTo>
                  <a:pt x="2438322" y="1549547"/>
                  <a:pt x="2458841" y="1571075"/>
                  <a:pt x="2455550" y="1599384"/>
                </a:cubicBezTo>
                <a:cubicBezTo>
                  <a:pt x="2452202" y="1628185"/>
                  <a:pt x="2419618" y="1637765"/>
                  <a:pt x="2401060" y="1615404"/>
                </a:cubicBezTo>
                <a:close/>
                <a:moveTo>
                  <a:pt x="1082675" y="1593849"/>
                </a:moveTo>
                <a:cubicBezTo>
                  <a:pt x="1071849" y="1583024"/>
                  <a:pt x="1075673" y="1555447"/>
                  <a:pt x="1089603" y="1543887"/>
                </a:cubicBezTo>
                <a:cubicBezTo>
                  <a:pt x="1109991" y="1526966"/>
                  <a:pt x="1136888" y="1556974"/>
                  <a:pt x="1123595" y="1581811"/>
                </a:cubicBezTo>
                <a:cubicBezTo>
                  <a:pt x="1113757" y="1600195"/>
                  <a:pt x="1094643" y="1605818"/>
                  <a:pt x="1082675" y="1593849"/>
                </a:cubicBezTo>
                <a:close/>
                <a:moveTo>
                  <a:pt x="2057629" y="1567466"/>
                </a:moveTo>
                <a:cubicBezTo>
                  <a:pt x="2038928" y="1518277"/>
                  <a:pt x="2080193" y="1471940"/>
                  <a:pt x="2122525" y="1494595"/>
                </a:cubicBezTo>
                <a:cubicBezTo>
                  <a:pt x="2166151" y="1517943"/>
                  <a:pt x="2148748" y="1583937"/>
                  <a:pt x="2097657" y="1588897"/>
                </a:cubicBezTo>
                <a:cubicBezTo>
                  <a:pt x="2072079" y="1591381"/>
                  <a:pt x="2065352" y="1587779"/>
                  <a:pt x="2057629" y="1567466"/>
                </a:cubicBezTo>
                <a:close/>
                <a:moveTo>
                  <a:pt x="1373719" y="1566322"/>
                </a:moveTo>
                <a:cubicBezTo>
                  <a:pt x="1330963" y="1536375"/>
                  <a:pt x="1350310" y="1466850"/>
                  <a:pt x="1401399" y="1466850"/>
                </a:cubicBezTo>
                <a:cubicBezTo>
                  <a:pt x="1455894" y="1466850"/>
                  <a:pt x="1474075" y="1517640"/>
                  <a:pt x="1433945" y="1557770"/>
                </a:cubicBezTo>
                <a:cubicBezTo>
                  <a:pt x="1406468" y="1585247"/>
                  <a:pt x="1401704" y="1585924"/>
                  <a:pt x="1373719" y="1566322"/>
                </a:cubicBezTo>
                <a:close/>
                <a:moveTo>
                  <a:pt x="2564606" y="1536741"/>
                </a:moveTo>
                <a:cubicBezTo>
                  <a:pt x="2546690" y="1529512"/>
                  <a:pt x="2550027" y="1478817"/>
                  <a:pt x="2569122" y="1468130"/>
                </a:cubicBezTo>
                <a:cubicBezTo>
                  <a:pt x="2591999" y="1455328"/>
                  <a:pt x="2619375" y="1471937"/>
                  <a:pt x="2619375" y="1498617"/>
                </a:cubicBezTo>
                <a:cubicBezTo>
                  <a:pt x="2619375" y="1533430"/>
                  <a:pt x="2596265" y="1549516"/>
                  <a:pt x="2564606" y="1536741"/>
                </a:cubicBezTo>
                <a:close/>
                <a:moveTo>
                  <a:pt x="1546494" y="1490662"/>
                </a:moveTo>
                <a:cubicBezTo>
                  <a:pt x="1538948" y="1470998"/>
                  <a:pt x="1549179" y="1447800"/>
                  <a:pt x="1565397" y="1447800"/>
                </a:cubicBezTo>
                <a:cubicBezTo>
                  <a:pt x="1584894" y="1447800"/>
                  <a:pt x="1601482" y="1471475"/>
                  <a:pt x="1594582" y="1489455"/>
                </a:cubicBezTo>
                <a:cubicBezTo>
                  <a:pt x="1587115" y="1508914"/>
                  <a:pt x="1553819" y="1509750"/>
                  <a:pt x="1546494" y="1490662"/>
                </a:cubicBezTo>
                <a:close/>
                <a:moveTo>
                  <a:pt x="3451762" y="1480953"/>
                </a:moveTo>
                <a:cubicBezTo>
                  <a:pt x="3424000" y="1453191"/>
                  <a:pt x="3422727" y="1425497"/>
                  <a:pt x="3448050" y="1400175"/>
                </a:cubicBezTo>
                <a:cubicBezTo>
                  <a:pt x="3499630" y="1348594"/>
                  <a:pt x="3571394" y="1412975"/>
                  <a:pt x="3529303" y="1473068"/>
                </a:cubicBezTo>
                <a:cubicBezTo>
                  <a:pt x="3507469" y="1504241"/>
                  <a:pt x="3478042" y="1507233"/>
                  <a:pt x="3451762" y="1480953"/>
                </a:cubicBezTo>
                <a:close/>
                <a:moveTo>
                  <a:pt x="2762685" y="1453086"/>
                </a:moveTo>
                <a:cubicBezTo>
                  <a:pt x="2735815" y="1420710"/>
                  <a:pt x="2773148" y="1364122"/>
                  <a:pt x="2804314" y="1389987"/>
                </a:cubicBezTo>
                <a:cubicBezTo>
                  <a:pt x="2825134" y="1407266"/>
                  <a:pt x="2823250" y="1445068"/>
                  <a:pt x="2800976" y="1456989"/>
                </a:cubicBezTo>
                <a:cubicBezTo>
                  <a:pt x="2777390" y="1469612"/>
                  <a:pt x="2776308" y="1469502"/>
                  <a:pt x="2762685" y="1453086"/>
                </a:cubicBezTo>
                <a:close/>
                <a:moveTo>
                  <a:pt x="1169193" y="1437512"/>
                </a:moveTo>
                <a:cubicBezTo>
                  <a:pt x="1138695" y="1419748"/>
                  <a:pt x="1155372" y="1352550"/>
                  <a:pt x="1190279" y="1352550"/>
                </a:cubicBezTo>
                <a:cubicBezTo>
                  <a:pt x="1233312" y="1352550"/>
                  <a:pt x="1250393" y="1397556"/>
                  <a:pt x="1219200" y="1428750"/>
                </a:cubicBezTo>
                <a:cubicBezTo>
                  <a:pt x="1197672" y="1450277"/>
                  <a:pt x="1192628" y="1451161"/>
                  <a:pt x="1169193" y="1437512"/>
                </a:cubicBezTo>
                <a:close/>
                <a:moveTo>
                  <a:pt x="634092" y="1423307"/>
                </a:moveTo>
                <a:cubicBezTo>
                  <a:pt x="603438" y="1392652"/>
                  <a:pt x="625252" y="1333500"/>
                  <a:pt x="667210" y="1333500"/>
                </a:cubicBezTo>
                <a:cubicBezTo>
                  <a:pt x="714917" y="1333500"/>
                  <a:pt x="721973" y="1404292"/>
                  <a:pt x="676682" y="1428531"/>
                </a:cubicBezTo>
                <a:cubicBezTo>
                  <a:pt x="653095" y="1441155"/>
                  <a:pt x="651779" y="1440993"/>
                  <a:pt x="634092" y="1423307"/>
                </a:cubicBezTo>
                <a:close/>
                <a:moveTo>
                  <a:pt x="1907119" y="1413922"/>
                </a:moveTo>
                <a:cubicBezTo>
                  <a:pt x="1871992" y="1389318"/>
                  <a:pt x="1880840" y="1329067"/>
                  <a:pt x="1921872" y="1313467"/>
                </a:cubicBezTo>
                <a:cubicBezTo>
                  <a:pt x="1977263" y="1292407"/>
                  <a:pt x="2015358" y="1366016"/>
                  <a:pt x="1971675" y="1409700"/>
                </a:cubicBezTo>
                <a:cubicBezTo>
                  <a:pt x="1948749" y="1432625"/>
                  <a:pt x="1935097" y="1433518"/>
                  <a:pt x="1907119" y="1413922"/>
                </a:cubicBezTo>
                <a:close/>
                <a:moveTo>
                  <a:pt x="1697355" y="1398270"/>
                </a:moveTo>
                <a:cubicBezTo>
                  <a:pt x="1681713" y="1382628"/>
                  <a:pt x="1682976" y="1347804"/>
                  <a:pt x="1699688" y="1333935"/>
                </a:cubicBezTo>
                <a:cubicBezTo>
                  <a:pt x="1719728" y="1317302"/>
                  <a:pt x="1754120" y="1325555"/>
                  <a:pt x="1762755" y="1349068"/>
                </a:cubicBezTo>
                <a:cubicBezTo>
                  <a:pt x="1777590" y="1389462"/>
                  <a:pt x="1726775" y="1427690"/>
                  <a:pt x="1697355" y="1398270"/>
                </a:cubicBezTo>
                <a:close/>
                <a:moveTo>
                  <a:pt x="2230755" y="1398270"/>
                </a:moveTo>
                <a:cubicBezTo>
                  <a:pt x="2205084" y="1372599"/>
                  <a:pt x="2223919" y="1323975"/>
                  <a:pt x="2259534" y="1323975"/>
                </a:cubicBezTo>
                <a:cubicBezTo>
                  <a:pt x="2288043" y="1323975"/>
                  <a:pt x="2302227" y="1367455"/>
                  <a:pt x="2281272" y="1390611"/>
                </a:cubicBezTo>
                <a:cubicBezTo>
                  <a:pt x="2261511" y="1412447"/>
                  <a:pt x="2247114" y="1414629"/>
                  <a:pt x="2230755" y="1398270"/>
                </a:cubicBezTo>
                <a:close/>
                <a:moveTo>
                  <a:pt x="949726" y="1375176"/>
                </a:moveTo>
                <a:cubicBezTo>
                  <a:pt x="927959" y="1353409"/>
                  <a:pt x="956442" y="1309250"/>
                  <a:pt x="985145" y="1320264"/>
                </a:cubicBezTo>
                <a:cubicBezTo>
                  <a:pt x="1008476" y="1329217"/>
                  <a:pt x="1001221" y="1375523"/>
                  <a:pt x="975920" y="1379145"/>
                </a:cubicBezTo>
                <a:cubicBezTo>
                  <a:pt x="965227" y="1380676"/>
                  <a:pt x="953440" y="1378890"/>
                  <a:pt x="949726" y="1375176"/>
                </a:cubicBezTo>
                <a:close/>
                <a:moveTo>
                  <a:pt x="2479300" y="1346691"/>
                </a:moveTo>
                <a:cubicBezTo>
                  <a:pt x="2439090" y="1306481"/>
                  <a:pt x="2470840" y="1239860"/>
                  <a:pt x="2524125" y="1252634"/>
                </a:cubicBezTo>
                <a:cubicBezTo>
                  <a:pt x="2556628" y="1260426"/>
                  <a:pt x="2573887" y="1285495"/>
                  <a:pt x="2566646" y="1314396"/>
                </a:cubicBezTo>
                <a:cubicBezTo>
                  <a:pt x="2553321" y="1367580"/>
                  <a:pt x="2514531" y="1381922"/>
                  <a:pt x="2479300" y="1346691"/>
                </a:cubicBezTo>
                <a:close/>
                <a:moveTo>
                  <a:pt x="2892826" y="1318026"/>
                </a:moveTo>
                <a:cubicBezTo>
                  <a:pt x="2880212" y="1305412"/>
                  <a:pt x="2886006" y="1268889"/>
                  <a:pt x="2901569" y="1262917"/>
                </a:cubicBezTo>
                <a:cubicBezTo>
                  <a:pt x="2922679" y="1254816"/>
                  <a:pt x="2944770" y="1275061"/>
                  <a:pt x="2941303" y="1299329"/>
                </a:cubicBezTo>
                <a:cubicBezTo>
                  <a:pt x="2938486" y="1319043"/>
                  <a:pt x="2906269" y="1331469"/>
                  <a:pt x="2892826" y="1318026"/>
                </a:cubicBezTo>
                <a:close/>
                <a:moveTo>
                  <a:pt x="1463563" y="1277981"/>
                </a:moveTo>
                <a:cubicBezTo>
                  <a:pt x="1443621" y="1255945"/>
                  <a:pt x="1443187" y="1206123"/>
                  <a:pt x="1462767" y="1186542"/>
                </a:cubicBezTo>
                <a:cubicBezTo>
                  <a:pt x="1485533" y="1163776"/>
                  <a:pt x="1538976" y="1167301"/>
                  <a:pt x="1556797" y="1192744"/>
                </a:cubicBezTo>
                <a:cubicBezTo>
                  <a:pt x="1599596" y="1253849"/>
                  <a:pt x="1513203" y="1332832"/>
                  <a:pt x="1463563" y="1277981"/>
                </a:cubicBezTo>
                <a:close/>
                <a:moveTo>
                  <a:pt x="3326130" y="1283970"/>
                </a:moveTo>
                <a:cubicBezTo>
                  <a:pt x="3299820" y="1257660"/>
                  <a:pt x="3330636" y="1211765"/>
                  <a:pt x="3362986" y="1229079"/>
                </a:cubicBezTo>
                <a:cubicBezTo>
                  <a:pt x="3392296" y="1244765"/>
                  <a:pt x="3380883" y="1295400"/>
                  <a:pt x="3348037" y="1295400"/>
                </a:cubicBezTo>
                <a:cubicBezTo>
                  <a:pt x="3342274" y="1295400"/>
                  <a:pt x="3332416" y="1290256"/>
                  <a:pt x="3326130" y="1283970"/>
                </a:cubicBezTo>
                <a:close/>
                <a:moveTo>
                  <a:pt x="807243" y="1256537"/>
                </a:moveTo>
                <a:cubicBezTo>
                  <a:pt x="773131" y="1236668"/>
                  <a:pt x="798709" y="1173328"/>
                  <a:pt x="836057" y="1185182"/>
                </a:cubicBezTo>
                <a:cubicBezTo>
                  <a:pt x="864380" y="1194171"/>
                  <a:pt x="872303" y="1225878"/>
                  <a:pt x="851869" y="1248457"/>
                </a:cubicBezTo>
                <a:cubicBezTo>
                  <a:pt x="832934" y="1269380"/>
                  <a:pt x="830157" y="1269883"/>
                  <a:pt x="807243" y="1256537"/>
                </a:cubicBezTo>
                <a:close/>
                <a:moveTo>
                  <a:pt x="2123840" y="1252255"/>
                </a:moveTo>
                <a:cubicBezTo>
                  <a:pt x="2107587" y="1232671"/>
                  <a:pt x="2126307" y="1190625"/>
                  <a:pt x="2151279" y="1190625"/>
                </a:cubicBezTo>
                <a:cubicBezTo>
                  <a:pt x="2180564" y="1190625"/>
                  <a:pt x="2195481" y="1215526"/>
                  <a:pt x="2182829" y="1243294"/>
                </a:cubicBezTo>
                <a:cubicBezTo>
                  <a:pt x="2170746" y="1269813"/>
                  <a:pt x="2142033" y="1274175"/>
                  <a:pt x="2123840" y="1252255"/>
                </a:cubicBezTo>
                <a:close/>
                <a:moveTo>
                  <a:pt x="2685405" y="1227520"/>
                </a:moveTo>
                <a:cubicBezTo>
                  <a:pt x="2669650" y="1198081"/>
                  <a:pt x="2688055" y="1162050"/>
                  <a:pt x="2718848" y="1162050"/>
                </a:cubicBezTo>
                <a:cubicBezTo>
                  <a:pt x="2752970" y="1162050"/>
                  <a:pt x="2768241" y="1194350"/>
                  <a:pt x="2748419" y="1224601"/>
                </a:cubicBezTo>
                <a:cubicBezTo>
                  <a:pt x="2729697" y="1253175"/>
                  <a:pt x="2699874" y="1254556"/>
                  <a:pt x="2685405" y="1227520"/>
                </a:cubicBezTo>
                <a:close/>
                <a:moveTo>
                  <a:pt x="1034142" y="1204232"/>
                </a:moveTo>
                <a:cubicBezTo>
                  <a:pt x="1015080" y="1185169"/>
                  <a:pt x="1015022" y="1153167"/>
                  <a:pt x="1034002" y="1126069"/>
                </a:cubicBezTo>
                <a:cubicBezTo>
                  <a:pt x="1051986" y="1100393"/>
                  <a:pt x="1086753" y="1098636"/>
                  <a:pt x="1108186" y="1122318"/>
                </a:cubicBezTo>
                <a:cubicBezTo>
                  <a:pt x="1154289" y="1173262"/>
                  <a:pt x="1082544" y="1252633"/>
                  <a:pt x="1034142" y="1204232"/>
                </a:cubicBezTo>
                <a:close/>
                <a:moveTo>
                  <a:pt x="3093243" y="1208912"/>
                </a:moveTo>
                <a:cubicBezTo>
                  <a:pt x="3066112" y="1193109"/>
                  <a:pt x="3080744" y="1123950"/>
                  <a:pt x="3111219" y="1123950"/>
                </a:cubicBezTo>
                <a:cubicBezTo>
                  <a:pt x="3132247" y="1123950"/>
                  <a:pt x="3152775" y="1147475"/>
                  <a:pt x="3152775" y="1171575"/>
                </a:cubicBezTo>
                <a:cubicBezTo>
                  <a:pt x="3152775" y="1209035"/>
                  <a:pt x="3124212" y="1226949"/>
                  <a:pt x="3093243" y="1208912"/>
                </a:cubicBezTo>
                <a:close/>
                <a:moveTo>
                  <a:pt x="1849310" y="1183481"/>
                </a:moveTo>
                <a:cubicBezTo>
                  <a:pt x="1836888" y="1159774"/>
                  <a:pt x="1852818" y="1123950"/>
                  <a:pt x="1875782" y="1123950"/>
                </a:cubicBezTo>
                <a:cubicBezTo>
                  <a:pt x="1901830" y="1123950"/>
                  <a:pt x="1918321" y="1156208"/>
                  <a:pt x="1905000" y="1181100"/>
                </a:cubicBezTo>
                <a:cubicBezTo>
                  <a:pt x="1892425" y="1204595"/>
                  <a:pt x="1861077" y="1205935"/>
                  <a:pt x="1849310" y="1183481"/>
                </a:cubicBezTo>
                <a:close/>
                <a:moveTo>
                  <a:pt x="1262742" y="1156607"/>
                </a:moveTo>
                <a:cubicBezTo>
                  <a:pt x="1245035" y="1138899"/>
                  <a:pt x="1244883" y="1137626"/>
                  <a:pt x="1257635" y="1113798"/>
                </a:cubicBezTo>
                <a:cubicBezTo>
                  <a:pt x="1275566" y="1080293"/>
                  <a:pt x="1323975" y="1094723"/>
                  <a:pt x="1323975" y="1133573"/>
                </a:cubicBezTo>
                <a:cubicBezTo>
                  <a:pt x="1323975" y="1144077"/>
                  <a:pt x="1296406" y="1171575"/>
                  <a:pt x="1285875" y="1171575"/>
                </a:cubicBezTo>
                <a:cubicBezTo>
                  <a:pt x="1281384" y="1171575"/>
                  <a:pt x="1270975" y="1164839"/>
                  <a:pt x="1262742" y="1156607"/>
                </a:cubicBezTo>
                <a:close/>
                <a:moveTo>
                  <a:pt x="2331250" y="1164631"/>
                </a:moveTo>
                <a:cubicBezTo>
                  <a:pt x="2311147" y="1159834"/>
                  <a:pt x="2298656" y="1117165"/>
                  <a:pt x="2311427" y="1096918"/>
                </a:cubicBezTo>
                <a:cubicBezTo>
                  <a:pt x="2340543" y="1050759"/>
                  <a:pt x="2386012" y="1061356"/>
                  <a:pt x="2386012" y="1114301"/>
                </a:cubicBezTo>
                <a:cubicBezTo>
                  <a:pt x="2386012" y="1148238"/>
                  <a:pt x="2360566" y="1171625"/>
                  <a:pt x="2331250" y="1164631"/>
                </a:cubicBezTo>
                <a:close/>
                <a:moveTo>
                  <a:pt x="605863" y="1115558"/>
                </a:moveTo>
                <a:cubicBezTo>
                  <a:pt x="588617" y="1096501"/>
                  <a:pt x="591027" y="1066735"/>
                  <a:pt x="611932" y="1040606"/>
                </a:cubicBezTo>
                <a:cubicBezTo>
                  <a:pt x="627852" y="1020707"/>
                  <a:pt x="665064" y="1026797"/>
                  <a:pt x="681580" y="1052005"/>
                </a:cubicBezTo>
                <a:cubicBezTo>
                  <a:pt x="715126" y="1103202"/>
                  <a:pt x="646676" y="1160656"/>
                  <a:pt x="605863" y="1115558"/>
                </a:cubicBezTo>
                <a:close/>
                <a:moveTo>
                  <a:pt x="2016130" y="1085233"/>
                </a:moveTo>
                <a:cubicBezTo>
                  <a:pt x="2000472" y="1062879"/>
                  <a:pt x="2003486" y="1043134"/>
                  <a:pt x="2027378" y="1011522"/>
                </a:cubicBezTo>
                <a:cubicBezTo>
                  <a:pt x="2064477" y="962438"/>
                  <a:pt x="2125780" y="1028941"/>
                  <a:pt x="2091567" y="1081156"/>
                </a:cubicBezTo>
                <a:cubicBezTo>
                  <a:pt x="2072396" y="1110416"/>
                  <a:pt x="2035177" y="1112427"/>
                  <a:pt x="2016130" y="1085233"/>
                </a:cubicBezTo>
                <a:close/>
                <a:moveTo>
                  <a:pt x="3362325" y="1090612"/>
                </a:moveTo>
                <a:cubicBezTo>
                  <a:pt x="3346548" y="1071603"/>
                  <a:pt x="3367171" y="1071603"/>
                  <a:pt x="3400425" y="1090612"/>
                </a:cubicBezTo>
                <a:lnTo>
                  <a:pt x="3424237" y="1104224"/>
                </a:lnTo>
                <a:lnTo>
                  <a:pt x="3399210" y="1104562"/>
                </a:lnTo>
                <a:cubicBezTo>
                  <a:pt x="3385444" y="1104748"/>
                  <a:pt x="3368846" y="1098470"/>
                  <a:pt x="3362325" y="1090612"/>
                </a:cubicBezTo>
                <a:close/>
                <a:moveTo>
                  <a:pt x="2863738" y="1068431"/>
                </a:moveTo>
                <a:cubicBezTo>
                  <a:pt x="2855068" y="1058850"/>
                  <a:pt x="2848246" y="1038491"/>
                  <a:pt x="2848578" y="1023187"/>
                </a:cubicBezTo>
                <a:cubicBezTo>
                  <a:pt x="2849134" y="997589"/>
                  <a:pt x="2849853" y="997027"/>
                  <a:pt x="2857566" y="1016171"/>
                </a:cubicBezTo>
                <a:cubicBezTo>
                  <a:pt x="2867378" y="1040523"/>
                  <a:pt x="2894829" y="1057150"/>
                  <a:pt x="2925930" y="1057577"/>
                </a:cubicBezTo>
                <a:cubicBezTo>
                  <a:pt x="2947376" y="1057872"/>
                  <a:pt x="2947475" y="1058268"/>
                  <a:pt x="2929498" y="1071865"/>
                </a:cubicBezTo>
                <a:cubicBezTo>
                  <a:pt x="2904693" y="1090626"/>
                  <a:pt x="2882790" y="1089482"/>
                  <a:pt x="2863738" y="1068431"/>
                </a:cubicBezTo>
                <a:close/>
                <a:moveTo>
                  <a:pt x="1605642" y="1051832"/>
                </a:moveTo>
                <a:cubicBezTo>
                  <a:pt x="1587935" y="1034124"/>
                  <a:pt x="1587783" y="1032851"/>
                  <a:pt x="1600535" y="1009023"/>
                </a:cubicBezTo>
                <a:cubicBezTo>
                  <a:pt x="1618466" y="975518"/>
                  <a:pt x="1666875" y="989948"/>
                  <a:pt x="1666875" y="1028798"/>
                </a:cubicBezTo>
                <a:cubicBezTo>
                  <a:pt x="1666875" y="1039302"/>
                  <a:pt x="1639306" y="1066800"/>
                  <a:pt x="1628775" y="1066800"/>
                </a:cubicBezTo>
                <a:cubicBezTo>
                  <a:pt x="1624284" y="1066800"/>
                  <a:pt x="1613875" y="1060064"/>
                  <a:pt x="1605642" y="1051832"/>
                </a:cubicBezTo>
                <a:close/>
                <a:moveTo>
                  <a:pt x="844951" y="1051326"/>
                </a:moveTo>
                <a:cubicBezTo>
                  <a:pt x="832337" y="1038712"/>
                  <a:pt x="838131" y="1002189"/>
                  <a:pt x="853694" y="996217"/>
                </a:cubicBezTo>
                <a:cubicBezTo>
                  <a:pt x="874804" y="988116"/>
                  <a:pt x="896895" y="1008361"/>
                  <a:pt x="893428" y="1032629"/>
                </a:cubicBezTo>
                <a:cubicBezTo>
                  <a:pt x="890611" y="1052343"/>
                  <a:pt x="858394" y="1064769"/>
                  <a:pt x="844951" y="1051326"/>
                </a:cubicBezTo>
                <a:close/>
                <a:moveTo>
                  <a:pt x="2609997" y="1043165"/>
                </a:moveTo>
                <a:cubicBezTo>
                  <a:pt x="2600260" y="1031433"/>
                  <a:pt x="2599941" y="1022830"/>
                  <a:pt x="2608541" y="1003955"/>
                </a:cubicBezTo>
                <a:cubicBezTo>
                  <a:pt x="2621216" y="976136"/>
                  <a:pt x="2653736" y="975379"/>
                  <a:pt x="2670741" y="1002506"/>
                </a:cubicBezTo>
                <a:cubicBezTo>
                  <a:pt x="2692897" y="1037851"/>
                  <a:pt x="2636768" y="1075421"/>
                  <a:pt x="2609997" y="1043165"/>
                </a:cubicBezTo>
                <a:close/>
                <a:moveTo>
                  <a:pt x="1391029" y="1014870"/>
                </a:moveTo>
                <a:cubicBezTo>
                  <a:pt x="1365810" y="984482"/>
                  <a:pt x="1403020" y="936718"/>
                  <a:pt x="1432714" y="961362"/>
                </a:cubicBezTo>
                <a:cubicBezTo>
                  <a:pt x="1450632" y="976233"/>
                  <a:pt x="1452275" y="1001364"/>
                  <a:pt x="1436370" y="1017270"/>
                </a:cubicBezTo>
                <a:cubicBezTo>
                  <a:pt x="1421098" y="1032541"/>
                  <a:pt x="1404987" y="1031688"/>
                  <a:pt x="1391029" y="1014870"/>
                </a:cubicBezTo>
                <a:close/>
                <a:moveTo>
                  <a:pt x="1101725" y="1003300"/>
                </a:moveTo>
                <a:cubicBezTo>
                  <a:pt x="1090819" y="992394"/>
                  <a:pt x="1094786" y="954292"/>
                  <a:pt x="1107281" y="949934"/>
                </a:cubicBezTo>
                <a:cubicBezTo>
                  <a:pt x="1140062" y="938499"/>
                  <a:pt x="1160333" y="991435"/>
                  <a:pt x="1127933" y="1003868"/>
                </a:cubicBezTo>
                <a:cubicBezTo>
                  <a:pt x="1109277" y="1011027"/>
                  <a:pt x="1109456" y="1011031"/>
                  <a:pt x="1101725" y="1003300"/>
                </a:cubicBezTo>
                <a:close/>
                <a:moveTo>
                  <a:pt x="1762125" y="962025"/>
                </a:moveTo>
                <a:cubicBezTo>
                  <a:pt x="1721486" y="921386"/>
                  <a:pt x="1751226" y="847725"/>
                  <a:pt x="1808273" y="847725"/>
                </a:cubicBezTo>
                <a:cubicBezTo>
                  <a:pt x="1864325" y="847725"/>
                  <a:pt x="1887802" y="920017"/>
                  <a:pt x="1844854" y="960364"/>
                </a:cubicBezTo>
                <a:cubicBezTo>
                  <a:pt x="1817355" y="986198"/>
                  <a:pt x="1786909" y="986809"/>
                  <a:pt x="1762125" y="962025"/>
                </a:cubicBezTo>
                <a:close/>
                <a:moveTo>
                  <a:pt x="2250281" y="927141"/>
                </a:moveTo>
                <a:cubicBezTo>
                  <a:pt x="2232518" y="919974"/>
                  <a:pt x="2235409" y="867314"/>
                  <a:pt x="2253957" y="860197"/>
                </a:cubicBezTo>
                <a:cubicBezTo>
                  <a:pt x="2289749" y="846463"/>
                  <a:pt x="2317798" y="890765"/>
                  <a:pt x="2290557" y="918006"/>
                </a:cubicBezTo>
                <a:cubicBezTo>
                  <a:pt x="2274465" y="934098"/>
                  <a:pt x="2270020" y="935106"/>
                  <a:pt x="2250281" y="927141"/>
                </a:cubicBezTo>
                <a:close/>
                <a:moveTo>
                  <a:pt x="2441665" y="909006"/>
                </a:moveTo>
                <a:cubicBezTo>
                  <a:pt x="2401561" y="868902"/>
                  <a:pt x="2426388" y="800100"/>
                  <a:pt x="2480963" y="800100"/>
                </a:cubicBezTo>
                <a:cubicBezTo>
                  <a:pt x="2541810" y="800100"/>
                  <a:pt x="2566485" y="875631"/>
                  <a:pt x="2518077" y="913708"/>
                </a:cubicBezTo>
                <a:cubicBezTo>
                  <a:pt x="2485323" y="939473"/>
                  <a:pt x="2471267" y="938608"/>
                  <a:pt x="2441665" y="909006"/>
                </a:cubicBezTo>
                <a:close/>
                <a:moveTo>
                  <a:pt x="723618" y="899773"/>
                </a:moveTo>
                <a:cubicBezTo>
                  <a:pt x="706312" y="878920"/>
                  <a:pt x="723023" y="852487"/>
                  <a:pt x="753513" y="852487"/>
                </a:cubicBezTo>
                <a:cubicBezTo>
                  <a:pt x="772467" y="852487"/>
                  <a:pt x="776287" y="857279"/>
                  <a:pt x="776287" y="881062"/>
                </a:cubicBezTo>
                <a:cubicBezTo>
                  <a:pt x="776287" y="914515"/>
                  <a:pt x="745060" y="925609"/>
                  <a:pt x="723618" y="899773"/>
                </a:cubicBezTo>
                <a:close/>
                <a:moveTo>
                  <a:pt x="925397" y="889594"/>
                </a:moveTo>
                <a:cubicBezTo>
                  <a:pt x="892452" y="866518"/>
                  <a:pt x="911613" y="790575"/>
                  <a:pt x="950380" y="790575"/>
                </a:cubicBezTo>
                <a:cubicBezTo>
                  <a:pt x="969006" y="790575"/>
                  <a:pt x="1000110" y="822274"/>
                  <a:pt x="999979" y="841121"/>
                </a:cubicBezTo>
                <a:cubicBezTo>
                  <a:pt x="999672" y="885017"/>
                  <a:pt x="957757" y="912259"/>
                  <a:pt x="925397" y="889594"/>
                </a:cubicBezTo>
                <a:close/>
                <a:moveTo>
                  <a:pt x="1230630" y="883920"/>
                </a:moveTo>
                <a:cubicBezTo>
                  <a:pt x="1202576" y="855866"/>
                  <a:pt x="1223489" y="800100"/>
                  <a:pt x="1262062" y="800100"/>
                </a:cubicBezTo>
                <a:cubicBezTo>
                  <a:pt x="1287986" y="800100"/>
                  <a:pt x="1304925" y="817522"/>
                  <a:pt x="1304925" y="844187"/>
                </a:cubicBezTo>
                <a:cubicBezTo>
                  <a:pt x="1304925" y="884814"/>
                  <a:pt x="1257100" y="910390"/>
                  <a:pt x="1230630" y="883920"/>
                </a:cubicBezTo>
                <a:close/>
                <a:moveTo>
                  <a:pt x="552580" y="840581"/>
                </a:moveTo>
                <a:cubicBezTo>
                  <a:pt x="552852" y="765836"/>
                  <a:pt x="571138" y="743812"/>
                  <a:pt x="603361" y="779418"/>
                </a:cubicBezTo>
                <a:cubicBezTo>
                  <a:pt x="635012" y="814393"/>
                  <a:pt x="614218" y="876300"/>
                  <a:pt x="570819" y="876300"/>
                </a:cubicBezTo>
                <a:cubicBezTo>
                  <a:pt x="555919" y="876300"/>
                  <a:pt x="552474" y="869553"/>
                  <a:pt x="552580" y="840581"/>
                </a:cubicBezTo>
                <a:close/>
                <a:moveTo>
                  <a:pt x="2758998" y="852991"/>
                </a:moveTo>
                <a:cubicBezTo>
                  <a:pt x="2749848" y="829146"/>
                  <a:pt x="2762826" y="808354"/>
                  <a:pt x="2784893" y="811502"/>
                </a:cubicBezTo>
                <a:cubicBezTo>
                  <a:pt x="2799341" y="813564"/>
                  <a:pt x="2805112" y="821184"/>
                  <a:pt x="2805112" y="838200"/>
                </a:cubicBezTo>
                <a:cubicBezTo>
                  <a:pt x="2805112" y="865952"/>
                  <a:pt x="2768481" y="877702"/>
                  <a:pt x="2758998" y="852991"/>
                </a:cubicBezTo>
                <a:close/>
                <a:moveTo>
                  <a:pt x="2049780" y="845820"/>
                </a:moveTo>
                <a:cubicBezTo>
                  <a:pt x="2024364" y="820404"/>
                  <a:pt x="2053904" y="777436"/>
                  <a:pt x="2081212" y="800100"/>
                </a:cubicBezTo>
                <a:cubicBezTo>
                  <a:pt x="2099924" y="815629"/>
                  <a:pt x="2099491" y="844155"/>
                  <a:pt x="2080433" y="851468"/>
                </a:cubicBezTo>
                <a:cubicBezTo>
                  <a:pt x="2061250" y="858829"/>
                  <a:pt x="2063137" y="859177"/>
                  <a:pt x="2049780" y="845820"/>
                </a:cubicBezTo>
                <a:close/>
                <a:moveTo>
                  <a:pt x="1505641" y="794052"/>
                </a:moveTo>
                <a:cubicBezTo>
                  <a:pt x="1482770" y="764977"/>
                  <a:pt x="1482262" y="761355"/>
                  <a:pt x="1496620" y="729843"/>
                </a:cubicBezTo>
                <a:cubicBezTo>
                  <a:pt x="1520157" y="678184"/>
                  <a:pt x="1600200" y="695842"/>
                  <a:pt x="1600200" y="752694"/>
                </a:cubicBezTo>
                <a:cubicBezTo>
                  <a:pt x="1600200" y="812187"/>
                  <a:pt x="1540459" y="838316"/>
                  <a:pt x="1505641" y="794052"/>
                </a:cubicBezTo>
                <a:close/>
                <a:moveTo>
                  <a:pt x="1835150" y="746125"/>
                </a:moveTo>
                <a:cubicBezTo>
                  <a:pt x="1823830" y="734805"/>
                  <a:pt x="1828427" y="697966"/>
                  <a:pt x="1842630" y="686179"/>
                </a:cubicBezTo>
                <a:cubicBezTo>
                  <a:pt x="1873249" y="660767"/>
                  <a:pt x="1914293" y="698261"/>
                  <a:pt x="1895105" y="734115"/>
                </a:cubicBezTo>
                <a:cubicBezTo>
                  <a:pt x="1885651" y="751779"/>
                  <a:pt x="1848289" y="759264"/>
                  <a:pt x="1835150" y="746125"/>
                </a:cubicBezTo>
                <a:close/>
                <a:moveTo>
                  <a:pt x="1068705" y="731520"/>
                </a:moveTo>
                <a:cubicBezTo>
                  <a:pt x="1044780" y="707595"/>
                  <a:pt x="1062589" y="666750"/>
                  <a:pt x="1096944" y="666750"/>
                </a:cubicBezTo>
                <a:cubicBezTo>
                  <a:pt x="1111112" y="666750"/>
                  <a:pt x="1133475" y="692189"/>
                  <a:pt x="1133475" y="708305"/>
                </a:cubicBezTo>
                <a:cubicBezTo>
                  <a:pt x="1133475" y="733140"/>
                  <a:pt x="1086986" y="749801"/>
                  <a:pt x="1068705" y="731520"/>
                </a:cubicBezTo>
                <a:close/>
                <a:moveTo>
                  <a:pt x="2181329" y="714570"/>
                </a:moveTo>
                <a:cubicBezTo>
                  <a:pt x="2166169" y="686244"/>
                  <a:pt x="2179003" y="650322"/>
                  <a:pt x="2206774" y="643352"/>
                </a:cubicBezTo>
                <a:cubicBezTo>
                  <a:pt x="2248939" y="632770"/>
                  <a:pt x="2276789" y="677037"/>
                  <a:pt x="2251069" y="713758"/>
                </a:cubicBezTo>
                <a:cubicBezTo>
                  <a:pt x="2233494" y="738850"/>
                  <a:pt x="2194566" y="739303"/>
                  <a:pt x="2181329" y="714570"/>
                </a:cubicBezTo>
                <a:close/>
                <a:moveTo>
                  <a:pt x="796017" y="689882"/>
                </a:moveTo>
                <a:cubicBezTo>
                  <a:pt x="766917" y="660781"/>
                  <a:pt x="785969" y="638731"/>
                  <a:pt x="840581" y="638305"/>
                </a:cubicBezTo>
                <a:cubicBezTo>
                  <a:pt x="864044" y="638121"/>
                  <a:pt x="862679" y="682223"/>
                  <a:pt x="838826" y="694989"/>
                </a:cubicBezTo>
                <a:cubicBezTo>
                  <a:pt x="814998" y="707741"/>
                  <a:pt x="813725" y="707589"/>
                  <a:pt x="796017" y="689882"/>
                </a:cubicBezTo>
                <a:close/>
                <a:moveTo>
                  <a:pt x="2623075" y="691230"/>
                </a:moveTo>
                <a:cubicBezTo>
                  <a:pt x="2613592" y="666516"/>
                  <a:pt x="2626884" y="646089"/>
                  <a:pt x="2650288" y="649413"/>
                </a:cubicBezTo>
                <a:cubicBezTo>
                  <a:pt x="2666030" y="651648"/>
                  <a:pt x="2671762" y="658818"/>
                  <a:pt x="2671762" y="676275"/>
                </a:cubicBezTo>
                <a:cubicBezTo>
                  <a:pt x="2671762" y="704391"/>
                  <a:pt x="2632727" y="716382"/>
                  <a:pt x="2623075" y="691230"/>
                </a:cubicBezTo>
                <a:close/>
                <a:moveTo>
                  <a:pt x="1266825" y="657225"/>
                </a:moveTo>
                <a:cubicBezTo>
                  <a:pt x="1243994" y="634394"/>
                  <a:pt x="1242122" y="597563"/>
                  <a:pt x="1262742" y="576942"/>
                </a:cubicBezTo>
                <a:cubicBezTo>
                  <a:pt x="1280413" y="559272"/>
                  <a:pt x="1334341" y="557101"/>
                  <a:pt x="1350645" y="573404"/>
                </a:cubicBezTo>
                <a:cubicBezTo>
                  <a:pt x="1380689" y="603449"/>
                  <a:pt x="1348323" y="676275"/>
                  <a:pt x="1304925" y="676275"/>
                </a:cubicBezTo>
                <a:cubicBezTo>
                  <a:pt x="1294447" y="676275"/>
                  <a:pt x="1277302" y="667702"/>
                  <a:pt x="1266825" y="657225"/>
                </a:cubicBezTo>
                <a:close/>
                <a:moveTo>
                  <a:pt x="2362200" y="638175"/>
                </a:moveTo>
                <a:cubicBezTo>
                  <a:pt x="2320458" y="596433"/>
                  <a:pt x="2354661" y="579499"/>
                  <a:pt x="2441687" y="598820"/>
                </a:cubicBezTo>
                <a:lnTo>
                  <a:pt x="2468788" y="604837"/>
                </a:lnTo>
                <a:lnTo>
                  <a:pt x="2448140" y="631031"/>
                </a:lnTo>
                <a:cubicBezTo>
                  <a:pt x="2423505" y="662282"/>
                  <a:pt x="2389162" y="665137"/>
                  <a:pt x="2362200" y="638175"/>
                </a:cubicBezTo>
                <a:close/>
                <a:moveTo>
                  <a:pt x="1675927" y="613793"/>
                </a:moveTo>
                <a:cubicBezTo>
                  <a:pt x="1655099" y="588696"/>
                  <a:pt x="1675571" y="547687"/>
                  <a:pt x="1708928" y="547687"/>
                </a:cubicBezTo>
                <a:cubicBezTo>
                  <a:pt x="1744834" y="547687"/>
                  <a:pt x="1760049" y="571386"/>
                  <a:pt x="1745145" y="604097"/>
                </a:cubicBezTo>
                <a:cubicBezTo>
                  <a:pt x="1732275" y="632342"/>
                  <a:pt x="1695587" y="637481"/>
                  <a:pt x="1675927" y="613793"/>
                </a:cubicBezTo>
                <a:close/>
                <a:moveTo>
                  <a:pt x="1969293" y="618362"/>
                </a:moveTo>
                <a:cubicBezTo>
                  <a:pt x="1936177" y="599073"/>
                  <a:pt x="1959052" y="546828"/>
                  <a:pt x="1997411" y="554142"/>
                </a:cubicBezTo>
                <a:cubicBezTo>
                  <a:pt x="2017948" y="558057"/>
                  <a:pt x="2025325" y="595625"/>
                  <a:pt x="2009339" y="614886"/>
                </a:cubicBezTo>
                <a:cubicBezTo>
                  <a:pt x="1995975" y="630990"/>
                  <a:pt x="1991623" y="631367"/>
                  <a:pt x="1969293" y="618362"/>
                </a:cubicBezTo>
                <a:close/>
              </a:path>
            </a:pathLst>
          </a:custGeom>
          <a:solidFill>
            <a:srgbClr val="7A1732">
              <a:alpha val="80000"/>
            </a:srgbClr>
          </a:solidFill>
          <a:ln>
            <a:noFill/>
          </a:ln>
        </p:spPr>
      </p:sp>
      <p:sp>
        <p:nvSpPr>
          <p:cNvPr id="8" name="cross"/>
          <p:cNvSpPr/>
          <p:nvPr/>
        </p:nvSpPr>
        <p:spPr>
          <a:xfrm rot="-300000">
            <a:off x="6096000" y="6419850"/>
            <a:ext cx="2857500" cy="2781300"/>
          </a:xfrm>
          <a:custGeom>
            <a:avLst/>
            <a:gdLst/>
            <a:ahLst/>
            <a:cxnLst/>
            <a:rect l="0" t="0" r="r" b="b"/>
            <a:pathLst>
              <a:path w="2857500" h="2781300">
                <a:moveTo>
                  <a:pt x="251951" y="2764000"/>
                </a:moveTo>
                <a:cubicBezTo>
                  <a:pt x="229518" y="2749951"/>
                  <a:pt x="223282" y="2739561"/>
                  <a:pt x="224529" y="2718314"/>
                </a:cubicBezTo>
                <a:cubicBezTo>
                  <a:pt x="227257" y="2671834"/>
                  <a:pt x="228141" y="2668819"/>
                  <a:pt x="243567" y="2653392"/>
                </a:cubicBezTo>
                <a:cubicBezTo>
                  <a:pt x="251800" y="2645160"/>
                  <a:pt x="254249" y="2638425"/>
                  <a:pt x="249010" y="2638425"/>
                </a:cubicBezTo>
                <a:cubicBezTo>
                  <a:pt x="243771" y="2638425"/>
                  <a:pt x="231995" y="2645925"/>
                  <a:pt x="222840" y="2655093"/>
                </a:cubicBezTo>
                <a:cubicBezTo>
                  <a:pt x="213685" y="2664261"/>
                  <a:pt x="199449" y="2672802"/>
                  <a:pt x="191204" y="2674073"/>
                </a:cubicBezTo>
                <a:cubicBezTo>
                  <a:pt x="182958" y="2675344"/>
                  <a:pt x="162918" y="2678952"/>
                  <a:pt x="146669" y="2682090"/>
                </a:cubicBezTo>
                <a:cubicBezTo>
                  <a:pt x="97968" y="2691497"/>
                  <a:pt x="54052" y="2631432"/>
                  <a:pt x="62683" y="2567218"/>
                </a:cubicBezTo>
                <a:cubicBezTo>
                  <a:pt x="66187" y="2541151"/>
                  <a:pt x="75222" y="2510409"/>
                  <a:pt x="82761" y="2498904"/>
                </a:cubicBezTo>
                <a:cubicBezTo>
                  <a:pt x="95405" y="2479606"/>
                  <a:pt x="94809" y="2477742"/>
                  <a:pt x="75069" y="2474861"/>
                </a:cubicBezTo>
                <a:cubicBezTo>
                  <a:pt x="40104" y="2469757"/>
                  <a:pt x="32676" y="2421290"/>
                  <a:pt x="62145" y="2390531"/>
                </a:cubicBezTo>
                <a:cubicBezTo>
                  <a:pt x="79659" y="2372251"/>
                  <a:pt x="82923" y="2363208"/>
                  <a:pt x="74903" y="2355188"/>
                </a:cubicBezTo>
                <a:cubicBezTo>
                  <a:pt x="57028" y="2337313"/>
                  <a:pt x="162258" y="2179121"/>
                  <a:pt x="277216" y="2051053"/>
                </a:cubicBezTo>
                <a:cubicBezTo>
                  <a:pt x="347284" y="1972995"/>
                  <a:pt x="693552" y="1602529"/>
                  <a:pt x="789480" y="1502991"/>
                </a:cubicBezTo>
                <a:lnTo>
                  <a:pt x="869394" y="1420070"/>
                </a:lnTo>
                <a:lnTo>
                  <a:pt x="779978" y="1326433"/>
                </a:lnTo>
                <a:cubicBezTo>
                  <a:pt x="730799" y="1274932"/>
                  <a:pt x="666988" y="1206913"/>
                  <a:pt x="638175" y="1175279"/>
                </a:cubicBezTo>
                <a:cubicBezTo>
                  <a:pt x="609361" y="1143646"/>
                  <a:pt x="575071" y="1109325"/>
                  <a:pt x="561975" y="1099010"/>
                </a:cubicBezTo>
                <a:cubicBezTo>
                  <a:pt x="519683" y="1065702"/>
                  <a:pt x="313140" y="841797"/>
                  <a:pt x="241155" y="751220"/>
                </a:cubicBezTo>
                <a:cubicBezTo>
                  <a:pt x="215914" y="719460"/>
                  <a:pt x="167951" y="660892"/>
                  <a:pt x="134571" y="621070"/>
                </a:cubicBezTo>
                <a:cubicBezTo>
                  <a:pt x="38372" y="506301"/>
                  <a:pt x="7440" y="454557"/>
                  <a:pt x="3536" y="401864"/>
                </a:cubicBezTo>
                <a:cubicBezTo>
                  <a:pt x="-358" y="349307"/>
                  <a:pt x="24587" y="309998"/>
                  <a:pt x="54836" y="321027"/>
                </a:cubicBezTo>
                <a:cubicBezTo>
                  <a:pt x="69989" y="326552"/>
                  <a:pt x="69903" y="325331"/>
                  <a:pt x="53843" y="307023"/>
                </a:cubicBezTo>
                <a:cubicBezTo>
                  <a:pt x="-1638" y="243777"/>
                  <a:pt x="83032" y="119000"/>
                  <a:pt x="169673" y="136328"/>
                </a:cubicBezTo>
                <a:cubicBezTo>
                  <a:pt x="204280" y="143249"/>
                  <a:pt x="213887" y="136029"/>
                  <a:pt x="228107" y="92416"/>
                </a:cubicBezTo>
                <a:cubicBezTo>
                  <a:pt x="246492" y="36029"/>
                  <a:pt x="291923" y="11572"/>
                  <a:pt x="389137" y="5731"/>
                </a:cubicBezTo>
                <a:cubicBezTo>
                  <a:pt x="481736" y="166"/>
                  <a:pt x="523316" y="12615"/>
                  <a:pt x="590450" y="66004"/>
                </a:cubicBezTo>
                <a:cubicBezTo>
                  <a:pt x="654684" y="117087"/>
                  <a:pt x="784087" y="248032"/>
                  <a:pt x="897028" y="376237"/>
                </a:cubicBezTo>
                <a:cubicBezTo>
                  <a:pt x="952409" y="439102"/>
                  <a:pt x="1050768" y="541730"/>
                  <a:pt x="1115604" y="604299"/>
                </a:cubicBezTo>
                <a:cubicBezTo>
                  <a:pt x="1180439" y="666868"/>
                  <a:pt x="1272975" y="756440"/>
                  <a:pt x="1321237" y="803348"/>
                </a:cubicBezTo>
                <a:lnTo>
                  <a:pt x="1408987" y="888635"/>
                </a:lnTo>
                <a:lnTo>
                  <a:pt x="1526025" y="780071"/>
                </a:lnTo>
                <a:cubicBezTo>
                  <a:pt x="1710642" y="608820"/>
                  <a:pt x="1857325" y="481252"/>
                  <a:pt x="1869763" y="481127"/>
                </a:cubicBezTo>
                <a:cubicBezTo>
                  <a:pt x="1876046" y="481064"/>
                  <a:pt x="1913334" y="450414"/>
                  <a:pt x="1952625" y="413017"/>
                </a:cubicBezTo>
                <a:cubicBezTo>
                  <a:pt x="2155799" y="219635"/>
                  <a:pt x="2418238" y="30843"/>
                  <a:pt x="2507041" y="14183"/>
                </a:cubicBezTo>
                <a:cubicBezTo>
                  <a:pt x="2565819" y="3156"/>
                  <a:pt x="2603417" y="38938"/>
                  <a:pt x="2564606" y="68966"/>
                </a:cubicBezTo>
                <a:cubicBezTo>
                  <a:pt x="2525264" y="99405"/>
                  <a:pt x="2424271" y="212981"/>
                  <a:pt x="2459195" y="187511"/>
                </a:cubicBezTo>
                <a:cubicBezTo>
                  <a:pt x="2478491" y="173438"/>
                  <a:pt x="2505027" y="161925"/>
                  <a:pt x="2518164" y="161925"/>
                </a:cubicBezTo>
                <a:cubicBezTo>
                  <a:pt x="2531302" y="161925"/>
                  <a:pt x="2544706" y="157627"/>
                  <a:pt x="2547953" y="152374"/>
                </a:cubicBezTo>
                <a:cubicBezTo>
                  <a:pt x="2553575" y="143277"/>
                  <a:pt x="2596270" y="122518"/>
                  <a:pt x="2665332" y="95302"/>
                </a:cubicBezTo>
                <a:cubicBezTo>
                  <a:pt x="2695034" y="83598"/>
                  <a:pt x="2698585" y="84411"/>
                  <a:pt x="2722482" y="108392"/>
                </a:cubicBezTo>
                <a:lnTo>
                  <a:pt x="2747962" y="133963"/>
                </a:lnTo>
                <a:lnTo>
                  <a:pt x="2709862" y="167720"/>
                </a:lnTo>
                <a:cubicBezTo>
                  <a:pt x="2688907" y="186287"/>
                  <a:pt x="2682360" y="194722"/>
                  <a:pt x="2695313" y="186464"/>
                </a:cubicBezTo>
                <a:cubicBezTo>
                  <a:pt x="2747610" y="153122"/>
                  <a:pt x="2746833" y="176650"/>
                  <a:pt x="2693733" y="234256"/>
                </a:cubicBezTo>
                <a:cubicBezTo>
                  <a:pt x="2661370" y="269367"/>
                  <a:pt x="2656400" y="279282"/>
                  <a:pt x="2667540" y="286521"/>
                </a:cubicBezTo>
                <a:cubicBezTo>
                  <a:pt x="2678593" y="293705"/>
                  <a:pt x="2673227" y="303090"/>
                  <a:pt x="2640162" y="334409"/>
                </a:cubicBezTo>
                <a:cubicBezTo>
                  <a:pt x="2583994" y="387613"/>
                  <a:pt x="2593931" y="389162"/>
                  <a:pt x="2656750" y="336996"/>
                </a:cubicBezTo>
                <a:cubicBezTo>
                  <a:pt x="2749178" y="260240"/>
                  <a:pt x="2795097" y="242368"/>
                  <a:pt x="2826131" y="271072"/>
                </a:cubicBezTo>
                <a:lnTo>
                  <a:pt x="2847150" y="290512"/>
                </a:lnTo>
                <a:lnTo>
                  <a:pt x="2803787" y="334629"/>
                </a:lnTo>
                <a:cubicBezTo>
                  <a:pt x="2751112" y="388219"/>
                  <a:pt x="2763767" y="406314"/>
                  <a:pt x="2819014" y="356402"/>
                </a:cubicBezTo>
                <a:cubicBezTo>
                  <a:pt x="2851836" y="326750"/>
                  <a:pt x="2857499" y="324388"/>
                  <a:pt x="2857499" y="340358"/>
                </a:cubicBezTo>
                <a:cubicBezTo>
                  <a:pt x="2857499" y="384001"/>
                  <a:pt x="2702332" y="559411"/>
                  <a:pt x="2308425" y="961065"/>
                </a:cubicBezTo>
                <a:cubicBezTo>
                  <a:pt x="2187171" y="1084703"/>
                  <a:pt x="2089301" y="1187291"/>
                  <a:pt x="2090937" y="1189037"/>
                </a:cubicBezTo>
                <a:cubicBezTo>
                  <a:pt x="2094615" y="1192962"/>
                  <a:pt x="2096582" y="1191099"/>
                  <a:pt x="2282888" y="1007268"/>
                </a:cubicBezTo>
                <a:cubicBezTo>
                  <a:pt x="2421781" y="870221"/>
                  <a:pt x="2457450" y="841352"/>
                  <a:pt x="2457450" y="865984"/>
                </a:cubicBezTo>
                <a:cubicBezTo>
                  <a:pt x="2457450" y="870787"/>
                  <a:pt x="2370724" y="957584"/>
                  <a:pt x="2264725" y="1058865"/>
                </a:cubicBezTo>
                <a:cubicBezTo>
                  <a:pt x="2158727" y="1160146"/>
                  <a:pt x="2035719" y="1277974"/>
                  <a:pt x="1991373" y="1320705"/>
                </a:cubicBezTo>
                <a:lnTo>
                  <a:pt x="1910745" y="1398398"/>
                </a:lnTo>
                <a:lnTo>
                  <a:pt x="2091229" y="1578673"/>
                </a:lnTo>
                <a:cubicBezTo>
                  <a:pt x="2413391" y="1900463"/>
                  <a:pt x="2571438" y="2071278"/>
                  <a:pt x="2571630" y="2097881"/>
                </a:cubicBezTo>
                <a:cubicBezTo>
                  <a:pt x="2571815" y="2123622"/>
                  <a:pt x="2568998" y="2121375"/>
                  <a:pt x="2460144" y="2008959"/>
                </a:cubicBezTo>
                <a:cubicBezTo>
                  <a:pt x="2403910" y="1950884"/>
                  <a:pt x="2349223" y="1898766"/>
                  <a:pt x="2338618" y="1893141"/>
                </a:cubicBezTo>
                <a:cubicBezTo>
                  <a:pt x="2328014" y="1887517"/>
                  <a:pt x="2377201" y="1943959"/>
                  <a:pt x="2447925" y="2018569"/>
                </a:cubicBezTo>
                <a:cubicBezTo>
                  <a:pt x="2652097" y="2233962"/>
                  <a:pt x="2702559" y="2295568"/>
                  <a:pt x="2690628" y="2314872"/>
                </a:cubicBezTo>
                <a:cubicBezTo>
                  <a:pt x="2686216" y="2322011"/>
                  <a:pt x="2676507" y="2318455"/>
                  <a:pt x="2661232" y="2304105"/>
                </a:cubicBezTo>
                <a:cubicBezTo>
                  <a:pt x="2625554" y="2270587"/>
                  <a:pt x="2634514" y="2298101"/>
                  <a:pt x="2671769" y="2336461"/>
                </a:cubicBezTo>
                <a:cubicBezTo>
                  <a:pt x="2711268" y="2377132"/>
                  <a:pt x="2705500" y="2407831"/>
                  <a:pt x="2654763" y="2426982"/>
                </a:cubicBezTo>
                <a:cubicBezTo>
                  <a:pt x="2628212" y="2437004"/>
                  <a:pt x="2620838" y="2435596"/>
                  <a:pt x="2588785" y="2414385"/>
                </a:cubicBezTo>
                <a:cubicBezTo>
                  <a:pt x="2549722" y="2388534"/>
                  <a:pt x="2543657" y="2392676"/>
                  <a:pt x="2568546" y="2428210"/>
                </a:cubicBezTo>
                <a:cubicBezTo>
                  <a:pt x="2606827" y="2482863"/>
                  <a:pt x="2626743" y="2537291"/>
                  <a:pt x="2615748" y="2557203"/>
                </a:cubicBezTo>
                <a:cubicBezTo>
                  <a:pt x="2594329" y="2595996"/>
                  <a:pt x="2578053" y="2610111"/>
                  <a:pt x="2560986" y="2604694"/>
                </a:cubicBezTo>
                <a:cubicBezTo>
                  <a:pt x="2551586" y="2601710"/>
                  <a:pt x="2534886" y="2604090"/>
                  <a:pt x="2523875" y="2609983"/>
                </a:cubicBezTo>
                <a:cubicBezTo>
                  <a:pt x="2508860" y="2618019"/>
                  <a:pt x="2500438" y="2617859"/>
                  <a:pt x="2490178" y="2609344"/>
                </a:cubicBezTo>
                <a:cubicBezTo>
                  <a:pt x="2471637" y="2593956"/>
                  <a:pt x="2472795" y="2609018"/>
                  <a:pt x="2491764" y="2629980"/>
                </a:cubicBezTo>
                <a:cubicBezTo>
                  <a:pt x="2514152" y="2654718"/>
                  <a:pt x="2497547" y="2695946"/>
                  <a:pt x="2456080" y="2718576"/>
                </a:cubicBezTo>
                <a:lnTo>
                  <a:pt x="2422658" y="2736815"/>
                </a:lnTo>
                <a:lnTo>
                  <a:pt x="2363854" y="2707430"/>
                </a:lnTo>
                <a:cubicBezTo>
                  <a:pt x="2321059" y="2686045"/>
                  <a:pt x="2305050" y="2681678"/>
                  <a:pt x="2305050" y="2691391"/>
                </a:cubicBezTo>
                <a:cubicBezTo>
                  <a:pt x="2305049" y="2716170"/>
                  <a:pt x="2262530" y="2716642"/>
                  <a:pt x="2207872" y="2692470"/>
                </a:cubicBezTo>
                <a:cubicBezTo>
                  <a:pt x="2085164" y="2638202"/>
                  <a:pt x="2009761" y="2573523"/>
                  <a:pt x="1637381" y="2203108"/>
                </a:cubicBezTo>
                <a:lnTo>
                  <a:pt x="1357751" y="1924954"/>
                </a:lnTo>
                <a:lnTo>
                  <a:pt x="1284806" y="1995939"/>
                </a:lnTo>
                <a:cubicBezTo>
                  <a:pt x="1212237" y="2066559"/>
                  <a:pt x="1193134" y="2079897"/>
                  <a:pt x="1203594" y="2052637"/>
                </a:cubicBezTo>
                <a:cubicBezTo>
                  <a:pt x="1211234" y="2032728"/>
                  <a:pt x="1196793" y="2034796"/>
                  <a:pt x="1177231" y="2056412"/>
                </a:cubicBezTo>
                <a:cubicBezTo>
                  <a:pt x="1164496" y="2070484"/>
                  <a:pt x="1163643" y="2075630"/>
                  <a:pt x="1173373" y="2079706"/>
                </a:cubicBezTo>
                <a:cubicBezTo>
                  <a:pt x="1181430" y="2083082"/>
                  <a:pt x="1158895" y="2110688"/>
                  <a:pt x="1109865" y="2157503"/>
                </a:cubicBezTo>
                <a:cubicBezTo>
                  <a:pt x="1037407" y="2226688"/>
                  <a:pt x="996571" y="2241662"/>
                  <a:pt x="1053753" y="2178078"/>
                </a:cubicBezTo>
                <a:cubicBezTo>
                  <a:pt x="1068687" y="2161473"/>
                  <a:pt x="1060586" y="2166996"/>
                  <a:pt x="1035752" y="2190351"/>
                </a:cubicBezTo>
                <a:cubicBezTo>
                  <a:pt x="986375" y="2236789"/>
                  <a:pt x="983700" y="2240424"/>
                  <a:pt x="1004887" y="2232294"/>
                </a:cubicBezTo>
                <a:cubicBezTo>
                  <a:pt x="1037094" y="2219935"/>
                  <a:pt x="1015007" y="2250164"/>
                  <a:pt x="945356" y="2313771"/>
                </a:cubicBezTo>
                <a:cubicBezTo>
                  <a:pt x="904755" y="2350848"/>
                  <a:pt x="863783" y="2381199"/>
                  <a:pt x="854306" y="2381217"/>
                </a:cubicBezTo>
                <a:cubicBezTo>
                  <a:pt x="844829" y="2381235"/>
                  <a:pt x="839504" y="2385179"/>
                  <a:pt x="842472" y="2389981"/>
                </a:cubicBezTo>
                <a:cubicBezTo>
                  <a:pt x="845440" y="2394784"/>
                  <a:pt x="808188" y="2437413"/>
                  <a:pt x="759690" y="2484711"/>
                </a:cubicBezTo>
                <a:cubicBezTo>
                  <a:pt x="587707" y="2652442"/>
                  <a:pt x="428588" y="2772457"/>
                  <a:pt x="404593" y="2752542"/>
                </a:cubicBezTo>
                <a:cubicBezTo>
                  <a:pt x="397892" y="2746981"/>
                  <a:pt x="386783" y="2748789"/>
                  <a:pt x="374414" y="2757453"/>
                </a:cubicBezTo>
                <a:cubicBezTo>
                  <a:pt x="340222" y="2781402"/>
                  <a:pt x="284495" y="2784381"/>
                  <a:pt x="251951" y="2764000"/>
                </a:cubicBezTo>
                <a:close/>
                <a:moveTo>
                  <a:pt x="1795268" y="2245518"/>
                </a:moveTo>
                <a:cubicBezTo>
                  <a:pt x="1695382" y="2140773"/>
                  <a:pt x="1626147" y="2073447"/>
                  <a:pt x="1630219" y="2085023"/>
                </a:cubicBezTo>
                <a:cubicBezTo>
                  <a:pt x="1635647" y="2100452"/>
                  <a:pt x="1851845" y="2323967"/>
                  <a:pt x="1861408" y="2324036"/>
                </a:cubicBezTo>
                <a:cubicBezTo>
                  <a:pt x="1866245" y="2324071"/>
                  <a:pt x="1836482" y="2288738"/>
                  <a:pt x="1795268" y="2245518"/>
                </a:cubicBezTo>
                <a:close/>
                <a:moveTo>
                  <a:pt x="652191" y="1752246"/>
                </a:moveTo>
                <a:cubicBezTo>
                  <a:pt x="662519" y="1739344"/>
                  <a:pt x="650370" y="1748075"/>
                  <a:pt x="625192" y="1771650"/>
                </a:cubicBezTo>
                <a:cubicBezTo>
                  <a:pt x="550873" y="1841235"/>
                  <a:pt x="431767" y="1964692"/>
                  <a:pt x="409243" y="1995487"/>
                </a:cubicBezTo>
                <a:cubicBezTo>
                  <a:pt x="387266" y="2025533"/>
                  <a:pt x="619764" y="1792756"/>
                  <a:pt x="652191" y="1752246"/>
                </a:cubicBezTo>
                <a:close/>
                <a:moveTo>
                  <a:pt x="1341183" y="925275"/>
                </a:moveTo>
                <a:cubicBezTo>
                  <a:pt x="1320242" y="895494"/>
                  <a:pt x="1123317" y="692782"/>
                  <a:pt x="1119265" y="696834"/>
                </a:cubicBezTo>
                <a:cubicBezTo>
                  <a:pt x="1114437" y="701662"/>
                  <a:pt x="1335613" y="941007"/>
                  <a:pt x="1345946" y="942136"/>
                </a:cubicBezTo>
                <a:cubicBezTo>
                  <a:pt x="1350172" y="942597"/>
                  <a:pt x="1348029" y="935010"/>
                  <a:pt x="1341183" y="925275"/>
                </a:cubicBezTo>
                <a:close/>
                <a:moveTo>
                  <a:pt x="2447925" y="732526"/>
                </a:moveTo>
                <a:cubicBezTo>
                  <a:pt x="2518648" y="664322"/>
                  <a:pt x="2567940" y="613034"/>
                  <a:pt x="2557462" y="618554"/>
                </a:cubicBezTo>
                <a:cubicBezTo>
                  <a:pt x="2531521" y="632221"/>
                  <a:pt x="2297867" y="856909"/>
                  <a:pt x="2309812" y="856701"/>
                </a:cubicBezTo>
                <a:cubicBezTo>
                  <a:pt x="2315051" y="856610"/>
                  <a:pt x="2377201" y="800731"/>
                  <a:pt x="2447925" y="732526"/>
                </a:cubicBezTo>
                <a:close/>
                <a:moveTo>
                  <a:pt x="2466975" y="837047"/>
                </a:moveTo>
                <a:cubicBezTo>
                  <a:pt x="2466975" y="831174"/>
                  <a:pt x="2515321" y="776524"/>
                  <a:pt x="2574412" y="715603"/>
                </a:cubicBezTo>
                <a:cubicBezTo>
                  <a:pt x="2633503" y="654682"/>
                  <a:pt x="2700359" y="582311"/>
                  <a:pt x="2722980" y="554779"/>
                </a:cubicBezTo>
                <a:cubicBezTo>
                  <a:pt x="2760044" y="509670"/>
                  <a:pt x="2801976" y="484226"/>
                  <a:pt x="2816052" y="498302"/>
                </a:cubicBezTo>
                <a:cubicBezTo>
                  <a:pt x="2827489" y="509739"/>
                  <a:pt x="2717265" y="629717"/>
                  <a:pt x="2558481" y="778668"/>
                </a:cubicBezTo>
                <a:cubicBezTo>
                  <a:pt x="2486511" y="846182"/>
                  <a:pt x="2466975" y="858646"/>
                  <a:pt x="2466975" y="837047"/>
                </a:cubicBezTo>
                <a:close/>
                <a:moveTo>
                  <a:pt x="1676400" y="702635"/>
                </a:moveTo>
                <a:cubicBezTo>
                  <a:pt x="1676400" y="691126"/>
                  <a:pt x="1609437" y="754128"/>
                  <a:pt x="1598118" y="776287"/>
                </a:cubicBezTo>
                <a:cubicBezTo>
                  <a:pt x="1592766" y="786765"/>
                  <a:pt x="1608190" y="776228"/>
                  <a:pt x="1632393" y="752873"/>
                </a:cubicBezTo>
                <a:cubicBezTo>
                  <a:pt x="1656597" y="729517"/>
                  <a:pt x="1676400" y="706910"/>
                  <a:pt x="1676400" y="702635"/>
                </a:cubicBezTo>
                <a:close/>
                <a:moveTo>
                  <a:pt x="1805134" y="593079"/>
                </a:moveTo>
                <a:cubicBezTo>
                  <a:pt x="1835775" y="565657"/>
                  <a:pt x="1858993" y="541398"/>
                  <a:pt x="1856729" y="539171"/>
                </a:cubicBezTo>
                <a:cubicBezTo>
                  <a:pt x="1854464" y="536944"/>
                  <a:pt x="1820465" y="565098"/>
                  <a:pt x="1781175" y="601736"/>
                </a:cubicBezTo>
                <a:cubicBezTo>
                  <a:pt x="1700877" y="676610"/>
                  <a:pt x="1719191" y="669994"/>
                  <a:pt x="1805134" y="593079"/>
                </a:cubicBezTo>
                <a:close/>
                <a:moveTo>
                  <a:pt x="2266950" y="331792"/>
                </a:moveTo>
                <a:cubicBezTo>
                  <a:pt x="2408208" y="208589"/>
                  <a:pt x="2462821" y="156135"/>
                  <a:pt x="2428875" y="176265"/>
                </a:cubicBezTo>
                <a:cubicBezTo>
                  <a:pt x="2409595" y="187699"/>
                  <a:pt x="2132306" y="433094"/>
                  <a:pt x="2070299" y="493599"/>
                </a:cubicBezTo>
                <a:cubicBezTo>
                  <a:pt x="2042860" y="520373"/>
                  <a:pt x="2059070" y="516534"/>
                  <a:pt x="2088356" y="489323"/>
                </a:cubicBezTo>
                <a:cubicBezTo>
                  <a:pt x="2105382" y="473502"/>
                  <a:pt x="2185749" y="402614"/>
                  <a:pt x="2266950" y="331792"/>
                </a:cubicBezTo>
                <a:close/>
                <a:moveTo>
                  <a:pt x="2466827" y="101072"/>
                </a:moveTo>
                <a:cubicBezTo>
                  <a:pt x="2493787" y="75854"/>
                  <a:pt x="2513965" y="53340"/>
                  <a:pt x="2511667" y="51042"/>
                </a:cubicBezTo>
                <a:cubicBezTo>
                  <a:pt x="2505801" y="45176"/>
                  <a:pt x="2381250" y="152652"/>
                  <a:pt x="2381250" y="163580"/>
                </a:cubicBezTo>
                <a:cubicBezTo>
                  <a:pt x="2381250" y="175643"/>
                  <a:pt x="2407969" y="156126"/>
                  <a:pt x="2466827" y="101072"/>
                </a:cubicBezTo>
                <a:close/>
              </a:path>
            </a:pathLst>
          </a:custGeom>
          <a:solidFill>
            <a:srgbClr val="7A1732"/>
          </a:solidFill>
          <a:ln>
            <a:noFill/>
          </a:ln>
        </p:spPr>
      </p:sp>
      <p:pic>
        <p:nvPicPr>
          <p:cNvPr id="9" name="the usual gift" descr="0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40000">
            <a:off x="990600" y="8172450"/>
            <a:ext cx="5257800" cy="4229100"/>
          </a:xfrm>
          <a:prstGeom prst="rect">
            <a:avLst/>
          </a:prstGeom>
        </p:spPr>
      </p:pic>
      <p:sp>
        <p:nvSpPr>
          <p:cNvPr id="10" name="the usual gift pattern"/>
          <p:cNvSpPr/>
          <p:nvPr/>
        </p:nvSpPr>
        <p:spPr>
          <a:xfrm rot="240000">
            <a:off x="990600" y="8172450"/>
            <a:ext cx="5257800" cy="4229100"/>
          </a:xfrm>
          <a:custGeom>
            <a:avLst/>
            <a:gdLst/>
            <a:ahLst/>
            <a:cxnLst/>
            <a:rect l="0" t="0" r="r" b="b"/>
            <a:pathLst>
              <a:path w="5257800" h="4229100">
                <a:moveTo>
                  <a:pt x="2457450" y="3643348"/>
                </a:moveTo>
                <a:cubicBezTo>
                  <a:pt x="2457450" y="3617104"/>
                  <a:pt x="2476522" y="3604290"/>
                  <a:pt x="2501385" y="3613831"/>
                </a:cubicBezTo>
                <a:cubicBezTo>
                  <a:pt x="2518950" y="3620571"/>
                  <a:pt x="2506506" y="3641541"/>
                  <a:pt x="2474902" y="3658455"/>
                </a:cubicBezTo>
                <a:cubicBezTo>
                  <a:pt x="2460089" y="3666382"/>
                  <a:pt x="2457450" y="3664097"/>
                  <a:pt x="2457450" y="3643348"/>
                </a:cubicBezTo>
                <a:close/>
                <a:moveTo>
                  <a:pt x="2183495" y="3598910"/>
                </a:moveTo>
                <a:cubicBezTo>
                  <a:pt x="2157591" y="3573006"/>
                  <a:pt x="2180691" y="3528606"/>
                  <a:pt x="2216486" y="3535500"/>
                </a:cubicBezTo>
                <a:cubicBezTo>
                  <a:pt x="2242501" y="3540510"/>
                  <a:pt x="2240712" y="3604194"/>
                  <a:pt x="2214451" y="3607958"/>
                </a:cubicBezTo>
                <a:cubicBezTo>
                  <a:pt x="2203912" y="3609469"/>
                  <a:pt x="2189982" y="3605397"/>
                  <a:pt x="2183495" y="3598910"/>
                </a:cubicBezTo>
                <a:close/>
                <a:moveTo>
                  <a:pt x="2374039" y="3494179"/>
                </a:moveTo>
                <a:cubicBezTo>
                  <a:pt x="2342294" y="3462434"/>
                  <a:pt x="2377575" y="3391928"/>
                  <a:pt x="2418677" y="3404974"/>
                </a:cubicBezTo>
                <a:cubicBezTo>
                  <a:pt x="2449265" y="3414682"/>
                  <a:pt x="2460606" y="3443610"/>
                  <a:pt x="2445905" y="3474425"/>
                </a:cubicBezTo>
                <a:cubicBezTo>
                  <a:pt x="2432189" y="3503178"/>
                  <a:pt x="2393635" y="3513775"/>
                  <a:pt x="2374039" y="3494179"/>
                </a:cubicBezTo>
                <a:close/>
                <a:moveTo>
                  <a:pt x="1870600" y="3482055"/>
                </a:moveTo>
                <a:cubicBezTo>
                  <a:pt x="1861117" y="3457341"/>
                  <a:pt x="1874409" y="3436914"/>
                  <a:pt x="1897813" y="3440238"/>
                </a:cubicBezTo>
                <a:cubicBezTo>
                  <a:pt x="1913555" y="3442473"/>
                  <a:pt x="1919287" y="3449643"/>
                  <a:pt x="1919287" y="3467100"/>
                </a:cubicBezTo>
                <a:cubicBezTo>
                  <a:pt x="1919287" y="3495216"/>
                  <a:pt x="1880252" y="3507207"/>
                  <a:pt x="1870600" y="3482055"/>
                </a:cubicBezTo>
                <a:close/>
                <a:moveTo>
                  <a:pt x="2059339" y="3461671"/>
                </a:moveTo>
                <a:cubicBezTo>
                  <a:pt x="2012149" y="3428617"/>
                  <a:pt x="2053927" y="3356653"/>
                  <a:pt x="2102015" y="3388161"/>
                </a:cubicBezTo>
                <a:cubicBezTo>
                  <a:pt x="2129959" y="3406471"/>
                  <a:pt x="2128856" y="3444354"/>
                  <a:pt x="2099820" y="3463512"/>
                </a:cubicBezTo>
                <a:cubicBezTo>
                  <a:pt x="2083244" y="3474449"/>
                  <a:pt x="2077189" y="3474173"/>
                  <a:pt x="2059339" y="3461671"/>
                </a:cubicBezTo>
                <a:close/>
                <a:moveTo>
                  <a:pt x="1645060" y="3426618"/>
                </a:moveTo>
                <a:cubicBezTo>
                  <a:pt x="1623588" y="3410570"/>
                  <a:pt x="1638516" y="3388285"/>
                  <a:pt x="1667952" y="3392447"/>
                </a:cubicBezTo>
                <a:cubicBezTo>
                  <a:pt x="1696860" y="3396535"/>
                  <a:pt x="1706821" y="3438525"/>
                  <a:pt x="1678882" y="3438525"/>
                </a:cubicBezTo>
                <a:cubicBezTo>
                  <a:pt x="1669042" y="3438525"/>
                  <a:pt x="1653822" y="3433167"/>
                  <a:pt x="1645060" y="3426618"/>
                </a:cubicBezTo>
                <a:close/>
                <a:moveTo>
                  <a:pt x="2573655" y="3417570"/>
                </a:moveTo>
                <a:cubicBezTo>
                  <a:pt x="2567368" y="3411283"/>
                  <a:pt x="2562225" y="3397138"/>
                  <a:pt x="2562225" y="3386137"/>
                </a:cubicBezTo>
                <a:cubicBezTo>
                  <a:pt x="2562225" y="3375136"/>
                  <a:pt x="2567368" y="3360991"/>
                  <a:pt x="2573655" y="3354705"/>
                </a:cubicBezTo>
                <a:cubicBezTo>
                  <a:pt x="2598966" y="3329393"/>
                  <a:pt x="2647950" y="3347784"/>
                  <a:pt x="2647950" y="3382599"/>
                </a:cubicBezTo>
                <a:cubicBezTo>
                  <a:pt x="2647950" y="3419018"/>
                  <a:pt x="2598418" y="3442333"/>
                  <a:pt x="2573655" y="3417570"/>
                </a:cubicBezTo>
                <a:close/>
                <a:moveTo>
                  <a:pt x="2229690" y="3372690"/>
                </a:moveTo>
                <a:cubicBezTo>
                  <a:pt x="2204347" y="3347347"/>
                  <a:pt x="2217107" y="3314700"/>
                  <a:pt x="2252355" y="3314700"/>
                </a:cubicBezTo>
                <a:cubicBezTo>
                  <a:pt x="2284439" y="3314700"/>
                  <a:pt x="2294058" y="3348975"/>
                  <a:pt x="2269005" y="3374027"/>
                </a:cubicBezTo>
                <a:cubicBezTo>
                  <a:pt x="2250037" y="3392996"/>
                  <a:pt x="2249994" y="3392994"/>
                  <a:pt x="2229690" y="3372690"/>
                </a:cubicBezTo>
                <a:close/>
                <a:moveTo>
                  <a:pt x="1486002" y="3357686"/>
                </a:moveTo>
                <a:cubicBezTo>
                  <a:pt x="1479135" y="3349412"/>
                  <a:pt x="1476806" y="3333327"/>
                  <a:pt x="1480400" y="3319007"/>
                </a:cubicBezTo>
                <a:cubicBezTo>
                  <a:pt x="1488886" y="3285198"/>
                  <a:pt x="1546041" y="3287922"/>
                  <a:pt x="1550924" y="3322368"/>
                </a:cubicBezTo>
                <a:cubicBezTo>
                  <a:pt x="1556868" y="3364292"/>
                  <a:pt x="1511822" y="3388797"/>
                  <a:pt x="1486002" y="3357686"/>
                </a:cubicBezTo>
                <a:close/>
                <a:moveTo>
                  <a:pt x="2793984" y="3337768"/>
                </a:moveTo>
                <a:cubicBezTo>
                  <a:pt x="2783892" y="3311471"/>
                  <a:pt x="2822215" y="3271837"/>
                  <a:pt x="2857734" y="3271837"/>
                </a:cubicBezTo>
                <a:cubicBezTo>
                  <a:pt x="2903784" y="3271837"/>
                  <a:pt x="2902440" y="3290028"/>
                  <a:pt x="2853924" y="3323408"/>
                </a:cubicBezTo>
                <a:cubicBezTo>
                  <a:pt x="2804673" y="3357293"/>
                  <a:pt x="2801745" y="3357995"/>
                  <a:pt x="2793984" y="3337768"/>
                </a:cubicBezTo>
                <a:close/>
                <a:moveTo>
                  <a:pt x="1971775" y="3310058"/>
                </a:moveTo>
                <a:cubicBezTo>
                  <a:pt x="1955948" y="3290988"/>
                  <a:pt x="1966491" y="3267075"/>
                  <a:pt x="1990725" y="3267075"/>
                </a:cubicBezTo>
                <a:cubicBezTo>
                  <a:pt x="2001531" y="3267075"/>
                  <a:pt x="2012861" y="3273558"/>
                  <a:pt x="2015902" y="3281483"/>
                </a:cubicBezTo>
                <a:cubicBezTo>
                  <a:pt x="2021375" y="3295746"/>
                  <a:pt x="2004600" y="3324225"/>
                  <a:pt x="1990725" y="3324225"/>
                </a:cubicBezTo>
                <a:cubicBezTo>
                  <a:pt x="1986769" y="3324225"/>
                  <a:pt x="1978241" y="3317850"/>
                  <a:pt x="1971775" y="3310058"/>
                </a:cubicBezTo>
                <a:close/>
                <a:moveTo>
                  <a:pt x="1761548" y="3295073"/>
                </a:moveTo>
                <a:cubicBezTo>
                  <a:pt x="1735798" y="3269323"/>
                  <a:pt x="1740708" y="3231394"/>
                  <a:pt x="1772886" y="3207480"/>
                </a:cubicBezTo>
                <a:cubicBezTo>
                  <a:pt x="1816379" y="3175157"/>
                  <a:pt x="1882731" y="3220505"/>
                  <a:pt x="1841459" y="3254345"/>
                </a:cubicBezTo>
                <a:cubicBezTo>
                  <a:pt x="1825612" y="3267338"/>
                  <a:pt x="1825544" y="3268156"/>
                  <a:pt x="1840706" y="3263389"/>
                </a:cubicBezTo>
                <a:cubicBezTo>
                  <a:pt x="1862986" y="3256383"/>
                  <a:pt x="1861822" y="3272152"/>
                  <a:pt x="1838325" y="3295650"/>
                </a:cubicBezTo>
                <a:cubicBezTo>
                  <a:pt x="1813897" y="3320077"/>
                  <a:pt x="1786345" y="3319870"/>
                  <a:pt x="1761548" y="3295073"/>
                </a:cubicBezTo>
                <a:close/>
                <a:moveTo>
                  <a:pt x="1277457" y="3270588"/>
                </a:moveTo>
                <a:cubicBezTo>
                  <a:pt x="1265260" y="3262045"/>
                  <a:pt x="1257300" y="3246150"/>
                  <a:pt x="1257300" y="3230339"/>
                </a:cubicBezTo>
                <a:cubicBezTo>
                  <a:pt x="1257300" y="3182118"/>
                  <a:pt x="1294409" y="3166831"/>
                  <a:pt x="1333880" y="3198792"/>
                </a:cubicBezTo>
                <a:cubicBezTo>
                  <a:pt x="1377998" y="3234517"/>
                  <a:pt x="1324019" y="3303202"/>
                  <a:pt x="1277457" y="3270588"/>
                </a:cubicBezTo>
                <a:close/>
                <a:moveTo>
                  <a:pt x="2443457" y="3270771"/>
                </a:moveTo>
                <a:cubicBezTo>
                  <a:pt x="2425174" y="3252488"/>
                  <a:pt x="2441293" y="3214867"/>
                  <a:pt x="2463722" y="3223473"/>
                </a:cubicBezTo>
                <a:cubicBezTo>
                  <a:pt x="2471606" y="3226499"/>
                  <a:pt x="2479850" y="3228975"/>
                  <a:pt x="2482041" y="3228975"/>
                </a:cubicBezTo>
                <a:cubicBezTo>
                  <a:pt x="2484232" y="3228975"/>
                  <a:pt x="2486025" y="3239232"/>
                  <a:pt x="2486025" y="3251768"/>
                </a:cubicBezTo>
                <a:cubicBezTo>
                  <a:pt x="2486025" y="3279959"/>
                  <a:pt x="2462947" y="3290261"/>
                  <a:pt x="2443457" y="3270771"/>
                </a:cubicBezTo>
                <a:close/>
                <a:moveTo>
                  <a:pt x="2137929" y="3243913"/>
                </a:moveTo>
                <a:cubicBezTo>
                  <a:pt x="2123011" y="3232837"/>
                  <a:pt x="2121411" y="3226667"/>
                  <a:pt x="2129875" y="3212864"/>
                </a:cubicBezTo>
                <a:cubicBezTo>
                  <a:pt x="2143206" y="3191123"/>
                  <a:pt x="2161823" y="3190820"/>
                  <a:pt x="2175262" y="3212127"/>
                </a:cubicBezTo>
                <a:cubicBezTo>
                  <a:pt x="2191857" y="3238435"/>
                  <a:pt x="2163298" y="3262750"/>
                  <a:pt x="2137929" y="3243913"/>
                </a:cubicBezTo>
                <a:close/>
                <a:moveTo>
                  <a:pt x="2994507" y="3196193"/>
                </a:moveTo>
                <a:cubicBezTo>
                  <a:pt x="2984183" y="3169289"/>
                  <a:pt x="2995187" y="3148012"/>
                  <a:pt x="3019425" y="3148012"/>
                </a:cubicBezTo>
                <a:cubicBezTo>
                  <a:pt x="3048820" y="3148012"/>
                  <a:pt x="3057424" y="3179476"/>
                  <a:pt x="3032927" y="3197389"/>
                </a:cubicBezTo>
                <a:cubicBezTo>
                  <a:pt x="3010855" y="3213528"/>
                  <a:pt x="3001042" y="3213223"/>
                  <a:pt x="2994507" y="3196193"/>
                </a:cubicBezTo>
                <a:close/>
                <a:moveTo>
                  <a:pt x="1552614" y="3176635"/>
                </a:moveTo>
                <a:cubicBezTo>
                  <a:pt x="1540208" y="3161686"/>
                  <a:pt x="1561509" y="3114675"/>
                  <a:pt x="1580689" y="3114675"/>
                </a:cubicBezTo>
                <a:cubicBezTo>
                  <a:pt x="1589729" y="3114675"/>
                  <a:pt x="1619250" y="3141197"/>
                  <a:pt x="1619250" y="3149319"/>
                </a:cubicBezTo>
                <a:cubicBezTo>
                  <a:pt x="1619250" y="3184095"/>
                  <a:pt x="1574149" y="3202583"/>
                  <a:pt x="1552614" y="3176635"/>
                </a:cubicBezTo>
                <a:close/>
                <a:moveTo>
                  <a:pt x="2270836" y="3167062"/>
                </a:moveTo>
                <a:cubicBezTo>
                  <a:pt x="2240184" y="3120280"/>
                  <a:pt x="2299543" y="3071752"/>
                  <a:pt x="2336911" y="3113043"/>
                </a:cubicBezTo>
                <a:cubicBezTo>
                  <a:pt x="2356708" y="3134919"/>
                  <a:pt x="2356983" y="3156630"/>
                  <a:pt x="2337707" y="3175907"/>
                </a:cubicBezTo>
                <a:cubicBezTo>
                  <a:pt x="2315807" y="3197806"/>
                  <a:pt x="2288625" y="3194211"/>
                  <a:pt x="2270836" y="3167062"/>
                </a:cubicBezTo>
                <a:close/>
                <a:moveTo>
                  <a:pt x="2587513" y="3173456"/>
                </a:moveTo>
                <a:cubicBezTo>
                  <a:pt x="2555866" y="3138486"/>
                  <a:pt x="2580625" y="3076575"/>
                  <a:pt x="2626256" y="3076575"/>
                </a:cubicBezTo>
                <a:cubicBezTo>
                  <a:pt x="2644990" y="3076575"/>
                  <a:pt x="2676525" y="3112426"/>
                  <a:pt x="2676525" y="3133725"/>
                </a:cubicBezTo>
                <a:cubicBezTo>
                  <a:pt x="2676525" y="3179440"/>
                  <a:pt x="2616981" y="3206018"/>
                  <a:pt x="2587513" y="3173456"/>
                </a:cubicBezTo>
                <a:close/>
                <a:moveTo>
                  <a:pt x="2775314" y="3156055"/>
                </a:moveTo>
                <a:cubicBezTo>
                  <a:pt x="2770681" y="3137594"/>
                  <a:pt x="2773560" y="3127401"/>
                  <a:pt x="2785973" y="3118324"/>
                </a:cubicBezTo>
                <a:cubicBezTo>
                  <a:pt x="2820114" y="3093360"/>
                  <a:pt x="2857095" y="3139844"/>
                  <a:pt x="2827020" y="3169920"/>
                </a:cubicBezTo>
                <a:cubicBezTo>
                  <a:pt x="2807138" y="3189801"/>
                  <a:pt x="2782098" y="3183087"/>
                  <a:pt x="2775314" y="3156055"/>
                </a:cubicBezTo>
                <a:close/>
                <a:moveTo>
                  <a:pt x="880519" y="3148519"/>
                </a:moveTo>
                <a:cubicBezTo>
                  <a:pt x="859250" y="3116060"/>
                  <a:pt x="878692" y="3075901"/>
                  <a:pt x="921626" y="3063608"/>
                </a:cubicBezTo>
                <a:cubicBezTo>
                  <a:pt x="979351" y="3047081"/>
                  <a:pt x="1012887" y="3106210"/>
                  <a:pt x="971178" y="3150978"/>
                </a:cubicBezTo>
                <a:cubicBezTo>
                  <a:pt x="944314" y="3179814"/>
                  <a:pt x="900241" y="3178619"/>
                  <a:pt x="880519" y="3148519"/>
                </a:cubicBezTo>
                <a:close/>
                <a:moveTo>
                  <a:pt x="1933954" y="3129420"/>
                </a:moveTo>
                <a:cubicBezTo>
                  <a:pt x="1908652" y="3098932"/>
                  <a:pt x="1945815" y="3052098"/>
                  <a:pt x="1978818" y="3072882"/>
                </a:cubicBezTo>
                <a:cubicBezTo>
                  <a:pt x="2011797" y="3093650"/>
                  <a:pt x="2000048" y="3143250"/>
                  <a:pt x="1962150" y="3143250"/>
                </a:cubicBezTo>
                <a:cubicBezTo>
                  <a:pt x="1952955" y="3143250"/>
                  <a:pt x="1940267" y="3137026"/>
                  <a:pt x="1933954" y="3129420"/>
                </a:cubicBezTo>
                <a:close/>
                <a:moveTo>
                  <a:pt x="1100999" y="3108725"/>
                </a:moveTo>
                <a:cubicBezTo>
                  <a:pt x="1092920" y="3087671"/>
                  <a:pt x="1117382" y="3062491"/>
                  <a:pt x="1138166" y="3070467"/>
                </a:cubicBezTo>
                <a:cubicBezTo>
                  <a:pt x="1147835" y="3074177"/>
                  <a:pt x="1152690" y="3084734"/>
                  <a:pt x="1150811" y="3097963"/>
                </a:cubicBezTo>
                <a:cubicBezTo>
                  <a:pt x="1147013" y="3124710"/>
                  <a:pt x="1110187" y="3132666"/>
                  <a:pt x="1100999" y="3108725"/>
                </a:cubicBezTo>
                <a:close/>
                <a:moveTo>
                  <a:pt x="3110592" y="3090182"/>
                </a:moveTo>
                <a:cubicBezTo>
                  <a:pt x="3077214" y="3056803"/>
                  <a:pt x="3103687" y="2990850"/>
                  <a:pt x="3150463" y="2990850"/>
                </a:cubicBezTo>
                <a:cubicBezTo>
                  <a:pt x="3196660" y="2990850"/>
                  <a:pt x="3214753" y="3044321"/>
                  <a:pt x="3181887" y="3083718"/>
                </a:cubicBezTo>
                <a:cubicBezTo>
                  <a:pt x="3161018" y="3108734"/>
                  <a:pt x="3131794" y="3111383"/>
                  <a:pt x="3110592" y="3090182"/>
                </a:cubicBezTo>
                <a:close/>
                <a:moveTo>
                  <a:pt x="733860" y="3072336"/>
                </a:moveTo>
                <a:cubicBezTo>
                  <a:pt x="712449" y="3046538"/>
                  <a:pt x="725369" y="3014662"/>
                  <a:pt x="757237" y="3014662"/>
                </a:cubicBezTo>
                <a:cubicBezTo>
                  <a:pt x="779822" y="3014662"/>
                  <a:pt x="786464" y="3019264"/>
                  <a:pt x="788924" y="3036618"/>
                </a:cubicBezTo>
                <a:cubicBezTo>
                  <a:pt x="792335" y="3060674"/>
                  <a:pt x="776053" y="3086100"/>
                  <a:pt x="757237" y="3086100"/>
                </a:cubicBezTo>
                <a:cubicBezTo>
                  <a:pt x="750662" y="3086100"/>
                  <a:pt x="740142" y="3079906"/>
                  <a:pt x="733860" y="3072336"/>
                </a:cubicBezTo>
                <a:close/>
                <a:moveTo>
                  <a:pt x="1406860" y="3075175"/>
                </a:moveTo>
                <a:cubicBezTo>
                  <a:pt x="1379631" y="3059936"/>
                  <a:pt x="1370242" y="3032826"/>
                  <a:pt x="1382714" y="3005453"/>
                </a:cubicBezTo>
                <a:cubicBezTo>
                  <a:pt x="1406228" y="2953845"/>
                  <a:pt x="1476375" y="2971675"/>
                  <a:pt x="1476375" y="3029259"/>
                </a:cubicBezTo>
                <a:cubicBezTo>
                  <a:pt x="1476375" y="3066765"/>
                  <a:pt x="1437599" y="3092377"/>
                  <a:pt x="1406860" y="3075175"/>
                </a:cubicBezTo>
                <a:close/>
                <a:moveTo>
                  <a:pt x="1716405" y="3074670"/>
                </a:moveTo>
                <a:cubicBezTo>
                  <a:pt x="1700326" y="3058591"/>
                  <a:pt x="1702181" y="3014550"/>
                  <a:pt x="1719544" y="3000140"/>
                </a:cubicBezTo>
                <a:cubicBezTo>
                  <a:pt x="1736983" y="2985668"/>
                  <a:pt x="1778196" y="3000579"/>
                  <a:pt x="1787456" y="3024712"/>
                </a:cubicBezTo>
                <a:cubicBezTo>
                  <a:pt x="1803420" y="3066313"/>
                  <a:pt x="1747421" y="3105686"/>
                  <a:pt x="1716405" y="3074670"/>
                </a:cubicBezTo>
                <a:close/>
                <a:moveTo>
                  <a:pt x="2425700" y="3070225"/>
                </a:moveTo>
                <a:cubicBezTo>
                  <a:pt x="2413497" y="3058022"/>
                  <a:pt x="2419485" y="3030936"/>
                  <a:pt x="2435767" y="3024688"/>
                </a:cubicBezTo>
                <a:cubicBezTo>
                  <a:pt x="2454985" y="3017313"/>
                  <a:pt x="2477830" y="3042974"/>
                  <a:pt x="2470064" y="3063213"/>
                </a:cubicBezTo>
                <a:cubicBezTo>
                  <a:pt x="2464768" y="3077014"/>
                  <a:pt x="2436894" y="3081419"/>
                  <a:pt x="2425700" y="3070225"/>
                </a:cubicBezTo>
                <a:close/>
                <a:moveTo>
                  <a:pt x="1222275" y="3042276"/>
                </a:moveTo>
                <a:cubicBezTo>
                  <a:pt x="1216262" y="3026605"/>
                  <a:pt x="1236129" y="3007465"/>
                  <a:pt x="1249701" y="3015853"/>
                </a:cubicBezTo>
                <a:cubicBezTo>
                  <a:pt x="1253880" y="3018436"/>
                  <a:pt x="1257300" y="3028868"/>
                  <a:pt x="1257300" y="3039037"/>
                </a:cubicBezTo>
                <a:cubicBezTo>
                  <a:pt x="1257300" y="3061323"/>
                  <a:pt x="1230534" y="3063798"/>
                  <a:pt x="1222275" y="3042276"/>
                </a:cubicBezTo>
                <a:close/>
                <a:moveTo>
                  <a:pt x="2092213" y="3040106"/>
                </a:moveTo>
                <a:cubicBezTo>
                  <a:pt x="2057208" y="3001426"/>
                  <a:pt x="2086181" y="2940843"/>
                  <a:pt x="2139685" y="2940843"/>
                </a:cubicBezTo>
                <a:cubicBezTo>
                  <a:pt x="2185604" y="2940843"/>
                  <a:pt x="2205707" y="2993831"/>
                  <a:pt x="2175922" y="3036355"/>
                </a:cubicBezTo>
                <a:cubicBezTo>
                  <a:pt x="2157615" y="3062492"/>
                  <a:pt x="2114232" y="3064436"/>
                  <a:pt x="2092213" y="3040106"/>
                </a:cubicBezTo>
                <a:close/>
                <a:moveTo>
                  <a:pt x="2877551" y="3034919"/>
                </a:moveTo>
                <a:cubicBezTo>
                  <a:pt x="2861803" y="3015943"/>
                  <a:pt x="2875006" y="2990850"/>
                  <a:pt x="2900739" y="2990850"/>
                </a:cubicBezTo>
                <a:cubicBezTo>
                  <a:pt x="2923384" y="2990850"/>
                  <a:pt x="2940534" y="3019710"/>
                  <a:pt x="2928990" y="3038389"/>
                </a:cubicBezTo>
                <a:cubicBezTo>
                  <a:pt x="2920428" y="3052243"/>
                  <a:pt x="2890239" y="3050206"/>
                  <a:pt x="2877551" y="3034919"/>
                </a:cubicBezTo>
                <a:close/>
                <a:moveTo>
                  <a:pt x="1859021" y="2975046"/>
                </a:moveTo>
                <a:cubicBezTo>
                  <a:pt x="1863036" y="2954201"/>
                  <a:pt x="1890712" y="2951252"/>
                  <a:pt x="1890712" y="2971669"/>
                </a:cubicBezTo>
                <a:cubicBezTo>
                  <a:pt x="1890712" y="2979455"/>
                  <a:pt x="1882822" y="2987346"/>
                  <a:pt x="1873178" y="2989203"/>
                </a:cubicBezTo>
                <a:cubicBezTo>
                  <a:pt x="1860449" y="2991654"/>
                  <a:pt x="1856570" y="2987775"/>
                  <a:pt x="1859021" y="2975046"/>
                </a:cubicBezTo>
                <a:close/>
                <a:moveTo>
                  <a:pt x="2518581" y="2976958"/>
                </a:moveTo>
                <a:cubicBezTo>
                  <a:pt x="2503974" y="2966110"/>
                  <a:pt x="2502429" y="2959938"/>
                  <a:pt x="2510875" y="2946164"/>
                </a:cubicBezTo>
                <a:cubicBezTo>
                  <a:pt x="2525494" y="2922322"/>
                  <a:pt x="2556757" y="2924003"/>
                  <a:pt x="2560303" y="2948820"/>
                </a:cubicBezTo>
                <a:cubicBezTo>
                  <a:pt x="2564524" y="2978361"/>
                  <a:pt x="2541434" y="2993932"/>
                  <a:pt x="2518581" y="2976958"/>
                </a:cubicBezTo>
                <a:close/>
                <a:moveTo>
                  <a:pt x="1006474" y="2974975"/>
                </a:moveTo>
                <a:cubicBezTo>
                  <a:pt x="995207" y="2963707"/>
                  <a:pt x="999724" y="2926840"/>
                  <a:pt x="1013803" y="2915155"/>
                </a:cubicBezTo>
                <a:cubicBezTo>
                  <a:pt x="1031643" y="2900349"/>
                  <a:pt x="1066800" y="2917928"/>
                  <a:pt x="1066800" y="2941655"/>
                </a:cubicBezTo>
                <a:cubicBezTo>
                  <a:pt x="1066800" y="2971878"/>
                  <a:pt x="1025944" y="2994444"/>
                  <a:pt x="1006474" y="2974975"/>
                </a:cubicBezTo>
                <a:close/>
                <a:moveTo>
                  <a:pt x="2318289" y="2948691"/>
                </a:moveTo>
                <a:cubicBezTo>
                  <a:pt x="2309623" y="2926108"/>
                  <a:pt x="2321885" y="2903301"/>
                  <a:pt x="2340739" y="2906932"/>
                </a:cubicBezTo>
                <a:cubicBezTo>
                  <a:pt x="2351284" y="2908963"/>
                  <a:pt x="2357437" y="2918827"/>
                  <a:pt x="2357437" y="2933700"/>
                </a:cubicBezTo>
                <a:cubicBezTo>
                  <a:pt x="2357437" y="2960852"/>
                  <a:pt x="2327373" y="2972364"/>
                  <a:pt x="2318289" y="2948691"/>
                </a:cubicBezTo>
                <a:close/>
                <a:moveTo>
                  <a:pt x="1597818" y="2942462"/>
                </a:moveTo>
                <a:cubicBezTo>
                  <a:pt x="1574362" y="2928800"/>
                  <a:pt x="1575902" y="2880028"/>
                  <a:pt x="1600200" y="2867025"/>
                </a:cubicBezTo>
                <a:cubicBezTo>
                  <a:pt x="1643478" y="2843863"/>
                  <a:pt x="1678147" y="2902017"/>
                  <a:pt x="1642382" y="2937782"/>
                </a:cubicBezTo>
                <a:cubicBezTo>
                  <a:pt x="1625032" y="2955131"/>
                  <a:pt x="1620405" y="2955617"/>
                  <a:pt x="1597818" y="2942462"/>
                </a:cubicBezTo>
                <a:close/>
                <a:moveTo>
                  <a:pt x="2701017" y="2937782"/>
                </a:moveTo>
                <a:cubicBezTo>
                  <a:pt x="2674944" y="2911708"/>
                  <a:pt x="2691569" y="2867025"/>
                  <a:pt x="2727342" y="2867025"/>
                </a:cubicBezTo>
                <a:cubicBezTo>
                  <a:pt x="2770209" y="2867025"/>
                  <a:pt x="2786122" y="2908238"/>
                  <a:pt x="2754356" y="2936986"/>
                </a:cubicBezTo>
                <a:cubicBezTo>
                  <a:pt x="2732609" y="2956666"/>
                  <a:pt x="2720089" y="2956853"/>
                  <a:pt x="2701017" y="2937782"/>
                </a:cubicBezTo>
                <a:close/>
                <a:moveTo>
                  <a:pt x="3230880" y="2922270"/>
                </a:moveTo>
                <a:cubicBezTo>
                  <a:pt x="3213634" y="2905024"/>
                  <a:pt x="3217142" y="2872065"/>
                  <a:pt x="3238255" y="2852958"/>
                </a:cubicBezTo>
                <a:cubicBezTo>
                  <a:pt x="3274752" y="2819929"/>
                  <a:pt x="3319933" y="2869275"/>
                  <a:pt x="3295314" y="2915276"/>
                </a:cubicBezTo>
                <a:cubicBezTo>
                  <a:pt x="3284293" y="2935870"/>
                  <a:pt x="3248378" y="2939768"/>
                  <a:pt x="3230880" y="2922270"/>
                </a:cubicBezTo>
                <a:close/>
                <a:moveTo>
                  <a:pt x="621244" y="2899822"/>
                </a:moveTo>
                <a:cubicBezTo>
                  <a:pt x="593724" y="2880546"/>
                  <a:pt x="594537" y="2863488"/>
                  <a:pt x="624871" y="2823718"/>
                </a:cubicBezTo>
                <a:cubicBezTo>
                  <a:pt x="646609" y="2795218"/>
                  <a:pt x="652190" y="2792535"/>
                  <a:pt x="670115" y="2801967"/>
                </a:cubicBezTo>
                <a:cubicBezTo>
                  <a:pt x="712793" y="2824424"/>
                  <a:pt x="717059" y="2865563"/>
                  <a:pt x="679752" y="2894908"/>
                </a:cubicBezTo>
                <a:cubicBezTo>
                  <a:pt x="649682" y="2918562"/>
                  <a:pt x="648179" y="2918688"/>
                  <a:pt x="621244" y="2899822"/>
                </a:cubicBezTo>
                <a:close/>
                <a:moveTo>
                  <a:pt x="1973580" y="2903220"/>
                </a:moveTo>
                <a:cubicBezTo>
                  <a:pt x="1950126" y="2879766"/>
                  <a:pt x="1973217" y="2841854"/>
                  <a:pt x="2003805" y="2853592"/>
                </a:cubicBezTo>
                <a:cubicBezTo>
                  <a:pt x="2028210" y="2862957"/>
                  <a:pt x="2017136" y="2914650"/>
                  <a:pt x="1990725" y="2914650"/>
                </a:cubicBezTo>
                <a:cubicBezTo>
                  <a:pt x="1987581" y="2914650"/>
                  <a:pt x="1979866" y="2909506"/>
                  <a:pt x="1973580" y="2903220"/>
                </a:cubicBezTo>
                <a:close/>
                <a:moveTo>
                  <a:pt x="3022869" y="2890837"/>
                </a:moveTo>
                <a:cubicBezTo>
                  <a:pt x="3014510" y="2869053"/>
                  <a:pt x="3026220" y="2847975"/>
                  <a:pt x="3046681" y="2847975"/>
                </a:cubicBezTo>
                <a:cubicBezTo>
                  <a:pt x="3069210" y="2847975"/>
                  <a:pt x="3080777" y="2874296"/>
                  <a:pt x="3066048" y="2892044"/>
                </a:cubicBezTo>
                <a:cubicBezTo>
                  <a:pt x="3051717" y="2909311"/>
                  <a:pt x="3029722" y="2908697"/>
                  <a:pt x="3022869" y="2890837"/>
                </a:cubicBezTo>
                <a:close/>
                <a:moveTo>
                  <a:pt x="873925" y="2888656"/>
                </a:moveTo>
                <a:cubicBezTo>
                  <a:pt x="852484" y="2883540"/>
                  <a:pt x="843050" y="2845931"/>
                  <a:pt x="856775" y="2820287"/>
                </a:cubicBezTo>
                <a:cubicBezTo>
                  <a:pt x="869141" y="2797181"/>
                  <a:pt x="906563" y="2793718"/>
                  <a:pt x="923489" y="2814113"/>
                </a:cubicBezTo>
                <a:cubicBezTo>
                  <a:pt x="949190" y="2845080"/>
                  <a:pt x="913878" y="2898188"/>
                  <a:pt x="873925" y="2888656"/>
                </a:cubicBezTo>
                <a:close/>
                <a:moveTo>
                  <a:pt x="1186542" y="2880632"/>
                </a:moveTo>
                <a:cubicBezTo>
                  <a:pt x="1178310" y="2872399"/>
                  <a:pt x="1171575" y="2853776"/>
                  <a:pt x="1171575" y="2839245"/>
                </a:cubicBezTo>
                <a:cubicBezTo>
                  <a:pt x="1171575" y="2784326"/>
                  <a:pt x="1242792" y="2759828"/>
                  <a:pt x="1272157" y="2804646"/>
                </a:cubicBezTo>
                <a:cubicBezTo>
                  <a:pt x="1308371" y="2859915"/>
                  <a:pt x="1232852" y="2926941"/>
                  <a:pt x="1186542" y="2880632"/>
                </a:cubicBezTo>
                <a:close/>
                <a:moveTo>
                  <a:pt x="1438256" y="2838415"/>
                </a:moveTo>
                <a:cubicBezTo>
                  <a:pt x="1430085" y="2823148"/>
                  <a:pt x="1430214" y="2814825"/>
                  <a:pt x="1438780" y="2804503"/>
                </a:cubicBezTo>
                <a:cubicBezTo>
                  <a:pt x="1465349" y="2772489"/>
                  <a:pt x="1510811" y="2802368"/>
                  <a:pt x="1488776" y="2837363"/>
                </a:cubicBezTo>
                <a:cubicBezTo>
                  <a:pt x="1474143" y="2860601"/>
                  <a:pt x="1450395" y="2861096"/>
                  <a:pt x="1438256" y="2838415"/>
                </a:cubicBezTo>
                <a:close/>
                <a:moveTo>
                  <a:pt x="1806236" y="2837342"/>
                </a:moveTo>
                <a:cubicBezTo>
                  <a:pt x="1795313" y="2821748"/>
                  <a:pt x="1794459" y="2812045"/>
                  <a:pt x="1802462" y="2794480"/>
                </a:cubicBezTo>
                <a:cubicBezTo>
                  <a:pt x="1820524" y="2754839"/>
                  <a:pt x="1876425" y="2770074"/>
                  <a:pt x="1876425" y="2814637"/>
                </a:cubicBezTo>
                <a:cubicBezTo>
                  <a:pt x="1876425" y="2857446"/>
                  <a:pt x="1830682" y="2872243"/>
                  <a:pt x="1806236" y="2837342"/>
                </a:cubicBezTo>
                <a:close/>
                <a:moveTo>
                  <a:pt x="3552825" y="2838597"/>
                </a:moveTo>
                <a:cubicBezTo>
                  <a:pt x="3544966" y="2833609"/>
                  <a:pt x="3522464" y="2832083"/>
                  <a:pt x="3502818" y="2835206"/>
                </a:cubicBezTo>
                <a:cubicBezTo>
                  <a:pt x="3473846" y="2839812"/>
                  <a:pt x="3467100" y="2837956"/>
                  <a:pt x="3467100" y="2825379"/>
                </a:cubicBezTo>
                <a:cubicBezTo>
                  <a:pt x="3467100" y="2784427"/>
                  <a:pt x="3544950" y="2753619"/>
                  <a:pt x="3570534" y="2784447"/>
                </a:cubicBezTo>
                <a:cubicBezTo>
                  <a:pt x="3597225" y="2816608"/>
                  <a:pt x="3583637" y="2858153"/>
                  <a:pt x="3552825" y="2838597"/>
                </a:cubicBezTo>
                <a:close/>
                <a:moveTo>
                  <a:pt x="2422517" y="2813539"/>
                </a:moveTo>
                <a:cubicBezTo>
                  <a:pt x="2407898" y="2791229"/>
                  <a:pt x="2407658" y="2786011"/>
                  <a:pt x="2420217" y="2763533"/>
                </a:cubicBezTo>
                <a:cubicBezTo>
                  <a:pt x="2447134" y="2715354"/>
                  <a:pt x="2514600" y="2728401"/>
                  <a:pt x="2514600" y="2781785"/>
                </a:cubicBezTo>
                <a:cubicBezTo>
                  <a:pt x="2514600" y="2837694"/>
                  <a:pt x="2452398" y="2859144"/>
                  <a:pt x="2422517" y="2813539"/>
                </a:cubicBezTo>
                <a:close/>
                <a:moveTo>
                  <a:pt x="3756294" y="2824162"/>
                </a:moveTo>
                <a:cubicBezTo>
                  <a:pt x="3748748" y="2804498"/>
                  <a:pt x="3758979" y="2781300"/>
                  <a:pt x="3775197" y="2781300"/>
                </a:cubicBezTo>
                <a:cubicBezTo>
                  <a:pt x="3798676" y="2781300"/>
                  <a:pt x="3814200" y="2807624"/>
                  <a:pt x="3800475" y="2824162"/>
                </a:cubicBezTo>
                <a:cubicBezTo>
                  <a:pt x="3793953" y="2832020"/>
                  <a:pt x="3782578" y="2838450"/>
                  <a:pt x="3775197" y="2838450"/>
                </a:cubicBezTo>
                <a:cubicBezTo>
                  <a:pt x="3767816" y="2838450"/>
                  <a:pt x="3759309" y="2832020"/>
                  <a:pt x="3756294" y="2824162"/>
                </a:cubicBezTo>
                <a:close/>
                <a:moveTo>
                  <a:pt x="3938307" y="2828471"/>
                </a:moveTo>
                <a:cubicBezTo>
                  <a:pt x="3935898" y="2824573"/>
                  <a:pt x="3941973" y="2811447"/>
                  <a:pt x="3951807" y="2799303"/>
                </a:cubicBezTo>
                <a:cubicBezTo>
                  <a:pt x="3967757" y="2779605"/>
                  <a:pt x="3972458" y="2778485"/>
                  <a:pt x="3995366" y="2788922"/>
                </a:cubicBezTo>
                <a:cubicBezTo>
                  <a:pt x="4009490" y="2795358"/>
                  <a:pt x="4019286" y="2805904"/>
                  <a:pt x="4017134" y="2812358"/>
                </a:cubicBezTo>
                <a:cubicBezTo>
                  <a:pt x="4012723" y="2825590"/>
                  <a:pt x="3945073" y="2839419"/>
                  <a:pt x="3938307" y="2828471"/>
                </a:cubicBezTo>
                <a:close/>
                <a:moveTo>
                  <a:pt x="2130826" y="2813451"/>
                </a:moveTo>
                <a:cubicBezTo>
                  <a:pt x="2120821" y="2803446"/>
                  <a:pt x="2122644" y="2773783"/>
                  <a:pt x="2133685" y="2766959"/>
                </a:cubicBezTo>
                <a:cubicBezTo>
                  <a:pt x="2152864" y="2755106"/>
                  <a:pt x="2182448" y="2772621"/>
                  <a:pt x="2179399" y="2794024"/>
                </a:cubicBezTo>
                <a:cubicBezTo>
                  <a:pt x="2176493" y="2814419"/>
                  <a:pt x="2144564" y="2827189"/>
                  <a:pt x="2130826" y="2813451"/>
                </a:cubicBezTo>
                <a:close/>
                <a:moveTo>
                  <a:pt x="2834367" y="2804432"/>
                </a:moveTo>
                <a:cubicBezTo>
                  <a:pt x="2804315" y="2774379"/>
                  <a:pt x="2830413" y="2705100"/>
                  <a:pt x="2871787" y="2705100"/>
                </a:cubicBezTo>
                <a:cubicBezTo>
                  <a:pt x="2893542" y="2705100"/>
                  <a:pt x="2924175" y="2740438"/>
                  <a:pt x="2924175" y="2765536"/>
                </a:cubicBezTo>
                <a:cubicBezTo>
                  <a:pt x="2924175" y="2810549"/>
                  <a:pt x="2865777" y="2835841"/>
                  <a:pt x="2834367" y="2804432"/>
                </a:cubicBezTo>
                <a:close/>
                <a:moveTo>
                  <a:pt x="3110592" y="2747282"/>
                </a:moveTo>
                <a:cubicBezTo>
                  <a:pt x="3093040" y="2729730"/>
                  <a:pt x="3092089" y="2719979"/>
                  <a:pt x="3105485" y="2694948"/>
                </a:cubicBezTo>
                <a:cubicBezTo>
                  <a:pt x="3123563" y="2661169"/>
                  <a:pt x="3181350" y="2677090"/>
                  <a:pt x="3181350" y="2715849"/>
                </a:cubicBezTo>
                <a:cubicBezTo>
                  <a:pt x="3181350" y="2735487"/>
                  <a:pt x="3156627" y="2762250"/>
                  <a:pt x="3138487" y="2762250"/>
                </a:cubicBezTo>
                <a:cubicBezTo>
                  <a:pt x="3131377" y="2762250"/>
                  <a:pt x="3118825" y="2755514"/>
                  <a:pt x="3110592" y="2747282"/>
                </a:cubicBezTo>
                <a:close/>
                <a:moveTo>
                  <a:pt x="3321049" y="2755900"/>
                </a:moveTo>
                <a:cubicBezTo>
                  <a:pt x="3308394" y="2743244"/>
                  <a:pt x="3315118" y="2715071"/>
                  <a:pt x="3333088" y="2705454"/>
                </a:cubicBezTo>
                <a:cubicBezTo>
                  <a:pt x="3355078" y="2693685"/>
                  <a:pt x="3385756" y="2718042"/>
                  <a:pt x="3377160" y="2740444"/>
                </a:cubicBezTo>
                <a:cubicBezTo>
                  <a:pt x="3374239" y="2748055"/>
                  <a:pt x="3371850" y="2756075"/>
                  <a:pt x="3371850" y="2758266"/>
                </a:cubicBezTo>
                <a:cubicBezTo>
                  <a:pt x="3371850" y="2764814"/>
                  <a:pt x="3327918" y="2762768"/>
                  <a:pt x="3321049" y="2755900"/>
                </a:cubicBezTo>
                <a:close/>
                <a:moveTo>
                  <a:pt x="4108975" y="2748630"/>
                </a:moveTo>
                <a:cubicBezTo>
                  <a:pt x="4099492" y="2723916"/>
                  <a:pt x="4112784" y="2703489"/>
                  <a:pt x="4136188" y="2706813"/>
                </a:cubicBezTo>
                <a:cubicBezTo>
                  <a:pt x="4151930" y="2709048"/>
                  <a:pt x="4157662" y="2716218"/>
                  <a:pt x="4157662" y="2733675"/>
                </a:cubicBezTo>
                <a:cubicBezTo>
                  <a:pt x="4157662" y="2761791"/>
                  <a:pt x="4118627" y="2773782"/>
                  <a:pt x="4108975" y="2748630"/>
                </a:cubicBezTo>
                <a:close/>
                <a:moveTo>
                  <a:pt x="2257794" y="2734365"/>
                </a:moveTo>
                <a:cubicBezTo>
                  <a:pt x="2240648" y="2702328"/>
                  <a:pt x="2266787" y="2669750"/>
                  <a:pt x="2299551" y="2682322"/>
                </a:cubicBezTo>
                <a:cubicBezTo>
                  <a:pt x="2332611" y="2695009"/>
                  <a:pt x="2321502" y="2752725"/>
                  <a:pt x="2286000" y="2752725"/>
                </a:cubicBezTo>
                <a:cubicBezTo>
                  <a:pt x="2275891" y="2752725"/>
                  <a:pt x="2263198" y="2744463"/>
                  <a:pt x="2257794" y="2734365"/>
                </a:cubicBezTo>
                <a:close/>
                <a:moveTo>
                  <a:pt x="1035049" y="2736850"/>
                </a:moveTo>
                <a:cubicBezTo>
                  <a:pt x="1022380" y="2724180"/>
                  <a:pt x="1029106" y="2686502"/>
                  <a:pt x="1045614" y="2677667"/>
                </a:cubicBezTo>
                <a:cubicBezTo>
                  <a:pt x="1080842" y="2658814"/>
                  <a:pt x="1112382" y="2703332"/>
                  <a:pt x="1083945" y="2731770"/>
                </a:cubicBezTo>
                <a:cubicBezTo>
                  <a:pt x="1071491" y="2744223"/>
                  <a:pt x="1045159" y="2746959"/>
                  <a:pt x="1035049" y="2736850"/>
                </a:cubicBezTo>
                <a:close/>
                <a:moveTo>
                  <a:pt x="2655093" y="2732692"/>
                </a:moveTo>
                <a:cubicBezTo>
                  <a:pt x="2622611" y="2714201"/>
                  <a:pt x="2646708" y="2657175"/>
                  <a:pt x="2681382" y="2670480"/>
                </a:cubicBezTo>
                <a:cubicBezTo>
                  <a:pt x="2705293" y="2679656"/>
                  <a:pt x="2709256" y="2705197"/>
                  <a:pt x="2689754" y="2724433"/>
                </a:cubicBezTo>
                <a:cubicBezTo>
                  <a:pt x="2676275" y="2737730"/>
                  <a:pt x="2667581" y="2739801"/>
                  <a:pt x="2655093" y="2732692"/>
                </a:cubicBezTo>
                <a:close/>
                <a:moveTo>
                  <a:pt x="747712" y="2714625"/>
                </a:moveTo>
                <a:cubicBezTo>
                  <a:pt x="773929" y="2703358"/>
                  <a:pt x="783250" y="2703358"/>
                  <a:pt x="776287" y="2714625"/>
                </a:cubicBezTo>
                <a:cubicBezTo>
                  <a:pt x="773049" y="2719863"/>
                  <a:pt x="761009" y="2723848"/>
                  <a:pt x="749531" y="2723480"/>
                </a:cubicBezTo>
                <a:cubicBezTo>
                  <a:pt x="729411" y="2722835"/>
                  <a:pt x="729346" y="2722517"/>
                  <a:pt x="747712" y="2714625"/>
                </a:cubicBezTo>
                <a:close/>
                <a:moveTo>
                  <a:pt x="1590675" y="2695575"/>
                </a:moveTo>
                <a:cubicBezTo>
                  <a:pt x="1554906" y="2659806"/>
                  <a:pt x="1578699" y="2600325"/>
                  <a:pt x="1628775" y="2600325"/>
                </a:cubicBezTo>
                <a:cubicBezTo>
                  <a:pt x="1681053" y="2600325"/>
                  <a:pt x="1700665" y="2653125"/>
                  <a:pt x="1662545" y="2691245"/>
                </a:cubicBezTo>
                <a:cubicBezTo>
                  <a:pt x="1634184" y="2719606"/>
                  <a:pt x="1615813" y="2720713"/>
                  <a:pt x="1590675" y="2695575"/>
                </a:cubicBezTo>
                <a:close/>
                <a:moveTo>
                  <a:pt x="1327685" y="2691505"/>
                </a:moveTo>
                <a:cubicBezTo>
                  <a:pt x="1324816" y="2684028"/>
                  <a:pt x="1323879" y="2667954"/>
                  <a:pt x="1325603" y="2655786"/>
                </a:cubicBezTo>
                <a:cubicBezTo>
                  <a:pt x="1330157" y="2623639"/>
                  <a:pt x="1384446" y="2623495"/>
                  <a:pt x="1388999" y="2655618"/>
                </a:cubicBezTo>
                <a:cubicBezTo>
                  <a:pt x="1394636" y="2695378"/>
                  <a:pt x="1341178" y="2726667"/>
                  <a:pt x="1327685" y="2691505"/>
                </a:cubicBezTo>
                <a:close/>
                <a:moveTo>
                  <a:pt x="3815442" y="2690132"/>
                </a:moveTo>
                <a:cubicBezTo>
                  <a:pt x="3807210" y="2681899"/>
                  <a:pt x="3800475" y="2669347"/>
                  <a:pt x="3800475" y="2662237"/>
                </a:cubicBezTo>
                <a:cubicBezTo>
                  <a:pt x="3800475" y="2649925"/>
                  <a:pt x="3825167" y="2619375"/>
                  <a:pt x="3835119" y="2619375"/>
                </a:cubicBezTo>
                <a:cubicBezTo>
                  <a:pt x="3851779" y="2619375"/>
                  <a:pt x="3876675" y="2641992"/>
                  <a:pt x="3876675" y="2657129"/>
                </a:cubicBezTo>
                <a:cubicBezTo>
                  <a:pt x="3876675" y="2675584"/>
                  <a:pt x="3853232" y="2705100"/>
                  <a:pt x="3838575" y="2705100"/>
                </a:cubicBezTo>
                <a:cubicBezTo>
                  <a:pt x="3834084" y="2705100"/>
                  <a:pt x="3823675" y="2698364"/>
                  <a:pt x="3815442" y="2690132"/>
                </a:cubicBezTo>
                <a:close/>
                <a:moveTo>
                  <a:pt x="3632469" y="2681287"/>
                </a:moveTo>
                <a:cubicBezTo>
                  <a:pt x="3624110" y="2659503"/>
                  <a:pt x="3635820" y="2638425"/>
                  <a:pt x="3656281" y="2638425"/>
                </a:cubicBezTo>
                <a:cubicBezTo>
                  <a:pt x="3678810" y="2638425"/>
                  <a:pt x="3690377" y="2664746"/>
                  <a:pt x="3675648" y="2682494"/>
                </a:cubicBezTo>
                <a:cubicBezTo>
                  <a:pt x="3661317" y="2699761"/>
                  <a:pt x="3639322" y="2699147"/>
                  <a:pt x="3632469" y="2681287"/>
                </a:cubicBezTo>
                <a:close/>
                <a:moveTo>
                  <a:pt x="1977117" y="2671082"/>
                </a:moveTo>
                <a:cubicBezTo>
                  <a:pt x="1944229" y="2638193"/>
                  <a:pt x="1968299" y="2578893"/>
                  <a:pt x="2014537" y="2578893"/>
                </a:cubicBezTo>
                <a:cubicBezTo>
                  <a:pt x="2062172" y="2578893"/>
                  <a:pt x="2084889" y="2638264"/>
                  <a:pt x="2049506" y="2670286"/>
                </a:cubicBezTo>
                <a:cubicBezTo>
                  <a:pt x="2027554" y="2690152"/>
                  <a:pt x="1996529" y="2690493"/>
                  <a:pt x="1977117" y="2671082"/>
                </a:cubicBezTo>
                <a:close/>
                <a:moveTo>
                  <a:pt x="1791842" y="2659610"/>
                </a:moveTo>
                <a:cubicBezTo>
                  <a:pt x="1781060" y="2639462"/>
                  <a:pt x="1794633" y="2609850"/>
                  <a:pt x="1814650" y="2609850"/>
                </a:cubicBezTo>
                <a:cubicBezTo>
                  <a:pt x="1834472" y="2609850"/>
                  <a:pt x="1848079" y="2640383"/>
                  <a:pt x="1837044" y="2660102"/>
                </a:cubicBezTo>
                <a:cubicBezTo>
                  <a:pt x="1825155" y="2681345"/>
                  <a:pt x="1803347" y="2681107"/>
                  <a:pt x="1791842" y="2659610"/>
                </a:cubicBezTo>
                <a:close/>
                <a:moveTo>
                  <a:pt x="3444874" y="2651125"/>
                </a:moveTo>
                <a:cubicBezTo>
                  <a:pt x="3432416" y="2638666"/>
                  <a:pt x="3438802" y="2602256"/>
                  <a:pt x="3454503" y="2596231"/>
                </a:cubicBezTo>
                <a:cubicBezTo>
                  <a:pt x="3476878" y="2587645"/>
                  <a:pt x="3499125" y="2612547"/>
                  <a:pt x="3491249" y="2637362"/>
                </a:cubicBezTo>
                <a:cubicBezTo>
                  <a:pt x="3485150" y="2656579"/>
                  <a:pt x="3458298" y="2664548"/>
                  <a:pt x="3444874" y="2651125"/>
                </a:cubicBezTo>
                <a:close/>
                <a:moveTo>
                  <a:pt x="2933800" y="2624258"/>
                </a:moveTo>
                <a:cubicBezTo>
                  <a:pt x="2918333" y="2605622"/>
                  <a:pt x="2928320" y="2581275"/>
                  <a:pt x="2951431" y="2581275"/>
                </a:cubicBezTo>
                <a:cubicBezTo>
                  <a:pt x="2973960" y="2581275"/>
                  <a:pt x="2985527" y="2607596"/>
                  <a:pt x="2970798" y="2625344"/>
                </a:cubicBezTo>
                <a:cubicBezTo>
                  <a:pt x="2956896" y="2642095"/>
                  <a:pt x="2948396" y="2641845"/>
                  <a:pt x="2933800" y="2624258"/>
                </a:cubicBezTo>
                <a:close/>
                <a:moveTo>
                  <a:pt x="3979068" y="2628137"/>
                </a:moveTo>
                <a:cubicBezTo>
                  <a:pt x="3949639" y="2610996"/>
                  <a:pt x="3966004" y="2533650"/>
                  <a:pt x="3999060" y="2533650"/>
                </a:cubicBezTo>
                <a:cubicBezTo>
                  <a:pt x="4017848" y="2533650"/>
                  <a:pt x="4048125" y="2565976"/>
                  <a:pt x="4048125" y="2586037"/>
                </a:cubicBezTo>
                <a:cubicBezTo>
                  <a:pt x="4048125" y="2598730"/>
                  <a:pt x="4038776" y="2615317"/>
                  <a:pt x="4026955" y="2623597"/>
                </a:cubicBezTo>
                <a:cubicBezTo>
                  <a:pt x="4002337" y="2640840"/>
                  <a:pt x="4001083" y="2640959"/>
                  <a:pt x="3979068" y="2628137"/>
                </a:cubicBezTo>
                <a:close/>
                <a:moveTo>
                  <a:pt x="915193" y="2625427"/>
                </a:moveTo>
                <a:cubicBezTo>
                  <a:pt x="917376" y="2623517"/>
                  <a:pt x="929878" y="2616386"/>
                  <a:pt x="942975" y="2609580"/>
                </a:cubicBezTo>
                <a:cubicBezTo>
                  <a:pt x="964756" y="2598261"/>
                  <a:pt x="965672" y="2598557"/>
                  <a:pt x="953714" y="2613053"/>
                </a:cubicBezTo>
                <a:cubicBezTo>
                  <a:pt x="946525" y="2621768"/>
                  <a:pt x="934023" y="2628900"/>
                  <a:pt x="925933" y="2628900"/>
                </a:cubicBezTo>
                <a:cubicBezTo>
                  <a:pt x="917843" y="2628900"/>
                  <a:pt x="913010" y="2627337"/>
                  <a:pt x="915193" y="2625427"/>
                </a:cubicBezTo>
                <a:close/>
                <a:moveTo>
                  <a:pt x="4183594" y="2614072"/>
                </a:moveTo>
                <a:cubicBezTo>
                  <a:pt x="4153580" y="2593050"/>
                  <a:pt x="4155474" y="2550025"/>
                  <a:pt x="4187522" y="2524816"/>
                </a:cubicBezTo>
                <a:cubicBezTo>
                  <a:pt x="4234113" y="2488167"/>
                  <a:pt x="4276725" y="2503814"/>
                  <a:pt x="4276725" y="2557571"/>
                </a:cubicBezTo>
                <a:cubicBezTo>
                  <a:pt x="4276725" y="2614217"/>
                  <a:pt x="4226931" y="2644426"/>
                  <a:pt x="4183594" y="2614072"/>
                </a:cubicBezTo>
                <a:close/>
                <a:moveTo>
                  <a:pt x="2387929" y="2613354"/>
                </a:moveTo>
                <a:cubicBezTo>
                  <a:pt x="2370727" y="2596152"/>
                  <a:pt x="2381252" y="2560900"/>
                  <a:pt x="2402681" y="2563943"/>
                </a:cubicBezTo>
                <a:cubicBezTo>
                  <a:pt x="2418343" y="2566168"/>
                  <a:pt x="2424112" y="2573362"/>
                  <a:pt x="2424112" y="2590669"/>
                </a:cubicBezTo>
                <a:cubicBezTo>
                  <a:pt x="2424112" y="2613659"/>
                  <a:pt x="2402059" y="2627484"/>
                  <a:pt x="2387929" y="2613354"/>
                </a:cubicBezTo>
                <a:close/>
                <a:moveTo>
                  <a:pt x="1139713" y="2592431"/>
                </a:moveTo>
                <a:cubicBezTo>
                  <a:pt x="1108166" y="2557571"/>
                  <a:pt x="1129689" y="2520262"/>
                  <a:pt x="1178142" y="2525817"/>
                </a:cubicBezTo>
                <a:cubicBezTo>
                  <a:pt x="1210256" y="2529500"/>
                  <a:pt x="1220197" y="2569392"/>
                  <a:pt x="1195224" y="2594365"/>
                </a:cubicBezTo>
                <a:cubicBezTo>
                  <a:pt x="1175093" y="2614495"/>
                  <a:pt x="1159179" y="2613941"/>
                  <a:pt x="1139713" y="2592431"/>
                </a:cubicBezTo>
                <a:close/>
                <a:moveTo>
                  <a:pt x="3228975" y="2581275"/>
                </a:moveTo>
                <a:cubicBezTo>
                  <a:pt x="3195391" y="2547691"/>
                  <a:pt x="3219102" y="2486025"/>
                  <a:pt x="3265598" y="2486025"/>
                </a:cubicBezTo>
                <a:cubicBezTo>
                  <a:pt x="3308715" y="2486025"/>
                  <a:pt x="3330679" y="2554336"/>
                  <a:pt x="3297281" y="2584561"/>
                </a:cubicBezTo>
                <a:cubicBezTo>
                  <a:pt x="3274133" y="2605510"/>
                  <a:pt x="3252152" y="2604452"/>
                  <a:pt x="3228975" y="2581275"/>
                </a:cubicBezTo>
                <a:close/>
                <a:moveTo>
                  <a:pt x="2186667" y="2566307"/>
                </a:moveTo>
                <a:cubicBezTo>
                  <a:pt x="2166633" y="2546272"/>
                  <a:pt x="2167811" y="2528013"/>
                  <a:pt x="2190609" y="2505215"/>
                </a:cubicBezTo>
                <a:cubicBezTo>
                  <a:pt x="2217351" y="2478473"/>
                  <a:pt x="2257425" y="2496244"/>
                  <a:pt x="2257425" y="2534843"/>
                </a:cubicBezTo>
                <a:cubicBezTo>
                  <a:pt x="2257425" y="2575535"/>
                  <a:pt x="2214834" y="2594474"/>
                  <a:pt x="2186667" y="2566307"/>
                </a:cubicBezTo>
                <a:close/>
                <a:moveTo>
                  <a:pt x="2532094" y="2557852"/>
                </a:moveTo>
                <a:cubicBezTo>
                  <a:pt x="2519027" y="2529172"/>
                  <a:pt x="2542571" y="2486025"/>
                  <a:pt x="2571289" y="2486025"/>
                </a:cubicBezTo>
                <a:cubicBezTo>
                  <a:pt x="2592954" y="2486025"/>
                  <a:pt x="2619375" y="2510293"/>
                  <a:pt x="2619375" y="2530194"/>
                </a:cubicBezTo>
                <a:cubicBezTo>
                  <a:pt x="2619375" y="2581906"/>
                  <a:pt x="2552683" y="2603040"/>
                  <a:pt x="2532094" y="2557852"/>
                </a:cubicBezTo>
                <a:close/>
                <a:moveTo>
                  <a:pt x="2738309" y="2561821"/>
                </a:moveTo>
                <a:cubicBezTo>
                  <a:pt x="2730503" y="2537227"/>
                  <a:pt x="2743991" y="2521046"/>
                  <a:pt x="2768382" y="2525743"/>
                </a:cubicBezTo>
                <a:cubicBezTo>
                  <a:pt x="2779952" y="2527971"/>
                  <a:pt x="2786062" y="2537332"/>
                  <a:pt x="2786062" y="2552830"/>
                </a:cubicBezTo>
                <a:cubicBezTo>
                  <a:pt x="2786062" y="2584708"/>
                  <a:pt x="2747856" y="2591901"/>
                  <a:pt x="2738309" y="2561821"/>
                </a:cubicBezTo>
                <a:close/>
                <a:moveTo>
                  <a:pt x="4425950" y="2546350"/>
                </a:moveTo>
                <a:cubicBezTo>
                  <a:pt x="4404765" y="2525165"/>
                  <a:pt x="4433317" y="2480921"/>
                  <a:pt x="4461255" y="2491642"/>
                </a:cubicBezTo>
                <a:cubicBezTo>
                  <a:pt x="4481657" y="2499471"/>
                  <a:pt x="4480894" y="2517421"/>
                  <a:pt x="4459331" y="2536936"/>
                </a:cubicBezTo>
                <a:cubicBezTo>
                  <a:pt x="4440079" y="2554358"/>
                  <a:pt x="4435305" y="2555705"/>
                  <a:pt x="4425950" y="2546350"/>
                </a:cubicBezTo>
                <a:close/>
                <a:moveTo>
                  <a:pt x="3633217" y="2519828"/>
                </a:moveTo>
                <a:cubicBezTo>
                  <a:pt x="3602501" y="2472950"/>
                  <a:pt x="3654389" y="2412098"/>
                  <a:pt x="3699740" y="2441813"/>
                </a:cubicBezTo>
                <a:cubicBezTo>
                  <a:pt x="3749292" y="2474281"/>
                  <a:pt x="3733598" y="2543175"/>
                  <a:pt x="3676650" y="2543175"/>
                </a:cubicBezTo>
                <a:cubicBezTo>
                  <a:pt x="3657298" y="2543175"/>
                  <a:pt x="3643737" y="2535885"/>
                  <a:pt x="3633217" y="2519828"/>
                </a:cubicBezTo>
                <a:close/>
                <a:moveTo>
                  <a:pt x="1486269" y="2515290"/>
                </a:moveTo>
                <a:cubicBezTo>
                  <a:pt x="1473818" y="2492025"/>
                  <a:pt x="1482281" y="2469407"/>
                  <a:pt x="1506287" y="2461788"/>
                </a:cubicBezTo>
                <a:cubicBezTo>
                  <a:pt x="1541871" y="2450494"/>
                  <a:pt x="1567843" y="2495521"/>
                  <a:pt x="1541145" y="2522220"/>
                </a:cubicBezTo>
                <a:cubicBezTo>
                  <a:pt x="1524001" y="2539363"/>
                  <a:pt x="1497352" y="2535998"/>
                  <a:pt x="1486269" y="2515290"/>
                </a:cubicBezTo>
                <a:close/>
                <a:moveTo>
                  <a:pt x="1847950" y="2509958"/>
                </a:moveTo>
                <a:cubicBezTo>
                  <a:pt x="1832123" y="2490888"/>
                  <a:pt x="1842666" y="2466975"/>
                  <a:pt x="1866900" y="2466975"/>
                </a:cubicBezTo>
                <a:cubicBezTo>
                  <a:pt x="1877706" y="2466975"/>
                  <a:pt x="1889036" y="2473458"/>
                  <a:pt x="1892077" y="2481383"/>
                </a:cubicBezTo>
                <a:cubicBezTo>
                  <a:pt x="1897550" y="2495646"/>
                  <a:pt x="1880775" y="2524125"/>
                  <a:pt x="1866900" y="2524125"/>
                </a:cubicBezTo>
                <a:cubicBezTo>
                  <a:pt x="1862944" y="2524125"/>
                  <a:pt x="1854416" y="2517750"/>
                  <a:pt x="1847950" y="2509958"/>
                </a:cubicBezTo>
                <a:close/>
                <a:moveTo>
                  <a:pt x="3009900" y="2505075"/>
                </a:moveTo>
                <a:cubicBezTo>
                  <a:pt x="2988270" y="2464659"/>
                  <a:pt x="3038281" y="2427549"/>
                  <a:pt x="3067284" y="2462494"/>
                </a:cubicBezTo>
                <a:cubicBezTo>
                  <a:pt x="3076529" y="2473635"/>
                  <a:pt x="3076852" y="2482602"/>
                  <a:pt x="3068654" y="2500594"/>
                </a:cubicBezTo>
                <a:cubicBezTo>
                  <a:pt x="3055650" y="2529136"/>
                  <a:pt x="3024066" y="2531544"/>
                  <a:pt x="3009900" y="2505075"/>
                </a:cubicBezTo>
                <a:close/>
                <a:moveTo>
                  <a:pt x="3451494" y="2490787"/>
                </a:moveTo>
                <a:cubicBezTo>
                  <a:pt x="3443135" y="2469003"/>
                  <a:pt x="3454845" y="2447925"/>
                  <a:pt x="3475306" y="2447925"/>
                </a:cubicBezTo>
                <a:cubicBezTo>
                  <a:pt x="3497835" y="2447925"/>
                  <a:pt x="3509402" y="2474246"/>
                  <a:pt x="3494673" y="2491994"/>
                </a:cubicBezTo>
                <a:cubicBezTo>
                  <a:pt x="3480342" y="2509261"/>
                  <a:pt x="3458347" y="2508647"/>
                  <a:pt x="3451494" y="2490787"/>
                </a:cubicBezTo>
                <a:close/>
                <a:moveTo>
                  <a:pt x="1318647" y="2475585"/>
                </a:moveTo>
                <a:cubicBezTo>
                  <a:pt x="1309722" y="2461144"/>
                  <a:pt x="1333228" y="2439879"/>
                  <a:pt x="1369670" y="2429428"/>
                </a:cubicBezTo>
                <a:cubicBezTo>
                  <a:pt x="1393851" y="2422493"/>
                  <a:pt x="1400175" y="2423503"/>
                  <a:pt x="1400175" y="2434302"/>
                </a:cubicBezTo>
                <a:cubicBezTo>
                  <a:pt x="1400175" y="2468747"/>
                  <a:pt x="1334861" y="2501820"/>
                  <a:pt x="1318647" y="2475585"/>
                </a:cubicBezTo>
                <a:close/>
                <a:moveTo>
                  <a:pt x="1661236" y="2443162"/>
                </a:moveTo>
                <a:cubicBezTo>
                  <a:pt x="1629896" y="2395331"/>
                  <a:pt x="1694786" y="2345122"/>
                  <a:pt x="1727528" y="2391868"/>
                </a:cubicBezTo>
                <a:cubicBezTo>
                  <a:pt x="1743019" y="2413984"/>
                  <a:pt x="1738917" y="2436693"/>
                  <a:pt x="1716110" y="2455068"/>
                </a:cubicBezTo>
                <a:cubicBezTo>
                  <a:pt x="1693947" y="2472926"/>
                  <a:pt x="1678549" y="2469585"/>
                  <a:pt x="1661236" y="2443162"/>
                </a:cubicBezTo>
                <a:close/>
                <a:moveTo>
                  <a:pt x="3880119" y="2452687"/>
                </a:moveTo>
                <a:cubicBezTo>
                  <a:pt x="3872573" y="2433023"/>
                  <a:pt x="3882804" y="2409825"/>
                  <a:pt x="3899022" y="2409825"/>
                </a:cubicBezTo>
                <a:cubicBezTo>
                  <a:pt x="3918519" y="2409825"/>
                  <a:pt x="3935107" y="2433500"/>
                  <a:pt x="3928207" y="2451480"/>
                </a:cubicBezTo>
                <a:cubicBezTo>
                  <a:pt x="3920740" y="2470939"/>
                  <a:pt x="3887444" y="2471775"/>
                  <a:pt x="3880119" y="2452687"/>
                </a:cubicBezTo>
                <a:close/>
                <a:moveTo>
                  <a:pt x="2029194" y="2439090"/>
                </a:moveTo>
                <a:cubicBezTo>
                  <a:pt x="2017810" y="2417818"/>
                  <a:pt x="2024370" y="2394522"/>
                  <a:pt x="2043848" y="2387047"/>
                </a:cubicBezTo>
                <a:cubicBezTo>
                  <a:pt x="2063763" y="2379406"/>
                  <a:pt x="2084425" y="2389936"/>
                  <a:pt x="2091161" y="2411162"/>
                </a:cubicBezTo>
                <a:cubicBezTo>
                  <a:pt x="2103673" y="2450583"/>
                  <a:pt x="2048623" y="2475393"/>
                  <a:pt x="2029194" y="2439090"/>
                </a:cubicBezTo>
                <a:close/>
                <a:moveTo>
                  <a:pt x="2419729" y="2443620"/>
                </a:moveTo>
                <a:cubicBezTo>
                  <a:pt x="2401422" y="2421561"/>
                  <a:pt x="2411598" y="2395537"/>
                  <a:pt x="2438530" y="2395537"/>
                </a:cubicBezTo>
                <a:cubicBezTo>
                  <a:pt x="2456244" y="2395537"/>
                  <a:pt x="2463022" y="2401267"/>
                  <a:pt x="2465427" y="2418272"/>
                </a:cubicBezTo>
                <a:cubicBezTo>
                  <a:pt x="2470193" y="2451983"/>
                  <a:pt x="2440390" y="2468514"/>
                  <a:pt x="2419729" y="2443620"/>
                </a:cubicBezTo>
                <a:close/>
                <a:moveTo>
                  <a:pt x="2821305" y="2426970"/>
                </a:moveTo>
                <a:cubicBezTo>
                  <a:pt x="2815018" y="2420683"/>
                  <a:pt x="2809875" y="2402252"/>
                  <a:pt x="2809875" y="2386012"/>
                </a:cubicBezTo>
                <a:cubicBezTo>
                  <a:pt x="2809875" y="2349982"/>
                  <a:pt x="2824745" y="2333625"/>
                  <a:pt x="2857500" y="2333625"/>
                </a:cubicBezTo>
                <a:cubicBezTo>
                  <a:pt x="2889327" y="2333625"/>
                  <a:pt x="2905125" y="2349828"/>
                  <a:pt x="2905125" y="2382474"/>
                </a:cubicBezTo>
                <a:cubicBezTo>
                  <a:pt x="2905125" y="2428448"/>
                  <a:pt x="2851336" y="2457001"/>
                  <a:pt x="2821305" y="2426970"/>
                </a:cubicBezTo>
                <a:close/>
                <a:moveTo>
                  <a:pt x="4251594" y="2424112"/>
                </a:moveTo>
                <a:cubicBezTo>
                  <a:pt x="4243168" y="2402154"/>
                  <a:pt x="4255004" y="2381250"/>
                  <a:pt x="4275863" y="2381250"/>
                </a:cubicBezTo>
                <a:cubicBezTo>
                  <a:pt x="4299440" y="2381250"/>
                  <a:pt x="4308282" y="2394948"/>
                  <a:pt x="4300510" y="2419435"/>
                </a:cubicBezTo>
                <a:cubicBezTo>
                  <a:pt x="4293464" y="2441633"/>
                  <a:pt x="4259561" y="2444875"/>
                  <a:pt x="4251594" y="2424112"/>
                </a:cubicBezTo>
                <a:close/>
                <a:moveTo>
                  <a:pt x="3326130" y="2398395"/>
                </a:moveTo>
                <a:cubicBezTo>
                  <a:pt x="3299431" y="2371696"/>
                  <a:pt x="3325403" y="2326669"/>
                  <a:pt x="3360987" y="2337963"/>
                </a:cubicBezTo>
                <a:cubicBezTo>
                  <a:pt x="3386666" y="2346113"/>
                  <a:pt x="3392119" y="2365745"/>
                  <a:pt x="3375353" y="2389681"/>
                </a:cubicBezTo>
                <a:cubicBezTo>
                  <a:pt x="3359468" y="2412360"/>
                  <a:pt x="3343009" y="2415274"/>
                  <a:pt x="3326130" y="2398395"/>
                </a:cubicBezTo>
                <a:close/>
                <a:moveTo>
                  <a:pt x="4077005" y="2391345"/>
                </a:moveTo>
                <a:cubicBezTo>
                  <a:pt x="4061097" y="2361620"/>
                  <a:pt x="4080414" y="2331664"/>
                  <a:pt x="4113059" y="2335435"/>
                </a:cubicBezTo>
                <a:cubicBezTo>
                  <a:pt x="4135350" y="2338010"/>
                  <a:pt x="4138612" y="2342643"/>
                  <a:pt x="4138612" y="2371725"/>
                </a:cubicBezTo>
                <a:cubicBezTo>
                  <a:pt x="4138612" y="2412755"/>
                  <a:pt x="4095766" y="2426401"/>
                  <a:pt x="4077005" y="2391345"/>
                </a:cubicBezTo>
                <a:close/>
                <a:moveTo>
                  <a:pt x="2601105" y="2382709"/>
                </a:moveTo>
                <a:cubicBezTo>
                  <a:pt x="2594628" y="2370606"/>
                  <a:pt x="2595118" y="2361691"/>
                  <a:pt x="2602675" y="2354134"/>
                </a:cubicBezTo>
                <a:cubicBezTo>
                  <a:pt x="2628805" y="2328004"/>
                  <a:pt x="2661907" y="2357717"/>
                  <a:pt x="2638324" y="2386133"/>
                </a:cubicBezTo>
                <a:cubicBezTo>
                  <a:pt x="2622718" y="2404938"/>
                  <a:pt x="2612499" y="2403997"/>
                  <a:pt x="2601105" y="2382709"/>
                </a:cubicBezTo>
                <a:close/>
                <a:moveTo>
                  <a:pt x="3576948" y="2381752"/>
                </a:moveTo>
                <a:cubicBezTo>
                  <a:pt x="3568573" y="2368202"/>
                  <a:pt x="3579253" y="2352675"/>
                  <a:pt x="3596948" y="2352675"/>
                </a:cubicBezTo>
                <a:cubicBezTo>
                  <a:pt x="3605293" y="2352675"/>
                  <a:pt x="3610073" y="2359366"/>
                  <a:pt x="3608292" y="2368554"/>
                </a:cubicBezTo>
                <a:cubicBezTo>
                  <a:pt x="3604581" y="2387685"/>
                  <a:pt x="3585563" y="2395693"/>
                  <a:pt x="3576948" y="2381752"/>
                </a:cubicBezTo>
                <a:close/>
                <a:moveTo>
                  <a:pt x="2247427" y="2366393"/>
                </a:moveTo>
                <a:cubicBezTo>
                  <a:pt x="2226599" y="2341296"/>
                  <a:pt x="2247071" y="2300287"/>
                  <a:pt x="2280428" y="2300287"/>
                </a:cubicBezTo>
                <a:cubicBezTo>
                  <a:pt x="2316334" y="2300287"/>
                  <a:pt x="2331549" y="2323986"/>
                  <a:pt x="2316645" y="2356697"/>
                </a:cubicBezTo>
                <a:cubicBezTo>
                  <a:pt x="2303775" y="2384942"/>
                  <a:pt x="2267087" y="2390081"/>
                  <a:pt x="2247427" y="2366393"/>
                </a:cubicBezTo>
                <a:close/>
                <a:moveTo>
                  <a:pt x="3090734" y="2361796"/>
                </a:moveTo>
                <a:cubicBezTo>
                  <a:pt x="3082928" y="2337202"/>
                  <a:pt x="3096416" y="2321021"/>
                  <a:pt x="3120807" y="2325718"/>
                </a:cubicBezTo>
                <a:cubicBezTo>
                  <a:pt x="3132377" y="2327946"/>
                  <a:pt x="3138487" y="2337307"/>
                  <a:pt x="3138487" y="2352805"/>
                </a:cubicBezTo>
                <a:cubicBezTo>
                  <a:pt x="3138487" y="2384683"/>
                  <a:pt x="3100281" y="2391876"/>
                  <a:pt x="3090734" y="2361796"/>
                </a:cubicBezTo>
                <a:close/>
                <a:moveTo>
                  <a:pt x="4385692" y="2338853"/>
                </a:moveTo>
                <a:cubicBezTo>
                  <a:pt x="4366977" y="2310291"/>
                  <a:pt x="4374348" y="2282791"/>
                  <a:pt x="4404388" y="2269104"/>
                </a:cubicBezTo>
                <a:cubicBezTo>
                  <a:pt x="4435149" y="2255088"/>
                  <a:pt x="4467225" y="2277602"/>
                  <a:pt x="4467225" y="2313210"/>
                </a:cubicBezTo>
                <a:cubicBezTo>
                  <a:pt x="4467225" y="2364336"/>
                  <a:pt x="4413467" y="2381244"/>
                  <a:pt x="4385692" y="2338853"/>
                </a:cubicBezTo>
                <a:close/>
                <a:moveTo>
                  <a:pt x="1872342" y="2328182"/>
                </a:moveTo>
                <a:cubicBezTo>
                  <a:pt x="1839252" y="2295091"/>
                  <a:pt x="1866666" y="2238375"/>
                  <a:pt x="1915751" y="2238375"/>
                </a:cubicBezTo>
                <a:cubicBezTo>
                  <a:pt x="1960638" y="2238375"/>
                  <a:pt x="1976486" y="2280343"/>
                  <a:pt x="1947322" y="2321980"/>
                </a:cubicBezTo>
                <a:cubicBezTo>
                  <a:pt x="1930028" y="2346670"/>
                  <a:pt x="1893825" y="2349664"/>
                  <a:pt x="1872342" y="2328182"/>
                </a:cubicBezTo>
                <a:close/>
                <a:moveTo>
                  <a:pt x="1542194" y="2318306"/>
                </a:moveTo>
                <a:cubicBezTo>
                  <a:pt x="1531445" y="2305355"/>
                  <a:pt x="1532001" y="2301146"/>
                  <a:pt x="1545790" y="2291062"/>
                </a:cubicBezTo>
                <a:cubicBezTo>
                  <a:pt x="1554760" y="2284503"/>
                  <a:pt x="1562100" y="2274101"/>
                  <a:pt x="1562100" y="2267946"/>
                </a:cubicBezTo>
                <a:cubicBezTo>
                  <a:pt x="1562100" y="2259706"/>
                  <a:pt x="1567124" y="2259443"/>
                  <a:pt x="1581150" y="2266950"/>
                </a:cubicBezTo>
                <a:cubicBezTo>
                  <a:pt x="1605391" y="2279923"/>
                  <a:pt x="1605733" y="2310943"/>
                  <a:pt x="1581776" y="2323764"/>
                </a:cubicBezTo>
                <a:cubicBezTo>
                  <a:pt x="1557973" y="2336503"/>
                  <a:pt x="1557209" y="2336398"/>
                  <a:pt x="1542194" y="2318306"/>
                </a:cubicBezTo>
                <a:close/>
                <a:moveTo>
                  <a:pt x="3710667" y="2309132"/>
                </a:moveTo>
                <a:cubicBezTo>
                  <a:pt x="3685383" y="2283847"/>
                  <a:pt x="3701696" y="2228850"/>
                  <a:pt x="3734480" y="2228850"/>
                </a:cubicBezTo>
                <a:cubicBezTo>
                  <a:pt x="3752783" y="2228850"/>
                  <a:pt x="3780944" y="2266656"/>
                  <a:pt x="3775115" y="2283402"/>
                </a:cubicBezTo>
                <a:cubicBezTo>
                  <a:pt x="3762244" y="2320377"/>
                  <a:pt x="3733420" y="2331884"/>
                  <a:pt x="3710667" y="2309132"/>
                </a:cubicBezTo>
                <a:close/>
                <a:moveTo>
                  <a:pt x="3487243" y="2289503"/>
                </a:moveTo>
                <a:cubicBezTo>
                  <a:pt x="3446858" y="2261216"/>
                  <a:pt x="3471530" y="2201675"/>
                  <a:pt x="3518728" y="2213521"/>
                </a:cubicBezTo>
                <a:cubicBezTo>
                  <a:pt x="3546090" y="2220388"/>
                  <a:pt x="3557942" y="2249114"/>
                  <a:pt x="3544092" y="2274994"/>
                </a:cubicBezTo>
                <a:cubicBezTo>
                  <a:pt x="3530242" y="2300872"/>
                  <a:pt x="3510623" y="2305880"/>
                  <a:pt x="3487243" y="2289503"/>
                </a:cubicBezTo>
                <a:close/>
                <a:moveTo>
                  <a:pt x="3926419" y="2290222"/>
                </a:moveTo>
                <a:cubicBezTo>
                  <a:pt x="3885427" y="2261510"/>
                  <a:pt x="3909478" y="2190750"/>
                  <a:pt x="3960228" y="2190750"/>
                </a:cubicBezTo>
                <a:cubicBezTo>
                  <a:pt x="3980798" y="2190750"/>
                  <a:pt x="4010025" y="2222994"/>
                  <a:pt x="4010025" y="2245689"/>
                </a:cubicBezTo>
                <a:cubicBezTo>
                  <a:pt x="4010025" y="2259439"/>
                  <a:pt x="3968073" y="2305050"/>
                  <a:pt x="3955427" y="2305050"/>
                </a:cubicBezTo>
                <a:cubicBezTo>
                  <a:pt x="3951116" y="2305050"/>
                  <a:pt x="3938062" y="2298377"/>
                  <a:pt x="3926419" y="2290222"/>
                </a:cubicBezTo>
                <a:close/>
                <a:moveTo>
                  <a:pt x="2697480" y="2274570"/>
                </a:moveTo>
                <a:cubicBezTo>
                  <a:pt x="2668913" y="2246003"/>
                  <a:pt x="2695680" y="2192978"/>
                  <a:pt x="2732730" y="2204737"/>
                </a:cubicBezTo>
                <a:cubicBezTo>
                  <a:pt x="2759993" y="2213390"/>
                  <a:pt x="2767438" y="2245429"/>
                  <a:pt x="2747344" y="2267632"/>
                </a:cubicBezTo>
                <a:cubicBezTo>
                  <a:pt x="2728208" y="2288777"/>
                  <a:pt x="2713705" y="2290795"/>
                  <a:pt x="2697480" y="2274570"/>
                </a:cubicBezTo>
                <a:close/>
                <a:moveTo>
                  <a:pt x="2129517" y="2261507"/>
                </a:moveTo>
                <a:cubicBezTo>
                  <a:pt x="2095506" y="2227495"/>
                  <a:pt x="2124484" y="2179198"/>
                  <a:pt x="2167219" y="2198670"/>
                </a:cubicBezTo>
                <a:cubicBezTo>
                  <a:pt x="2195018" y="2211336"/>
                  <a:pt x="2197708" y="2238649"/>
                  <a:pt x="2173331" y="2260711"/>
                </a:cubicBezTo>
                <a:cubicBezTo>
                  <a:pt x="2151837" y="2280163"/>
                  <a:pt x="2148239" y="2280228"/>
                  <a:pt x="2129517" y="2261507"/>
                </a:cubicBezTo>
                <a:close/>
                <a:moveTo>
                  <a:pt x="2453449" y="2258267"/>
                </a:moveTo>
                <a:cubicBezTo>
                  <a:pt x="2416420" y="2217350"/>
                  <a:pt x="2451294" y="2159207"/>
                  <a:pt x="2502191" y="2177003"/>
                </a:cubicBezTo>
                <a:cubicBezTo>
                  <a:pt x="2549593" y="2193578"/>
                  <a:pt x="2536121" y="2276475"/>
                  <a:pt x="2486025" y="2276475"/>
                </a:cubicBezTo>
                <a:cubicBezTo>
                  <a:pt x="2477171" y="2276475"/>
                  <a:pt x="2462512" y="2268281"/>
                  <a:pt x="2453449" y="2258267"/>
                </a:cubicBezTo>
                <a:close/>
                <a:moveTo>
                  <a:pt x="4574947" y="2260892"/>
                </a:moveTo>
                <a:cubicBezTo>
                  <a:pt x="4566932" y="2240005"/>
                  <a:pt x="4584120" y="2214562"/>
                  <a:pt x="4606245" y="2214562"/>
                </a:cubicBezTo>
                <a:cubicBezTo>
                  <a:pt x="4627602" y="2214562"/>
                  <a:pt x="4635354" y="2243234"/>
                  <a:pt x="4619245" y="2262645"/>
                </a:cubicBezTo>
                <a:cubicBezTo>
                  <a:pt x="4603974" y="2281045"/>
                  <a:pt x="4582352" y="2280190"/>
                  <a:pt x="4574947" y="2260892"/>
                </a:cubicBezTo>
                <a:close/>
                <a:moveTo>
                  <a:pt x="2952850" y="2252783"/>
                </a:moveTo>
                <a:cubicBezTo>
                  <a:pt x="2928184" y="2223062"/>
                  <a:pt x="2970020" y="2184888"/>
                  <a:pt x="2997330" y="2212197"/>
                </a:cubicBezTo>
                <a:cubicBezTo>
                  <a:pt x="3015780" y="2230647"/>
                  <a:pt x="3005516" y="2266950"/>
                  <a:pt x="2981849" y="2266950"/>
                </a:cubicBezTo>
                <a:cubicBezTo>
                  <a:pt x="2972366" y="2266950"/>
                  <a:pt x="2959316" y="2260575"/>
                  <a:pt x="2952850" y="2252783"/>
                </a:cubicBezTo>
                <a:close/>
                <a:moveTo>
                  <a:pt x="3185282" y="2243206"/>
                </a:moveTo>
                <a:cubicBezTo>
                  <a:pt x="3151708" y="2191966"/>
                  <a:pt x="3203926" y="2134046"/>
                  <a:pt x="3254073" y="2166904"/>
                </a:cubicBezTo>
                <a:cubicBezTo>
                  <a:pt x="3296920" y="2194978"/>
                  <a:pt x="3273345" y="2266950"/>
                  <a:pt x="3221300" y="2266950"/>
                </a:cubicBezTo>
                <a:cubicBezTo>
                  <a:pt x="3210001" y="2266950"/>
                  <a:pt x="3193872" y="2256318"/>
                  <a:pt x="3185282" y="2243206"/>
                </a:cubicBezTo>
                <a:close/>
                <a:moveTo>
                  <a:pt x="1725930" y="2236470"/>
                </a:moveTo>
                <a:cubicBezTo>
                  <a:pt x="1702005" y="2212545"/>
                  <a:pt x="1719814" y="2171700"/>
                  <a:pt x="1754169" y="2171700"/>
                </a:cubicBezTo>
                <a:cubicBezTo>
                  <a:pt x="1768337" y="2171700"/>
                  <a:pt x="1790700" y="2197139"/>
                  <a:pt x="1790700" y="2213255"/>
                </a:cubicBezTo>
                <a:cubicBezTo>
                  <a:pt x="1790700" y="2238090"/>
                  <a:pt x="1744211" y="2254751"/>
                  <a:pt x="1725930" y="2236470"/>
                </a:cubicBezTo>
                <a:close/>
                <a:moveTo>
                  <a:pt x="4207422" y="2227569"/>
                </a:moveTo>
                <a:cubicBezTo>
                  <a:pt x="4187280" y="2216296"/>
                  <a:pt x="4185634" y="2168960"/>
                  <a:pt x="4204830" y="2153029"/>
                </a:cubicBezTo>
                <a:cubicBezTo>
                  <a:pt x="4224377" y="2136806"/>
                  <a:pt x="4256587" y="2149764"/>
                  <a:pt x="4263312" y="2176555"/>
                </a:cubicBezTo>
                <a:cubicBezTo>
                  <a:pt x="4272706" y="2213986"/>
                  <a:pt x="4238668" y="2245054"/>
                  <a:pt x="4207422" y="2227569"/>
                </a:cubicBezTo>
                <a:close/>
                <a:moveTo>
                  <a:pt x="2307431" y="2203450"/>
                </a:moveTo>
                <a:cubicBezTo>
                  <a:pt x="2291569" y="2197105"/>
                  <a:pt x="2292187" y="2165493"/>
                  <a:pt x="2308295" y="2159312"/>
                </a:cubicBezTo>
                <a:cubicBezTo>
                  <a:pt x="2327242" y="2152042"/>
                  <a:pt x="2345492" y="2166805"/>
                  <a:pt x="2341705" y="2186339"/>
                </a:cubicBezTo>
                <a:cubicBezTo>
                  <a:pt x="2338099" y="2204942"/>
                  <a:pt x="2326117" y="2210924"/>
                  <a:pt x="2307431" y="2203450"/>
                </a:cubicBezTo>
                <a:close/>
                <a:moveTo>
                  <a:pt x="3359325" y="2196673"/>
                </a:moveTo>
                <a:cubicBezTo>
                  <a:pt x="3352822" y="2179726"/>
                  <a:pt x="3370351" y="2162197"/>
                  <a:pt x="3387298" y="2168700"/>
                </a:cubicBezTo>
                <a:cubicBezTo>
                  <a:pt x="3394517" y="2171471"/>
                  <a:pt x="3400425" y="2181852"/>
                  <a:pt x="3400425" y="2191769"/>
                </a:cubicBezTo>
                <a:cubicBezTo>
                  <a:pt x="3400425" y="2212926"/>
                  <a:pt x="3367089" y="2216903"/>
                  <a:pt x="3359325" y="2196673"/>
                </a:cubicBezTo>
                <a:close/>
                <a:moveTo>
                  <a:pt x="4452141" y="2168298"/>
                </a:moveTo>
                <a:cubicBezTo>
                  <a:pt x="4440587" y="2138189"/>
                  <a:pt x="4452029" y="2109787"/>
                  <a:pt x="4475711" y="2109787"/>
                </a:cubicBezTo>
                <a:cubicBezTo>
                  <a:pt x="4505332" y="2109787"/>
                  <a:pt x="4523417" y="2136900"/>
                  <a:pt x="4509066" y="2159793"/>
                </a:cubicBezTo>
                <a:cubicBezTo>
                  <a:pt x="4495517" y="2181407"/>
                  <a:pt x="4459251" y="2186825"/>
                  <a:pt x="4452141" y="2168298"/>
                </a:cubicBezTo>
                <a:close/>
                <a:moveTo>
                  <a:pt x="3797701" y="2165751"/>
                </a:moveTo>
                <a:cubicBezTo>
                  <a:pt x="3787578" y="2155628"/>
                  <a:pt x="3789574" y="2116524"/>
                  <a:pt x="3800560" y="2109734"/>
                </a:cubicBezTo>
                <a:cubicBezTo>
                  <a:pt x="3821932" y="2096526"/>
                  <a:pt x="3849279" y="2115565"/>
                  <a:pt x="3846272" y="2141561"/>
                </a:cubicBezTo>
                <a:cubicBezTo>
                  <a:pt x="3843392" y="2166465"/>
                  <a:pt x="3813368" y="2181418"/>
                  <a:pt x="3797701" y="2165751"/>
                </a:cubicBezTo>
                <a:close/>
                <a:moveTo>
                  <a:pt x="4044042" y="2147207"/>
                </a:moveTo>
                <a:cubicBezTo>
                  <a:pt x="4025124" y="2128289"/>
                  <a:pt x="4035801" y="2103272"/>
                  <a:pt x="4061243" y="2106902"/>
                </a:cubicBezTo>
                <a:cubicBezTo>
                  <a:pt x="4085443" y="2110355"/>
                  <a:pt x="4094174" y="2147561"/>
                  <a:pt x="4072716" y="2155795"/>
                </a:cubicBezTo>
                <a:cubicBezTo>
                  <a:pt x="4064733" y="2158859"/>
                  <a:pt x="4051829" y="2154994"/>
                  <a:pt x="4044042" y="2147207"/>
                </a:cubicBezTo>
                <a:close/>
                <a:moveTo>
                  <a:pt x="2584743" y="2138426"/>
                </a:moveTo>
                <a:cubicBezTo>
                  <a:pt x="2581444" y="2129828"/>
                  <a:pt x="2583312" y="2118227"/>
                  <a:pt x="2588895" y="2112645"/>
                </a:cubicBezTo>
                <a:cubicBezTo>
                  <a:pt x="2603407" y="2098132"/>
                  <a:pt x="2630904" y="2111396"/>
                  <a:pt x="2627113" y="2131080"/>
                </a:cubicBezTo>
                <a:cubicBezTo>
                  <a:pt x="2622890" y="2153005"/>
                  <a:pt x="2592369" y="2158297"/>
                  <a:pt x="2584743" y="2138426"/>
                </a:cubicBezTo>
                <a:close/>
                <a:moveTo>
                  <a:pt x="1994169" y="2128837"/>
                </a:moveTo>
                <a:cubicBezTo>
                  <a:pt x="1986623" y="2109173"/>
                  <a:pt x="1996854" y="2085975"/>
                  <a:pt x="2013072" y="2085975"/>
                </a:cubicBezTo>
                <a:cubicBezTo>
                  <a:pt x="2036551" y="2085975"/>
                  <a:pt x="2052075" y="2112299"/>
                  <a:pt x="2038350" y="2128837"/>
                </a:cubicBezTo>
                <a:cubicBezTo>
                  <a:pt x="2031828" y="2136695"/>
                  <a:pt x="2020453" y="2143125"/>
                  <a:pt x="2013072" y="2143125"/>
                </a:cubicBezTo>
                <a:cubicBezTo>
                  <a:pt x="2005691" y="2143125"/>
                  <a:pt x="1997184" y="2136695"/>
                  <a:pt x="1994169" y="2128837"/>
                </a:cubicBezTo>
                <a:close/>
                <a:moveTo>
                  <a:pt x="3616654" y="2137104"/>
                </a:moveTo>
                <a:cubicBezTo>
                  <a:pt x="3605154" y="2125604"/>
                  <a:pt x="3609369" y="2088245"/>
                  <a:pt x="3622745" y="2083112"/>
                </a:cubicBezTo>
                <a:cubicBezTo>
                  <a:pt x="3643267" y="2075237"/>
                  <a:pt x="3659526" y="2091062"/>
                  <a:pt x="3656052" y="2115529"/>
                </a:cubicBezTo>
                <a:cubicBezTo>
                  <a:pt x="3652902" y="2137709"/>
                  <a:pt x="3629871" y="2150321"/>
                  <a:pt x="3616654" y="2137104"/>
                </a:cubicBezTo>
                <a:close/>
                <a:moveTo>
                  <a:pt x="2878455" y="2103120"/>
                </a:moveTo>
                <a:cubicBezTo>
                  <a:pt x="2862426" y="2087091"/>
                  <a:pt x="2864228" y="2052032"/>
                  <a:pt x="2881992" y="2034267"/>
                </a:cubicBezTo>
                <a:cubicBezTo>
                  <a:pt x="2900587" y="2015673"/>
                  <a:pt x="2905214" y="2015660"/>
                  <a:pt x="2931580" y="2034127"/>
                </a:cubicBezTo>
                <a:cubicBezTo>
                  <a:pt x="2968697" y="2060125"/>
                  <a:pt x="2954016" y="2114550"/>
                  <a:pt x="2909887" y="2114550"/>
                </a:cubicBezTo>
                <a:cubicBezTo>
                  <a:pt x="2898886" y="2114550"/>
                  <a:pt x="2884741" y="2109406"/>
                  <a:pt x="2878455" y="2103120"/>
                </a:cubicBezTo>
                <a:close/>
                <a:moveTo>
                  <a:pt x="3087101" y="2082419"/>
                </a:moveTo>
                <a:cubicBezTo>
                  <a:pt x="3072372" y="2064671"/>
                  <a:pt x="3083939" y="2038350"/>
                  <a:pt x="3106468" y="2038350"/>
                </a:cubicBezTo>
                <a:cubicBezTo>
                  <a:pt x="3129579" y="2038350"/>
                  <a:pt x="3139566" y="2062697"/>
                  <a:pt x="3124099" y="2081333"/>
                </a:cubicBezTo>
                <a:cubicBezTo>
                  <a:pt x="3109503" y="2098920"/>
                  <a:pt x="3101003" y="2099170"/>
                  <a:pt x="3087101" y="2082419"/>
                </a:cubicBezTo>
                <a:close/>
                <a:moveTo>
                  <a:pt x="4301155" y="2058082"/>
                </a:moveTo>
                <a:cubicBezTo>
                  <a:pt x="4283057" y="2038084"/>
                  <a:pt x="4287033" y="2009837"/>
                  <a:pt x="4310713" y="1990184"/>
                </a:cubicBezTo>
                <a:cubicBezTo>
                  <a:pt x="4333989" y="1970867"/>
                  <a:pt x="4371975" y="1993518"/>
                  <a:pt x="4371975" y="2026715"/>
                </a:cubicBezTo>
                <a:cubicBezTo>
                  <a:pt x="4371975" y="2075152"/>
                  <a:pt x="4332447" y="2092659"/>
                  <a:pt x="4301155" y="2058082"/>
                </a:cubicBezTo>
                <a:close/>
                <a:moveTo>
                  <a:pt x="1768475" y="2060574"/>
                </a:moveTo>
                <a:cubicBezTo>
                  <a:pt x="1755536" y="2047636"/>
                  <a:pt x="1762695" y="2010139"/>
                  <a:pt x="1779859" y="2000954"/>
                </a:cubicBezTo>
                <a:cubicBezTo>
                  <a:pt x="1807294" y="1986271"/>
                  <a:pt x="1833305" y="2009575"/>
                  <a:pt x="1825260" y="2041630"/>
                </a:cubicBezTo>
                <a:cubicBezTo>
                  <a:pt x="1819116" y="2066112"/>
                  <a:pt x="1785295" y="2077395"/>
                  <a:pt x="1768475" y="2060574"/>
                </a:cubicBezTo>
                <a:close/>
                <a:moveTo>
                  <a:pt x="2200851" y="2048451"/>
                </a:moveTo>
                <a:cubicBezTo>
                  <a:pt x="2190057" y="2037657"/>
                  <a:pt x="2181225" y="2020252"/>
                  <a:pt x="2181225" y="2009775"/>
                </a:cubicBezTo>
                <a:cubicBezTo>
                  <a:pt x="2181225" y="1954696"/>
                  <a:pt x="2258783" y="1935251"/>
                  <a:pt x="2285699" y="1983581"/>
                </a:cubicBezTo>
                <a:cubicBezTo>
                  <a:pt x="2316936" y="2039669"/>
                  <a:pt x="2246172" y="2093772"/>
                  <a:pt x="2200851" y="2048451"/>
                </a:cubicBezTo>
                <a:close/>
                <a:moveTo>
                  <a:pt x="2429314" y="2053167"/>
                </a:moveTo>
                <a:cubicBezTo>
                  <a:pt x="2412023" y="2032332"/>
                  <a:pt x="2424350" y="2007808"/>
                  <a:pt x="2450263" y="2011488"/>
                </a:cubicBezTo>
                <a:cubicBezTo>
                  <a:pt x="2465969" y="2013718"/>
                  <a:pt x="2471737" y="2020898"/>
                  <a:pt x="2471737" y="2038219"/>
                </a:cubicBezTo>
                <a:cubicBezTo>
                  <a:pt x="2471737" y="2066010"/>
                  <a:pt x="2447160" y="2074670"/>
                  <a:pt x="2429314" y="2053167"/>
                </a:cubicBezTo>
                <a:close/>
                <a:moveTo>
                  <a:pt x="3392805" y="2045970"/>
                </a:moveTo>
                <a:cubicBezTo>
                  <a:pt x="3364245" y="2017410"/>
                  <a:pt x="3385775" y="1962150"/>
                  <a:pt x="3425462" y="1962150"/>
                </a:cubicBezTo>
                <a:cubicBezTo>
                  <a:pt x="3451285" y="1962150"/>
                  <a:pt x="3476625" y="1985737"/>
                  <a:pt x="3476625" y="2009775"/>
                </a:cubicBezTo>
                <a:cubicBezTo>
                  <a:pt x="3476625" y="2048344"/>
                  <a:pt x="3419742" y="2072907"/>
                  <a:pt x="3392805" y="2045970"/>
                </a:cubicBezTo>
                <a:close/>
                <a:moveTo>
                  <a:pt x="3886904" y="2039665"/>
                </a:moveTo>
                <a:cubicBezTo>
                  <a:pt x="3874491" y="2016472"/>
                  <a:pt x="3895818" y="1985067"/>
                  <a:pt x="3918160" y="1993640"/>
                </a:cubicBezTo>
                <a:cubicBezTo>
                  <a:pt x="3938163" y="2001316"/>
                  <a:pt x="3938603" y="2044003"/>
                  <a:pt x="3918758" y="2051618"/>
                </a:cubicBezTo>
                <a:cubicBezTo>
                  <a:pt x="3897833" y="2059648"/>
                  <a:pt x="3897539" y="2059537"/>
                  <a:pt x="3886904" y="2039665"/>
                </a:cubicBezTo>
                <a:close/>
                <a:moveTo>
                  <a:pt x="3225799" y="2041524"/>
                </a:moveTo>
                <a:cubicBezTo>
                  <a:pt x="3213714" y="2029439"/>
                  <a:pt x="3219514" y="1999627"/>
                  <a:pt x="3235114" y="1993640"/>
                </a:cubicBezTo>
                <a:cubicBezTo>
                  <a:pt x="3253632" y="1986534"/>
                  <a:pt x="3277772" y="2014685"/>
                  <a:pt x="3270164" y="2034513"/>
                </a:cubicBezTo>
                <a:cubicBezTo>
                  <a:pt x="3264868" y="2048314"/>
                  <a:pt x="3236994" y="2052719"/>
                  <a:pt x="3225799" y="2041524"/>
                </a:cubicBezTo>
                <a:close/>
                <a:moveTo>
                  <a:pt x="2673402" y="2016914"/>
                </a:moveTo>
                <a:cubicBezTo>
                  <a:pt x="2650728" y="2000334"/>
                  <a:pt x="2657725" y="1943656"/>
                  <a:pt x="2684654" y="1925776"/>
                </a:cubicBezTo>
                <a:cubicBezTo>
                  <a:pt x="2730916" y="1895060"/>
                  <a:pt x="2778172" y="1973442"/>
                  <a:pt x="2737757" y="2013857"/>
                </a:cubicBezTo>
                <a:cubicBezTo>
                  <a:pt x="2719719" y="2031894"/>
                  <a:pt x="2695464" y="2033047"/>
                  <a:pt x="2673402" y="2016914"/>
                </a:cubicBezTo>
                <a:close/>
                <a:moveTo>
                  <a:pt x="4588668" y="2008751"/>
                </a:moveTo>
                <a:cubicBezTo>
                  <a:pt x="4545626" y="1984354"/>
                  <a:pt x="4580806" y="1917043"/>
                  <a:pt x="4627408" y="1934630"/>
                </a:cubicBezTo>
                <a:cubicBezTo>
                  <a:pt x="4644156" y="1940950"/>
                  <a:pt x="4648750" y="1949032"/>
                  <a:pt x="4646458" y="1968142"/>
                </a:cubicBezTo>
                <a:cubicBezTo>
                  <a:pt x="4642614" y="2000185"/>
                  <a:pt x="4611781" y="2021851"/>
                  <a:pt x="4588668" y="2008751"/>
                </a:cubicBezTo>
                <a:close/>
                <a:moveTo>
                  <a:pt x="3701533" y="1997448"/>
                </a:moveTo>
                <a:cubicBezTo>
                  <a:pt x="3680275" y="1981904"/>
                  <a:pt x="3683906" y="1925609"/>
                  <a:pt x="3707103" y="1911088"/>
                </a:cubicBezTo>
                <a:cubicBezTo>
                  <a:pt x="3734156" y="1894154"/>
                  <a:pt x="3776080" y="1914587"/>
                  <a:pt x="3779757" y="1946498"/>
                </a:cubicBezTo>
                <a:cubicBezTo>
                  <a:pt x="3785371" y="1995218"/>
                  <a:pt x="3739417" y="2025149"/>
                  <a:pt x="3701533" y="1997448"/>
                </a:cubicBezTo>
                <a:close/>
                <a:moveTo>
                  <a:pt x="4095750" y="1990725"/>
                </a:moveTo>
                <a:cubicBezTo>
                  <a:pt x="4061677" y="1956652"/>
                  <a:pt x="4084466" y="1885950"/>
                  <a:pt x="4129520" y="1885950"/>
                </a:cubicBezTo>
                <a:cubicBezTo>
                  <a:pt x="4148784" y="1885950"/>
                  <a:pt x="4191000" y="1928463"/>
                  <a:pt x="4191000" y="1947862"/>
                </a:cubicBezTo>
                <a:cubicBezTo>
                  <a:pt x="4191000" y="1967261"/>
                  <a:pt x="4148784" y="2009775"/>
                  <a:pt x="4129520" y="2009775"/>
                </a:cubicBezTo>
                <a:cubicBezTo>
                  <a:pt x="4121424" y="2009775"/>
                  <a:pt x="4106227" y="2001202"/>
                  <a:pt x="4095750" y="1990725"/>
                </a:cubicBezTo>
                <a:close/>
                <a:moveTo>
                  <a:pt x="1949338" y="1973306"/>
                </a:moveTo>
                <a:cubicBezTo>
                  <a:pt x="1919529" y="1940367"/>
                  <a:pt x="1935159" y="1895475"/>
                  <a:pt x="1976437" y="1895475"/>
                </a:cubicBezTo>
                <a:cubicBezTo>
                  <a:pt x="2003809" y="1895475"/>
                  <a:pt x="2019300" y="1913254"/>
                  <a:pt x="2019300" y="1944669"/>
                </a:cubicBezTo>
                <a:cubicBezTo>
                  <a:pt x="2019300" y="1986376"/>
                  <a:pt x="1976880" y="2003739"/>
                  <a:pt x="1949338" y="1973306"/>
                </a:cubicBezTo>
                <a:close/>
                <a:moveTo>
                  <a:pt x="2516147" y="1925208"/>
                </a:moveTo>
                <a:cubicBezTo>
                  <a:pt x="2493784" y="1911032"/>
                  <a:pt x="2506557" y="1871662"/>
                  <a:pt x="2533519" y="1871662"/>
                </a:cubicBezTo>
                <a:cubicBezTo>
                  <a:pt x="2560451" y="1871662"/>
                  <a:pt x="2570627" y="1897686"/>
                  <a:pt x="2552320" y="1919745"/>
                </a:cubicBezTo>
                <a:cubicBezTo>
                  <a:pt x="2539148" y="1935616"/>
                  <a:pt x="2533834" y="1936418"/>
                  <a:pt x="2516147" y="1925208"/>
                </a:cubicBezTo>
                <a:close/>
                <a:moveTo>
                  <a:pt x="3033142" y="1910228"/>
                </a:moveTo>
                <a:cubicBezTo>
                  <a:pt x="3002729" y="1863813"/>
                  <a:pt x="3045688" y="1814364"/>
                  <a:pt x="3090765" y="1843899"/>
                </a:cubicBezTo>
                <a:cubicBezTo>
                  <a:pt x="3118137" y="1861834"/>
                  <a:pt x="3122236" y="1896078"/>
                  <a:pt x="3099707" y="1918607"/>
                </a:cubicBezTo>
                <a:cubicBezTo>
                  <a:pt x="3077927" y="1940386"/>
                  <a:pt x="3050653" y="1936954"/>
                  <a:pt x="3033142" y="1910228"/>
                </a:cubicBezTo>
                <a:close/>
                <a:moveTo>
                  <a:pt x="3543679" y="1919745"/>
                </a:moveTo>
                <a:cubicBezTo>
                  <a:pt x="3518460" y="1889357"/>
                  <a:pt x="3555670" y="1841593"/>
                  <a:pt x="3585364" y="1866237"/>
                </a:cubicBezTo>
                <a:cubicBezTo>
                  <a:pt x="3603282" y="1881108"/>
                  <a:pt x="3604925" y="1906239"/>
                  <a:pt x="3589020" y="1922145"/>
                </a:cubicBezTo>
                <a:cubicBezTo>
                  <a:pt x="3573748" y="1937416"/>
                  <a:pt x="3557637" y="1936563"/>
                  <a:pt x="3543679" y="1919745"/>
                </a:cubicBezTo>
                <a:close/>
                <a:moveTo>
                  <a:pt x="4424638" y="1918202"/>
                </a:moveTo>
                <a:cubicBezTo>
                  <a:pt x="4416628" y="1910192"/>
                  <a:pt x="4410075" y="1902108"/>
                  <a:pt x="4410075" y="1900237"/>
                </a:cubicBezTo>
                <a:cubicBezTo>
                  <a:pt x="4410075" y="1898366"/>
                  <a:pt x="4416628" y="1890282"/>
                  <a:pt x="4424638" y="1882272"/>
                </a:cubicBezTo>
                <a:cubicBezTo>
                  <a:pt x="4443857" y="1863052"/>
                  <a:pt x="4467225" y="1872910"/>
                  <a:pt x="4467225" y="1900237"/>
                </a:cubicBezTo>
                <a:cubicBezTo>
                  <a:pt x="4467225" y="1927564"/>
                  <a:pt x="4443857" y="1937422"/>
                  <a:pt x="4424638" y="1918202"/>
                </a:cubicBezTo>
                <a:close/>
                <a:moveTo>
                  <a:pt x="2840355" y="1903095"/>
                </a:moveTo>
                <a:cubicBezTo>
                  <a:pt x="2825358" y="1888098"/>
                  <a:pt x="2825933" y="1880777"/>
                  <a:pt x="2843488" y="1863222"/>
                </a:cubicBezTo>
                <a:cubicBezTo>
                  <a:pt x="2869665" y="1837045"/>
                  <a:pt x="2908724" y="1872946"/>
                  <a:pt x="2885073" y="1901444"/>
                </a:cubicBezTo>
                <a:cubicBezTo>
                  <a:pt x="2871698" y="1917559"/>
                  <a:pt x="2855420" y="1918160"/>
                  <a:pt x="2840355" y="1903095"/>
                </a:cubicBezTo>
                <a:close/>
                <a:moveTo>
                  <a:pt x="3247628" y="1880709"/>
                </a:moveTo>
                <a:cubicBezTo>
                  <a:pt x="3227505" y="1856462"/>
                  <a:pt x="3260594" y="1827762"/>
                  <a:pt x="3282925" y="1850093"/>
                </a:cubicBezTo>
                <a:cubicBezTo>
                  <a:pt x="3298493" y="1865661"/>
                  <a:pt x="3288080" y="1895475"/>
                  <a:pt x="3267075" y="1895475"/>
                </a:cubicBezTo>
                <a:cubicBezTo>
                  <a:pt x="3263119" y="1895475"/>
                  <a:pt x="3254368" y="1888830"/>
                  <a:pt x="3247628" y="1880709"/>
                </a:cubicBezTo>
                <a:close/>
                <a:moveTo>
                  <a:pt x="3900342" y="1875967"/>
                </a:moveTo>
                <a:cubicBezTo>
                  <a:pt x="3893557" y="1854591"/>
                  <a:pt x="3909716" y="1828800"/>
                  <a:pt x="3929893" y="1828800"/>
                </a:cubicBezTo>
                <a:cubicBezTo>
                  <a:pt x="3949135" y="1828800"/>
                  <a:pt x="3962454" y="1859644"/>
                  <a:pt x="3951594" y="1879052"/>
                </a:cubicBezTo>
                <a:cubicBezTo>
                  <a:pt x="3938978" y="1901594"/>
                  <a:pt x="3907881" y="1899722"/>
                  <a:pt x="3900342" y="1875967"/>
                </a:cubicBezTo>
                <a:close/>
                <a:moveTo>
                  <a:pt x="2324535" y="1862661"/>
                </a:moveTo>
                <a:cubicBezTo>
                  <a:pt x="2297443" y="1830018"/>
                  <a:pt x="2334808" y="1774834"/>
                  <a:pt x="2369343" y="1796483"/>
                </a:cubicBezTo>
                <a:cubicBezTo>
                  <a:pt x="2403332" y="1817790"/>
                  <a:pt x="2391106" y="1876425"/>
                  <a:pt x="2352675" y="1876425"/>
                </a:cubicBezTo>
                <a:cubicBezTo>
                  <a:pt x="2343480" y="1876425"/>
                  <a:pt x="2330817" y="1870231"/>
                  <a:pt x="2324535" y="1862661"/>
                </a:cubicBezTo>
                <a:close/>
                <a:moveTo>
                  <a:pt x="2105404" y="1853070"/>
                </a:moveTo>
                <a:cubicBezTo>
                  <a:pt x="2087175" y="1831105"/>
                  <a:pt x="2097437" y="1805334"/>
                  <a:pt x="2125720" y="1802052"/>
                </a:cubicBezTo>
                <a:cubicBezTo>
                  <a:pt x="2144551" y="1799867"/>
                  <a:pt x="2152641" y="1804243"/>
                  <a:pt x="2157381" y="1819178"/>
                </a:cubicBezTo>
                <a:cubicBezTo>
                  <a:pt x="2169062" y="1855980"/>
                  <a:pt x="2129324" y="1881891"/>
                  <a:pt x="2105404" y="1853070"/>
                </a:cubicBezTo>
                <a:close/>
                <a:moveTo>
                  <a:pt x="1754505" y="1845945"/>
                </a:moveTo>
                <a:cubicBezTo>
                  <a:pt x="1736689" y="1828129"/>
                  <a:pt x="1741505" y="1797930"/>
                  <a:pt x="1766731" y="1769268"/>
                </a:cubicBezTo>
                <a:cubicBezTo>
                  <a:pt x="1793677" y="1738654"/>
                  <a:pt x="1810301" y="1736422"/>
                  <a:pt x="1832086" y="1760493"/>
                </a:cubicBezTo>
                <a:cubicBezTo>
                  <a:pt x="1877290" y="1810443"/>
                  <a:pt x="1801967" y="1893407"/>
                  <a:pt x="1754505" y="1845945"/>
                </a:cubicBezTo>
                <a:close/>
                <a:moveTo>
                  <a:pt x="4281919" y="1844581"/>
                </a:moveTo>
                <a:cubicBezTo>
                  <a:pt x="4257867" y="1826994"/>
                  <a:pt x="4270489" y="1788468"/>
                  <a:pt x="4298974" y="1792525"/>
                </a:cubicBezTo>
                <a:cubicBezTo>
                  <a:pt x="4323264" y="1795986"/>
                  <a:pt x="4331599" y="1829976"/>
                  <a:pt x="4312121" y="1846140"/>
                </a:cubicBezTo>
                <a:cubicBezTo>
                  <a:pt x="4302167" y="1854402"/>
                  <a:pt x="4294833" y="1854023"/>
                  <a:pt x="4281919" y="1844581"/>
                </a:cubicBezTo>
                <a:close/>
                <a:moveTo>
                  <a:pt x="4550176" y="1822851"/>
                </a:moveTo>
                <a:cubicBezTo>
                  <a:pt x="4537562" y="1810237"/>
                  <a:pt x="4543356" y="1773714"/>
                  <a:pt x="4558919" y="1767742"/>
                </a:cubicBezTo>
                <a:cubicBezTo>
                  <a:pt x="4580029" y="1759641"/>
                  <a:pt x="4602120" y="1779886"/>
                  <a:pt x="4598653" y="1804154"/>
                </a:cubicBezTo>
                <a:cubicBezTo>
                  <a:pt x="4595836" y="1823868"/>
                  <a:pt x="4563619" y="1836294"/>
                  <a:pt x="4550176" y="1822851"/>
                </a:cubicBezTo>
                <a:close/>
                <a:moveTo>
                  <a:pt x="3381375" y="1800225"/>
                </a:moveTo>
                <a:cubicBezTo>
                  <a:pt x="3347791" y="1766641"/>
                  <a:pt x="3371502" y="1704975"/>
                  <a:pt x="3417998" y="1704975"/>
                </a:cubicBezTo>
                <a:cubicBezTo>
                  <a:pt x="3463542" y="1704975"/>
                  <a:pt x="3483988" y="1777790"/>
                  <a:pt x="3445930" y="1804447"/>
                </a:cubicBezTo>
                <a:cubicBezTo>
                  <a:pt x="3417952" y="1824043"/>
                  <a:pt x="3404300" y="1823150"/>
                  <a:pt x="3381375" y="1800225"/>
                </a:cubicBezTo>
                <a:close/>
                <a:moveTo>
                  <a:pt x="2768005" y="1770177"/>
                </a:moveTo>
                <a:cubicBezTo>
                  <a:pt x="2741882" y="1732880"/>
                  <a:pt x="2785472" y="1693907"/>
                  <a:pt x="2817495" y="1725930"/>
                </a:cubicBezTo>
                <a:cubicBezTo>
                  <a:pt x="2833018" y="1741453"/>
                  <a:pt x="2831854" y="1757834"/>
                  <a:pt x="2813957" y="1775732"/>
                </a:cubicBezTo>
                <a:cubicBezTo>
                  <a:pt x="2793996" y="1795693"/>
                  <a:pt x="2785126" y="1794621"/>
                  <a:pt x="2768005" y="1770177"/>
                </a:cubicBezTo>
                <a:close/>
                <a:moveTo>
                  <a:pt x="4025630" y="1776412"/>
                </a:moveTo>
                <a:cubicBezTo>
                  <a:pt x="4012537" y="1742293"/>
                  <a:pt x="4046914" y="1714650"/>
                  <a:pt x="4071661" y="1739397"/>
                </a:cubicBezTo>
                <a:cubicBezTo>
                  <a:pt x="4089216" y="1756952"/>
                  <a:pt x="4089791" y="1764273"/>
                  <a:pt x="4074795" y="1779270"/>
                </a:cubicBezTo>
                <a:cubicBezTo>
                  <a:pt x="4058941" y="1795123"/>
                  <a:pt x="4032214" y="1793570"/>
                  <a:pt x="4025630" y="1776412"/>
                </a:cubicBezTo>
                <a:close/>
                <a:moveTo>
                  <a:pt x="2565925" y="1767555"/>
                </a:moveTo>
                <a:cubicBezTo>
                  <a:pt x="2556442" y="1742841"/>
                  <a:pt x="2569734" y="1722414"/>
                  <a:pt x="2593138" y="1725738"/>
                </a:cubicBezTo>
                <a:cubicBezTo>
                  <a:pt x="2608880" y="1727973"/>
                  <a:pt x="2614612" y="1735143"/>
                  <a:pt x="2614612" y="1752600"/>
                </a:cubicBezTo>
                <a:cubicBezTo>
                  <a:pt x="2614612" y="1780716"/>
                  <a:pt x="2575577" y="1792707"/>
                  <a:pt x="2565925" y="1767555"/>
                </a:cubicBezTo>
                <a:close/>
                <a:moveTo>
                  <a:pt x="3774142" y="1761776"/>
                </a:moveTo>
                <a:cubicBezTo>
                  <a:pt x="3717595" y="1739059"/>
                  <a:pt x="3735368" y="1655960"/>
                  <a:pt x="3798120" y="1649671"/>
                </a:cubicBezTo>
                <a:cubicBezTo>
                  <a:pt x="3853852" y="1644085"/>
                  <a:pt x="3878081" y="1716076"/>
                  <a:pt x="3832527" y="1751908"/>
                </a:cubicBezTo>
                <a:cubicBezTo>
                  <a:pt x="3804587" y="1773886"/>
                  <a:pt x="3804375" y="1773922"/>
                  <a:pt x="3774142" y="1761776"/>
                </a:cubicBezTo>
                <a:close/>
                <a:moveTo>
                  <a:pt x="3605212" y="1752600"/>
                </a:moveTo>
                <a:cubicBezTo>
                  <a:pt x="3597239" y="1739699"/>
                  <a:pt x="3607997" y="1724025"/>
                  <a:pt x="3624824" y="1724025"/>
                </a:cubicBezTo>
                <a:cubicBezTo>
                  <a:pt x="3632373" y="1724025"/>
                  <a:pt x="3638550" y="1732597"/>
                  <a:pt x="3638550" y="1743075"/>
                </a:cubicBezTo>
                <a:cubicBezTo>
                  <a:pt x="3638550" y="1762794"/>
                  <a:pt x="3615570" y="1769360"/>
                  <a:pt x="3605212" y="1752600"/>
                </a:cubicBezTo>
                <a:close/>
                <a:moveTo>
                  <a:pt x="4677066" y="1752600"/>
                </a:moveTo>
                <a:cubicBezTo>
                  <a:pt x="4677066" y="1744741"/>
                  <a:pt x="4681221" y="1731883"/>
                  <a:pt x="4686300" y="1724025"/>
                </a:cubicBezTo>
                <a:cubicBezTo>
                  <a:pt x="4694507" y="1711325"/>
                  <a:pt x="4695533" y="1711325"/>
                  <a:pt x="4695533" y="1724025"/>
                </a:cubicBezTo>
                <a:cubicBezTo>
                  <a:pt x="4695533" y="1731883"/>
                  <a:pt x="4691378" y="1744741"/>
                  <a:pt x="4686300" y="1752600"/>
                </a:cubicBezTo>
                <a:cubicBezTo>
                  <a:pt x="4678092" y="1765300"/>
                  <a:pt x="4677066" y="1765300"/>
                  <a:pt x="4677066" y="1752600"/>
                </a:cubicBezTo>
                <a:close/>
                <a:moveTo>
                  <a:pt x="1953638" y="1735443"/>
                </a:moveTo>
                <a:cubicBezTo>
                  <a:pt x="1940908" y="1711658"/>
                  <a:pt x="1960936" y="1682460"/>
                  <a:pt x="1986592" y="1687400"/>
                </a:cubicBezTo>
                <a:cubicBezTo>
                  <a:pt x="2014485" y="1692772"/>
                  <a:pt x="2012469" y="1746775"/>
                  <a:pt x="1984225" y="1750796"/>
                </a:cubicBezTo>
                <a:cubicBezTo>
                  <a:pt x="1971312" y="1752635"/>
                  <a:pt x="1959726" y="1746819"/>
                  <a:pt x="1953638" y="1735443"/>
                </a:cubicBezTo>
                <a:close/>
                <a:moveTo>
                  <a:pt x="3168065" y="1740224"/>
                </a:moveTo>
                <a:cubicBezTo>
                  <a:pt x="3130857" y="1713016"/>
                  <a:pt x="3168819" y="1638875"/>
                  <a:pt x="3207543" y="1663121"/>
                </a:cubicBezTo>
                <a:cubicBezTo>
                  <a:pt x="3240692" y="1683877"/>
                  <a:pt x="3227890" y="1752600"/>
                  <a:pt x="3190875" y="1752600"/>
                </a:cubicBezTo>
                <a:cubicBezTo>
                  <a:pt x="3187638" y="1752600"/>
                  <a:pt x="3177374" y="1747030"/>
                  <a:pt x="3168065" y="1740224"/>
                </a:cubicBezTo>
                <a:close/>
                <a:moveTo>
                  <a:pt x="4368603" y="1707356"/>
                </a:moveTo>
                <a:cubicBezTo>
                  <a:pt x="4352587" y="1676014"/>
                  <a:pt x="4363084" y="1638767"/>
                  <a:pt x="4388336" y="1637340"/>
                </a:cubicBezTo>
                <a:cubicBezTo>
                  <a:pt x="4462037" y="1633175"/>
                  <a:pt x="4461819" y="1633118"/>
                  <a:pt x="4470937" y="1658993"/>
                </a:cubicBezTo>
                <a:cubicBezTo>
                  <a:pt x="4493296" y="1722441"/>
                  <a:pt x="4399069" y="1766973"/>
                  <a:pt x="4368603" y="1707356"/>
                </a:cubicBezTo>
                <a:close/>
                <a:moveTo>
                  <a:pt x="2943032" y="1704615"/>
                </a:moveTo>
                <a:cubicBezTo>
                  <a:pt x="2922954" y="1667099"/>
                  <a:pt x="2954968" y="1628784"/>
                  <a:pt x="2993908" y="1643726"/>
                </a:cubicBezTo>
                <a:cubicBezTo>
                  <a:pt x="3032268" y="1658446"/>
                  <a:pt x="3018103" y="1724025"/>
                  <a:pt x="2976562" y="1724025"/>
                </a:cubicBezTo>
                <a:cubicBezTo>
                  <a:pt x="2963025" y="1724025"/>
                  <a:pt x="2949108" y="1715968"/>
                  <a:pt x="2943032" y="1704615"/>
                </a:cubicBezTo>
                <a:close/>
                <a:moveTo>
                  <a:pt x="2177938" y="1697081"/>
                </a:moveTo>
                <a:cubicBezTo>
                  <a:pt x="2145002" y="1660686"/>
                  <a:pt x="2167370" y="1600200"/>
                  <a:pt x="2213766" y="1600200"/>
                </a:cubicBezTo>
                <a:cubicBezTo>
                  <a:pt x="2260492" y="1600200"/>
                  <a:pt x="2284704" y="1666905"/>
                  <a:pt x="2249531" y="1698736"/>
                </a:cubicBezTo>
                <a:cubicBezTo>
                  <a:pt x="2226679" y="1719416"/>
                  <a:pt x="2197542" y="1718743"/>
                  <a:pt x="2177938" y="1697081"/>
                </a:cubicBezTo>
                <a:close/>
                <a:moveTo>
                  <a:pt x="2426493" y="1675637"/>
                </a:moveTo>
                <a:cubicBezTo>
                  <a:pt x="2387587" y="1652976"/>
                  <a:pt x="2420224" y="1588860"/>
                  <a:pt x="2461169" y="1607516"/>
                </a:cubicBezTo>
                <a:cubicBezTo>
                  <a:pt x="2489350" y="1620356"/>
                  <a:pt x="2493706" y="1648307"/>
                  <a:pt x="2471057" y="1670957"/>
                </a:cubicBezTo>
                <a:cubicBezTo>
                  <a:pt x="2453707" y="1688306"/>
                  <a:pt x="2449080" y="1688792"/>
                  <a:pt x="2426493" y="1675637"/>
                </a:cubicBezTo>
                <a:close/>
                <a:moveTo>
                  <a:pt x="4181914" y="1662642"/>
                </a:moveTo>
                <a:cubicBezTo>
                  <a:pt x="4164623" y="1641807"/>
                  <a:pt x="4176950" y="1617283"/>
                  <a:pt x="4202863" y="1620963"/>
                </a:cubicBezTo>
                <a:cubicBezTo>
                  <a:pt x="4218569" y="1623193"/>
                  <a:pt x="4224337" y="1630373"/>
                  <a:pt x="4224337" y="1647694"/>
                </a:cubicBezTo>
                <a:cubicBezTo>
                  <a:pt x="4224337" y="1675485"/>
                  <a:pt x="4199760" y="1684145"/>
                  <a:pt x="4181914" y="1662642"/>
                </a:cubicBezTo>
                <a:close/>
                <a:moveTo>
                  <a:pt x="3518435" y="1624705"/>
                </a:moveTo>
                <a:cubicBezTo>
                  <a:pt x="3506862" y="1594547"/>
                  <a:pt x="3518951" y="1566924"/>
                  <a:pt x="3545040" y="1563910"/>
                </a:cubicBezTo>
                <a:cubicBezTo>
                  <a:pt x="3577321" y="1560181"/>
                  <a:pt x="3596991" y="1590117"/>
                  <a:pt x="3581400" y="1619250"/>
                </a:cubicBezTo>
                <a:cubicBezTo>
                  <a:pt x="3569542" y="1641406"/>
                  <a:pt x="3526282" y="1645154"/>
                  <a:pt x="3518435" y="1624705"/>
                </a:cubicBezTo>
                <a:close/>
                <a:moveTo>
                  <a:pt x="4610535" y="1624536"/>
                </a:moveTo>
                <a:cubicBezTo>
                  <a:pt x="4589124" y="1598738"/>
                  <a:pt x="4602044" y="1566862"/>
                  <a:pt x="4633912" y="1566862"/>
                </a:cubicBezTo>
                <a:cubicBezTo>
                  <a:pt x="4656497" y="1566862"/>
                  <a:pt x="4663139" y="1571464"/>
                  <a:pt x="4665599" y="1588818"/>
                </a:cubicBezTo>
                <a:cubicBezTo>
                  <a:pt x="4669010" y="1612874"/>
                  <a:pt x="4652728" y="1638300"/>
                  <a:pt x="4633912" y="1638300"/>
                </a:cubicBezTo>
                <a:cubicBezTo>
                  <a:pt x="4627337" y="1638300"/>
                  <a:pt x="4616817" y="1632106"/>
                  <a:pt x="4610535" y="1624536"/>
                </a:cubicBezTo>
                <a:close/>
                <a:moveTo>
                  <a:pt x="2615152" y="1607605"/>
                </a:moveTo>
                <a:cubicBezTo>
                  <a:pt x="2594791" y="1578536"/>
                  <a:pt x="2596564" y="1556820"/>
                  <a:pt x="2621171" y="1533896"/>
                </a:cubicBezTo>
                <a:cubicBezTo>
                  <a:pt x="2658208" y="1499390"/>
                  <a:pt x="2705100" y="1521394"/>
                  <a:pt x="2705100" y="1573279"/>
                </a:cubicBezTo>
                <a:cubicBezTo>
                  <a:pt x="2705100" y="1623290"/>
                  <a:pt x="2642793" y="1647067"/>
                  <a:pt x="2615152" y="1607605"/>
                </a:cubicBezTo>
                <a:close/>
                <a:moveTo>
                  <a:pt x="3978163" y="1611356"/>
                </a:moveTo>
                <a:cubicBezTo>
                  <a:pt x="3947108" y="1577040"/>
                  <a:pt x="3967170" y="1514475"/>
                  <a:pt x="4009229" y="1514475"/>
                </a:cubicBezTo>
                <a:cubicBezTo>
                  <a:pt x="4052626" y="1514475"/>
                  <a:pt x="4071769" y="1576555"/>
                  <a:pt x="4038600" y="1609725"/>
                </a:cubicBezTo>
                <a:cubicBezTo>
                  <a:pt x="4014949" y="1633375"/>
                  <a:pt x="3998492" y="1633819"/>
                  <a:pt x="3978163" y="1611356"/>
                </a:cubicBezTo>
                <a:close/>
                <a:moveTo>
                  <a:pt x="3301274" y="1603775"/>
                </a:moveTo>
                <a:cubicBezTo>
                  <a:pt x="3293195" y="1582721"/>
                  <a:pt x="3317657" y="1557541"/>
                  <a:pt x="3338441" y="1565517"/>
                </a:cubicBezTo>
                <a:cubicBezTo>
                  <a:pt x="3348110" y="1569227"/>
                  <a:pt x="3352965" y="1579784"/>
                  <a:pt x="3351086" y="1593013"/>
                </a:cubicBezTo>
                <a:cubicBezTo>
                  <a:pt x="3347288" y="1619760"/>
                  <a:pt x="3310462" y="1627716"/>
                  <a:pt x="3301274" y="1603775"/>
                </a:cubicBezTo>
                <a:close/>
                <a:moveTo>
                  <a:pt x="2829188" y="1595754"/>
                </a:moveTo>
                <a:cubicBezTo>
                  <a:pt x="2819751" y="1584383"/>
                  <a:pt x="2819588" y="1578111"/>
                  <a:pt x="2828455" y="1567428"/>
                </a:cubicBezTo>
                <a:cubicBezTo>
                  <a:pt x="2843937" y="1548773"/>
                  <a:pt x="2868708" y="1559959"/>
                  <a:pt x="2865147" y="1583997"/>
                </a:cubicBezTo>
                <a:cubicBezTo>
                  <a:pt x="2861448" y="1608966"/>
                  <a:pt x="2844698" y="1614443"/>
                  <a:pt x="2829188" y="1595754"/>
                </a:cubicBezTo>
                <a:close/>
                <a:moveTo>
                  <a:pt x="1878330" y="1569720"/>
                </a:moveTo>
                <a:cubicBezTo>
                  <a:pt x="1855107" y="1546497"/>
                  <a:pt x="1874879" y="1485900"/>
                  <a:pt x="1905680" y="1485900"/>
                </a:cubicBezTo>
                <a:cubicBezTo>
                  <a:pt x="1916386" y="1485900"/>
                  <a:pt x="1952625" y="1521027"/>
                  <a:pt x="1952625" y="1531405"/>
                </a:cubicBezTo>
                <a:cubicBezTo>
                  <a:pt x="1952625" y="1566410"/>
                  <a:pt x="1901424" y="1592814"/>
                  <a:pt x="1878330" y="1569720"/>
                </a:cubicBezTo>
                <a:close/>
                <a:moveTo>
                  <a:pt x="3014149" y="1570795"/>
                </a:moveTo>
                <a:cubicBezTo>
                  <a:pt x="3005148" y="1556230"/>
                  <a:pt x="3024683" y="1539374"/>
                  <a:pt x="3042597" y="1546248"/>
                </a:cubicBezTo>
                <a:cubicBezTo>
                  <a:pt x="3050807" y="1549399"/>
                  <a:pt x="3057525" y="1558541"/>
                  <a:pt x="3057525" y="1566563"/>
                </a:cubicBezTo>
                <a:cubicBezTo>
                  <a:pt x="3057525" y="1583210"/>
                  <a:pt x="3023852" y="1586495"/>
                  <a:pt x="3014149" y="1570795"/>
                </a:cubicBezTo>
                <a:close/>
                <a:moveTo>
                  <a:pt x="3721023" y="1519741"/>
                </a:moveTo>
                <a:cubicBezTo>
                  <a:pt x="3711873" y="1495896"/>
                  <a:pt x="3724851" y="1475104"/>
                  <a:pt x="3746918" y="1478252"/>
                </a:cubicBezTo>
                <a:cubicBezTo>
                  <a:pt x="3761366" y="1480314"/>
                  <a:pt x="3767137" y="1487934"/>
                  <a:pt x="3767137" y="1504950"/>
                </a:cubicBezTo>
                <a:cubicBezTo>
                  <a:pt x="3767137" y="1532702"/>
                  <a:pt x="3730506" y="1544452"/>
                  <a:pt x="3721023" y="1519741"/>
                </a:cubicBezTo>
                <a:close/>
                <a:moveTo>
                  <a:pt x="2070369" y="1509712"/>
                </a:moveTo>
                <a:cubicBezTo>
                  <a:pt x="2062010" y="1487928"/>
                  <a:pt x="2073720" y="1466850"/>
                  <a:pt x="2094181" y="1466850"/>
                </a:cubicBezTo>
                <a:cubicBezTo>
                  <a:pt x="2116710" y="1466850"/>
                  <a:pt x="2128277" y="1493171"/>
                  <a:pt x="2113548" y="1510919"/>
                </a:cubicBezTo>
                <a:cubicBezTo>
                  <a:pt x="2099217" y="1528186"/>
                  <a:pt x="2077222" y="1527572"/>
                  <a:pt x="2070369" y="1509712"/>
                </a:cubicBezTo>
                <a:close/>
                <a:moveTo>
                  <a:pt x="2300889" y="1506845"/>
                </a:moveTo>
                <a:cubicBezTo>
                  <a:pt x="2291207" y="1476340"/>
                  <a:pt x="2304701" y="1455971"/>
                  <a:pt x="2332460" y="1459190"/>
                </a:cubicBezTo>
                <a:cubicBezTo>
                  <a:pt x="2369764" y="1463516"/>
                  <a:pt x="2369419" y="1517851"/>
                  <a:pt x="2332061" y="1522172"/>
                </a:cubicBezTo>
                <a:cubicBezTo>
                  <a:pt x="2313822" y="1524282"/>
                  <a:pt x="2305055" y="1519971"/>
                  <a:pt x="2300889" y="1506845"/>
                </a:cubicBezTo>
                <a:close/>
                <a:moveTo>
                  <a:pt x="4278630" y="1503045"/>
                </a:moveTo>
                <a:cubicBezTo>
                  <a:pt x="4251931" y="1476346"/>
                  <a:pt x="4277903" y="1431319"/>
                  <a:pt x="4313487" y="1442613"/>
                </a:cubicBezTo>
                <a:cubicBezTo>
                  <a:pt x="4337493" y="1450232"/>
                  <a:pt x="4345956" y="1472850"/>
                  <a:pt x="4333505" y="1496115"/>
                </a:cubicBezTo>
                <a:cubicBezTo>
                  <a:pt x="4322422" y="1516823"/>
                  <a:pt x="4295773" y="1520188"/>
                  <a:pt x="4278630" y="1503045"/>
                </a:cubicBezTo>
                <a:close/>
                <a:moveTo>
                  <a:pt x="3157104" y="1481570"/>
                </a:moveTo>
                <a:cubicBezTo>
                  <a:pt x="3119377" y="1443843"/>
                  <a:pt x="3138586" y="1390650"/>
                  <a:pt x="3189938" y="1390650"/>
                </a:cubicBezTo>
                <a:cubicBezTo>
                  <a:pt x="3242029" y="1390650"/>
                  <a:pt x="3265923" y="1448951"/>
                  <a:pt x="3228975" y="1485900"/>
                </a:cubicBezTo>
                <a:cubicBezTo>
                  <a:pt x="3203836" y="1511038"/>
                  <a:pt x="3185465" y="1509931"/>
                  <a:pt x="3157104" y="1481570"/>
                </a:cubicBezTo>
                <a:close/>
                <a:moveTo>
                  <a:pt x="4478090" y="1482753"/>
                </a:moveTo>
                <a:cubicBezTo>
                  <a:pt x="4461733" y="1463044"/>
                  <a:pt x="4475167" y="1438275"/>
                  <a:pt x="4502214" y="1438275"/>
                </a:cubicBezTo>
                <a:cubicBezTo>
                  <a:pt x="4522135" y="1438275"/>
                  <a:pt x="4525189" y="1442182"/>
                  <a:pt x="4522626" y="1464387"/>
                </a:cubicBezTo>
                <a:cubicBezTo>
                  <a:pt x="4519253" y="1493609"/>
                  <a:pt x="4495299" y="1503488"/>
                  <a:pt x="4478090" y="1482753"/>
                </a:cubicBezTo>
                <a:close/>
                <a:moveTo>
                  <a:pt x="3404311" y="1462087"/>
                </a:moveTo>
                <a:cubicBezTo>
                  <a:pt x="3385453" y="1433306"/>
                  <a:pt x="3405882" y="1390650"/>
                  <a:pt x="3438525" y="1390650"/>
                </a:cubicBezTo>
                <a:cubicBezTo>
                  <a:pt x="3448760" y="1390650"/>
                  <a:pt x="3464156" y="1401365"/>
                  <a:pt x="3472738" y="1414462"/>
                </a:cubicBezTo>
                <a:cubicBezTo>
                  <a:pt x="3491596" y="1443243"/>
                  <a:pt x="3471167" y="1485900"/>
                  <a:pt x="3438525" y="1485900"/>
                </a:cubicBezTo>
                <a:cubicBezTo>
                  <a:pt x="3428289" y="1485900"/>
                  <a:pt x="3412893" y="1475184"/>
                  <a:pt x="3404311" y="1462087"/>
                </a:cubicBezTo>
                <a:close/>
                <a:moveTo>
                  <a:pt x="2734688" y="1449693"/>
                </a:moveTo>
                <a:cubicBezTo>
                  <a:pt x="2721958" y="1425908"/>
                  <a:pt x="2741986" y="1396710"/>
                  <a:pt x="2767642" y="1401650"/>
                </a:cubicBezTo>
                <a:cubicBezTo>
                  <a:pt x="2795535" y="1407022"/>
                  <a:pt x="2793519" y="1461025"/>
                  <a:pt x="2765275" y="1465046"/>
                </a:cubicBezTo>
                <a:cubicBezTo>
                  <a:pt x="2752362" y="1466885"/>
                  <a:pt x="2740776" y="1461069"/>
                  <a:pt x="2734688" y="1449693"/>
                </a:cubicBezTo>
                <a:close/>
                <a:moveTo>
                  <a:pt x="4080144" y="1452562"/>
                </a:moveTo>
                <a:cubicBezTo>
                  <a:pt x="4071785" y="1430778"/>
                  <a:pt x="4083495" y="1409700"/>
                  <a:pt x="4103956" y="1409700"/>
                </a:cubicBezTo>
                <a:cubicBezTo>
                  <a:pt x="4126485" y="1409700"/>
                  <a:pt x="4138052" y="1436021"/>
                  <a:pt x="4123323" y="1453769"/>
                </a:cubicBezTo>
                <a:cubicBezTo>
                  <a:pt x="4108992" y="1471036"/>
                  <a:pt x="4086997" y="1470422"/>
                  <a:pt x="4080144" y="1452562"/>
                </a:cubicBezTo>
                <a:close/>
                <a:moveTo>
                  <a:pt x="2492374" y="1450974"/>
                </a:moveTo>
                <a:cubicBezTo>
                  <a:pt x="2481107" y="1439707"/>
                  <a:pt x="2485624" y="1402840"/>
                  <a:pt x="2499703" y="1391155"/>
                </a:cubicBezTo>
                <a:cubicBezTo>
                  <a:pt x="2517543" y="1376349"/>
                  <a:pt x="2552700" y="1393928"/>
                  <a:pt x="2552700" y="1417655"/>
                </a:cubicBezTo>
                <a:cubicBezTo>
                  <a:pt x="2552700" y="1447878"/>
                  <a:pt x="2511844" y="1470444"/>
                  <a:pt x="2492374" y="1450974"/>
                </a:cubicBezTo>
                <a:close/>
                <a:moveTo>
                  <a:pt x="3880484" y="1440510"/>
                </a:moveTo>
                <a:cubicBezTo>
                  <a:pt x="3852821" y="1422035"/>
                  <a:pt x="3862826" y="1371600"/>
                  <a:pt x="3894155" y="1371600"/>
                </a:cubicBezTo>
                <a:cubicBezTo>
                  <a:pt x="3930412" y="1371600"/>
                  <a:pt x="3944692" y="1406996"/>
                  <a:pt x="3918857" y="1432832"/>
                </a:cubicBezTo>
                <a:cubicBezTo>
                  <a:pt x="3902209" y="1449480"/>
                  <a:pt x="3895827" y="1450757"/>
                  <a:pt x="3880484" y="1440510"/>
                </a:cubicBezTo>
                <a:close/>
                <a:moveTo>
                  <a:pt x="2931318" y="1427987"/>
                </a:moveTo>
                <a:cubicBezTo>
                  <a:pt x="2910484" y="1415851"/>
                  <a:pt x="2909360" y="1368797"/>
                  <a:pt x="2929506" y="1352077"/>
                </a:cubicBezTo>
                <a:cubicBezTo>
                  <a:pt x="2952603" y="1332908"/>
                  <a:pt x="2994898" y="1351545"/>
                  <a:pt x="2998510" y="1382484"/>
                </a:cubicBezTo>
                <a:cubicBezTo>
                  <a:pt x="3003415" y="1424486"/>
                  <a:pt x="2967299" y="1448943"/>
                  <a:pt x="2931318" y="1427987"/>
                </a:cubicBezTo>
                <a:close/>
                <a:moveTo>
                  <a:pt x="3606074" y="1403750"/>
                </a:moveTo>
                <a:cubicBezTo>
                  <a:pt x="3597995" y="1382696"/>
                  <a:pt x="3622457" y="1357516"/>
                  <a:pt x="3643241" y="1365492"/>
                </a:cubicBezTo>
                <a:cubicBezTo>
                  <a:pt x="3652910" y="1369202"/>
                  <a:pt x="3657765" y="1379759"/>
                  <a:pt x="3655886" y="1392988"/>
                </a:cubicBezTo>
                <a:cubicBezTo>
                  <a:pt x="3652088" y="1419735"/>
                  <a:pt x="3615262" y="1427691"/>
                  <a:pt x="3606074" y="1403750"/>
                </a:cubicBezTo>
                <a:close/>
                <a:moveTo>
                  <a:pt x="2164080" y="1388745"/>
                </a:moveTo>
                <a:cubicBezTo>
                  <a:pt x="2138286" y="1362951"/>
                  <a:pt x="2159256" y="1304925"/>
                  <a:pt x="2194371" y="1304925"/>
                </a:cubicBezTo>
                <a:cubicBezTo>
                  <a:pt x="2218725" y="1304925"/>
                  <a:pt x="2247900" y="1331783"/>
                  <a:pt x="2247900" y="1354204"/>
                </a:cubicBezTo>
                <a:cubicBezTo>
                  <a:pt x="2247900" y="1389132"/>
                  <a:pt x="2188814" y="1413479"/>
                  <a:pt x="2164080" y="1388745"/>
                </a:cubicBezTo>
                <a:close/>
                <a:moveTo>
                  <a:pt x="4359275" y="1365249"/>
                </a:moveTo>
                <a:cubicBezTo>
                  <a:pt x="4347189" y="1353164"/>
                  <a:pt x="4352989" y="1323352"/>
                  <a:pt x="4368589" y="1317365"/>
                </a:cubicBezTo>
                <a:cubicBezTo>
                  <a:pt x="4390077" y="1309120"/>
                  <a:pt x="4413820" y="1341322"/>
                  <a:pt x="4399222" y="1358912"/>
                </a:cubicBezTo>
                <a:cubicBezTo>
                  <a:pt x="4387880" y="1372577"/>
                  <a:pt x="4369516" y="1375491"/>
                  <a:pt x="4359275" y="1365249"/>
                </a:cubicBezTo>
                <a:close/>
                <a:moveTo>
                  <a:pt x="1948915" y="1347097"/>
                </a:moveTo>
                <a:cubicBezTo>
                  <a:pt x="1940937" y="1326306"/>
                  <a:pt x="1960275" y="1293628"/>
                  <a:pt x="1978440" y="1297206"/>
                </a:cubicBezTo>
                <a:cubicBezTo>
                  <a:pt x="1998939" y="1301244"/>
                  <a:pt x="2014093" y="1327556"/>
                  <a:pt x="2006827" y="1346492"/>
                </a:cubicBezTo>
                <a:cubicBezTo>
                  <a:pt x="1999193" y="1366385"/>
                  <a:pt x="1956488" y="1366831"/>
                  <a:pt x="1948915" y="1347097"/>
                </a:cubicBezTo>
                <a:close/>
                <a:moveTo>
                  <a:pt x="4169969" y="1331118"/>
                </a:moveTo>
                <a:cubicBezTo>
                  <a:pt x="4144523" y="1311115"/>
                  <a:pt x="4141151" y="1281186"/>
                  <a:pt x="4161533" y="1256246"/>
                </a:cubicBezTo>
                <a:cubicBezTo>
                  <a:pt x="4179543" y="1234207"/>
                  <a:pt x="4180983" y="1233993"/>
                  <a:pt x="4206997" y="1249475"/>
                </a:cubicBezTo>
                <a:cubicBezTo>
                  <a:pt x="4240617" y="1269483"/>
                  <a:pt x="4245673" y="1297876"/>
                  <a:pt x="4220160" y="1323389"/>
                </a:cubicBezTo>
                <a:cubicBezTo>
                  <a:pt x="4197310" y="1346239"/>
                  <a:pt x="4190533" y="1347283"/>
                  <a:pt x="4169969" y="1331118"/>
                </a:cubicBezTo>
                <a:close/>
                <a:moveTo>
                  <a:pt x="4516755" y="1322070"/>
                </a:moveTo>
                <a:cubicBezTo>
                  <a:pt x="4488712" y="1294027"/>
                  <a:pt x="4513477" y="1228725"/>
                  <a:pt x="4552154" y="1228725"/>
                </a:cubicBezTo>
                <a:cubicBezTo>
                  <a:pt x="4590248" y="1228725"/>
                  <a:pt x="4616427" y="1294787"/>
                  <a:pt x="4589145" y="1322070"/>
                </a:cubicBezTo>
                <a:cubicBezTo>
                  <a:pt x="4582858" y="1328356"/>
                  <a:pt x="4566570" y="1333500"/>
                  <a:pt x="4552950" y="1333500"/>
                </a:cubicBezTo>
                <a:cubicBezTo>
                  <a:pt x="4539329" y="1333500"/>
                  <a:pt x="4523041" y="1328356"/>
                  <a:pt x="4516755" y="1322070"/>
                </a:cubicBezTo>
                <a:close/>
                <a:moveTo>
                  <a:pt x="3717917" y="1299064"/>
                </a:moveTo>
                <a:cubicBezTo>
                  <a:pt x="3703292" y="1276743"/>
                  <a:pt x="3703054" y="1271546"/>
                  <a:pt x="3715634" y="1249058"/>
                </a:cubicBezTo>
                <a:cubicBezTo>
                  <a:pt x="3741464" y="1202886"/>
                  <a:pt x="3810000" y="1219826"/>
                  <a:pt x="3810000" y="1272383"/>
                </a:cubicBezTo>
                <a:cubicBezTo>
                  <a:pt x="3810000" y="1323774"/>
                  <a:pt x="3746217" y="1342255"/>
                  <a:pt x="3717917" y="1299064"/>
                </a:cubicBezTo>
                <a:close/>
                <a:moveTo>
                  <a:pt x="2394582" y="1307160"/>
                </a:moveTo>
                <a:cubicBezTo>
                  <a:pt x="2368606" y="1289816"/>
                  <a:pt x="2360356" y="1256769"/>
                  <a:pt x="2376030" y="1232848"/>
                </a:cubicBezTo>
                <a:cubicBezTo>
                  <a:pt x="2408299" y="1183599"/>
                  <a:pt x="2484090" y="1226106"/>
                  <a:pt x="2456701" y="1278092"/>
                </a:cubicBezTo>
                <a:cubicBezTo>
                  <a:pt x="2444192" y="1301834"/>
                  <a:pt x="2429801" y="1314158"/>
                  <a:pt x="2414587" y="1314158"/>
                </a:cubicBezTo>
                <a:cubicBezTo>
                  <a:pt x="2409348" y="1314158"/>
                  <a:pt x="2400346" y="1311009"/>
                  <a:pt x="2394582" y="1307160"/>
                </a:cubicBezTo>
                <a:close/>
                <a:moveTo>
                  <a:pt x="2634073" y="1301641"/>
                </a:moveTo>
                <a:cubicBezTo>
                  <a:pt x="2614141" y="1287066"/>
                  <a:pt x="2617522" y="1249103"/>
                  <a:pt x="2640007" y="1235012"/>
                </a:cubicBezTo>
                <a:cubicBezTo>
                  <a:pt x="2651478" y="1227824"/>
                  <a:pt x="2660060" y="1228538"/>
                  <a:pt x="2670964" y="1237587"/>
                </a:cubicBezTo>
                <a:cubicBezTo>
                  <a:pt x="2707059" y="1267544"/>
                  <a:pt x="2671613" y="1329090"/>
                  <a:pt x="2634073" y="1301641"/>
                </a:cubicBezTo>
                <a:close/>
                <a:moveTo>
                  <a:pt x="3296019" y="1296090"/>
                </a:moveTo>
                <a:cubicBezTo>
                  <a:pt x="3274947" y="1256717"/>
                  <a:pt x="3314777" y="1224569"/>
                  <a:pt x="3345976" y="1255768"/>
                </a:cubicBezTo>
                <a:cubicBezTo>
                  <a:pt x="3360927" y="1270718"/>
                  <a:pt x="3362276" y="1277692"/>
                  <a:pt x="3353421" y="1294239"/>
                </a:cubicBezTo>
                <a:cubicBezTo>
                  <a:pt x="3339926" y="1319454"/>
                  <a:pt x="3309055" y="1320449"/>
                  <a:pt x="3296019" y="1296090"/>
                </a:cubicBezTo>
                <a:close/>
                <a:moveTo>
                  <a:pt x="3047337" y="1289839"/>
                </a:moveTo>
                <a:cubicBezTo>
                  <a:pt x="3034559" y="1274443"/>
                  <a:pt x="3043327" y="1247745"/>
                  <a:pt x="3063353" y="1241069"/>
                </a:cubicBezTo>
                <a:cubicBezTo>
                  <a:pt x="3082890" y="1234557"/>
                  <a:pt x="3107647" y="1262999"/>
                  <a:pt x="3100912" y="1284219"/>
                </a:cubicBezTo>
                <a:cubicBezTo>
                  <a:pt x="3093218" y="1308461"/>
                  <a:pt x="3065229" y="1311397"/>
                  <a:pt x="3047337" y="1289839"/>
                </a:cubicBezTo>
                <a:close/>
                <a:moveTo>
                  <a:pt x="2816554" y="1279854"/>
                </a:moveTo>
                <a:cubicBezTo>
                  <a:pt x="2805054" y="1268354"/>
                  <a:pt x="2809269" y="1230995"/>
                  <a:pt x="2822645" y="1225862"/>
                </a:cubicBezTo>
                <a:cubicBezTo>
                  <a:pt x="2843167" y="1217987"/>
                  <a:pt x="2859426" y="1233812"/>
                  <a:pt x="2855952" y="1258279"/>
                </a:cubicBezTo>
                <a:cubicBezTo>
                  <a:pt x="2852802" y="1280459"/>
                  <a:pt x="2829771" y="1293071"/>
                  <a:pt x="2816554" y="1279854"/>
                </a:cubicBezTo>
                <a:close/>
                <a:moveTo>
                  <a:pt x="3966431" y="1262539"/>
                </a:moveTo>
                <a:cubicBezTo>
                  <a:pt x="3954746" y="1215985"/>
                  <a:pt x="4007637" y="1190941"/>
                  <a:pt x="4032816" y="1231106"/>
                </a:cubicBezTo>
                <a:cubicBezTo>
                  <a:pt x="4047161" y="1253991"/>
                  <a:pt x="4029661" y="1280241"/>
                  <a:pt x="3997490" y="1284094"/>
                </a:cubicBezTo>
                <a:cubicBezTo>
                  <a:pt x="3977508" y="1286487"/>
                  <a:pt x="3971372" y="1282229"/>
                  <a:pt x="3966431" y="1262539"/>
                </a:cubicBezTo>
                <a:close/>
                <a:moveTo>
                  <a:pt x="3507319" y="1251997"/>
                </a:moveTo>
                <a:cubicBezTo>
                  <a:pt x="3471955" y="1227227"/>
                  <a:pt x="3488167" y="1162050"/>
                  <a:pt x="3529692" y="1162050"/>
                </a:cubicBezTo>
                <a:cubicBezTo>
                  <a:pt x="3547600" y="1162050"/>
                  <a:pt x="3581400" y="1196294"/>
                  <a:pt x="3581400" y="1214437"/>
                </a:cubicBezTo>
                <a:cubicBezTo>
                  <a:pt x="3581400" y="1229305"/>
                  <a:pt x="3548809" y="1266825"/>
                  <a:pt x="3535894" y="1266825"/>
                </a:cubicBezTo>
                <a:cubicBezTo>
                  <a:pt x="3531821" y="1266825"/>
                  <a:pt x="3518962" y="1260152"/>
                  <a:pt x="3507319" y="1251997"/>
                </a:cubicBezTo>
                <a:close/>
                <a:moveTo>
                  <a:pt x="2144672" y="1210833"/>
                </a:moveTo>
                <a:cubicBezTo>
                  <a:pt x="2122238" y="1196612"/>
                  <a:pt x="2135092" y="1157287"/>
                  <a:pt x="2162175" y="1157287"/>
                </a:cubicBezTo>
                <a:cubicBezTo>
                  <a:pt x="2180026" y="1157287"/>
                  <a:pt x="2186792" y="1162979"/>
                  <a:pt x="2189202" y="1180022"/>
                </a:cubicBezTo>
                <a:cubicBezTo>
                  <a:pt x="2191950" y="1199461"/>
                  <a:pt x="2178434" y="1218908"/>
                  <a:pt x="2162175" y="1218908"/>
                </a:cubicBezTo>
                <a:cubicBezTo>
                  <a:pt x="2159555" y="1218908"/>
                  <a:pt x="2151679" y="1215274"/>
                  <a:pt x="2144672" y="1210833"/>
                </a:cubicBezTo>
                <a:close/>
                <a:moveTo>
                  <a:pt x="3156475" y="1196055"/>
                </a:moveTo>
                <a:cubicBezTo>
                  <a:pt x="3146992" y="1171341"/>
                  <a:pt x="3160284" y="1150914"/>
                  <a:pt x="3183688" y="1154238"/>
                </a:cubicBezTo>
                <a:cubicBezTo>
                  <a:pt x="3199430" y="1156473"/>
                  <a:pt x="3205162" y="1163643"/>
                  <a:pt x="3205162" y="1181100"/>
                </a:cubicBezTo>
                <a:cubicBezTo>
                  <a:pt x="3205162" y="1209216"/>
                  <a:pt x="3166127" y="1221207"/>
                  <a:pt x="3156475" y="1196055"/>
                </a:cubicBezTo>
                <a:close/>
                <a:moveTo>
                  <a:pt x="4337319" y="1185862"/>
                </a:moveTo>
                <a:cubicBezTo>
                  <a:pt x="4328893" y="1163904"/>
                  <a:pt x="4340729" y="1143000"/>
                  <a:pt x="4361588" y="1143000"/>
                </a:cubicBezTo>
                <a:cubicBezTo>
                  <a:pt x="4385165" y="1143000"/>
                  <a:pt x="4394007" y="1156698"/>
                  <a:pt x="4386235" y="1181185"/>
                </a:cubicBezTo>
                <a:cubicBezTo>
                  <a:pt x="4379189" y="1203383"/>
                  <a:pt x="4345286" y="1206625"/>
                  <a:pt x="4337319" y="1185862"/>
                </a:cubicBezTo>
                <a:close/>
                <a:moveTo>
                  <a:pt x="2915021" y="1150728"/>
                </a:moveTo>
                <a:cubicBezTo>
                  <a:pt x="2891296" y="1125263"/>
                  <a:pt x="2891084" y="1116086"/>
                  <a:pt x="2913548" y="1086869"/>
                </a:cubicBezTo>
                <a:cubicBezTo>
                  <a:pt x="2935590" y="1058202"/>
                  <a:pt x="2976698" y="1065274"/>
                  <a:pt x="2992745" y="1100494"/>
                </a:cubicBezTo>
                <a:cubicBezTo>
                  <a:pt x="3001961" y="1120721"/>
                  <a:pt x="3000298" y="1127565"/>
                  <a:pt x="2981236" y="1147856"/>
                </a:cubicBezTo>
                <a:cubicBezTo>
                  <a:pt x="2953848" y="1177010"/>
                  <a:pt x="2940062" y="1177608"/>
                  <a:pt x="2915021" y="1150728"/>
                </a:cubicBezTo>
                <a:close/>
                <a:moveTo>
                  <a:pt x="2524504" y="1148219"/>
                </a:moveTo>
                <a:cubicBezTo>
                  <a:pt x="2509204" y="1129784"/>
                  <a:pt x="2521020" y="1095375"/>
                  <a:pt x="2542650" y="1095375"/>
                </a:cubicBezTo>
                <a:cubicBezTo>
                  <a:pt x="2569826" y="1095375"/>
                  <a:pt x="2584602" y="1118984"/>
                  <a:pt x="2572075" y="1142391"/>
                </a:cubicBezTo>
                <a:cubicBezTo>
                  <a:pt x="2559766" y="1165390"/>
                  <a:pt x="2540694" y="1167727"/>
                  <a:pt x="2524504" y="1148219"/>
                </a:cubicBezTo>
                <a:close/>
                <a:moveTo>
                  <a:pt x="3872592" y="1147082"/>
                </a:moveTo>
                <a:cubicBezTo>
                  <a:pt x="3849553" y="1124043"/>
                  <a:pt x="3864617" y="1076325"/>
                  <a:pt x="3894929" y="1076325"/>
                </a:cubicBezTo>
                <a:cubicBezTo>
                  <a:pt x="3905542" y="1076325"/>
                  <a:pt x="3933825" y="1109273"/>
                  <a:pt x="3933825" y="1121638"/>
                </a:cubicBezTo>
                <a:cubicBezTo>
                  <a:pt x="3933825" y="1134036"/>
                  <a:pt x="3907413" y="1162050"/>
                  <a:pt x="3895725" y="1162050"/>
                </a:cubicBezTo>
                <a:cubicBezTo>
                  <a:pt x="3891234" y="1162050"/>
                  <a:pt x="3880825" y="1155314"/>
                  <a:pt x="3872592" y="1147082"/>
                </a:cubicBezTo>
                <a:close/>
                <a:moveTo>
                  <a:pt x="2039412" y="1116806"/>
                </a:moveTo>
                <a:cubicBezTo>
                  <a:pt x="2050194" y="1084483"/>
                  <a:pt x="2057400" y="1077076"/>
                  <a:pt x="2057400" y="1098316"/>
                </a:cubicBezTo>
                <a:cubicBezTo>
                  <a:pt x="2057400" y="1105173"/>
                  <a:pt x="2051029" y="1119104"/>
                  <a:pt x="2043243" y="1129273"/>
                </a:cubicBezTo>
                <a:cubicBezTo>
                  <a:pt x="2030291" y="1146188"/>
                  <a:pt x="2029965" y="1145127"/>
                  <a:pt x="2039412" y="1116806"/>
                </a:cubicBezTo>
                <a:close/>
                <a:moveTo>
                  <a:pt x="4486375" y="1109783"/>
                </a:moveTo>
                <a:cubicBezTo>
                  <a:pt x="4461709" y="1080062"/>
                  <a:pt x="4503545" y="1041888"/>
                  <a:pt x="4530855" y="1069197"/>
                </a:cubicBezTo>
                <a:cubicBezTo>
                  <a:pt x="4549305" y="1087647"/>
                  <a:pt x="4539041" y="1123950"/>
                  <a:pt x="4515374" y="1123950"/>
                </a:cubicBezTo>
                <a:cubicBezTo>
                  <a:pt x="4505891" y="1123950"/>
                  <a:pt x="4492841" y="1117575"/>
                  <a:pt x="4486375" y="1109783"/>
                </a:cubicBezTo>
                <a:close/>
                <a:moveTo>
                  <a:pt x="2316845" y="1103360"/>
                </a:moveTo>
                <a:cubicBezTo>
                  <a:pt x="2300390" y="1086905"/>
                  <a:pt x="2302113" y="1072410"/>
                  <a:pt x="2322740" y="1053742"/>
                </a:cubicBezTo>
                <a:cubicBezTo>
                  <a:pt x="2347581" y="1031261"/>
                  <a:pt x="2392625" y="1064254"/>
                  <a:pt x="2375514" y="1092397"/>
                </a:cubicBezTo>
                <a:cubicBezTo>
                  <a:pt x="2362605" y="1113627"/>
                  <a:pt x="2332700" y="1119215"/>
                  <a:pt x="2316845" y="1103360"/>
                </a:cubicBezTo>
                <a:close/>
                <a:moveTo>
                  <a:pt x="3683329" y="1108404"/>
                </a:moveTo>
                <a:cubicBezTo>
                  <a:pt x="3672070" y="1097145"/>
                  <a:pt x="3675909" y="1069122"/>
                  <a:pt x="3689420" y="1063937"/>
                </a:cubicBezTo>
                <a:cubicBezTo>
                  <a:pt x="3708618" y="1056570"/>
                  <a:pt x="3726595" y="1071527"/>
                  <a:pt x="3722721" y="1091644"/>
                </a:cubicBezTo>
                <a:cubicBezTo>
                  <a:pt x="3719188" y="1109990"/>
                  <a:pt x="3695145" y="1120220"/>
                  <a:pt x="3683329" y="1108404"/>
                </a:cubicBezTo>
                <a:close/>
                <a:moveTo>
                  <a:pt x="4134435" y="1095960"/>
                </a:moveTo>
                <a:cubicBezTo>
                  <a:pt x="4096173" y="1057698"/>
                  <a:pt x="4126805" y="981365"/>
                  <a:pt x="4175211" y="994351"/>
                </a:cubicBezTo>
                <a:cubicBezTo>
                  <a:pt x="4186514" y="997383"/>
                  <a:pt x="4198457" y="999923"/>
                  <a:pt x="4201750" y="999994"/>
                </a:cubicBezTo>
                <a:cubicBezTo>
                  <a:pt x="4205044" y="1000066"/>
                  <a:pt x="4213178" y="1013256"/>
                  <a:pt x="4219826" y="1029306"/>
                </a:cubicBezTo>
                <a:cubicBezTo>
                  <a:pt x="4243133" y="1085576"/>
                  <a:pt x="4176255" y="1137780"/>
                  <a:pt x="4134435" y="1095960"/>
                </a:cubicBezTo>
                <a:close/>
                <a:moveTo>
                  <a:pt x="3394600" y="1091280"/>
                </a:moveTo>
                <a:cubicBezTo>
                  <a:pt x="3385117" y="1066566"/>
                  <a:pt x="3398409" y="1046139"/>
                  <a:pt x="3421813" y="1049463"/>
                </a:cubicBezTo>
                <a:cubicBezTo>
                  <a:pt x="3437555" y="1051698"/>
                  <a:pt x="3443287" y="1058868"/>
                  <a:pt x="3443287" y="1076325"/>
                </a:cubicBezTo>
                <a:cubicBezTo>
                  <a:pt x="3443287" y="1104441"/>
                  <a:pt x="3404252" y="1116432"/>
                  <a:pt x="3394600" y="1091280"/>
                </a:cubicBezTo>
                <a:close/>
                <a:moveTo>
                  <a:pt x="2680717" y="1062503"/>
                </a:moveTo>
                <a:cubicBezTo>
                  <a:pt x="2650486" y="1016366"/>
                  <a:pt x="2694327" y="965584"/>
                  <a:pt x="2739076" y="994905"/>
                </a:cubicBezTo>
                <a:cubicBezTo>
                  <a:pt x="2764403" y="1011500"/>
                  <a:pt x="2770752" y="1054487"/>
                  <a:pt x="2750820" y="1074420"/>
                </a:cubicBezTo>
                <a:cubicBezTo>
                  <a:pt x="2731780" y="1093459"/>
                  <a:pt x="2697142" y="1087571"/>
                  <a:pt x="2680717" y="1062503"/>
                </a:cubicBezTo>
                <a:close/>
                <a:moveTo>
                  <a:pt x="3192780" y="1045845"/>
                </a:moveTo>
                <a:cubicBezTo>
                  <a:pt x="3155682" y="1008747"/>
                  <a:pt x="3201474" y="940282"/>
                  <a:pt x="3244519" y="968487"/>
                </a:cubicBezTo>
                <a:cubicBezTo>
                  <a:pt x="3284374" y="994600"/>
                  <a:pt x="3270039" y="1057275"/>
                  <a:pt x="3224212" y="1057275"/>
                </a:cubicBezTo>
                <a:cubicBezTo>
                  <a:pt x="3213211" y="1057275"/>
                  <a:pt x="3199066" y="1052131"/>
                  <a:pt x="3192780" y="1045845"/>
                </a:cubicBezTo>
                <a:close/>
                <a:moveTo>
                  <a:pt x="3767817" y="1013732"/>
                </a:moveTo>
                <a:cubicBezTo>
                  <a:pt x="3741096" y="987010"/>
                  <a:pt x="3766632" y="939364"/>
                  <a:pt x="3797535" y="958283"/>
                </a:cubicBezTo>
                <a:cubicBezTo>
                  <a:pt x="3819181" y="971534"/>
                  <a:pt x="3824585" y="996838"/>
                  <a:pt x="3809620" y="1014870"/>
                </a:cubicBezTo>
                <a:cubicBezTo>
                  <a:pt x="3794966" y="1032526"/>
                  <a:pt x="3786378" y="1032292"/>
                  <a:pt x="3767817" y="1013732"/>
                </a:cubicBezTo>
                <a:close/>
                <a:moveTo>
                  <a:pt x="2196192" y="1004207"/>
                </a:moveTo>
                <a:cubicBezTo>
                  <a:pt x="2165260" y="973274"/>
                  <a:pt x="2187392" y="928959"/>
                  <a:pt x="2230706" y="935100"/>
                </a:cubicBezTo>
                <a:cubicBezTo>
                  <a:pt x="2259493" y="939180"/>
                  <a:pt x="2267333" y="988372"/>
                  <a:pt x="2242134" y="1006799"/>
                </a:cubicBezTo>
                <a:cubicBezTo>
                  <a:pt x="2220358" y="1022721"/>
                  <a:pt x="2214369" y="1022384"/>
                  <a:pt x="2196192" y="1004207"/>
                </a:cubicBezTo>
                <a:close/>
                <a:moveTo>
                  <a:pt x="3539432" y="1001113"/>
                </a:moveTo>
                <a:cubicBezTo>
                  <a:pt x="3520539" y="980237"/>
                  <a:pt x="3520275" y="967359"/>
                  <a:pt x="3538369" y="949265"/>
                </a:cubicBezTo>
                <a:cubicBezTo>
                  <a:pt x="3567196" y="920438"/>
                  <a:pt x="3610511" y="954003"/>
                  <a:pt x="3591155" y="990169"/>
                </a:cubicBezTo>
                <a:cubicBezTo>
                  <a:pt x="3577506" y="1015672"/>
                  <a:pt x="3556609" y="1020094"/>
                  <a:pt x="3539432" y="1001113"/>
                </a:cubicBezTo>
                <a:close/>
                <a:moveTo>
                  <a:pt x="2449585" y="959029"/>
                </a:moveTo>
                <a:cubicBezTo>
                  <a:pt x="2421931" y="929593"/>
                  <a:pt x="2423460" y="900991"/>
                  <a:pt x="2453972" y="876991"/>
                </a:cubicBezTo>
                <a:cubicBezTo>
                  <a:pt x="2484748" y="852782"/>
                  <a:pt x="2496913" y="852350"/>
                  <a:pt x="2524260" y="874494"/>
                </a:cubicBezTo>
                <a:cubicBezTo>
                  <a:pt x="2564809" y="907328"/>
                  <a:pt x="2538771" y="981075"/>
                  <a:pt x="2486630" y="981075"/>
                </a:cubicBezTo>
                <a:cubicBezTo>
                  <a:pt x="2477646" y="981075"/>
                  <a:pt x="2460976" y="971154"/>
                  <a:pt x="2449585" y="959029"/>
                </a:cubicBezTo>
                <a:close/>
                <a:moveTo>
                  <a:pt x="3023838" y="951399"/>
                </a:moveTo>
                <a:cubicBezTo>
                  <a:pt x="3015160" y="924056"/>
                  <a:pt x="3043829" y="899080"/>
                  <a:pt x="3064346" y="916109"/>
                </a:cubicBezTo>
                <a:cubicBezTo>
                  <a:pt x="3083824" y="932273"/>
                  <a:pt x="3075489" y="966263"/>
                  <a:pt x="3051199" y="969724"/>
                </a:cubicBezTo>
                <a:cubicBezTo>
                  <a:pt x="3036769" y="971779"/>
                  <a:pt x="3028561" y="966282"/>
                  <a:pt x="3023838" y="951399"/>
                </a:cubicBezTo>
                <a:close/>
                <a:moveTo>
                  <a:pt x="3954780" y="960120"/>
                </a:moveTo>
                <a:cubicBezTo>
                  <a:pt x="3915367" y="920707"/>
                  <a:pt x="3960341" y="850753"/>
                  <a:pt x="4005901" y="880605"/>
                </a:cubicBezTo>
                <a:cubicBezTo>
                  <a:pt x="4046562" y="907247"/>
                  <a:pt x="4032641" y="971550"/>
                  <a:pt x="3986212" y="971550"/>
                </a:cubicBezTo>
                <a:cubicBezTo>
                  <a:pt x="3975211" y="971550"/>
                  <a:pt x="3961066" y="966406"/>
                  <a:pt x="3954780" y="960120"/>
                </a:cubicBezTo>
                <a:close/>
                <a:moveTo>
                  <a:pt x="2848819" y="948754"/>
                </a:moveTo>
                <a:cubicBezTo>
                  <a:pt x="2836854" y="934338"/>
                  <a:pt x="2849061" y="895350"/>
                  <a:pt x="2865539" y="895350"/>
                </a:cubicBezTo>
                <a:cubicBezTo>
                  <a:pt x="2888253" y="895350"/>
                  <a:pt x="2909501" y="923439"/>
                  <a:pt x="2899341" y="940035"/>
                </a:cubicBezTo>
                <a:cubicBezTo>
                  <a:pt x="2885547" y="962568"/>
                  <a:pt x="2863448" y="966382"/>
                  <a:pt x="2848819" y="948754"/>
                </a:cubicBezTo>
                <a:close/>
                <a:moveTo>
                  <a:pt x="4392930" y="950595"/>
                </a:moveTo>
                <a:cubicBezTo>
                  <a:pt x="4367493" y="925158"/>
                  <a:pt x="4381470" y="915025"/>
                  <a:pt x="4414837" y="934712"/>
                </a:cubicBezTo>
                <a:cubicBezTo>
                  <a:pt x="4433173" y="945530"/>
                  <a:pt x="4448175" y="956101"/>
                  <a:pt x="4448175" y="958203"/>
                </a:cubicBezTo>
                <a:cubicBezTo>
                  <a:pt x="4448175" y="967195"/>
                  <a:pt x="4403358" y="961023"/>
                  <a:pt x="4392930" y="950595"/>
                </a:cubicBezTo>
                <a:close/>
                <a:moveTo>
                  <a:pt x="3357566" y="891929"/>
                </a:moveTo>
                <a:cubicBezTo>
                  <a:pt x="3332244" y="853284"/>
                  <a:pt x="3364363" y="813179"/>
                  <a:pt x="3407568" y="829493"/>
                </a:cubicBezTo>
                <a:cubicBezTo>
                  <a:pt x="3422844" y="835261"/>
                  <a:pt x="3429000" y="845334"/>
                  <a:pt x="3429000" y="864563"/>
                </a:cubicBezTo>
                <a:cubicBezTo>
                  <a:pt x="3429000" y="915114"/>
                  <a:pt x="3384042" y="932338"/>
                  <a:pt x="3357566" y="891929"/>
                </a:cubicBezTo>
                <a:close/>
                <a:moveTo>
                  <a:pt x="4111823" y="879673"/>
                </a:moveTo>
                <a:cubicBezTo>
                  <a:pt x="4098737" y="866587"/>
                  <a:pt x="4105525" y="846376"/>
                  <a:pt x="4121943" y="849538"/>
                </a:cubicBezTo>
                <a:cubicBezTo>
                  <a:pt x="4131111" y="851303"/>
                  <a:pt x="4138612" y="858761"/>
                  <a:pt x="4138612" y="866111"/>
                </a:cubicBezTo>
                <a:cubicBezTo>
                  <a:pt x="4138612" y="881150"/>
                  <a:pt x="4121807" y="889657"/>
                  <a:pt x="4111823" y="879673"/>
                </a:cubicBezTo>
                <a:close/>
                <a:moveTo>
                  <a:pt x="3707130" y="864870"/>
                </a:moveTo>
                <a:cubicBezTo>
                  <a:pt x="3679813" y="837553"/>
                  <a:pt x="3700681" y="790575"/>
                  <a:pt x="3740132" y="790575"/>
                </a:cubicBezTo>
                <a:cubicBezTo>
                  <a:pt x="3769869" y="790575"/>
                  <a:pt x="3784691" y="820610"/>
                  <a:pt x="3770414" y="851943"/>
                </a:cubicBezTo>
                <a:cubicBezTo>
                  <a:pt x="3758477" y="878143"/>
                  <a:pt x="3726861" y="884601"/>
                  <a:pt x="3707130" y="864870"/>
                </a:cubicBezTo>
                <a:close/>
                <a:moveTo>
                  <a:pt x="4231370" y="855710"/>
                </a:moveTo>
                <a:cubicBezTo>
                  <a:pt x="4219396" y="843736"/>
                  <a:pt x="4214865" y="809625"/>
                  <a:pt x="4225249" y="809625"/>
                </a:cubicBezTo>
                <a:cubicBezTo>
                  <a:pt x="4239911" y="809625"/>
                  <a:pt x="4286064" y="843535"/>
                  <a:pt x="4283213" y="852213"/>
                </a:cubicBezTo>
                <a:cubicBezTo>
                  <a:pt x="4278391" y="866896"/>
                  <a:pt x="4244820" y="869160"/>
                  <a:pt x="4231370" y="855710"/>
                </a:cubicBezTo>
                <a:close/>
                <a:moveTo>
                  <a:pt x="2707005" y="845820"/>
                </a:moveTo>
                <a:cubicBezTo>
                  <a:pt x="2690014" y="828829"/>
                  <a:pt x="2693162" y="802061"/>
                  <a:pt x="2713426" y="791216"/>
                </a:cubicBezTo>
                <a:cubicBezTo>
                  <a:pt x="2727003" y="783950"/>
                  <a:pt x="2734984" y="785759"/>
                  <a:pt x="2746763" y="798775"/>
                </a:cubicBezTo>
                <a:cubicBezTo>
                  <a:pt x="2765920" y="819943"/>
                  <a:pt x="2765964" y="823600"/>
                  <a:pt x="2747282" y="842282"/>
                </a:cubicBezTo>
                <a:cubicBezTo>
                  <a:pt x="2729317" y="860246"/>
                  <a:pt x="2722068" y="860883"/>
                  <a:pt x="2707005" y="845820"/>
                </a:cubicBezTo>
                <a:close/>
                <a:moveTo>
                  <a:pt x="2298298" y="839913"/>
                </a:moveTo>
                <a:cubicBezTo>
                  <a:pt x="2291359" y="835625"/>
                  <a:pt x="2295466" y="823829"/>
                  <a:pt x="2310436" y="805055"/>
                </a:cubicBezTo>
                <a:cubicBezTo>
                  <a:pt x="2327627" y="783496"/>
                  <a:pt x="2335723" y="779338"/>
                  <a:pt x="2344134" y="787749"/>
                </a:cubicBezTo>
                <a:cubicBezTo>
                  <a:pt x="2365213" y="808828"/>
                  <a:pt x="2323962" y="855775"/>
                  <a:pt x="2298298" y="839913"/>
                </a:cubicBezTo>
                <a:close/>
                <a:moveTo>
                  <a:pt x="2933700" y="812539"/>
                </a:moveTo>
                <a:cubicBezTo>
                  <a:pt x="2897225" y="799504"/>
                  <a:pt x="2881910" y="737593"/>
                  <a:pt x="2909497" y="714698"/>
                </a:cubicBezTo>
                <a:cubicBezTo>
                  <a:pt x="2925291" y="701590"/>
                  <a:pt x="2981816" y="710232"/>
                  <a:pt x="2993085" y="727477"/>
                </a:cubicBezTo>
                <a:cubicBezTo>
                  <a:pt x="3007533" y="749588"/>
                  <a:pt x="3000318" y="789534"/>
                  <a:pt x="2979205" y="804322"/>
                </a:cubicBezTo>
                <a:cubicBezTo>
                  <a:pt x="2956584" y="820167"/>
                  <a:pt x="2955559" y="820352"/>
                  <a:pt x="2933700" y="812539"/>
                </a:cubicBezTo>
                <a:close/>
                <a:moveTo>
                  <a:pt x="3124673" y="791459"/>
                </a:moveTo>
                <a:cubicBezTo>
                  <a:pt x="3117323" y="777726"/>
                  <a:pt x="3119005" y="768287"/>
                  <a:pt x="3131565" y="752776"/>
                </a:cubicBezTo>
                <a:cubicBezTo>
                  <a:pt x="3150680" y="729170"/>
                  <a:pt x="3177316" y="734287"/>
                  <a:pt x="3186536" y="763337"/>
                </a:cubicBezTo>
                <a:cubicBezTo>
                  <a:pt x="3199003" y="802614"/>
                  <a:pt x="3144020" y="827609"/>
                  <a:pt x="3124673" y="791459"/>
                </a:cubicBezTo>
                <a:close/>
                <a:moveTo>
                  <a:pt x="3516630" y="798195"/>
                </a:moveTo>
                <a:cubicBezTo>
                  <a:pt x="3489840" y="771405"/>
                  <a:pt x="3508697" y="704434"/>
                  <a:pt x="3542823" y="705166"/>
                </a:cubicBezTo>
                <a:cubicBezTo>
                  <a:pt x="3563976" y="705620"/>
                  <a:pt x="3600450" y="738433"/>
                  <a:pt x="3600450" y="757009"/>
                </a:cubicBezTo>
                <a:cubicBezTo>
                  <a:pt x="3600450" y="802187"/>
                  <a:pt x="3546923" y="828488"/>
                  <a:pt x="3516630" y="798195"/>
                </a:cubicBezTo>
                <a:close/>
                <a:moveTo>
                  <a:pt x="3906590" y="777903"/>
                </a:moveTo>
                <a:cubicBezTo>
                  <a:pt x="3893950" y="762672"/>
                  <a:pt x="3901612" y="733348"/>
                  <a:pt x="3918175" y="733570"/>
                </a:cubicBezTo>
                <a:cubicBezTo>
                  <a:pt x="3938988" y="733849"/>
                  <a:pt x="3954728" y="750101"/>
                  <a:pt x="3951321" y="767794"/>
                </a:cubicBezTo>
                <a:cubicBezTo>
                  <a:pt x="3947036" y="790043"/>
                  <a:pt x="3921462" y="795822"/>
                  <a:pt x="3906590" y="777903"/>
                </a:cubicBezTo>
                <a:close/>
                <a:moveTo>
                  <a:pt x="2534663" y="754368"/>
                </a:moveTo>
                <a:cubicBezTo>
                  <a:pt x="2521933" y="730583"/>
                  <a:pt x="2541961" y="701385"/>
                  <a:pt x="2567617" y="706325"/>
                </a:cubicBezTo>
                <a:cubicBezTo>
                  <a:pt x="2595510" y="711697"/>
                  <a:pt x="2593494" y="765700"/>
                  <a:pt x="2565250" y="769721"/>
                </a:cubicBezTo>
                <a:cubicBezTo>
                  <a:pt x="2552337" y="771560"/>
                  <a:pt x="2540751" y="765744"/>
                  <a:pt x="2534663" y="754368"/>
                </a:cubicBezTo>
                <a:close/>
                <a:moveTo>
                  <a:pt x="3289569" y="738187"/>
                </a:moveTo>
                <a:cubicBezTo>
                  <a:pt x="3282023" y="718523"/>
                  <a:pt x="3292254" y="695325"/>
                  <a:pt x="3308472" y="695325"/>
                </a:cubicBezTo>
                <a:cubicBezTo>
                  <a:pt x="3327969" y="695325"/>
                  <a:pt x="3344557" y="719000"/>
                  <a:pt x="3337657" y="736980"/>
                </a:cubicBezTo>
                <a:cubicBezTo>
                  <a:pt x="3330190" y="756439"/>
                  <a:pt x="3296894" y="757275"/>
                  <a:pt x="3289569" y="738187"/>
                </a:cubicBezTo>
                <a:close/>
                <a:moveTo>
                  <a:pt x="2692288" y="658856"/>
                </a:moveTo>
                <a:cubicBezTo>
                  <a:pt x="2669303" y="633458"/>
                  <a:pt x="2672865" y="605252"/>
                  <a:pt x="2700957" y="590218"/>
                </a:cubicBezTo>
                <a:cubicBezTo>
                  <a:pt x="2732357" y="573413"/>
                  <a:pt x="2756293" y="587103"/>
                  <a:pt x="2760685" y="624378"/>
                </a:cubicBezTo>
                <a:cubicBezTo>
                  <a:pt x="2765983" y="669336"/>
                  <a:pt x="2721888" y="691563"/>
                  <a:pt x="2692288" y="658856"/>
                </a:cubicBezTo>
                <a:close/>
                <a:moveTo>
                  <a:pt x="3064668" y="627887"/>
                </a:moveTo>
                <a:cubicBezTo>
                  <a:pt x="3028443" y="606788"/>
                  <a:pt x="3053847" y="557361"/>
                  <a:pt x="3093243" y="572290"/>
                </a:cubicBezTo>
                <a:cubicBezTo>
                  <a:pt x="3116492" y="581099"/>
                  <a:pt x="3121519" y="608470"/>
                  <a:pt x="3103245" y="626745"/>
                </a:cubicBezTo>
                <a:cubicBezTo>
                  <a:pt x="3089596" y="640393"/>
                  <a:pt x="3086307" y="640490"/>
                  <a:pt x="3064668" y="627887"/>
                </a:cubicBezTo>
                <a:close/>
                <a:moveTo>
                  <a:pt x="2837638" y="599263"/>
                </a:moveTo>
                <a:cubicBezTo>
                  <a:pt x="2812950" y="574575"/>
                  <a:pt x="2818287" y="558074"/>
                  <a:pt x="2852251" y="554086"/>
                </a:cubicBezTo>
                <a:cubicBezTo>
                  <a:pt x="2884808" y="550263"/>
                  <a:pt x="2899501" y="563251"/>
                  <a:pt x="2891421" y="588711"/>
                </a:cubicBezTo>
                <a:cubicBezTo>
                  <a:pt x="2882480" y="616881"/>
                  <a:pt x="2859721" y="621346"/>
                  <a:pt x="2837638" y="599263"/>
                </a:cubicBezTo>
                <a:close/>
              </a:path>
            </a:pathLst>
          </a:custGeom>
          <a:solidFill>
            <a:srgbClr val="7A1732">
              <a:alpha val="70000"/>
            </a:srgbClr>
          </a:solidFill>
          <a:ln>
            <a:noFill/>
          </a:ln>
        </p:spPr>
      </p:sp>
      <p:sp>
        <p:nvSpPr>
          <p:cNvPr id="11" name="cross"/>
          <p:cNvSpPr/>
          <p:nvPr/>
        </p:nvSpPr>
        <p:spPr>
          <a:xfrm rot="240000">
            <a:off x="2190750" y="8810625"/>
            <a:ext cx="2857500" cy="2952750"/>
          </a:xfrm>
          <a:custGeom>
            <a:avLst/>
            <a:gdLst/>
            <a:ahLst/>
            <a:cxnLst/>
            <a:rect l="0" t="0" r="r" b="b"/>
            <a:pathLst>
              <a:path w="2857500" h="2952750">
                <a:moveTo>
                  <a:pt x="47882" y="2944294"/>
                </a:moveTo>
                <a:cubicBezTo>
                  <a:pt x="47740" y="2937024"/>
                  <a:pt x="77613" y="2885589"/>
                  <a:pt x="114265" y="2829994"/>
                </a:cubicBezTo>
                <a:cubicBezTo>
                  <a:pt x="165278" y="2752617"/>
                  <a:pt x="171747" y="2739522"/>
                  <a:pt x="141849" y="2774156"/>
                </a:cubicBezTo>
                <a:cubicBezTo>
                  <a:pt x="120368" y="2799040"/>
                  <a:pt x="98734" y="2819400"/>
                  <a:pt x="93774" y="2819400"/>
                </a:cubicBezTo>
                <a:cubicBezTo>
                  <a:pt x="81624" y="2819400"/>
                  <a:pt x="126075" y="2760020"/>
                  <a:pt x="187721" y="2693900"/>
                </a:cubicBezTo>
                <a:cubicBezTo>
                  <a:pt x="239258" y="2638623"/>
                  <a:pt x="257174" y="2607683"/>
                  <a:pt x="214350" y="2647914"/>
                </a:cubicBezTo>
                <a:cubicBezTo>
                  <a:pt x="166269" y="2693084"/>
                  <a:pt x="183398" y="2659029"/>
                  <a:pt x="248120" y="2580777"/>
                </a:cubicBezTo>
                <a:cubicBezTo>
                  <a:pt x="375768" y="2426443"/>
                  <a:pt x="400310" y="2394286"/>
                  <a:pt x="418956" y="2356936"/>
                </a:cubicBezTo>
                <a:lnTo>
                  <a:pt x="437726" y="2319337"/>
                </a:lnTo>
                <a:lnTo>
                  <a:pt x="411744" y="2348709"/>
                </a:lnTo>
                <a:cubicBezTo>
                  <a:pt x="397454" y="2364864"/>
                  <a:pt x="352019" y="2417560"/>
                  <a:pt x="310776" y="2465811"/>
                </a:cubicBezTo>
                <a:cubicBezTo>
                  <a:pt x="232954" y="2556860"/>
                  <a:pt x="201612" y="2578695"/>
                  <a:pt x="261657" y="2500032"/>
                </a:cubicBezTo>
                <a:cubicBezTo>
                  <a:pt x="280555" y="2475274"/>
                  <a:pt x="293767" y="2452767"/>
                  <a:pt x="291017" y="2450017"/>
                </a:cubicBezTo>
                <a:cubicBezTo>
                  <a:pt x="288267" y="2447267"/>
                  <a:pt x="277073" y="2456386"/>
                  <a:pt x="266142" y="2470283"/>
                </a:cubicBezTo>
                <a:cubicBezTo>
                  <a:pt x="255210" y="2484180"/>
                  <a:pt x="241220" y="2495554"/>
                  <a:pt x="235052" y="2495559"/>
                </a:cubicBezTo>
                <a:cubicBezTo>
                  <a:pt x="228884" y="2495564"/>
                  <a:pt x="198120" y="2525457"/>
                  <a:pt x="166687" y="2561988"/>
                </a:cubicBezTo>
                <a:cubicBezTo>
                  <a:pt x="135255" y="2598518"/>
                  <a:pt x="103966" y="2628517"/>
                  <a:pt x="97157" y="2628653"/>
                </a:cubicBezTo>
                <a:cubicBezTo>
                  <a:pt x="89450" y="2628806"/>
                  <a:pt x="87705" y="2624406"/>
                  <a:pt x="92535" y="2616993"/>
                </a:cubicBezTo>
                <a:cubicBezTo>
                  <a:pt x="148407" y="2531232"/>
                  <a:pt x="166157" y="2501078"/>
                  <a:pt x="167947" y="2488878"/>
                </a:cubicBezTo>
                <a:cubicBezTo>
                  <a:pt x="169119" y="2480894"/>
                  <a:pt x="189842" y="2454598"/>
                  <a:pt x="213998" y="2430442"/>
                </a:cubicBezTo>
                <a:cubicBezTo>
                  <a:pt x="248972" y="2395468"/>
                  <a:pt x="254760" y="2385414"/>
                  <a:pt x="242416" y="2381084"/>
                </a:cubicBezTo>
                <a:cubicBezTo>
                  <a:pt x="225143" y="2375025"/>
                  <a:pt x="279456" y="2296623"/>
                  <a:pt x="423174" y="2120152"/>
                </a:cubicBezTo>
                <a:cubicBezTo>
                  <a:pt x="465462" y="2068227"/>
                  <a:pt x="521247" y="1999647"/>
                  <a:pt x="547139" y="1967752"/>
                </a:cubicBezTo>
                <a:cubicBezTo>
                  <a:pt x="605225" y="1896201"/>
                  <a:pt x="878362" y="1579076"/>
                  <a:pt x="921135" y="1533525"/>
                </a:cubicBezTo>
                <a:lnTo>
                  <a:pt x="952440" y="1500187"/>
                </a:lnTo>
                <a:lnTo>
                  <a:pt x="741262" y="1295400"/>
                </a:lnTo>
                <a:cubicBezTo>
                  <a:pt x="523217" y="1083952"/>
                  <a:pt x="320671" y="865432"/>
                  <a:pt x="231872" y="745838"/>
                </a:cubicBezTo>
                <a:cubicBezTo>
                  <a:pt x="175519" y="669941"/>
                  <a:pt x="172315" y="662263"/>
                  <a:pt x="200024" y="669509"/>
                </a:cubicBezTo>
                <a:cubicBezTo>
                  <a:pt x="226432" y="676415"/>
                  <a:pt x="224165" y="669931"/>
                  <a:pt x="185029" y="626612"/>
                </a:cubicBezTo>
                <a:cubicBezTo>
                  <a:pt x="166304" y="605885"/>
                  <a:pt x="153144" y="583297"/>
                  <a:pt x="155785" y="576416"/>
                </a:cubicBezTo>
                <a:cubicBezTo>
                  <a:pt x="158426" y="569535"/>
                  <a:pt x="128748" y="523822"/>
                  <a:pt x="89836" y="474833"/>
                </a:cubicBezTo>
                <a:cubicBezTo>
                  <a:pt x="50923" y="425844"/>
                  <a:pt x="19177" y="377190"/>
                  <a:pt x="19288" y="366712"/>
                </a:cubicBezTo>
                <a:cubicBezTo>
                  <a:pt x="19509" y="345969"/>
                  <a:pt x="16047" y="342651"/>
                  <a:pt x="188135" y="528542"/>
                </a:cubicBezTo>
                <a:cubicBezTo>
                  <a:pt x="264125" y="610627"/>
                  <a:pt x="306247" y="643046"/>
                  <a:pt x="261937" y="585343"/>
                </a:cubicBezTo>
                <a:cubicBezTo>
                  <a:pt x="137742" y="423610"/>
                  <a:pt x="162579" y="434181"/>
                  <a:pt x="342819" y="619765"/>
                </a:cubicBezTo>
                <a:cubicBezTo>
                  <a:pt x="426426" y="705852"/>
                  <a:pt x="494937" y="772885"/>
                  <a:pt x="495066" y="768726"/>
                </a:cubicBezTo>
                <a:cubicBezTo>
                  <a:pt x="495310" y="760836"/>
                  <a:pt x="420330" y="668302"/>
                  <a:pt x="371351" y="616047"/>
                </a:cubicBezTo>
                <a:cubicBezTo>
                  <a:pt x="355751" y="599404"/>
                  <a:pt x="342968" y="582778"/>
                  <a:pt x="342944" y="579100"/>
                </a:cubicBezTo>
                <a:cubicBezTo>
                  <a:pt x="342853" y="565287"/>
                  <a:pt x="256494" y="449452"/>
                  <a:pt x="242197" y="443965"/>
                </a:cubicBezTo>
                <a:cubicBezTo>
                  <a:pt x="232296" y="440166"/>
                  <a:pt x="229322" y="431828"/>
                  <a:pt x="233347" y="419146"/>
                </a:cubicBezTo>
                <a:cubicBezTo>
                  <a:pt x="236681" y="408643"/>
                  <a:pt x="235546" y="400049"/>
                  <a:pt x="230825" y="400049"/>
                </a:cubicBezTo>
                <a:cubicBezTo>
                  <a:pt x="226104" y="400049"/>
                  <a:pt x="205608" y="375404"/>
                  <a:pt x="185278" y="345281"/>
                </a:cubicBezTo>
                <a:cubicBezTo>
                  <a:pt x="164949" y="315158"/>
                  <a:pt x="114944" y="246941"/>
                  <a:pt x="74157" y="193687"/>
                </a:cubicBezTo>
                <a:cubicBezTo>
                  <a:pt x="9355" y="109077"/>
                  <a:pt x="-10314" y="76200"/>
                  <a:pt x="3868" y="76199"/>
                </a:cubicBezTo>
                <a:cubicBezTo>
                  <a:pt x="5996" y="76199"/>
                  <a:pt x="36702" y="106203"/>
                  <a:pt x="72106" y="142874"/>
                </a:cubicBezTo>
                <a:cubicBezTo>
                  <a:pt x="107509" y="179546"/>
                  <a:pt x="141267" y="209549"/>
                  <a:pt x="147123" y="209549"/>
                </a:cubicBezTo>
                <a:cubicBezTo>
                  <a:pt x="152980" y="209550"/>
                  <a:pt x="197581" y="252412"/>
                  <a:pt x="246236" y="304800"/>
                </a:cubicBezTo>
                <a:cubicBezTo>
                  <a:pt x="294892" y="357187"/>
                  <a:pt x="338544" y="400050"/>
                  <a:pt x="343240" y="400050"/>
                </a:cubicBezTo>
                <a:cubicBezTo>
                  <a:pt x="353598" y="400049"/>
                  <a:pt x="305303" y="325978"/>
                  <a:pt x="255434" y="265378"/>
                </a:cubicBezTo>
                <a:cubicBezTo>
                  <a:pt x="215565" y="216929"/>
                  <a:pt x="212523" y="209550"/>
                  <a:pt x="232420" y="209549"/>
                </a:cubicBezTo>
                <a:cubicBezTo>
                  <a:pt x="242399" y="209549"/>
                  <a:pt x="321566" y="292644"/>
                  <a:pt x="349635" y="332581"/>
                </a:cubicBezTo>
                <a:cubicBezTo>
                  <a:pt x="351169" y="334764"/>
                  <a:pt x="354778" y="334196"/>
                  <a:pt x="357655" y="331319"/>
                </a:cubicBezTo>
                <a:cubicBezTo>
                  <a:pt x="360531" y="328443"/>
                  <a:pt x="345075" y="305512"/>
                  <a:pt x="323308" y="280362"/>
                </a:cubicBezTo>
                <a:cubicBezTo>
                  <a:pt x="242177" y="186622"/>
                  <a:pt x="206117" y="132972"/>
                  <a:pt x="216957" y="122132"/>
                </a:cubicBezTo>
                <a:cubicBezTo>
                  <a:pt x="224408" y="114681"/>
                  <a:pt x="265289" y="150161"/>
                  <a:pt x="362878" y="248772"/>
                </a:cubicBezTo>
                <a:cubicBezTo>
                  <a:pt x="437441" y="324116"/>
                  <a:pt x="494037" y="379333"/>
                  <a:pt x="488646" y="371475"/>
                </a:cubicBezTo>
                <a:cubicBezTo>
                  <a:pt x="483256" y="363616"/>
                  <a:pt x="463231" y="336463"/>
                  <a:pt x="444148" y="311133"/>
                </a:cubicBezTo>
                <a:cubicBezTo>
                  <a:pt x="425065" y="285804"/>
                  <a:pt x="412004" y="260949"/>
                  <a:pt x="415124" y="255902"/>
                </a:cubicBezTo>
                <a:cubicBezTo>
                  <a:pt x="422742" y="243574"/>
                  <a:pt x="442460" y="260776"/>
                  <a:pt x="467907" y="301951"/>
                </a:cubicBezTo>
                <a:cubicBezTo>
                  <a:pt x="480230" y="321889"/>
                  <a:pt x="490956" y="330877"/>
                  <a:pt x="494870" y="324545"/>
                </a:cubicBezTo>
                <a:cubicBezTo>
                  <a:pt x="506229" y="306166"/>
                  <a:pt x="703324" y="502873"/>
                  <a:pt x="836086" y="665089"/>
                </a:cubicBezTo>
                <a:cubicBezTo>
                  <a:pt x="850345" y="682512"/>
                  <a:pt x="888043" y="718945"/>
                  <a:pt x="919859" y="746052"/>
                </a:cubicBezTo>
                <a:cubicBezTo>
                  <a:pt x="951674" y="773159"/>
                  <a:pt x="1028851" y="840343"/>
                  <a:pt x="1091363" y="895350"/>
                </a:cubicBezTo>
                <a:cubicBezTo>
                  <a:pt x="1208957" y="998826"/>
                  <a:pt x="1213210" y="1002553"/>
                  <a:pt x="1287966" y="1067647"/>
                </a:cubicBezTo>
                <a:lnTo>
                  <a:pt x="1332920" y="1106791"/>
                </a:lnTo>
                <a:lnTo>
                  <a:pt x="1416553" y="1027899"/>
                </a:lnTo>
                <a:cubicBezTo>
                  <a:pt x="1462552" y="984509"/>
                  <a:pt x="1660968" y="789968"/>
                  <a:pt x="1857479" y="595586"/>
                </a:cubicBezTo>
                <a:cubicBezTo>
                  <a:pt x="2053989" y="401205"/>
                  <a:pt x="2238298" y="226136"/>
                  <a:pt x="2267054" y="206545"/>
                </a:cubicBezTo>
                <a:cubicBezTo>
                  <a:pt x="2295810" y="186954"/>
                  <a:pt x="2345937" y="151858"/>
                  <a:pt x="2378448" y="128554"/>
                </a:cubicBezTo>
                <a:cubicBezTo>
                  <a:pt x="2473976" y="60078"/>
                  <a:pt x="2456876" y="95664"/>
                  <a:pt x="2333183" y="222746"/>
                </a:cubicBezTo>
                <a:cubicBezTo>
                  <a:pt x="2269679" y="287989"/>
                  <a:pt x="2207193" y="355645"/>
                  <a:pt x="2194325" y="373091"/>
                </a:cubicBezTo>
                <a:cubicBezTo>
                  <a:pt x="2181457" y="390538"/>
                  <a:pt x="2155006" y="421957"/>
                  <a:pt x="2135544" y="442912"/>
                </a:cubicBezTo>
                <a:cubicBezTo>
                  <a:pt x="2051343" y="533573"/>
                  <a:pt x="2082442" y="509490"/>
                  <a:pt x="2206268" y="388143"/>
                </a:cubicBezTo>
                <a:cubicBezTo>
                  <a:pt x="2339748" y="257337"/>
                  <a:pt x="2363411" y="238234"/>
                  <a:pt x="2341955" y="278606"/>
                </a:cubicBezTo>
                <a:cubicBezTo>
                  <a:pt x="2329232" y="302545"/>
                  <a:pt x="2430809" y="218010"/>
                  <a:pt x="2515772" y="133952"/>
                </a:cubicBezTo>
                <a:cubicBezTo>
                  <a:pt x="2630000" y="20940"/>
                  <a:pt x="2657291" y="-3358"/>
                  <a:pt x="2663275" y="2625"/>
                </a:cubicBezTo>
                <a:cubicBezTo>
                  <a:pt x="2666684" y="6034"/>
                  <a:pt x="2634560" y="48205"/>
                  <a:pt x="2591888" y="96338"/>
                </a:cubicBezTo>
                <a:cubicBezTo>
                  <a:pt x="2516999" y="180810"/>
                  <a:pt x="2494512" y="218729"/>
                  <a:pt x="2549597" y="167651"/>
                </a:cubicBezTo>
                <a:cubicBezTo>
                  <a:pt x="2575261" y="143854"/>
                  <a:pt x="2600505" y="135051"/>
                  <a:pt x="2600160" y="150018"/>
                </a:cubicBezTo>
                <a:cubicBezTo>
                  <a:pt x="2600069" y="153947"/>
                  <a:pt x="2588681" y="167878"/>
                  <a:pt x="2574853" y="180975"/>
                </a:cubicBezTo>
                <a:cubicBezTo>
                  <a:pt x="2521792" y="231230"/>
                  <a:pt x="2362200" y="417497"/>
                  <a:pt x="2362200" y="429172"/>
                </a:cubicBezTo>
                <a:cubicBezTo>
                  <a:pt x="2362200" y="435916"/>
                  <a:pt x="2340474" y="466413"/>
                  <a:pt x="2313920" y="496942"/>
                </a:cubicBezTo>
                <a:cubicBezTo>
                  <a:pt x="2287367" y="527471"/>
                  <a:pt x="2269763" y="552449"/>
                  <a:pt x="2274801" y="552450"/>
                </a:cubicBezTo>
                <a:cubicBezTo>
                  <a:pt x="2279839" y="552450"/>
                  <a:pt x="2286533" y="545748"/>
                  <a:pt x="2289676" y="537558"/>
                </a:cubicBezTo>
                <a:cubicBezTo>
                  <a:pt x="2292819" y="529368"/>
                  <a:pt x="2298877" y="524822"/>
                  <a:pt x="2303140" y="527457"/>
                </a:cubicBezTo>
                <a:cubicBezTo>
                  <a:pt x="2307402" y="530091"/>
                  <a:pt x="2350941" y="489643"/>
                  <a:pt x="2399894" y="437573"/>
                </a:cubicBezTo>
                <a:cubicBezTo>
                  <a:pt x="2486953" y="344969"/>
                  <a:pt x="2510879" y="325978"/>
                  <a:pt x="2498170" y="359568"/>
                </a:cubicBezTo>
                <a:cubicBezTo>
                  <a:pt x="2492776" y="373824"/>
                  <a:pt x="2530416" y="345000"/>
                  <a:pt x="2637387" y="252958"/>
                </a:cubicBezTo>
                <a:lnTo>
                  <a:pt x="2660161" y="233362"/>
                </a:lnTo>
                <a:lnTo>
                  <a:pt x="2653361" y="261600"/>
                </a:lnTo>
                <a:cubicBezTo>
                  <a:pt x="2649621" y="277130"/>
                  <a:pt x="2639372" y="299109"/>
                  <a:pt x="2630586" y="310441"/>
                </a:cubicBezTo>
                <a:cubicBezTo>
                  <a:pt x="2597528" y="353080"/>
                  <a:pt x="2468768" y="504176"/>
                  <a:pt x="2369672" y="616618"/>
                </a:cubicBezTo>
                <a:cubicBezTo>
                  <a:pt x="2313174" y="680723"/>
                  <a:pt x="2266950" y="736291"/>
                  <a:pt x="2266950" y="740102"/>
                </a:cubicBezTo>
                <a:cubicBezTo>
                  <a:pt x="2266950" y="748612"/>
                  <a:pt x="2266891" y="748673"/>
                  <a:pt x="2409861" y="590550"/>
                </a:cubicBezTo>
                <a:cubicBezTo>
                  <a:pt x="2514565" y="474748"/>
                  <a:pt x="2553022" y="440542"/>
                  <a:pt x="2552534" y="463645"/>
                </a:cubicBezTo>
                <a:cubicBezTo>
                  <a:pt x="2552136" y="482493"/>
                  <a:pt x="2250881" y="806256"/>
                  <a:pt x="2242002" y="797377"/>
                </a:cubicBezTo>
                <a:cubicBezTo>
                  <a:pt x="2230230" y="785605"/>
                  <a:pt x="1955984" y="1103557"/>
                  <a:pt x="1892841" y="1202185"/>
                </a:cubicBezTo>
                <a:cubicBezTo>
                  <a:pt x="1875111" y="1229879"/>
                  <a:pt x="1825722" y="1293256"/>
                  <a:pt x="1783087" y="1343025"/>
                </a:cubicBezTo>
                <a:lnTo>
                  <a:pt x="1705569" y="1433512"/>
                </a:lnTo>
                <a:lnTo>
                  <a:pt x="1731465" y="1456298"/>
                </a:lnTo>
                <a:cubicBezTo>
                  <a:pt x="1745709" y="1468830"/>
                  <a:pt x="1821403" y="1535267"/>
                  <a:pt x="1899674" y="1603935"/>
                </a:cubicBezTo>
                <a:cubicBezTo>
                  <a:pt x="2313833" y="1967280"/>
                  <a:pt x="2538149" y="2179621"/>
                  <a:pt x="2516563" y="2187893"/>
                </a:cubicBezTo>
                <a:cubicBezTo>
                  <a:pt x="2509785" y="2190490"/>
                  <a:pt x="2462636" y="2154648"/>
                  <a:pt x="2411788" y="2108244"/>
                </a:cubicBezTo>
                <a:cubicBezTo>
                  <a:pt x="2305830" y="2011547"/>
                  <a:pt x="2255714" y="1972885"/>
                  <a:pt x="2333625" y="2047946"/>
                </a:cubicBezTo>
                <a:cubicBezTo>
                  <a:pt x="2496950" y="2205297"/>
                  <a:pt x="2673293" y="2381754"/>
                  <a:pt x="2702649" y="2417210"/>
                </a:cubicBezTo>
                <a:cubicBezTo>
                  <a:pt x="2767899" y="2496019"/>
                  <a:pt x="2722414" y="2469667"/>
                  <a:pt x="2624137" y="2371725"/>
                </a:cubicBezTo>
                <a:cubicBezTo>
                  <a:pt x="2569474" y="2317247"/>
                  <a:pt x="2522564" y="2274860"/>
                  <a:pt x="2519894" y="2277530"/>
                </a:cubicBezTo>
                <a:cubicBezTo>
                  <a:pt x="2517223" y="2280201"/>
                  <a:pt x="2536371" y="2303397"/>
                  <a:pt x="2562444" y="2329078"/>
                </a:cubicBezTo>
                <a:cubicBezTo>
                  <a:pt x="2588517" y="2354759"/>
                  <a:pt x="2609850" y="2382127"/>
                  <a:pt x="2609850" y="2389895"/>
                </a:cubicBezTo>
                <a:cubicBezTo>
                  <a:pt x="2609850" y="2397664"/>
                  <a:pt x="2621324" y="2415997"/>
                  <a:pt x="2635349" y="2430635"/>
                </a:cubicBezTo>
                <a:cubicBezTo>
                  <a:pt x="2649374" y="2445274"/>
                  <a:pt x="2657901" y="2460198"/>
                  <a:pt x="2654298" y="2463801"/>
                </a:cubicBezTo>
                <a:cubicBezTo>
                  <a:pt x="2646828" y="2471271"/>
                  <a:pt x="2609850" y="2434738"/>
                  <a:pt x="2609850" y="2419887"/>
                </a:cubicBezTo>
                <a:cubicBezTo>
                  <a:pt x="2609850" y="2414506"/>
                  <a:pt x="2585524" y="2391011"/>
                  <a:pt x="2555792" y="2367675"/>
                </a:cubicBezTo>
                <a:cubicBezTo>
                  <a:pt x="2526061" y="2344340"/>
                  <a:pt x="2497129" y="2314369"/>
                  <a:pt x="2491499" y="2301072"/>
                </a:cubicBezTo>
                <a:cubicBezTo>
                  <a:pt x="2480985" y="2276242"/>
                  <a:pt x="2300732" y="2105025"/>
                  <a:pt x="2285106" y="2105025"/>
                </a:cubicBezTo>
                <a:cubicBezTo>
                  <a:pt x="2280317" y="2105025"/>
                  <a:pt x="2309635" y="2138306"/>
                  <a:pt x="2350256" y="2178983"/>
                </a:cubicBezTo>
                <a:cubicBezTo>
                  <a:pt x="2390877" y="2219661"/>
                  <a:pt x="2477690" y="2312416"/>
                  <a:pt x="2543175" y="2385106"/>
                </a:cubicBezTo>
                <a:cubicBezTo>
                  <a:pt x="2608659" y="2457797"/>
                  <a:pt x="2681525" y="2537209"/>
                  <a:pt x="2705100" y="2561578"/>
                </a:cubicBezTo>
                <a:cubicBezTo>
                  <a:pt x="2815072" y="2675258"/>
                  <a:pt x="2857721" y="2725610"/>
                  <a:pt x="2851949" y="2734949"/>
                </a:cubicBezTo>
                <a:cubicBezTo>
                  <a:pt x="2848248" y="2740937"/>
                  <a:pt x="2823709" y="2723685"/>
                  <a:pt x="2792058" y="2692843"/>
                </a:cubicBezTo>
                <a:cubicBezTo>
                  <a:pt x="2762566" y="2664104"/>
                  <a:pt x="2727991" y="2635237"/>
                  <a:pt x="2715224" y="2628694"/>
                </a:cubicBezTo>
                <a:cubicBezTo>
                  <a:pt x="2702458" y="2622151"/>
                  <a:pt x="2687456" y="2612882"/>
                  <a:pt x="2681887" y="2608097"/>
                </a:cubicBezTo>
                <a:cubicBezTo>
                  <a:pt x="2669643" y="2597575"/>
                  <a:pt x="2512355" y="2478912"/>
                  <a:pt x="2477521" y="2453917"/>
                </a:cubicBezTo>
                <a:cubicBezTo>
                  <a:pt x="2463862" y="2444116"/>
                  <a:pt x="2469832" y="2451700"/>
                  <a:pt x="2490787" y="2470771"/>
                </a:cubicBezTo>
                <a:cubicBezTo>
                  <a:pt x="2511742" y="2489841"/>
                  <a:pt x="2548175" y="2518932"/>
                  <a:pt x="2571750" y="2535417"/>
                </a:cubicBezTo>
                <a:cubicBezTo>
                  <a:pt x="2618718" y="2568260"/>
                  <a:pt x="2800349" y="2742449"/>
                  <a:pt x="2800350" y="2754649"/>
                </a:cubicBezTo>
                <a:cubicBezTo>
                  <a:pt x="2800350" y="2773087"/>
                  <a:pt x="2777213" y="2757695"/>
                  <a:pt x="2707883" y="2693136"/>
                </a:cubicBezTo>
                <a:cubicBezTo>
                  <a:pt x="2667061" y="2655124"/>
                  <a:pt x="2612231" y="2606903"/>
                  <a:pt x="2586037" y="2585980"/>
                </a:cubicBezTo>
                <a:cubicBezTo>
                  <a:pt x="2559843" y="2565056"/>
                  <a:pt x="2535430" y="2543775"/>
                  <a:pt x="2531786" y="2538688"/>
                </a:cubicBezTo>
                <a:cubicBezTo>
                  <a:pt x="2528142" y="2533601"/>
                  <a:pt x="2523166" y="2531458"/>
                  <a:pt x="2520728" y="2533925"/>
                </a:cubicBezTo>
                <a:cubicBezTo>
                  <a:pt x="2518291" y="2536393"/>
                  <a:pt x="2588516" y="2613188"/>
                  <a:pt x="2676784" y="2704580"/>
                </a:cubicBezTo>
                <a:cubicBezTo>
                  <a:pt x="2765053" y="2795973"/>
                  <a:pt x="2834949" y="2874508"/>
                  <a:pt x="2832109" y="2879102"/>
                </a:cubicBezTo>
                <a:cubicBezTo>
                  <a:pt x="2829270" y="2883697"/>
                  <a:pt x="2811318" y="2872423"/>
                  <a:pt x="2792217" y="2854049"/>
                </a:cubicBezTo>
                <a:cubicBezTo>
                  <a:pt x="2751224" y="2814617"/>
                  <a:pt x="2645341" y="2725456"/>
                  <a:pt x="2615332" y="2705100"/>
                </a:cubicBezTo>
                <a:cubicBezTo>
                  <a:pt x="2603748" y="2697241"/>
                  <a:pt x="2575944" y="2676205"/>
                  <a:pt x="2553545" y="2658351"/>
                </a:cubicBezTo>
                <a:cubicBezTo>
                  <a:pt x="2520193" y="2631767"/>
                  <a:pt x="2511095" y="2628318"/>
                  <a:pt x="2503287" y="2639301"/>
                </a:cubicBezTo>
                <a:cubicBezTo>
                  <a:pt x="2495623" y="2650081"/>
                  <a:pt x="2494752" y="2649579"/>
                  <a:pt x="2498847" y="2636740"/>
                </a:cubicBezTo>
                <a:cubicBezTo>
                  <a:pt x="2505115" y="2617091"/>
                  <a:pt x="2480806" y="2592968"/>
                  <a:pt x="2473750" y="2611833"/>
                </a:cubicBezTo>
                <a:cubicBezTo>
                  <a:pt x="2470770" y="2619801"/>
                  <a:pt x="2466247" y="2616844"/>
                  <a:pt x="2460917" y="2603445"/>
                </a:cubicBezTo>
                <a:cubicBezTo>
                  <a:pt x="2452808" y="2583057"/>
                  <a:pt x="2371218" y="2514600"/>
                  <a:pt x="2355028" y="2514600"/>
                </a:cubicBezTo>
                <a:cubicBezTo>
                  <a:pt x="2350455" y="2514600"/>
                  <a:pt x="2334124" y="2501346"/>
                  <a:pt x="2318738" y="2485147"/>
                </a:cubicBezTo>
                <a:cubicBezTo>
                  <a:pt x="2291110" y="2456060"/>
                  <a:pt x="2189889" y="2373236"/>
                  <a:pt x="2162175" y="2357037"/>
                </a:cubicBezTo>
                <a:cubicBezTo>
                  <a:pt x="2154316" y="2352445"/>
                  <a:pt x="2168767" y="2373158"/>
                  <a:pt x="2194288" y="2403068"/>
                </a:cubicBezTo>
                <a:cubicBezTo>
                  <a:pt x="2237171" y="2453327"/>
                  <a:pt x="2258350" y="2472539"/>
                  <a:pt x="2242373" y="2446689"/>
                </a:cubicBezTo>
                <a:cubicBezTo>
                  <a:pt x="2238316" y="2440123"/>
                  <a:pt x="2240881" y="2437738"/>
                  <a:pt x="2248955" y="2440570"/>
                </a:cubicBezTo>
                <a:cubicBezTo>
                  <a:pt x="2256233" y="2443123"/>
                  <a:pt x="2261584" y="2452295"/>
                  <a:pt x="2260848" y="2460952"/>
                </a:cubicBezTo>
                <a:cubicBezTo>
                  <a:pt x="2260084" y="2469937"/>
                  <a:pt x="2319352" y="2532783"/>
                  <a:pt x="2398961" y="2607402"/>
                </a:cubicBezTo>
                <a:cubicBezTo>
                  <a:pt x="2475659" y="2679293"/>
                  <a:pt x="2539841" y="2741400"/>
                  <a:pt x="2541587" y="2745418"/>
                </a:cubicBezTo>
                <a:cubicBezTo>
                  <a:pt x="2549914" y="2764580"/>
                  <a:pt x="2521452" y="2747355"/>
                  <a:pt x="2449004" y="2689389"/>
                </a:cubicBezTo>
                <a:cubicBezTo>
                  <a:pt x="2387638" y="2640290"/>
                  <a:pt x="2368008" y="2629026"/>
                  <a:pt x="2361675" y="2639273"/>
                </a:cubicBezTo>
                <a:cubicBezTo>
                  <a:pt x="2355248" y="2649672"/>
                  <a:pt x="2346305" y="2645513"/>
                  <a:pt x="2319752" y="2619777"/>
                </a:cubicBezTo>
                <a:cubicBezTo>
                  <a:pt x="2301188" y="2601784"/>
                  <a:pt x="2286000" y="2592190"/>
                  <a:pt x="2286000" y="2598456"/>
                </a:cubicBezTo>
                <a:cubicBezTo>
                  <a:pt x="2286000" y="2604722"/>
                  <a:pt x="2282378" y="2609850"/>
                  <a:pt x="2277952" y="2609850"/>
                </a:cubicBezTo>
                <a:cubicBezTo>
                  <a:pt x="2259937" y="2609850"/>
                  <a:pt x="1929339" y="2353191"/>
                  <a:pt x="1885950" y="2305519"/>
                </a:cubicBezTo>
                <a:cubicBezTo>
                  <a:pt x="1883330" y="2302642"/>
                  <a:pt x="1855470" y="2278951"/>
                  <a:pt x="1824037" y="2252874"/>
                </a:cubicBezTo>
                <a:cubicBezTo>
                  <a:pt x="1792605" y="2226798"/>
                  <a:pt x="1764744" y="2203214"/>
                  <a:pt x="1762125" y="2200466"/>
                </a:cubicBezTo>
                <a:cubicBezTo>
                  <a:pt x="1731865" y="2168721"/>
                  <a:pt x="1504066" y="1971675"/>
                  <a:pt x="1497627" y="1971675"/>
                </a:cubicBezTo>
                <a:cubicBezTo>
                  <a:pt x="1492881" y="1971675"/>
                  <a:pt x="1453536" y="1940831"/>
                  <a:pt x="1410195" y="1903132"/>
                </a:cubicBezTo>
                <a:lnTo>
                  <a:pt x="1331393" y="1834590"/>
                </a:lnTo>
                <a:lnTo>
                  <a:pt x="1234815" y="1934726"/>
                </a:lnTo>
                <a:cubicBezTo>
                  <a:pt x="1127179" y="2046327"/>
                  <a:pt x="998186" y="2185118"/>
                  <a:pt x="784402" y="2419350"/>
                </a:cubicBezTo>
                <a:cubicBezTo>
                  <a:pt x="624281" y="2594785"/>
                  <a:pt x="600074" y="2618611"/>
                  <a:pt x="600074" y="2600775"/>
                </a:cubicBezTo>
                <a:cubicBezTo>
                  <a:pt x="600074" y="2583274"/>
                  <a:pt x="770339" y="2384258"/>
                  <a:pt x="859077" y="2298035"/>
                </a:cubicBezTo>
                <a:cubicBezTo>
                  <a:pt x="900935" y="2257364"/>
                  <a:pt x="939790" y="2215515"/>
                  <a:pt x="945421" y="2205037"/>
                </a:cubicBezTo>
                <a:cubicBezTo>
                  <a:pt x="951052" y="2194560"/>
                  <a:pt x="913298" y="2226057"/>
                  <a:pt x="861523" y="2275031"/>
                </a:cubicBezTo>
                <a:cubicBezTo>
                  <a:pt x="809749" y="2324006"/>
                  <a:pt x="765716" y="2359061"/>
                  <a:pt x="763673" y="2352932"/>
                </a:cubicBezTo>
                <a:cubicBezTo>
                  <a:pt x="761630" y="2346803"/>
                  <a:pt x="768352" y="2332450"/>
                  <a:pt x="778612" y="2321037"/>
                </a:cubicBezTo>
                <a:cubicBezTo>
                  <a:pt x="788871" y="2309625"/>
                  <a:pt x="800783" y="2293858"/>
                  <a:pt x="805082" y="2286000"/>
                </a:cubicBezTo>
                <a:cubicBezTo>
                  <a:pt x="818264" y="2261906"/>
                  <a:pt x="773559" y="2305107"/>
                  <a:pt x="701587" y="2386012"/>
                </a:cubicBezTo>
                <a:cubicBezTo>
                  <a:pt x="664304" y="2427922"/>
                  <a:pt x="643383" y="2454023"/>
                  <a:pt x="655096" y="2444014"/>
                </a:cubicBezTo>
                <a:cubicBezTo>
                  <a:pt x="702151" y="2403804"/>
                  <a:pt x="684810" y="2442111"/>
                  <a:pt x="626477" y="2507234"/>
                </a:cubicBezTo>
                <a:cubicBezTo>
                  <a:pt x="531261" y="2613535"/>
                  <a:pt x="277961" y="2867025"/>
                  <a:pt x="266956" y="2867025"/>
                </a:cubicBezTo>
                <a:cubicBezTo>
                  <a:pt x="246915" y="2867025"/>
                  <a:pt x="259822" y="2840844"/>
                  <a:pt x="323307" y="2752725"/>
                </a:cubicBezTo>
                <a:cubicBezTo>
                  <a:pt x="390733" y="2659134"/>
                  <a:pt x="403421" y="2632080"/>
                  <a:pt x="353890" y="2687515"/>
                </a:cubicBezTo>
                <a:cubicBezTo>
                  <a:pt x="313514" y="2732703"/>
                  <a:pt x="304590" y="2713328"/>
                  <a:pt x="343342" y="2664615"/>
                </a:cubicBezTo>
                <a:cubicBezTo>
                  <a:pt x="393126" y="2602032"/>
                  <a:pt x="255295" y="2725904"/>
                  <a:pt x="173673" y="2817100"/>
                </a:cubicBezTo>
                <a:cubicBezTo>
                  <a:pt x="138398" y="2856512"/>
                  <a:pt x="95723" y="2904228"/>
                  <a:pt x="78838" y="2923135"/>
                </a:cubicBezTo>
                <a:cubicBezTo>
                  <a:pt x="61954" y="2942042"/>
                  <a:pt x="48024" y="2951564"/>
                  <a:pt x="47882" y="2944294"/>
                </a:cubicBezTo>
                <a:close/>
                <a:moveTo>
                  <a:pt x="460405" y="2141396"/>
                </a:moveTo>
                <a:cubicBezTo>
                  <a:pt x="475265" y="2121392"/>
                  <a:pt x="484632" y="2105025"/>
                  <a:pt x="481221" y="2105025"/>
                </a:cubicBezTo>
                <a:cubicBezTo>
                  <a:pt x="469655" y="2105025"/>
                  <a:pt x="371475" y="2230449"/>
                  <a:pt x="371475" y="2245225"/>
                </a:cubicBezTo>
                <a:cubicBezTo>
                  <a:pt x="371475" y="2252879"/>
                  <a:pt x="417565" y="2199067"/>
                  <a:pt x="460405" y="2141396"/>
                </a:cubicBezTo>
                <a:close/>
                <a:moveTo>
                  <a:pt x="1120829" y="2013004"/>
                </a:moveTo>
                <a:cubicBezTo>
                  <a:pt x="1117597" y="2009772"/>
                  <a:pt x="1096142" y="2028083"/>
                  <a:pt x="1073151" y="2053695"/>
                </a:cubicBezTo>
                <a:cubicBezTo>
                  <a:pt x="990018" y="2146307"/>
                  <a:pt x="980016" y="2165371"/>
                  <a:pt x="1052578" y="2092909"/>
                </a:cubicBezTo>
                <a:cubicBezTo>
                  <a:pt x="1093349" y="2052194"/>
                  <a:pt x="1124062" y="2016237"/>
                  <a:pt x="1120829" y="2013004"/>
                </a:cubicBezTo>
                <a:close/>
                <a:moveTo>
                  <a:pt x="1294912" y="1814512"/>
                </a:moveTo>
                <a:cubicBezTo>
                  <a:pt x="1294782" y="1804075"/>
                  <a:pt x="1217071" y="1887360"/>
                  <a:pt x="1170488" y="1947862"/>
                </a:cubicBezTo>
                <a:cubicBezTo>
                  <a:pt x="1154353" y="1968817"/>
                  <a:pt x="1175775" y="1949529"/>
                  <a:pt x="1218092" y="1905000"/>
                </a:cubicBezTo>
                <a:cubicBezTo>
                  <a:pt x="1260408" y="1860470"/>
                  <a:pt x="1294978" y="1819751"/>
                  <a:pt x="1294912" y="1814512"/>
                </a:cubicBezTo>
                <a:close/>
                <a:moveTo>
                  <a:pt x="1741517" y="1200150"/>
                </a:moveTo>
                <a:cubicBezTo>
                  <a:pt x="1769185" y="1168717"/>
                  <a:pt x="1790364" y="1143000"/>
                  <a:pt x="1788582" y="1143000"/>
                </a:cubicBezTo>
                <a:cubicBezTo>
                  <a:pt x="1786799" y="1143000"/>
                  <a:pt x="1759892" y="1168717"/>
                  <a:pt x="1728787" y="1200150"/>
                </a:cubicBezTo>
                <a:cubicBezTo>
                  <a:pt x="1697682" y="1231582"/>
                  <a:pt x="1676503" y="1257300"/>
                  <a:pt x="1681722" y="1257300"/>
                </a:cubicBezTo>
                <a:cubicBezTo>
                  <a:pt x="1686942" y="1257300"/>
                  <a:pt x="1713849" y="1231582"/>
                  <a:pt x="1741517" y="1200150"/>
                </a:cubicBezTo>
                <a:close/>
                <a:moveTo>
                  <a:pt x="1260918" y="1140618"/>
                </a:moveTo>
                <a:cubicBezTo>
                  <a:pt x="1240647" y="1106292"/>
                  <a:pt x="1204378" y="1064672"/>
                  <a:pt x="1186765" y="1055526"/>
                </a:cubicBezTo>
                <a:cubicBezTo>
                  <a:pt x="1168854" y="1046224"/>
                  <a:pt x="1169231" y="1047977"/>
                  <a:pt x="1190457" y="1072651"/>
                </a:cubicBezTo>
                <a:cubicBezTo>
                  <a:pt x="1255532" y="1148296"/>
                  <a:pt x="1278582" y="1170531"/>
                  <a:pt x="1260918" y="1140618"/>
                </a:cubicBezTo>
                <a:close/>
                <a:moveTo>
                  <a:pt x="1228019" y="1040606"/>
                </a:moveTo>
                <a:cubicBezTo>
                  <a:pt x="1227631" y="1036677"/>
                  <a:pt x="1202985" y="1014673"/>
                  <a:pt x="1173251" y="991709"/>
                </a:cubicBezTo>
                <a:lnTo>
                  <a:pt x="1119187" y="949956"/>
                </a:lnTo>
                <a:lnTo>
                  <a:pt x="1166454" y="998853"/>
                </a:lnTo>
                <a:cubicBezTo>
                  <a:pt x="1210678" y="1044601"/>
                  <a:pt x="1229686" y="1057493"/>
                  <a:pt x="1228019" y="1040606"/>
                </a:cubicBezTo>
                <a:close/>
                <a:moveTo>
                  <a:pt x="446722" y="935831"/>
                </a:moveTo>
                <a:cubicBezTo>
                  <a:pt x="428355" y="916185"/>
                  <a:pt x="392687" y="875260"/>
                  <a:pt x="367460" y="844884"/>
                </a:cubicBezTo>
                <a:cubicBezTo>
                  <a:pt x="322255" y="790455"/>
                  <a:pt x="292395" y="773878"/>
                  <a:pt x="333068" y="825792"/>
                </a:cubicBezTo>
                <a:cubicBezTo>
                  <a:pt x="412432" y="927090"/>
                  <a:pt x="453790" y="971550"/>
                  <a:pt x="468658" y="971550"/>
                </a:cubicBezTo>
                <a:cubicBezTo>
                  <a:pt x="474960" y="971550"/>
                  <a:pt x="465088" y="955476"/>
                  <a:pt x="446722" y="935831"/>
                </a:cubicBezTo>
                <a:close/>
                <a:moveTo>
                  <a:pt x="732704" y="660573"/>
                </a:moveTo>
                <a:cubicBezTo>
                  <a:pt x="676291" y="598943"/>
                  <a:pt x="559682" y="482823"/>
                  <a:pt x="571518" y="500062"/>
                </a:cubicBezTo>
                <a:cubicBezTo>
                  <a:pt x="586756" y="522257"/>
                  <a:pt x="745280" y="685800"/>
                  <a:pt x="751555" y="685800"/>
                </a:cubicBezTo>
                <a:cubicBezTo>
                  <a:pt x="753887" y="685800"/>
                  <a:pt x="745404" y="674447"/>
                  <a:pt x="732704" y="660573"/>
                </a:cubicBezTo>
                <a:close/>
                <a:moveTo>
                  <a:pt x="413016" y="419100"/>
                </a:moveTo>
                <a:cubicBezTo>
                  <a:pt x="355783" y="347764"/>
                  <a:pt x="321948" y="326175"/>
                  <a:pt x="370190" y="391775"/>
                </a:cubicBezTo>
                <a:cubicBezTo>
                  <a:pt x="411872" y="448454"/>
                  <a:pt x="446404" y="485775"/>
                  <a:pt x="457166" y="485775"/>
                </a:cubicBezTo>
                <a:cubicBezTo>
                  <a:pt x="462305" y="485775"/>
                  <a:pt x="442438" y="455771"/>
                  <a:pt x="413016" y="419100"/>
                </a:cubicBezTo>
                <a:close/>
                <a:moveTo>
                  <a:pt x="2562225" y="268842"/>
                </a:moveTo>
                <a:cubicBezTo>
                  <a:pt x="2562225" y="255209"/>
                  <a:pt x="2704460" y="120010"/>
                  <a:pt x="2711449" y="127000"/>
                </a:cubicBezTo>
                <a:cubicBezTo>
                  <a:pt x="2715248" y="130798"/>
                  <a:pt x="2686549" y="165928"/>
                  <a:pt x="2647673" y="205066"/>
                </a:cubicBezTo>
                <a:cubicBezTo>
                  <a:pt x="2581060" y="272126"/>
                  <a:pt x="2562225" y="286184"/>
                  <a:pt x="2562225" y="268842"/>
                </a:cubicBezTo>
                <a:close/>
              </a:path>
            </a:pathLst>
          </a:custGeom>
          <a:solidFill>
            <a:srgbClr val="7A1732"/>
          </a:solidFill>
          <a:ln>
            <a:noFill/>
          </a:ln>
        </p:spPr>
      </p:sp>
      <p:sp>
        <p:nvSpPr>
          <p:cNvPr id="12" name="TEXT: [tired of giving the usual?]"/>
          <p:cNvSpPr/>
          <p:nvPr/>
        </p:nvSpPr>
        <p:spPr>
          <a:xfrm rot="120000">
            <a:off x="2543175" y="1095375"/>
            <a:ext cx="6724650" cy="21907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9362" rIns="229362" tIns="98298" bIns="98298"/>
          <a:lstStyle/>
          <a:p>
            <a:pPr algn="r">
              <a:lnSpc>
                <a:spcPts val="7869"/>
              </a:lnSpc>
            </a:pPr>
            <a:r>
              <a:rPr b="1" sz="6450">
                <a:solidFill>
                  <a:srgbClr val="181716"/>
                </a:solidFill>
                <a:latin typeface="Montserrat"/>
              </a:rPr>
              <a:t>[tired of giving</a:t>
            </a:r>
          </a:p>
          <a:p>
            <a:pPr algn="r">
              <a:lnSpc>
                <a:spcPts val="7869"/>
              </a:lnSpc>
            </a:pPr>
            <a:r>
              <a:rPr b="1" sz="6450">
                <a:solidFill>
                  <a:srgbClr val="181716"/>
                </a:solidFill>
                <a:latin typeface="Montserrat"/>
              </a:rPr>
              <a:t>the usual?]</a:t>
            </a:r>
          </a:p>
        </p:txBody>
      </p:sp>
      <p:sp>
        <p:nvSpPr>
          <p:cNvPr id="13" name="TEXT: [try this instead]"/>
          <p:cNvSpPr/>
          <p:nvPr/>
        </p:nvSpPr>
        <p:spPr>
          <a:xfrm rot="120000">
            <a:off x="719138" y="12239625"/>
            <a:ext cx="5419725" cy="857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5354" rIns="165354" tIns="70866" bIns="70866"/>
          <a:lstStyle/>
          <a:p>
            <a:pPr algn="l">
              <a:lnSpc>
                <a:spcPts val="5673"/>
              </a:lnSpc>
            </a:pPr>
            <a:r>
              <a:rPr b="1" sz="4650">
                <a:solidFill>
                  <a:srgbClr val="181716"/>
                </a:solidFill>
                <a:latin typeface="Montserrat"/>
              </a:rPr>
              <a:t>[try this instead]</a:t>
            </a:r>
          </a:p>
        </p:txBody>
      </p:sp>
      <p:sp>
        <p:nvSpPr>
          <p:cNvPr id="14" name="arrow"/>
          <p:cNvSpPr/>
          <p:nvPr/>
        </p:nvSpPr>
        <p:spPr>
          <a:xfrm rot="120000">
            <a:off x="6429375" y="12368212"/>
            <a:ext cx="1619250" cy="504825"/>
          </a:xfrm>
          <a:custGeom>
            <a:avLst/>
            <a:gdLst/>
            <a:ahLst/>
            <a:cxnLst/>
            <a:rect l="0" t="0" r="r" b="b"/>
            <a:pathLst>
              <a:path w="1619250" h="504825">
                <a:moveTo>
                  <a:pt x="1257300" y="480450"/>
                </a:moveTo>
                <a:cubicBezTo>
                  <a:pt x="1257300" y="466626"/>
                  <a:pt x="1253177" y="458623"/>
                  <a:pt x="1247775" y="461962"/>
                </a:cubicBezTo>
                <a:cubicBezTo>
                  <a:pt x="1242536" y="465200"/>
                  <a:pt x="1238235" y="460095"/>
                  <a:pt x="1238218" y="450618"/>
                </a:cubicBezTo>
                <a:cubicBezTo>
                  <a:pt x="1238201" y="441141"/>
                  <a:pt x="1271222" y="402197"/>
                  <a:pt x="1311598" y="364076"/>
                </a:cubicBezTo>
                <a:lnTo>
                  <a:pt x="1385010" y="294765"/>
                </a:lnTo>
                <a:lnTo>
                  <a:pt x="1266386" y="300090"/>
                </a:lnTo>
                <a:cubicBezTo>
                  <a:pt x="1201143" y="303019"/>
                  <a:pt x="950595" y="310034"/>
                  <a:pt x="709612" y="315678"/>
                </a:cubicBezTo>
                <a:cubicBezTo>
                  <a:pt x="468630" y="321323"/>
                  <a:pt x="223235" y="328686"/>
                  <a:pt x="164292" y="332039"/>
                </a:cubicBezTo>
                <a:cubicBezTo>
                  <a:pt x="81649" y="336741"/>
                  <a:pt x="57124" y="335412"/>
                  <a:pt x="57135" y="326231"/>
                </a:cubicBezTo>
                <a:cubicBezTo>
                  <a:pt x="57144" y="319190"/>
                  <a:pt x="44728" y="314325"/>
                  <a:pt x="26754" y="314324"/>
                </a:cubicBezTo>
                <a:cubicBezTo>
                  <a:pt x="-1225" y="314324"/>
                  <a:pt x="-2231" y="313294"/>
                  <a:pt x="14096" y="301355"/>
                </a:cubicBezTo>
                <a:cubicBezTo>
                  <a:pt x="39698" y="282634"/>
                  <a:pt x="40970" y="257174"/>
                  <a:pt x="16302" y="257175"/>
                </a:cubicBezTo>
                <a:cubicBezTo>
                  <a:pt x="4858" y="257175"/>
                  <a:pt x="89" y="253819"/>
                  <a:pt x="5238" y="249388"/>
                </a:cubicBezTo>
                <a:cubicBezTo>
                  <a:pt x="38131" y="221084"/>
                  <a:pt x="254251" y="205225"/>
                  <a:pt x="757237" y="194206"/>
                </a:cubicBezTo>
                <a:cubicBezTo>
                  <a:pt x="909161" y="190878"/>
                  <a:pt x="1109402" y="185468"/>
                  <a:pt x="1202217" y="182184"/>
                </a:cubicBezTo>
                <a:lnTo>
                  <a:pt x="1370973" y="176212"/>
                </a:lnTo>
                <a:lnTo>
                  <a:pt x="1306992" y="128587"/>
                </a:lnTo>
                <a:cubicBezTo>
                  <a:pt x="1271803" y="102393"/>
                  <a:pt x="1242899" y="74533"/>
                  <a:pt x="1242760" y="66675"/>
                </a:cubicBezTo>
                <a:cubicBezTo>
                  <a:pt x="1242622" y="58816"/>
                  <a:pt x="1239154" y="47029"/>
                  <a:pt x="1235054" y="40481"/>
                </a:cubicBezTo>
                <a:cubicBezTo>
                  <a:pt x="1224885" y="24237"/>
                  <a:pt x="1235722" y="9152"/>
                  <a:pt x="1252842" y="15722"/>
                </a:cubicBezTo>
                <a:cubicBezTo>
                  <a:pt x="1260532" y="18673"/>
                  <a:pt x="1266825" y="16343"/>
                  <a:pt x="1266825" y="10544"/>
                </a:cubicBezTo>
                <a:cubicBezTo>
                  <a:pt x="1266825" y="-9201"/>
                  <a:pt x="1283898" y="-5"/>
                  <a:pt x="1441695" y="104733"/>
                </a:cubicBezTo>
                <a:cubicBezTo>
                  <a:pt x="1620939" y="223706"/>
                  <a:pt x="1633427" y="237454"/>
                  <a:pt x="1593675" y="272033"/>
                </a:cubicBezTo>
                <a:cubicBezTo>
                  <a:pt x="1563065" y="298659"/>
                  <a:pt x="1336730" y="468567"/>
                  <a:pt x="1320437" y="477150"/>
                </a:cubicBezTo>
                <a:cubicBezTo>
                  <a:pt x="1255250" y="511492"/>
                  <a:pt x="1257300" y="511385"/>
                  <a:pt x="1257300" y="480450"/>
                </a:cubicBezTo>
                <a:close/>
              </a:path>
            </a:pathLst>
          </a:custGeom>
          <a:solidFill>
            <a:srgbClr val="7A1732"/>
          </a:solid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phone" descr="0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40000">
            <a:off x="2533650" y="2409825"/>
            <a:ext cx="5981700" cy="10801350"/>
          </a:xfrm>
          <a:prstGeom prst="rect">
            <a:avLst/>
          </a:prstGeom>
        </p:spPr>
      </p:pic>
      <p:sp>
        <p:nvSpPr>
          <p:cNvPr id="4" name="PHOTO: Your shop (screenshot)"/>
          <p:cNvSpPr/>
          <p:nvPr/>
        </p:nvSpPr>
        <p:spPr>
          <a:xfrm rot="240000">
            <a:off x="3457575" y="3295650"/>
            <a:ext cx="4124325" cy="902970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5" name="TEXT: [found it.]"/>
          <p:cNvSpPr/>
          <p:nvPr/>
        </p:nvSpPr>
        <p:spPr>
          <a:xfrm rot="180000">
            <a:off x="476250" y="1800225"/>
            <a:ext cx="4572000" cy="1162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4028" rIns="224028" tIns="96012" bIns="96012"/>
          <a:lstStyle/>
          <a:p>
            <a:pPr algn="ctr">
              <a:lnSpc>
                <a:spcPts val="7686"/>
              </a:lnSpc>
            </a:pPr>
            <a:r>
              <a:rPr b="1" sz="6300">
                <a:solidFill>
                  <a:srgbClr val="181716"/>
                </a:solidFill>
                <a:latin typeface="Montserrat"/>
              </a:rPr>
              <a:t>[found it.]</a:t>
            </a:r>
          </a:p>
        </p:txBody>
      </p:sp>
      <p:sp>
        <p:nvSpPr>
          <p:cNvPr id="6" name="arrow"/>
          <p:cNvSpPr/>
          <p:nvPr/>
        </p:nvSpPr>
        <p:spPr>
          <a:xfrm rot="600000">
            <a:off x="857250" y="4262437"/>
            <a:ext cx="2095500" cy="1381125"/>
          </a:xfrm>
          <a:custGeom>
            <a:avLst/>
            <a:gdLst/>
            <a:ahLst/>
            <a:cxnLst/>
            <a:rect l="0" t="0" r="r" b="b"/>
            <a:pathLst>
              <a:path w="2095500" h="1381125">
                <a:moveTo>
                  <a:pt x="1612976" y="1345406"/>
                </a:moveTo>
                <a:cubicBezTo>
                  <a:pt x="1592066" y="1325760"/>
                  <a:pt x="1545586" y="1266825"/>
                  <a:pt x="1509688" y="1214437"/>
                </a:cubicBezTo>
                <a:cubicBezTo>
                  <a:pt x="1473790" y="1162050"/>
                  <a:pt x="1418101" y="1082754"/>
                  <a:pt x="1385935" y="1038225"/>
                </a:cubicBezTo>
                <a:cubicBezTo>
                  <a:pt x="1301527" y="921375"/>
                  <a:pt x="1287913" y="896338"/>
                  <a:pt x="1303531" y="886686"/>
                </a:cubicBezTo>
                <a:cubicBezTo>
                  <a:pt x="1313981" y="880227"/>
                  <a:pt x="1313548" y="873609"/>
                  <a:pt x="1301095" y="849529"/>
                </a:cubicBezTo>
                <a:cubicBezTo>
                  <a:pt x="1283405" y="815319"/>
                  <a:pt x="1291192" y="805213"/>
                  <a:pt x="1338262" y="801290"/>
                </a:cubicBezTo>
                <a:cubicBezTo>
                  <a:pt x="1346120" y="800635"/>
                  <a:pt x="1352550" y="793923"/>
                  <a:pt x="1352550" y="786374"/>
                </a:cubicBezTo>
                <a:cubicBezTo>
                  <a:pt x="1352550" y="760046"/>
                  <a:pt x="1370447" y="761872"/>
                  <a:pt x="1386997" y="789889"/>
                </a:cubicBezTo>
                <a:cubicBezTo>
                  <a:pt x="1396167" y="805412"/>
                  <a:pt x="1407487" y="815754"/>
                  <a:pt x="1412152" y="812871"/>
                </a:cubicBezTo>
                <a:cubicBezTo>
                  <a:pt x="1424232" y="805405"/>
                  <a:pt x="1460848" y="842171"/>
                  <a:pt x="1517679" y="918830"/>
                </a:cubicBezTo>
                <a:lnTo>
                  <a:pt x="1566862" y="985173"/>
                </a:lnTo>
                <a:lnTo>
                  <a:pt x="1574260" y="804530"/>
                </a:lnTo>
                <a:cubicBezTo>
                  <a:pt x="1591904" y="373682"/>
                  <a:pt x="1566409" y="267347"/>
                  <a:pt x="1437218" y="232962"/>
                </a:cubicBezTo>
                <a:cubicBezTo>
                  <a:pt x="1376057" y="216684"/>
                  <a:pt x="900193" y="213992"/>
                  <a:pt x="600075" y="228226"/>
                </a:cubicBezTo>
                <a:cubicBezTo>
                  <a:pt x="332373" y="240922"/>
                  <a:pt x="80557" y="243078"/>
                  <a:pt x="83175" y="232652"/>
                </a:cubicBezTo>
                <a:cubicBezTo>
                  <a:pt x="84392" y="227804"/>
                  <a:pt x="102609" y="222519"/>
                  <a:pt x="123656" y="220908"/>
                </a:cubicBezTo>
                <a:cubicBezTo>
                  <a:pt x="178180" y="216735"/>
                  <a:pt x="171143" y="200025"/>
                  <a:pt x="114862" y="200024"/>
                </a:cubicBezTo>
                <a:cubicBezTo>
                  <a:pt x="88977" y="200024"/>
                  <a:pt x="64900" y="195335"/>
                  <a:pt x="61358" y="189603"/>
                </a:cubicBezTo>
                <a:cubicBezTo>
                  <a:pt x="57815" y="183870"/>
                  <a:pt x="44601" y="181153"/>
                  <a:pt x="31993" y="183563"/>
                </a:cubicBezTo>
                <a:cubicBezTo>
                  <a:pt x="19385" y="185973"/>
                  <a:pt x="6776" y="184233"/>
                  <a:pt x="3973" y="179697"/>
                </a:cubicBezTo>
                <a:cubicBezTo>
                  <a:pt x="1169" y="175161"/>
                  <a:pt x="11734" y="171450"/>
                  <a:pt x="27450" y="171450"/>
                </a:cubicBezTo>
                <a:cubicBezTo>
                  <a:pt x="57665" y="171450"/>
                  <a:pt x="75023" y="157344"/>
                  <a:pt x="54828" y="149203"/>
                </a:cubicBezTo>
                <a:cubicBezTo>
                  <a:pt x="48247" y="146549"/>
                  <a:pt x="52506" y="144040"/>
                  <a:pt x="64293" y="143626"/>
                </a:cubicBezTo>
                <a:cubicBezTo>
                  <a:pt x="89278" y="142750"/>
                  <a:pt x="92731" y="128551"/>
                  <a:pt x="70074" y="119857"/>
                </a:cubicBezTo>
                <a:cubicBezTo>
                  <a:pt x="48669" y="111643"/>
                  <a:pt x="59635" y="103134"/>
                  <a:pt x="102288" y="94863"/>
                </a:cubicBezTo>
                <a:cubicBezTo>
                  <a:pt x="134846" y="88549"/>
                  <a:pt x="132902" y="87802"/>
                  <a:pt x="80962" y="86674"/>
                </a:cubicBezTo>
                <a:cubicBezTo>
                  <a:pt x="27030" y="85503"/>
                  <a:pt x="19099" y="67209"/>
                  <a:pt x="72355" y="66820"/>
                </a:cubicBezTo>
                <a:cubicBezTo>
                  <a:pt x="83337" y="66740"/>
                  <a:pt x="104768" y="60773"/>
                  <a:pt x="119980" y="53561"/>
                </a:cubicBezTo>
                <a:cubicBezTo>
                  <a:pt x="199601" y="15809"/>
                  <a:pt x="1415000" y="-3196"/>
                  <a:pt x="1527513" y="31551"/>
                </a:cubicBezTo>
                <a:cubicBezTo>
                  <a:pt x="1593932" y="52063"/>
                  <a:pt x="1649424" y="85371"/>
                  <a:pt x="1673341" y="119081"/>
                </a:cubicBezTo>
                <a:cubicBezTo>
                  <a:pt x="1682881" y="132527"/>
                  <a:pt x="1702181" y="158603"/>
                  <a:pt x="1716229" y="177028"/>
                </a:cubicBezTo>
                <a:cubicBezTo>
                  <a:pt x="1766879" y="243460"/>
                  <a:pt x="1775078" y="313027"/>
                  <a:pt x="1773347" y="661715"/>
                </a:cubicBezTo>
                <a:lnTo>
                  <a:pt x="1771788" y="975768"/>
                </a:lnTo>
                <a:lnTo>
                  <a:pt x="1797272" y="937940"/>
                </a:lnTo>
                <a:cubicBezTo>
                  <a:pt x="1878297" y="817670"/>
                  <a:pt x="1950613" y="741523"/>
                  <a:pt x="1999290" y="725219"/>
                </a:cubicBezTo>
                <a:cubicBezTo>
                  <a:pt x="2041537" y="711069"/>
                  <a:pt x="2041442" y="711044"/>
                  <a:pt x="2035312" y="734484"/>
                </a:cubicBezTo>
                <a:cubicBezTo>
                  <a:pt x="2028049" y="762261"/>
                  <a:pt x="2047226" y="781616"/>
                  <a:pt x="2068715" y="768196"/>
                </a:cubicBezTo>
                <a:cubicBezTo>
                  <a:pt x="2090960" y="754304"/>
                  <a:pt x="2100954" y="766857"/>
                  <a:pt x="2088440" y="792970"/>
                </a:cubicBezTo>
                <a:cubicBezTo>
                  <a:pt x="2082795" y="804749"/>
                  <a:pt x="2075571" y="822432"/>
                  <a:pt x="2072385" y="832266"/>
                </a:cubicBezTo>
                <a:cubicBezTo>
                  <a:pt x="2063052" y="861079"/>
                  <a:pt x="1770808" y="1284749"/>
                  <a:pt x="1725523" y="1335117"/>
                </a:cubicBezTo>
                <a:cubicBezTo>
                  <a:pt x="1675738" y="1390491"/>
                  <a:pt x="1662274" y="1391722"/>
                  <a:pt x="1612976" y="1345406"/>
                </a:cubicBezTo>
                <a:close/>
              </a:path>
            </a:pathLst>
          </a:custGeom>
          <a:solidFill>
            <a:srgbClr val="7A1732"/>
          </a:solid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round paper" descr="0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3429000"/>
            <a:ext cx="7620000" cy="7620000"/>
          </a:xfrm>
          <a:prstGeom prst="rect">
            <a:avLst/>
          </a:prstGeom>
        </p:spPr>
      </p:pic>
      <p:sp>
        <p:nvSpPr>
          <p:cNvPr id="4" name="PHOTO: Your product"/>
          <p:cNvSpPr/>
          <p:nvPr/>
        </p:nvSpPr>
        <p:spPr>
          <a:xfrm rot="0">
            <a:off x="1905000" y="4000500"/>
            <a:ext cx="6477000" cy="6477000"/>
          </a:xfrm>
          <a:prstGeom prst="ellipse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5" name="TEXT: this one works for"/>
          <p:cNvSpPr/>
          <p:nvPr/>
        </p:nvSpPr>
        <p:spPr>
          <a:xfrm rot="120000">
            <a:off x="1728788" y="2357438"/>
            <a:ext cx="6829425" cy="10001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92024" rIns="192024" tIns="82296" bIns="82296"/>
          <a:lstStyle/>
          <a:p>
            <a:pPr algn="ctr">
              <a:lnSpc>
                <a:spcPts val="6588"/>
              </a:lnSpc>
            </a:pPr>
            <a:r>
              <a:rPr b="1" sz="5400">
                <a:solidFill>
                  <a:srgbClr val="181716"/>
                </a:solidFill>
                <a:latin typeface="Montserrat"/>
              </a:rPr>
              <a:t>this one works for</a:t>
            </a:r>
          </a:p>
        </p:txBody>
      </p:sp>
      <p:sp>
        <p:nvSpPr>
          <p:cNvPr id="6" name="LETTERING: all 3"/>
          <p:cNvSpPr txBox="1"/>
          <p:nvPr/>
        </p:nvSpPr>
        <p:spPr>
          <a:xfrm rot="120000">
            <a:off x="2719388" y="10591800"/>
            <a:ext cx="4848225" cy="26289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7250" i="0">
                <a:solidFill>
                  <a:srgbClr val="F7E6A9"/>
                </a:solidFill>
                <a:latin typeface="DM Serif Display"/>
              </a:rPr>
              <a:t>all </a:t>
            </a:r>
            <a:r>
              <a:rPr sz="17250" i="1">
                <a:solidFill>
                  <a:srgbClr val="F7E6A9"/>
                </a:solidFill>
                <a:latin typeface="DM Serif Display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Polaroid" descr="0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60000">
            <a:off x="361950" y="1666875"/>
            <a:ext cx="4610100" cy="7334250"/>
          </a:xfrm>
          <a:prstGeom prst="rect">
            <a:avLst/>
          </a:prstGeom>
        </p:spPr>
      </p:pic>
      <p:sp>
        <p:nvSpPr>
          <p:cNvPr id="4" name="PHOTO: Person [your friend]"/>
          <p:cNvSpPr/>
          <p:nvPr/>
        </p:nvSpPr>
        <p:spPr>
          <a:xfrm rot="360000">
            <a:off x="1345955" y="3919879"/>
            <a:ext cx="2876550" cy="369570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5" name="TEXT: [your friend]"/>
          <p:cNvSpPr/>
          <p:nvPr/>
        </p:nvSpPr>
        <p:spPr>
          <a:xfrm rot="180000">
            <a:off x="652462" y="7491412"/>
            <a:ext cx="4029075" cy="828675"/>
          </a:xfrm>
          <a:prstGeom prst="rect">
            <a:avLst/>
          </a:prstGeom>
          <a:solidFill>
            <a:srgbClr val="F7E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0020" rIns="160020" tIns="68580" bIns="68580"/>
          <a:lstStyle/>
          <a:p>
            <a:pPr algn="ctr">
              <a:lnSpc>
                <a:spcPts val="5490"/>
              </a:lnSpc>
            </a:pPr>
            <a:r>
              <a:rPr b="1" sz="4500">
                <a:solidFill>
                  <a:srgbClr val="181716"/>
                </a:solidFill>
                <a:latin typeface="Montserrat"/>
              </a:rPr>
              <a:t>[your friend]</a:t>
            </a:r>
          </a:p>
        </p:txBody>
      </p:sp>
      <p:pic>
        <p:nvPicPr>
          <p:cNvPr id="6" name="Polaroid" descr="0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300000">
            <a:off x="5219700" y="3571875"/>
            <a:ext cx="4610100" cy="7334250"/>
          </a:xfrm>
          <a:prstGeom prst="rect">
            <a:avLst/>
          </a:prstGeom>
        </p:spPr>
      </p:pic>
      <p:sp>
        <p:nvSpPr>
          <p:cNvPr id="7" name="PHOTO: Person [your mum]"/>
          <p:cNvSpPr/>
          <p:nvPr/>
        </p:nvSpPr>
        <p:spPr>
          <a:xfrm rot="-300000">
            <a:off x="6284310" y="5794542"/>
            <a:ext cx="2876550" cy="369570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8" name="TEXT: [your mum]"/>
          <p:cNvSpPr/>
          <p:nvPr/>
        </p:nvSpPr>
        <p:spPr>
          <a:xfrm rot="21480000">
            <a:off x="5610225" y="9396412"/>
            <a:ext cx="3829050" cy="828675"/>
          </a:xfrm>
          <a:prstGeom prst="rect">
            <a:avLst/>
          </a:prstGeom>
          <a:solidFill>
            <a:srgbClr val="F7E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0020" rIns="160020" tIns="68580" bIns="68580"/>
          <a:lstStyle/>
          <a:p>
            <a:pPr algn="ctr">
              <a:lnSpc>
                <a:spcPts val="5490"/>
              </a:lnSpc>
            </a:pPr>
            <a:r>
              <a:rPr b="1" sz="4500">
                <a:solidFill>
                  <a:srgbClr val="181716"/>
                </a:solidFill>
                <a:latin typeface="Montserrat"/>
              </a:rPr>
              <a:t>[your mum]</a:t>
            </a:r>
          </a:p>
        </p:txBody>
      </p:sp>
      <p:pic>
        <p:nvPicPr>
          <p:cNvPr id="9" name="Polaroid" descr="00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80000">
            <a:off x="838200" y="6905625"/>
            <a:ext cx="4610100" cy="7334250"/>
          </a:xfrm>
          <a:prstGeom prst="rect">
            <a:avLst/>
          </a:prstGeom>
        </p:spPr>
      </p:pic>
      <p:sp>
        <p:nvSpPr>
          <p:cNvPr id="10" name="PHOTO: Person [your dad]"/>
          <p:cNvSpPr/>
          <p:nvPr/>
        </p:nvSpPr>
        <p:spPr>
          <a:xfrm rot="180000">
            <a:off x="1844744" y="9151900"/>
            <a:ext cx="2876550" cy="369570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11" name="TEXT: [your dad]"/>
          <p:cNvSpPr/>
          <p:nvPr/>
        </p:nvSpPr>
        <p:spPr>
          <a:xfrm rot="120000">
            <a:off x="5162550" y="11491912"/>
            <a:ext cx="3390900" cy="828675"/>
          </a:xfrm>
          <a:prstGeom prst="rect">
            <a:avLst/>
          </a:prstGeom>
          <a:solidFill>
            <a:srgbClr val="F7E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0020" rIns="160020" tIns="68580" bIns="68580"/>
          <a:lstStyle/>
          <a:p>
            <a:pPr algn="ctr">
              <a:lnSpc>
                <a:spcPts val="5490"/>
              </a:lnSpc>
            </a:pPr>
            <a:r>
              <a:rPr b="1" sz="4500">
                <a:solidFill>
                  <a:srgbClr val="181716"/>
                </a:solidFill>
                <a:latin typeface="Montserrat"/>
              </a:rPr>
              <a:t>[your dad]</a:t>
            </a:r>
          </a:p>
        </p:txBody>
      </p:sp>
      <p:sp>
        <p:nvSpPr>
          <p:cNvPr id="12" name="TEXT: [3 people to gift it to]"/>
          <p:cNvSpPr/>
          <p:nvPr/>
        </p:nvSpPr>
        <p:spPr>
          <a:xfrm rot="21480000">
            <a:off x="4738688" y="1352550"/>
            <a:ext cx="4238625" cy="1676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76022" rIns="176022" tIns="75438" bIns="75438"/>
          <a:lstStyle/>
          <a:p>
            <a:pPr algn="l">
              <a:lnSpc>
                <a:spcPts val="6039"/>
              </a:lnSpc>
            </a:pPr>
            <a:r>
              <a:rPr b="1" sz="4950">
                <a:solidFill>
                  <a:srgbClr val="181716"/>
                </a:solidFill>
                <a:latin typeface="Montserrat"/>
              </a:rPr>
              <a:t>[3 people to</a:t>
            </a:r>
          </a:p>
          <a:p>
            <a:pPr algn="l">
              <a:lnSpc>
                <a:spcPts val="6039"/>
              </a:lnSpc>
            </a:pPr>
            <a:r>
              <a:rPr b="1" sz="4950">
                <a:solidFill>
                  <a:srgbClr val="181716"/>
                </a:solidFill>
                <a:latin typeface="Montserrat"/>
              </a:rPr>
              <a:t>gift it to]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gift" descr="0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40000">
            <a:off x="1562100" y="3476625"/>
            <a:ext cx="7162800" cy="6762750"/>
          </a:xfrm>
          <a:prstGeom prst="rect">
            <a:avLst/>
          </a:prstGeom>
        </p:spPr>
      </p:pic>
      <p:sp>
        <p:nvSpPr>
          <p:cNvPr id="4" name="gift pattern"/>
          <p:cNvSpPr/>
          <p:nvPr/>
        </p:nvSpPr>
        <p:spPr>
          <a:xfrm rot="240000">
            <a:off x="1562100" y="3476625"/>
            <a:ext cx="7162800" cy="6762750"/>
          </a:xfrm>
          <a:custGeom>
            <a:avLst/>
            <a:gdLst/>
            <a:ahLst/>
            <a:cxnLst/>
            <a:rect l="0" t="0" r="r" b="b"/>
            <a:pathLst>
              <a:path w="7162800" h="6762750">
                <a:moveTo>
                  <a:pt x="2972650" y="6197037"/>
                </a:moveTo>
                <a:cubicBezTo>
                  <a:pt x="2934920" y="6151575"/>
                  <a:pt x="2955446" y="6075770"/>
                  <a:pt x="3013018" y="6047954"/>
                </a:cubicBezTo>
                <a:cubicBezTo>
                  <a:pt x="3063319" y="6023652"/>
                  <a:pt x="3074759" y="6024444"/>
                  <a:pt x="3087833" y="6053137"/>
                </a:cubicBezTo>
                <a:cubicBezTo>
                  <a:pt x="3093800" y="6066234"/>
                  <a:pt x="3104342" y="6076950"/>
                  <a:pt x="3111259" y="6076950"/>
                </a:cubicBezTo>
                <a:cubicBezTo>
                  <a:pt x="3125090" y="6076950"/>
                  <a:pt x="3137262" y="6113487"/>
                  <a:pt x="3132187" y="6139767"/>
                </a:cubicBezTo>
                <a:cubicBezTo>
                  <a:pt x="3127514" y="6163963"/>
                  <a:pt x="2987049" y="6214387"/>
                  <a:pt x="2972650" y="6197037"/>
                </a:cubicBezTo>
                <a:close/>
                <a:moveTo>
                  <a:pt x="3388740" y="5898356"/>
                </a:moveTo>
                <a:cubicBezTo>
                  <a:pt x="3344474" y="5847945"/>
                  <a:pt x="3378227" y="5753100"/>
                  <a:pt x="3440434" y="5753100"/>
                </a:cubicBezTo>
                <a:cubicBezTo>
                  <a:pt x="3504025" y="5753100"/>
                  <a:pt x="3537185" y="5836276"/>
                  <a:pt x="3494983" y="5889927"/>
                </a:cubicBezTo>
                <a:cubicBezTo>
                  <a:pt x="3470953" y="5920477"/>
                  <a:pt x="3412254" y="5925133"/>
                  <a:pt x="3388740" y="5898356"/>
                </a:cubicBezTo>
                <a:close/>
                <a:moveTo>
                  <a:pt x="2444948" y="5846564"/>
                </a:moveTo>
                <a:cubicBezTo>
                  <a:pt x="2394421" y="5813696"/>
                  <a:pt x="2392614" y="5803092"/>
                  <a:pt x="2440219" y="5818803"/>
                </a:cubicBezTo>
                <a:cubicBezTo>
                  <a:pt x="2467954" y="5827957"/>
                  <a:pt x="2502892" y="5863232"/>
                  <a:pt x="2493512" y="5872612"/>
                </a:cubicBezTo>
                <a:cubicBezTo>
                  <a:pt x="2491665" y="5874459"/>
                  <a:pt x="2469811" y="5862737"/>
                  <a:pt x="2444948" y="5846564"/>
                </a:cubicBezTo>
                <a:close/>
                <a:moveTo>
                  <a:pt x="2754323" y="5852207"/>
                </a:moveTo>
                <a:cubicBezTo>
                  <a:pt x="2704539" y="5817337"/>
                  <a:pt x="2751192" y="5727105"/>
                  <a:pt x="2804509" y="5755142"/>
                </a:cubicBezTo>
                <a:cubicBezTo>
                  <a:pt x="2845465" y="5776678"/>
                  <a:pt x="2849389" y="5809701"/>
                  <a:pt x="2815070" y="5844020"/>
                </a:cubicBezTo>
                <a:cubicBezTo>
                  <a:pt x="2787513" y="5871577"/>
                  <a:pt x="2782871" y="5872203"/>
                  <a:pt x="2754323" y="5852207"/>
                </a:cubicBezTo>
                <a:close/>
                <a:moveTo>
                  <a:pt x="3752850" y="5800725"/>
                </a:moveTo>
                <a:cubicBezTo>
                  <a:pt x="3720561" y="5768436"/>
                  <a:pt x="3742598" y="5705475"/>
                  <a:pt x="3786187" y="5705475"/>
                </a:cubicBezTo>
                <a:cubicBezTo>
                  <a:pt x="3806695" y="5705475"/>
                  <a:pt x="3838575" y="5740253"/>
                  <a:pt x="3838575" y="5762625"/>
                </a:cubicBezTo>
                <a:cubicBezTo>
                  <a:pt x="3838575" y="5784996"/>
                  <a:pt x="3806695" y="5819775"/>
                  <a:pt x="3786187" y="5819775"/>
                </a:cubicBezTo>
                <a:cubicBezTo>
                  <a:pt x="3778329" y="5819775"/>
                  <a:pt x="3763327" y="5811202"/>
                  <a:pt x="3752850" y="5800725"/>
                </a:cubicBezTo>
                <a:close/>
                <a:moveTo>
                  <a:pt x="3082813" y="5773781"/>
                </a:moveTo>
                <a:cubicBezTo>
                  <a:pt x="3048847" y="5736249"/>
                  <a:pt x="3075030" y="5667375"/>
                  <a:pt x="3123263" y="5667375"/>
                </a:cubicBezTo>
                <a:cubicBezTo>
                  <a:pt x="3174047" y="5667375"/>
                  <a:pt x="3198229" y="5724762"/>
                  <a:pt x="3166522" y="5770030"/>
                </a:cubicBezTo>
                <a:cubicBezTo>
                  <a:pt x="3148215" y="5796167"/>
                  <a:pt x="3104832" y="5798111"/>
                  <a:pt x="3082813" y="5773781"/>
                </a:cubicBezTo>
                <a:close/>
                <a:moveTo>
                  <a:pt x="4211897" y="5738082"/>
                </a:moveTo>
                <a:cubicBezTo>
                  <a:pt x="4153919" y="5697472"/>
                  <a:pt x="4201774" y="5581650"/>
                  <a:pt x="4276531" y="5581650"/>
                </a:cubicBezTo>
                <a:cubicBezTo>
                  <a:pt x="4359757" y="5581650"/>
                  <a:pt x="4364280" y="5725584"/>
                  <a:pt x="4281487" y="5739368"/>
                </a:cubicBezTo>
                <a:cubicBezTo>
                  <a:pt x="4265771" y="5741984"/>
                  <a:pt x="4248046" y="5745821"/>
                  <a:pt x="4242099" y="5747894"/>
                </a:cubicBezTo>
                <a:cubicBezTo>
                  <a:pt x="4236152" y="5749967"/>
                  <a:pt x="4222561" y="5745551"/>
                  <a:pt x="4211897" y="5738082"/>
                </a:cubicBezTo>
                <a:close/>
                <a:moveTo>
                  <a:pt x="2126303" y="5631976"/>
                </a:moveTo>
                <a:cubicBezTo>
                  <a:pt x="2078631" y="5599472"/>
                  <a:pt x="2076933" y="5596903"/>
                  <a:pt x="2092060" y="5580188"/>
                </a:cubicBezTo>
                <a:cubicBezTo>
                  <a:pt x="2132586" y="5535407"/>
                  <a:pt x="2213959" y="5590204"/>
                  <a:pt x="2195113" y="5649583"/>
                </a:cubicBezTo>
                <a:cubicBezTo>
                  <a:pt x="2187739" y="5672816"/>
                  <a:pt x="2185272" y="5672185"/>
                  <a:pt x="2126303" y="5631976"/>
                </a:cubicBezTo>
                <a:close/>
                <a:moveTo>
                  <a:pt x="2505075" y="5619750"/>
                </a:moveTo>
                <a:cubicBezTo>
                  <a:pt x="2482149" y="5596824"/>
                  <a:pt x="2481256" y="5583172"/>
                  <a:pt x="2500852" y="5555194"/>
                </a:cubicBezTo>
                <a:cubicBezTo>
                  <a:pt x="2516983" y="5532163"/>
                  <a:pt x="2551658" y="5527268"/>
                  <a:pt x="2569845" y="5545455"/>
                </a:cubicBezTo>
                <a:cubicBezTo>
                  <a:pt x="2588790" y="5564400"/>
                  <a:pt x="2583427" y="5607637"/>
                  <a:pt x="2560105" y="5623972"/>
                </a:cubicBezTo>
                <a:cubicBezTo>
                  <a:pt x="2532862" y="5643054"/>
                  <a:pt x="2528006" y="5642681"/>
                  <a:pt x="2505075" y="5619750"/>
                </a:cubicBezTo>
                <a:close/>
                <a:moveTo>
                  <a:pt x="3885725" y="5552187"/>
                </a:moveTo>
                <a:cubicBezTo>
                  <a:pt x="3871719" y="5526017"/>
                  <a:pt x="3881471" y="5489600"/>
                  <a:pt x="3906001" y="5476472"/>
                </a:cubicBezTo>
                <a:cubicBezTo>
                  <a:pt x="3932718" y="5462174"/>
                  <a:pt x="3971925" y="5487630"/>
                  <a:pt x="3971925" y="5519276"/>
                </a:cubicBezTo>
                <a:cubicBezTo>
                  <a:pt x="3971925" y="5567622"/>
                  <a:pt x="3907209" y="5592330"/>
                  <a:pt x="3885725" y="5552187"/>
                </a:cubicBezTo>
                <a:close/>
                <a:moveTo>
                  <a:pt x="4765166" y="5533833"/>
                </a:moveTo>
                <a:cubicBezTo>
                  <a:pt x="4723988" y="5517264"/>
                  <a:pt x="4723652" y="5447106"/>
                  <a:pt x="4764606" y="5416645"/>
                </a:cubicBezTo>
                <a:cubicBezTo>
                  <a:pt x="4813544" y="5380243"/>
                  <a:pt x="4872699" y="5436838"/>
                  <a:pt x="4848011" y="5496440"/>
                </a:cubicBezTo>
                <a:cubicBezTo>
                  <a:pt x="4839805" y="5516251"/>
                  <a:pt x="4800557" y="5546791"/>
                  <a:pt x="4788245" y="5542946"/>
                </a:cubicBezTo>
                <a:cubicBezTo>
                  <a:pt x="4787182" y="5542614"/>
                  <a:pt x="4776796" y="5538513"/>
                  <a:pt x="4765166" y="5533833"/>
                </a:cubicBezTo>
                <a:close/>
                <a:moveTo>
                  <a:pt x="2799524" y="5521815"/>
                </a:moveTo>
                <a:cubicBezTo>
                  <a:pt x="2719404" y="5460301"/>
                  <a:pt x="2795765" y="5320636"/>
                  <a:pt x="2884444" y="5366494"/>
                </a:cubicBezTo>
                <a:cubicBezTo>
                  <a:pt x="2916440" y="5383040"/>
                  <a:pt x="2924175" y="5398332"/>
                  <a:pt x="2924175" y="5445049"/>
                </a:cubicBezTo>
                <a:cubicBezTo>
                  <a:pt x="2924175" y="5508506"/>
                  <a:pt x="2845387" y="5557028"/>
                  <a:pt x="2799524" y="5521815"/>
                </a:cubicBezTo>
                <a:close/>
                <a:moveTo>
                  <a:pt x="3494942" y="5506182"/>
                </a:moveTo>
                <a:cubicBezTo>
                  <a:pt x="3463200" y="5474441"/>
                  <a:pt x="3458616" y="5435184"/>
                  <a:pt x="3481486" y="5390959"/>
                </a:cubicBezTo>
                <a:cubicBezTo>
                  <a:pt x="3525790" y="5305284"/>
                  <a:pt x="3648075" y="5335830"/>
                  <a:pt x="3648075" y="5432572"/>
                </a:cubicBezTo>
                <a:cubicBezTo>
                  <a:pt x="3648075" y="5522895"/>
                  <a:pt x="3555943" y="5567183"/>
                  <a:pt x="3494942" y="5506182"/>
                </a:cubicBezTo>
                <a:close/>
                <a:moveTo>
                  <a:pt x="4393691" y="5399968"/>
                </a:moveTo>
                <a:cubicBezTo>
                  <a:pt x="4347061" y="5382340"/>
                  <a:pt x="4363582" y="5295900"/>
                  <a:pt x="4413580" y="5295900"/>
                </a:cubicBezTo>
                <a:cubicBezTo>
                  <a:pt x="4459036" y="5295900"/>
                  <a:pt x="4483914" y="5354814"/>
                  <a:pt x="4450556" y="5383462"/>
                </a:cubicBezTo>
                <a:cubicBezTo>
                  <a:pt x="4424109" y="5406174"/>
                  <a:pt x="4416187" y="5408473"/>
                  <a:pt x="4393691" y="5399968"/>
                </a:cubicBezTo>
                <a:close/>
                <a:moveTo>
                  <a:pt x="1774915" y="5376231"/>
                </a:moveTo>
                <a:cubicBezTo>
                  <a:pt x="1718642" y="5319958"/>
                  <a:pt x="1789081" y="5228577"/>
                  <a:pt x="1851115" y="5277374"/>
                </a:cubicBezTo>
                <a:cubicBezTo>
                  <a:pt x="1886036" y="5304843"/>
                  <a:pt x="1886136" y="5353553"/>
                  <a:pt x="1851327" y="5380933"/>
                </a:cubicBezTo>
                <a:cubicBezTo>
                  <a:pt x="1818573" y="5406698"/>
                  <a:pt x="1804517" y="5405833"/>
                  <a:pt x="1774915" y="5376231"/>
                </a:cubicBezTo>
                <a:close/>
                <a:moveTo>
                  <a:pt x="5040630" y="5351145"/>
                </a:moveTo>
                <a:cubicBezTo>
                  <a:pt x="5011928" y="5322443"/>
                  <a:pt x="5033630" y="5267325"/>
                  <a:pt x="5073632" y="5267325"/>
                </a:cubicBezTo>
                <a:cubicBezTo>
                  <a:pt x="5110473" y="5267325"/>
                  <a:pt x="5127701" y="5319863"/>
                  <a:pt x="5099957" y="5347607"/>
                </a:cubicBezTo>
                <a:cubicBezTo>
                  <a:pt x="5082130" y="5365433"/>
                  <a:pt x="5056449" y="5366964"/>
                  <a:pt x="5040630" y="5351145"/>
                </a:cubicBezTo>
                <a:close/>
                <a:moveTo>
                  <a:pt x="2351572" y="5326856"/>
                </a:moveTo>
                <a:cubicBezTo>
                  <a:pt x="2337698" y="5291074"/>
                  <a:pt x="2358097" y="5254135"/>
                  <a:pt x="2394032" y="5249967"/>
                </a:cubicBezTo>
                <a:cubicBezTo>
                  <a:pt x="2428296" y="5245994"/>
                  <a:pt x="2447925" y="5262900"/>
                  <a:pt x="2447925" y="5296385"/>
                </a:cubicBezTo>
                <a:cubicBezTo>
                  <a:pt x="2447925" y="5353683"/>
                  <a:pt x="2371362" y="5377895"/>
                  <a:pt x="2351572" y="5326856"/>
                </a:cubicBezTo>
                <a:close/>
                <a:moveTo>
                  <a:pt x="3158217" y="5328557"/>
                </a:moveTo>
                <a:cubicBezTo>
                  <a:pt x="3137597" y="5307936"/>
                  <a:pt x="3139469" y="5271105"/>
                  <a:pt x="3162300" y="5248275"/>
                </a:cubicBezTo>
                <a:cubicBezTo>
                  <a:pt x="3186028" y="5224546"/>
                  <a:pt x="3211721" y="5223947"/>
                  <a:pt x="3232261" y="5246643"/>
                </a:cubicBezTo>
                <a:cubicBezTo>
                  <a:pt x="3265500" y="5283372"/>
                  <a:pt x="3242761" y="5343525"/>
                  <a:pt x="3195637" y="5343525"/>
                </a:cubicBezTo>
                <a:cubicBezTo>
                  <a:pt x="3183289" y="5343525"/>
                  <a:pt x="3166450" y="5336789"/>
                  <a:pt x="3158217" y="5328557"/>
                </a:cubicBezTo>
                <a:close/>
                <a:moveTo>
                  <a:pt x="4023879" y="5320145"/>
                </a:moveTo>
                <a:cubicBezTo>
                  <a:pt x="3986428" y="5282694"/>
                  <a:pt x="3993945" y="5198884"/>
                  <a:pt x="4037774" y="5165234"/>
                </a:cubicBezTo>
                <a:cubicBezTo>
                  <a:pt x="4064076" y="5145040"/>
                  <a:pt x="4128024" y="5150288"/>
                  <a:pt x="4150144" y="5174456"/>
                </a:cubicBezTo>
                <a:cubicBezTo>
                  <a:pt x="4230572" y="5262328"/>
                  <a:pt x="4107763" y="5404029"/>
                  <a:pt x="4023879" y="5320145"/>
                </a:cubicBezTo>
                <a:close/>
                <a:moveTo>
                  <a:pt x="4652962" y="5227245"/>
                </a:moveTo>
                <a:cubicBezTo>
                  <a:pt x="4562043" y="5175103"/>
                  <a:pt x="4628233" y="5027466"/>
                  <a:pt x="4724628" y="5067394"/>
                </a:cubicBezTo>
                <a:cubicBezTo>
                  <a:pt x="4787811" y="5093566"/>
                  <a:pt x="4784732" y="5197832"/>
                  <a:pt x="4719903" y="5227370"/>
                </a:cubicBezTo>
                <a:cubicBezTo>
                  <a:pt x="4689295" y="5241316"/>
                  <a:pt x="4677459" y="5241294"/>
                  <a:pt x="4652962" y="5227245"/>
                </a:cubicBezTo>
                <a:close/>
                <a:moveTo>
                  <a:pt x="5345767" y="5228229"/>
                </a:moveTo>
                <a:cubicBezTo>
                  <a:pt x="5298450" y="5210640"/>
                  <a:pt x="5299905" y="5140987"/>
                  <a:pt x="5348252" y="5109309"/>
                </a:cubicBezTo>
                <a:cubicBezTo>
                  <a:pt x="5368109" y="5096298"/>
                  <a:pt x="5377454" y="5095256"/>
                  <a:pt x="5396493" y="5103931"/>
                </a:cubicBezTo>
                <a:cubicBezTo>
                  <a:pt x="5470098" y="5137468"/>
                  <a:pt x="5421561" y="5256402"/>
                  <a:pt x="5345767" y="5228229"/>
                </a:cubicBezTo>
                <a:close/>
                <a:moveTo>
                  <a:pt x="1535430" y="5208270"/>
                </a:moveTo>
                <a:cubicBezTo>
                  <a:pt x="1506728" y="5179568"/>
                  <a:pt x="1528430" y="5124450"/>
                  <a:pt x="1568432" y="5124450"/>
                </a:cubicBezTo>
                <a:cubicBezTo>
                  <a:pt x="1605273" y="5124450"/>
                  <a:pt x="1622501" y="5176988"/>
                  <a:pt x="1594757" y="5204732"/>
                </a:cubicBezTo>
                <a:cubicBezTo>
                  <a:pt x="1576930" y="5222558"/>
                  <a:pt x="1551249" y="5224089"/>
                  <a:pt x="1535430" y="5208270"/>
                </a:cubicBezTo>
                <a:close/>
                <a:moveTo>
                  <a:pt x="3740038" y="5202281"/>
                </a:moveTo>
                <a:cubicBezTo>
                  <a:pt x="3707995" y="5166873"/>
                  <a:pt x="3735857" y="5095875"/>
                  <a:pt x="3781796" y="5095875"/>
                </a:cubicBezTo>
                <a:cubicBezTo>
                  <a:pt x="3807874" y="5095875"/>
                  <a:pt x="3838575" y="5129350"/>
                  <a:pt x="3838575" y="5157787"/>
                </a:cubicBezTo>
                <a:cubicBezTo>
                  <a:pt x="3838575" y="5208943"/>
                  <a:pt x="3772904" y="5238597"/>
                  <a:pt x="3740038" y="5202281"/>
                </a:cubicBezTo>
                <a:close/>
                <a:moveTo>
                  <a:pt x="2041522" y="5176113"/>
                </a:moveTo>
                <a:cubicBezTo>
                  <a:pt x="1992796" y="5127387"/>
                  <a:pt x="2033298" y="5019675"/>
                  <a:pt x="2100345" y="5019675"/>
                </a:cubicBezTo>
                <a:cubicBezTo>
                  <a:pt x="2160883" y="5019675"/>
                  <a:pt x="2198308" y="5066886"/>
                  <a:pt x="2186723" y="5128641"/>
                </a:cubicBezTo>
                <a:cubicBezTo>
                  <a:pt x="2173909" y="5196941"/>
                  <a:pt x="2089837" y="5224428"/>
                  <a:pt x="2041522" y="5176113"/>
                </a:cubicBezTo>
                <a:close/>
                <a:moveTo>
                  <a:pt x="2635911" y="5141118"/>
                </a:moveTo>
                <a:cubicBezTo>
                  <a:pt x="2567034" y="5088815"/>
                  <a:pt x="2635312" y="4956217"/>
                  <a:pt x="2712156" y="4993048"/>
                </a:cubicBezTo>
                <a:cubicBezTo>
                  <a:pt x="2744315" y="5008461"/>
                  <a:pt x="2765993" y="5051089"/>
                  <a:pt x="2757956" y="5083110"/>
                </a:cubicBezTo>
                <a:cubicBezTo>
                  <a:pt x="2743902" y="5139107"/>
                  <a:pt x="2675854" y="5171450"/>
                  <a:pt x="2635911" y="5141118"/>
                </a:cubicBezTo>
                <a:close/>
                <a:moveTo>
                  <a:pt x="5754654" y="5128513"/>
                </a:moveTo>
                <a:cubicBezTo>
                  <a:pt x="5667437" y="5091840"/>
                  <a:pt x="5704815" y="4953000"/>
                  <a:pt x="5801905" y="4953000"/>
                </a:cubicBezTo>
                <a:cubicBezTo>
                  <a:pt x="5812539" y="4953000"/>
                  <a:pt x="5834306" y="4966065"/>
                  <a:pt x="5850275" y="4982034"/>
                </a:cubicBezTo>
                <a:cubicBezTo>
                  <a:pt x="5918228" y="5049987"/>
                  <a:pt x="5842778" y="5165566"/>
                  <a:pt x="5754654" y="5128513"/>
                </a:cubicBezTo>
                <a:close/>
                <a:moveTo>
                  <a:pt x="3333750" y="5095875"/>
                </a:moveTo>
                <a:cubicBezTo>
                  <a:pt x="3310865" y="5072990"/>
                  <a:pt x="3309571" y="5050286"/>
                  <a:pt x="3329527" y="5021794"/>
                </a:cubicBezTo>
                <a:cubicBezTo>
                  <a:pt x="3357536" y="4981806"/>
                  <a:pt x="3419475" y="5003771"/>
                  <a:pt x="3419475" y="5053692"/>
                </a:cubicBezTo>
                <a:cubicBezTo>
                  <a:pt x="3419475" y="5079453"/>
                  <a:pt x="3389127" y="5114925"/>
                  <a:pt x="3367087" y="5114925"/>
                </a:cubicBezTo>
                <a:cubicBezTo>
                  <a:pt x="3359229" y="5114925"/>
                  <a:pt x="3344227" y="5106352"/>
                  <a:pt x="3333750" y="5095875"/>
                </a:cubicBezTo>
                <a:close/>
                <a:moveTo>
                  <a:pt x="1773555" y="5017770"/>
                </a:moveTo>
                <a:cubicBezTo>
                  <a:pt x="1756204" y="5000419"/>
                  <a:pt x="1759770" y="4948558"/>
                  <a:pt x="1779543" y="4930663"/>
                </a:cubicBezTo>
                <a:cubicBezTo>
                  <a:pt x="1815309" y="4898296"/>
                  <a:pt x="1866900" y="4923715"/>
                  <a:pt x="1866900" y="4973704"/>
                </a:cubicBezTo>
                <a:cubicBezTo>
                  <a:pt x="1866900" y="5018008"/>
                  <a:pt x="1803650" y="5047865"/>
                  <a:pt x="1773555" y="5017770"/>
                </a:cubicBezTo>
                <a:close/>
                <a:moveTo>
                  <a:pt x="4396020" y="5016260"/>
                </a:moveTo>
                <a:cubicBezTo>
                  <a:pt x="4358144" y="4988565"/>
                  <a:pt x="4385977" y="4905177"/>
                  <a:pt x="4432982" y="4905520"/>
                </a:cubicBezTo>
                <a:cubicBezTo>
                  <a:pt x="4469693" y="4905789"/>
                  <a:pt x="4501039" y="4946227"/>
                  <a:pt x="4489555" y="4978503"/>
                </a:cubicBezTo>
                <a:cubicBezTo>
                  <a:pt x="4472638" y="5026049"/>
                  <a:pt x="4431898" y="5042495"/>
                  <a:pt x="4396020" y="5016260"/>
                </a:cubicBezTo>
                <a:close/>
                <a:moveTo>
                  <a:pt x="5024004" y="5005820"/>
                </a:moveTo>
                <a:cubicBezTo>
                  <a:pt x="4956964" y="4938779"/>
                  <a:pt x="5033051" y="4820009"/>
                  <a:pt x="5118188" y="4858800"/>
                </a:cubicBezTo>
                <a:cubicBezTo>
                  <a:pt x="5170612" y="4882685"/>
                  <a:pt x="5176495" y="4950484"/>
                  <a:pt x="5130165" y="4996815"/>
                </a:cubicBezTo>
                <a:cubicBezTo>
                  <a:pt x="5091116" y="5035863"/>
                  <a:pt x="5056945" y="5038761"/>
                  <a:pt x="5024004" y="5005820"/>
                </a:cubicBezTo>
                <a:close/>
                <a:moveTo>
                  <a:pt x="3071379" y="4939145"/>
                </a:moveTo>
                <a:cubicBezTo>
                  <a:pt x="3019047" y="4886813"/>
                  <a:pt x="3070211" y="4793691"/>
                  <a:pt x="3137284" y="4819192"/>
                </a:cubicBezTo>
                <a:cubicBezTo>
                  <a:pt x="3196257" y="4841614"/>
                  <a:pt x="3195931" y="4919914"/>
                  <a:pt x="3136732" y="4951444"/>
                </a:cubicBezTo>
                <a:cubicBezTo>
                  <a:pt x="3107060" y="4967247"/>
                  <a:pt x="3097724" y="4965490"/>
                  <a:pt x="3071379" y="4939145"/>
                </a:cubicBezTo>
                <a:close/>
                <a:moveTo>
                  <a:pt x="3948792" y="4909457"/>
                </a:moveTo>
                <a:cubicBezTo>
                  <a:pt x="3919686" y="4880350"/>
                  <a:pt x="3937479" y="4819650"/>
                  <a:pt x="3975117" y="4819650"/>
                </a:cubicBezTo>
                <a:cubicBezTo>
                  <a:pt x="4003894" y="4819650"/>
                  <a:pt x="4019550" y="4836861"/>
                  <a:pt x="4019550" y="4868499"/>
                </a:cubicBezTo>
                <a:cubicBezTo>
                  <a:pt x="4019550" y="4896243"/>
                  <a:pt x="3997951" y="4924425"/>
                  <a:pt x="3976687" y="4924425"/>
                </a:cubicBezTo>
                <a:cubicBezTo>
                  <a:pt x="3969577" y="4924425"/>
                  <a:pt x="3957025" y="4917689"/>
                  <a:pt x="3948792" y="4909457"/>
                </a:cubicBezTo>
                <a:close/>
                <a:moveTo>
                  <a:pt x="1404504" y="4891520"/>
                </a:moveTo>
                <a:cubicBezTo>
                  <a:pt x="1373667" y="4860683"/>
                  <a:pt x="1374145" y="4819881"/>
                  <a:pt x="1405784" y="4782280"/>
                </a:cubicBezTo>
                <a:cubicBezTo>
                  <a:pt x="1450864" y="4728705"/>
                  <a:pt x="1524000" y="4758426"/>
                  <a:pt x="1524000" y="4830321"/>
                </a:cubicBezTo>
                <a:cubicBezTo>
                  <a:pt x="1524000" y="4902256"/>
                  <a:pt x="1452075" y="4939091"/>
                  <a:pt x="1404504" y="4891520"/>
                </a:cubicBezTo>
                <a:close/>
                <a:moveTo>
                  <a:pt x="2317782" y="4900834"/>
                </a:moveTo>
                <a:cubicBezTo>
                  <a:pt x="2289563" y="4881069"/>
                  <a:pt x="2282613" y="4844303"/>
                  <a:pt x="2300541" y="4809633"/>
                </a:cubicBezTo>
                <a:cubicBezTo>
                  <a:pt x="2343513" y="4726535"/>
                  <a:pt x="2453619" y="4781902"/>
                  <a:pt x="2420199" y="4869803"/>
                </a:cubicBezTo>
                <a:cubicBezTo>
                  <a:pt x="2403873" y="4912743"/>
                  <a:pt x="2355646" y="4927355"/>
                  <a:pt x="2317782" y="4900834"/>
                </a:cubicBezTo>
                <a:close/>
                <a:moveTo>
                  <a:pt x="3543991" y="4880277"/>
                </a:moveTo>
                <a:cubicBezTo>
                  <a:pt x="3519250" y="4848825"/>
                  <a:pt x="3518938" y="4814190"/>
                  <a:pt x="3543040" y="4774661"/>
                </a:cubicBezTo>
                <a:cubicBezTo>
                  <a:pt x="3591592" y="4695032"/>
                  <a:pt x="3706096" y="4754237"/>
                  <a:pt x="3676570" y="4843703"/>
                </a:cubicBezTo>
                <a:cubicBezTo>
                  <a:pt x="3655504" y="4907533"/>
                  <a:pt x="3581491" y="4927951"/>
                  <a:pt x="3543991" y="4880277"/>
                </a:cubicBezTo>
                <a:close/>
                <a:moveTo>
                  <a:pt x="5501367" y="4852307"/>
                </a:moveTo>
                <a:cubicBezTo>
                  <a:pt x="5478054" y="4828993"/>
                  <a:pt x="5482397" y="4784611"/>
                  <a:pt x="5509746" y="4766692"/>
                </a:cubicBezTo>
                <a:cubicBezTo>
                  <a:pt x="5539234" y="4747370"/>
                  <a:pt x="5570274" y="4756392"/>
                  <a:pt x="5582196" y="4787751"/>
                </a:cubicBezTo>
                <a:cubicBezTo>
                  <a:pt x="5602670" y="4841600"/>
                  <a:pt x="5540397" y="4891336"/>
                  <a:pt x="5501367" y="4852307"/>
                </a:cubicBezTo>
                <a:close/>
                <a:moveTo>
                  <a:pt x="1061207" y="4805431"/>
                </a:moveTo>
                <a:cubicBezTo>
                  <a:pt x="1041340" y="4775111"/>
                  <a:pt x="1049807" y="4739256"/>
                  <a:pt x="1081783" y="4718305"/>
                </a:cubicBezTo>
                <a:cubicBezTo>
                  <a:pt x="1129964" y="4686736"/>
                  <a:pt x="1181701" y="4754902"/>
                  <a:pt x="1148277" y="4805913"/>
                </a:cubicBezTo>
                <a:cubicBezTo>
                  <a:pt x="1127294" y="4837936"/>
                  <a:pt x="1082342" y="4837688"/>
                  <a:pt x="1061207" y="4805431"/>
                </a:cubicBezTo>
                <a:close/>
                <a:moveTo>
                  <a:pt x="4721113" y="4811756"/>
                </a:moveTo>
                <a:cubicBezTo>
                  <a:pt x="4699917" y="4788334"/>
                  <a:pt x="4701237" y="4757087"/>
                  <a:pt x="4724400" y="4733925"/>
                </a:cubicBezTo>
                <a:cubicBezTo>
                  <a:pt x="4774313" y="4684011"/>
                  <a:pt x="4836577" y="4749070"/>
                  <a:pt x="4795297" y="4808005"/>
                </a:cubicBezTo>
                <a:cubicBezTo>
                  <a:pt x="4777313" y="4833681"/>
                  <a:pt x="4742546" y="4835438"/>
                  <a:pt x="4721113" y="4811756"/>
                </a:cubicBezTo>
                <a:close/>
                <a:moveTo>
                  <a:pt x="4157616" y="4768082"/>
                </a:moveTo>
                <a:cubicBezTo>
                  <a:pt x="4096778" y="4707244"/>
                  <a:pt x="4133517" y="4610100"/>
                  <a:pt x="4217364" y="4610100"/>
                </a:cubicBezTo>
                <a:cubicBezTo>
                  <a:pt x="4294853" y="4610100"/>
                  <a:pt x="4322553" y="4699526"/>
                  <a:pt x="4263390" y="4758690"/>
                </a:cubicBezTo>
                <a:cubicBezTo>
                  <a:pt x="4224506" y="4797573"/>
                  <a:pt x="4190157" y="4800623"/>
                  <a:pt x="4157616" y="4768082"/>
                </a:cubicBezTo>
                <a:close/>
                <a:moveTo>
                  <a:pt x="2757649" y="4749796"/>
                </a:moveTo>
                <a:cubicBezTo>
                  <a:pt x="2738975" y="4721296"/>
                  <a:pt x="2746815" y="4680608"/>
                  <a:pt x="2773757" y="4666188"/>
                </a:cubicBezTo>
                <a:cubicBezTo>
                  <a:pt x="2824826" y="4638857"/>
                  <a:pt x="2874857" y="4696503"/>
                  <a:pt x="2840360" y="4742928"/>
                </a:cubicBezTo>
                <a:cubicBezTo>
                  <a:pt x="2815329" y="4776614"/>
                  <a:pt x="2777290" y="4779773"/>
                  <a:pt x="2757649" y="4749796"/>
                </a:cubicBezTo>
                <a:close/>
                <a:moveTo>
                  <a:pt x="2028825" y="4705350"/>
                </a:moveTo>
                <a:cubicBezTo>
                  <a:pt x="2005940" y="4682465"/>
                  <a:pt x="2004646" y="4659761"/>
                  <a:pt x="2024602" y="4631269"/>
                </a:cubicBezTo>
                <a:cubicBezTo>
                  <a:pt x="2052611" y="4591281"/>
                  <a:pt x="2114550" y="4613246"/>
                  <a:pt x="2114550" y="4663167"/>
                </a:cubicBezTo>
                <a:cubicBezTo>
                  <a:pt x="2114550" y="4688928"/>
                  <a:pt x="2084202" y="4724400"/>
                  <a:pt x="2062162" y="4724400"/>
                </a:cubicBezTo>
                <a:cubicBezTo>
                  <a:pt x="2054304" y="4724400"/>
                  <a:pt x="2039302" y="4715827"/>
                  <a:pt x="2028825" y="4705350"/>
                </a:cubicBezTo>
                <a:close/>
                <a:moveTo>
                  <a:pt x="5902213" y="4697456"/>
                </a:moveTo>
                <a:cubicBezTo>
                  <a:pt x="5857805" y="4648386"/>
                  <a:pt x="5905764" y="4573473"/>
                  <a:pt x="5966633" y="4596831"/>
                </a:cubicBezTo>
                <a:cubicBezTo>
                  <a:pt x="5985026" y="4603889"/>
                  <a:pt x="5987823" y="4685891"/>
                  <a:pt x="5970270" y="4703445"/>
                </a:cubicBezTo>
                <a:cubicBezTo>
                  <a:pt x="5953437" y="4720277"/>
                  <a:pt x="5920221" y="4717354"/>
                  <a:pt x="5902213" y="4697456"/>
                </a:cubicBezTo>
                <a:close/>
                <a:moveTo>
                  <a:pt x="5180022" y="4673074"/>
                </a:moveTo>
                <a:cubicBezTo>
                  <a:pt x="5151039" y="4658708"/>
                  <a:pt x="5144599" y="4606622"/>
                  <a:pt x="5168537" y="4580171"/>
                </a:cubicBezTo>
                <a:cubicBezTo>
                  <a:pt x="5212392" y="4531711"/>
                  <a:pt x="5284270" y="4587802"/>
                  <a:pt x="5253806" y="4646713"/>
                </a:cubicBezTo>
                <a:cubicBezTo>
                  <a:pt x="5237025" y="4679163"/>
                  <a:pt x="5211038" y="4688447"/>
                  <a:pt x="5180022" y="4673074"/>
                </a:cubicBezTo>
                <a:close/>
                <a:moveTo>
                  <a:pt x="1671637" y="4620350"/>
                </a:moveTo>
                <a:cubicBezTo>
                  <a:pt x="1618365" y="4597973"/>
                  <a:pt x="1598897" y="4535313"/>
                  <a:pt x="1627685" y="4478885"/>
                </a:cubicBezTo>
                <a:cubicBezTo>
                  <a:pt x="1675130" y="4385885"/>
                  <a:pt x="1800225" y="4412993"/>
                  <a:pt x="1800225" y="4516274"/>
                </a:cubicBezTo>
                <a:cubicBezTo>
                  <a:pt x="1800225" y="4580679"/>
                  <a:pt x="1724023" y="4642355"/>
                  <a:pt x="1671637" y="4620350"/>
                </a:cubicBezTo>
                <a:close/>
                <a:moveTo>
                  <a:pt x="778976" y="4545806"/>
                </a:moveTo>
                <a:cubicBezTo>
                  <a:pt x="774134" y="4459798"/>
                  <a:pt x="773750" y="4460841"/>
                  <a:pt x="805013" y="4475085"/>
                </a:cubicBezTo>
                <a:cubicBezTo>
                  <a:pt x="850741" y="4495920"/>
                  <a:pt x="858011" y="4561713"/>
                  <a:pt x="818907" y="4600817"/>
                </a:cubicBezTo>
                <a:cubicBezTo>
                  <a:pt x="788646" y="4631078"/>
                  <a:pt x="783367" y="4623805"/>
                  <a:pt x="778976" y="4545806"/>
                </a:cubicBezTo>
                <a:close/>
                <a:moveTo>
                  <a:pt x="4517909" y="4608302"/>
                </a:moveTo>
                <a:cubicBezTo>
                  <a:pt x="4467885" y="4584117"/>
                  <a:pt x="4468304" y="4514254"/>
                  <a:pt x="4518671" y="4481253"/>
                </a:cubicBezTo>
                <a:cubicBezTo>
                  <a:pt x="4565427" y="4450617"/>
                  <a:pt x="4621849" y="4504841"/>
                  <a:pt x="4606567" y="4565726"/>
                </a:cubicBezTo>
                <a:cubicBezTo>
                  <a:pt x="4601618" y="4585447"/>
                  <a:pt x="4556518" y="4622368"/>
                  <a:pt x="4541516" y="4618980"/>
                </a:cubicBezTo>
                <a:cubicBezTo>
                  <a:pt x="4539946" y="4618625"/>
                  <a:pt x="4529323" y="4613820"/>
                  <a:pt x="4517909" y="4608302"/>
                </a:cubicBezTo>
                <a:close/>
                <a:moveTo>
                  <a:pt x="3361479" y="4553570"/>
                </a:moveTo>
                <a:cubicBezTo>
                  <a:pt x="3333752" y="4525843"/>
                  <a:pt x="3331784" y="4519822"/>
                  <a:pt x="3337298" y="4479597"/>
                </a:cubicBezTo>
                <a:cubicBezTo>
                  <a:pt x="3344506" y="4427008"/>
                  <a:pt x="3353882" y="4414338"/>
                  <a:pt x="3395841" y="4400491"/>
                </a:cubicBezTo>
                <a:cubicBezTo>
                  <a:pt x="3481679" y="4372161"/>
                  <a:pt x="3537067" y="4476282"/>
                  <a:pt x="3474175" y="4547745"/>
                </a:cubicBezTo>
                <a:cubicBezTo>
                  <a:pt x="3439185" y="4587504"/>
                  <a:pt x="3397564" y="4589655"/>
                  <a:pt x="3361479" y="4553570"/>
                </a:cubicBezTo>
                <a:close/>
                <a:moveTo>
                  <a:pt x="2409825" y="4552950"/>
                </a:moveTo>
                <a:cubicBezTo>
                  <a:pt x="2357017" y="4500142"/>
                  <a:pt x="2422067" y="4404420"/>
                  <a:pt x="2487107" y="4439229"/>
                </a:cubicBezTo>
                <a:cubicBezTo>
                  <a:pt x="2513737" y="4453481"/>
                  <a:pt x="2525779" y="4490207"/>
                  <a:pt x="2513989" y="4521217"/>
                </a:cubicBezTo>
                <a:cubicBezTo>
                  <a:pt x="2494697" y="4571961"/>
                  <a:pt x="2444214" y="4587339"/>
                  <a:pt x="2409825" y="4552950"/>
                </a:cubicBezTo>
                <a:close/>
                <a:moveTo>
                  <a:pt x="5561229" y="4548416"/>
                </a:moveTo>
                <a:cubicBezTo>
                  <a:pt x="5510812" y="4520256"/>
                  <a:pt x="5507462" y="4427541"/>
                  <a:pt x="5555297" y="4384251"/>
                </a:cubicBezTo>
                <a:cubicBezTo>
                  <a:pt x="5585256" y="4357138"/>
                  <a:pt x="5645676" y="4362215"/>
                  <a:pt x="5673148" y="4394153"/>
                </a:cubicBezTo>
                <a:cubicBezTo>
                  <a:pt x="5739255" y="4471008"/>
                  <a:pt x="5647952" y="4596854"/>
                  <a:pt x="5561229" y="4548416"/>
                </a:cubicBezTo>
                <a:close/>
                <a:moveTo>
                  <a:pt x="3847538" y="4533338"/>
                </a:moveTo>
                <a:cubicBezTo>
                  <a:pt x="3801428" y="4487228"/>
                  <a:pt x="3857243" y="4398562"/>
                  <a:pt x="3912830" y="4429619"/>
                </a:cubicBezTo>
                <a:cubicBezTo>
                  <a:pt x="3947210" y="4448828"/>
                  <a:pt x="3953661" y="4504538"/>
                  <a:pt x="3924842" y="4533357"/>
                </a:cubicBezTo>
                <a:cubicBezTo>
                  <a:pt x="3899907" y="4558292"/>
                  <a:pt x="3872486" y="4558286"/>
                  <a:pt x="3847538" y="4533338"/>
                </a:cubicBezTo>
                <a:close/>
                <a:moveTo>
                  <a:pt x="1234963" y="4516481"/>
                </a:moveTo>
                <a:cubicBezTo>
                  <a:pt x="1203809" y="4482055"/>
                  <a:pt x="1227694" y="4429125"/>
                  <a:pt x="1274383" y="4429125"/>
                </a:cubicBezTo>
                <a:cubicBezTo>
                  <a:pt x="1312383" y="4429125"/>
                  <a:pt x="1327919" y="4490183"/>
                  <a:pt x="1297031" y="4518136"/>
                </a:cubicBezTo>
                <a:cubicBezTo>
                  <a:pt x="1274391" y="4538624"/>
                  <a:pt x="1254524" y="4538095"/>
                  <a:pt x="1234963" y="4516481"/>
                </a:cubicBezTo>
                <a:close/>
                <a:moveTo>
                  <a:pt x="3019425" y="4467225"/>
                </a:moveTo>
                <a:cubicBezTo>
                  <a:pt x="2982429" y="4430229"/>
                  <a:pt x="3006470" y="4362450"/>
                  <a:pt x="3056588" y="4362450"/>
                </a:cubicBezTo>
                <a:cubicBezTo>
                  <a:pt x="3113217" y="4362450"/>
                  <a:pt x="3134905" y="4430878"/>
                  <a:pt x="3089577" y="4466533"/>
                </a:cubicBezTo>
                <a:cubicBezTo>
                  <a:pt x="3058204" y="4491212"/>
                  <a:pt x="3043556" y="4491356"/>
                  <a:pt x="3019425" y="4467225"/>
                </a:cubicBezTo>
                <a:close/>
                <a:moveTo>
                  <a:pt x="4922885" y="4456434"/>
                </a:moveTo>
                <a:cubicBezTo>
                  <a:pt x="4835030" y="4424254"/>
                  <a:pt x="4870795" y="4276725"/>
                  <a:pt x="4966451" y="4276725"/>
                </a:cubicBezTo>
                <a:cubicBezTo>
                  <a:pt x="5055631" y="4276725"/>
                  <a:pt x="5072033" y="4417745"/>
                  <a:pt x="4986986" y="4453280"/>
                </a:cubicBezTo>
                <a:cubicBezTo>
                  <a:pt x="4968630" y="4460949"/>
                  <a:pt x="4952402" y="4466886"/>
                  <a:pt x="4950924" y="4466473"/>
                </a:cubicBezTo>
                <a:cubicBezTo>
                  <a:pt x="4949446" y="4466059"/>
                  <a:pt x="4936829" y="4461542"/>
                  <a:pt x="4922885" y="4456434"/>
                </a:cubicBezTo>
                <a:close/>
                <a:moveTo>
                  <a:pt x="2107205" y="4375124"/>
                </a:moveTo>
                <a:cubicBezTo>
                  <a:pt x="2063986" y="4357735"/>
                  <a:pt x="2062543" y="4261360"/>
                  <a:pt x="2105161" y="4238551"/>
                </a:cubicBezTo>
                <a:cubicBezTo>
                  <a:pt x="2149330" y="4214913"/>
                  <a:pt x="2209800" y="4250907"/>
                  <a:pt x="2209800" y="4300837"/>
                </a:cubicBezTo>
                <a:cubicBezTo>
                  <a:pt x="2209800" y="4347440"/>
                  <a:pt x="2148578" y="4391771"/>
                  <a:pt x="2107205" y="4375124"/>
                </a:cubicBezTo>
                <a:close/>
                <a:moveTo>
                  <a:pt x="2644963" y="4320399"/>
                </a:moveTo>
                <a:cubicBezTo>
                  <a:pt x="2611700" y="4289571"/>
                  <a:pt x="2603884" y="4253316"/>
                  <a:pt x="2620279" y="4205897"/>
                </a:cubicBezTo>
                <a:cubicBezTo>
                  <a:pt x="2648397" y="4124569"/>
                  <a:pt x="2755906" y="4115498"/>
                  <a:pt x="2793006" y="4191322"/>
                </a:cubicBezTo>
                <a:cubicBezTo>
                  <a:pt x="2839004" y="4285331"/>
                  <a:pt x="2719527" y="4389502"/>
                  <a:pt x="2644963" y="4320399"/>
                </a:cubicBezTo>
                <a:close/>
                <a:moveTo>
                  <a:pt x="1005234" y="4315208"/>
                </a:moveTo>
                <a:cubicBezTo>
                  <a:pt x="983517" y="4291211"/>
                  <a:pt x="992070" y="4253866"/>
                  <a:pt x="1024088" y="4232887"/>
                </a:cubicBezTo>
                <a:cubicBezTo>
                  <a:pt x="1074529" y="4199837"/>
                  <a:pt x="1123331" y="4277046"/>
                  <a:pt x="1077956" y="4318111"/>
                </a:cubicBezTo>
                <a:cubicBezTo>
                  <a:pt x="1054686" y="4339169"/>
                  <a:pt x="1025878" y="4338019"/>
                  <a:pt x="1005234" y="4315208"/>
                </a:cubicBezTo>
                <a:close/>
                <a:moveTo>
                  <a:pt x="4210050" y="4314825"/>
                </a:moveTo>
                <a:cubicBezTo>
                  <a:pt x="4187770" y="4292545"/>
                  <a:pt x="4185029" y="4245955"/>
                  <a:pt x="4204833" y="4226151"/>
                </a:cubicBezTo>
                <a:cubicBezTo>
                  <a:pt x="4212442" y="4218543"/>
                  <a:pt x="4216330" y="4209980"/>
                  <a:pt x="4213473" y="4207123"/>
                </a:cubicBezTo>
                <a:cubicBezTo>
                  <a:pt x="4210617" y="4204267"/>
                  <a:pt x="4221536" y="4195074"/>
                  <a:pt x="4237739" y="4186695"/>
                </a:cubicBezTo>
                <a:cubicBezTo>
                  <a:pt x="4310715" y="4148957"/>
                  <a:pt x="4368609" y="4245989"/>
                  <a:pt x="4310517" y="4308671"/>
                </a:cubicBezTo>
                <a:cubicBezTo>
                  <a:pt x="4281981" y="4339462"/>
                  <a:pt x="4237416" y="4342191"/>
                  <a:pt x="4210050" y="4314825"/>
                </a:cubicBezTo>
                <a:close/>
                <a:moveTo>
                  <a:pt x="5214904" y="4311348"/>
                </a:moveTo>
                <a:cubicBezTo>
                  <a:pt x="5191980" y="4276362"/>
                  <a:pt x="5216686" y="4229100"/>
                  <a:pt x="5257898" y="4229100"/>
                </a:cubicBezTo>
                <a:cubicBezTo>
                  <a:pt x="5288814" y="4229100"/>
                  <a:pt x="5308535" y="4298379"/>
                  <a:pt x="5284470" y="4322445"/>
                </a:cubicBezTo>
                <a:cubicBezTo>
                  <a:pt x="5265718" y="4341196"/>
                  <a:pt x="5230813" y="4335628"/>
                  <a:pt x="5214904" y="4311348"/>
                </a:cubicBezTo>
                <a:close/>
                <a:moveTo>
                  <a:pt x="3617118" y="4304537"/>
                </a:moveTo>
                <a:cubicBezTo>
                  <a:pt x="3581777" y="4283952"/>
                  <a:pt x="3605609" y="4210050"/>
                  <a:pt x="3647589" y="4210050"/>
                </a:cubicBezTo>
                <a:cubicBezTo>
                  <a:pt x="3686717" y="4210050"/>
                  <a:pt x="3704197" y="4278089"/>
                  <a:pt x="3671257" y="4302175"/>
                </a:cubicBezTo>
                <a:cubicBezTo>
                  <a:pt x="3650792" y="4317140"/>
                  <a:pt x="3639596" y="4317628"/>
                  <a:pt x="3617118" y="4304537"/>
                </a:cubicBezTo>
                <a:close/>
                <a:moveTo>
                  <a:pt x="5966784" y="4282374"/>
                </a:moveTo>
                <a:cubicBezTo>
                  <a:pt x="5960721" y="4258218"/>
                  <a:pt x="5975967" y="4219575"/>
                  <a:pt x="5991560" y="4219575"/>
                </a:cubicBezTo>
                <a:cubicBezTo>
                  <a:pt x="6002247" y="4219575"/>
                  <a:pt x="6003086" y="4234085"/>
                  <a:pt x="5994796" y="4275534"/>
                </a:cubicBezTo>
                <a:cubicBezTo>
                  <a:pt x="5987700" y="4311017"/>
                  <a:pt x="5974765" y="4314176"/>
                  <a:pt x="5966784" y="4282374"/>
                </a:cubicBezTo>
                <a:close/>
                <a:moveTo>
                  <a:pt x="1473088" y="4268831"/>
                </a:moveTo>
                <a:cubicBezTo>
                  <a:pt x="1464418" y="4259250"/>
                  <a:pt x="1457325" y="4241911"/>
                  <a:pt x="1457325" y="4230298"/>
                </a:cubicBezTo>
                <a:cubicBezTo>
                  <a:pt x="1457325" y="4209526"/>
                  <a:pt x="1495793" y="4162425"/>
                  <a:pt x="1512757" y="4162425"/>
                </a:cubicBezTo>
                <a:cubicBezTo>
                  <a:pt x="1531925" y="4162425"/>
                  <a:pt x="1571625" y="4203215"/>
                  <a:pt x="1571625" y="4222909"/>
                </a:cubicBezTo>
                <a:cubicBezTo>
                  <a:pt x="1571625" y="4277527"/>
                  <a:pt x="1507854" y="4307246"/>
                  <a:pt x="1473088" y="4268831"/>
                </a:cubicBezTo>
                <a:close/>
                <a:moveTo>
                  <a:pt x="4545330" y="4265295"/>
                </a:moveTo>
                <a:cubicBezTo>
                  <a:pt x="4539043" y="4259008"/>
                  <a:pt x="4533900" y="4242720"/>
                  <a:pt x="4533900" y="4229100"/>
                </a:cubicBezTo>
                <a:cubicBezTo>
                  <a:pt x="4533900" y="4179689"/>
                  <a:pt x="4579584" y="4164646"/>
                  <a:pt x="4606213" y="4205287"/>
                </a:cubicBezTo>
                <a:cubicBezTo>
                  <a:pt x="4633859" y="4247481"/>
                  <a:pt x="4580302" y="4300267"/>
                  <a:pt x="4545330" y="4265295"/>
                </a:cubicBezTo>
                <a:close/>
                <a:moveTo>
                  <a:pt x="5444841" y="4176656"/>
                </a:moveTo>
                <a:cubicBezTo>
                  <a:pt x="5390090" y="4121905"/>
                  <a:pt x="5455906" y="4029238"/>
                  <a:pt x="5519806" y="4071107"/>
                </a:cubicBezTo>
                <a:cubicBezTo>
                  <a:pt x="5567500" y="4102357"/>
                  <a:pt x="5539782" y="4191000"/>
                  <a:pt x="5482317" y="4191000"/>
                </a:cubicBezTo>
                <a:cubicBezTo>
                  <a:pt x="5469595" y="4191000"/>
                  <a:pt x="5452730" y="4184545"/>
                  <a:pt x="5444841" y="4176656"/>
                </a:cubicBezTo>
                <a:close/>
                <a:moveTo>
                  <a:pt x="3224212" y="4143375"/>
                </a:moveTo>
                <a:cubicBezTo>
                  <a:pt x="3207145" y="4124516"/>
                  <a:pt x="3207575" y="4124325"/>
                  <a:pt x="3267075" y="4124325"/>
                </a:cubicBezTo>
                <a:cubicBezTo>
                  <a:pt x="3326574" y="4124325"/>
                  <a:pt x="3327004" y="4124516"/>
                  <a:pt x="3309937" y="4143375"/>
                </a:cubicBezTo>
                <a:cubicBezTo>
                  <a:pt x="3300455" y="4153852"/>
                  <a:pt x="3281167" y="4162425"/>
                  <a:pt x="3267075" y="4162425"/>
                </a:cubicBezTo>
                <a:cubicBezTo>
                  <a:pt x="3252982" y="4162425"/>
                  <a:pt x="3233694" y="4153852"/>
                  <a:pt x="3224212" y="4143375"/>
                </a:cubicBezTo>
                <a:close/>
                <a:moveTo>
                  <a:pt x="1803397" y="4109313"/>
                </a:moveTo>
                <a:cubicBezTo>
                  <a:pt x="1782080" y="4087996"/>
                  <a:pt x="1779514" y="4078975"/>
                  <a:pt x="1783843" y="4040571"/>
                </a:cubicBezTo>
                <a:cubicBezTo>
                  <a:pt x="1796957" y="3924226"/>
                  <a:pt x="1943100" y="3921467"/>
                  <a:pt x="1943100" y="4037565"/>
                </a:cubicBezTo>
                <a:cubicBezTo>
                  <a:pt x="1943100" y="4119350"/>
                  <a:pt x="1857431" y="4163347"/>
                  <a:pt x="1803397" y="4109313"/>
                </a:cubicBezTo>
                <a:close/>
                <a:moveTo>
                  <a:pt x="768248" y="4107656"/>
                </a:moveTo>
                <a:cubicBezTo>
                  <a:pt x="754422" y="4085209"/>
                  <a:pt x="758692" y="4026475"/>
                  <a:pt x="775018" y="4014537"/>
                </a:cubicBezTo>
                <a:cubicBezTo>
                  <a:pt x="817379" y="3983562"/>
                  <a:pt x="864677" y="4044646"/>
                  <a:pt x="834267" y="4091056"/>
                </a:cubicBezTo>
                <a:cubicBezTo>
                  <a:pt x="819398" y="4113750"/>
                  <a:pt x="778358" y="4124069"/>
                  <a:pt x="768248" y="4107656"/>
                </a:cubicBezTo>
                <a:close/>
                <a:moveTo>
                  <a:pt x="1169193" y="4075936"/>
                </a:moveTo>
                <a:cubicBezTo>
                  <a:pt x="1118464" y="4046389"/>
                  <a:pt x="1112963" y="3961038"/>
                  <a:pt x="1158711" y="3913288"/>
                </a:cubicBezTo>
                <a:cubicBezTo>
                  <a:pt x="1209169" y="3860621"/>
                  <a:pt x="1306463" y="3886328"/>
                  <a:pt x="1319490" y="3955768"/>
                </a:cubicBezTo>
                <a:cubicBezTo>
                  <a:pt x="1335573" y="4041498"/>
                  <a:pt x="1240532" y="4117487"/>
                  <a:pt x="1169193" y="4075936"/>
                </a:cubicBezTo>
                <a:close/>
                <a:moveTo>
                  <a:pt x="5777592" y="4071257"/>
                </a:moveTo>
                <a:cubicBezTo>
                  <a:pt x="5744571" y="4038235"/>
                  <a:pt x="5771016" y="3962400"/>
                  <a:pt x="5815552" y="3962400"/>
                </a:cubicBezTo>
                <a:cubicBezTo>
                  <a:pt x="5844809" y="3962400"/>
                  <a:pt x="5876925" y="3993688"/>
                  <a:pt x="5876925" y="4022193"/>
                </a:cubicBezTo>
                <a:cubicBezTo>
                  <a:pt x="5876925" y="4076145"/>
                  <a:pt x="5813707" y="4107371"/>
                  <a:pt x="5777592" y="4071257"/>
                </a:cubicBezTo>
                <a:close/>
                <a:moveTo>
                  <a:pt x="1544955" y="3922395"/>
                </a:moveTo>
                <a:cubicBezTo>
                  <a:pt x="1509657" y="3887097"/>
                  <a:pt x="1554392" y="3815372"/>
                  <a:pt x="1594995" y="3842162"/>
                </a:cubicBezTo>
                <a:cubicBezTo>
                  <a:pt x="1617738" y="3857168"/>
                  <a:pt x="1625635" y="3900366"/>
                  <a:pt x="1609246" y="3920113"/>
                </a:cubicBezTo>
                <a:cubicBezTo>
                  <a:pt x="1595413" y="3936781"/>
                  <a:pt x="1560577" y="3938017"/>
                  <a:pt x="1544955" y="3922395"/>
                </a:cubicBezTo>
                <a:close/>
                <a:moveTo>
                  <a:pt x="5400401" y="3852532"/>
                </a:moveTo>
                <a:cubicBezTo>
                  <a:pt x="5393728" y="3844492"/>
                  <a:pt x="5388660" y="3824166"/>
                  <a:pt x="5389138" y="3807362"/>
                </a:cubicBezTo>
                <a:cubicBezTo>
                  <a:pt x="5391339" y="3729932"/>
                  <a:pt x="5495925" y="3727547"/>
                  <a:pt x="5495925" y="3804927"/>
                </a:cubicBezTo>
                <a:cubicBezTo>
                  <a:pt x="5495925" y="3857377"/>
                  <a:pt x="5431194" y="3889636"/>
                  <a:pt x="5400401" y="3852532"/>
                </a:cubicBezTo>
                <a:close/>
                <a:moveTo>
                  <a:pt x="962025" y="3733800"/>
                </a:moveTo>
                <a:cubicBezTo>
                  <a:pt x="935307" y="3707082"/>
                  <a:pt x="941933" y="3658632"/>
                  <a:pt x="975357" y="3636314"/>
                </a:cubicBezTo>
                <a:cubicBezTo>
                  <a:pt x="1028782" y="3600641"/>
                  <a:pt x="1084263" y="3688864"/>
                  <a:pt x="1036428" y="3733428"/>
                </a:cubicBezTo>
                <a:cubicBezTo>
                  <a:pt x="1010085" y="3757971"/>
                  <a:pt x="986314" y="3758089"/>
                  <a:pt x="962025" y="3733800"/>
                </a:cubicBezTo>
                <a:close/>
                <a:moveTo>
                  <a:pt x="5671704" y="3691370"/>
                </a:moveTo>
                <a:cubicBezTo>
                  <a:pt x="5634110" y="3653776"/>
                  <a:pt x="5646829" y="3556877"/>
                  <a:pt x="5691614" y="3539691"/>
                </a:cubicBezTo>
                <a:cubicBezTo>
                  <a:pt x="5757148" y="3514543"/>
                  <a:pt x="5815012" y="3549046"/>
                  <a:pt x="5815012" y="3613270"/>
                </a:cubicBezTo>
                <a:cubicBezTo>
                  <a:pt x="5815012" y="3698787"/>
                  <a:pt x="5727055" y="3746721"/>
                  <a:pt x="5671704" y="3691370"/>
                </a:cubicBezTo>
                <a:close/>
                <a:moveTo>
                  <a:pt x="1804987" y="3694148"/>
                </a:moveTo>
                <a:cubicBezTo>
                  <a:pt x="1762718" y="3671201"/>
                  <a:pt x="1751562" y="3634054"/>
                  <a:pt x="1772885" y="3587254"/>
                </a:cubicBezTo>
                <a:cubicBezTo>
                  <a:pt x="1797132" y="3534037"/>
                  <a:pt x="1866303" y="3536418"/>
                  <a:pt x="1895773" y="3591483"/>
                </a:cubicBezTo>
                <a:cubicBezTo>
                  <a:pt x="1925253" y="3646567"/>
                  <a:pt x="1857816" y="3722827"/>
                  <a:pt x="1804987" y="3694148"/>
                </a:cubicBezTo>
                <a:close/>
                <a:moveTo>
                  <a:pt x="1362075" y="3650044"/>
                </a:moveTo>
                <a:cubicBezTo>
                  <a:pt x="1318004" y="3636302"/>
                  <a:pt x="1294147" y="3548362"/>
                  <a:pt x="1325880" y="3516630"/>
                </a:cubicBezTo>
                <a:cubicBezTo>
                  <a:pt x="1360408" y="3482101"/>
                  <a:pt x="1447800" y="3523883"/>
                  <a:pt x="1447800" y="3574920"/>
                </a:cubicBezTo>
                <a:cubicBezTo>
                  <a:pt x="1447800" y="3618439"/>
                  <a:pt x="1398702" y="3661465"/>
                  <a:pt x="1362075" y="3650044"/>
                </a:cubicBezTo>
                <a:close/>
                <a:moveTo>
                  <a:pt x="5220016" y="3588543"/>
                </a:moveTo>
                <a:cubicBezTo>
                  <a:pt x="5219842" y="3553182"/>
                  <a:pt x="5223129" y="3524250"/>
                  <a:pt x="5227320" y="3524250"/>
                </a:cubicBezTo>
                <a:cubicBezTo>
                  <a:pt x="5260226" y="3524250"/>
                  <a:pt x="5268113" y="3595484"/>
                  <a:pt x="5239066" y="3630351"/>
                </a:cubicBezTo>
                <a:lnTo>
                  <a:pt x="5220333" y="3652837"/>
                </a:lnTo>
                <a:lnTo>
                  <a:pt x="5220016" y="3588543"/>
                </a:lnTo>
                <a:close/>
                <a:moveTo>
                  <a:pt x="1075475" y="3439752"/>
                </a:moveTo>
                <a:cubicBezTo>
                  <a:pt x="1027822" y="3401165"/>
                  <a:pt x="1058776" y="3314700"/>
                  <a:pt x="1120242" y="3314700"/>
                </a:cubicBezTo>
                <a:cubicBezTo>
                  <a:pt x="1176496" y="3314700"/>
                  <a:pt x="1202377" y="3396164"/>
                  <a:pt x="1159054" y="3436864"/>
                </a:cubicBezTo>
                <a:cubicBezTo>
                  <a:pt x="1132000" y="3462280"/>
                  <a:pt x="1104471" y="3463231"/>
                  <a:pt x="1075475" y="3439752"/>
                </a:cubicBezTo>
                <a:close/>
                <a:moveTo>
                  <a:pt x="733099" y="3429000"/>
                </a:moveTo>
                <a:cubicBezTo>
                  <a:pt x="732571" y="3415903"/>
                  <a:pt x="730321" y="3391257"/>
                  <a:pt x="728099" y="3374231"/>
                </a:cubicBezTo>
                <a:cubicBezTo>
                  <a:pt x="723455" y="3338642"/>
                  <a:pt x="745016" y="3330591"/>
                  <a:pt x="761664" y="3361698"/>
                </a:cubicBezTo>
                <a:cubicBezTo>
                  <a:pt x="776015" y="3388513"/>
                  <a:pt x="773883" y="3405009"/>
                  <a:pt x="752791" y="3430326"/>
                </a:cubicBezTo>
                <a:lnTo>
                  <a:pt x="734058" y="3452812"/>
                </a:lnTo>
                <a:lnTo>
                  <a:pt x="733099" y="3429000"/>
                </a:lnTo>
                <a:close/>
                <a:moveTo>
                  <a:pt x="1585828" y="3406303"/>
                </a:moveTo>
                <a:cubicBezTo>
                  <a:pt x="1559072" y="3386739"/>
                  <a:pt x="1561406" y="3326959"/>
                  <a:pt x="1589825" y="3303947"/>
                </a:cubicBezTo>
                <a:cubicBezTo>
                  <a:pt x="1617907" y="3281208"/>
                  <a:pt x="1629891" y="3281531"/>
                  <a:pt x="1660827" y="3305866"/>
                </a:cubicBezTo>
                <a:cubicBezTo>
                  <a:pt x="1725296" y="3356577"/>
                  <a:pt x="1652021" y="3454705"/>
                  <a:pt x="1585828" y="3406303"/>
                </a:cubicBezTo>
                <a:close/>
                <a:moveTo>
                  <a:pt x="5501227" y="3360205"/>
                </a:moveTo>
                <a:cubicBezTo>
                  <a:pt x="5472656" y="3319415"/>
                  <a:pt x="5502621" y="3248025"/>
                  <a:pt x="5548312" y="3248025"/>
                </a:cubicBezTo>
                <a:cubicBezTo>
                  <a:pt x="5570078" y="3248025"/>
                  <a:pt x="5610225" y="3291259"/>
                  <a:pt x="5610225" y="3314700"/>
                </a:cubicBezTo>
                <a:cubicBezTo>
                  <a:pt x="5610225" y="3367308"/>
                  <a:pt x="5529738" y="3400911"/>
                  <a:pt x="5501227" y="3360205"/>
                </a:cubicBezTo>
                <a:close/>
                <a:moveTo>
                  <a:pt x="1362599" y="3175090"/>
                </a:moveTo>
                <a:cubicBezTo>
                  <a:pt x="1341319" y="3148037"/>
                  <a:pt x="1343422" y="3122872"/>
                  <a:pt x="1369440" y="3093243"/>
                </a:cubicBezTo>
                <a:cubicBezTo>
                  <a:pt x="1399247" y="3059299"/>
                  <a:pt x="1457325" y="3086408"/>
                  <a:pt x="1457325" y="3134265"/>
                </a:cubicBezTo>
                <a:cubicBezTo>
                  <a:pt x="1457325" y="3193617"/>
                  <a:pt x="1397465" y="3219415"/>
                  <a:pt x="1362599" y="3175090"/>
                </a:cubicBezTo>
                <a:close/>
                <a:moveTo>
                  <a:pt x="5793105" y="3188970"/>
                </a:moveTo>
                <a:cubicBezTo>
                  <a:pt x="5766791" y="3162656"/>
                  <a:pt x="5789363" y="3095625"/>
                  <a:pt x="5824537" y="3095625"/>
                </a:cubicBezTo>
                <a:cubicBezTo>
                  <a:pt x="5844757" y="3095625"/>
                  <a:pt x="5867400" y="3123299"/>
                  <a:pt x="5867400" y="3148012"/>
                </a:cubicBezTo>
                <a:cubicBezTo>
                  <a:pt x="5867400" y="3189727"/>
                  <a:pt x="5819995" y="3215860"/>
                  <a:pt x="5793105" y="3188970"/>
                </a:cubicBezTo>
                <a:close/>
                <a:moveTo>
                  <a:pt x="6357504" y="3177020"/>
                </a:moveTo>
                <a:cubicBezTo>
                  <a:pt x="6315279" y="3134795"/>
                  <a:pt x="6340316" y="3067591"/>
                  <a:pt x="6398418" y="3067195"/>
                </a:cubicBezTo>
                <a:cubicBezTo>
                  <a:pt x="6454306" y="3066815"/>
                  <a:pt x="6478063" y="3145096"/>
                  <a:pt x="6432852" y="3180658"/>
                </a:cubicBezTo>
                <a:cubicBezTo>
                  <a:pt x="6400336" y="3206235"/>
                  <a:pt x="6386029" y="3205544"/>
                  <a:pt x="6357504" y="3177020"/>
                </a:cubicBezTo>
                <a:close/>
                <a:moveTo>
                  <a:pt x="2022123" y="3177292"/>
                </a:moveTo>
                <a:cubicBezTo>
                  <a:pt x="2039403" y="3164187"/>
                  <a:pt x="2072380" y="3167059"/>
                  <a:pt x="2081923" y="3182499"/>
                </a:cubicBezTo>
                <a:cubicBezTo>
                  <a:pt x="2084769" y="3187106"/>
                  <a:pt x="2068629" y="3190738"/>
                  <a:pt x="2046055" y="3190572"/>
                </a:cubicBezTo>
                <a:cubicBezTo>
                  <a:pt x="2009364" y="3190301"/>
                  <a:pt x="2006826" y="3188893"/>
                  <a:pt x="2022123" y="3177292"/>
                </a:cubicBezTo>
                <a:close/>
                <a:moveTo>
                  <a:pt x="4000238" y="3172313"/>
                </a:moveTo>
                <a:cubicBezTo>
                  <a:pt x="4026679" y="3122907"/>
                  <a:pt x="4101665" y="3108397"/>
                  <a:pt x="4146852" y="3143941"/>
                </a:cubicBezTo>
                <a:cubicBezTo>
                  <a:pt x="4194426" y="3181362"/>
                  <a:pt x="4181104" y="3190875"/>
                  <a:pt x="4081127" y="3190875"/>
                </a:cubicBezTo>
                <a:cubicBezTo>
                  <a:pt x="3994053" y="3190875"/>
                  <a:pt x="3990714" y="3190108"/>
                  <a:pt x="4000238" y="3172313"/>
                </a:cubicBezTo>
                <a:close/>
                <a:moveTo>
                  <a:pt x="5238017" y="3143982"/>
                </a:moveTo>
                <a:cubicBezTo>
                  <a:pt x="5206709" y="3112674"/>
                  <a:pt x="5202636" y="3080682"/>
                  <a:pt x="5224561" y="3038284"/>
                </a:cubicBezTo>
                <a:cubicBezTo>
                  <a:pt x="5251320" y="2986537"/>
                  <a:pt x="5323299" y="2972739"/>
                  <a:pt x="5360208" y="3012281"/>
                </a:cubicBezTo>
                <a:cubicBezTo>
                  <a:pt x="5442117" y="3100032"/>
                  <a:pt x="5322738" y="3228703"/>
                  <a:pt x="5238017" y="3143982"/>
                </a:cubicBezTo>
                <a:close/>
                <a:moveTo>
                  <a:pt x="2345269" y="3147472"/>
                </a:moveTo>
                <a:cubicBezTo>
                  <a:pt x="2302442" y="3117475"/>
                  <a:pt x="2321873" y="3048000"/>
                  <a:pt x="2373089" y="3048000"/>
                </a:cubicBezTo>
                <a:cubicBezTo>
                  <a:pt x="2424017" y="3048000"/>
                  <a:pt x="2443041" y="3101374"/>
                  <a:pt x="2405495" y="3138920"/>
                </a:cubicBezTo>
                <a:cubicBezTo>
                  <a:pt x="2378018" y="3166397"/>
                  <a:pt x="2373254" y="3167074"/>
                  <a:pt x="2345269" y="3147472"/>
                </a:cubicBezTo>
                <a:close/>
                <a:moveTo>
                  <a:pt x="700767" y="3137807"/>
                </a:moveTo>
                <a:cubicBezTo>
                  <a:pt x="669801" y="3106840"/>
                  <a:pt x="701997" y="3028031"/>
                  <a:pt x="739702" y="3042501"/>
                </a:cubicBezTo>
                <a:cubicBezTo>
                  <a:pt x="747584" y="3045525"/>
                  <a:pt x="757280" y="3048000"/>
                  <a:pt x="761250" y="3048000"/>
                </a:cubicBezTo>
                <a:cubicBezTo>
                  <a:pt x="768957" y="3048000"/>
                  <a:pt x="790575" y="3090459"/>
                  <a:pt x="790575" y="3105598"/>
                </a:cubicBezTo>
                <a:cubicBezTo>
                  <a:pt x="790575" y="3141252"/>
                  <a:pt x="727010" y="3164049"/>
                  <a:pt x="700767" y="3137807"/>
                </a:cubicBezTo>
                <a:close/>
                <a:moveTo>
                  <a:pt x="2673066" y="3090806"/>
                </a:moveTo>
                <a:cubicBezTo>
                  <a:pt x="2630020" y="3047759"/>
                  <a:pt x="2655627" y="2981824"/>
                  <a:pt x="2715529" y="2981470"/>
                </a:cubicBezTo>
                <a:cubicBezTo>
                  <a:pt x="2766707" y="2981168"/>
                  <a:pt x="2790559" y="3048265"/>
                  <a:pt x="2752725" y="3086100"/>
                </a:cubicBezTo>
                <a:cubicBezTo>
                  <a:pt x="2730151" y="3108673"/>
                  <a:pt x="2693122" y="3110861"/>
                  <a:pt x="2673066" y="3090806"/>
                </a:cubicBezTo>
                <a:close/>
                <a:moveTo>
                  <a:pt x="3680038" y="3082571"/>
                </a:moveTo>
                <a:cubicBezTo>
                  <a:pt x="3641384" y="3049322"/>
                  <a:pt x="3643239" y="2997862"/>
                  <a:pt x="3684420" y="2961068"/>
                </a:cubicBezTo>
                <a:cubicBezTo>
                  <a:pt x="3720511" y="2928820"/>
                  <a:pt x="3728927" y="2927896"/>
                  <a:pt x="3768232" y="2951863"/>
                </a:cubicBezTo>
                <a:cubicBezTo>
                  <a:pt x="3834545" y="2992299"/>
                  <a:pt x="3798739" y="3105150"/>
                  <a:pt x="3719595" y="3105150"/>
                </a:cubicBezTo>
                <a:cubicBezTo>
                  <a:pt x="3712275" y="3105150"/>
                  <a:pt x="3694475" y="3094989"/>
                  <a:pt x="3680038" y="3082571"/>
                </a:cubicBezTo>
                <a:close/>
                <a:moveTo>
                  <a:pt x="4448510" y="3077201"/>
                </a:moveTo>
                <a:cubicBezTo>
                  <a:pt x="4432370" y="3047044"/>
                  <a:pt x="4437183" y="3020824"/>
                  <a:pt x="4461823" y="3004680"/>
                </a:cubicBezTo>
                <a:cubicBezTo>
                  <a:pt x="4506572" y="2975359"/>
                  <a:pt x="4550413" y="3026141"/>
                  <a:pt x="4520182" y="3072278"/>
                </a:cubicBezTo>
                <a:cubicBezTo>
                  <a:pt x="4501534" y="3100739"/>
                  <a:pt x="4462540" y="3103417"/>
                  <a:pt x="4448510" y="3077201"/>
                </a:cubicBezTo>
                <a:close/>
                <a:moveTo>
                  <a:pt x="993171" y="3078499"/>
                </a:moveTo>
                <a:cubicBezTo>
                  <a:pt x="942663" y="3070891"/>
                  <a:pt x="917542" y="2992090"/>
                  <a:pt x="947288" y="2934568"/>
                </a:cubicBezTo>
                <a:cubicBezTo>
                  <a:pt x="963685" y="2902860"/>
                  <a:pt x="1008863" y="2881640"/>
                  <a:pt x="1039904" y="2891067"/>
                </a:cubicBezTo>
                <a:cubicBezTo>
                  <a:pt x="1152944" y="2925398"/>
                  <a:pt x="1110369" y="3096154"/>
                  <a:pt x="993171" y="3078499"/>
                </a:cubicBezTo>
                <a:close/>
                <a:moveTo>
                  <a:pt x="4708409" y="3046202"/>
                </a:moveTo>
                <a:cubicBezTo>
                  <a:pt x="4642759" y="3014463"/>
                  <a:pt x="4668703" y="2895066"/>
                  <a:pt x="4741068" y="2895902"/>
                </a:cubicBezTo>
                <a:cubicBezTo>
                  <a:pt x="4817280" y="2896784"/>
                  <a:pt x="4839773" y="2987228"/>
                  <a:pt x="4776214" y="3037224"/>
                </a:cubicBezTo>
                <a:cubicBezTo>
                  <a:pt x="4747624" y="3059712"/>
                  <a:pt x="4738777" y="3060884"/>
                  <a:pt x="4708409" y="3046202"/>
                </a:cubicBezTo>
                <a:close/>
                <a:moveTo>
                  <a:pt x="1718829" y="3015095"/>
                </a:moveTo>
                <a:cubicBezTo>
                  <a:pt x="1679408" y="2975674"/>
                  <a:pt x="1693979" y="2883775"/>
                  <a:pt x="1743886" y="2857065"/>
                </a:cubicBezTo>
                <a:cubicBezTo>
                  <a:pt x="1782085" y="2836621"/>
                  <a:pt x="1838296" y="2855105"/>
                  <a:pt x="1854283" y="2893366"/>
                </a:cubicBezTo>
                <a:cubicBezTo>
                  <a:pt x="1894025" y="2988484"/>
                  <a:pt x="1787737" y="3084003"/>
                  <a:pt x="1718829" y="3015095"/>
                </a:cubicBezTo>
                <a:close/>
                <a:moveTo>
                  <a:pt x="3290776" y="3009777"/>
                </a:moveTo>
                <a:cubicBezTo>
                  <a:pt x="3255694" y="2971012"/>
                  <a:pt x="3280508" y="2895600"/>
                  <a:pt x="3328344" y="2895600"/>
                </a:cubicBezTo>
                <a:cubicBezTo>
                  <a:pt x="3364370" y="2895600"/>
                  <a:pt x="3390900" y="2922086"/>
                  <a:pt x="3390900" y="2958052"/>
                </a:cubicBezTo>
                <a:cubicBezTo>
                  <a:pt x="3390900" y="3018947"/>
                  <a:pt x="3328328" y="3051272"/>
                  <a:pt x="3290776" y="3009777"/>
                </a:cubicBezTo>
                <a:close/>
                <a:moveTo>
                  <a:pt x="6073486" y="2975263"/>
                </a:moveTo>
                <a:cubicBezTo>
                  <a:pt x="6042911" y="2944689"/>
                  <a:pt x="6040712" y="2903522"/>
                  <a:pt x="6067320" y="2859881"/>
                </a:cubicBezTo>
                <a:cubicBezTo>
                  <a:pt x="6090849" y="2821290"/>
                  <a:pt x="6085877" y="2820496"/>
                  <a:pt x="6150903" y="2873237"/>
                </a:cubicBezTo>
                <a:cubicBezTo>
                  <a:pt x="6216933" y="2926793"/>
                  <a:pt x="6219710" y="2935279"/>
                  <a:pt x="6183161" y="2971828"/>
                </a:cubicBezTo>
                <a:cubicBezTo>
                  <a:pt x="6146575" y="3008414"/>
                  <a:pt x="6107850" y="3009627"/>
                  <a:pt x="6073486" y="2975263"/>
                </a:cubicBezTo>
                <a:close/>
                <a:moveTo>
                  <a:pt x="2133430" y="2936084"/>
                </a:moveTo>
                <a:cubicBezTo>
                  <a:pt x="2074348" y="2860973"/>
                  <a:pt x="2176553" y="2756712"/>
                  <a:pt x="2243570" y="2823729"/>
                </a:cubicBezTo>
                <a:cubicBezTo>
                  <a:pt x="2274407" y="2854566"/>
                  <a:pt x="2273929" y="2895368"/>
                  <a:pt x="2242290" y="2932969"/>
                </a:cubicBezTo>
                <a:cubicBezTo>
                  <a:pt x="2209186" y="2972311"/>
                  <a:pt x="2162967" y="2973634"/>
                  <a:pt x="2133430" y="2936084"/>
                </a:cubicBezTo>
                <a:close/>
                <a:moveTo>
                  <a:pt x="5654563" y="2897231"/>
                </a:moveTo>
                <a:cubicBezTo>
                  <a:pt x="5634621" y="2875195"/>
                  <a:pt x="5634187" y="2825373"/>
                  <a:pt x="5653767" y="2805792"/>
                </a:cubicBezTo>
                <a:cubicBezTo>
                  <a:pt x="5675984" y="2783576"/>
                  <a:pt x="5720664" y="2786854"/>
                  <a:pt x="5738272" y="2811994"/>
                </a:cubicBezTo>
                <a:cubicBezTo>
                  <a:pt x="5779944" y="2871489"/>
                  <a:pt x="5702569" y="2950276"/>
                  <a:pt x="5654563" y="2897231"/>
                </a:cubicBezTo>
                <a:close/>
                <a:moveTo>
                  <a:pt x="4002834" y="2884599"/>
                </a:moveTo>
                <a:cubicBezTo>
                  <a:pt x="3985963" y="2867728"/>
                  <a:pt x="3988153" y="2814057"/>
                  <a:pt x="4006459" y="2795750"/>
                </a:cubicBezTo>
                <a:cubicBezTo>
                  <a:pt x="4047873" y="2754337"/>
                  <a:pt x="4114961" y="2812499"/>
                  <a:pt x="4085927" y="2864643"/>
                </a:cubicBezTo>
                <a:cubicBezTo>
                  <a:pt x="4069705" y="2893779"/>
                  <a:pt x="4023186" y="2904951"/>
                  <a:pt x="4002834" y="2884599"/>
                </a:cubicBezTo>
                <a:close/>
                <a:moveTo>
                  <a:pt x="5050369" y="2880772"/>
                </a:moveTo>
                <a:cubicBezTo>
                  <a:pt x="5009629" y="2852237"/>
                  <a:pt x="5035688" y="2771775"/>
                  <a:pt x="5085669" y="2771775"/>
                </a:cubicBezTo>
                <a:cubicBezTo>
                  <a:pt x="5135570" y="2771775"/>
                  <a:pt x="5154235" y="2844082"/>
                  <a:pt x="5113330" y="2878931"/>
                </a:cubicBezTo>
                <a:cubicBezTo>
                  <a:pt x="5089251" y="2899445"/>
                  <a:pt x="5077518" y="2899788"/>
                  <a:pt x="5050369" y="2880772"/>
                </a:cubicBezTo>
                <a:close/>
                <a:moveTo>
                  <a:pt x="2941083" y="2871227"/>
                </a:moveTo>
                <a:cubicBezTo>
                  <a:pt x="2876207" y="2836020"/>
                  <a:pt x="2877776" y="2734182"/>
                  <a:pt x="2943719" y="2700081"/>
                </a:cubicBezTo>
                <a:cubicBezTo>
                  <a:pt x="2963248" y="2689983"/>
                  <a:pt x="2977281" y="2688171"/>
                  <a:pt x="2988283" y="2694328"/>
                </a:cubicBezTo>
                <a:cubicBezTo>
                  <a:pt x="2999867" y="2700810"/>
                  <a:pt x="3007608" y="2698918"/>
                  <a:pt x="3016064" y="2687538"/>
                </a:cubicBezTo>
                <a:cubicBezTo>
                  <a:pt x="3026455" y="2673552"/>
                  <a:pt x="3029257" y="2673383"/>
                  <a:pt x="3040760" y="2686050"/>
                </a:cubicBezTo>
                <a:cubicBezTo>
                  <a:pt x="3119737" y="2773020"/>
                  <a:pt x="3038436" y="2924059"/>
                  <a:pt x="2941083" y="2871227"/>
                </a:cubicBezTo>
                <a:close/>
                <a:moveTo>
                  <a:pt x="1378593" y="2848028"/>
                </a:moveTo>
                <a:cubicBezTo>
                  <a:pt x="1340857" y="2818345"/>
                  <a:pt x="1341595" y="2756941"/>
                  <a:pt x="1380184" y="2715632"/>
                </a:cubicBezTo>
                <a:cubicBezTo>
                  <a:pt x="1453319" y="2637340"/>
                  <a:pt x="1554535" y="2752464"/>
                  <a:pt x="1483518" y="2833166"/>
                </a:cubicBezTo>
                <a:cubicBezTo>
                  <a:pt x="1453068" y="2867769"/>
                  <a:pt x="1411225" y="2873696"/>
                  <a:pt x="1378593" y="2848028"/>
                </a:cubicBezTo>
                <a:close/>
                <a:moveTo>
                  <a:pt x="4295775" y="2803145"/>
                </a:moveTo>
                <a:cubicBezTo>
                  <a:pt x="4234190" y="2780644"/>
                  <a:pt x="4219331" y="2707943"/>
                  <a:pt x="4265709" y="2656037"/>
                </a:cubicBezTo>
                <a:cubicBezTo>
                  <a:pt x="4318751" y="2596673"/>
                  <a:pt x="4400550" y="2629488"/>
                  <a:pt x="4400550" y="2710131"/>
                </a:cubicBezTo>
                <a:cubicBezTo>
                  <a:pt x="4400550" y="2748977"/>
                  <a:pt x="4368709" y="2800350"/>
                  <a:pt x="4344633" y="2800350"/>
                </a:cubicBezTo>
                <a:cubicBezTo>
                  <a:pt x="4339573" y="2800350"/>
                  <a:pt x="4329724" y="2802153"/>
                  <a:pt x="4322747" y="2804357"/>
                </a:cubicBezTo>
                <a:cubicBezTo>
                  <a:pt x="4315770" y="2806562"/>
                  <a:pt x="4303633" y="2806016"/>
                  <a:pt x="4295775" y="2803145"/>
                </a:cubicBezTo>
                <a:close/>
                <a:moveTo>
                  <a:pt x="5316064" y="2750698"/>
                </a:moveTo>
                <a:cubicBezTo>
                  <a:pt x="5299162" y="2705007"/>
                  <a:pt x="5328893" y="2666800"/>
                  <a:pt x="5367619" y="2684445"/>
                </a:cubicBezTo>
                <a:cubicBezTo>
                  <a:pt x="5393525" y="2696248"/>
                  <a:pt x="5400440" y="2739624"/>
                  <a:pt x="5379720" y="2760345"/>
                </a:cubicBezTo>
                <a:cubicBezTo>
                  <a:pt x="5360595" y="2779469"/>
                  <a:pt x="5324695" y="2774029"/>
                  <a:pt x="5316064" y="2750698"/>
                </a:cubicBezTo>
                <a:close/>
                <a:moveTo>
                  <a:pt x="3457358" y="2733458"/>
                </a:moveTo>
                <a:cubicBezTo>
                  <a:pt x="3434648" y="2710748"/>
                  <a:pt x="3433795" y="2697041"/>
                  <a:pt x="3453352" y="2669119"/>
                </a:cubicBezTo>
                <a:cubicBezTo>
                  <a:pt x="3479769" y="2631404"/>
                  <a:pt x="3524388" y="2647788"/>
                  <a:pt x="3524104" y="2695098"/>
                </a:cubicBezTo>
                <a:cubicBezTo>
                  <a:pt x="3523818" y="2742656"/>
                  <a:pt x="3487455" y="2763555"/>
                  <a:pt x="3457358" y="2733458"/>
                </a:cubicBezTo>
                <a:close/>
                <a:moveTo>
                  <a:pt x="2466975" y="2705100"/>
                </a:moveTo>
                <a:cubicBezTo>
                  <a:pt x="2439713" y="2677838"/>
                  <a:pt x="2441266" y="2619425"/>
                  <a:pt x="2469970" y="2592460"/>
                </a:cubicBezTo>
                <a:cubicBezTo>
                  <a:pt x="2539869" y="2526793"/>
                  <a:pt x="2635315" y="2632875"/>
                  <a:pt x="2567420" y="2700770"/>
                </a:cubicBezTo>
                <a:cubicBezTo>
                  <a:pt x="2538557" y="2729633"/>
                  <a:pt x="2493452" y="2731577"/>
                  <a:pt x="2466975" y="2705100"/>
                </a:cubicBezTo>
                <a:close/>
                <a:moveTo>
                  <a:pt x="4692538" y="2687681"/>
                </a:moveTo>
                <a:cubicBezTo>
                  <a:pt x="4661896" y="2653822"/>
                  <a:pt x="4691284" y="2581275"/>
                  <a:pt x="4735642" y="2581275"/>
                </a:cubicBezTo>
                <a:cubicBezTo>
                  <a:pt x="4751965" y="2581275"/>
                  <a:pt x="4791075" y="2628011"/>
                  <a:pt x="4791075" y="2647517"/>
                </a:cubicBezTo>
                <a:cubicBezTo>
                  <a:pt x="4791075" y="2694859"/>
                  <a:pt x="4723837" y="2722266"/>
                  <a:pt x="4692538" y="2687681"/>
                </a:cubicBezTo>
                <a:close/>
                <a:moveTo>
                  <a:pt x="945641" y="2657283"/>
                </a:moveTo>
                <a:cubicBezTo>
                  <a:pt x="901736" y="2639616"/>
                  <a:pt x="909047" y="2563410"/>
                  <a:pt x="956732" y="2541683"/>
                </a:cubicBezTo>
                <a:cubicBezTo>
                  <a:pt x="1013648" y="2515750"/>
                  <a:pt x="1056266" y="2601333"/>
                  <a:pt x="1009650" y="2647950"/>
                </a:cubicBezTo>
                <a:cubicBezTo>
                  <a:pt x="988934" y="2668665"/>
                  <a:pt x="977919" y="2670271"/>
                  <a:pt x="945641" y="2657283"/>
                </a:cubicBezTo>
                <a:close/>
                <a:moveTo>
                  <a:pt x="5999016" y="2643187"/>
                </a:moveTo>
                <a:cubicBezTo>
                  <a:pt x="5984827" y="2612045"/>
                  <a:pt x="6001808" y="2571750"/>
                  <a:pt x="6029120" y="2571750"/>
                </a:cubicBezTo>
                <a:cubicBezTo>
                  <a:pt x="6045875" y="2571750"/>
                  <a:pt x="6048375" y="2577931"/>
                  <a:pt x="6048375" y="2619375"/>
                </a:cubicBezTo>
                <a:cubicBezTo>
                  <a:pt x="6048375" y="2674336"/>
                  <a:pt x="6019546" y="2688244"/>
                  <a:pt x="5999016" y="2643187"/>
                </a:cubicBezTo>
                <a:close/>
                <a:moveTo>
                  <a:pt x="1878544" y="2633122"/>
                </a:moveTo>
                <a:cubicBezTo>
                  <a:pt x="1840539" y="2606502"/>
                  <a:pt x="1860874" y="2533650"/>
                  <a:pt x="1906310" y="2533650"/>
                </a:cubicBezTo>
                <a:cubicBezTo>
                  <a:pt x="1953516" y="2533650"/>
                  <a:pt x="1972132" y="2599593"/>
                  <a:pt x="1933710" y="2630705"/>
                </a:cubicBezTo>
                <a:cubicBezTo>
                  <a:pt x="1907812" y="2651676"/>
                  <a:pt x="1905197" y="2651791"/>
                  <a:pt x="1878544" y="2633122"/>
                </a:cubicBezTo>
                <a:close/>
                <a:moveTo>
                  <a:pt x="3766377" y="2617998"/>
                </a:moveTo>
                <a:cubicBezTo>
                  <a:pt x="3710210" y="2590743"/>
                  <a:pt x="3699763" y="2496681"/>
                  <a:pt x="3747592" y="2448852"/>
                </a:cubicBezTo>
                <a:cubicBezTo>
                  <a:pt x="3797143" y="2399302"/>
                  <a:pt x="3895768" y="2420996"/>
                  <a:pt x="3908344" y="2484213"/>
                </a:cubicBezTo>
                <a:cubicBezTo>
                  <a:pt x="3927366" y="2579837"/>
                  <a:pt x="3845916" y="2656593"/>
                  <a:pt x="3766377" y="2617998"/>
                </a:cubicBezTo>
                <a:close/>
                <a:moveTo>
                  <a:pt x="1273063" y="2563856"/>
                </a:moveTo>
                <a:cubicBezTo>
                  <a:pt x="1252539" y="2541176"/>
                  <a:pt x="1253143" y="2521842"/>
                  <a:pt x="1275231" y="2494566"/>
                </a:cubicBezTo>
                <a:cubicBezTo>
                  <a:pt x="1306415" y="2456055"/>
                  <a:pt x="1350468" y="2487425"/>
                  <a:pt x="1343494" y="2543175"/>
                </a:cubicBezTo>
                <a:cubicBezTo>
                  <a:pt x="1339110" y="2578223"/>
                  <a:pt x="1297202" y="2590529"/>
                  <a:pt x="1273063" y="2563856"/>
                </a:cubicBezTo>
                <a:close/>
                <a:moveTo>
                  <a:pt x="5624160" y="2559576"/>
                </a:moveTo>
                <a:cubicBezTo>
                  <a:pt x="5554956" y="2500048"/>
                  <a:pt x="5634779" y="2366490"/>
                  <a:pt x="5713267" y="2410485"/>
                </a:cubicBezTo>
                <a:cubicBezTo>
                  <a:pt x="5767894" y="2441105"/>
                  <a:pt x="5774508" y="2509643"/>
                  <a:pt x="5727384" y="2556767"/>
                </a:cubicBezTo>
                <a:cubicBezTo>
                  <a:pt x="5696754" y="2587398"/>
                  <a:pt x="5657739" y="2588459"/>
                  <a:pt x="5624160" y="2559576"/>
                </a:cubicBezTo>
                <a:close/>
                <a:moveTo>
                  <a:pt x="5057775" y="2517565"/>
                </a:moveTo>
                <a:cubicBezTo>
                  <a:pt x="5002104" y="2496324"/>
                  <a:pt x="4995582" y="2442367"/>
                  <a:pt x="5039424" y="2365740"/>
                </a:cubicBezTo>
                <a:cubicBezTo>
                  <a:pt x="5055524" y="2337599"/>
                  <a:pt x="5073741" y="2314717"/>
                  <a:pt x="5079905" y="2314891"/>
                </a:cubicBezTo>
                <a:cubicBezTo>
                  <a:pt x="5104666" y="2315590"/>
                  <a:pt x="5166250" y="2368102"/>
                  <a:pt x="5173320" y="2394544"/>
                </a:cubicBezTo>
                <a:cubicBezTo>
                  <a:pt x="5190810" y="2459958"/>
                  <a:pt x="5115880" y="2539736"/>
                  <a:pt x="5057775" y="2517565"/>
                </a:cubicBezTo>
                <a:close/>
                <a:moveTo>
                  <a:pt x="2155778" y="2472748"/>
                </a:moveTo>
                <a:cubicBezTo>
                  <a:pt x="2081574" y="2408920"/>
                  <a:pt x="2166721" y="2283552"/>
                  <a:pt x="2246381" y="2339348"/>
                </a:cubicBezTo>
                <a:cubicBezTo>
                  <a:pt x="2295969" y="2374081"/>
                  <a:pt x="2291291" y="2453898"/>
                  <a:pt x="2238054" y="2481428"/>
                </a:cubicBezTo>
                <a:cubicBezTo>
                  <a:pt x="2200674" y="2500758"/>
                  <a:pt x="2186618" y="2499275"/>
                  <a:pt x="2155778" y="2472748"/>
                </a:cubicBezTo>
                <a:close/>
                <a:moveTo>
                  <a:pt x="3214254" y="2472170"/>
                </a:moveTo>
                <a:cubicBezTo>
                  <a:pt x="3177559" y="2435475"/>
                  <a:pt x="3187654" y="2362413"/>
                  <a:pt x="3232225" y="2342105"/>
                </a:cubicBezTo>
                <a:cubicBezTo>
                  <a:pt x="3280113" y="2320286"/>
                  <a:pt x="3343028" y="2381085"/>
                  <a:pt x="3329273" y="2435889"/>
                </a:cubicBezTo>
                <a:cubicBezTo>
                  <a:pt x="3314744" y="2493778"/>
                  <a:pt x="3254778" y="2512694"/>
                  <a:pt x="3214254" y="2472170"/>
                </a:cubicBezTo>
                <a:close/>
                <a:moveTo>
                  <a:pt x="1606247" y="2466283"/>
                </a:moveTo>
                <a:cubicBezTo>
                  <a:pt x="1543195" y="2416687"/>
                  <a:pt x="1599649" y="2316994"/>
                  <a:pt x="1673260" y="2347945"/>
                </a:cubicBezTo>
                <a:cubicBezTo>
                  <a:pt x="1724803" y="2369617"/>
                  <a:pt x="1725308" y="2435456"/>
                  <a:pt x="1674206" y="2471249"/>
                </a:cubicBezTo>
                <a:cubicBezTo>
                  <a:pt x="1646491" y="2490661"/>
                  <a:pt x="1636291" y="2489916"/>
                  <a:pt x="1606247" y="2466283"/>
                </a:cubicBezTo>
                <a:close/>
                <a:moveTo>
                  <a:pt x="2831239" y="2455954"/>
                </a:moveTo>
                <a:cubicBezTo>
                  <a:pt x="2799864" y="2424579"/>
                  <a:pt x="2839083" y="2351673"/>
                  <a:pt x="2876550" y="2371725"/>
                </a:cubicBezTo>
                <a:cubicBezTo>
                  <a:pt x="2905692" y="2387321"/>
                  <a:pt x="2915125" y="2412349"/>
                  <a:pt x="2901906" y="2439003"/>
                </a:cubicBezTo>
                <a:cubicBezTo>
                  <a:pt x="2889003" y="2465020"/>
                  <a:pt x="2849727" y="2474442"/>
                  <a:pt x="2831239" y="2455954"/>
                </a:cubicBezTo>
                <a:close/>
                <a:moveTo>
                  <a:pt x="717019" y="2416968"/>
                </a:moveTo>
                <a:cubicBezTo>
                  <a:pt x="683386" y="2373502"/>
                  <a:pt x="705576" y="2314575"/>
                  <a:pt x="755577" y="2314575"/>
                </a:cubicBezTo>
                <a:cubicBezTo>
                  <a:pt x="794702" y="2314575"/>
                  <a:pt x="809625" y="2329157"/>
                  <a:pt x="809625" y="2367391"/>
                </a:cubicBezTo>
                <a:cubicBezTo>
                  <a:pt x="809625" y="2416705"/>
                  <a:pt x="744000" y="2451838"/>
                  <a:pt x="717019" y="2416968"/>
                </a:cubicBezTo>
                <a:close/>
                <a:moveTo>
                  <a:pt x="4181475" y="2412088"/>
                </a:moveTo>
                <a:cubicBezTo>
                  <a:pt x="4137878" y="2398494"/>
                  <a:pt x="4130217" y="2335832"/>
                  <a:pt x="4168472" y="2305741"/>
                </a:cubicBezTo>
                <a:cubicBezTo>
                  <a:pt x="4199845" y="2281062"/>
                  <a:pt x="4214493" y="2280918"/>
                  <a:pt x="4238625" y="2305050"/>
                </a:cubicBezTo>
                <a:cubicBezTo>
                  <a:pt x="4282085" y="2348510"/>
                  <a:pt x="4238624" y="2429908"/>
                  <a:pt x="4181475" y="2412088"/>
                </a:cubicBezTo>
                <a:close/>
                <a:moveTo>
                  <a:pt x="4559188" y="2392406"/>
                </a:moveTo>
                <a:cubicBezTo>
                  <a:pt x="4525512" y="2355193"/>
                  <a:pt x="4557294" y="2266950"/>
                  <a:pt x="4604373" y="2266950"/>
                </a:cubicBezTo>
                <a:cubicBezTo>
                  <a:pt x="4632281" y="2266950"/>
                  <a:pt x="4670425" y="2310012"/>
                  <a:pt x="4670425" y="2341519"/>
                </a:cubicBezTo>
                <a:cubicBezTo>
                  <a:pt x="4670425" y="2401031"/>
                  <a:pt x="4597277" y="2434493"/>
                  <a:pt x="4559188" y="2392406"/>
                </a:cubicBezTo>
                <a:close/>
                <a:moveTo>
                  <a:pt x="5393055" y="2360295"/>
                </a:moveTo>
                <a:cubicBezTo>
                  <a:pt x="5365001" y="2332241"/>
                  <a:pt x="5385914" y="2276475"/>
                  <a:pt x="5424487" y="2276475"/>
                </a:cubicBezTo>
                <a:cubicBezTo>
                  <a:pt x="5451443" y="2276475"/>
                  <a:pt x="5467350" y="2294148"/>
                  <a:pt x="5467350" y="2324100"/>
                </a:cubicBezTo>
                <a:cubicBezTo>
                  <a:pt x="5467350" y="2354051"/>
                  <a:pt x="5451443" y="2371725"/>
                  <a:pt x="5424487" y="2371725"/>
                </a:cubicBezTo>
                <a:cubicBezTo>
                  <a:pt x="5413486" y="2371725"/>
                  <a:pt x="5399341" y="2366581"/>
                  <a:pt x="5393055" y="2360295"/>
                </a:cubicBezTo>
                <a:close/>
                <a:moveTo>
                  <a:pt x="1062037" y="2286880"/>
                </a:moveTo>
                <a:cubicBezTo>
                  <a:pt x="989327" y="2255745"/>
                  <a:pt x="981017" y="2131214"/>
                  <a:pt x="1049214" y="2094716"/>
                </a:cubicBezTo>
                <a:cubicBezTo>
                  <a:pt x="1079818" y="2078337"/>
                  <a:pt x="1171529" y="2088574"/>
                  <a:pt x="1187289" y="2110128"/>
                </a:cubicBezTo>
                <a:cubicBezTo>
                  <a:pt x="1242610" y="2185784"/>
                  <a:pt x="1145610" y="2322668"/>
                  <a:pt x="1062037" y="2286880"/>
                </a:cubicBezTo>
                <a:close/>
                <a:moveTo>
                  <a:pt x="2554161" y="2278856"/>
                </a:moveTo>
                <a:cubicBezTo>
                  <a:pt x="2524712" y="2253937"/>
                  <a:pt x="2520621" y="2219561"/>
                  <a:pt x="2542826" y="2183606"/>
                </a:cubicBezTo>
                <a:cubicBezTo>
                  <a:pt x="2578949" y="2125115"/>
                  <a:pt x="2657475" y="2147626"/>
                  <a:pt x="2657475" y="2216471"/>
                </a:cubicBezTo>
                <a:cubicBezTo>
                  <a:pt x="2657475" y="2277607"/>
                  <a:pt x="2596324" y="2314533"/>
                  <a:pt x="2554161" y="2278856"/>
                </a:cubicBezTo>
                <a:close/>
                <a:moveTo>
                  <a:pt x="6050584" y="2266950"/>
                </a:moveTo>
                <a:cubicBezTo>
                  <a:pt x="6050584" y="2248614"/>
                  <a:pt x="6052545" y="2241113"/>
                  <a:pt x="6054940" y="2250281"/>
                </a:cubicBezTo>
                <a:cubicBezTo>
                  <a:pt x="6057336" y="2259449"/>
                  <a:pt x="6057336" y="2274450"/>
                  <a:pt x="6054940" y="2283618"/>
                </a:cubicBezTo>
                <a:cubicBezTo>
                  <a:pt x="6052545" y="2292786"/>
                  <a:pt x="6050584" y="2285285"/>
                  <a:pt x="6050584" y="2266950"/>
                </a:cubicBezTo>
                <a:close/>
                <a:moveTo>
                  <a:pt x="3526894" y="2274093"/>
                </a:moveTo>
                <a:cubicBezTo>
                  <a:pt x="3480016" y="2213509"/>
                  <a:pt x="3552884" y="2132928"/>
                  <a:pt x="3603736" y="2189118"/>
                </a:cubicBezTo>
                <a:cubicBezTo>
                  <a:pt x="3623493" y="2210950"/>
                  <a:pt x="3623821" y="2237490"/>
                  <a:pt x="3604672" y="2264830"/>
                </a:cubicBezTo>
                <a:cubicBezTo>
                  <a:pt x="3588212" y="2288330"/>
                  <a:pt x="3542154" y="2293815"/>
                  <a:pt x="3526894" y="2274093"/>
                </a:cubicBezTo>
                <a:close/>
                <a:moveTo>
                  <a:pt x="1411605" y="2226945"/>
                </a:moveTo>
                <a:cubicBezTo>
                  <a:pt x="1383551" y="2198891"/>
                  <a:pt x="1404464" y="2143125"/>
                  <a:pt x="1443037" y="2143125"/>
                </a:cubicBezTo>
                <a:cubicBezTo>
                  <a:pt x="1469993" y="2143125"/>
                  <a:pt x="1485900" y="2160798"/>
                  <a:pt x="1485900" y="2190750"/>
                </a:cubicBezTo>
                <a:cubicBezTo>
                  <a:pt x="1485900" y="2220701"/>
                  <a:pt x="1469993" y="2238375"/>
                  <a:pt x="1443037" y="2238375"/>
                </a:cubicBezTo>
                <a:cubicBezTo>
                  <a:pt x="1432036" y="2238375"/>
                  <a:pt x="1417891" y="2233231"/>
                  <a:pt x="1411605" y="2226945"/>
                </a:cubicBezTo>
                <a:close/>
                <a:moveTo>
                  <a:pt x="2982016" y="2203752"/>
                </a:moveTo>
                <a:cubicBezTo>
                  <a:pt x="2928918" y="2136250"/>
                  <a:pt x="2999438" y="2034943"/>
                  <a:pt x="3072969" y="2073091"/>
                </a:cubicBezTo>
                <a:cubicBezTo>
                  <a:pt x="3108081" y="2091307"/>
                  <a:pt x="3114353" y="2102301"/>
                  <a:pt x="3114529" y="2145939"/>
                </a:cubicBezTo>
                <a:cubicBezTo>
                  <a:pt x="3114830" y="2220593"/>
                  <a:pt x="3025812" y="2259430"/>
                  <a:pt x="2982016" y="2203752"/>
                </a:cubicBezTo>
                <a:close/>
                <a:moveTo>
                  <a:pt x="1879061" y="2191253"/>
                </a:moveTo>
                <a:cubicBezTo>
                  <a:pt x="1827869" y="2159633"/>
                  <a:pt x="1824572" y="2073091"/>
                  <a:pt x="1873343" y="2041135"/>
                </a:cubicBezTo>
                <a:cubicBezTo>
                  <a:pt x="1939001" y="1998114"/>
                  <a:pt x="2016799" y="2042778"/>
                  <a:pt x="2006747" y="2117724"/>
                </a:cubicBezTo>
                <a:cubicBezTo>
                  <a:pt x="1997224" y="2188720"/>
                  <a:pt x="1933951" y="2225156"/>
                  <a:pt x="1879061" y="2191253"/>
                </a:cubicBezTo>
                <a:close/>
                <a:moveTo>
                  <a:pt x="3772235" y="2124701"/>
                </a:moveTo>
                <a:cubicBezTo>
                  <a:pt x="3746913" y="2077386"/>
                  <a:pt x="3772075" y="2019300"/>
                  <a:pt x="3817893" y="2019300"/>
                </a:cubicBezTo>
                <a:cubicBezTo>
                  <a:pt x="3867283" y="2019300"/>
                  <a:pt x="3895939" y="2094163"/>
                  <a:pt x="3859256" y="2127361"/>
                </a:cubicBezTo>
                <a:cubicBezTo>
                  <a:pt x="3834869" y="2149430"/>
                  <a:pt x="3784648" y="2147895"/>
                  <a:pt x="3772235" y="2124701"/>
                </a:cubicBezTo>
                <a:close/>
                <a:moveTo>
                  <a:pt x="5747904" y="2110220"/>
                </a:moveTo>
                <a:cubicBezTo>
                  <a:pt x="5723106" y="2085422"/>
                  <a:pt x="5719548" y="2070483"/>
                  <a:pt x="5733276" y="2048800"/>
                </a:cubicBezTo>
                <a:cubicBezTo>
                  <a:pt x="5740192" y="2037876"/>
                  <a:pt x="5749725" y="2040484"/>
                  <a:pt x="5785501" y="2063087"/>
                </a:cubicBezTo>
                <a:cubicBezTo>
                  <a:pt x="5835562" y="2094715"/>
                  <a:pt x="5837094" y="2098485"/>
                  <a:pt x="5808130" y="2118772"/>
                </a:cubicBezTo>
                <a:cubicBezTo>
                  <a:pt x="5780145" y="2138374"/>
                  <a:pt x="5775381" y="2137697"/>
                  <a:pt x="5747904" y="2110220"/>
                </a:cubicBezTo>
                <a:close/>
                <a:moveTo>
                  <a:pt x="4822817" y="2099164"/>
                </a:moveTo>
                <a:cubicBezTo>
                  <a:pt x="4808192" y="2076843"/>
                  <a:pt x="4807954" y="2071646"/>
                  <a:pt x="4820534" y="2049158"/>
                </a:cubicBezTo>
                <a:cubicBezTo>
                  <a:pt x="4846560" y="2002636"/>
                  <a:pt x="4905375" y="2014737"/>
                  <a:pt x="4905375" y="2066615"/>
                </a:cubicBezTo>
                <a:cubicBezTo>
                  <a:pt x="4905375" y="2119783"/>
                  <a:pt x="4850502" y="2141417"/>
                  <a:pt x="4822817" y="2099164"/>
                </a:cubicBezTo>
                <a:close/>
                <a:moveTo>
                  <a:pt x="2158888" y="2078081"/>
                </a:moveTo>
                <a:cubicBezTo>
                  <a:pt x="2137974" y="2054971"/>
                  <a:pt x="2138990" y="2032959"/>
                  <a:pt x="2162034" y="2009915"/>
                </a:cubicBezTo>
                <a:cubicBezTo>
                  <a:pt x="2200632" y="1971317"/>
                  <a:pt x="2254224" y="2027029"/>
                  <a:pt x="2223543" y="2073855"/>
                </a:cubicBezTo>
                <a:cubicBezTo>
                  <a:pt x="2206417" y="2099992"/>
                  <a:pt x="2180265" y="2101702"/>
                  <a:pt x="2158888" y="2078081"/>
                </a:cubicBezTo>
                <a:close/>
                <a:moveTo>
                  <a:pt x="5220978" y="2070871"/>
                </a:moveTo>
                <a:cubicBezTo>
                  <a:pt x="5163112" y="2046541"/>
                  <a:pt x="5154625" y="1968169"/>
                  <a:pt x="5204460" y="1918335"/>
                </a:cubicBezTo>
                <a:cubicBezTo>
                  <a:pt x="5253547" y="1869247"/>
                  <a:pt x="5314444" y="1878666"/>
                  <a:pt x="5339763" y="1939263"/>
                </a:cubicBezTo>
                <a:cubicBezTo>
                  <a:pt x="5373630" y="2020318"/>
                  <a:pt x="5298560" y="2103492"/>
                  <a:pt x="5220978" y="2070871"/>
                </a:cubicBezTo>
                <a:close/>
                <a:moveTo>
                  <a:pt x="4500129" y="2043545"/>
                </a:moveTo>
                <a:cubicBezTo>
                  <a:pt x="4459552" y="2002968"/>
                  <a:pt x="4475960" y="1921437"/>
                  <a:pt x="4529623" y="1896986"/>
                </a:cubicBezTo>
                <a:cubicBezTo>
                  <a:pt x="4564244" y="1881212"/>
                  <a:pt x="4613115" y="1897423"/>
                  <a:pt x="4627746" y="1929536"/>
                </a:cubicBezTo>
                <a:cubicBezTo>
                  <a:pt x="4669061" y="2020212"/>
                  <a:pt x="4567515" y="2110930"/>
                  <a:pt x="4500129" y="2043545"/>
                </a:cubicBezTo>
                <a:close/>
                <a:moveTo>
                  <a:pt x="4097682" y="2007340"/>
                </a:moveTo>
                <a:cubicBezTo>
                  <a:pt x="4053797" y="1954463"/>
                  <a:pt x="4113303" y="1866147"/>
                  <a:pt x="4168142" y="1902764"/>
                </a:cubicBezTo>
                <a:cubicBezTo>
                  <a:pt x="4203114" y="1926115"/>
                  <a:pt x="4205164" y="1991999"/>
                  <a:pt x="4171480" y="2010026"/>
                </a:cubicBezTo>
                <a:cubicBezTo>
                  <a:pt x="4147298" y="2022968"/>
                  <a:pt x="4109510" y="2021592"/>
                  <a:pt x="4097682" y="2007340"/>
                </a:cubicBezTo>
                <a:close/>
                <a:moveTo>
                  <a:pt x="1543050" y="1971675"/>
                </a:moveTo>
                <a:cubicBezTo>
                  <a:pt x="1531257" y="1959882"/>
                  <a:pt x="1524000" y="1939925"/>
                  <a:pt x="1524000" y="1919287"/>
                </a:cubicBezTo>
                <a:cubicBezTo>
                  <a:pt x="1524000" y="1855122"/>
                  <a:pt x="1595643" y="1823308"/>
                  <a:pt x="1637928" y="1868696"/>
                </a:cubicBezTo>
                <a:cubicBezTo>
                  <a:pt x="1697198" y="1932314"/>
                  <a:pt x="1604404" y="2033029"/>
                  <a:pt x="1543050" y="1971675"/>
                </a:cubicBezTo>
                <a:close/>
                <a:moveTo>
                  <a:pt x="691099" y="1953217"/>
                </a:moveTo>
                <a:cubicBezTo>
                  <a:pt x="674866" y="1935281"/>
                  <a:pt x="676288" y="1933807"/>
                  <a:pt x="741525" y="1900955"/>
                </a:cubicBezTo>
                <a:cubicBezTo>
                  <a:pt x="810206" y="1866367"/>
                  <a:pt x="825939" y="1867782"/>
                  <a:pt x="813907" y="1907466"/>
                </a:cubicBezTo>
                <a:cubicBezTo>
                  <a:pt x="795963" y="1966648"/>
                  <a:pt x="726629" y="1992478"/>
                  <a:pt x="691099" y="1953217"/>
                </a:cubicBezTo>
                <a:close/>
                <a:moveTo>
                  <a:pt x="2732073" y="1947585"/>
                </a:moveTo>
                <a:cubicBezTo>
                  <a:pt x="2686333" y="1922745"/>
                  <a:pt x="2685012" y="1841466"/>
                  <a:pt x="2729667" y="1799516"/>
                </a:cubicBezTo>
                <a:cubicBezTo>
                  <a:pt x="2780589" y="1751677"/>
                  <a:pt x="2867025" y="1786431"/>
                  <a:pt x="2867025" y="1854745"/>
                </a:cubicBezTo>
                <a:cubicBezTo>
                  <a:pt x="2867025" y="1939768"/>
                  <a:pt x="2801139" y="1985093"/>
                  <a:pt x="2732073" y="1947585"/>
                </a:cubicBezTo>
                <a:close/>
                <a:moveTo>
                  <a:pt x="2400300" y="1914525"/>
                </a:moveTo>
                <a:cubicBezTo>
                  <a:pt x="2341719" y="1855944"/>
                  <a:pt x="2425063" y="1759342"/>
                  <a:pt x="2486340" y="1814798"/>
                </a:cubicBezTo>
                <a:cubicBezTo>
                  <a:pt x="2527312" y="1851877"/>
                  <a:pt x="2497613" y="1933575"/>
                  <a:pt x="2443162" y="1933575"/>
                </a:cubicBezTo>
                <a:cubicBezTo>
                  <a:pt x="2430065" y="1933575"/>
                  <a:pt x="2410777" y="1925002"/>
                  <a:pt x="2400300" y="1914525"/>
                </a:cubicBezTo>
                <a:close/>
                <a:moveTo>
                  <a:pt x="3250144" y="1918747"/>
                </a:moveTo>
                <a:cubicBezTo>
                  <a:pt x="3222439" y="1899342"/>
                  <a:pt x="3220718" y="1839224"/>
                  <a:pt x="3247182" y="1815274"/>
                </a:cubicBezTo>
                <a:cubicBezTo>
                  <a:pt x="3292417" y="1774337"/>
                  <a:pt x="3366912" y="1828882"/>
                  <a:pt x="3343375" y="1885707"/>
                </a:cubicBezTo>
                <a:cubicBezTo>
                  <a:pt x="3323923" y="1932667"/>
                  <a:pt x="3288129" y="1945353"/>
                  <a:pt x="3250144" y="1918747"/>
                </a:cubicBezTo>
                <a:close/>
                <a:moveTo>
                  <a:pt x="1206388" y="1878056"/>
                </a:moveTo>
                <a:cubicBezTo>
                  <a:pt x="1174893" y="1843254"/>
                  <a:pt x="1194061" y="1790700"/>
                  <a:pt x="1238250" y="1790700"/>
                </a:cubicBezTo>
                <a:cubicBezTo>
                  <a:pt x="1284271" y="1790700"/>
                  <a:pt x="1301341" y="1841908"/>
                  <a:pt x="1266825" y="1876425"/>
                </a:cubicBezTo>
                <a:cubicBezTo>
                  <a:pt x="1243174" y="1900075"/>
                  <a:pt x="1226717" y="1900519"/>
                  <a:pt x="1206388" y="1878056"/>
                </a:cubicBezTo>
                <a:close/>
                <a:moveTo>
                  <a:pt x="3641735" y="1842376"/>
                </a:moveTo>
                <a:cubicBezTo>
                  <a:pt x="3608100" y="1808741"/>
                  <a:pt x="3613326" y="1731781"/>
                  <a:pt x="3651475" y="1698968"/>
                </a:cubicBezTo>
                <a:cubicBezTo>
                  <a:pt x="3701179" y="1656214"/>
                  <a:pt x="3790950" y="1697510"/>
                  <a:pt x="3790950" y="1763129"/>
                </a:cubicBezTo>
                <a:cubicBezTo>
                  <a:pt x="3790950" y="1852088"/>
                  <a:pt x="3699837" y="1900478"/>
                  <a:pt x="3641735" y="1842376"/>
                </a:cubicBezTo>
                <a:close/>
                <a:moveTo>
                  <a:pt x="4307205" y="1788795"/>
                </a:moveTo>
                <a:cubicBezTo>
                  <a:pt x="4279253" y="1760843"/>
                  <a:pt x="4306327" y="1695450"/>
                  <a:pt x="4345850" y="1695450"/>
                </a:cubicBezTo>
                <a:cubicBezTo>
                  <a:pt x="4369198" y="1695450"/>
                  <a:pt x="4391025" y="1722471"/>
                  <a:pt x="4391025" y="1751375"/>
                </a:cubicBezTo>
                <a:cubicBezTo>
                  <a:pt x="4391025" y="1784021"/>
                  <a:pt x="4375227" y="1800225"/>
                  <a:pt x="4343400" y="1800225"/>
                </a:cubicBezTo>
                <a:cubicBezTo>
                  <a:pt x="4329779" y="1800225"/>
                  <a:pt x="4313491" y="1795081"/>
                  <a:pt x="4307205" y="1788795"/>
                </a:cubicBezTo>
                <a:close/>
                <a:moveTo>
                  <a:pt x="2042353" y="1744571"/>
                </a:moveTo>
                <a:cubicBezTo>
                  <a:pt x="1985249" y="1708960"/>
                  <a:pt x="1976110" y="1623473"/>
                  <a:pt x="2024260" y="1575323"/>
                </a:cubicBezTo>
                <a:cubicBezTo>
                  <a:pt x="2059394" y="1540189"/>
                  <a:pt x="2125656" y="1543166"/>
                  <a:pt x="2164095" y="1581604"/>
                </a:cubicBezTo>
                <a:cubicBezTo>
                  <a:pt x="2241137" y="1658647"/>
                  <a:pt x="2134173" y="1801831"/>
                  <a:pt x="2042353" y="1744571"/>
                </a:cubicBezTo>
                <a:close/>
                <a:moveTo>
                  <a:pt x="5006863" y="1735181"/>
                </a:moveTo>
                <a:cubicBezTo>
                  <a:pt x="4986045" y="1712176"/>
                  <a:pt x="4986830" y="1673691"/>
                  <a:pt x="5008518" y="1654063"/>
                </a:cubicBezTo>
                <a:cubicBezTo>
                  <a:pt x="5060565" y="1606961"/>
                  <a:pt x="5126586" y="1683788"/>
                  <a:pt x="5076825" y="1733550"/>
                </a:cubicBezTo>
                <a:cubicBezTo>
                  <a:pt x="5053096" y="1757278"/>
                  <a:pt x="5027403" y="1757877"/>
                  <a:pt x="5006863" y="1735181"/>
                </a:cubicBezTo>
                <a:close/>
                <a:moveTo>
                  <a:pt x="3081877" y="1683805"/>
                </a:moveTo>
                <a:cubicBezTo>
                  <a:pt x="3060871" y="1653815"/>
                  <a:pt x="3063422" y="1631537"/>
                  <a:pt x="3091021" y="1603938"/>
                </a:cubicBezTo>
                <a:cubicBezTo>
                  <a:pt x="3128835" y="1566123"/>
                  <a:pt x="3181350" y="1591838"/>
                  <a:pt x="3181350" y="1648169"/>
                </a:cubicBezTo>
                <a:cubicBezTo>
                  <a:pt x="3181350" y="1700442"/>
                  <a:pt x="3111146" y="1725593"/>
                  <a:pt x="3081877" y="1683805"/>
                </a:cubicBezTo>
                <a:close/>
                <a:moveTo>
                  <a:pt x="3997590" y="1665816"/>
                </a:moveTo>
                <a:cubicBezTo>
                  <a:pt x="3933088" y="1628292"/>
                  <a:pt x="3982825" y="1516412"/>
                  <a:pt x="4052270" y="1542815"/>
                </a:cubicBezTo>
                <a:cubicBezTo>
                  <a:pt x="4097249" y="1559916"/>
                  <a:pt x="4108271" y="1610287"/>
                  <a:pt x="4076008" y="1651302"/>
                </a:cubicBezTo>
                <a:cubicBezTo>
                  <a:pt x="4055391" y="1677513"/>
                  <a:pt x="4026795" y="1682806"/>
                  <a:pt x="3997590" y="1665816"/>
                </a:cubicBezTo>
                <a:close/>
                <a:moveTo>
                  <a:pt x="4625672" y="1609033"/>
                </a:moveTo>
                <a:cubicBezTo>
                  <a:pt x="4578619" y="1572022"/>
                  <a:pt x="4607699" y="1485900"/>
                  <a:pt x="4667250" y="1485900"/>
                </a:cubicBezTo>
                <a:cubicBezTo>
                  <a:pt x="4694893" y="1485900"/>
                  <a:pt x="4733925" y="1522632"/>
                  <a:pt x="4733925" y="1548648"/>
                </a:cubicBezTo>
                <a:cubicBezTo>
                  <a:pt x="4733925" y="1573835"/>
                  <a:pt x="4712209" y="1607881"/>
                  <a:pt x="4689563" y="1618199"/>
                </a:cubicBezTo>
                <a:cubicBezTo>
                  <a:pt x="4658398" y="1632399"/>
                  <a:pt x="4654702" y="1631869"/>
                  <a:pt x="4625672" y="1609033"/>
                </a:cubicBezTo>
                <a:close/>
                <a:moveTo>
                  <a:pt x="2644663" y="1582781"/>
                </a:moveTo>
                <a:cubicBezTo>
                  <a:pt x="2622635" y="1558440"/>
                  <a:pt x="2625013" y="1529580"/>
                  <a:pt x="2651593" y="1498679"/>
                </a:cubicBezTo>
                <a:cubicBezTo>
                  <a:pt x="2678724" y="1467138"/>
                  <a:pt x="2717656" y="1477106"/>
                  <a:pt x="2733867" y="1519744"/>
                </a:cubicBezTo>
                <a:cubicBezTo>
                  <a:pt x="2755889" y="1577664"/>
                  <a:pt x="2685224" y="1627600"/>
                  <a:pt x="2644663" y="1582781"/>
                </a:cubicBezTo>
                <a:close/>
                <a:moveTo>
                  <a:pt x="1729263" y="1544120"/>
                </a:moveTo>
                <a:cubicBezTo>
                  <a:pt x="1734240" y="1539470"/>
                  <a:pt x="1749028" y="1532819"/>
                  <a:pt x="1762125" y="1529339"/>
                </a:cubicBezTo>
                <a:cubicBezTo>
                  <a:pt x="1785009" y="1523260"/>
                  <a:pt x="1785217" y="1523589"/>
                  <a:pt x="1767448" y="1537794"/>
                </a:cubicBezTo>
                <a:cubicBezTo>
                  <a:pt x="1747963" y="1553370"/>
                  <a:pt x="1713198" y="1559130"/>
                  <a:pt x="1729263" y="1544120"/>
                </a:cubicBezTo>
                <a:close/>
                <a:moveTo>
                  <a:pt x="3408945" y="1539570"/>
                </a:moveTo>
                <a:cubicBezTo>
                  <a:pt x="3340389" y="1505391"/>
                  <a:pt x="3364792" y="1390650"/>
                  <a:pt x="3440618" y="1390650"/>
                </a:cubicBezTo>
                <a:cubicBezTo>
                  <a:pt x="3472966" y="1390650"/>
                  <a:pt x="3514725" y="1428243"/>
                  <a:pt x="3514725" y="1457365"/>
                </a:cubicBezTo>
                <a:cubicBezTo>
                  <a:pt x="3514725" y="1515699"/>
                  <a:pt x="3454673" y="1562368"/>
                  <a:pt x="3408945" y="1539570"/>
                </a:cubicBezTo>
                <a:close/>
                <a:moveTo>
                  <a:pt x="2937100" y="1447791"/>
                </a:moveTo>
                <a:cubicBezTo>
                  <a:pt x="2895858" y="1431327"/>
                  <a:pt x="2878393" y="1390364"/>
                  <a:pt x="2895741" y="1350788"/>
                </a:cubicBezTo>
                <a:cubicBezTo>
                  <a:pt x="2932833" y="1266172"/>
                  <a:pt x="2980063" y="1248115"/>
                  <a:pt x="3026568" y="1300771"/>
                </a:cubicBezTo>
                <a:cubicBezTo>
                  <a:pt x="3081457" y="1362919"/>
                  <a:pt x="3011688" y="1477567"/>
                  <a:pt x="2937100" y="1447791"/>
                </a:cubicBezTo>
                <a:close/>
                <a:moveTo>
                  <a:pt x="4295775" y="1412498"/>
                </a:moveTo>
                <a:cubicBezTo>
                  <a:pt x="4189097" y="1373501"/>
                  <a:pt x="4227529" y="1203152"/>
                  <a:pt x="4335002" y="1238622"/>
                </a:cubicBezTo>
                <a:cubicBezTo>
                  <a:pt x="4425762" y="1268575"/>
                  <a:pt x="4436011" y="1361971"/>
                  <a:pt x="4353236" y="1404776"/>
                </a:cubicBezTo>
                <a:cubicBezTo>
                  <a:pt x="4323633" y="1420084"/>
                  <a:pt x="4318438" y="1420782"/>
                  <a:pt x="4295775" y="1412498"/>
                </a:cubicBezTo>
                <a:close/>
                <a:moveTo>
                  <a:pt x="2292136" y="1354641"/>
                </a:moveTo>
                <a:cubicBezTo>
                  <a:pt x="2307097" y="1340075"/>
                  <a:pt x="2324443" y="1319716"/>
                  <a:pt x="2330683" y="1309397"/>
                </a:cubicBezTo>
                <a:cubicBezTo>
                  <a:pt x="2341086" y="1292196"/>
                  <a:pt x="2342076" y="1293087"/>
                  <a:pt x="2342589" y="1320117"/>
                </a:cubicBezTo>
                <a:cubicBezTo>
                  <a:pt x="2343236" y="1354165"/>
                  <a:pt x="2318504" y="1381125"/>
                  <a:pt x="2286623" y="1381125"/>
                </a:cubicBezTo>
                <a:cubicBezTo>
                  <a:pt x="2265377" y="1381125"/>
                  <a:pt x="2265489" y="1380585"/>
                  <a:pt x="2292136" y="1354641"/>
                </a:cubicBezTo>
                <a:close/>
                <a:moveTo>
                  <a:pt x="3878849" y="1369407"/>
                </a:moveTo>
                <a:cubicBezTo>
                  <a:pt x="3834259" y="1347918"/>
                  <a:pt x="3841231" y="1269961"/>
                  <a:pt x="3889253" y="1253072"/>
                </a:cubicBezTo>
                <a:cubicBezTo>
                  <a:pt x="3959878" y="1228235"/>
                  <a:pt x="3996649" y="1339072"/>
                  <a:pt x="3928140" y="1370287"/>
                </a:cubicBezTo>
                <a:cubicBezTo>
                  <a:pt x="3915057" y="1376247"/>
                  <a:pt x="3903483" y="1380834"/>
                  <a:pt x="3902420" y="1380480"/>
                </a:cubicBezTo>
                <a:cubicBezTo>
                  <a:pt x="3901357" y="1380125"/>
                  <a:pt x="3890750" y="1375142"/>
                  <a:pt x="3878849" y="1369407"/>
                </a:cubicBezTo>
                <a:close/>
                <a:moveTo>
                  <a:pt x="2524125" y="1238250"/>
                </a:moveTo>
                <a:cubicBezTo>
                  <a:pt x="2505378" y="1226135"/>
                  <a:pt x="2538794" y="1226135"/>
                  <a:pt x="2566987" y="1238250"/>
                </a:cubicBezTo>
                <a:cubicBezTo>
                  <a:pt x="2584434" y="1245747"/>
                  <a:pt x="2584033" y="1246480"/>
                  <a:pt x="2562225" y="1246959"/>
                </a:cubicBezTo>
                <a:cubicBezTo>
                  <a:pt x="2549128" y="1247247"/>
                  <a:pt x="2531983" y="1243328"/>
                  <a:pt x="2524125" y="1238250"/>
                </a:cubicBezTo>
                <a:close/>
                <a:moveTo>
                  <a:pt x="3278719" y="1156747"/>
                </a:moveTo>
                <a:cubicBezTo>
                  <a:pt x="3251778" y="1137877"/>
                  <a:pt x="3250713" y="1092686"/>
                  <a:pt x="3276600" y="1066800"/>
                </a:cubicBezTo>
                <a:cubicBezTo>
                  <a:pt x="3299525" y="1043874"/>
                  <a:pt x="3313177" y="1042981"/>
                  <a:pt x="3341155" y="1062577"/>
                </a:cubicBezTo>
                <a:cubicBezTo>
                  <a:pt x="3381779" y="1091031"/>
                  <a:pt x="3358711" y="1171575"/>
                  <a:pt x="3309937" y="1171575"/>
                </a:cubicBezTo>
                <a:cubicBezTo>
                  <a:pt x="3304410" y="1171575"/>
                  <a:pt x="3290362" y="1164902"/>
                  <a:pt x="3278719" y="1156747"/>
                </a:cubicBezTo>
                <a:close/>
                <a:moveTo>
                  <a:pt x="3603813" y="1153226"/>
                </a:moveTo>
                <a:cubicBezTo>
                  <a:pt x="3563555" y="1128678"/>
                  <a:pt x="3546487" y="1077889"/>
                  <a:pt x="3561573" y="1027534"/>
                </a:cubicBezTo>
                <a:cubicBezTo>
                  <a:pt x="3592469" y="924413"/>
                  <a:pt x="3752850" y="949221"/>
                  <a:pt x="3752850" y="1057121"/>
                </a:cubicBezTo>
                <a:cubicBezTo>
                  <a:pt x="3752850" y="1143508"/>
                  <a:pt x="3672669" y="1195212"/>
                  <a:pt x="3603813" y="1153226"/>
                </a:cubicBezTo>
                <a:close/>
                <a:moveTo>
                  <a:pt x="1634556" y="1070783"/>
                </a:moveTo>
                <a:cubicBezTo>
                  <a:pt x="1626079" y="1048691"/>
                  <a:pt x="1627755" y="1016456"/>
                  <a:pt x="1638231" y="1000125"/>
                </a:cubicBezTo>
                <a:cubicBezTo>
                  <a:pt x="1644698" y="990044"/>
                  <a:pt x="1647093" y="1000561"/>
                  <a:pt x="1646366" y="1035843"/>
                </a:cubicBezTo>
                <a:cubicBezTo>
                  <a:pt x="1645262" y="1089414"/>
                  <a:pt x="1643596" y="1094342"/>
                  <a:pt x="1634556" y="1070783"/>
                </a:cubicBezTo>
                <a:close/>
                <a:moveTo>
                  <a:pt x="4486403" y="990840"/>
                </a:moveTo>
                <a:cubicBezTo>
                  <a:pt x="4467981" y="956417"/>
                  <a:pt x="4475192" y="914492"/>
                  <a:pt x="4504592" y="885092"/>
                </a:cubicBezTo>
                <a:cubicBezTo>
                  <a:pt x="4543568" y="846116"/>
                  <a:pt x="4596457" y="853068"/>
                  <a:pt x="4617829" y="899976"/>
                </a:cubicBezTo>
                <a:cubicBezTo>
                  <a:pt x="4632024" y="931129"/>
                  <a:pt x="4502407" y="1020743"/>
                  <a:pt x="4486403" y="990840"/>
                </a:cubicBezTo>
                <a:close/>
                <a:moveTo>
                  <a:pt x="2640667" y="884962"/>
                </a:moveTo>
                <a:cubicBezTo>
                  <a:pt x="2617004" y="876020"/>
                  <a:pt x="2594781" y="830408"/>
                  <a:pt x="2607763" y="817426"/>
                </a:cubicBezTo>
                <a:cubicBezTo>
                  <a:pt x="2612275" y="812914"/>
                  <a:pt x="2629430" y="826105"/>
                  <a:pt x="2646215" y="846991"/>
                </a:cubicBezTo>
                <a:cubicBezTo>
                  <a:pt x="2678149" y="886729"/>
                  <a:pt x="2676432" y="898477"/>
                  <a:pt x="2640667" y="884962"/>
                </a:cubicBezTo>
                <a:close/>
                <a:moveTo>
                  <a:pt x="2677851" y="808805"/>
                </a:moveTo>
                <a:cubicBezTo>
                  <a:pt x="2665483" y="798778"/>
                  <a:pt x="2659306" y="790575"/>
                  <a:pt x="2664124" y="790575"/>
                </a:cubicBezTo>
                <a:cubicBezTo>
                  <a:pt x="2676880" y="790575"/>
                  <a:pt x="2710671" y="816758"/>
                  <a:pt x="2705085" y="822313"/>
                </a:cubicBezTo>
                <a:cubicBezTo>
                  <a:pt x="2702473" y="824910"/>
                  <a:pt x="2690218" y="818831"/>
                  <a:pt x="2677851" y="808805"/>
                </a:cubicBezTo>
                <a:close/>
                <a:moveTo>
                  <a:pt x="1722654" y="747556"/>
                </a:moveTo>
                <a:cubicBezTo>
                  <a:pt x="1708803" y="740031"/>
                  <a:pt x="1692915" y="720807"/>
                  <a:pt x="1687347" y="704836"/>
                </a:cubicBezTo>
                <a:cubicBezTo>
                  <a:pt x="1677795" y="677435"/>
                  <a:pt x="1679324" y="674275"/>
                  <a:pt x="1714456" y="648826"/>
                </a:cubicBezTo>
                <a:cubicBezTo>
                  <a:pt x="1770869" y="607961"/>
                  <a:pt x="1837199" y="591672"/>
                  <a:pt x="1853943" y="614572"/>
                </a:cubicBezTo>
                <a:cubicBezTo>
                  <a:pt x="1906942" y="687052"/>
                  <a:pt x="1803727" y="791599"/>
                  <a:pt x="1722654" y="747556"/>
                </a:cubicBezTo>
                <a:close/>
                <a:moveTo>
                  <a:pt x="5349406" y="744186"/>
                </a:moveTo>
                <a:cubicBezTo>
                  <a:pt x="5340090" y="733892"/>
                  <a:pt x="5333885" y="716365"/>
                  <a:pt x="5335615" y="705237"/>
                </a:cubicBezTo>
                <a:cubicBezTo>
                  <a:pt x="5338709" y="685347"/>
                  <a:pt x="5339451" y="685451"/>
                  <a:pt x="5379313" y="711387"/>
                </a:cubicBezTo>
                <a:cubicBezTo>
                  <a:pt x="5401615" y="725898"/>
                  <a:pt x="5418430" y="742151"/>
                  <a:pt x="5416678" y="747504"/>
                </a:cubicBezTo>
                <a:cubicBezTo>
                  <a:pt x="5410738" y="765656"/>
                  <a:pt x="5366878" y="763493"/>
                  <a:pt x="5349406" y="744186"/>
                </a:cubicBezTo>
                <a:close/>
                <a:moveTo>
                  <a:pt x="2383522" y="688980"/>
                </a:moveTo>
                <a:cubicBezTo>
                  <a:pt x="2376913" y="686318"/>
                  <a:pt x="2367218" y="676127"/>
                  <a:pt x="2361977" y="666333"/>
                </a:cubicBezTo>
                <a:cubicBezTo>
                  <a:pt x="2352766" y="649124"/>
                  <a:pt x="2353867" y="649054"/>
                  <a:pt x="2394848" y="664242"/>
                </a:cubicBezTo>
                <a:cubicBezTo>
                  <a:pt x="2418168" y="672885"/>
                  <a:pt x="2435111" y="683415"/>
                  <a:pt x="2432499" y="687641"/>
                </a:cubicBezTo>
                <a:cubicBezTo>
                  <a:pt x="2427331" y="696003"/>
                  <a:pt x="2402631" y="696678"/>
                  <a:pt x="2383522" y="688980"/>
                </a:cubicBezTo>
                <a:close/>
              </a:path>
            </a:pathLst>
          </a:custGeom>
          <a:solidFill>
            <a:srgbClr val="7A1732">
              <a:alpha val="80000"/>
            </a:srgbClr>
          </a:solidFill>
          <a:ln>
            <a:noFill/>
          </a:ln>
        </p:spPr>
      </p:sp>
      <p:sp>
        <p:nvSpPr>
          <p:cNvPr id="5" name="sparkle"/>
          <p:cNvSpPr/>
          <p:nvPr/>
        </p:nvSpPr>
        <p:spPr>
          <a:xfrm rot="0">
            <a:off x="1857375" y="4643437"/>
            <a:ext cx="1047750" cy="1381125"/>
          </a:xfrm>
          <a:custGeom>
            <a:avLst/>
            <a:gdLst/>
            <a:ahLst/>
            <a:cxnLst/>
            <a:rect l="0" t="0" r="r" b="b"/>
            <a:pathLst>
              <a:path w="1047750" h="1381125">
                <a:moveTo>
                  <a:pt x="485630" y="1362075"/>
                </a:moveTo>
                <a:cubicBezTo>
                  <a:pt x="484468" y="1348978"/>
                  <a:pt x="482711" y="1323260"/>
                  <a:pt x="481726" y="1304925"/>
                </a:cubicBezTo>
                <a:cubicBezTo>
                  <a:pt x="480741" y="1286589"/>
                  <a:pt x="477352" y="1265158"/>
                  <a:pt x="474196" y="1257300"/>
                </a:cubicBezTo>
                <a:cubicBezTo>
                  <a:pt x="471039" y="1249441"/>
                  <a:pt x="464117" y="1219438"/>
                  <a:pt x="458813" y="1190625"/>
                </a:cubicBezTo>
                <a:lnTo>
                  <a:pt x="449170" y="1138237"/>
                </a:lnTo>
                <a:lnTo>
                  <a:pt x="454438" y="1203867"/>
                </a:lnTo>
                <a:cubicBezTo>
                  <a:pt x="458253" y="1251401"/>
                  <a:pt x="456733" y="1267661"/>
                  <a:pt x="448927" y="1262836"/>
                </a:cubicBezTo>
                <a:cubicBezTo>
                  <a:pt x="442999" y="1259173"/>
                  <a:pt x="438075" y="1236069"/>
                  <a:pt x="437983" y="1211494"/>
                </a:cubicBezTo>
                <a:cubicBezTo>
                  <a:pt x="437610" y="1111152"/>
                  <a:pt x="395029" y="927436"/>
                  <a:pt x="360829" y="878608"/>
                </a:cubicBezTo>
                <a:cubicBezTo>
                  <a:pt x="323030" y="824643"/>
                  <a:pt x="216006" y="762000"/>
                  <a:pt x="161608" y="762000"/>
                </a:cubicBezTo>
                <a:cubicBezTo>
                  <a:pt x="146587" y="761999"/>
                  <a:pt x="130824" y="755796"/>
                  <a:pt x="126581" y="748213"/>
                </a:cubicBezTo>
                <a:cubicBezTo>
                  <a:pt x="119490" y="735543"/>
                  <a:pt x="78573" y="726494"/>
                  <a:pt x="19050" y="724433"/>
                </a:cubicBezTo>
                <a:cubicBezTo>
                  <a:pt x="-17547" y="723165"/>
                  <a:pt x="16028" y="705177"/>
                  <a:pt x="55330" y="704995"/>
                </a:cubicBezTo>
                <a:cubicBezTo>
                  <a:pt x="73887" y="704909"/>
                  <a:pt x="84428" y="700932"/>
                  <a:pt x="80962" y="695325"/>
                </a:cubicBezTo>
                <a:cubicBezTo>
                  <a:pt x="77361" y="689499"/>
                  <a:pt x="92864" y="685633"/>
                  <a:pt x="120881" y="685370"/>
                </a:cubicBezTo>
                <a:cubicBezTo>
                  <a:pt x="146074" y="685134"/>
                  <a:pt x="179546" y="679003"/>
                  <a:pt x="195262" y="671746"/>
                </a:cubicBezTo>
                <a:lnTo>
                  <a:pt x="223837" y="658553"/>
                </a:lnTo>
                <a:lnTo>
                  <a:pt x="190500" y="663016"/>
                </a:lnTo>
                <a:cubicBezTo>
                  <a:pt x="161591" y="666886"/>
                  <a:pt x="163886" y="664781"/>
                  <a:pt x="207772" y="647173"/>
                </a:cubicBezTo>
                <a:cubicBezTo>
                  <a:pt x="347297" y="591194"/>
                  <a:pt x="453398" y="423142"/>
                  <a:pt x="472044" y="228600"/>
                </a:cubicBezTo>
                <a:cubicBezTo>
                  <a:pt x="480411" y="141293"/>
                  <a:pt x="507244" y="371"/>
                  <a:pt x="514631" y="4936"/>
                </a:cubicBezTo>
                <a:cubicBezTo>
                  <a:pt x="518447" y="7294"/>
                  <a:pt x="519930" y="29651"/>
                  <a:pt x="517927" y="54618"/>
                </a:cubicBezTo>
                <a:cubicBezTo>
                  <a:pt x="515925" y="79585"/>
                  <a:pt x="516801" y="94654"/>
                  <a:pt x="519874" y="88106"/>
                </a:cubicBezTo>
                <a:cubicBezTo>
                  <a:pt x="533963" y="58085"/>
                  <a:pt x="540988" y="84764"/>
                  <a:pt x="547435" y="192774"/>
                </a:cubicBezTo>
                <a:cubicBezTo>
                  <a:pt x="564444" y="477754"/>
                  <a:pt x="629121" y="580066"/>
                  <a:pt x="823912" y="630133"/>
                </a:cubicBezTo>
                <a:lnTo>
                  <a:pt x="890587" y="647270"/>
                </a:lnTo>
                <a:lnTo>
                  <a:pt x="838200" y="643252"/>
                </a:lnTo>
                <a:lnTo>
                  <a:pt x="785812" y="639235"/>
                </a:lnTo>
                <a:lnTo>
                  <a:pt x="833437" y="652723"/>
                </a:lnTo>
                <a:cubicBezTo>
                  <a:pt x="859631" y="660141"/>
                  <a:pt x="916424" y="667246"/>
                  <a:pt x="959643" y="668511"/>
                </a:cubicBezTo>
                <a:cubicBezTo>
                  <a:pt x="1042932" y="670950"/>
                  <a:pt x="1069637" y="685335"/>
                  <a:pt x="992981" y="686469"/>
                </a:cubicBezTo>
                <a:cubicBezTo>
                  <a:pt x="938031" y="687282"/>
                  <a:pt x="892120" y="702690"/>
                  <a:pt x="938212" y="704850"/>
                </a:cubicBezTo>
                <a:cubicBezTo>
                  <a:pt x="986872" y="707130"/>
                  <a:pt x="936850" y="722452"/>
                  <a:pt x="878208" y="723230"/>
                </a:cubicBezTo>
                <a:cubicBezTo>
                  <a:pt x="834034" y="723816"/>
                  <a:pt x="771525" y="744028"/>
                  <a:pt x="771525" y="757726"/>
                </a:cubicBezTo>
                <a:cubicBezTo>
                  <a:pt x="771525" y="760346"/>
                  <a:pt x="784170" y="755949"/>
                  <a:pt x="799626" y="747957"/>
                </a:cubicBezTo>
                <a:cubicBezTo>
                  <a:pt x="815083" y="739964"/>
                  <a:pt x="833299" y="733522"/>
                  <a:pt x="840108" y="733641"/>
                </a:cubicBezTo>
                <a:cubicBezTo>
                  <a:pt x="850736" y="733827"/>
                  <a:pt x="736505" y="800100"/>
                  <a:pt x="725557" y="800100"/>
                </a:cubicBezTo>
                <a:cubicBezTo>
                  <a:pt x="723362" y="800100"/>
                  <a:pt x="727450" y="792599"/>
                  <a:pt x="734639" y="783431"/>
                </a:cubicBezTo>
                <a:cubicBezTo>
                  <a:pt x="746526" y="768274"/>
                  <a:pt x="746179" y="767965"/>
                  <a:pt x="730813" y="780026"/>
                </a:cubicBezTo>
                <a:cubicBezTo>
                  <a:pt x="721519" y="787321"/>
                  <a:pt x="715997" y="795372"/>
                  <a:pt x="718542" y="797917"/>
                </a:cubicBezTo>
                <a:cubicBezTo>
                  <a:pt x="725765" y="805140"/>
                  <a:pt x="656061" y="886230"/>
                  <a:pt x="647290" y="880809"/>
                </a:cubicBezTo>
                <a:cubicBezTo>
                  <a:pt x="643001" y="878158"/>
                  <a:pt x="636389" y="881007"/>
                  <a:pt x="632598" y="887141"/>
                </a:cubicBezTo>
                <a:cubicBezTo>
                  <a:pt x="628294" y="894106"/>
                  <a:pt x="629835" y="895741"/>
                  <a:pt x="636703" y="891497"/>
                </a:cubicBezTo>
                <a:cubicBezTo>
                  <a:pt x="652210" y="881913"/>
                  <a:pt x="651146" y="885892"/>
                  <a:pt x="619125" y="957262"/>
                </a:cubicBezTo>
                <a:cubicBezTo>
                  <a:pt x="603408" y="992291"/>
                  <a:pt x="590550" y="1028870"/>
                  <a:pt x="590550" y="1038550"/>
                </a:cubicBezTo>
                <a:cubicBezTo>
                  <a:pt x="590550" y="1048230"/>
                  <a:pt x="586328" y="1058759"/>
                  <a:pt x="581168" y="1061948"/>
                </a:cubicBezTo>
                <a:cubicBezTo>
                  <a:pt x="575306" y="1065571"/>
                  <a:pt x="574033" y="1055955"/>
                  <a:pt x="577774" y="1036317"/>
                </a:cubicBezTo>
                <a:cubicBezTo>
                  <a:pt x="588506" y="979979"/>
                  <a:pt x="573396" y="1012793"/>
                  <a:pt x="557962" y="1079340"/>
                </a:cubicBezTo>
                <a:cubicBezTo>
                  <a:pt x="540635" y="1154054"/>
                  <a:pt x="538892" y="1184716"/>
                  <a:pt x="552450" y="1176337"/>
                </a:cubicBezTo>
                <a:cubicBezTo>
                  <a:pt x="557688" y="1173099"/>
                  <a:pt x="561975" y="1175448"/>
                  <a:pt x="561975" y="1181556"/>
                </a:cubicBezTo>
                <a:cubicBezTo>
                  <a:pt x="561975" y="1187665"/>
                  <a:pt x="555545" y="1190195"/>
                  <a:pt x="547687" y="1187180"/>
                </a:cubicBezTo>
                <a:cubicBezTo>
                  <a:pt x="536503" y="1182888"/>
                  <a:pt x="533545" y="1189390"/>
                  <a:pt x="534069" y="1217117"/>
                </a:cubicBezTo>
                <a:cubicBezTo>
                  <a:pt x="534629" y="1246723"/>
                  <a:pt x="536222" y="1249410"/>
                  <a:pt x="543776" y="1233487"/>
                </a:cubicBezTo>
                <a:cubicBezTo>
                  <a:pt x="550802" y="1218678"/>
                  <a:pt x="551713" y="1221594"/>
                  <a:pt x="547869" y="1246584"/>
                </a:cubicBezTo>
                <a:cubicBezTo>
                  <a:pt x="545150" y="1264265"/>
                  <a:pt x="542925" y="1288911"/>
                  <a:pt x="542925" y="1301353"/>
                </a:cubicBezTo>
                <a:cubicBezTo>
                  <a:pt x="542925" y="1313795"/>
                  <a:pt x="539381" y="1323975"/>
                  <a:pt x="535049" y="1323975"/>
                </a:cubicBezTo>
                <a:cubicBezTo>
                  <a:pt x="530718" y="1323975"/>
                  <a:pt x="528720" y="1312187"/>
                  <a:pt x="530609" y="1297781"/>
                </a:cubicBezTo>
                <a:cubicBezTo>
                  <a:pt x="532498" y="1283374"/>
                  <a:pt x="530315" y="1252299"/>
                  <a:pt x="525757" y="1228725"/>
                </a:cubicBezTo>
                <a:lnTo>
                  <a:pt x="517471" y="1185862"/>
                </a:lnTo>
                <a:lnTo>
                  <a:pt x="510638" y="1252537"/>
                </a:lnTo>
                <a:cubicBezTo>
                  <a:pt x="501781" y="1338966"/>
                  <a:pt x="488674" y="1396376"/>
                  <a:pt x="485630" y="1362075"/>
                </a:cubicBezTo>
                <a:close/>
                <a:moveTo>
                  <a:pt x="542504" y="876300"/>
                </a:moveTo>
                <a:cubicBezTo>
                  <a:pt x="572804" y="816636"/>
                  <a:pt x="624012" y="755814"/>
                  <a:pt x="669022" y="726028"/>
                </a:cubicBezTo>
                <a:lnTo>
                  <a:pt x="707091" y="700834"/>
                </a:lnTo>
                <a:lnTo>
                  <a:pt x="666304" y="687238"/>
                </a:lnTo>
                <a:cubicBezTo>
                  <a:pt x="603443" y="666285"/>
                  <a:pt x="543748" y="600505"/>
                  <a:pt x="513729" y="519112"/>
                </a:cubicBezTo>
                <a:lnTo>
                  <a:pt x="503190" y="490537"/>
                </a:lnTo>
                <a:lnTo>
                  <a:pt x="488652" y="533400"/>
                </a:lnTo>
                <a:cubicBezTo>
                  <a:pt x="465836" y="600666"/>
                  <a:pt x="415454" y="662116"/>
                  <a:pt x="360779" y="689361"/>
                </a:cubicBezTo>
                <a:lnTo>
                  <a:pt x="312569" y="713385"/>
                </a:lnTo>
                <a:lnTo>
                  <a:pt x="346062" y="727380"/>
                </a:lnTo>
                <a:cubicBezTo>
                  <a:pt x="409863" y="754038"/>
                  <a:pt x="485369" y="864208"/>
                  <a:pt x="485905" y="931426"/>
                </a:cubicBezTo>
                <a:cubicBezTo>
                  <a:pt x="485976" y="940397"/>
                  <a:pt x="488814" y="958126"/>
                  <a:pt x="492211" y="970824"/>
                </a:cubicBezTo>
                <a:cubicBezTo>
                  <a:pt x="497908" y="992119"/>
                  <a:pt x="499255" y="991009"/>
                  <a:pt x="509562" y="956537"/>
                </a:cubicBezTo>
                <a:cubicBezTo>
                  <a:pt x="515708" y="935981"/>
                  <a:pt x="530532" y="899874"/>
                  <a:pt x="542504" y="876300"/>
                </a:cubicBezTo>
                <a:close/>
              </a:path>
            </a:pathLst>
          </a:custGeom>
          <a:solidFill>
            <a:srgbClr val="7A1732"/>
          </a:solidFill>
          <a:ln>
            <a:noFill/>
          </a:ln>
        </p:spPr>
      </p:sp>
      <p:sp>
        <p:nvSpPr>
          <p:cNvPr id="6" name="sparkle"/>
          <p:cNvSpPr/>
          <p:nvPr/>
        </p:nvSpPr>
        <p:spPr>
          <a:xfrm rot="0">
            <a:off x="7381875" y="3638550"/>
            <a:ext cx="1428750" cy="1676400"/>
          </a:xfrm>
          <a:custGeom>
            <a:avLst/>
            <a:gdLst/>
            <a:ahLst/>
            <a:cxnLst/>
            <a:rect l="0" t="0" r="r" b="b"/>
            <a:pathLst>
              <a:path w="1428750" h="1676400">
                <a:moveTo>
                  <a:pt x="667940" y="1676400"/>
                </a:moveTo>
                <a:cubicBezTo>
                  <a:pt x="666834" y="1673780"/>
                  <a:pt x="663536" y="1635204"/>
                  <a:pt x="660611" y="1590675"/>
                </a:cubicBezTo>
                <a:cubicBezTo>
                  <a:pt x="657687" y="1546145"/>
                  <a:pt x="651560" y="1503283"/>
                  <a:pt x="646997" y="1495425"/>
                </a:cubicBezTo>
                <a:cubicBezTo>
                  <a:pt x="641852" y="1486565"/>
                  <a:pt x="640732" y="1496516"/>
                  <a:pt x="644047" y="1521618"/>
                </a:cubicBezTo>
                <a:cubicBezTo>
                  <a:pt x="647495" y="1547732"/>
                  <a:pt x="645712" y="1562100"/>
                  <a:pt x="639021" y="1562100"/>
                </a:cubicBezTo>
                <a:cubicBezTo>
                  <a:pt x="632962" y="1562100"/>
                  <a:pt x="628650" y="1542814"/>
                  <a:pt x="628650" y="1515722"/>
                </a:cubicBezTo>
                <a:cubicBezTo>
                  <a:pt x="628650" y="1461259"/>
                  <a:pt x="605555" y="1322314"/>
                  <a:pt x="584114" y="1247775"/>
                </a:cubicBezTo>
                <a:cubicBezTo>
                  <a:pt x="533234" y="1070894"/>
                  <a:pt x="429238" y="973909"/>
                  <a:pt x="255492" y="941304"/>
                </a:cubicBezTo>
                <a:cubicBezTo>
                  <a:pt x="220514" y="934740"/>
                  <a:pt x="193988" y="925986"/>
                  <a:pt x="196544" y="921850"/>
                </a:cubicBezTo>
                <a:cubicBezTo>
                  <a:pt x="199100" y="917714"/>
                  <a:pt x="212716" y="916835"/>
                  <a:pt x="226802" y="919897"/>
                </a:cubicBezTo>
                <a:cubicBezTo>
                  <a:pt x="246610" y="924204"/>
                  <a:pt x="249175" y="923166"/>
                  <a:pt x="238125" y="915316"/>
                </a:cubicBezTo>
                <a:cubicBezTo>
                  <a:pt x="215397" y="899171"/>
                  <a:pt x="170941" y="901992"/>
                  <a:pt x="177530" y="919162"/>
                </a:cubicBezTo>
                <a:cubicBezTo>
                  <a:pt x="181562" y="929670"/>
                  <a:pt x="176265" y="933450"/>
                  <a:pt x="157501" y="933450"/>
                </a:cubicBezTo>
                <a:cubicBezTo>
                  <a:pt x="143469" y="933450"/>
                  <a:pt x="125559" y="927020"/>
                  <a:pt x="117701" y="919162"/>
                </a:cubicBezTo>
                <a:cubicBezTo>
                  <a:pt x="105001" y="906462"/>
                  <a:pt x="105014" y="904875"/>
                  <a:pt x="117820" y="904875"/>
                </a:cubicBezTo>
                <a:cubicBezTo>
                  <a:pt x="125743" y="904875"/>
                  <a:pt x="134470" y="901242"/>
                  <a:pt x="137215" y="896802"/>
                </a:cubicBezTo>
                <a:cubicBezTo>
                  <a:pt x="139959" y="892361"/>
                  <a:pt x="109582" y="890822"/>
                  <a:pt x="69710" y="893381"/>
                </a:cubicBezTo>
                <a:cubicBezTo>
                  <a:pt x="16858" y="896773"/>
                  <a:pt x="-963" y="895089"/>
                  <a:pt x="3933" y="887166"/>
                </a:cubicBezTo>
                <a:cubicBezTo>
                  <a:pt x="7627" y="881190"/>
                  <a:pt x="26469" y="876234"/>
                  <a:pt x="45805" y="876154"/>
                </a:cubicBezTo>
                <a:cubicBezTo>
                  <a:pt x="65142" y="876073"/>
                  <a:pt x="87391" y="871595"/>
                  <a:pt x="95250" y="866202"/>
                </a:cubicBezTo>
                <a:cubicBezTo>
                  <a:pt x="107128" y="858050"/>
                  <a:pt x="106325" y="856654"/>
                  <a:pt x="90487" y="857920"/>
                </a:cubicBezTo>
                <a:cubicBezTo>
                  <a:pt x="44686" y="861582"/>
                  <a:pt x="57414" y="854310"/>
                  <a:pt x="114300" y="844315"/>
                </a:cubicBezTo>
                <a:cubicBezTo>
                  <a:pt x="153211" y="837478"/>
                  <a:pt x="176212" y="828832"/>
                  <a:pt x="176212" y="821041"/>
                </a:cubicBezTo>
                <a:cubicBezTo>
                  <a:pt x="176212" y="814224"/>
                  <a:pt x="200022" y="798969"/>
                  <a:pt x="229122" y="787141"/>
                </a:cubicBezTo>
                <a:cubicBezTo>
                  <a:pt x="467805" y="690133"/>
                  <a:pt x="617704" y="487184"/>
                  <a:pt x="667400" y="193752"/>
                </a:cubicBezTo>
                <a:cubicBezTo>
                  <a:pt x="680336" y="117373"/>
                  <a:pt x="701250" y="83651"/>
                  <a:pt x="690939" y="155798"/>
                </a:cubicBezTo>
                <a:cubicBezTo>
                  <a:pt x="686681" y="185587"/>
                  <a:pt x="687691" y="199980"/>
                  <a:pt x="693775" y="196220"/>
                </a:cubicBezTo>
                <a:cubicBezTo>
                  <a:pt x="698971" y="193008"/>
                  <a:pt x="705038" y="195765"/>
                  <a:pt x="707257" y="202346"/>
                </a:cubicBezTo>
                <a:cubicBezTo>
                  <a:pt x="709476" y="208927"/>
                  <a:pt x="714293" y="186451"/>
                  <a:pt x="717961" y="152400"/>
                </a:cubicBezTo>
                <a:cubicBezTo>
                  <a:pt x="731664" y="25213"/>
                  <a:pt x="736036" y="489"/>
                  <a:pt x="743962" y="5388"/>
                </a:cubicBezTo>
                <a:cubicBezTo>
                  <a:pt x="748434" y="8152"/>
                  <a:pt x="750030" y="31143"/>
                  <a:pt x="747508" y="56479"/>
                </a:cubicBezTo>
                <a:cubicBezTo>
                  <a:pt x="744413" y="87574"/>
                  <a:pt x="747726" y="111419"/>
                  <a:pt x="757703" y="129853"/>
                </a:cubicBezTo>
                <a:lnTo>
                  <a:pt x="772484" y="157162"/>
                </a:lnTo>
                <a:lnTo>
                  <a:pt x="770995" y="128587"/>
                </a:lnTo>
                <a:cubicBezTo>
                  <a:pt x="768664" y="83847"/>
                  <a:pt x="770902" y="66675"/>
                  <a:pt x="779064" y="66675"/>
                </a:cubicBezTo>
                <a:cubicBezTo>
                  <a:pt x="783211" y="66675"/>
                  <a:pt x="787760" y="113472"/>
                  <a:pt x="789172" y="170668"/>
                </a:cubicBezTo>
                <a:cubicBezTo>
                  <a:pt x="798008" y="528358"/>
                  <a:pt x="929172" y="699084"/>
                  <a:pt x="1218268" y="729191"/>
                </a:cubicBezTo>
                <a:cubicBezTo>
                  <a:pt x="1302008" y="737911"/>
                  <a:pt x="1333500" y="744679"/>
                  <a:pt x="1333500" y="753954"/>
                </a:cubicBezTo>
                <a:cubicBezTo>
                  <a:pt x="1333500" y="759085"/>
                  <a:pt x="1324927" y="760562"/>
                  <a:pt x="1314450" y="757237"/>
                </a:cubicBezTo>
                <a:cubicBezTo>
                  <a:pt x="1301175" y="753024"/>
                  <a:pt x="1295400" y="755525"/>
                  <a:pt x="1295400" y="765487"/>
                </a:cubicBezTo>
                <a:cubicBezTo>
                  <a:pt x="1295400" y="773772"/>
                  <a:pt x="1284384" y="781453"/>
                  <a:pt x="1269206" y="783752"/>
                </a:cubicBezTo>
                <a:cubicBezTo>
                  <a:pt x="1254799" y="785935"/>
                  <a:pt x="1285517" y="788362"/>
                  <a:pt x="1337468" y="789147"/>
                </a:cubicBezTo>
                <a:cubicBezTo>
                  <a:pt x="1389419" y="789932"/>
                  <a:pt x="1428710" y="793789"/>
                  <a:pt x="1424781" y="797718"/>
                </a:cubicBezTo>
                <a:cubicBezTo>
                  <a:pt x="1416260" y="806239"/>
                  <a:pt x="1412223" y="806896"/>
                  <a:pt x="1358900" y="808434"/>
                </a:cubicBezTo>
                <a:cubicBezTo>
                  <a:pt x="1329090" y="809294"/>
                  <a:pt x="1317624" y="813593"/>
                  <a:pt x="1317624" y="823912"/>
                </a:cubicBezTo>
                <a:cubicBezTo>
                  <a:pt x="1317624" y="831770"/>
                  <a:pt x="1322268" y="838330"/>
                  <a:pt x="1327943" y="838489"/>
                </a:cubicBezTo>
                <a:cubicBezTo>
                  <a:pt x="1349328" y="839089"/>
                  <a:pt x="1307050" y="855840"/>
                  <a:pt x="1233916" y="875742"/>
                </a:cubicBezTo>
                <a:cubicBezTo>
                  <a:pt x="1026527" y="932181"/>
                  <a:pt x="892735" y="1059535"/>
                  <a:pt x="811903" y="1277449"/>
                </a:cubicBezTo>
                <a:cubicBezTo>
                  <a:pt x="795394" y="1321955"/>
                  <a:pt x="784768" y="1340477"/>
                  <a:pt x="782968" y="1327882"/>
                </a:cubicBezTo>
                <a:cubicBezTo>
                  <a:pt x="779733" y="1305233"/>
                  <a:pt x="809289" y="1225071"/>
                  <a:pt x="843768" y="1162982"/>
                </a:cubicBezTo>
                <a:cubicBezTo>
                  <a:pt x="856575" y="1139921"/>
                  <a:pt x="865441" y="1119441"/>
                  <a:pt x="863471" y="1117471"/>
                </a:cubicBezTo>
                <a:cubicBezTo>
                  <a:pt x="855139" y="1109139"/>
                  <a:pt x="790298" y="1249013"/>
                  <a:pt x="772175" y="1314414"/>
                </a:cubicBezTo>
                <a:cubicBezTo>
                  <a:pt x="749238" y="1397183"/>
                  <a:pt x="749770" y="1393445"/>
                  <a:pt x="762000" y="1385887"/>
                </a:cubicBezTo>
                <a:cubicBezTo>
                  <a:pt x="767238" y="1382649"/>
                  <a:pt x="771525" y="1384539"/>
                  <a:pt x="771525" y="1390087"/>
                </a:cubicBezTo>
                <a:cubicBezTo>
                  <a:pt x="771525" y="1395635"/>
                  <a:pt x="768101" y="1400175"/>
                  <a:pt x="763917" y="1400175"/>
                </a:cubicBezTo>
                <a:cubicBezTo>
                  <a:pt x="759732" y="1400175"/>
                  <a:pt x="756292" y="1416248"/>
                  <a:pt x="756271" y="1435893"/>
                </a:cubicBezTo>
                <a:cubicBezTo>
                  <a:pt x="756238" y="1467357"/>
                  <a:pt x="743779" y="1552611"/>
                  <a:pt x="727736" y="1631156"/>
                </a:cubicBezTo>
                <a:cubicBezTo>
                  <a:pt x="724793" y="1645562"/>
                  <a:pt x="719512" y="1657316"/>
                  <a:pt x="715999" y="1657275"/>
                </a:cubicBezTo>
                <a:cubicBezTo>
                  <a:pt x="707212" y="1657173"/>
                  <a:pt x="686153" y="1610234"/>
                  <a:pt x="684198" y="1586394"/>
                </a:cubicBezTo>
                <a:cubicBezTo>
                  <a:pt x="683318" y="1575652"/>
                  <a:pt x="679752" y="1592580"/>
                  <a:pt x="676275" y="1624012"/>
                </a:cubicBezTo>
                <a:cubicBezTo>
                  <a:pt x="672797" y="1655445"/>
                  <a:pt x="669047" y="1679019"/>
                  <a:pt x="667940" y="1676400"/>
                </a:cubicBezTo>
                <a:close/>
                <a:moveTo>
                  <a:pt x="780847" y="1068622"/>
                </a:moveTo>
                <a:cubicBezTo>
                  <a:pt x="823279" y="989010"/>
                  <a:pt x="908370" y="898286"/>
                  <a:pt x="980501" y="855748"/>
                </a:cubicBezTo>
                <a:lnTo>
                  <a:pt x="1039578" y="820910"/>
                </a:lnTo>
                <a:lnTo>
                  <a:pt x="973582" y="800081"/>
                </a:lnTo>
                <a:cubicBezTo>
                  <a:pt x="860461" y="764380"/>
                  <a:pt x="785996" y="692925"/>
                  <a:pt x="737458" y="573500"/>
                </a:cubicBezTo>
                <a:cubicBezTo>
                  <a:pt x="718658" y="527243"/>
                  <a:pt x="715654" y="524066"/>
                  <a:pt x="709734" y="544179"/>
                </a:cubicBezTo>
                <a:cubicBezTo>
                  <a:pt x="677121" y="654976"/>
                  <a:pt x="583822" y="773411"/>
                  <a:pt x="493659" y="818466"/>
                </a:cubicBezTo>
                <a:lnTo>
                  <a:pt x="435886" y="847335"/>
                </a:lnTo>
                <a:lnTo>
                  <a:pt x="463211" y="857251"/>
                </a:lnTo>
                <a:cubicBezTo>
                  <a:pt x="538435" y="884549"/>
                  <a:pt x="589632" y="927167"/>
                  <a:pt x="628217" y="994606"/>
                </a:cubicBezTo>
                <a:cubicBezTo>
                  <a:pt x="659489" y="1049264"/>
                  <a:pt x="694964" y="1171558"/>
                  <a:pt x="695881" y="1227867"/>
                </a:cubicBezTo>
                <a:cubicBezTo>
                  <a:pt x="696399" y="1259641"/>
                  <a:pt x="698307" y="1257315"/>
                  <a:pt x="722836" y="1194997"/>
                </a:cubicBezTo>
                <a:cubicBezTo>
                  <a:pt x="737355" y="1158111"/>
                  <a:pt x="763460" y="1101243"/>
                  <a:pt x="780847" y="1068622"/>
                </a:cubicBezTo>
                <a:close/>
                <a:moveTo>
                  <a:pt x="600162" y="985965"/>
                </a:moveTo>
                <a:cubicBezTo>
                  <a:pt x="570634" y="943047"/>
                  <a:pt x="503026" y="885789"/>
                  <a:pt x="481964" y="885860"/>
                </a:cubicBezTo>
                <a:cubicBezTo>
                  <a:pt x="476202" y="885880"/>
                  <a:pt x="484416" y="893780"/>
                  <a:pt x="500218" y="903417"/>
                </a:cubicBezTo>
                <a:cubicBezTo>
                  <a:pt x="532925" y="923363"/>
                  <a:pt x="619125" y="1016082"/>
                  <a:pt x="619125" y="1031317"/>
                </a:cubicBezTo>
                <a:cubicBezTo>
                  <a:pt x="619125" y="1036862"/>
                  <a:pt x="621681" y="1038843"/>
                  <a:pt x="624805" y="1035719"/>
                </a:cubicBezTo>
                <a:cubicBezTo>
                  <a:pt x="627929" y="1032595"/>
                  <a:pt x="616840" y="1010205"/>
                  <a:pt x="600162" y="985965"/>
                </a:cubicBezTo>
                <a:close/>
                <a:moveTo>
                  <a:pt x="590168" y="713423"/>
                </a:moveTo>
                <a:cubicBezTo>
                  <a:pt x="606094" y="693606"/>
                  <a:pt x="618994" y="671782"/>
                  <a:pt x="618835" y="664927"/>
                </a:cubicBezTo>
                <a:cubicBezTo>
                  <a:pt x="618676" y="658071"/>
                  <a:pt x="613848" y="661035"/>
                  <a:pt x="608107" y="671512"/>
                </a:cubicBezTo>
                <a:cubicBezTo>
                  <a:pt x="602366" y="681990"/>
                  <a:pt x="575707" y="713651"/>
                  <a:pt x="548865" y="741871"/>
                </a:cubicBezTo>
                <a:cubicBezTo>
                  <a:pt x="513235" y="779330"/>
                  <a:pt x="508315" y="787278"/>
                  <a:pt x="530637" y="771318"/>
                </a:cubicBezTo>
                <a:cubicBezTo>
                  <a:pt x="547454" y="759293"/>
                  <a:pt x="574243" y="733241"/>
                  <a:pt x="590168" y="713423"/>
                </a:cubicBezTo>
                <a:close/>
              </a:path>
            </a:pathLst>
          </a:custGeom>
          <a:solidFill>
            <a:srgbClr val="7A1732"/>
          </a:solidFill>
          <a:ln>
            <a:noFill/>
          </a:ln>
        </p:spPr>
      </p:sp>
      <p:sp>
        <p:nvSpPr>
          <p:cNvPr id="7" name="TEXT: [gift wrap available]"/>
          <p:cNvSpPr/>
          <p:nvPr/>
        </p:nvSpPr>
        <p:spPr>
          <a:xfrm rot="120000">
            <a:off x="1371600" y="10929938"/>
            <a:ext cx="7543800" cy="10001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92024" rIns="192024" tIns="82296" bIns="82296"/>
          <a:lstStyle/>
          <a:p>
            <a:pPr algn="ctr">
              <a:lnSpc>
                <a:spcPts val="6588"/>
              </a:lnSpc>
            </a:pPr>
            <a:r>
              <a:rPr b="1" sz="5400">
                <a:solidFill>
                  <a:srgbClr val="181716"/>
                </a:solidFill>
                <a:latin typeface="Montserrat"/>
              </a:rPr>
              <a:t>[gift wrap available]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string"/>
          <p:cNvSpPr/>
          <p:nvPr/>
        </p:nvSpPr>
        <p:spPr>
          <a:xfrm rot="0">
            <a:off x="1809750" y="6093618"/>
            <a:ext cx="3333750" cy="5238750"/>
          </a:xfrm>
          <a:custGeom>
            <a:avLst/>
            <a:gdLst/>
            <a:ahLst/>
            <a:cxnLst/>
            <a:rect l="0" t="0" r="r" b="b"/>
            <a:pathLst>
              <a:path w="3333750" h="5238750">
                <a:moveTo>
                  <a:pt x="2857076" y="4969033"/>
                </a:moveTo>
                <a:cubicBezTo>
                  <a:pt x="2813892" y="4863298"/>
                  <a:pt x="2749173" y="4711483"/>
                  <a:pt x="2713255" y="4631666"/>
                </a:cubicBezTo>
                <a:cubicBezTo>
                  <a:pt x="2677337" y="4551850"/>
                  <a:pt x="2647950" y="4484622"/>
                  <a:pt x="2647950" y="4482270"/>
                </a:cubicBezTo>
                <a:cubicBezTo>
                  <a:pt x="2647950" y="4459194"/>
                  <a:pt x="2288432" y="3657462"/>
                  <a:pt x="2111595" y="3286187"/>
                </a:cubicBezTo>
                <a:cubicBezTo>
                  <a:pt x="1847454" y="2731616"/>
                  <a:pt x="1390265" y="1853383"/>
                  <a:pt x="1166965" y="1471612"/>
                </a:cubicBezTo>
                <a:cubicBezTo>
                  <a:pt x="1124067" y="1398270"/>
                  <a:pt x="1070447" y="1303972"/>
                  <a:pt x="1047810" y="1262062"/>
                </a:cubicBezTo>
                <a:cubicBezTo>
                  <a:pt x="985796" y="1147253"/>
                  <a:pt x="635324" y="554130"/>
                  <a:pt x="552523" y="423862"/>
                </a:cubicBezTo>
                <a:cubicBezTo>
                  <a:pt x="496365" y="335510"/>
                  <a:pt x="395958" y="168611"/>
                  <a:pt x="365694" y="113311"/>
                </a:cubicBezTo>
                <a:cubicBezTo>
                  <a:pt x="363963" y="110148"/>
                  <a:pt x="372920" y="102834"/>
                  <a:pt x="385599" y="97057"/>
                </a:cubicBezTo>
                <a:cubicBezTo>
                  <a:pt x="407270" y="87183"/>
                  <a:pt x="410484" y="89810"/>
                  <a:pt x="439240" y="140908"/>
                </a:cubicBezTo>
                <a:cubicBezTo>
                  <a:pt x="456064" y="170803"/>
                  <a:pt x="517941" y="272415"/>
                  <a:pt x="576745" y="366712"/>
                </a:cubicBezTo>
                <a:cubicBezTo>
                  <a:pt x="696031" y="557999"/>
                  <a:pt x="1031636" y="1125151"/>
                  <a:pt x="1095285" y="1243012"/>
                </a:cubicBezTo>
                <a:cubicBezTo>
                  <a:pt x="1117917" y="1284922"/>
                  <a:pt x="1171528" y="1379220"/>
                  <a:pt x="1214419" y="1452562"/>
                </a:cubicBezTo>
                <a:cubicBezTo>
                  <a:pt x="1615522" y="2138435"/>
                  <a:pt x="2360760" y="3648437"/>
                  <a:pt x="2671703" y="4405312"/>
                </a:cubicBezTo>
                <a:cubicBezTo>
                  <a:pt x="2699681" y="4473416"/>
                  <a:pt x="2740390" y="4567713"/>
                  <a:pt x="2762166" y="4614862"/>
                </a:cubicBezTo>
                <a:cubicBezTo>
                  <a:pt x="2792514" y="4680572"/>
                  <a:pt x="2895825" y="4927183"/>
                  <a:pt x="2977926" y="5129897"/>
                </a:cubicBezTo>
                <a:cubicBezTo>
                  <a:pt x="2980200" y="5135512"/>
                  <a:pt x="2971605" y="5144870"/>
                  <a:pt x="2958827" y="5150692"/>
                </a:cubicBezTo>
                <a:cubicBezTo>
                  <a:pt x="2935740" y="5161211"/>
                  <a:pt x="2935093" y="5160055"/>
                  <a:pt x="2857076" y="4969033"/>
                </a:cubicBezTo>
                <a:close/>
              </a:path>
            </a:pathLst>
          </a:custGeom>
          <a:solidFill>
            <a:srgbClr val="181716"/>
          </a:solidFill>
          <a:ln>
            <a:noFill/>
          </a:ln>
        </p:spPr>
      </p:sp>
      <p:pic>
        <p:nvPicPr>
          <p:cNvPr id="4" name="Polaroid" descr="0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360000">
            <a:off x="409575" y="1319212"/>
            <a:ext cx="3562350" cy="5362575"/>
          </a:xfrm>
          <a:prstGeom prst="rect">
            <a:avLst/>
          </a:prstGeom>
        </p:spPr>
      </p:pic>
      <p:sp>
        <p:nvSpPr>
          <p:cNvPr id="5" name="PHOTO: Person 1"/>
          <p:cNvSpPr/>
          <p:nvPr/>
        </p:nvSpPr>
        <p:spPr>
          <a:xfrm rot="-240000">
            <a:off x="1281152" y="2862971"/>
            <a:ext cx="2085975" cy="2676525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6" name="string"/>
          <p:cNvSpPr/>
          <p:nvPr/>
        </p:nvSpPr>
        <p:spPr>
          <a:xfrm rot="0">
            <a:off x="5048250" y="5236368"/>
            <a:ext cx="190500" cy="6096000"/>
          </a:xfrm>
          <a:custGeom>
            <a:avLst/>
            <a:gdLst/>
            <a:ahLst/>
            <a:cxnLst/>
            <a:rect l="0" t="0" r="r" b="b"/>
            <a:pathLst>
              <a:path w="190500" h="6096000">
                <a:moveTo>
                  <a:pt x="75677" y="4343400"/>
                </a:moveTo>
                <a:cubicBezTo>
                  <a:pt x="75390" y="3426618"/>
                  <a:pt x="75155" y="2179320"/>
                  <a:pt x="75155" y="1571625"/>
                </a:cubicBezTo>
                <a:cubicBezTo>
                  <a:pt x="75155" y="963929"/>
                  <a:pt x="75390" y="383143"/>
                  <a:pt x="75677" y="280987"/>
                </a:cubicBezTo>
                <a:lnTo>
                  <a:pt x="76200" y="95250"/>
                </a:lnTo>
                <a:lnTo>
                  <a:pt x="98954" y="95249"/>
                </a:lnTo>
                <a:lnTo>
                  <a:pt x="121709" y="95249"/>
                </a:lnTo>
                <a:lnTo>
                  <a:pt x="122976" y="3052762"/>
                </a:lnTo>
                <a:lnTo>
                  <a:pt x="124244" y="6010275"/>
                </a:lnTo>
                <a:lnTo>
                  <a:pt x="100222" y="6010275"/>
                </a:lnTo>
                <a:lnTo>
                  <a:pt x="76200" y="6010275"/>
                </a:lnTo>
                <a:lnTo>
                  <a:pt x="75677" y="4343400"/>
                </a:lnTo>
                <a:close/>
              </a:path>
            </a:pathLst>
          </a:custGeom>
          <a:solidFill>
            <a:srgbClr val="181716"/>
          </a:solidFill>
          <a:ln>
            <a:noFill/>
          </a:ln>
        </p:spPr>
      </p:sp>
      <p:pic>
        <p:nvPicPr>
          <p:cNvPr id="7" name="Polaroid" descr="0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20000">
            <a:off x="3362325" y="461962"/>
            <a:ext cx="3562350" cy="5362575"/>
          </a:xfrm>
          <a:prstGeom prst="rect">
            <a:avLst/>
          </a:prstGeom>
        </p:spPr>
      </p:pic>
      <p:sp>
        <p:nvSpPr>
          <p:cNvPr id="8" name="PHOTO: Person 2"/>
          <p:cNvSpPr/>
          <p:nvPr/>
        </p:nvSpPr>
        <p:spPr>
          <a:xfrm rot="120000">
            <a:off x="4212189" y="2018565"/>
            <a:ext cx="2085975" cy="2676525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9" name="string"/>
          <p:cNvSpPr/>
          <p:nvPr/>
        </p:nvSpPr>
        <p:spPr>
          <a:xfrm rot="0">
            <a:off x="5143500" y="6093618"/>
            <a:ext cx="3429000" cy="5238750"/>
          </a:xfrm>
          <a:custGeom>
            <a:avLst/>
            <a:gdLst/>
            <a:ahLst/>
            <a:cxnLst/>
            <a:rect l="0" t="0" r="r" b="b"/>
            <a:pathLst>
              <a:path w="3429000" h="5238750">
                <a:moveTo>
                  <a:pt x="385683" y="5150905"/>
                </a:moveTo>
                <a:cubicBezTo>
                  <a:pt x="375249" y="5145287"/>
                  <a:pt x="365721" y="5139974"/>
                  <a:pt x="364510" y="5139099"/>
                </a:cubicBezTo>
                <a:cubicBezTo>
                  <a:pt x="359851" y="5135733"/>
                  <a:pt x="553970" y="4673229"/>
                  <a:pt x="628515" y="4510087"/>
                </a:cubicBezTo>
                <a:cubicBezTo>
                  <a:pt x="671602" y="4415790"/>
                  <a:pt x="734649" y="4274343"/>
                  <a:pt x="768618" y="4195762"/>
                </a:cubicBezTo>
                <a:cubicBezTo>
                  <a:pt x="821785" y="4072771"/>
                  <a:pt x="951628" y="3801527"/>
                  <a:pt x="1213174" y="3267075"/>
                </a:cubicBezTo>
                <a:cubicBezTo>
                  <a:pt x="1247784" y="3196351"/>
                  <a:pt x="1326817" y="3042046"/>
                  <a:pt x="1388804" y="2924175"/>
                </a:cubicBezTo>
                <a:cubicBezTo>
                  <a:pt x="1450791" y="2806303"/>
                  <a:pt x="1555276" y="2606992"/>
                  <a:pt x="1620993" y="2481262"/>
                </a:cubicBezTo>
                <a:cubicBezTo>
                  <a:pt x="1686710" y="2355532"/>
                  <a:pt x="1769634" y="2196941"/>
                  <a:pt x="1805269" y="2128837"/>
                </a:cubicBezTo>
                <a:cubicBezTo>
                  <a:pt x="1840903" y="2060733"/>
                  <a:pt x="1905115" y="1945005"/>
                  <a:pt x="1947961" y="1871662"/>
                </a:cubicBezTo>
                <a:cubicBezTo>
                  <a:pt x="1990808" y="1798320"/>
                  <a:pt x="2044354" y="1704022"/>
                  <a:pt x="2066953" y="1662112"/>
                </a:cubicBezTo>
                <a:cubicBezTo>
                  <a:pt x="2157916" y="1493421"/>
                  <a:pt x="2361186" y="1154951"/>
                  <a:pt x="2675156" y="649379"/>
                </a:cubicBezTo>
                <a:cubicBezTo>
                  <a:pt x="2729410" y="562016"/>
                  <a:pt x="2797652" y="449818"/>
                  <a:pt x="2826806" y="400050"/>
                </a:cubicBezTo>
                <a:cubicBezTo>
                  <a:pt x="2855960" y="350281"/>
                  <a:pt x="2913981" y="259569"/>
                  <a:pt x="2955742" y="198467"/>
                </a:cubicBezTo>
                <a:cubicBezTo>
                  <a:pt x="3027240" y="93855"/>
                  <a:pt x="3032963" y="87961"/>
                  <a:pt x="3053824" y="97466"/>
                </a:cubicBezTo>
                <a:cubicBezTo>
                  <a:pt x="3066008" y="103018"/>
                  <a:pt x="3073235" y="112291"/>
                  <a:pt x="3069884" y="118074"/>
                </a:cubicBezTo>
                <a:cubicBezTo>
                  <a:pt x="3066532" y="123856"/>
                  <a:pt x="3037153" y="167163"/>
                  <a:pt x="3004596" y="214312"/>
                </a:cubicBezTo>
                <a:cubicBezTo>
                  <a:pt x="2972039" y="261461"/>
                  <a:pt x="2902726" y="370760"/>
                  <a:pt x="2850567" y="457200"/>
                </a:cubicBezTo>
                <a:cubicBezTo>
                  <a:pt x="2743268" y="635020"/>
                  <a:pt x="2642060" y="799904"/>
                  <a:pt x="2499775" y="1028700"/>
                </a:cubicBezTo>
                <a:cubicBezTo>
                  <a:pt x="2380427" y="1220610"/>
                  <a:pt x="2182607" y="1555339"/>
                  <a:pt x="2119807" y="1671637"/>
                </a:cubicBezTo>
                <a:cubicBezTo>
                  <a:pt x="2094347" y="1718786"/>
                  <a:pt x="2038256" y="1817370"/>
                  <a:pt x="1995159" y="1890712"/>
                </a:cubicBezTo>
                <a:cubicBezTo>
                  <a:pt x="1952063" y="1964055"/>
                  <a:pt x="1898693" y="2060227"/>
                  <a:pt x="1876559" y="2104429"/>
                </a:cubicBezTo>
                <a:cubicBezTo>
                  <a:pt x="1854425" y="2148631"/>
                  <a:pt x="1814656" y="2223641"/>
                  <a:pt x="1788183" y="2271117"/>
                </a:cubicBezTo>
                <a:cubicBezTo>
                  <a:pt x="1742784" y="2352534"/>
                  <a:pt x="1677138" y="2477679"/>
                  <a:pt x="1401005" y="3009219"/>
                </a:cubicBezTo>
                <a:cubicBezTo>
                  <a:pt x="1242197" y="3314916"/>
                  <a:pt x="940351" y="3933432"/>
                  <a:pt x="856815" y="4124325"/>
                </a:cubicBezTo>
                <a:cubicBezTo>
                  <a:pt x="818989" y="4210764"/>
                  <a:pt x="745204" y="4375785"/>
                  <a:pt x="692848" y="4491037"/>
                </a:cubicBezTo>
                <a:cubicBezTo>
                  <a:pt x="640492" y="4606290"/>
                  <a:pt x="555337" y="4803101"/>
                  <a:pt x="503614" y="4928395"/>
                </a:cubicBezTo>
                <a:cubicBezTo>
                  <a:pt x="451890" y="5053689"/>
                  <a:pt x="408465" y="5157309"/>
                  <a:pt x="407112" y="5158662"/>
                </a:cubicBezTo>
                <a:cubicBezTo>
                  <a:pt x="405760" y="5160014"/>
                  <a:pt x="396117" y="5156524"/>
                  <a:pt x="385683" y="5150905"/>
                </a:cubicBezTo>
                <a:close/>
              </a:path>
            </a:pathLst>
          </a:custGeom>
          <a:solidFill>
            <a:srgbClr val="181716"/>
          </a:solidFill>
          <a:ln>
            <a:noFill/>
          </a:ln>
        </p:spPr>
      </p:sp>
      <p:pic>
        <p:nvPicPr>
          <p:cNvPr id="10" name="Polaroid" descr="0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40000">
            <a:off x="6410325" y="1319212"/>
            <a:ext cx="3562350" cy="5362575"/>
          </a:xfrm>
          <a:prstGeom prst="rect">
            <a:avLst/>
          </a:prstGeom>
        </p:spPr>
      </p:pic>
      <p:sp>
        <p:nvSpPr>
          <p:cNvPr id="11" name="PHOTO: Person 3"/>
          <p:cNvSpPr/>
          <p:nvPr/>
        </p:nvSpPr>
        <p:spPr>
          <a:xfrm rot="240000">
            <a:off x="7252667" y="2879582"/>
            <a:ext cx="2085975" cy="2676525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pic>
        <p:nvPicPr>
          <p:cNvPr id="12" name="gift" descr="0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5100" y="10067925"/>
            <a:ext cx="4876800" cy="4629150"/>
          </a:xfrm>
          <a:prstGeom prst="rect">
            <a:avLst/>
          </a:prstGeom>
        </p:spPr>
      </p:pic>
      <p:sp>
        <p:nvSpPr>
          <p:cNvPr id="13" name="gift pattern"/>
          <p:cNvSpPr/>
          <p:nvPr/>
        </p:nvSpPr>
        <p:spPr>
          <a:xfrm rot="0">
            <a:off x="2705100" y="10067925"/>
            <a:ext cx="4876800" cy="4629150"/>
          </a:xfrm>
          <a:custGeom>
            <a:avLst/>
            <a:gdLst/>
            <a:ahLst/>
            <a:cxnLst/>
            <a:rect l="0" t="0" r="r" b="b"/>
            <a:pathLst>
              <a:path w="4876800" h="4629150">
                <a:moveTo>
                  <a:pt x="2054952" y="4071077"/>
                </a:moveTo>
                <a:cubicBezTo>
                  <a:pt x="2035140" y="4051265"/>
                  <a:pt x="2048241" y="3999997"/>
                  <a:pt x="2077693" y="3982086"/>
                </a:cubicBezTo>
                <a:cubicBezTo>
                  <a:pt x="2106868" y="3964344"/>
                  <a:pt x="2133600" y="3964852"/>
                  <a:pt x="2133600" y="3983149"/>
                </a:cubicBezTo>
                <a:cubicBezTo>
                  <a:pt x="2133600" y="3988201"/>
                  <a:pt x="2140029" y="3998765"/>
                  <a:pt x="2147887" y="4006623"/>
                </a:cubicBezTo>
                <a:cubicBezTo>
                  <a:pt x="2155745" y="4014481"/>
                  <a:pt x="2162175" y="4024791"/>
                  <a:pt x="2162175" y="4029535"/>
                </a:cubicBezTo>
                <a:cubicBezTo>
                  <a:pt x="2162175" y="4051611"/>
                  <a:pt x="2070863" y="4086988"/>
                  <a:pt x="2054952" y="4071077"/>
                </a:cubicBezTo>
                <a:close/>
                <a:moveTo>
                  <a:pt x="2316480" y="3884295"/>
                </a:moveTo>
                <a:cubicBezTo>
                  <a:pt x="2299676" y="3867491"/>
                  <a:pt x="2302546" y="3834251"/>
                  <a:pt x="2322981" y="3809016"/>
                </a:cubicBezTo>
                <a:cubicBezTo>
                  <a:pt x="2359339" y="3764115"/>
                  <a:pt x="2418743" y="3823295"/>
                  <a:pt x="2386582" y="3872378"/>
                </a:cubicBezTo>
                <a:cubicBezTo>
                  <a:pt x="2370157" y="3897446"/>
                  <a:pt x="2335519" y="3903334"/>
                  <a:pt x="2316480" y="3884295"/>
                </a:cubicBezTo>
                <a:close/>
                <a:moveTo>
                  <a:pt x="1726006" y="3856276"/>
                </a:moveTo>
                <a:cubicBezTo>
                  <a:pt x="1708761" y="3845233"/>
                  <a:pt x="1696651" y="3834198"/>
                  <a:pt x="1699095" y="3831754"/>
                </a:cubicBezTo>
                <a:cubicBezTo>
                  <a:pt x="1707958" y="3822891"/>
                  <a:pt x="1743332" y="3840309"/>
                  <a:pt x="1752945" y="3858270"/>
                </a:cubicBezTo>
                <a:cubicBezTo>
                  <a:pt x="1765113" y="3881006"/>
                  <a:pt x="1764565" y="3880966"/>
                  <a:pt x="1726006" y="3856276"/>
                </a:cubicBezTo>
                <a:close/>
                <a:moveTo>
                  <a:pt x="1919567" y="3854245"/>
                </a:moveTo>
                <a:cubicBezTo>
                  <a:pt x="1900042" y="3839967"/>
                  <a:pt x="1903074" y="3811490"/>
                  <a:pt x="1925632" y="3797285"/>
                </a:cubicBezTo>
                <a:cubicBezTo>
                  <a:pt x="1937137" y="3790041"/>
                  <a:pt x="1945652" y="3790736"/>
                  <a:pt x="1956589" y="3799812"/>
                </a:cubicBezTo>
                <a:cubicBezTo>
                  <a:pt x="1991193" y="3828531"/>
                  <a:pt x="1955723" y="3880683"/>
                  <a:pt x="1919567" y="3854245"/>
                </a:cubicBezTo>
                <a:close/>
                <a:moveTo>
                  <a:pt x="2550318" y="3828067"/>
                </a:moveTo>
                <a:cubicBezTo>
                  <a:pt x="2518102" y="3809727"/>
                  <a:pt x="2540272" y="3754548"/>
                  <a:pt x="2574568" y="3767709"/>
                </a:cubicBezTo>
                <a:cubicBezTo>
                  <a:pt x="2598115" y="3776745"/>
                  <a:pt x="2602684" y="3802372"/>
                  <a:pt x="2584027" y="3820761"/>
                </a:cubicBezTo>
                <a:cubicBezTo>
                  <a:pt x="2571356" y="3833250"/>
                  <a:pt x="2562713" y="3835123"/>
                  <a:pt x="2550318" y="3828067"/>
                </a:cubicBezTo>
                <a:close/>
                <a:moveTo>
                  <a:pt x="2125980" y="3808095"/>
                </a:moveTo>
                <a:cubicBezTo>
                  <a:pt x="2094619" y="3776734"/>
                  <a:pt x="2133915" y="3723646"/>
                  <a:pt x="2169855" y="3748820"/>
                </a:cubicBezTo>
                <a:cubicBezTo>
                  <a:pt x="2194519" y="3766095"/>
                  <a:pt x="2196415" y="3783924"/>
                  <a:pt x="2175782" y="3804557"/>
                </a:cubicBezTo>
                <a:cubicBezTo>
                  <a:pt x="2157884" y="3822454"/>
                  <a:pt x="2141503" y="3823618"/>
                  <a:pt x="2125980" y="3808095"/>
                </a:cubicBezTo>
                <a:close/>
                <a:moveTo>
                  <a:pt x="2820344" y="3769518"/>
                </a:moveTo>
                <a:cubicBezTo>
                  <a:pt x="2807504" y="3734975"/>
                  <a:pt x="2834836" y="3686175"/>
                  <a:pt x="2867025" y="3686175"/>
                </a:cubicBezTo>
                <a:cubicBezTo>
                  <a:pt x="2888272" y="3686175"/>
                  <a:pt x="2914650" y="3716106"/>
                  <a:pt x="2914650" y="3740217"/>
                </a:cubicBezTo>
                <a:cubicBezTo>
                  <a:pt x="2914650" y="3786730"/>
                  <a:pt x="2835844" y="3811216"/>
                  <a:pt x="2820344" y="3769518"/>
                </a:cubicBezTo>
                <a:close/>
                <a:moveTo>
                  <a:pt x="1526652" y="3720678"/>
                </a:moveTo>
                <a:cubicBezTo>
                  <a:pt x="1503201" y="3704085"/>
                  <a:pt x="1498598" y="3696336"/>
                  <a:pt x="1507126" y="3687808"/>
                </a:cubicBezTo>
                <a:cubicBezTo>
                  <a:pt x="1532611" y="3662323"/>
                  <a:pt x="1571625" y="3682653"/>
                  <a:pt x="1571625" y="3721417"/>
                </a:cubicBezTo>
                <a:cubicBezTo>
                  <a:pt x="1571625" y="3748353"/>
                  <a:pt x="1565625" y="3748255"/>
                  <a:pt x="1526652" y="3720678"/>
                </a:cubicBezTo>
                <a:close/>
                <a:moveTo>
                  <a:pt x="1761462" y="3709189"/>
                </a:moveTo>
                <a:cubicBezTo>
                  <a:pt x="1745687" y="3690181"/>
                  <a:pt x="1760845" y="3662362"/>
                  <a:pt x="1786975" y="3662362"/>
                </a:cubicBezTo>
                <a:cubicBezTo>
                  <a:pt x="1820045" y="3662362"/>
                  <a:pt x="1813121" y="3723319"/>
                  <a:pt x="1779960" y="3724129"/>
                </a:cubicBezTo>
                <a:cubicBezTo>
                  <a:pt x="1776672" y="3724209"/>
                  <a:pt x="1768348" y="3717486"/>
                  <a:pt x="1761462" y="3709189"/>
                </a:cubicBezTo>
                <a:close/>
                <a:moveTo>
                  <a:pt x="2629269" y="3667815"/>
                </a:moveTo>
                <a:cubicBezTo>
                  <a:pt x="2615489" y="3642068"/>
                  <a:pt x="2627088" y="3617888"/>
                  <a:pt x="2651543" y="3621377"/>
                </a:cubicBezTo>
                <a:cubicBezTo>
                  <a:pt x="2686498" y="3626365"/>
                  <a:pt x="2681360" y="3685269"/>
                  <a:pt x="2645903" y="3686029"/>
                </a:cubicBezTo>
                <a:cubicBezTo>
                  <a:pt x="2642159" y="3686109"/>
                  <a:pt x="2634673" y="3677913"/>
                  <a:pt x="2629269" y="3667815"/>
                </a:cubicBezTo>
                <a:close/>
                <a:moveTo>
                  <a:pt x="1937767" y="3634253"/>
                </a:moveTo>
                <a:cubicBezTo>
                  <a:pt x="1919084" y="3605740"/>
                  <a:pt x="1926611" y="3576877"/>
                  <a:pt x="1958109" y="3556238"/>
                </a:cubicBezTo>
                <a:cubicBezTo>
                  <a:pt x="2008668" y="3523111"/>
                  <a:pt x="2053611" y="3594713"/>
                  <a:pt x="2009775" y="3638550"/>
                </a:cubicBezTo>
                <a:cubicBezTo>
                  <a:pt x="1984115" y="3664209"/>
                  <a:pt x="1956307" y="3662550"/>
                  <a:pt x="1937767" y="3634253"/>
                </a:cubicBezTo>
                <a:close/>
                <a:moveTo>
                  <a:pt x="2386245" y="3644660"/>
                </a:moveTo>
                <a:cubicBezTo>
                  <a:pt x="2360581" y="3625894"/>
                  <a:pt x="2362824" y="3573542"/>
                  <a:pt x="2390242" y="3551340"/>
                </a:cubicBezTo>
                <a:cubicBezTo>
                  <a:pt x="2420250" y="3527041"/>
                  <a:pt x="2443070" y="3529360"/>
                  <a:pt x="2466450" y="3559084"/>
                </a:cubicBezTo>
                <a:cubicBezTo>
                  <a:pt x="2509648" y="3614001"/>
                  <a:pt x="2442417" y="3685734"/>
                  <a:pt x="2386245" y="3644660"/>
                </a:cubicBezTo>
                <a:close/>
                <a:moveTo>
                  <a:pt x="3164614" y="3646579"/>
                </a:moveTo>
                <a:cubicBezTo>
                  <a:pt x="3147696" y="3629661"/>
                  <a:pt x="3149936" y="3612813"/>
                  <a:pt x="3172043" y="3590706"/>
                </a:cubicBezTo>
                <a:cubicBezTo>
                  <a:pt x="3200170" y="3562579"/>
                  <a:pt x="3231219" y="3580501"/>
                  <a:pt x="3227150" y="3622514"/>
                </a:cubicBezTo>
                <a:cubicBezTo>
                  <a:pt x="3223917" y="3655881"/>
                  <a:pt x="3187810" y="3669775"/>
                  <a:pt x="3164614" y="3646579"/>
                </a:cubicBezTo>
                <a:close/>
                <a:moveTo>
                  <a:pt x="2937773" y="3567786"/>
                </a:moveTo>
                <a:cubicBezTo>
                  <a:pt x="2922731" y="3556787"/>
                  <a:pt x="2921816" y="3551290"/>
                  <a:pt x="2931491" y="3530055"/>
                </a:cubicBezTo>
                <a:cubicBezTo>
                  <a:pt x="2943693" y="3503274"/>
                  <a:pt x="2961169" y="3498379"/>
                  <a:pt x="2979420" y="3516630"/>
                </a:cubicBezTo>
                <a:cubicBezTo>
                  <a:pt x="3009879" y="3547089"/>
                  <a:pt x="2972411" y="3593114"/>
                  <a:pt x="2937773" y="3567786"/>
                </a:cubicBezTo>
                <a:close/>
                <a:moveTo>
                  <a:pt x="1305027" y="3557711"/>
                </a:moveTo>
                <a:cubicBezTo>
                  <a:pt x="1298429" y="3549760"/>
                  <a:pt x="1295838" y="3533325"/>
                  <a:pt x="1299121" y="3520246"/>
                </a:cubicBezTo>
                <a:cubicBezTo>
                  <a:pt x="1310573" y="3474616"/>
                  <a:pt x="1371600" y="3481375"/>
                  <a:pt x="1371600" y="3528273"/>
                </a:cubicBezTo>
                <a:cubicBezTo>
                  <a:pt x="1371600" y="3567878"/>
                  <a:pt x="1329072" y="3586683"/>
                  <a:pt x="1305027" y="3557711"/>
                </a:cubicBezTo>
                <a:close/>
                <a:moveTo>
                  <a:pt x="3349954" y="3546804"/>
                </a:moveTo>
                <a:cubicBezTo>
                  <a:pt x="3338454" y="3535304"/>
                  <a:pt x="3342669" y="3497945"/>
                  <a:pt x="3356045" y="3492812"/>
                </a:cubicBezTo>
                <a:cubicBezTo>
                  <a:pt x="3376567" y="3484937"/>
                  <a:pt x="3392826" y="3500762"/>
                  <a:pt x="3389352" y="3525229"/>
                </a:cubicBezTo>
                <a:cubicBezTo>
                  <a:pt x="3386202" y="3547409"/>
                  <a:pt x="3363171" y="3560021"/>
                  <a:pt x="3349954" y="3546804"/>
                </a:cubicBezTo>
                <a:close/>
                <a:moveTo>
                  <a:pt x="1669822" y="3527717"/>
                </a:moveTo>
                <a:cubicBezTo>
                  <a:pt x="1655790" y="3491149"/>
                  <a:pt x="1706396" y="3464282"/>
                  <a:pt x="1727197" y="3497257"/>
                </a:cubicBezTo>
                <a:cubicBezTo>
                  <a:pt x="1734461" y="3508774"/>
                  <a:pt x="1733773" y="3517266"/>
                  <a:pt x="1724687" y="3528214"/>
                </a:cubicBezTo>
                <a:cubicBezTo>
                  <a:pt x="1708394" y="3547846"/>
                  <a:pt x="1677439" y="3547566"/>
                  <a:pt x="1669822" y="3527717"/>
                </a:cubicBezTo>
                <a:close/>
                <a:moveTo>
                  <a:pt x="2173605" y="3531870"/>
                </a:moveTo>
                <a:cubicBezTo>
                  <a:pt x="2146518" y="3504783"/>
                  <a:pt x="2173014" y="3460187"/>
                  <a:pt x="2209342" y="3471717"/>
                </a:cubicBezTo>
                <a:cubicBezTo>
                  <a:pt x="2241500" y="3481923"/>
                  <a:pt x="2229641" y="3543300"/>
                  <a:pt x="2195512" y="3543300"/>
                </a:cubicBezTo>
                <a:cubicBezTo>
                  <a:pt x="2189749" y="3543300"/>
                  <a:pt x="2179891" y="3538156"/>
                  <a:pt x="2173605" y="3531870"/>
                </a:cubicBezTo>
                <a:close/>
                <a:moveTo>
                  <a:pt x="2714625" y="3524250"/>
                </a:moveTo>
                <a:cubicBezTo>
                  <a:pt x="2677269" y="3486894"/>
                  <a:pt x="2701695" y="3419475"/>
                  <a:pt x="2752584" y="3419475"/>
                </a:cubicBezTo>
                <a:cubicBezTo>
                  <a:pt x="2809087" y="3419475"/>
                  <a:pt x="2828737" y="3477678"/>
                  <a:pt x="2786495" y="3519920"/>
                </a:cubicBezTo>
                <a:cubicBezTo>
                  <a:pt x="2758134" y="3548281"/>
                  <a:pt x="2739763" y="3549388"/>
                  <a:pt x="2714625" y="3524250"/>
                </a:cubicBezTo>
                <a:close/>
                <a:moveTo>
                  <a:pt x="3084858" y="3444366"/>
                </a:moveTo>
                <a:cubicBezTo>
                  <a:pt x="3077037" y="3427200"/>
                  <a:pt x="3077687" y="3414955"/>
                  <a:pt x="3087514" y="3394360"/>
                </a:cubicBezTo>
                <a:cubicBezTo>
                  <a:pt x="3111125" y="3344878"/>
                  <a:pt x="3181350" y="3359513"/>
                  <a:pt x="3181350" y="3413916"/>
                </a:cubicBezTo>
                <a:cubicBezTo>
                  <a:pt x="3181350" y="3463745"/>
                  <a:pt x="3104708" y="3487931"/>
                  <a:pt x="3084858" y="3444366"/>
                </a:cubicBezTo>
                <a:close/>
                <a:moveTo>
                  <a:pt x="3526155" y="3455670"/>
                </a:moveTo>
                <a:cubicBezTo>
                  <a:pt x="3498778" y="3428293"/>
                  <a:pt x="3538166" y="3372859"/>
                  <a:pt x="3572093" y="3391016"/>
                </a:cubicBezTo>
                <a:cubicBezTo>
                  <a:pt x="3605532" y="3408913"/>
                  <a:pt x="3590796" y="3467100"/>
                  <a:pt x="3552825" y="3467100"/>
                </a:cubicBezTo>
                <a:cubicBezTo>
                  <a:pt x="3544443" y="3467100"/>
                  <a:pt x="3532441" y="3461956"/>
                  <a:pt x="3526155" y="3455670"/>
                </a:cubicBezTo>
                <a:close/>
                <a:moveTo>
                  <a:pt x="1155969" y="3443287"/>
                </a:moveTo>
                <a:cubicBezTo>
                  <a:pt x="1147543" y="3421330"/>
                  <a:pt x="1160078" y="3398654"/>
                  <a:pt x="1178689" y="3402183"/>
                </a:cubicBezTo>
                <a:cubicBezTo>
                  <a:pt x="1204755" y="3407126"/>
                  <a:pt x="1207254" y="3457575"/>
                  <a:pt x="1181433" y="3457575"/>
                </a:cubicBezTo>
                <a:cubicBezTo>
                  <a:pt x="1170443" y="3457575"/>
                  <a:pt x="1158984" y="3451145"/>
                  <a:pt x="1155969" y="3443287"/>
                </a:cubicBezTo>
                <a:close/>
                <a:moveTo>
                  <a:pt x="2535555" y="3446145"/>
                </a:moveTo>
                <a:cubicBezTo>
                  <a:pt x="2519464" y="3430054"/>
                  <a:pt x="2521316" y="3415443"/>
                  <a:pt x="2541797" y="3396909"/>
                </a:cubicBezTo>
                <a:cubicBezTo>
                  <a:pt x="2562490" y="3378182"/>
                  <a:pt x="2587593" y="3384842"/>
                  <a:pt x="2595986" y="3411287"/>
                </a:cubicBezTo>
                <a:cubicBezTo>
                  <a:pt x="2607280" y="3446871"/>
                  <a:pt x="2562253" y="3472843"/>
                  <a:pt x="2535555" y="3446145"/>
                </a:cubicBezTo>
                <a:close/>
                <a:moveTo>
                  <a:pt x="1478446" y="3436143"/>
                </a:moveTo>
                <a:cubicBezTo>
                  <a:pt x="1440703" y="3390224"/>
                  <a:pt x="1486538" y="3317963"/>
                  <a:pt x="1538414" y="3341599"/>
                </a:cubicBezTo>
                <a:cubicBezTo>
                  <a:pt x="1589598" y="3364920"/>
                  <a:pt x="1571642" y="3448050"/>
                  <a:pt x="1515421" y="3448050"/>
                </a:cubicBezTo>
                <a:cubicBezTo>
                  <a:pt x="1500467" y="3448050"/>
                  <a:pt x="1483828" y="3442692"/>
                  <a:pt x="1478446" y="3436143"/>
                </a:cubicBezTo>
                <a:close/>
                <a:moveTo>
                  <a:pt x="1840230" y="3408045"/>
                </a:moveTo>
                <a:cubicBezTo>
                  <a:pt x="1812278" y="3380093"/>
                  <a:pt x="1839352" y="3314700"/>
                  <a:pt x="1878875" y="3314700"/>
                </a:cubicBezTo>
                <a:cubicBezTo>
                  <a:pt x="1900884" y="3314700"/>
                  <a:pt x="1924050" y="3341156"/>
                  <a:pt x="1924050" y="3366291"/>
                </a:cubicBezTo>
                <a:cubicBezTo>
                  <a:pt x="1924050" y="3407495"/>
                  <a:pt x="1867733" y="3435548"/>
                  <a:pt x="1840230" y="3408045"/>
                </a:cubicBezTo>
                <a:close/>
                <a:moveTo>
                  <a:pt x="3775832" y="3386206"/>
                </a:moveTo>
                <a:cubicBezTo>
                  <a:pt x="3743434" y="3336762"/>
                  <a:pt x="3790315" y="3279283"/>
                  <a:pt x="3843337" y="3303441"/>
                </a:cubicBezTo>
                <a:cubicBezTo>
                  <a:pt x="3861873" y="3311887"/>
                  <a:pt x="3867150" y="3321397"/>
                  <a:pt x="3867150" y="3346357"/>
                </a:cubicBezTo>
                <a:cubicBezTo>
                  <a:pt x="3867150" y="3405427"/>
                  <a:pt x="3805930" y="3432142"/>
                  <a:pt x="3775832" y="3386206"/>
                </a:cubicBezTo>
                <a:close/>
                <a:moveTo>
                  <a:pt x="2277488" y="3373743"/>
                </a:moveTo>
                <a:cubicBezTo>
                  <a:pt x="2264758" y="3349958"/>
                  <a:pt x="2284786" y="3320760"/>
                  <a:pt x="2310442" y="3325700"/>
                </a:cubicBezTo>
                <a:cubicBezTo>
                  <a:pt x="2338335" y="3331072"/>
                  <a:pt x="2336319" y="3385075"/>
                  <a:pt x="2308075" y="3389096"/>
                </a:cubicBezTo>
                <a:cubicBezTo>
                  <a:pt x="2295162" y="3390935"/>
                  <a:pt x="2283576" y="3385119"/>
                  <a:pt x="2277488" y="3373743"/>
                </a:cubicBezTo>
                <a:close/>
                <a:moveTo>
                  <a:pt x="1305294" y="3324915"/>
                </a:moveTo>
                <a:cubicBezTo>
                  <a:pt x="1288148" y="3292878"/>
                  <a:pt x="1314287" y="3260300"/>
                  <a:pt x="1347051" y="3272872"/>
                </a:cubicBezTo>
                <a:cubicBezTo>
                  <a:pt x="1380111" y="3285559"/>
                  <a:pt x="1369002" y="3343275"/>
                  <a:pt x="1333500" y="3343275"/>
                </a:cubicBezTo>
                <a:cubicBezTo>
                  <a:pt x="1323391" y="3343275"/>
                  <a:pt x="1310698" y="3335013"/>
                  <a:pt x="1305294" y="3324915"/>
                </a:cubicBezTo>
                <a:close/>
                <a:moveTo>
                  <a:pt x="2945130" y="3331845"/>
                </a:moveTo>
                <a:cubicBezTo>
                  <a:pt x="2921205" y="3307920"/>
                  <a:pt x="2939014" y="3267075"/>
                  <a:pt x="2973369" y="3267075"/>
                </a:cubicBezTo>
                <a:cubicBezTo>
                  <a:pt x="2987537" y="3267075"/>
                  <a:pt x="3009900" y="3292514"/>
                  <a:pt x="3009900" y="3308630"/>
                </a:cubicBezTo>
                <a:cubicBezTo>
                  <a:pt x="3009900" y="3333465"/>
                  <a:pt x="2963411" y="3350126"/>
                  <a:pt x="2945130" y="3331845"/>
                </a:cubicBezTo>
                <a:close/>
                <a:moveTo>
                  <a:pt x="3339192" y="3328307"/>
                </a:moveTo>
                <a:cubicBezTo>
                  <a:pt x="3306010" y="3295124"/>
                  <a:pt x="3332237" y="3228975"/>
                  <a:pt x="3378577" y="3228975"/>
                </a:cubicBezTo>
                <a:cubicBezTo>
                  <a:pt x="3422815" y="3228975"/>
                  <a:pt x="3437941" y="3295760"/>
                  <a:pt x="3400560" y="3326030"/>
                </a:cubicBezTo>
                <a:cubicBezTo>
                  <a:pt x="3374409" y="3347206"/>
                  <a:pt x="3358675" y="3347790"/>
                  <a:pt x="3339192" y="3328307"/>
                </a:cubicBezTo>
                <a:close/>
                <a:moveTo>
                  <a:pt x="2116455" y="3284220"/>
                </a:moveTo>
                <a:cubicBezTo>
                  <a:pt x="2089138" y="3256903"/>
                  <a:pt x="2110006" y="3209925"/>
                  <a:pt x="2149457" y="3209925"/>
                </a:cubicBezTo>
                <a:cubicBezTo>
                  <a:pt x="2169398" y="3209925"/>
                  <a:pt x="2190750" y="3233875"/>
                  <a:pt x="2190750" y="3256243"/>
                </a:cubicBezTo>
                <a:cubicBezTo>
                  <a:pt x="2190750" y="3286550"/>
                  <a:pt x="2138471" y="3306236"/>
                  <a:pt x="2116455" y="3284220"/>
                </a:cubicBezTo>
                <a:close/>
                <a:moveTo>
                  <a:pt x="2669381" y="3270250"/>
                </a:moveTo>
                <a:cubicBezTo>
                  <a:pt x="2652299" y="3263417"/>
                  <a:pt x="2654673" y="3219927"/>
                  <a:pt x="2672501" y="3213086"/>
                </a:cubicBezTo>
                <a:cubicBezTo>
                  <a:pt x="2695064" y="3204427"/>
                  <a:pt x="2721641" y="3234771"/>
                  <a:pt x="2709020" y="3254780"/>
                </a:cubicBezTo>
                <a:cubicBezTo>
                  <a:pt x="2697625" y="3272845"/>
                  <a:pt x="2686613" y="3277142"/>
                  <a:pt x="2669381" y="3270250"/>
                </a:cubicBezTo>
                <a:close/>
                <a:moveTo>
                  <a:pt x="1078639" y="3256054"/>
                </a:moveTo>
                <a:cubicBezTo>
                  <a:pt x="1062539" y="3239954"/>
                  <a:pt x="1063683" y="3195794"/>
                  <a:pt x="1080563" y="3181785"/>
                </a:cubicBezTo>
                <a:cubicBezTo>
                  <a:pt x="1098748" y="3166692"/>
                  <a:pt x="1133742" y="3172520"/>
                  <a:pt x="1146423" y="3192753"/>
                </a:cubicBezTo>
                <a:cubicBezTo>
                  <a:pt x="1172343" y="3234109"/>
                  <a:pt x="1112540" y="3289955"/>
                  <a:pt x="1078639" y="3256054"/>
                </a:cubicBezTo>
                <a:close/>
                <a:moveTo>
                  <a:pt x="1637827" y="3252218"/>
                </a:moveTo>
                <a:cubicBezTo>
                  <a:pt x="1629027" y="3241614"/>
                  <a:pt x="1628066" y="3230026"/>
                  <a:pt x="1634471" y="3211737"/>
                </a:cubicBezTo>
                <a:cubicBezTo>
                  <a:pt x="1650349" y="3166399"/>
                  <a:pt x="1714500" y="3175807"/>
                  <a:pt x="1714500" y="3223473"/>
                </a:cubicBezTo>
                <a:cubicBezTo>
                  <a:pt x="1714500" y="3264294"/>
                  <a:pt x="1663666" y="3283352"/>
                  <a:pt x="1637827" y="3252218"/>
                </a:cubicBezTo>
                <a:close/>
                <a:moveTo>
                  <a:pt x="2416443" y="3250075"/>
                </a:moveTo>
                <a:cubicBezTo>
                  <a:pt x="2394236" y="3225537"/>
                  <a:pt x="2396216" y="3203617"/>
                  <a:pt x="2423062" y="3176771"/>
                </a:cubicBezTo>
                <a:cubicBezTo>
                  <a:pt x="2468508" y="3131325"/>
                  <a:pt x="2526521" y="3186072"/>
                  <a:pt x="2487921" y="3237978"/>
                </a:cubicBezTo>
                <a:cubicBezTo>
                  <a:pt x="2465224" y="3268500"/>
                  <a:pt x="2437382" y="3273212"/>
                  <a:pt x="2416443" y="3250075"/>
                </a:cubicBezTo>
                <a:close/>
                <a:moveTo>
                  <a:pt x="3632939" y="3225436"/>
                </a:moveTo>
                <a:cubicBezTo>
                  <a:pt x="3622350" y="3197842"/>
                  <a:pt x="3633137" y="3176587"/>
                  <a:pt x="3657730" y="3176587"/>
                </a:cubicBezTo>
                <a:cubicBezTo>
                  <a:pt x="3677693" y="3176587"/>
                  <a:pt x="3681412" y="3181074"/>
                  <a:pt x="3681412" y="3205162"/>
                </a:cubicBezTo>
                <a:cubicBezTo>
                  <a:pt x="3681412" y="3237117"/>
                  <a:pt x="3643505" y="3252972"/>
                  <a:pt x="3632939" y="3225436"/>
                </a:cubicBezTo>
                <a:close/>
                <a:moveTo>
                  <a:pt x="867154" y="3205620"/>
                </a:moveTo>
                <a:cubicBezTo>
                  <a:pt x="841935" y="3175232"/>
                  <a:pt x="879145" y="3127468"/>
                  <a:pt x="908839" y="3152112"/>
                </a:cubicBezTo>
                <a:cubicBezTo>
                  <a:pt x="926757" y="3166983"/>
                  <a:pt x="928400" y="3192114"/>
                  <a:pt x="912495" y="3208020"/>
                </a:cubicBezTo>
                <a:cubicBezTo>
                  <a:pt x="897223" y="3223291"/>
                  <a:pt x="881112" y="3222438"/>
                  <a:pt x="867154" y="3205620"/>
                </a:cubicBezTo>
                <a:close/>
                <a:moveTo>
                  <a:pt x="3155156" y="3213141"/>
                </a:moveTo>
                <a:cubicBezTo>
                  <a:pt x="3131796" y="3203715"/>
                  <a:pt x="3147276" y="3143250"/>
                  <a:pt x="3173049" y="3143250"/>
                </a:cubicBezTo>
                <a:cubicBezTo>
                  <a:pt x="3182676" y="3143250"/>
                  <a:pt x="3209925" y="3171403"/>
                  <a:pt x="3209925" y="3181350"/>
                </a:cubicBezTo>
                <a:cubicBezTo>
                  <a:pt x="3209925" y="3191440"/>
                  <a:pt x="3182358" y="3219725"/>
                  <a:pt x="3173525" y="3218698"/>
                </a:cubicBezTo>
                <a:cubicBezTo>
                  <a:pt x="3169971" y="3218284"/>
                  <a:pt x="3161704" y="3215784"/>
                  <a:pt x="3155156" y="3213141"/>
                </a:cubicBezTo>
                <a:close/>
                <a:moveTo>
                  <a:pt x="2796267" y="3175907"/>
                </a:moveTo>
                <a:cubicBezTo>
                  <a:pt x="2772954" y="3152593"/>
                  <a:pt x="2777297" y="3108211"/>
                  <a:pt x="2804646" y="3090292"/>
                </a:cubicBezTo>
                <a:cubicBezTo>
                  <a:pt x="2847269" y="3062364"/>
                  <a:pt x="2893175" y="3097354"/>
                  <a:pt x="2880447" y="3148068"/>
                </a:cubicBezTo>
                <a:cubicBezTo>
                  <a:pt x="2870316" y="3188433"/>
                  <a:pt x="2824083" y="3203722"/>
                  <a:pt x="2796267" y="3175907"/>
                </a:cubicBezTo>
                <a:close/>
                <a:moveTo>
                  <a:pt x="1924429" y="3167519"/>
                </a:moveTo>
                <a:cubicBezTo>
                  <a:pt x="1910462" y="3150691"/>
                  <a:pt x="1919200" y="3118573"/>
                  <a:pt x="1939907" y="3110628"/>
                </a:cubicBezTo>
                <a:cubicBezTo>
                  <a:pt x="1971646" y="3098448"/>
                  <a:pt x="1994957" y="3144732"/>
                  <a:pt x="1969770" y="3169920"/>
                </a:cubicBezTo>
                <a:cubicBezTo>
                  <a:pt x="1954498" y="3185191"/>
                  <a:pt x="1938387" y="3184338"/>
                  <a:pt x="1924429" y="3167519"/>
                </a:cubicBezTo>
                <a:close/>
                <a:moveTo>
                  <a:pt x="1468755" y="3141345"/>
                </a:moveTo>
                <a:cubicBezTo>
                  <a:pt x="1441468" y="3114058"/>
                  <a:pt x="1471721" y="3062983"/>
                  <a:pt x="1503367" y="3082910"/>
                </a:cubicBezTo>
                <a:cubicBezTo>
                  <a:pt x="1525341" y="3096747"/>
                  <a:pt x="1527850" y="3118988"/>
                  <a:pt x="1509507" y="3137331"/>
                </a:cubicBezTo>
                <a:cubicBezTo>
                  <a:pt x="1491061" y="3155777"/>
                  <a:pt x="1483893" y="3156483"/>
                  <a:pt x="1468755" y="3141345"/>
                </a:cubicBezTo>
                <a:close/>
                <a:moveTo>
                  <a:pt x="3880555" y="3119313"/>
                </a:moveTo>
                <a:cubicBezTo>
                  <a:pt x="3874216" y="3094059"/>
                  <a:pt x="3889439" y="3067050"/>
                  <a:pt x="3910012" y="3067050"/>
                </a:cubicBezTo>
                <a:cubicBezTo>
                  <a:pt x="3930585" y="3067050"/>
                  <a:pt x="3945808" y="3094059"/>
                  <a:pt x="3939469" y="3119313"/>
                </a:cubicBezTo>
                <a:cubicBezTo>
                  <a:pt x="3935088" y="3136770"/>
                  <a:pt x="3927113" y="3143250"/>
                  <a:pt x="3910012" y="3143250"/>
                </a:cubicBezTo>
                <a:cubicBezTo>
                  <a:pt x="3892911" y="3143250"/>
                  <a:pt x="3884936" y="3136770"/>
                  <a:pt x="3880555" y="3119313"/>
                </a:cubicBezTo>
                <a:close/>
                <a:moveTo>
                  <a:pt x="3431381" y="3117891"/>
                </a:moveTo>
                <a:cubicBezTo>
                  <a:pt x="3414542" y="3111097"/>
                  <a:pt x="3416590" y="3071776"/>
                  <a:pt x="3434560" y="3056862"/>
                </a:cubicBezTo>
                <a:cubicBezTo>
                  <a:pt x="3464254" y="3032218"/>
                  <a:pt x="3501464" y="3079982"/>
                  <a:pt x="3476245" y="3110370"/>
                </a:cubicBezTo>
                <a:cubicBezTo>
                  <a:pt x="3464546" y="3124465"/>
                  <a:pt x="3452626" y="3126464"/>
                  <a:pt x="3431381" y="3117891"/>
                </a:cubicBezTo>
                <a:close/>
                <a:moveTo>
                  <a:pt x="685800" y="3038475"/>
                </a:moveTo>
                <a:cubicBezTo>
                  <a:pt x="685800" y="2990092"/>
                  <a:pt x="691943" y="2981753"/>
                  <a:pt x="712470" y="3002280"/>
                </a:cubicBezTo>
                <a:cubicBezTo>
                  <a:pt x="734850" y="3024660"/>
                  <a:pt x="720886" y="3086100"/>
                  <a:pt x="693420" y="3086100"/>
                </a:cubicBezTo>
                <a:cubicBezTo>
                  <a:pt x="689229" y="3086100"/>
                  <a:pt x="685800" y="3064668"/>
                  <a:pt x="685800" y="3038475"/>
                </a:cubicBezTo>
                <a:close/>
                <a:moveTo>
                  <a:pt x="1224642" y="3071132"/>
                </a:moveTo>
                <a:cubicBezTo>
                  <a:pt x="1203840" y="3050329"/>
                  <a:pt x="1205941" y="3004108"/>
                  <a:pt x="1228725" y="2981325"/>
                </a:cubicBezTo>
                <a:cubicBezTo>
                  <a:pt x="1283151" y="2926898"/>
                  <a:pt x="1354139" y="3000695"/>
                  <a:pt x="1309147" y="3064930"/>
                </a:cubicBezTo>
                <a:cubicBezTo>
                  <a:pt x="1291539" y="3090070"/>
                  <a:pt x="1246859" y="3093348"/>
                  <a:pt x="1224642" y="3071132"/>
                </a:cubicBezTo>
                <a:close/>
                <a:moveTo>
                  <a:pt x="3017043" y="3075812"/>
                </a:moveTo>
                <a:cubicBezTo>
                  <a:pt x="2989912" y="3060009"/>
                  <a:pt x="3004544" y="2990850"/>
                  <a:pt x="3035019" y="2990850"/>
                </a:cubicBezTo>
                <a:cubicBezTo>
                  <a:pt x="3056047" y="2990850"/>
                  <a:pt x="3076575" y="3014375"/>
                  <a:pt x="3076575" y="3038475"/>
                </a:cubicBezTo>
                <a:cubicBezTo>
                  <a:pt x="3076575" y="3075935"/>
                  <a:pt x="3048012" y="3093849"/>
                  <a:pt x="3017043" y="3075812"/>
                </a:cubicBezTo>
                <a:close/>
                <a:moveTo>
                  <a:pt x="1706880" y="3046095"/>
                </a:moveTo>
                <a:cubicBezTo>
                  <a:pt x="1700593" y="3039808"/>
                  <a:pt x="1695450" y="3025331"/>
                  <a:pt x="1695450" y="3013923"/>
                </a:cubicBezTo>
                <a:cubicBezTo>
                  <a:pt x="1695450" y="2964225"/>
                  <a:pt x="1764508" y="2955661"/>
                  <a:pt x="1770085" y="3004667"/>
                </a:cubicBezTo>
                <a:cubicBezTo>
                  <a:pt x="1774769" y="3045828"/>
                  <a:pt x="1733598" y="3072813"/>
                  <a:pt x="1706880" y="3046095"/>
                </a:cubicBezTo>
                <a:close/>
                <a:moveTo>
                  <a:pt x="2297430" y="3046095"/>
                </a:moveTo>
                <a:cubicBezTo>
                  <a:pt x="2276328" y="3024993"/>
                  <a:pt x="2283616" y="2973800"/>
                  <a:pt x="2310202" y="2956380"/>
                </a:cubicBezTo>
                <a:cubicBezTo>
                  <a:pt x="2360232" y="2923600"/>
                  <a:pt x="2411085" y="2982246"/>
                  <a:pt x="2377317" y="3033781"/>
                </a:cubicBezTo>
                <a:cubicBezTo>
                  <a:pt x="2360361" y="3059660"/>
                  <a:pt x="2317587" y="3066252"/>
                  <a:pt x="2297430" y="3046095"/>
                </a:cubicBezTo>
                <a:close/>
                <a:moveTo>
                  <a:pt x="2606194" y="3033458"/>
                </a:moveTo>
                <a:cubicBezTo>
                  <a:pt x="2586785" y="3014049"/>
                  <a:pt x="2586651" y="2996359"/>
                  <a:pt x="2605767" y="2977242"/>
                </a:cubicBezTo>
                <a:cubicBezTo>
                  <a:pt x="2624445" y="2958565"/>
                  <a:pt x="2642211" y="2958171"/>
                  <a:pt x="2657095" y="2976104"/>
                </a:cubicBezTo>
                <a:cubicBezTo>
                  <a:pt x="2684181" y="3008742"/>
                  <a:pt x="2635891" y="3063155"/>
                  <a:pt x="2606194" y="3033458"/>
                </a:cubicBezTo>
                <a:close/>
                <a:moveTo>
                  <a:pt x="3664246" y="3031032"/>
                </a:moveTo>
                <a:cubicBezTo>
                  <a:pt x="3641795" y="3006224"/>
                  <a:pt x="3644047" y="2977544"/>
                  <a:pt x="3670896" y="2946331"/>
                </a:cubicBezTo>
                <a:cubicBezTo>
                  <a:pt x="3699291" y="2913319"/>
                  <a:pt x="3742021" y="2922517"/>
                  <a:pt x="3756907" y="2964845"/>
                </a:cubicBezTo>
                <a:cubicBezTo>
                  <a:pt x="3775818" y="3018619"/>
                  <a:pt x="3701230" y="3071898"/>
                  <a:pt x="3664246" y="3031032"/>
                </a:cubicBezTo>
                <a:close/>
                <a:moveTo>
                  <a:pt x="968776" y="3023001"/>
                </a:moveTo>
                <a:cubicBezTo>
                  <a:pt x="957297" y="3011522"/>
                  <a:pt x="961311" y="2984249"/>
                  <a:pt x="976312" y="2971800"/>
                </a:cubicBezTo>
                <a:cubicBezTo>
                  <a:pt x="995414" y="2955946"/>
                  <a:pt x="1021233" y="2976444"/>
                  <a:pt x="1017253" y="3004304"/>
                </a:cubicBezTo>
                <a:cubicBezTo>
                  <a:pt x="1014436" y="3024018"/>
                  <a:pt x="982219" y="3036444"/>
                  <a:pt x="968776" y="3023001"/>
                </a:cubicBezTo>
                <a:close/>
                <a:moveTo>
                  <a:pt x="2087880" y="2988945"/>
                </a:moveTo>
                <a:cubicBezTo>
                  <a:pt x="2060793" y="2961858"/>
                  <a:pt x="2087289" y="2917262"/>
                  <a:pt x="2123617" y="2928792"/>
                </a:cubicBezTo>
                <a:cubicBezTo>
                  <a:pt x="2155775" y="2938998"/>
                  <a:pt x="2143916" y="3000375"/>
                  <a:pt x="2109787" y="3000375"/>
                </a:cubicBezTo>
                <a:cubicBezTo>
                  <a:pt x="2104024" y="3000375"/>
                  <a:pt x="2094166" y="2995231"/>
                  <a:pt x="2087880" y="2988945"/>
                </a:cubicBezTo>
                <a:close/>
                <a:moveTo>
                  <a:pt x="3262992" y="2975882"/>
                </a:moveTo>
                <a:cubicBezTo>
                  <a:pt x="3245322" y="2958211"/>
                  <a:pt x="3243151" y="2904283"/>
                  <a:pt x="3259455" y="2887980"/>
                </a:cubicBezTo>
                <a:cubicBezTo>
                  <a:pt x="3278067" y="2869367"/>
                  <a:pt x="3331637" y="2873854"/>
                  <a:pt x="3342939" y="2894973"/>
                </a:cubicBezTo>
                <a:cubicBezTo>
                  <a:pt x="3358251" y="2923583"/>
                  <a:pt x="3354799" y="2942090"/>
                  <a:pt x="3329420" y="2967470"/>
                </a:cubicBezTo>
                <a:cubicBezTo>
                  <a:pt x="3302327" y="2994563"/>
                  <a:pt x="3283995" y="2996884"/>
                  <a:pt x="3262992" y="2975882"/>
                </a:cubicBezTo>
                <a:close/>
                <a:moveTo>
                  <a:pt x="1506855" y="2922270"/>
                </a:moveTo>
                <a:cubicBezTo>
                  <a:pt x="1494143" y="2909558"/>
                  <a:pt x="1491942" y="2877298"/>
                  <a:pt x="1502714" y="2861567"/>
                </a:cubicBezTo>
                <a:cubicBezTo>
                  <a:pt x="1523505" y="2831204"/>
                  <a:pt x="1581150" y="2849112"/>
                  <a:pt x="1581150" y="2885934"/>
                </a:cubicBezTo>
                <a:cubicBezTo>
                  <a:pt x="1581150" y="2923556"/>
                  <a:pt x="1532120" y="2947535"/>
                  <a:pt x="1506855" y="2922270"/>
                </a:cubicBezTo>
                <a:close/>
                <a:moveTo>
                  <a:pt x="1861182" y="2907360"/>
                </a:moveTo>
                <a:cubicBezTo>
                  <a:pt x="1842530" y="2894906"/>
                  <a:pt x="1827587" y="2857274"/>
                  <a:pt x="1833676" y="2838090"/>
                </a:cubicBezTo>
                <a:cubicBezTo>
                  <a:pt x="1838692" y="2822286"/>
                  <a:pt x="1848336" y="2819400"/>
                  <a:pt x="1896116" y="2819400"/>
                </a:cubicBezTo>
                <a:cubicBezTo>
                  <a:pt x="1950311" y="2819400"/>
                  <a:pt x="1952625" y="2820392"/>
                  <a:pt x="1952625" y="2843645"/>
                </a:cubicBezTo>
                <a:cubicBezTo>
                  <a:pt x="1952625" y="2887781"/>
                  <a:pt x="1893528" y="2928958"/>
                  <a:pt x="1861182" y="2907360"/>
                </a:cubicBezTo>
                <a:close/>
                <a:moveTo>
                  <a:pt x="822594" y="2890837"/>
                </a:moveTo>
                <a:cubicBezTo>
                  <a:pt x="809171" y="2855858"/>
                  <a:pt x="847847" y="2824965"/>
                  <a:pt x="873255" y="2850372"/>
                </a:cubicBezTo>
                <a:cubicBezTo>
                  <a:pt x="894428" y="2871546"/>
                  <a:pt x="881114" y="2905125"/>
                  <a:pt x="851546" y="2905125"/>
                </a:cubicBezTo>
                <a:cubicBezTo>
                  <a:pt x="838638" y="2905125"/>
                  <a:pt x="825609" y="2898695"/>
                  <a:pt x="822594" y="2890837"/>
                </a:cubicBezTo>
                <a:close/>
                <a:moveTo>
                  <a:pt x="2828452" y="2890268"/>
                </a:moveTo>
                <a:cubicBezTo>
                  <a:pt x="2805582" y="2862711"/>
                  <a:pt x="2828209" y="2824162"/>
                  <a:pt x="2867254" y="2824162"/>
                </a:cubicBezTo>
                <a:cubicBezTo>
                  <a:pt x="2896466" y="2824162"/>
                  <a:pt x="2900723" y="2827312"/>
                  <a:pt x="2903432" y="2850932"/>
                </a:cubicBezTo>
                <a:cubicBezTo>
                  <a:pt x="2908926" y="2898849"/>
                  <a:pt x="2857824" y="2925658"/>
                  <a:pt x="2828452" y="2890268"/>
                </a:cubicBezTo>
                <a:close/>
                <a:moveTo>
                  <a:pt x="3454130" y="2890837"/>
                </a:moveTo>
                <a:cubicBezTo>
                  <a:pt x="3445297" y="2867819"/>
                  <a:pt x="3457916" y="2847975"/>
                  <a:pt x="3481387" y="2847975"/>
                </a:cubicBezTo>
                <a:cubicBezTo>
                  <a:pt x="3506803" y="2847975"/>
                  <a:pt x="3519851" y="2873183"/>
                  <a:pt x="3504198" y="2892044"/>
                </a:cubicBezTo>
                <a:cubicBezTo>
                  <a:pt x="3489787" y="2909408"/>
                  <a:pt x="3460990" y="2908714"/>
                  <a:pt x="3454130" y="2890837"/>
                </a:cubicBezTo>
                <a:close/>
                <a:moveTo>
                  <a:pt x="2454604" y="2889579"/>
                </a:moveTo>
                <a:cubicBezTo>
                  <a:pt x="2443053" y="2878028"/>
                  <a:pt x="2447325" y="2850805"/>
                  <a:pt x="2462690" y="2838053"/>
                </a:cubicBezTo>
                <a:cubicBezTo>
                  <a:pt x="2484193" y="2820207"/>
                  <a:pt x="2514325" y="2850218"/>
                  <a:pt x="2499130" y="2874347"/>
                </a:cubicBezTo>
                <a:cubicBezTo>
                  <a:pt x="2487774" y="2892379"/>
                  <a:pt x="2465145" y="2900120"/>
                  <a:pt x="2454604" y="2889579"/>
                </a:cubicBezTo>
                <a:close/>
                <a:moveTo>
                  <a:pt x="3929973" y="2877972"/>
                </a:moveTo>
                <a:cubicBezTo>
                  <a:pt x="3925398" y="2864433"/>
                  <a:pt x="3926484" y="2851505"/>
                  <a:pt x="3932720" y="2845269"/>
                </a:cubicBezTo>
                <a:cubicBezTo>
                  <a:pt x="3947155" y="2830834"/>
                  <a:pt x="3950274" y="2838557"/>
                  <a:pt x="3943427" y="2871787"/>
                </a:cubicBezTo>
                <a:cubicBezTo>
                  <a:pt x="3937687" y="2899648"/>
                  <a:pt x="3937350" y="2899803"/>
                  <a:pt x="3929973" y="2877972"/>
                </a:cubicBezTo>
                <a:close/>
                <a:moveTo>
                  <a:pt x="1120775" y="2870200"/>
                </a:moveTo>
                <a:cubicBezTo>
                  <a:pt x="1109041" y="2858466"/>
                  <a:pt x="1114286" y="2821847"/>
                  <a:pt x="1129510" y="2809212"/>
                </a:cubicBezTo>
                <a:cubicBezTo>
                  <a:pt x="1159204" y="2784568"/>
                  <a:pt x="1196414" y="2832332"/>
                  <a:pt x="1171195" y="2862720"/>
                </a:cubicBezTo>
                <a:cubicBezTo>
                  <a:pt x="1159250" y="2877112"/>
                  <a:pt x="1131765" y="2881190"/>
                  <a:pt x="1120775" y="2870200"/>
                </a:cubicBezTo>
                <a:close/>
                <a:moveTo>
                  <a:pt x="3038575" y="2862383"/>
                </a:moveTo>
                <a:cubicBezTo>
                  <a:pt x="3022748" y="2843313"/>
                  <a:pt x="3033291" y="2819400"/>
                  <a:pt x="3057525" y="2819400"/>
                </a:cubicBezTo>
                <a:cubicBezTo>
                  <a:pt x="3068331" y="2819400"/>
                  <a:pt x="3079661" y="2825883"/>
                  <a:pt x="3082702" y="2833808"/>
                </a:cubicBezTo>
                <a:cubicBezTo>
                  <a:pt x="3088175" y="2848071"/>
                  <a:pt x="3071400" y="2876550"/>
                  <a:pt x="3057525" y="2876550"/>
                </a:cubicBezTo>
                <a:cubicBezTo>
                  <a:pt x="3053569" y="2876550"/>
                  <a:pt x="3045041" y="2870175"/>
                  <a:pt x="3038575" y="2862383"/>
                </a:cubicBezTo>
                <a:close/>
                <a:moveTo>
                  <a:pt x="3606799" y="2813050"/>
                </a:moveTo>
                <a:cubicBezTo>
                  <a:pt x="3585782" y="2792032"/>
                  <a:pt x="3605696" y="2733675"/>
                  <a:pt x="3633886" y="2733675"/>
                </a:cubicBezTo>
                <a:cubicBezTo>
                  <a:pt x="3642714" y="2733675"/>
                  <a:pt x="3667125" y="2765153"/>
                  <a:pt x="3667125" y="2776537"/>
                </a:cubicBezTo>
                <a:cubicBezTo>
                  <a:pt x="3667125" y="2803863"/>
                  <a:pt x="3623822" y="2830072"/>
                  <a:pt x="3606799" y="2813050"/>
                </a:cubicBezTo>
                <a:close/>
                <a:moveTo>
                  <a:pt x="676275" y="2738437"/>
                </a:moveTo>
                <a:cubicBezTo>
                  <a:pt x="676275" y="2711648"/>
                  <a:pt x="679951" y="2705100"/>
                  <a:pt x="694989" y="2705100"/>
                </a:cubicBezTo>
                <a:cubicBezTo>
                  <a:pt x="719233" y="2705100"/>
                  <a:pt x="734848" y="2733499"/>
                  <a:pt x="722619" y="2755352"/>
                </a:cubicBezTo>
                <a:cubicBezTo>
                  <a:pt x="705284" y="2786328"/>
                  <a:pt x="676275" y="2775740"/>
                  <a:pt x="676275" y="2738437"/>
                </a:cubicBezTo>
                <a:close/>
                <a:moveTo>
                  <a:pt x="920638" y="2735306"/>
                </a:moveTo>
                <a:cubicBezTo>
                  <a:pt x="884291" y="2695143"/>
                  <a:pt x="913021" y="2628900"/>
                  <a:pt x="966787" y="2628900"/>
                </a:cubicBezTo>
                <a:cubicBezTo>
                  <a:pt x="1022872" y="2628900"/>
                  <a:pt x="1045306" y="2681419"/>
                  <a:pt x="1008958" y="2727627"/>
                </a:cubicBezTo>
                <a:cubicBezTo>
                  <a:pt x="985471" y="2757486"/>
                  <a:pt x="943976" y="2761094"/>
                  <a:pt x="920638" y="2735306"/>
                </a:cubicBezTo>
                <a:close/>
                <a:moveTo>
                  <a:pt x="3807262" y="2746812"/>
                </a:moveTo>
                <a:cubicBezTo>
                  <a:pt x="3783892" y="2723442"/>
                  <a:pt x="3812442" y="2671929"/>
                  <a:pt x="3845261" y="2678250"/>
                </a:cubicBezTo>
                <a:cubicBezTo>
                  <a:pt x="3875058" y="2683988"/>
                  <a:pt x="3868920" y="2747200"/>
                  <a:pt x="3838218" y="2750781"/>
                </a:cubicBezTo>
                <a:cubicBezTo>
                  <a:pt x="3824925" y="2752331"/>
                  <a:pt x="3810995" y="2750545"/>
                  <a:pt x="3807262" y="2746812"/>
                </a:cubicBezTo>
                <a:close/>
                <a:moveTo>
                  <a:pt x="1158798" y="2643691"/>
                </a:moveTo>
                <a:cubicBezTo>
                  <a:pt x="1146324" y="2611184"/>
                  <a:pt x="1179575" y="2580297"/>
                  <a:pt x="1200240" y="2605196"/>
                </a:cubicBezTo>
                <a:cubicBezTo>
                  <a:pt x="1206294" y="2612491"/>
                  <a:pt x="1209778" y="2626166"/>
                  <a:pt x="1207982" y="2635586"/>
                </a:cubicBezTo>
                <a:cubicBezTo>
                  <a:pt x="1203833" y="2657351"/>
                  <a:pt x="1166407" y="2663518"/>
                  <a:pt x="1158798" y="2643691"/>
                </a:cubicBezTo>
                <a:close/>
                <a:moveTo>
                  <a:pt x="3600450" y="2580976"/>
                </a:moveTo>
                <a:cubicBezTo>
                  <a:pt x="3600450" y="2540355"/>
                  <a:pt x="3612774" y="2531860"/>
                  <a:pt x="3628655" y="2561534"/>
                </a:cubicBezTo>
                <a:cubicBezTo>
                  <a:pt x="3640039" y="2582806"/>
                  <a:pt x="3633479" y="2606102"/>
                  <a:pt x="3614001" y="2613577"/>
                </a:cubicBezTo>
                <a:cubicBezTo>
                  <a:pt x="3603685" y="2617535"/>
                  <a:pt x="3600450" y="2609750"/>
                  <a:pt x="3600450" y="2580976"/>
                </a:cubicBezTo>
                <a:close/>
                <a:moveTo>
                  <a:pt x="802005" y="2531745"/>
                </a:moveTo>
                <a:cubicBezTo>
                  <a:pt x="774918" y="2504658"/>
                  <a:pt x="801414" y="2460062"/>
                  <a:pt x="837742" y="2471592"/>
                </a:cubicBezTo>
                <a:cubicBezTo>
                  <a:pt x="869900" y="2481798"/>
                  <a:pt x="858041" y="2543175"/>
                  <a:pt x="823912" y="2543175"/>
                </a:cubicBezTo>
                <a:cubicBezTo>
                  <a:pt x="818149" y="2543175"/>
                  <a:pt x="808291" y="2538031"/>
                  <a:pt x="802005" y="2531745"/>
                </a:cubicBezTo>
                <a:close/>
                <a:moveTo>
                  <a:pt x="3743325" y="2505075"/>
                </a:moveTo>
                <a:cubicBezTo>
                  <a:pt x="3707420" y="2469170"/>
                  <a:pt x="3731357" y="2409825"/>
                  <a:pt x="3781745" y="2409825"/>
                </a:cubicBezTo>
                <a:cubicBezTo>
                  <a:pt x="3837833" y="2409825"/>
                  <a:pt x="3852464" y="2486776"/>
                  <a:pt x="3801557" y="2514020"/>
                </a:cubicBezTo>
                <a:cubicBezTo>
                  <a:pt x="3774906" y="2528283"/>
                  <a:pt x="3765014" y="2526764"/>
                  <a:pt x="3743325" y="2505075"/>
                </a:cubicBezTo>
                <a:close/>
                <a:moveTo>
                  <a:pt x="1039162" y="2470369"/>
                </a:moveTo>
                <a:cubicBezTo>
                  <a:pt x="1004838" y="2446327"/>
                  <a:pt x="1014521" y="2396449"/>
                  <a:pt x="1054260" y="2392599"/>
                </a:cubicBezTo>
                <a:cubicBezTo>
                  <a:pt x="1077143" y="2390383"/>
                  <a:pt x="1087206" y="2394561"/>
                  <a:pt x="1095269" y="2409628"/>
                </a:cubicBezTo>
                <a:cubicBezTo>
                  <a:pt x="1118369" y="2452789"/>
                  <a:pt x="1077394" y="2497148"/>
                  <a:pt x="1039162" y="2470369"/>
                </a:cubicBezTo>
                <a:close/>
                <a:moveTo>
                  <a:pt x="872693" y="2347707"/>
                </a:moveTo>
                <a:cubicBezTo>
                  <a:pt x="853138" y="2328153"/>
                  <a:pt x="852943" y="2301191"/>
                  <a:pt x="872217" y="2281917"/>
                </a:cubicBezTo>
                <a:cubicBezTo>
                  <a:pt x="892352" y="2261783"/>
                  <a:pt x="907942" y="2263076"/>
                  <a:pt x="929276" y="2286650"/>
                </a:cubicBezTo>
                <a:cubicBezTo>
                  <a:pt x="963172" y="2324105"/>
                  <a:pt x="908300" y="2383315"/>
                  <a:pt x="872693" y="2347707"/>
                </a:cubicBezTo>
                <a:close/>
                <a:moveTo>
                  <a:pt x="657527" y="2321718"/>
                </a:moveTo>
                <a:cubicBezTo>
                  <a:pt x="657190" y="2281874"/>
                  <a:pt x="661547" y="2277531"/>
                  <a:pt x="675570" y="2303734"/>
                </a:cubicBezTo>
                <a:cubicBezTo>
                  <a:pt x="682399" y="2316493"/>
                  <a:pt x="681242" y="2326513"/>
                  <a:pt x="671446" y="2339452"/>
                </a:cubicBezTo>
                <a:cubicBezTo>
                  <a:pt x="658857" y="2356081"/>
                  <a:pt x="657808" y="2354745"/>
                  <a:pt x="657527" y="2321718"/>
                </a:cubicBezTo>
                <a:close/>
                <a:moveTo>
                  <a:pt x="1184536" y="2319316"/>
                </a:moveTo>
                <a:cubicBezTo>
                  <a:pt x="1173579" y="2290762"/>
                  <a:pt x="1189602" y="2257425"/>
                  <a:pt x="1214283" y="2257425"/>
                </a:cubicBezTo>
                <a:cubicBezTo>
                  <a:pt x="1244216" y="2257425"/>
                  <a:pt x="1262062" y="2287878"/>
                  <a:pt x="1247775" y="2314575"/>
                </a:cubicBezTo>
                <a:cubicBezTo>
                  <a:pt x="1235716" y="2337106"/>
                  <a:pt x="1192603" y="2340339"/>
                  <a:pt x="1184536" y="2319316"/>
                </a:cubicBezTo>
                <a:close/>
                <a:moveTo>
                  <a:pt x="3640455" y="2303145"/>
                </a:moveTo>
                <a:cubicBezTo>
                  <a:pt x="3611888" y="2274578"/>
                  <a:pt x="3638655" y="2221553"/>
                  <a:pt x="3675705" y="2233312"/>
                </a:cubicBezTo>
                <a:cubicBezTo>
                  <a:pt x="3702968" y="2241965"/>
                  <a:pt x="3710413" y="2274004"/>
                  <a:pt x="3690319" y="2296207"/>
                </a:cubicBezTo>
                <a:cubicBezTo>
                  <a:pt x="3671183" y="2317352"/>
                  <a:pt x="3656680" y="2319370"/>
                  <a:pt x="3640455" y="2303145"/>
                </a:cubicBezTo>
                <a:close/>
                <a:moveTo>
                  <a:pt x="1053192" y="2185307"/>
                </a:moveTo>
                <a:cubicBezTo>
                  <a:pt x="1035485" y="2167599"/>
                  <a:pt x="1035333" y="2166326"/>
                  <a:pt x="1048085" y="2142498"/>
                </a:cubicBezTo>
                <a:cubicBezTo>
                  <a:pt x="1064148" y="2112483"/>
                  <a:pt x="1114425" y="2124714"/>
                  <a:pt x="1114425" y="2158637"/>
                </a:cubicBezTo>
                <a:cubicBezTo>
                  <a:pt x="1114425" y="2172006"/>
                  <a:pt x="1088558" y="2200275"/>
                  <a:pt x="1076325" y="2200275"/>
                </a:cubicBezTo>
                <a:cubicBezTo>
                  <a:pt x="1071834" y="2200275"/>
                  <a:pt x="1061425" y="2193539"/>
                  <a:pt x="1053192" y="2185307"/>
                </a:cubicBezTo>
                <a:close/>
                <a:moveTo>
                  <a:pt x="3816679" y="2194254"/>
                </a:moveTo>
                <a:cubicBezTo>
                  <a:pt x="3805128" y="2182703"/>
                  <a:pt x="3809400" y="2155480"/>
                  <a:pt x="3824765" y="2142728"/>
                </a:cubicBezTo>
                <a:cubicBezTo>
                  <a:pt x="3846268" y="2124882"/>
                  <a:pt x="3876400" y="2154893"/>
                  <a:pt x="3861205" y="2179022"/>
                </a:cubicBezTo>
                <a:cubicBezTo>
                  <a:pt x="3849849" y="2197054"/>
                  <a:pt x="3827220" y="2204795"/>
                  <a:pt x="3816679" y="2194254"/>
                </a:cubicBezTo>
                <a:close/>
                <a:moveTo>
                  <a:pt x="4172385" y="2186511"/>
                </a:moveTo>
                <a:cubicBezTo>
                  <a:pt x="4140655" y="2148279"/>
                  <a:pt x="4186186" y="2095978"/>
                  <a:pt x="4220942" y="2130734"/>
                </a:cubicBezTo>
                <a:cubicBezTo>
                  <a:pt x="4240700" y="2150491"/>
                  <a:pt x="4240909" y="2152507"/>
                  <a:pt x="4225617" y="2175845"/>
                </a:cubicBezTo>
                <a:cubicBezTo>
                  <a:pt x="4207642" y="2203279"/>
                  <a:pt x="4189343" y="2206945"/>
                  <a:pt x="4172385" y="2186511"/>
                </a:cubicBezTo>
                <a:close/>
                <a:moveTo>
                  <a:pt x="638554" y="2157870"/>
                </a:moveTo>
                <a:cubicBezTo>
                  <a:pt x="620452" y="2136057"/>
                  <a:pt x="630578" y="2110136"/>
                  <a:pt x="658470" y="2106890"/>
                </a:cubicBezTo>
                <a:cubicBezTo>
                  <a:pt x="687592" y="2103502"/>
                  <a:pt x="700344" y="2125473"/>
                  <a:pt x="685430" y="2153340"/>
                </a:cubicBezTo>
                <a:cubicBezTo>
                  <a:pt x="673756" y="2175153"/>
                  <a:pt x="654447" y="2177019"/>
                  <a:pt x="638554" y="2157870"/>
                </a:cubicBezTo>
                <a:close/>
                <a:moveTo>
                  <a:pt x="1651467" y="2148404"/>
                </a:moveTo>
                <a:cubicBezTo>
                  <a:pt x="1643492" y="2127622"/>
                  <a:pt x="1665816" y="2103512"/>
                  <a:pt x="1689854" y="2106946"/>
                </a:cubicBezTo>
                <a:cubicBezTo>
                  <a:pt x="1722434" y="2111601"/>
                  <a:pt x="1717083" y="2156567"/>
                  <a:pt x="1683489" y="2160431"/>
                </a:cubicBezTo>
                <a:cubicBezTo>
                  <a:pt x="1666296" y="2162409"/>
                  <a:pt x="1655249" y="2158260"/>
                  <a:pt x="1651467" y="2148404"/>
                </a:cubicBezTo>
                <a:close/>
                <a:moveTo>
                  <a:pt x="2736056" y="2155609"/>
                </a:moveTo>
                <a:cubicBezTo>
                  <a:pt x="2745224" y="2153213"/>
                  <a:pt x="2760225" y="2153213"/>
                  <a:pt x="2769393" y="2155609"/>
                </a:cubicBezTo>
                <a:cubicBezTo>
                  <a:pt x="2778561" y="2158004"/>
                  <a:pt x="2771060" y="2159965"/>
                  <a:pt x="2752725" y="2159965"/>
                </a:cubicBezTo>
                <a:cubicBezTo>
                  <a:pt x="2734389" y="2159965"/>
                  <a:pt x="2726888" y="2158004"/>
                  <a:pt x="2736056" y="2155609"/>
                </a:cubicBezTo>
                <a:close/>
                <a:moveTo>
                  <a:pt x="3464364" y="2156264"/>
                </a:moveTo>
                <a:cubicBezTo>
                  <a:pt x="3451266" y="2143166"/>
                  <a:pt x="3457748" y="2098295"/>
                  <a:pt x="3474993" y="2082688"/>
                </a:cubicBezTo>
                <a:cubicBezTo>
                  <a:pt x="3513964" y="2047420"/>
                  <a:pt x="3565651" y="2072627"/>
                  <a:pt x="3560718" y="2124495"/>
                </a:cubicBezTo>
                <a:cubicBezTo>
                  <a:pt x="3557698" y="2156248"/>
                  <a:pt x="3556059" y="2157512"/>
                  <a:pt x="3514370" y="2160232"/>
                </a:cubicBezTo>
                <a:cubicBezTo>
                  <a:pt x="3490600" y="2161784"/>
                  <a:pt x="3468098" y="2159998"/>
                  <a:pt x="3464364" y="2156264"/>
                </a:cubicBezTo>
                <a:close/>
                <a:moveTo>
                  <a:pt x="1868805" y="2131695"/>
                </a:moveTo>
                <a:cubicBezTo>
                  <a:pt x="1844638" y="2107528"/>
                  <a:pt x="1864965" y="2057400"/>
                  <a:pt x="1898930" y="2057400"/>
                </a:cubicBezTo>
                <a:cubicBezTo>
                  <a:pt x="1908882" y="2057400"/>
                  <a:pt x="1933575" y="2087950"/>
                  <a:pt x="1933575" y="2100262"/>
                </a:cubicBezTo>
                <a:cubicBezTo>
                  <a:pt x="1933575" y="2132154"/>
                  <a:pt x="1890276" y="2153166"/>
                  <a:pt x="1868805" y="2131695"/>
                </a:cubicBezTo>
                <a:close/>
                <a:moveTo>
                  <a:pt x="2492374" y="2127250"/>
                </a:moveTo>
                <a:cubicBezTo>
                  <a:pt x="2469062" y="2103937"/>
                  <a:pt x="2496085" y="2038350"/>
                  <a:pt x="2529003" y="2038350"/>
                </a:cubicBezTo>
                <a:cubicBezTo>
                  <a:pt x="2566030" y="2038350"/>
                  <a:pt x="2588094" y="2078910"/>
                  <a:pt x="2567863" y="2109787"/>
                </a:cubicBezTo>
                <a:cubicBezTo>
                  <a:pt x="2552831" y="2132728"/>
                  <a:pt x="2508182" y="2143057"/>
                  <a:pt x="2492374" y="2127250"/>
                </a:cubicBezTo>
                <a:close/>
                <a:moveTo>
                  <a:pt x="2978551" y="2127651"/>
                </a:moveTo>
                <a:cubicBezTo>
                  <a:pt x="2967072" y="2116172"/>
                  <a:pt x="2971086" y="2088899"/>
                  <a:pt x="2986087" y="2076450"/>
                </a:cubicBezTo>
                <a:cubicBezTo>
                  <a:pt x="3005189" y="2060596"/>
                  <a:pt x="3031008" y="2081094"/>
                  <a:pt x="3027028" y="2108954"/>
                </a:cubicBezTo>
                <a:cubicBezTo>
                  <a:pt x="3024211" y="2128668"/>
                  <a:pt x="2991994" y="2141094"/>
                  <a:pt x="2978551" y="2127651"/>
                </a:cubicBezTo>
                <a:close/>
                <a:moveTo>
                  <a:pt x="796813" y="2106656"/>
                </a:moveTo>
                <a:cubicBezTo>
                  <a:pt x="788143" y="2097075"/>
                  <a:pt x="781050" y="2079736"/>
                  <a:pt x="781050" y="2068123"/>
                </a:cubicBezTo>
                <a:cubicBezTo>
                  <a:pt x="781050" y="2046318"/>
                  <a:pt x="819840" y="2000250"/>
                  <a:pt x="838200" y="2000250"/>
                </a:cubicBezTo>
                <a:cubicBezTo>
                  <a:pt x="853221" y="2000250"/>
                  <a:pt x="895350" y="2044622"/>
                  <a:pt x="895350" y="2060445"/>
                </a:cubicBezTo>
                <a:cubicBezTo>
                  <a:pt x="895350" y="2108300"/>
                  <a:pt x="827218" y="2140252"/>
                  <a:pt x="796813" y="2106656"/>
                </a:cubicBezTo>
                <a:close/>
                <a:moveTo>
                  <a:pt x="3124535" y="2086601"/>
                </a:moveTo>
                <a:cubicBezTo>
                  <a:pt x="3110080" y="2059592"/>
                  <a:pt x="3112375" y="2043383"/>
                  <a:pt x="3133341" y="2024409"/>
                </a:cubicBezTo>
                <a:cubicBezTo>
                  <a:pt x="3158867" y="2001308"/>
                  <a:pt x="3198124" y="2011678"/>
                  <a:pt x="3206146" y="2043641"/>
                </a:cubicBezTo>
                <a:cubicBezTo>
                  <a:pt x="3218188" y="2091621"/>
                  <a:pt x="3147215" y="2128980"/>
                  <a:pt x="3124535" y="2086601"/>
                </a:cubicBezTo>
                <a:close/>
                <a:moveTo>
                  <a:pt x="1272267" y="2080532"/>
                </a:moveTo>
                <a:cubicBezTo>
                  <a:pt x="1239378" y="2047642"/>
                  <a:pt x="1266681" y="1981200"/>
                  <a:pt x="1313085" y="1981200"/>
                </a:cubicBezTo>
                <a:cubicBezTo>
                  <a:pt x="1347272" y="1981200"/>
                  <a:pt x="1362075" y="1997159"/>
                  <a:pt x="1362075" y="2034016"/>
                </a:cubicBezTo>
                <a:cubicBezTo>
                  <a:pt x="1362075" y="2085915"/>
                  <a:pt x="1306458" y="2114722"/>
                  <a:pt x="1272267" y="2080532"/>
                </a:cubicBezTo>
                <a:close/>
                <a:moveTo>
                  <a:pt x="2259330" y="2084070"/>
                </a:moveTo>
                <a:cubicBezTo>
                  <a:pt x="2233877" y="2058617"/>
                  <a:pt x="2252442" y="2009775"/>
                  <a:pt x="2287569" y="2009775"/>
                </a:cubicBezTo>
                <a:cubicBezTo>
                  <a:pt x="2315394" y="2009775"/>
                  <a:pt x="2328176" y="2044996"/>
                  <a:pt x="2310269" y="2072326"/>
                </a:cubicBezTo>
                <a:cubicBezTo>
                  <a:pt x="2293592" y="2097778"/>
                  <a:pt x="2276889" y="2101629"/>
                  <a:pt x="2259330" y="2084070"/>
                </a:cubicBezTo>
                <a:close/>
                <a:moveTo>
                  <a:pt x="3997213" y="2059031"/>
                </a:moveTo>
                <a:cubicBezTo>
                  <a:pt x="3977758" y="2037533"/>
                  <a:pt x="3976740" y="1996966"/>
                  <a:pt x="3995270" y="1981587"/>
                </a:cubicBezTo>
                <a:cubicBezTo>
                  <a:pt x="4006413" y="1972340"/>
                  <a:pt x="4015640" y="1975343"/>
                  <a:pt x="4042895" y="1997090"/>
                </a:cubicBezTo>
                <a:cubicBezTo>
                  <a:pt x="4081247" y="2027691"/>
                  <a:pt x="4083988" y="2038326"/>
                  <a:pt x="4059281" y="2060686"/>
                </a:cubicBezTo>
                <a:cubicBezTo>
                  <a:pt x="4036641" y="2081174"/>
                  <a:pt x="4016774" y="2080645"/>
                  <a:pt x="3997213" y="2059031"/>
                </a:cubicBezTo>
                <a:close/>
                <a:moveTo>
                  <a:pt x="1535430" y="2036445"/>
                </a:moveTo>
                <a:cubicBezTo>
                  <a:pt x="1521387" y="2022402"/>
                  <a:pt x="1520743" y="1995557"/>
                  <a:pt x="1533860" y="1971048"/>
                </a:cubicBezTo>
                <a:cubicBezTo>
                  <a:pt x="1548820" y="1943094"/>
                  <a:pt x="1597703" y="1946250"/>
                  <a:pt x="1611280" y="1976047"/>
                </a:cubicBezTo>
                <a:cubicBezTo>
                  <a:pt x="1632345" y="2022280"/>
                  <a:pt x="1570506" y="2071521"/>
                  <a:pt x="1535430" y="2036445"/>
                </a:cubicBezTo>
                <a:close/>
                <a:moveTo>
                  <a:pt x="3730624" y="2012949"/>
                </a:moveTo>
                <a:cubicBezTo>
                  <a:pt x="3720518" y="2002843"/>
                  <a:pt x="3723272" y="1954368"/>
                  <a:pt x="3734341" y="1947527"/>
                </a:cubicBezTo>
                <a:cubicBezTo>
                  <a:pt x="3754859" y="1934846"/>
                  <a:pt x="3790950" y="1952179"/>
                  <a:pt x="3790950" y="1974713"/>
                </a:cubicBezTo>
                <a:cubicBezTo>
                  <a:pt x="3790950" y="2009294"/>
                  <a:pt x="3751790" y="2034115"/>
                  <a:pt x="3730624" y="2012949"/>
                </a:cubicBezTo>
                <a:close/>
                <a:moveTo>
                  <a:pt x="2696048" y="1991609"/>
                </a:moveTo>
                <a:cubicBezTo>
                  <a:pt x="2688698" y="1977876"/>
                  <a:pt x="2690380" y="1968437"/>
                  <a:pt x="2702940" y="1952926"/>
                </a:cubicBezTo>
                <a:cubicBezTo>
                  <a:pt x="2731258" y="1917955"/>
                  <a:pt x="2773896" y="1951165"/>
                  <a:pt x="2752355" y="1991415"/>
                </a:cubicBezTo>
                <a:cubicBezTo>
                  <a:pt x="2739756" y="2014957"/>
                  <a:pt x="2708601" y="2015064"/>
                  <a:pt x="2696048" y="1991609"/>
                </a:cubicBezTo>
                <a:close/>
                <a:moveTo>
                  <a:pt x="3353574" y="1996420"/>
                </a:moveTo>
                <a:cubicBezTo>
                  <a:pt x="3334138" y="1973001"/>
                  <a:pt x="3344426" y="1938337"/>
                  <a:pt x="3370811" y="1938337"/>
                </a:cubicBezTo>
                <a:cubicBezTo>
                  <a:pt x="3400468" y="1938337"/>
                  <a:pt x="3418531" y="1965456"/>
                  <a:pt x="3404117" y="1988343"/>
                </a:cubicBezTo>
                <a:cubicBezTo>
                  <a:pt x="3390214" y="2010420"/>
                  <a:pt x="3368123" y="2013950"/>
                  <a:pt x="3353574" y="1996420"/>
                </a:cubicBezTo>
                <a:close/>
                <a:moveTo>
                  <a:pt x="2025538" y="1982831"/>
                </a:moveTo>
                <a:cubicBezTo>
                  <a:pt x="2006149" y="1961406"/>
                  <a:pt x="2004946" y="1911339"/>
                  <a:pt x="2023451" y="1895981"/>
                </a:cubicBezTo>
                <a:cubicBezTo>
                  <a:pt x="2040948" y="1881460"/>
                  <a:pt x="2103288" y="1875434"/>
                  <a:pt x="2110770" y="1887541"/>
                </a:cubicBezTo>
                <a:cubicBezTo>
                  <a:pt x="2148527" y="1948632"/>
                  <a:pt x="2072008" y="2034180"/>
                  <a:pt x="2025538" y="1982831"/>
                </a:cubicBezTo>
                <a:close/>
                <a:moveTo>
                  <a:pt x="1052112" y="1967638"/>
                </a:moveTo>
                <a:cubicBezTo>
                  <a:pt x="1022072" y="1921791"/>
                  <a:pt x="1075787" y="1861399"/>
                  <a:pt x="1120529" y="1890716"/>
                </a:cubicBezTo>
                <a:cubicBezTo>
                  <a:pt x="1148369" y="1908957"/>
                  <a:pt x="1149921" y="1945703"/>
                  <a:pt x="1123950" y="1971675"/>
                </a:cubicBezTo>
                <a:cubicBezTo>
                  <a:pt x="1098364" y="1997260"/>
                  <a:pt x="1070495" y="1995694"/>
                  <a:pt x="1052112" y="1967638"/>
                </a:cubicBezTo>
                <a:close/>
                <a:moveTo>
                  <a:pt x="2862942" y="1937657"/>
                </a:moveTo>
                <a:cubicBezTo>
                  <a:pt x="2831181" y="1905896"/>
                  <a:pt x="2859509" y="1838325"/>
                  <a:pt x="2904584" y="1838325"/>
                </a:cubicBezTo>
                <a:cubicBezTo>
                  <a:pt x="2925431" y="1838325"/>
                  <a:pt x="2952750" y="1871942"/>
                  <a:pt x="2952750" y="1897594"/>
                </a:cubicBezTo>
                <a:cubicBezTo>
                  <a:pt x="2952750" y="1940062"/>
                  <a:pt x="2892310" y="1967024"/>
                  <a:pt x="2862942" y="1937657"/>
                </a:cubicBezTo>
                <a:close/>
                <a:moveTo>
                  <a:pt x="3525251" y="1920494"/>
                </a:moveTo>
                <a:cubicBezTo>
                  <a:pt x="3510522" y="1902746"/>
                  <a:pt x="3522089" y="1876425"/>
                  <a:pt x="3544618" y="1876425"/>
                </a:cubicBezTo>
                <a:cubicBezTo>
                  <a:pt x="3567729" y="1876425"/>
                  <a:pt x="3577716" y="1900772"/>
                  <a:pt x="3562249" y="1919408"/>
                </a:cubicBezTo>
                <a:cubicBezTo>
                  <a:pt x="3547653" y="1936995"/>
                  <a:pt x="3539153" y="1937245"/>
                  <a:pt x="3525251" y="1920494"/>
                </a:cubicBezTo>
                <a:close/>
                <a:moveTo>
                  <a:pt x="2356389" y="1900941"/>
                </a:moveTo>
                <a:cubicBezTo>
                  <a:pt x="2347723" y="1878358"/>
                  <a:pt x="2359985" y="1855551"/>
                  <a:pt x="2378839" y="1859182"/>
                </a:cubicBezTo>
                <a:cubicBezTo>
                  <a:pt x="2401490" y="1863544"/>
                  <a:pt x="2401490" y="1908355"/>
                  <a:pt x="2378839" y="1912717"/>
                </a:cubicBezTo>
                <a:cubicBezTo>
                  <a:pt x="2369656" y="1914485"/>
                  <a:pt x="2359553" y="1909186"/>
                  <a:pt x="2356389" y="1900941"/>
                </a:cubicBezTo>
                <a:close/>
                <a:moveTo>
                  <a:pt x="1738279" y="1882473"/>
                </a:moveTo>
                <a:cubicBezTo>
                  <a:pt x="1708427" y="1836914"/>
                  <a:pt x="1752639" y="1785577"/>
                  <a:pt x="1796804" y="1814516"/>
                </a:cubicBezTo>
                <a:cubicBezTo>
                  <a:pt x="1823798" y="1832203"/>
                  <a:pt x="1826167" y="1867235"/>
                  <a:pt x="1801856" y="1889236"/>
                </a:cubicBezTo>
                <a:cubicBezTo>
                  <a:pt x="1777552" y="1911230"/>
                  <a:pt x="1755590" y="1908894"/>
                  <a:pt x="1738279" y="1882473"/>
                </a:cubicBezTo>
                <a:close/>
                <a:moveTo>
                  <a:pt x="3134160" y="1881711"/>
                </a:moveTo>
                <a:cubicBezTo>
                  <a:pt x="3112749" y="1855913"/>
                  <a:pt x="3125669" y="1824037"/>
                  <a:pt x="3157537" y="1824037"/>
                </a:cubicBezTo>
                <a:cubicBezTo>
                  <a:pt x="3192297" y="1824037"/>
                  <a:pt x="3204053" y="1862282"/>
                  <a:pt x="3175671" y="1883035"/>
                </a:cubicBezTo>
                <a:cubicBezTo>
                  <a:pt x="3154057" y="1898839"/>
                  <a:pt x="3148220" y="1898653"/>
                  <a:pt x="3134160" y="1881711"/>
                </a:cubicBezTo>
                <a:close/>
                <a:moveTo>
                  <a:pt x="788193" y="1856612"/>
                </a:moveTo>
                <a:cubicBezTo>
                  <a:pt x="760959" y="1840749"/>
                  <a:pt x="779820" y="1781175"/>
                  <a:pt x="812075" y="1781175"/>
                </a:cubicBezTo>
                <a:cubicBezTo>
                  <a:pt x="822835" y="1781175"/>
                  <a:pt x="847725" y="1811100"/>
                  <a:pt x="847725" y="1824037"/>
                </a:cubicBezTo>
                <a:cubicBezTo>
                  <a:pt x="847725" y="1837568"/>
                  <a:pt x="822467" y="1867109"/>
                  <a:pt x="811325" y="1866610"/>
                </a:cubicBezTo>
                <a:cubicBezTo>
                  <a:pt x="807771" y="1866451"/>
                  <a:pt x="797361" y="1861951"/>
                  <a:pt x="788193" y="1856612"/>
                </a:cubicBezTo>
                <a:close/>
                <a:moveTo>
                  <a:pt x="3946297" y="1851317"/>
                </a:moveTo>
                <a:cubicBezTo>
                  <a:pt x="3939760" y="1834282"/>
                  <a:pt x="3952464" y="1808299"/>
                  <a:pt x="3970224" y="1802379"/>
                </a:cubicBezTo>
                <a:cubicBezTo>
                  <a:pt x="3977449" y="1799970"/>
                  <a:pt x="3981450" y="1810800"/>
                  <a:pt x="3981450" y="1832768"/>
                </a:cubicBezTo>
                <a:cubicBezTo>
                  <a:pt x="3981450" y="1869158"/>
                  <a:pt x="3957910" y="1881579"/>
                  <a:pt x="3946297" y="1851317"/>
                </a:cubicBezTo>
                <a:close/>
                <a:moveTo>
                  <a:pt x="1368826" y="1841901"/>
                </a:moveTo>
                <a:cubicBezTo>
                  <a:pt x="1347059" y="1820134"/>
                  <a:pt x="1375542" y="1775975"/>
                  <a:pt x="1404245" y="1786989"/>
                </a:cubicBezTo>
                <a:cubicBezTo>
                  <a:pt x="1427576" y="1795942"/>
                  <a:pt x="1420321" y="1842248"/>
                  <a:pt x="1395020" y="1845870"/>
                </a:cubicBezTo>
                <a:cubicBezTo>
                  <a:pt x="1384327" y="1847401"/>
                  <a:pt x="1372540" y="1845615"/>
                  <a:pt x="1368826" y="1841901"/>
                </a:cubicBezTo>
                <a:close/>
                <a:moveTo>
                  <a:pt x="2557462" y="1836468"/>
                </a:moveTo>
                <a:cubicBezTo>
                  <a:pt x="2497562" y="1802501"/>
                  <a:pt x="2519064" y="1714500"/>
                  <a:pt x="2587263" y="1714500"/>
                </a:cubicBezTo>
                <a:cubicBezTo>
                  <a:pt x="2624857" y="1714500"/>
                  <a:pt x="2638425" y="1729978"/>
                  <a:pt x="2638425" y="1772863"/>
                </a:cubicBezTo>
                <a:cubicBezTo>
                  <a:pt x="2638425" y="1799873"/>
                  <a:pt x="2632421" y="1813089"/>
                  <a:pt x="2613327" y="1828108"/>
                </a:cubicBezTo>
                <a:cubicBezTo>
                  <a:pt x="2584512" y="1850774"/>
                  <a:pt x="2583072" y="1850990"/>
                  <a:pt x="2557462" y="1836468"/>
                </a:cubicBezTo>
                <a:close/>
                <a:moveTo>
                  <a:pt x="994314" y="1796166"/>
                </a:moveTo>
                <a:cubicBezTo>
                  <a:pt x="985648" y="1773583"/>
                  <a:pt x="997910" y="1750776"/>
                  <a:pt x="1016764" y="1754407"/>
                </a:cubicBezTo>
                <a:cubicBezTo>
                  <a:pt x="1027309" y="1756438"/>
                  <a:pt x="1033462" y="1766302"/>
                  <a:pt x="1033462" y="1781175"/>
                </a:cubicBezTo>
                <a:cubicBezTo>
                  <a:pt x="1033462" y="1808327"/>
                  <a:pt x="1003398" y="1819839"/>
                  <a:pt x="994314" y="1796166"/>
                </a:cubicBezTo>
                <a:close/>
                <a:moveTo>
                  <a:pt x="3705560" y="1791326"/>
                </a:moveTo>
                <a:cubicBezTo>
                  <a:pt x="3689396" y="1761123"/>
                  <a:pt x="3694215" y="1736100"/>
                  <a:pt x="3720120" y="1715723"/>
                </a:cubicBezTo>
                <a:cubicBezTo>
                  <a:pt x="3768268" y="1677850"/>
                  <a:pt x="3821766" y="1732974"/>
                  <a:pt x="3787547" y="1785199"/>
                </a:cubicBezTo>
                <a:cubicBezTo>
                  <a:pt x="3767540" y="1815732"/>
                  <a:pt x="3720503" y="1819247"/>
                  <a:pt x="3705560" y="1791326"/>
                </a:cubicBezTo>
                <a:close/>
                <a:moveTo>
                  <a:pt x="3339192" y="1756682"/>
                </a:moveTo>
                <a:cubicBezTo>
                  <a:pt x="3330960" y="1748449"/>
                  <a:pt x="3324225" y="1739087"/>
                  <a:pt x="3324225" y="1735876"/>
                </a:cubicBezTo>
                <a:cubicBezTo>
                  <a:pt x="3324225" y="1718164"/>
                  <a:pt x="3365910" y="1647825"/>
                  <a:pt x="3376406" y="1647825"/>
                </a:cubicBezTo>
                <a:cubicBezTo>
                  <a:pt x="3400275" y="1647825"/>
                  <a:pt x="3431381" y="1682013"/>
                  <a:pt x="3431381" y="1708247"/>
                </a:cubicBezTo>
                <a:cubicBezTo>
                  <a:pt x="3431381" y="1760311"/>
                  <a:pt x="3373324" y="1790813"/>
                  <a:pt x="3339192" y="1756682"/>
                </a:cubicBezTo>
                <a:close/>
                <a:moveTo>
                  <a:pt x="1562100" y="1754647"/>
                </a:moveTo>
                <a:cubicBezTo>
                  <a:pt x="1529284" y="1743384"/>
                  <a:pt x="1522823" y="1689037"/>
                  <a:pt x="1551242" y="1663318"/>
                </a:cubicBezTo>
                <a:cubicBezTo>
                  <a:pt x="1573211" y="1643436"/>
                  <a:pt x="1614445" y="1655782"/>
                  <a:pt x="1623725" y="1685019"/>
                </a:cubicBezTo>
                <a:cubicBezTo>
                  <a:pt x="1634996" y="1720533"/>
                  <a:pt x="1594854" y="1765888"/>
                  <a:pt x="1562100" y="1754647"/>
                </a:cubicBezTo>
                <a:close/>
                <a:moveTo>
                  <a:pt x="2209800" y="1743075"/>
                </a:moveTo>
                <a:cubicBezTo>
                  <a:pt x="2186061" y="1719336"/>
                  <a:pt x="2185802" y="1703670"/>
                  <a:pt x="2208681" y="1675416"/>
                </a:cubicBezTo>
                <a:cubicBezTo>
                  <a:pt x="2224506" y="1655872"/>
                  <a:pt x="2229539" y="1654606"/>
                  <a:pt x="2251543" y="1664632"/>
                </a:cubicBezTo>
                <a:cubicBezTo>
                  <a:pt x="2284632" y="1679708"/>
                  <a:pt x="2289191" y="1727496"/>
                  <a:pt x="2259708" y="1750218"/>
                </a:cubicBezTo>
                <a:cubicBezTo>
                  <a:pt x="2238839" y="1766301"/>
                  <a:pt x="2232055" y="1765330"/>
                  <a:pt x="2209800" y="1743075"/>
                </a:cubicBezTo>
                <a:close/>
                <a:moveTo>
                  <a:pt x="1202055" y="1741170"/>
                </a:moveTo>
                <a:cubicBezTo>
                  <a:pt x="1183642" y="1722757"/>
                  <a:pt x="1188194" y="1678370"/>
                  <a:pt x="1209675" y="1666875"/>
                </a:cubicBezTo>
                <a:cubicBezTo>
                  <a:pt x="1238422" y="1651489"/>
                  <a:pt x="1266825" y="1670424"/>
                  <a:pt x="1266825" y="1704975"/>
                </a:cubicBezTo>
                <a:cubicBezTo>
                  <a:pt x="1266825" y="1743510"/>
                  <a:pt x="1226775" y="1765890"/>
                  <a:pt x="1202055" y="1741170"/>
                </a:cubicBezTo>
                <a:close/>
                <a:moveTo>
                  <a:pt x="1968829" y="1737054"/>
                </a:moveTo>
                <a:cubicBezTo>
                  <a:pt x="1957278" y="1725503"/>
                  <a:pt x="1961550" y="1698280"/>
                  <a:pt x="1976915" y="1685528"/>
                </a:cubicBezTo>
                <a:cubicBezTo>
                  <a:pt x="1998418" y="1667682"/>
                  <a:pt x="2028550" y="1697693"/>
                  <a:pt x="2013355" y="1721822"/>
                </a:cubicBezTo>
                <a:cubicBezTo>
                  <a:pt x="2001999" y="1739854"/>
                  <a:pt x="1979370" y="1747595"/>
                  <a:pt x="1968829" y="1737054"/>
                </a:cubicBezTo>
                <a:close/>
                <a:moveTo>
                  <a:pt x="652373" y="1710850"/>
                </a:moveTo>
                <a:cubicBezTo>
                  <a:pt x="639816" y="1701668"/>
                  <a:pt x="637066" y="1691638"/>
                  <a:pt x="641865" y="1672518"/>
                </a:cubicBezTo>
                <a:cubicBezTo>
                  <a:pt x="651115" y="1635664"/>
                  <a:pt x="698636" y="1640031"/>
                  <a:pt x="703039" y="1678140"/>
                </a:cubicBezTo>
                <a:cubicBezTo>
                  <a:pt x="706817" y="1710840"/>
                  <a:pt x="677895" y="1729512"/>
                  <a:pt x="652373" y="1710850"/>
                </a:cubicBezTo>
                <a:close/>
                <a:moveTo>
                  <a:pt x="2797612" y="1699062"/>
                </a:moveTo>
                <a:cubicBezTo>
                  <a:pt x="2772399" y="1673849"/>
                  <a:pt x="2807533" y="1616625"/>
                  <a:pt x="2836867" y="1635127"/>
                </a:cubicBezTo>
                <a:cubicBezTo>
                  <a:pt x="2863425" y="1651880"/>
                  <a:pt x="2857588" y="1699646"/>
                  <a:pt x="2828568" y="1703031"/>
                </a:cubicBezTo>
                <a:cubicBezTo>
                  <a:pt x="2815275" y="1704581"/>
                  <a:pt x="2801345" y="1702795"/>
                  <a:pt x="2797612" y="1699062"/>
                </a:cubicBezTo>
                <a:close/>
                <a:moveTo>
                  <a:pt x="3048435" y="1691211"/>
                </a:moveTo>
                <a:cubicBezTo>
                  <a:pt x="3021343" y="1658568"/>
                  <a:pt x="3058708" y="1603384"/>
                  <a:pt x="3093243" y="1625033"/>
                </a:cubicBezTo>
                <a:cubicBezTo>
                  <a:pt x="3127232" y="1646340"/>
                  <a:pt x="3115006" y="1704975"/>
                  <a:pt x="3076575" y="1704975"/>
                </a:cubicBezTo>
                <a:cubicBezTo>
                  <a:pt x="3067380" y="1704975"/>
                  <a:pt x="3054717" y="1698781"/>
                  <a:pt x="3048435" y="1691211"/>
                </a:cubicBezTo>
                <a:close/>
                <a:moveTo>
                  <a:pt x="3567103" y="1676386"/>
                </a:moveTo>
                <a:cubicBezTo>
                  <a:pt x="3557298" y="1660520"/>
                  <a:pt x="3570353" y="1619250"/>
                  <a:pt x="3585177" y="1619250"/>
                </a:cubicBezTo>
                <a:cubicBezTo>
                  <a:pt x="3607444" y="1619250"/>
                  <a:pt x="3624494" y="1647299"/>
                  <a:pt x="3613164" y="1665292"/>
                </a:cubicBezTo>
                <a:cubicBezTo>
                  <a:pt x="3600924" y="1684730"/>
                  <a:pt x="3575974" y="1690739"/>
                  <a:pt x="3567103" y="1676386"/>
                </a:cubicBezTo>
                <a:close/>
                <a:moveTo>
                  <a:pt x="845298" y="1612106"/>
                </a:moveTo>
                <a:cubicBezTo>
                  <a:pt x="820957" y="1584883"/>
                  <a:pt x="820211" y="1543349"/>
                  <a:pt x="843642" y="1519917"/>
                </a:cubicBezTo>
                <a:cubicBezTo>
                  <a:pt x="865672" y="1497887"/>
                  <a:pt x="930205" y="1500140"/>
                  <a:pt x="942639" y="1523373"/>
                </a:cubicBezTo>
                <a:cubicBezTo>
                  <a:pt x="977333" y="1588200"/>
                  <a:pt x="892812" y="1665246"/>
                  <a:pt x="845298" y="1612106"/>
                </a:cubicBezTo>
                <a:close/>
                <a:moveTo>
                  <a:pt x="1785309" y="1605849"/>
                </a:moveTo>
                <a:cubicBezTo>
                  <a:pt x="1771896" y="1552409"/>
                  <a:pt x="1824415" y="1522842"/>
                  <a:pt x="1853776" y="1567304"/>
                </a:cubicBezTo>
                <a:cubicBezTo>
                  <a:pt x="1864726" y="1583886"/>
                  <a:pt x="1864453" y="1589928"/>
                  <a:pt x="1851946" y="1607785"/>
                </a:cubicBezTo>
                <a:cubicBezTo>
                  <a:pt x="1831571" y="1636874"/>
                  <a:pt x="1792813" y="1635748"/>
                  <a:pt x="1785309" y="1605849"/>
                </a:cubicBezTo>
                <a:close/>
                <a:moveTo>
                  <a:pt x="2401060" y="1615404"/>
                </a:moveTo>
                <a:cubicBezTo>
                  <a:pt x="2386770" y="1598185"/>
                  <a:pt x="2395219" y="1566087"/>
                  <a:pt x="2416157" y="1558053"/>
                </a:cubicBezTo>
                <a:cubicBezTo>
                  <a:pt x="2438322" y="1549547"/>
                  <a:pt x="2458841" y="1571075"/>
                  <a:pt x="2455550" y="1599384"/>
                </a:cubicBezTo>
                <a:cubicBezTo>
                  <a:pt x="2452202" y="1628185"/>
                  <a:pt x="2419618" y="1637765"/>
                  <a:pt x="2401060" y="1615404"/>
                </a:cubicBezTo>
                <a:close/>
                <a:moveTo>
                  <a:pt x="1082675" y="1593849"/>
                </a:moveTo>
                <a:cubicBezTo>
                  <a:pt x="1071849" y="1583024"/>
                  <a:pt x="1075673" y="1555447"/>
                  <a:pt x="1089603" y="1543887"/>
                </a:cubicBezTo>
                <a:cubicBezTo>
                  <a:pt x="1109991" y="1526966"/>
                  <a:pt x="1136888" y="1556974"/>
                  <a:pt x="1123595" y="1581811"/>
                </a:cubicBezTo>
                <a:cubicBezTo>
                  <a:pt x="1113757" y="1600195"/>
                  <a:pt x="1094643" y="1605818"/>
                  <a:pt x="1082675" y="1593849"/>
                </a:cubicBezTo>
                <a:close/>
                <a:moveTo>
                  <a:pt x="2057629" y="1567466"/>
                </a:moveTo>
                <a:cubicBezTo>
                  <a:pt x="2038928" y="1518277"/>
                  <a:pt x="2080193" y="1471940"/>
                  <a:pt x="2122525" y="1494595"/>
                </a:cubicBezTo>
                <a:cubicBezTo>
                  <a:pt x="2166151" y="1517943"/>
                  <a:pt x="2148748" y="1583937"/>
                  <a:pt x="2097657" y="1588897"/>
                </a:cubicBezTo>
                <a:cubicBezTo>
                  <a:pt x="2072079" y="1591381"/>
                  <a:pt x="2065352" y="1587779"/>
                  <a:pt x="2057629" y="1567466"/>
                </a:cubicBezTo>
                <a:close/>
                <a:moveTo>
                  <a:pt x="1373719" y="1566322"/>
                </a:moveTo>
                <a:cubicBezTo>
                  <a:pt x="1330963" y="1536375"/>
                  <a:pt x="1350310" y="1466850"/>
                  <a:pt x="1401399" y="1466850"/>
                </a:cubicBezTo>
                <a:cubicBezTo>
                  <a:pt x="1455894" y="1466850"/>
                  <a:pt x="1474075" y="1517640"/>
                  <a:pt x="1433945" y="1557770"/>
                </a:cubicBezTo>
                <a:cubicBezTo>
                  <a:pt x="1406468" y="1585247"/>
                  <a:pt x="1401704" y="1585924"/>
                  <a:pt x="1373719" y="1566322"/>
                </a:cubicBezTo>
                <a:close/>
                <a:moveTo>
                  <a:pt x="2564606" y="1536741"/>
                </a:moveTo>
                <a:cubicBezTo>
                  <a:pt x="2546690" y="1529512"/>
                  <a:pt x="2550027" y="1478817"/>
                  <a:pt x="2569122" y="1468130"/>
                </a:cubicBezTo>
                <a:cubicBezTo>
                  <a:pt x="2591999" y="1455328"/>
                  <a:pt x="2619375" y="1471937"/>
                  <a:pt x="2619375" y="1498617"/>
                </a:cubicBezTo>
                <a:cubicBezTo>
                  <a:pt x="2619375" y="1533430"/>
                  <a:pt x="2596265" y="1549516"/>
                  <a:pt x="2564606" y="1536741"/>
                </a:cubicBezTo>
                <a:close/>
                <a:moveTo>
                  <a:pt x="3792855" y="1522095"/>
                </a:moveTo>
                <a:cubicBezTo>
                  <a:pt x="3779568" y="1508808"/>
                  <a:pt x="3777468" y="1476375"/>
                  <a:pt x="3789894" y="1476375"/>
                </a:cubicBezTo>
                <a:cubicBezTo>
                  <a:pt x="3794553" y="1476375"/>
                  <a:pt x="3808483" y="1484860"/>
                  <a:pt x="3820851" y="1495231"/>
                </a:cubicBezTo>
                <a:cubicBezTo>
                  <a:pt x="3840041" y="1511324"/>
                  <a:pt x="3841243" y="1515490"/>
                  <a:pt x="3829050" y="1523660"/>
                </a:cubicBezTo>
                <a:cubicBezTo>
                  <a:pt x="3810582" y="1536033"/>
                  <a:pt x="3806622" y="1535862"/>
                  <a:pt x="3792855" y="1522095"/>
                </a:cubicBezTo>
                <a:close/>
                <a:moveTo>
                  <a:pt x="3216274" y="1517649"/>
                </a:moveTo>
                <a:cubicBezTo>
                  <a:pt x="3203816" y="1505191"/>
                  <a:pt x="3210202" y="1468781"/>
                  <a:pt x="3225903" y="1462756"/>
                </a:cubicBezTo>
                <a:cubicBezTo>
                  <a:pt x="3248278" y="1454170"/>
                  <a:pt x="3270525" y="1479072"/>
                  <a:pt x="3262649" y="1503887"/>
                </a:cubicBezTo>
                <a:cubicBezTo>
                  <a:pt x="3256550" y="1523104"/>
                  <a:pt x="3229698" y="1531073"/>
                  <a:pt x="3216274" y="1517649"/>
                </a:cubicBezTo>
                <a:close/>
                <a:moveTo>
                  <a:pt x="1546494" y="1490662"/>
                </a:moveTo>
                <a:cubicBezTo>
                  <a:pt x="1538948" y="1470998"/>
                  <a:pt x="1549179" y="1447800"/>
                  <a:pt x="1565397" y="1447800"/>
                </a:cubicBezTo>
                <a:cubicBezTo>
                  <a:pt x="1584894" y="1447800"/>
                  <a:pt x="1601482" y="1471475"/>
                  <a:pt x="1594582" y="1489455"/>
                </a:cubicBezTo>
                <a:cubicBezTo>
                  <a:pt x="1587115" y="1508914"/>
                  <a:pt x="1553819" y="1509750"/>
                  <a:pt x="1546494" y="1490662"/>
                </a:cubicBezTo>
                <a:close/>
                <a:moveTo>
                  <a:pt x="3460646" y="1492859"/>
                </a:moveTo>
                <a:cubicBezTo>
                  <a:pt x="3441763" y="1484433"/>
                  <a:pt x="3429448" y="1460314"/>
                  <a:pt x="3429130" y="1431131"/>
                </a:cubicBezTo>
                <a:cubicBezTo>
                  <a:pt x="3428686" y="1390527"/>
                  <a:pt x="3499161" y="1367189"/>
                  <a:pt x="3527536" y="1398543"/>
                </a:cubicBezTo>
                <a:cubicBezTo>
                  <a:pt x="3569170" y="1444548"/>
                  <a:pt x="3517056" y="1518030"/>
                  <a:pt x="3460646" y="1492859"/>
                </a:cubicBezTo>
                <a:close/>
                <a:moveTo>
                  <a:pt x="3026575" y="1488860"/>
                </a:moveTo>
                <a:cubicBezTo>
                  <a:pt x="2989082" y="1479061"/>
                  <a:pt x="2994274" y="1394934"/>
                  <a:pt x="3032970" y="1385222"/>
                </a:cubicBezTo>
                <a:cubicBezTo>
                  <a:pt x="3088209" y="1371358"/>
                  <a:pt x="3118426" y="1434523"/>
                  <a:pt x="3076575" y="1476375"/>
                </a:cubicBezTo>
                <a:cubicBezTo>
                  <a:pt x="3057062" y="1495887"/>
                  <a:pt x="3055221" y="1496347"/>
                  <a:pt x="3026575" y="1488860"/>
                </a:cubicBezTo>
                <a:close/>
                <a:moveTo>
                  <a:pt x="2762685" y="1453086"/>
                </a:moveTo>
                <a:cubicBezTo>
                  <a:pt x="2735815" y="1420710"/>
                  <a:pt x="2773148" y="1364122"/>
                  <a:pt x="2804314" y="1389987"/>
                </a:cubicBezTo>
                <a:cubicBezTo>
                  <a:pt x="2825134" y="1407266"/>
                  <a:pt x="2823250" y="1445068"/>
                  <a:pt x="2800976" y="1456989"/>
                </a:cubicBezTo>
                <a:cubicBezTo>
                  <a:pt x="2777390" y="1469612"/>
                  <a:pt x="2776308" y="1469502"/>
                  <a:pt x="2762685" y="1453086"/>
                </a:cubicBezTo>
                <a:close/>
                <a:moveTo>
                  <a:pt x="1169193" y="1437512"/>
                </a:moveTo>
                <a:cubicBezTo>
                  <a:pt x="1138695" y="1419748"/>
                  <a:pt x="1155372" y="1352550"/>
                  <a:pt x="1190279" y="1352550"/>
                </a:cubicBezTo>
                <a:cubicBezTo>
                  <a:pt x="1233312" y="1352550"/>
                  <a:pt x="1250393" y="1397556"/>
                  <a:pt x="1219200" y="1428750"/>
                </a:cubicBezTo>
                <a:cubicBezTo>
                  <a:pt x="1197672" y="1450277"/>
                  <a:pt x="1192628" y="1451161"/>
                  <a:pt x="1169193" y="1437512"/>
                </a:cubicBezTo>
                <a:close/>
                <a:moveTo>
                  <a:pt x="640080" y="1426845"/>
                </a:moveTo>
                <a:cubicBezTo>
                  <a:pt x="633793" y="1420558"/>
                  <a:pt x="628650" y="1412451"/>
                  <a:pt x="628650" y="1408829"/>
                </a:cubicBezTo>
                <a:cubicBezTo>
                  <a:pt x="628650" y="1403349"/>
                  <a:pt x="697098" y="1371600"/>
                  <a:pt x="708913" y="1371600"/>
                </a:cubicBezTo>
                <a:cubicBezTo>
                  <a:pt x="719955" y="1371600"/>
                  <a:pt x="699514" y="1412356"/>
                  <a:pt x="682493" y="1424278"/>
                </a:cubicBezTo>
                <a:cubicBezTo>
                  <a:pt x="658297" y="1441226"/>
                  <a:pt x="654680" y="1441445"/>
                  <a:pt x="640080" y="1426845"/>
                </a:cubicBezTo>
                <a:close/>
                <a:moveTo>
                  <a:pt x="1907119" y="1413922"/>
                </a:moveTo>
                <a:cubicBezTo>
                  <a:pt x="1871992" y="1389318"/>
                  <a:pt x="1880840" y="1329067"/>
                  <a:pt x="1921872" y="1313467"/>
                </a:cubicBezTo>
                <a:cubicBezTo>
                  <a:pt x="1977263" y="1292407"/>
                  <a:pt x="2015358" y="1366016"/>
                  <a:pt x="1971675" y="1409700"/>
                </a:cubicBezTo>
                <a:cubicBezTo>
                  <a:pt x="1948749" y="1432625"/>
                  <a:pt x="1935097" y="1433518"/>
                  <a:pt x="1907119" y="1413922"/>
                </a:cubicBezTo>
                <a:close/>
                <a:moveTo>
                  <a:pt x="1697355" y="1398270"/>
                </a:moveTo>
                <a:cubicBezTo>
                  <a:pt x="1681713" y="1382628"/>
                  <a:pt x="1682976" y="1347804"/>
                  <a:pt x="1699688" y="1333935"/>
                </a:cubicBezTo>
                <a:cubicBezTo>
                  <a:pt x="1719728" y="1317302"/>
                  <a:pt x="1754120" y="1325555"/>
                  <a:pt x="1762755" y="1349068"/>
                </a:cubicBezTo>
                <a:cubicBezTo>
                  <a:pt x="1777590" y="1389462"/>
                  <a:pt x="1726775" y="1427690"/>
                  <a:pt x="1697355" y="1398270"/>
                </a:cubicBezTo>
                <a:close/>
                <a:moveTo>
                  <a:pt x="2230755" y="1398270"/>
                </a:moveTo>
                <a:cubicBezTo>
                  <a:pt x="2205084" y="1372599"/>
                  <a:pt x="2223919" y="1323975"/>
                  <a:pt x="2259534" y="1323975"/>
                </a:cubicBezTo>
                <a:cubicBezTo>
                  <a:pt x="2288043" y="1323975"/>
                  <a:pt x="2302227" y="1367455"/>
                  <a:pt x="2281272" y="1390611"/>
                </a:cubicBezTo>
                <a:cubicBezTo>
                  <a:pt x="2261511" y="1412447"/>
                  <a:pt x="2247114" y="1414629"/>
                  <a:pt x="2230755" y="1398270"/>
                </a:cubicBezTo>
                <a:close/>
                <a:moveTo>
                  <a:pt x="949726" y="1375176"/>
                </a:moveTo>
                <a:cubicBezTo>
                  <a:pt x="927959" y="1353409"/>
                  <a:pt x="956442" y="1309250"/>
                  <a:pt x="985145" y="1320264"/>
                </a:cubicBezTo>
                <a:cubicBezTo>
                  <a:pt x="1008476" y="1329217"/>
                  <a:pt x="1001221" y="1375523"/>
                  <a:pt x="975920" y="1379145"/>
                </a:cubicBezTo>
                <a:cubicBezTo>
                  <a:pt x="965227" y="1380676"/>
                  <a:pt x="953440" y="1378890"/>
                  <a:pt x="949726" y="1375176"/>
                </a:cubicBezTo>
                <a:close/>
                <a:moveTo>
                  <a:pt x="2479300" y="1346691"/>
                </a:moveTo>
                <a:cubicBezTo>
                  <a:pt x="2439090" y="1306481"/>
                  <a:pt x="2470840" y="1239860"/>
                  <a:pt x="2524125" y="1252634"/>
                </a:cubicBezTo>
                <a:cubicBezTo>
                  <a:pt x="2556628" y="1260426"/>
                  <a:pt x="2573887" y="1285495"/>
                  <a:pt x="2566646" y="1314396"/>
                </a:cubicBezTo>
                <a:cubicBezTo>
                  <a:pt x="2553321" y="1367580"/>
                  <a:pt x="2514531" y="1381922"/>
                  <a:pt x="2479300" y="1346691"/>
                </a:cubicBezTo>
                <a:close/>
                <a:moveTo>
                  <a:pt x="2892826" y="1318026"/>
                </a:moveTo>
                <a:cubicBezTo>
                  <a:pt x="2880212" y="1305412"/>
                  <a:pt x="2886006" y="1268889"/>
                  <a:pt x="2901569" y="1262917"/>
                </a:cubicBezTo>
                <a:cubicBezTo>
                  <a:pt x="2922679" y="1254816"/>
                  <a:pt x="2944770" y="1275061"/>
                  <a:pt x="2941303" y="1299329"/>
                </a:cubicBezTo>
                <a:cubicBezTo>
                  <a:pt x="2938486" y="1319043"/>
                  <a:pt x="2906269" y="1331469"/>
                  <a:pt x="2892826" y="1318026"/>
                </a:cubicBezTo>
                <a:close/>
                <a:moveTo>
                  <a:pt x="1463563" y="1277981"/>
                </a:moveTo>
                <a:cubicBezTo>
                  <a:pt x="1443621" y="1255945"/>
                  <a:pt x="1443187" y="1206123"/>
                  <a:pt x="1462767" y="1186542"/>
                </a:cubicBezTo>
                <a:cubicBezTo>
                  <a:pt x="1485533" y="1163776"/>
                  <a:pt x="1538976" y="1167301"/>
                  <a:pt x="1556797" y="1192744"/>
                </a:cubicBezTo>
                <a:cubicBezTo>
                  <a:pt x="1599596" y="1253849"/>
                  <a:pt x="1513203" y="1332832"/>
                  <a:pt x="1463563" y="1277981"/>
                </a:cubicBezTo>
                <a:close/>
                <a:moveTo>
                  <a:pt x="3326130" y="1283970"/>
                </a:moveTo>
                <a:cubicBezTo>
                  <a:pt x="3299820" y="1257660"/>
                  <a:pt x="3330636" y="1211765"/>
                  <a:pt x="3362986" y="1229079"/>
                </a:cubicBezTo>
                <a:cubicBezTo>
                  <a:pt x="3392296" y="1244765"/>
                  <a:pt x="3380883" y="1295400"/>
                  <a:pt x="3348037" y="1295400"/>
                </a:cubicBezTo>
                <a:cubicBezTo>
                  <a:pt x="3342274" y="1295400"/>
                  <a:pt x="3332416" y="1290256"/>
                  <a:pt x="3326130" y="1283970"/>
                </a:cubicBezTo>
                <a:close/>
                <a:moveTo>
                  <a:pt x="2123840" y="1252255"/>
                </a:moveTo>
                <a:cubicBezTo>
                  <a:pt x="2107587" y="1232671"/>
                  <a:pt x="2126307" y="1190625"/>
                  <a:pt x="2151279" y="1190625"/>
                </a:cubicBezTo>
                <a:cubicBezTo>
                  <a:pt x="2180564" y="1190625"/>
                  <a:pt x="2195481" y="1215526"/>
                  <a:pt x="2182829" y="1243294"/>
                </a:cubicBezTo>
                <a:cubicBezTo>
                  <a:pt x="2170746" y="1269813"/>
                  <a:pt x="2142033" y="1274175"/>
                  <a:pt x="2123840" y="1252255"/>
                </a:cubicBezTo>
                <a:close/>
                <a:moveTo>
                  <a:pt x="2685405" y="1227520"/>
                </a:moveTo>
                <a:cubicBezTo>
                  <a:pt x="2669650" y="1198081"/>
                  <a:pt x="2688055" y="1162050"/>
                  <a:pt x="2718848" y="1162050"/>
                </a:cubicBezTo>
                <a:cubicBezTo>
                  <a:pt x="2752970" y="1162050"/>
                  <a:pt x="2768241" y="1194350"/>
                  <a:pt x="2748419" y="1224601"/>
                </a:cubicBezTo>
                <a:cubicBezTo>
                  <a:pt x="2729697" y="1253175"/>
                  <a:pt x="2699874" y="1254556"/>
                  <a:pt x="2685405" y="1227520"/>
                </a:cubicBezTo>
                <a:close/>
                <a:moveTo>
                  <a:pt x="3093243" y="1208912"/>
                </a:moveTo>
                <a:cubicBezTo>
                  <a:pt x="3066112" y="1193109"/>
                  <a:pt x="3080744" y="1123950"/>
                  <a:pt x="3111219" y="1123950"/>
                </a:cubicBezTo>
                <a:cubicBezTo>
                  <a:pt x="3132247" y="1123950"/>
                  <a:pt x="3152775" y="1147475"/>
                  <a:pt x="3152775" y="1171575"/>
                </a:cubicBezTo>
                <a:cubicBezTo>
                  <a:pt x="3152775" y="1209035"/>
                  <a:pt x="3124212" y="1226949"/>
                  <a:pt x="3093243" y="1208912"/>
                </a:cubicBezTo>
                <a:close/>
                <a:moveTo>
                  <a:pt x="1849310" y="1183481"/>
                </a:moveTo>
                <a:cubicBezTo>
                  <a:pt x="1836888" y="1159774"/>
                  <a:pt x="1852818" y="1123950"/>
                  <a:pt x="1875782" y="1123950"/>
                </a:cubicBezTo>
                <a:cubicBezTo>
                  <a:pt x="1901830" y="1123950"/>
                  <a:pt x="1918321" y="1156208"/>
                  <a:pt x="1905000" y="1181100"/>
                </a:cubicBezTo>
                <a:cubicBezTo>
                  <a:pt x="1892425" y="1204595"/>
                  <a:pt x="1861077" y="1205935"/>
                  <a:pt x="1849310" y="1183481"/>
                </a:cubicBezTo>
                <a:close/>
                <a:moveTo>
                  <a:pt x="2331250" y="1164631"/>
                </a:moveTo>
                <a:cubicBezTo>
                  <a:pt x="2311147" y="1159834"/>
                  <a:pt x="2298656" y="1117165"/>
                  <a:pt x="2311427" y="1096918"/>
                </a:cubicBezTo>
                <a:cubicBezTo>
                  <a:pt x="2340543" y="1050759"/>
                  <a:pt x="2386012" y="1061356"/>
                  <a:pt x="2386012" y="1114301"/>
                </a:cubicBezTo>
                <a:cubicBezTo>
                  <a:pt x="2386012" y="1148238"/>
                  <a:pt x="2360566" y="1171625"/>
                  <a:pt x="2331250" y="1164631"/>
                </a:cubicBezTo>
                <a:close/>
                <a:moveTo>
                  <a:pt x="2016130" y="1085233"/>
                </a:moveTo>
                <a:cubicBezTo>
                  <a:pt x="2000472" y="1062879"/>
                  <a:pt x="2003486" y="1043134"/>
                  <a:pt x="2027378" y="1011522"/>
                </a:cubicBezTo>
                <a:cubicBezTo>
                  <a:pt x="2064477" y="962438"/>
                  <a:pt x="2125780" y="1028941"/>
                  <a:pt x="2091567" y="1081156"/>
                </a:cubicBezTo>
                <a:cubicBezTo>
                  <a:pt x="2072396" y="1110416"/>
                  <a:pt x="2035177" y="1112427"/>
                  <a:pt x="2016130" y="1085233"/>
                </a:cubicBezTo>
                <a:close/>
                <a:moveTo>
                  <a:pt x="2863738" y="1068431"/>
                </a:moveTo>
                <a:cubicBezTo>
                  <a:pt x="2845364" y="1048127"/>
                  <a:pt x="2842897" y="999487"/>
                  <a:pt x="2859405" y="982979"/>
                </a:cubicBezTo>
                <a:cubicBezTo>
                  <a:pt x="2887423" y="954961"/>
                  <a:pt x="2952750" y="984003"/>
                  <a:pt x="2952750" y="1024477"/>
                </a:cubicBezTo>
                <a:cubicBezTo>
                  <a:pt x="2952750" y="1073893"/>
                  <a:pt x="2894647" y="1102584"/>
                  <a:pt x="2863738" y="1068431"/>
                </a:cubicBezTo>
                <a:close/>
                <a:moveTo>
                  <a:pt x="1639806" y="1038225"/>
                </a:moveTo>
                <a:cubicBezTo>
                  <a:pt x="1651425" y="1022508"/>
                  <a:pt x="1662269" y="1009650"/>
                  <a:pt x="1663903" y="1009650"/>
                </a:cubicBezTo>
                <a:cubicBezTo>
                  <a:pt x="1673041" y="1009650"/>
                  <a:pt x="1664676" y="1039063"/>
                  <a:pt x="1651907" y="1051832"/>
                </a:cubicBezTo>
                <a:cubicBezTo>
                  <a:pt x="1626115" y="1077623"/>
                  <a:pt x="1617685" y="1068144"/>
                  <a:pt x="1639806" y="1038225"/>
                </a:cubicBezTo>
                <a:close/>
                <a:moveTo>
                  <a:pt x="2609997" y="1043165"/>
                </a:moveTo>
                <a:cubicBezTo>
                  <a:pt x="2600260" y="1031433"/>
                  <a:pt x="2599941" y="1022830"/>
                  <a:pt x="2608541" y="1003955"/>
                </a:cubicBezTo>
                <a:cubicBezTo>
                  <a:pt x="2621216" y="976136"/>
                  <a:pt x="2653736" y="975379"/>
                  <a:pt x="2670741" y="1002506"/>
                </a:cubicBezTo>
                <a:cubicBezTo>
                  <a:pt x="2692897" y="1037851"/>
                  <a:pt x="2636768" y="1075421"/>
                  <a:pt x="2609997" y="1043165"/>
                </a:cubicBezTo>
                <a:close/>
                <a:moveTo>
                  <a:pt x="2250281" y="927141"/>
                </a:moveTo>
                <a:cubicBezTo>
                  <a:pt x="2232518" y="919974"/>
                  <a:pt x="2235409" y="867314"/>
                  <a:pt x="2253957" y="860197"/>
                </a:cubicBezTo>
                <a:cubicBezTo>
                  <a:pt x="2289749" y="846463"/>
                  <a:pt x="2317798" y="890765"/>
                  <a:pt x="2290557" y="918006"/>
                </a:cubicBezTo>
                <a:cubicBezTo>
                  <a:pt x="2274465" y="934098"/>
                  <a:pt x="2270020" y="935106"/>
                  <a:pt x="2250281" y="927141"/>
                </a:cubicBezTo>
                <a:close/>
                <a:moveTo>
                  <a:pt x="2441665" y="909006"/>
                </a:moveTo>
                <a:cubicBezTo>
                  <a:pt x="2401561" y="868902"/>
                  <a:pt x="2426388" y="800100"/>
                  <a:pt x="2480963" y="800100"/>
                </a:cubicBezTo>
                <a:cubicBezTo>
                  <a:pt x="2541810" y="800100"/>
                  <a:pt x="2566485" y="875631"/>
                  <a:pt x="2518077" y="913708"/>
                </a:cubicBezTo>
                <a:cubicBezTo>
                  <a:pt x="2485323" y="939473"/>
                  <a:pt x="2471267" y="938608"/>
                  <a:pt x="2441665" y="909006"/>
                </a:cubicBezTo>
                <a:close/>
                <a:moveTo>
                  <a:pt x="1221409" y="847725"/>
                </a:moveTo>
                <a:cubicBezTo>
                  <a:pt x="1221409" y="829389"/>
                  <a:pt x="1223370" y="821888"/>
                  <a:pt x="1225765" y="831056"/>
                </a:cubicBezTo>
                <a:cubicBezTo>
                  <a:pt x="1228161" y="840224"/>
                  <a:pt x="1228161" y="855225"/>
                  <a:pt x="1225765" y="864393"/>
                </a:cubicBezTo>
                <a:cubicBezTo>
                  <a:pt x="1223370" y="873561"/>
                  <a:pt x="1221409" y="866060"/>
                  <a:pt x="1221409" y="847725"/>
                </a:cubicBezTo>
                <a:close/>
                <a:moveTo>
                  <a:pt x="3000375" y="795557"/>
                </a:moveTo>
                <a:cubicBezTo>
                  <a:pt x="3000375" y="753636"/>
                  <a:pt x="3035057" y="725827"/>
                  <a:pt x="3066411" y="742608"/>
                </a:cubicBezTo>
                <a:cubicBezTo>
                  <a:pt x="3095445" y="758146"/>
                  <a:pt x="3090523" y="777357"/>
                  <a:pt x="3050551" y="804519"/>
                </a:cubicBezTo>
                <a:cubicBezTo>
                  <a:pt x="3004458" y="835840"/>
                  <a:pt x="3000375" y="835110"/>
                  <a:pt x="3000375" y="795557"/>
                </a:cubicBezTo>
                <a:close/>
                <a:moveTo>
                  <a:pt x="1832365" y="738501"/>
                </a:moveTo>
                <a:cubicBezTo>
                  <a:pt x="1821704" y="710719"/>
                  <a:pt x="1834813" y="702834"/>
                  <a:pt x="1850884" y="727361"/>
                </a:cubicBezTo>
                <a:cubicBezTo>
                  <a:pt x="1865303" y="749368"/>
                  <a:pt x="1865507" y="752475"/>
                  <a:pt x="1852533" y="752475"/>
                </a:cubicBezTo>
                <a:cubicBezTo>
                  <a:pt x="1844389" y="752475"/>
                  <a:pt x="1835314" y="746187"/>
                  <a:pt x="1832365" y="738501"/>
                </a:cubicBezTo>
                <a:close/>
                <a:moveTo>
                  <a:pt x="1266229" y="656629"/>
                </a:moveTo>
                <a:cubicBezTo>
                  <a:pt x="1239716" y="630116"/>
                  <a:pt x="1245488" y="618322"/>
                  <a:pt x="1297801" y="592117"/>
                </a:cubicBezTo>
                <a:cubicBezTo>
                  <a:pt x="1348536" y="566702"/>
                  <a:pt x="1362075" y="570503"/>
                  <a:pt x="1362075" y="610162"/>
                </a:cubicBezTo>
                <a:cubicBezTo>
                  <a:pt x="1362075" y="666458"/>
                  <a:pt x="1304144" y="694544"/>
                  <a:pt x="1266229" y="656629"/>
                </a:cubicBezTo>
                <a:close/>
                <a:moveTo>
                  <a:pt x="3537340" y="662301"/>
                </a:moveTo>
                <a:cubicBezTo>
                  <a:pt x="3527411" y="636427"/>
                  <a:pt x="3537780" y="627752"/>
                  <a:pt x="3560018" y="643328"/>
                </a:cubicBezTo>
                <a:cubicBezTo>
                  <a:pt x="3571778" y="651565"/>
                  <a:pt x="3581400" y="662348"/>
                  <a:pt x="3581400" y="667290"/>
                </a:cubicBezTo>
                <a:cubicBezTo>
                  <a:pt x="3581400" y="681869"/>
                  <a:pt x="3543188" y="677543"/>
                  <a:pt x="3537340" y="662301"/>
                </a:cubicBezTo>
                <a:close/>
                <a:moveTo>
                  <a:pt x="1681162" y="619125"/>
                </a:moveTo>
                <a:cubicBezTo>
                  <a:pt x="1673712" y="607070"/>
                  <a:pt x="1686321" y="607070"/>
                  <a:pt x="1704975" y="619125"/>
                </a:cubicBezTo>
                <a:cubicBezTo>
                  <a:pt x="1717287" y="627082"/>
                  <a:pt x="1717036" y="628378"/>
                  <a:pt x="1703155" y="628504"/>
                </a:cubicBezTo>
                <a:cubicBezTo>
                  <a:pt x="1694297" y="628584"/>
                  <a:pt x="1684400" y="624363"/>
                  <a:pt x="1681162" y="619125"/>
                </a:cubicBezTo>
                <a:close/>
              </a:path>
            </a:pathLst>
          </a:custGeom>
          <a:solidFill>
            <a:srgbClr val="7A1732">
              <a:alpha val="80000"/>
            </a:srgbClr>
          </a:solidFill>
          <a:ln>
            <a:noFill/>
          </a:ln>
        </p:spPr>
      </p:sp>
      <p:sp>
        <p:nvSpPr>
          <p:cNvPr id="14" name="LETTERING: Comment"/>
          <p:cNvSpPr txBox="1"/>
          <p:nvPr/>
        </p:nvSpPr>
        <p:spPr>
          <a:xfrm>
            <a:off x="633412" y="6381750"/>
            <a:ext cx="9020175" cy="22860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0" i="0">
                <a:solidFill>
                  <a:srgbClr val="7A1732"/>
                </a:solidFill>
                <a:latin typeface="DM Serif Display"/>
              </a:rPr>
              <a:t>Comment</a:t>
            </a:r>
          </a:p>
        </p:txBody>
      </p:sp>
      <p:sp>
        <p:nvSpPr>
          <p:cNvPr id="15" name="TEXT: &quot;[KEYWORD]&quot;"/>
          <p:cNvSpPr/>
          <p:nvPr/>
        </p:nvSpPr>
        <p:spPr>
          <a:xfrm rot="21480000">
            <a:off x="2152650" y="8543925"/>
            <a:ext cx="5981700" cy="1200150"/>
          </a:xfrm>
          <a:prstGeom prst="roundRect">
            <a:avLst>
              <a:gd name="adj" fmla="val 50000"/>
            </a:avLst>
          </a:prstGeom>
          <a:solidFill>
            <a:srgbClr val="7A17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98145" rIns="398145" tIns="159258" bIns="159258"/>
          <a:lstStyle/>
          <a:p>
            <a:pPr algn="ctr">
              <a:lnSpc>
                <a:spcPts val="6953"/>
              </a:lnSpc>
            </a:pPr>
            <a:r>
              <a:rPr b="1" sz="5700">
                <a:solidFill>
                  <a:srgbClr val="FFFFFF"/>
                </a:solidFill>
                <a:latin typeface="Montserrat"/>
              </a:rPr>
              <a:t>"[KEYWORD]"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