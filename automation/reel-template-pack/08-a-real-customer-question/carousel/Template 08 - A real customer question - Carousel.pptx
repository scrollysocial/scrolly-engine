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your product. Type the question a customer asked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Swap in a photo that shows the answer.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The answer on a note, a photo pinned beside it. Edit the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A second answer photo, then the second line of your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More questions you get. One per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Your product in use.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8. Swap in a photo of your product. Type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jp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jp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Relationship Id="rId4" Type="http://schemas.openxmlformats.org/officeDocument/2006/relationships/image" Target="../media/image17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Relationship Id="rId4" Type="http://schemas.openxmlformats.org/officeDocument/2006/relationships/image" Target="../media/image19.jp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Your produc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LETTERING: you asked"/>
          <p:cNvSpPr txBox="1"/>
          <p:nvPr/>
        </p:nvSpPr>
        <p:spPr>
          <a:xfrm rot="120000">
            <a:off x="1314450" y="6838950"/>
            <a:ext cx="7658100" cy="19431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750" i="0">
                <a:solidFill>
                  <a:srgbClr val="FFFFFF"/>
                </a:solidFill>
                <a:latin typeface="DM Serif Display"/>
              </a:rPr>
              <a:t>you </a:t>
            </a:r>
            <a:r>
              <a:rPr sz="12750" i="1">
                <a:solidFill>
                  <a:srgbClr val="FFFFFF"/>
                </a:solidFill>
                <a:latin typeface="DM Serif Display"/>
              </a:rPr>
              <a:t>asked</a:t>
            </a:r>
          </a:p>
        </p:txBody>
      </p:sp>
      <p:pic>
        <p:nvPicPr>
          <p:cNvPr id="5" name="DM card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>
            <a:off x="1695450" y="7853362"/>
            <a:ext cx="6896100" cy="4867275"/>
          </a:xfrm>
          <a:prstGeom prst="rect">
            <a:avLst/>
          </a:prstGeom>
        </p:spPr>
      </p:pic>
      <p:sp>
        <p:nvSpPr>
          <p:cNvPr id="6" name="TEXT: [the question your customer asked]"/>
          <p:cNvSpPr/>
          <p:nvPr/>
        </p:nvSpPr>
        <p:spPr>
          <a:xfrm rot="240000">
            <a:off x="2843331" y="10371066"/>
            <a:ext cx="4505325" cy="1190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5349" rIns="125349" tIns="53721" bIns="53721"/>
          <a:lstStyle/>
          <a:p>
            <a:pPr algn="l">
              <a:lnSpc>
                <a:spcPts val="4300"/>
              </a:lnSpc>
            </a:pPr>
            <a:r>
              <a:rPr b="1" sz="3525">
                <a:solidFill>
                  <a:srgbClr val="FFFFFF"/>
                </a:solidFill>
                <a:latin typeface="Montserrat"/>
              </a:rPr>
              <a:t>[the question your</a:t>
            </a:r>
          </a:p>
          <a:p>
            <a:pPr algn="l">
              <a:lnSpc>
                <a:spcPts val="4300"/>
              </a:lnSpc>
            </a:pPr>
            <a:r>
              <a:rPr b="1" sz="3525">
                <a:solidFill>
                  <a:srgbClr val="FFFFFF"/>
                </a:solidFill>
                <a:latin typeface="Montserrat"/>
              </a:rPr>
              <a:t>customer asked]</a:t>
            </a:r>
          </a:p>
        </p:txBody>
      </p:sp>
      <p:sp>
        <p:nvSpPr>
          <p:cNvPr id="7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burst"/>
          <p:cNvSpPr/>
          <p:nvPr/>
        </p:nvSpPr>
        <p:spPr>
          <a:xfrm rot="0">
            <a:off x="1524000" y="5276850"/>
            <a:ext cx="7239000" cy="6591300"/>
          </a:xfrm>
          <a:custGeom>
            <a:avLst/>
            <a:gdLst/>
            <a:ahLst/>
            <a:cxnLst/>
            <a:rect l="0" t="0" r="r" b="b"/>
            <a:pathLst>
              <a:path w="7239000" h="6591300">
                <a:moveTo>
                  <a:pt x="3615355" y="6566744"/>
                </a:moveTo>
                <a:cubicBezTo>
                  <a:pt x="3607088" y="6558478"/>
                  <a:pt x="3596218" y="6544041"/>
                  <a:pt x="3591199" y="6534663"/>
                </a:cubicBezTo>
                <a:cubicBezTo>
                  <a:pt x="3585088" y="6523245"/>
                  <a:pt x="3574591" y="6519043"/>
                  <a:pt x="3559421" y="6521943"/>
                </a:cubicBezTo>
                <a:cubicBezTo>
                  <a:pt x="3530624" y="6527448"/>
                  <a:pt x="3514487" y="6492511"/>
                  <a:pt x="3514463" y="6424612"/>
                </a:cubicBezTo>
                <a:cubicBezTo>
                  <a:pt x="3514454" y="6398418"/>
                  <a:pt x="3511295" y="6297691"/>
                  <a:pt x="3507442" y="6200775"/>
                </a:cubicBezTo>
                <a:cubicBezTo>
                  <a:pt x="3500655" y="6030054"/>
                  <a:pt x="3507441" y="5848302"/>
                  <a:pt x="3543360" y="5238750"/>
                </a:cubicBezTo>
                <a:cubicBezTo>
                  <a:pt x="3549689" y="5131355"/>
                  <a:pt x="3556642" y="5001049"/>
                  <a:pt x="3558812" y="4949180"/>
                </a:cubicBezTo>
                <a:cubicBezTo>
                  <a:pt x="3560982" y="4897312"/>
                  <a:pt x="3571467" y="4803014"/>
                  <a:pt x="3582114" y="4739630"/>
                </a:cubicBezTo>
                <a:cubicBezTo>
                  <a:pt x="3592760" y="4676247"/>
                  <a:pt x="3603796" y="4609994"/>
                  <a:pt x="3606638" y="4592403"/>
                </a:cubicBezTo>
                <a:cubicBezTo>
                  <a:pt x="3643002" y="4367333"/>
                  <a:pt x="3722543" y="4554633"/>
                  <a:pt x="3757750" y="4948237"/>
                </a:cubicBezTo>
                <a:cubicBezTo>
                  <a:pt x="3760562" y="4979670"/>
                  <a:pt x="3766936" y="5039677"/>
                  <a:pt x="3771914" y="5081587"/>
                </a:cubicBezTo>
                <a:cubicBezTo>
                  <a:pt x="3798519" y="5305555"/>
                  <a:pt x="3817714" y="6267422"/>
                  <a:pt x="3798621" y="6419850"/>
                </a:cubicBezTo>
                <a:cubicBezTo>
                  <a:pt x="3786279" y="6518383"/>
                  <a:pt x="3762627" y="6562645"/>
                  <a:pt x="3729176" y="6549808"/>
                </a:cubicBezTo>
                <a:cubicBezTo>
                  <a:pt x="3720774" y="6546584"/>
                  <a:pt x="3706134" y="6552290"/>
                  <a:pt x="3695483" y="6562941"/>
                </a:cubicBezTo>
                <a:cubicBezTo>
                  <a:pt x="3672821" y="6585603"/>
                  <a:pt x="3635963" y="6587353"/>
                  <a:pt x="3615355" y="6566744"/>
                </a:cubicBezTo>
                <a:close/>
                <a:moveTo>
                  <a:pt x="930274" y="5680074"/>
                </a:moveTo>
                <a:cubicBezTo>
                  <a:pt x="926782" y="5676582"/>
                  <a:pt x="923925" y="5666136"/>
                  <a:pt x="923925" y="5656861"/>
                </a:cubicBezTo>
                <a:cubicBezTo>
                  <a:pt x="923925" y="5643142"/>
                  <a:pt x="918130" y="5640937"/>
                  <a:pt x="892858" y="5645039"/>
                </a:cubicBezTo>
                <a:cubicBezTo>
                  <a:pt x="868920" y="5648923"/>
                  <a:pt x="857477" y="5645313"/>
                  <a:pt x="842992" y="5629307"/>
                </a:cubicBezTo>
                <a:lnTo>
                  <a:pt x="824193" y="5608535"/>
                </a:lnTo>
                <a:lnTo>
                  <a:pt x="865349" y="5571280"/>
                </a:lnTo>
                <a:cubicBezTo>
                  <a:pt x="906593" y="5533946"/>
                  <a:pt x="908627" y="5521022"/>
                  <a:pt x="868877" y="5548864"/>
                </a:cubicBezTo>
                <a:cubicBezTo>
                  <a:pt x="825099" y="5579528"/>
                  <a:pt x="813695" y="5534238"/>
                  <a:pt x="853334" y="5487130"/>
                </a:cubicBezTo>
                <a:cubicBezTo>
                  <a:pt x="868875" y="5468660"/>
                  <a:pt x="886882" y="5457825"/>
                  <a:pt x="902033" y="5457825"/>
                </a:cubicBezTo>
                <a:cubicBezTo>
                  <a:pt x="915847" y="5457825"/>
                  <a:pt x="950938" y="5439082"/>
                  <a:pt x="984530" y="5413762"/>
                </a:cubicBezTo>
                <a:cubicBezTo>
                  <a:pt x="1037689" y="5373693"/>
                  <a:pt x="1040181" y="5370309"/>
                  <a:pt x="1012031" y="5376419"/>
                </a:cubicBezTo>
                <a:cubicBezTo>
                  <a:pt x="955385" y="5388714"/>
                  <a:pt x="978773" y="5355933"/>
                  <a:pt x="1090612" y="5266276"/>
                </a:cubicBezTo>
                <a:cubicBezTo>
                  <a:pt x="1204954" y="5174612"/>
                  <a:pt x="1649818" y="4839387"/>
                  <a:pt x="1752600" y="4767439"/>
                </a:cubicBezTo>
                <a:cubicBezTo>
                  <a:pt x="1770935" y="4754603"/>
                  <a:pt x="1803082" y="4731201"/>
                  <a:pt x="1824037" y="4715433"/>
                </a:cubicBezTo>
                <a:cubicBezTo>
                  <a:pt x="1844992" y="4699665"/>
                  <a:pt x="1877139" y="4676256"/>
                  <a:pt x="1895475" y="4663412"/>
                </a:cubicBezTo>
                <a:cubicBezTo>
                  <a:pt x="1913810" y="4650569"/>
                  <a:pt x="1956673" y="4620418"/>
                  <a:pt x="1990725" y="4596410"/>
                </a:cubicBezTo>
                <a:cubicBezTo>
                  <a:pt x="2126695" y="4500548"/>
                  <a:pt x="2345229" y="4357652"/>
                  <a:pt x="2413082" y="4320239"/>
                </a:cubicBezTo>
                <a:cubicBezTo>
                  <a:pt x="2437484" y="4306783"/>
                  <a:pt x="2477809" y="4284364"/>
                  <a:pt x="2502693" y="4270418"/>
                </a:cubicBezTo>
                <a:cubicBezTo>
                  <a:pt x="2630710" y="4198670"/>
                  <a:pt x="2678766" y="4179633"/>
                  <a:pt x="2693832" y="4194700"/>
                </a:cubicBezTo>
                <a:cubicBezTo>
                  <a:pt x="2706677" y="4207545"/>
                  <a:pt x="2703185" y="4214840"/>
                  <a:pt x="2661420" y="4262404"/>
                </a:cubicBezTo>
                <a:cubicBezTo>
                  <a:pt x="2635676" y="4291724"/>
                  <a:pt x="2602656" y="4331586"/>
                  <a:pt x="2588042" y="4350987"/>
                </a:cubicBezTo>
                <a:cubicBezTo>
                  <a:pt x="2560863" y="4387071"/>
                  <a:pt x="2523850" y="4423931"/>
                  <a:pt x="2380457" y="4557712"/>
                </a:cubicBezTo>
                <a:cubicBezTo>
                  <a:pt x="2228719" y="4699280"/>
                  <a:pt x="2122618" y="4795066"/>
                  <a:pt x="2101863" y="4809222"/>
                </a:cubicBezTo>
                <a:cubicBezTo>
                  <a:pt x="2090505" y="4816969"/>
                  <a:pt x="2079069" y="4825699"/>
                  <a:pt x="2076450" y="4828622"/>
                </a:cubicBezTo>
                <a:cubicBezTo>
                  <a:pt x="2073830" y="4831545"/>
                  <a:pt x="2039540" y="4861743"/>
                  <a:pt x="2000250" y="4895728"/>
                </a:cubicBezTo>
                <a:cubicBezTo>
                  <a:pt x="1960959" y="4929713"/>
                  <a:pt x="1923725" y="4964341"/>
                  <a:pt x="1917508" y="4972679"/>
                </a:cubicBezTo>
                <a:cubicBezTo>
                  <a:pt x="1911290" y="4981017"/>
                  <a:pt x="1864631" y="5021791"/>
                  <a:pt x="1813821" y="5063288"/>
                </a:cubicBezTo>
                <a:cubicBezTo>
                  <a:pt x="1763011" y="5104785"/>
                  <a:pt x="1680229" y="5173030"/>
                  <a:pt x="1629863" y="5214943"/>
                </a:cubicBezTo>
                <a:cubicBezTo>
                  <a:pt x="1359605" y="5439843"/>
                  <a:pt x="1228978" y="5543550"/>
                  <a:pt x="1215953" y="5543550"/>
                </a:cubicBezTo>
                <a:cubicBezTo>
                  <a:pt x="1212500" y="5543550"/>
                  <a:pt x="1209675" y="5537120"/>
                  <a:pt x="1209675" y="5529262"/>
                </a:cubicBezTo>
                <a:cubicBezTo>
                  <a:pt x="1209675" y="5521404"/>
                  <a:pt x="1207245" y="5514975"/>
                  <a:pt x="1204276" y="5514975"/>
                </a:cubicBezTo>
                <a:cubicBezTo>
                  <a:pt x="1199296" y="5514975"/>
                  <a:pt x="1134819" y="5560909"/>
                  <a:pt x="1123950" y="5572201"/>
                </a:cubicBezTo>
                <a:cubicBezTo>
                  <a:pt x="1057288" y="5641454"/>
                  <a:pt x="950907" y="5700707"/>
                  <a:pt x="930274" y="5680074"/>
                </a:cubicBezTo>
                <a:close/>
                <a:moveTo>
                  <a:pt x="5746129" y="5455443"/>
                </a:moveTo>
                <a:cubicBezTo>
                  <a:pt x="5126341" y="4896750"/>
                  <a:pt x="4799451" y="4564609"/>
                  <a:pt x="4610100" y="4301165"/>
                </a:cubicBezTo>
                <a:cubicBezTo>
                  <a:pt x="4547377" y="4213899"/>
                  <a:pt x="4542832" y="4200525"/>
                  <a:pt x="4575896" y="4200525"/>
                </a:cubicBezTo>
                <a:cubicBezTo>
                  <a:pt x="4607778" y="4200525"/>
                  <a:pt x="4689371" y="4250696"/>
                  <a:pt x="4924429" y="4414837"/>
                </a:cubicBezTo>
                <a:cubicBezTo>
                  <a:pt x="5047367" y="4500684"/>
                  <a:pt x="5383096" y="4767906"/>
                  <a:pt x="5546708" y="4910137"/>
                </a:cubicBezTo>
                <a:cubicBezTo>
                  <a:pt x="5588892" y="4946808"/>
                  <a:pt x="5637240" y="4985385"/>
                  <a:pt x="5654148" y="4995862"/>
                </a:cubicBezTo>
                <a:cubicBezTo>
                  <a:pt x="5671056" y="5006340"/>
                  <a:pt x="5735570" y="5059918"/>
                  <a:pt x="5797514" y="5114925"/>
                </a:cubicBezTo>
                <a:cubicBezTo>
                  <a:pt x="6080496" y="5366216"/>
                  <a:pt x="6166537" y="5466852"/>
                  <a:pt x="6120817" y="5493070"/>
                </a:cubicBezTo>
                <a:cubicBezTo>
                  <a:pt x="6112689" y="5497731"/>
                  <a:pt x="6108068" y="5514662"/>
                  <a:pt x="6108910" y="5536694"/>
                </a:cubicBezTo>
                <a:cubicBezTo>
                  <a:pt x="6110143" y="5568941"/>
                  <a:pt x="6106518" y="5574877"/>
                  <a:pt x="6074185" y="5593553"/>
                </a:cubicBezTo>
                <a:cubicBezTo>
                  <a:pt x="6044592" y="5610647"/>
                  <a:pt x="6035148" y="5612302"/>
                  <a:pt x="6021798" y="5602730"/>
                </a:cubicBezTo>
                <a:cubicBezTo>
                  <a:pt x="5991143" y="5580751"/>
                  <a:pt x="5980973" y="5579354"/>
                  <a:pt x="5963926" y="5594782"/>
                </a:cubicBezTo>
                <a:cubicBezTo>
                  <a:pt x="5934222" y="5621664"/>
                  <a:pt x="5921489" y="5613517"/>
                  <a:pt x="5746129" y="5455443"/>
                </a:cubicBezTo>
                <a:close/>
                <a:moveTo>
                  <a:pt x="4576762" y="5572125"/>
                </a:moveTo>
                <a:cubicBezTo>
                  <a:pt x="4573524" y="5566886"/>
                  <a:pt x="4560631" y="5562600"/>
                  <a:pt x="4548110" y="5562600"/>
                </a:cubicBezTo>
                <a:cubicBezTo>
                  <a:pt x="4509841" y="5562600"/>
                  <a:pt x="4466198" y="5489606"/>
                  <a:pt x="4390186" y="5298473"/>
                </a:cubicBezTo>
                <a:cubicBezTo>
                  <a:pt x="4354605" y="5209004"/>
                  <a:pt x="4269579" y="4953495"/>
                  <a:pt x="4253035" y="4886325"/>
                </a:cubicBezTo>
                <a:cubicBezTo>
                  <a:pt x="4245938" y="4857511"/>
                  <a:pt x="4233170" y="4808341"/>
                  <a:pt x="4224662" y="4777057"/>
                </a:cubicBezTo>
                <a:cubicBezTo>
                  <a:pt x="4208240" y="4716677"/>
                  <a:pt x="4208319" y="4675607"/>
                  <a:pt x="4224867" y="4670189"/>
                </a:cubicBezTo>
                <a:cubicBezTo>
                  <a:pt x="4240854" y="4664954"/>
                  <a:pt x="4391025" y="4859420"/>
                  <a:pt x="4391025" y="4885356"/>
                </a:cubicBezTo>
                <a:cubicBezTo>
                  <a:pt x="4391025" y="4889699"/>
                  <a:pt x="4401191" y="4903480"/>
                  <a:pt x="4413616" y="4915982"/>
                </a:cubicBezTo>
                <a:cubicBezTo>
                  <a:pt x="4435567" y="4938067"/>
                  <a:pt x="4578777" y="5209654"/>
                  <a:pt x="4613950" y="5295900"/>
                </a:cubicBezTo>
                <a:cubicBezTo>
                  <a:pt x="4623564" y="5319474"/>
                  <a:pt x="4635011" y="5347335"/>
                  <a:pt x="4639388" y="5357812"/>
                </a:cubicBezTo>
                <a:cubicBezTo>
                  <a:pt x="4643765" y="5368290"/>
                  <a:pt x="4653967" y="5393459"/>
                  <a:pt x="4662060" y="5413744"/>
                </a:cubicBezTo>
                <a:cubicBezTo>
                  <a:pt x="4684639" y="5470339"/>
                  <a:pt x="4680127" y="5543550"/>
                  <a:pt x="4654060" y="5543550"/>
                </a:cubicBezTo>
                <a:cubicBezTo>
                  <a:pt x="4647926" y="5543550"/>
                  <a:pt x="4635568" y="5552122"/>
                  <a:pt x="4626597" y="5562600"/>
                </a:cubicBezTo>
                <a:cubicBezTo>
                  <a:pt x="4609024" y="5583123"/>
                  <a:pt x="4586250" y="5587476"/>
                  <a:pt x="4576762" y="5572125"/>
                </a:cubicBezTo>
                <a:close/>
                <a:moveTo>
                  <a:pt x="2477856" y="5528188"/>
                </a:moveTo>
                <a:cubicBezTo>
                  <a:pt x="2461516" y="5516743"/>
                  <a:pt x="2457379" y="5507028"/>
                  <a:pt x="2461631" y="5490088"/>
                </a:cubicBezTo>
                <a:cubicBezTo>
                  <a:pt x="2464850" y="5477262"/>
                  <a:pt x="2463106" y="5467350"/>
                  <a:pt x="2457631" y="5467350"/>
                </a:cubicBezTo>
                <a:cubicBezTo>
                  <a:pt x="2441056" y="5467350"/>
                  <a:pt x="2446910" y="5429047"/>
                  <a:pt x="2470535" y="5382914"/>
                </a:cubicBezTo>
                <a:cubicBezTo>
                  <a:pt x="2482970" y="5358630"/>
                  <a:pt x="2501025" y="5319474"/>
                  <a:pt x="2510657" y="5295900"/>
                </a:cubicBezTo>
                <a:cubicBezTo>
                  <a:pt x="2530737" y="5246750"/>
                  <a:pt x="2658788" y="5036215"/>
                  <a:pt x="2690248" y="5000625"/>
                </a:cubicBezTo>
                <a:cubicBezTo>
                  <a:pt x="2701825" y="4987528"/>
                  <a:pt x="2725004" y="4954850"/>
                  <a:pt x="2741758" y="4928007"/>
                </a:cubicBezTo>
                <a:cubicBezTo>
                  <a:pt x="2758511" y="4901165"/>
                  <a:pt x="2779619" y="4870445"/>
                  <a:pt x="2788665" y="4859742"/>
                </a:cubicBezTo>
                <a:cubicBezTo>
                  <a:pt x="2797711" y="4849039"/>
                  <a:pt x="2822257" y="4817761"/>
                  <a:pt x="2843212" y="4790237"/>
                </a:cubicBezTo>
                <a:cubicBezTo>
                  <a:pt x="2958742" y="4638489"/>
                  <a:pt x="3010838" y="4613423"/>
                  <a:pt x="2975910" y="4726391"/>
                </a:cubicBezTo>
                <a:cubicBezTo>
                  <a:pt x="2934281" y="4861034"/>
                  <a:pt x="2892158" y="4979474"/>
                  <a:pt x="2871179" y="5020874"/>
                </a:cubicBezTo>
                <a:cubicBezTo>
                  <a:pt x="2858417" y="5046060"/>
                  <a:pt x="2847975" y="5076890"/>
                  <a:pt x="2847975" y="5089386"/>
                </a:cubicBezTo>
                <a:cubicBezTo>
                  <a:pt x="2847975" y="5113600"/>
                  <a:pt x="2761233" y="5297576"/>
                  <a:pt x="2712435" y="5376862"/>
                </a:cubicBezTo>
                <a:cubicBezTo>
                  <a:pt x="2610941" y="5541764"/>
                  <a:pt x="2609184" y="5543550"/>
                  <a:pt x="2548396" y="5543550"/>
                </a:cubicBezTo>
                <a:cubicBezTo>
                  <a:pt x="2519094" y="5543550"/>
                  <a:pt x="2491077" y="5537448"/>
                  <a:pt x="2477856" y="5528188"/>
                </a:cubicBezTo>
                <a:close/>
                <a:moveTo>
                  <a:pt x="1352550" y="4369471"/>
                </a:moveTo>
                <a:cubicBezTo>
                  <a:pt x="1352550" y="4362855"/>
                  <a:pt x="1342905" y="4353211"/>
                  <a:pt x="1331118" y="4348039"/>
                </a:cubicBezTo>
                <a:cubicBezTo>
                  <a:pt x="1307605" y="4337724"/>
                  <a:pt x="1297316" y="4299573"/>
                  <a:pt x="1313643" y="4283246"/>
                </a:cubicBezTo>
                <a:cubicBezTo>
                  <a:pt x="1319325" y="4277564"/>
                  <a:pt x="1323975" y="4265491"/>
                  <a:pt x="1323975" y="4256418"/>
                </a:cubicBezTo>
                <a:cubicBezTo>
                  <a:pt x="1323975" y="4236766"/>
                  <a:pt x="1371715" y="4200525"/>
                  <a:pt x="1397603" y="4200525"/>
                </a:cubicBezTo>
                <a:cubicBezTo>
                  <a:pt x="1407669" y="4200525"/>
                  <a:pt x="1425971" y="4189809"/>
                  <a:pt x="1438275" y="4176712"/>
                </a:cubicBezTo>
                <a:cubicBezTo>
                  <a:pt x="1450578" y="4163615"/>
                  <a:pt x="1464231" y="4152900"/>
                  <a:pt x="1468614" y="4152900"/>
                </a:cubicBezTo>
                <a:cubicBezTo>
                  <a:pt x="1472996" y="4152900"/>
                  <a:pt x="1494752" y="4144844"/>
                  <a:pt x="1516960" y="4134999"/>
                </a:cubicBezTo>
                <a:cubicBezTo>
                  <a:pt x="1656626" y="4073082"/>
                  <a:pt x="1759473" y="4037300"/>
                  <a:pt x="1933575" y="3990053"/>
                </a:cubicBezTo>
                <a:cubicBezTo>
                  <a:pt x="2168689" y="3926249"/>
                  <a:pt x="2257876" y="3911401"/>
                  <a:pt x="2257008" y="3936206"/>
                </a:cubicBezTo>
                <a:cubicBezTo>
                  <a:pt x="2256643" y="3946637"/>
                  <a:pt x="2041420" y="4095750"/>
                  <a:pt x="2026728" y="4095750"/>
                </a:cubicBezTo>
                <a:cubicBezTo>
                  <a:pt x="2023627" y="4095750"/>
                  <a:pt x="1983726" y="4118252"/>
                  <a:pt x="1938059" y="4145756"/>
                </a:cubicBezTo>
                <a:cubicBezTo>
                  <a:pt x="1813116" y="4221003"/>
                  <a:pt x="1810703" y="4222316"/>
                  <a:pt x="1728787" y="4259582"/>
                </a:cubicBezTo>
                <a:cubicBezTo>
                  <a:pt x="1589818" y="4322803"/>
                  <a:pt x="1565521" y="4332861"/>
                  <a:pt x="1492788" y="4357276"/>
                </a:cubicBezTo>
                <a:cubicBezTo>
                  <a:pt x="1414210" y="4383654"/>
                  <a:pt x="1352550" y="4389016"/>
                  <a:pt x="1352550" y="4369471"/>
                </a:cubicBezTo>
                <a:close/>
                <a:moveTo>
                  <a:pt x="5739401" y="4363402"/>
                </a:moveTo>
                <a:cubicBezTo>
                  <a:pt x="5736487" y="4358687"/>
                  <a:pt x="5720160" y="4354797"/>
                  <a:pt x="5703120" y="4354758"/>
                </a:cubicBezTo>
                <a:cubicBezTo>
                  <a:pt x="5660988" y="4354661"/>
                  <a:pt x="5459772" y="4263199"/>
                  <a:pt x="5313495" y="4177655"/>
                </a:cubicBezTo>
                <a:cubicBezTo>
                  <a:pt x="5094536" y="4049606"/>
                  <a:pt x="4977800" y="3963282"/>
                  <a:pt x="4996929" y="3943562"/>
                </a:cubicBezTo>
                <a:cubicBezTo>
                  <a:pt x="5007837" y="3932318"/>
                  <a:pt x="5166475" y="3961823"/>
                  <a:pt x="5202902" y="3981871"/>
                </a:cubicBezTo>
                <a:cubicBezTo>
                  <a:pt x="5211998" y="3986878"/>
                  <a:pt x="5227870" y="3990975"/>
                  <a:pt x="5238172" y="3990975"/>
                </a:cubicBezTo>
                <a:cubicBezTo>
                  <a:pt x="5248474" y="3990975"/>
                  <a:pt x="5266749" y="3994940"/>
                  <a:pt x="5278783" y="3999787"/>
                </a:cubicBezTo>
                <a:cubicBezTo>
                  <a:pt x="5290816" y="4004634"/>
                  <a:pt x="5345668" y="4022404"/>
                  <a:pt x="5400675" y="4039277"/>
                </a:cubicBezTo>
                <a:cubicBezTo>
                  <a:pt x="5455681" y="4056150"/>
                  <a:pt x="5504973" y="4073048"/>
                  <a:pt x="5510212" y="4076829"/>
                </a:cubicBezTo>
                <a:cubicBezTo>
                  <a:pt x="5515451" y="4080610"/>
                  <a:pt x="5543311" y="4091277"/>
                  <a:pt x="5572125" y="4100534"/>
                </a:cubicBezTo>
                <a:cubicBezTo>
                  <a:pt x="5732332" y="4152003"/>
                  <a:pt x="5835825" y="4230838"/>
                  <a:pt x="5834685" y="4300537"/>
                </a:cubicBezTo>
                <a:cubicBezTo>
                  <a:pt x="5834194" y="4330579"/>
                  <a:pt x="5829529" y="4340626"/>
                  <a:pt x="5812631" y="4348039"/>
                </a:cubicBezTo>
                <a:cubicBezTo>
                  <a:pt x="5800844" y="4353211"/>
                  <a:pt x="5791200" y="4360712"/>
                  <a:pt x="5791200" y="4364708"/>
                </a:cubicBezTo>
                <a:cubicBezTo>
                  <a:pt x="5791200" y="4374942"/>
                  <a:pt x="5745826" y="4373798"/>
                  <a:pt x="5739401" y="4363402"/>
                </a:cubicBezTo>
                <a:close/>
                <a:moveTo>
                  <a:pt x="6762734" y="3588069"/>
                </a:moveTo>
                <a:cubicBezTo>
                  <a:pt x="6760123" y="3585642"/>
                  <a:pt x="6616541" y="3578733"/>
                  <a:pt x="6443662" y="3572716"/>
                </a:cubicBezTo>
                <a:cubicBezTo>
                  <a:pt x="5986799" y="3556814"/>
                  <a:pt x="5604069" y="3533343"/>
                  <a:pt x="5582306" y="3519892"/>
                </a:cubicBezTo>
                <a:cubicBezTo>
                  <a:pt x="5579296" y="3518032"/>
                  <a:pt x="5538269" y="3513761"/>
                  <a:pt x="5491135" y="3510401"/>
                </a:cubicBezTo>
                <a:cubicBezTo>
                  <a:pt x="5382932" y="3502688"/>
                  <a:pt x="5040271" y="3451263"/>
                  <a:pt x="5014912" y="3438931"/>
                </a:cubicBezTo>
                <a:cubicBezTo>
                  <a:pt x="5004435" y="3433836"/>
                  <a:pt x="4980867" y="3426032"/>
                  <a:pt x="4962539" y="3421588"/>
                </a:cubicBezTo>
                <a:cubicBezTo>
                  <a:pt x="4925834" y="3412689"/>
                  <a:pt x="4913803" y="3387908"/>
                  <a:pt x="4940626" y="3376454"/>
                </a:cubicBezTo>
                <a:cubicBezTo>
                  <a:pt x="4974881" y="3361827"/>
                  <a:pt x="5152530" y="3336329"/>
                  <a:pt x="5267325" y="3329564"/>
                </a:cubicBezTo>
                <a:cubicBezTo>
                  <a:pt x="5311854" y="3326939"/>
                  <a:pt x="5406151" y="3320498"/>
                  <a:pt x="5476875" y="3315250"/>
                </a:cubicBezTo>
                <a:cubicBezTo>
                  <a:pt x="5798221" y="3291405"/>
                  <a:pt x="6666038" y="3277277"/>
                  <a:pt x="6869906" y="3292571"/>
                </a:cubicBezTo>
                <a:cubicBezTo>
                  <a:pt x="6940549" y="3297871"/>
                  <a:pt x="6965189" y="3310870"/>
                  <a:pt x="6924675" y="3321465"/>
                </a:cubicBezTo>
                <a:cubicBezTo>
                  <a:pt x="6879301" y="3333330"/>
                  <a:pt x="6913531" y="3340797"/>
                  <a:pt x="7020129" y="3342288"/>
                </a:cubicBezTo>
                <a:cubicBezTo>
                  <a:pt x="7109677" y="3343540"/>
                  <a:pt x="7141195" y="3347556"/>
                  <a:pt x="7164745" y="3360712"/>
                </a:cubicBezTo>
                <a:cubicBezTo>
                  <a:pt x="7203195" y="3382192"/>
                  <a:pt x="7208371" y="3398236"/>
                  <a:pt x="7180266" y="3408816"/>
                </a:cubicBezTo>
                <a:cubicBezTo>
                  <a:pt x="7159728" y="3416548"/>
                  <a:pt x="7161116" y="3418024"/>
                  <a:pt x="7198518" y="3428222"/>
                </a:cubicBezTo>
                <a:cubicBezTo>
                  <a:pt x="7268153" y="3447208"/>
                  <a:pt x="7251212" y="3487850"/>
                  <a:pt x="7167275" y="3503173"/>
                </a:cubicBezTo>
                <a:cubicBezTo>
                  <a:pt x="7120734" y="3511669"/>
                  <a:pt x="7120378" y="3511995"/>
                  <a:pt x="7146131" y="3522559"/>
                </a:cubicBezTo>
                <a:cubicBezTo>
                  <a:pt x="7176756" y="3535121"/>
                  <a:pt x="7180184" y="3557473"/>
                  <a:pt x="7153662" y="3571667"/>
                </a:cubicBezTo>
                <a:cubicBezTo>
                  <a:pt x="7135341" y="3581472"/>
                  <a:pt x="6772036" y="3596715"/>
                  <a:pt x="6762734" y="3588069"/>
                </a:cubicBezTo>
                <a:close/>
                <a:moveTo>
                  <a:pt x="223350" y="3563600"/>
                </a:moveTo>
                <a:cubicBezTo>
                  <a:pt x="80761" y="3556703"/>
                  <a:pt x="42683" y="3542493"/>
                  <a:pt x="53311" y="3500146"/>
                </a:cubicBezTo>
                <a:cubicBezTo>
                  <a:pt x="58178" y="3480755"/>
                  <a:pt x="55720" y="3476625"/>
                  <a:pt x="39314" y="3476625"/>
                </a:cubicBezTo>
                <a:cubicBezTo>
                  <a:pt x="-2079" y="3476625"/>
                  <a:pt x="-902" y="3397434"/>
                  <a:pt x="40562" y="3392648"/>
                </a:cubicBezTo>
                <a:cubicBezTo>
                  <a:pt x="69861" y="3389266"/>
                  <a:pt x="73526" y="3379868"/>
                  <a:pt x="52387" y="3362325"/>
                </a:cubicBezTo>
                <a:cubicBezTo>
                  <a:pt x="6871" y="3324549"/>
                  <a:pt x="79411" y="3298367"/>
                  <a:pt x="189118" y="3312974"/>
                </a:cubicBezTo>
                <a:cubicBezTo>
                  <a:pt x="235594" y="3319162"/>
                  <a:pt x="285994" y="3323581"/>
                  <a:pt x="301117" y="3322794"/>
                </a:cubicBezTo>
                <a:cubicBezTo>
                  <a:pt x="320288" y="3321796"/>
                  <a:pt x="315860" y="3319634"/>
                  <a:pt x="286489" y="3315650"/>
                </a:cubicBezTo>
                <a:cubicBezTo>
                  <a:pt x="240219" y="3309375"/>
                  <a:pt x="225314" y="3291474"/>
                  <a:pt x="257778" y="3281170"/>
                </a:cubicBezTo>
                <a:cubicBezTo>
                  <a:pt x="323347" y="3260360"/>
                  <a:pt x="1838188" y="3282261"/>
                  <a:pt x="1940855" y="3305504"/>
                </a:cubicBezTo>
                <a:cubicBezTo>
                  <a:pt x="1963195" y="3310561"/>
                  <a:pt x="2000991" y="3314700"/>
                  <a:pt x="2024847" y="3314700"/>
                </a:cubicBezTo>
                <a:cubicBezTo>
                  <a:pt x="2092152" y="3314700"/>
                  <a:pt x="2277731" y="3342550"/>
                  <a:pt x="2312193" y="3357823"/>
                </a:cubicBezTo>
                <a:cubicBezTo>
                  <a:pt x="2360291" y="3379138"/>
                  <a:pt x="2351689" y="3397038"/>
                  <a:pt x="2286734" y="3410807"/>
                </a:cubicBezTo>
                <a:cubicBezTo>
                  <a:pt x="2267994" y="3414779"/>
                  <a:pt x="2226945" y="3424451"/>
                  <a:pt x="2195512" y="3432301"/>
                </a:cubicBezTo>
                <a:cubicBezTo>
                  <a:pt x="2043238" y="3470326"/>
                  <a:pt x="1618154" y="3515720"/>
                  <a:pt x="1113789" y="3547815"/>
                </a:cubicBezTo>
                <a:cubicBezTo>
                  <a:pt x="861235" y="3563887"/>
                  <a:pt x="398778" y="3572085"/>
                  <a:pt x="223350" y="3563600"/>
                </a:cubicBezTo>
                <a:close/>
                <a:moveTo>
                  <a:pt x="5034160" y="2848294"/>
                </a:moveTo>
                <a:cubicBezTo>
                  <a:pt x="5025440" y="2834185"/>
                  <a:pt x="5037518" y="2825092"/>
                  <a:pt x="5176837" y="2740881"/>
                </a:cubicBezTo>
                <a:cubicBezTo>
                  <a:pt x="5338803" y="2642981"/>
                  <a:pt x="5349078" y="2637381"/>
                  <a:pt x="5531154" y="2547788"/>
                </a:cubicBezTo>
                <a:cubicBezTo>
                  <a:pt x="5727625" y="2451111"/>
                  <a:pt x="5817905" y="2415466"/>
                  <a:pt x="5833503" y="2428411"/>
                </a:cubicBezTo>
                <a:cubicBezTo>
                  <a:pt x="5840765" y="2434437"/>
                  <a:pt x="5852853" y="2433326"/>
                  <a:pt x="5868536" y="2425189"/>
                </a:cubicBezTo>
                <a:cubicBezTo>
                  <a:pt x="5925764" y="2395499"/>
                  <a:pt x="5944188" y="2396955"/>
                  <a:pt x="5979055" y="2433920"/>
                </a:cubicBezTo>
                <a:cubicBezTo>
                  <a:pt x="6009093" y="2465766"/>
                  <a:pt x="6010545" y="2469938"/>
                  <a:pt x="5996860" y="2485060"/>
                </a:cubicBezTo>
                <a:cubicBezTo>
                  <a:pt x="5985902" y="2497168"/>
                  <a:pt x="5984770" y="2504335"/>
                  <a:pt x="5992579" y="2512144"/>
                </a:cubicBezTo>
                <a:cubicBezTo>
                  <a:pt x="6008391" y="2527956"/>
                  <a:pt x="5957385" y="2571750"/>
                  <a:pt x="5923159" y="2571750"/>
                </a:cubicBezTo>
                <a:cubicBezTo>
                  <a:pt x="5907036" y="2571750"/>
                  <a:pt x="5895975" y="2576849"/>
                  <a:pt x="5895975" y="2584283"/>
                </a:cubicBezTo>
                <a:cubicBezTo>
                  <a:pt x="5895975" y="2597115"/>
                  <a:pt x="5830929" y="2638425"/>
                  <a:pt x="5810724" y="2638425"/>
                </a:cubicBezTo>
                <a:cubicBezTo>
                  <a:pt x="5804553" y="2638425"/>
                  <a:pt x="5777201" y="2648626"/>
                  <a:pt x="5749941" y="2661095"/>
                </a:cubicBezTo>
                <a:cubicBezTo>
                  <a:pt x="5654797" y="2704615"/>
                  <a:pt x="5340158" y="2809875"/>
                  <a:pt x="5305214" y="2809875"/>
                </a:cubicBezTo>
                <a:cubicBezTo>
                  <a:pt x="5295345" y="2809875"/>
                  <a:pt x="5277425" y="2813678"/>
                  <a:pt x="5265391" y="2818327"/>
                </a:cubicBezTo>
                <a:cubicBezTo>
                  <a:pt x="5197773" y="2844449"/>
                  <a:pt x="5044092" y="2864366"/>
                  <a:pt x="5034160" y="2848294"/>
                </a:cubicBezTo>
                <a:close/>
                <a:moveTo>
                  <a:pt x="2162175" y="2832235"/>
                </a:moveTo>
                <a:cubicBezTo>
                  <a:pt x="2149078" y="2830244"/>
                  <a:pt x="2123360" y="2824622"/>
                  <a:pt x="2105025" y="2819742"/>
                </a:cubicBezTo>
                <a:cubicBezTo>
                  <a:pt x="2086689" y="2814862"/>
                  <a:pt x="2038302" y="2803536"/>
                  <a:pt x="1997497" y="2794574"/>
                </a:cubicBezTo>
                <a:cubicBezTo>
                  <a:pt x="1956693" y="2785612"/>
                  <a:pt x="1921078" y="2774673"/>
                  <a:pt x="1918354" y="2770264"/>
                </a:cubicBezTo>
                <a:cubicBezTo>
                  <a:pt x="1915629" y="2765856"/>
                  <a:pt x="1898283" y="2762250"/>
                  <a:pt x="1879807" y="2762250"/>
                </a:cubicBezTo>
                <a:cubicBezTo>
                  <a:pt x="1844105" y="2762250"/>
                  <a:pt x="1730398" y="2737057"/>
                  <a:pt x="1702722" y="2723016"/>
                </a:cubicBezTo>
                <a:cubicBezTo>
                  <a:pt x="1693626" y="2718401"/>
                  <a:pt x="1681643" y="2714625"/>
                  <a:pt x="1676095" y="2714625"/>
                </a:cubicBezTo>
                <a:cubicBezTo>
                  <a:pt x="1620628" y="2714625"/>
                  <a:pt x="1283101" y="2562396"/>
                  <a:pt x="1264375" y="2528934"/>
                </a:cubicBezTo>
                <a:cubicBezTo>
                  <a:pt x="1242461" y="2489777"/>
                  <a:pt x="1247934" y="2409825"/>
                  <a:pt x="1272528" y="2409825"/>
                </a:cubicBezTo>
                <a:cubicBezTo>
                  <a:pt x="1280197" y="2409825"/>
                  <a:pt x="1288940" y="2403395"/>
                  <a:pt x="1291955" y="2395537"/>
                </a:cubicBezTo>
                <a:cubicBezTo>
                  <a:pt x="1298770" y="2377778"/>
                  <a:pt x="1350168" y="2376578"/>
                  <a:pt x="1370849" y="2393695"/>
                </a:cubicBezTo>
                <a:cubicBezTo>
                  <a:pt x="1398794" y="2416824"/>
                  <a:pt x="1435125" y="2428214"/>
                  <a:pt x="1446063" y="2417276"/>
                </a:cubicBezTo>
                <a:cubicBezTo>
                  <a:pt x="1457821" y="2405518"/>
                  <a:pt x="1515936" y="2426649"/>
                  <a:pt x="1742974" y="2525233"/>
                </a:cubicBezTo>
                <a:cubicBezTo>
                  <a:pt x="1821956" y="2559529"/>
                  <a:pt x="2069606" y="2686496"/>
                  <a:pt x="2086725" y="2701471"/>
                </a:cubicBezTo>
                <a:cubicBezTo>
                  <a:pt x="2094995" y="2708705"/>
                  <a:pt x="2104876" y="2714625"/>
                  <a:pt x="2108683" y="2714625"/>
                </a:cubicBezTo>
                <a:cubicBezTo>
                  <a:pt x="2125800" y="2714625"/>
                  <a:pt x="2266950" y="2813133"/>
                  <a:pt x="2266950" y="2825079"/>
                </a:cubicBezTo>
                <a:cubicBezTo>
                  <a:pt x="2266950" y="2838289"/>
                  <a:pt x="2222128" y="2841350"/>
                  <a:pt x="2162175" y="2832235"/>
                </a:cubicBezTo>
                <a:close/>
                <a:moveTo>
                  <a:pt x="4567887" y="2544226"/>
                </a:moveTo>
                <a:cubicBezTo>
                  <a:pt x="4559807" y="2531153"/>
                  <a:pt x="4580984" y="2492720"/>
                  <a:pt x="4628824" y="2433637"/>
                </a:cubicBezTo>
                <a:cubicBezTo>
                  <a:pt x="4650033" y="2407443"/>
                  <a:pt x="4690435" y="2356008"/>
                  <a:pt x="4718606" y="2319337"/>
                </a:cubicBezTo>
                <a:cubicBezTo>
                  <a:pt x="4857684" y="2138292"/>
                  <a:pt x="5045754" y="1938001"/>
                  <a:pt x="5498953" y="1488281"/>
                </a:cubicBezTo>
                <a:cubicBezTo>
                  <a:pt x="5722003" y="1266944"/>
                  <a:pt x="5908858" y="1085850"/>
                  <a:pt x="5914186" y="1085850"/>
                </a:cubicBezTo>
                <a:cubicBezTo>
                  <a:pt x="5919515" y="1085850"/>
                  <a:pt x="5942243" y="1072759"/>
                  <a:pt x="5964693" y="1056759"/>
                </a:cubicBezTo>
                <a:cubicBezTo>
                  <a:pt x="6091880" y="966115"/>
                  <a:pt x="6139556" y="949172"/>
                  <a:pt x="6150430" y="990753"/>
                </a:cubicBezTo>
                <a:cubicBezTo>
                  <a:pt x="6153192" y="1001315"/>
                  <a:pt x="6160291" y="1009379"/>
                  <a:pt x="6166207" y="1008674"/>
                </a:cubicBezTo>
                <a:cubicBezTo>
                  <a:pt x="6191545" y="1005654"/>
                  <a:pt x="6201070" y="1011168"/>
                  <a:pt x="6214122" y="1036406"/>
                </a:cubicBezTo>
                <a:cubicBezTo>
                  <a:pt x="6222359" y="1052335"/>
                  <a:pt x="6224733" y="1068382"/>
                  <a:pt x="6219989" y="1076058"/>
                </a:cubicBezTo>
                <a:cubicBezTo>
                  <a:pt x="6214754" y="1084529"/>
                  <a:pt x="6218752" y="1094403"/>
                  <a:pt x="6231646" y="1104844"/>
                </a:cubicBezTo>
                <a:cubicBezTo>
                  <a:pt x="6246018" y="1116481"/>
                  <a:pt x="6249666" y="1127133"/>
                  <a:pt x="6245273" y="1144635"/>
                </a:cubicBezTo>
                <a:cubicBezTo>
                  <a:pt x="6237565" y="1175344"/>
                  <a:pt x="6055074" y="1360388"/>
                  <a:pt x="5872162" y="1522964"/>
                </a:cubicBezTo>
                <a:cubicBezTo>
                  <a:pt x="5793581" y="1592808"/>
                  <a:pt x="5688714" y="1686979"/>
                  <a:pt x="5639125" y="1732233"/>
                </a:cubicBezTo>
                <a:cubicBezTo>
                  <a:pt x="5589535" y="1777486"/>
                  <a:pt x="5525242" y="1836132"/>
                  <a:pt x="5496250" y="1862557"/>
                </a:cubicBezTo>
                <a:cubicBezTo>
                  <a:pt x="5415448" y="1936205"/>
                  <a:pt x="5327396" y="2009775"/>
                  <a:pt x="5320053" y="2009775"/>
                </a:cubicBezTo>
                <a:cubicBezTo>
                  <a:pt x="5316424" y="2009775"/>
                  <a:pt x="5276286" y="2043634"/>
                  <a:pt x="5230858" y="2085018"/>
                </a:cubicBezTo>
                <a:cubicBezTo>
                  <a:pt x="5185430" y="2126402"/>
                  <a:pt x="5120401" y="2182258"/>
                  <a:pt x="5086350" y="2209143"/>
                </a:cubicBezTo>
                <a:cubicBezTo>
                  <a:pt x="5052298" y="2236028"/>
                  <a:pt x="5017993" y="2263247"/>
                  <a:pt x="5010118" y="2269631"/>
                </a:cubicBezTo>
                <a:cubicBezTo>
                  <a:pt x="4954685" y="2314562"/>
                  <a:pt x="4907797" y="2349197"/>
                  <a:pt x="4833513" y="2400080"/>
                </a:cubicBezTo>
                <a:cubicBezTo>
                  <a:pt x="4623325" y="2544058"/>
                  <a:pt x="4581732" y="2566629"/>
                  <a:pt x="4567887" y="2544226"/>
                </a:cubicBezTo>
                <a:close/>
                <a:moveTo>
                  <a:pt x="2644501" y="2523778"/>
                </a:moveTo>
                <a:cubicBezTo>
                  <a:pt x="2605419" y="2504562"/>
                  <a:pt x="2559270" y="2476378"/>
                  <a:pt x="2428875" y="2392091"/>
                </a:cubicBezTo>
                <a:cubicBezTo>
                  <a:pt x="2342484" y="2336249"/>
                  <a:pt x="2305712" y="2309111"/>
                  <a:pt x="2214138" y="2233612"/>
                </a:cubicBezTo>
                <a:cubicBezTo>
                  <a:pt x="2182368" y="2207418"/>
                  <a:pt x="2144256" y="2177415"/>
                  <a:pt x="2129446" y="2166937"/>
                </a:cubicBezTo>
                <a:cubicBezTo>
                  <a:pt x="2102012" y="2147528"/>
                  <a:pt x="2061892" y="2114848"/>
                  <a:pt x="1971587" y="2038350"/>
                </a:cubicBezTo>
                <a:cubicBezTo>
                  <a:pt x="1943758" y="2014775"/>
                  <a:pt x="1913290" y="1993344"/>
                  <a:pt x="1903880" y="1990725"/>
                </a:cubicBezTo>
                <a:cubicBezTo>
                  <a:pt x="1894469" y="1988105"/>
                  <a:pt x="1839542" y="1944171"/>
                  <a:pt x="1781818" y="1893093"/>
                </a:cubicBezTo>
                <a:cubicBezTo>
                  <a:pt x="1724094" y="1842015"/>
                  <a:pt x="1671403" y="1800110"/>
                  <a:pt x="1664726" y="1799970"/>
                </a:cubicBezTo>
                <a:cubicBezTo>
                  <a:pt x="1652883" y="1799721"/>
                  <a:pt x="1485950" y="1665471"/>
                  <a:pt x="1399997" y="1587071"/>
                </a:cubicBezTo>
                <a:cubicBezTo>
                  <a:pt x="1183399" y="1389503"/>
                  <a:pt x="1133399" y="1339218"/>
                  <a:pt x="1138275" y="1323854"/>
                </a:cubicBezTo>
                <a:cubicBezTo>
                  <a:pt x="1141932" y="1312332"/>
                  <a:pt x="1120720" y="1285372"/>
                  <a:pt x="1066420" y="1232530"/>
                </a:cubicBezTo>
                <a:cubicBezTo>
                  <a:pt x="976754" y="1145272"/>
                  <a:pt x="944526" y="1099538"/>
                  <a:pt x="961054" y="1083010"/>
                </a:cubicBezTo>
                <a:cubicBezTo>
                  <a:pt x="969332" y="1074732"/>
                  <a:pt x="976955" y="1075118"/>
                  <a:pt x="992109" y="1084582"/>
                </a:cubicBezTo>
                <a:cubicBezTo>
                  <a:pt x="1011662" y="1096793"/>
                  <a:pt x="1011624" y="1096326"/>
                  <a:pt x="990686" y="1066920"/>
                </a:cubicBezTo>
                <a:cubicBezTo>
                  <a:pt x="955210" y="1017099"/>
                  <a:pt x="992927" y="961610"/>
                  <a:pt x="1039902" y="994512"/>
                </a:cubicBezTo>
                <a:cubicBezTo>
                  <a:pt x="1068178" y="1014317"/>
                  <a:pt x="1075578" y="1013616"/>
                  <a:pt x="1069840" y="991674"/>
                </a:cubicBezTo>
                <a:cubicBezTo>
                  <a:pt x="1063539" y="967576"/>
                  <a:pt x="1078784" y="959810"/>
                  <a:pt x="1109481" y="971481"/>
                </a:cubicBezTo>
                <a:cubicBezTo>
                  <a:pt x="1137366" y="982082"/>
                  <a:pt x="1238250" y="1083293"/>
                  <a:pt x="1238250" y="1100667"/>
                </a:cubicBezTo>
                <a:cubicBezTo>
                  <a:pt x="1238250" y="1110774"/>
                  <a:pt x="1319663" y="1186287"/>
                  <a:pt x="1365616" y="1218802"/>
                </a:cubicBezTo>
                <a:cubicBezTo>
                  <a:pt x="1400803" y="1243699"/>
                  <a:pt x="1346714" y="1175437"/>
                  <a:pt x="1304155" y="1141236"/>
                </a:cubicBezTo>
                <a:cubicBezTo>
                  <a:pt x="1269499" y="1113385"/>
                  <a:pt x="1255250" y="1085850"/>
                  <a:pt x="1275494" y="1085850"/>
                </a:cubicBezTo>
                <a:cubicBezTo>
                  <a:pt x="1289862" y="1085850"/>
                  <a:pt x="1379439" y="1159747"/>
                  <a:pt x="1495425" y="1267283"/>
                </a:cubicBezTo>
                <a:cubicBezTo>
                  <a:pt x="1555670" y="1323140"/>
                  <a:pt x="1673542" y="1432303"/>
                  <a:pt x="1757362" y="1509867"/>
                </a:cubicBezTo>
                <a:cubicBezTo>
                  <a:pt x="2086084" y="1814055"/>
                  <a:pt x="2349765" y="2076936"/>
                  <a:pt x="2491766" y="2242044"/>
                </a:cubicBezTo>
                <a:cubicBezTo>
                  <a:pt x="2668726" y="2447798"/>
                  <a:pt x="2713151" y="2510770"/>
                  <a:pt x="2694314" y="2529153"/>
                </a:cubicBezTo>
                <a:cubicBezTo>
                  <a:pt x="2683436" y="2539768"/>
                  <a:pt x="2675218" y="2538881"/>
                  <a:pt x="2644501" y="2523778"/>
                </a:cubicBezTo>
                <a:close/>
                <a:moveTo>
                  <a:pt x="3621405" y="2245995"/>
                </a:moveTo>
                <a:cubicBezTo>
                  <a:pt x="3615118" y="2239708"/>
                  <a:pt x="3609975" y="2226791"/>
                  <a:pt x="3609975" y="2217290"/>
                </a:cubicBezTo>
                <a:cubicBezTo>
                  <a:pt x="3609975" y="2207789"/>
                  <a:pt x="3605902" y="2192573"/>
                  <a:pt x="3600925" y="2183477"/>
                </a:cubicBezTo>
                <a:cubicBezTo>
                  <a:pt x="3570408" y="2127699"/>
                  <a:pt x="3529707" y="1740423"/>
                  <a:pt x="3514600" y="1362075"/>
                </a:cubicBezTo>
                <a:cubicBezTo>
                  <a:pt x="3509685" y="1238964"/>
                  <a:pt x="3500852" y="1031081"/>
                  <a:pt x="3494972" y="900112"/>
                </a:cubicBezTo>
                <a:cubicBezTo>
                  <a:pt x="3483083" y="635288"/>
                  <a:pt x="3489813" y="283514"/>
                  <a:pt x="3509823" y="123825"/>
                </a:cubicBezTo>
                <a:cubicBezTo>
                  <a:pt x="3517022" y="66375"/>
                  <a:pt x="3545499" y="24966"/>
                  <a:pt x="3572020" y="33383"/>
                </a:cubicBezTo>
                <a:cubicBezTo>
                  <a:pt x="3580810" y="36173"/>
                  <a:pt x="3595375" y="29919"/>
                  <a:pt x="3605090" y="19184"/>
                </a:cubicBezTo>
                <a:cubicBezTo>
                  <a:pt x="3637335" y="-16445"/>
                  <a:pt x="3705225" y="4959"/>
                  <a:pt x="3705225" y="50756"/>
                </a:cubicBezTo>
                <a:cubicBezTo>
                  <a:pt x="3705225" y="69215"/>
                  <a:pt x="3715836" y="71303"/>
                  <a:pt x="3731261" y="55878"/>
                </a:cubicBezTo>
                <a:cubicBezTo>
                  <a:pt x="3739307" y="47832"/>
                  <a:pt x="3747240" y="53293"/>
                  <a:pt x="3762396" y="77309"/>
                </a:cubicBezTo>
                <a:cubicBezTo>
                  <a:pt x="3779958" y="105137"/>
                  <a:pt x="3782118" y="119616"/>
                  <a:pt x="3778218" y="183356"/>
                </a:cubicBezTo>
                <a:cubicBezTo>
                  <a:pt x="3775706" y="224405"/>
                  <a:pt x="3777529" y="257175"/>
                  <a:pt x="3782325" y="257175"/>
                </a:cubicBezTo>
                <a:cubicBezTo>
                  <a:pt x="3801536" y="257175"/>
                  <a:pt x="3777311" y="1474201"/>
                  <a:pt x="3751895" y="1785937"/>
                </a:cubicBezTo>
                <a:cubicBezTo>
                  <a:pt x="3737196" y="1966224"/>
                  <a:pt x="3694291" y="2219699"/>
                  <a:pt x="3674102" y="2245518"/>
                </a:cubicBezTo>
                <a:cubicBezTo>
                  <a:pt x="3662304" y="2260607"/>
                  <a:pt x="3636252" y="2260842"/>
                  <a:pt x="3621405" y="2245995"/>
                </a:cubicBezTo>
                <a:close/>
                <a:moveTo>
                  <a:pt x="4310198" y="2029044"/>
                </a:moveTo>
                <a:cubicBezTo>
                  <a:pt x="4307035" y="2023926"/>
                  <a:pt x="4309223" y="2002003"/>
                  <a:pt x="4315060" y="1980326"/>
                </a:cubicBezTo>
                <a:cubicBezTo>
                  <a:pt x="4320897" y="1958648"/>
                  <a:pt x="4327745" y="1923188"/>
                  <a:pt x="4330279" y="1901525"/>
                </a:cubicBezTo>
                <a:cubicBezTo>
                  <a:pt x="4337116" y="1843057"/>
                  <a:pt x="4360167" y="1758469"/>
                  <a:pt x="4395521" y="1662112"/>
                </a:cubicBezTo>
                <a:cubicBezTo>
                  <a:pt x="4412820" y="1614963"/>
                  <a:pt x="4429494" y="1559155"/>
                  <a:pt x="4432574" y="1538094"/>
                </a:cubicBezTo>
                <a:cubicBezTo>
                  <a:pt x="4440287" y="1485359"/>
                  <a:pt x="4567452" y="1164980"/>
                  <a:pt x="4600738" y="1114425"/>
                </a:cubicBezTo>
                <a:cubicBezTo>
                  <a:pt x="4605912" y="1106566"/>
                  <a:pt x="4614528" y="1089933"/>
                  <a:pt x="4619884" y="1077462"/>
                </a:cubicBezTo>
                <a:cubicBezTo>
                  <a:pt x="4641764" y="1026521"/>
                  <a:pt x="4668044" y="999882"/>
                  <a:pt x="4694433" y="1001893"/>
                </a:cubicBezTo>
                <a:cubicBezTo>
                  <a:pt x="4708595" y="1002972"/>
                  <a:pt x="4725058" y="1000842"/>
                  <a:pt x="4731017" y="997159"/>
                </a:cubicBezTo>
                <a:cubicBezTo>
                  <a:pt x="4748079" y="986614"/>
                  <a:pt x="4790478" y="1007135"/>
                  <a:pt x="4800748" y="1030910"/>
                </a:cubicBezTo>
                <a:cubicBezTo>
                  <a:pt x="4805880" y="1042791"/>
                  <a:pt x="4815433" y="1060025"/>
                  <a:pt x="4821977" y="1069209"/>
                </a:cubicBezTo>
                <a:cubicBezTo>
                  <a:pt x="4831810" y="1083007"/>
                  <a:pt x="4830313" y="1092927"/>
                  <a:pt x="4813354" y="1126359"/>
                </a:cubicBezTo>
                <a:cubicBezTo>
                  <a:pt x="4802068" y="1148608"/>
                  <a:pt x="4790695" y="1182081"/>
                  <a:pt x="4788081" y="1200744"/>
                </a:cubicBezTo>
                <a:cubicBezTo>
                  <a:pt x="4785466" y="1219406"/>
                  <a:pt x="4773845" y="1255839"/>
                  <a:pt x="4762255" y="1281706"/>
                </a:cubicBezTo>
                <a:cubicBezTo>
                  <a:pt x="4750665" y="1307573"/>
                  <a:pt x="4730701" y="1352311"/>
                  <a:pt x="4717891" y="1381125"/>
                </a:cubicBezTo>
                <a:cubicBezTo>
                  <a:pt x="4681792" y="1462319"/>
                  <a:pt x="4580338" y="1660462"/>
                  <a:pt x="4566703" y="1676400"/>
                </a:cubicBezTo>
                <a:cubicBezTo>
                  <a:pt x="4559980" y="1684258"/>
                  <a:pt x="4538265" y="1722834"/>
                  <a:pt x="4518448" y="1762125"/>
                </a:cubicBezTo>
                <a:cubicBezTo>
                  <a:pt x="4498631" y="1801415"/>
                  <a:pt x="4464673" y="1859634"/>
                  <a:pt x="4442987" y="1891499"/>
                </a:cubicBezTo>
                <a:cubicBezTo>
                  <a:pt x="4347156" y="2032310"/>
                  <a:pt x="4325853" y="2054375"/>
                  <a:pt x="4310198" y="2029044"/>
                </a:cubicBezTo>
                <a:close/>
                <a:moveTo>
                  <a:pt x="2981619" y="1951486"/>
                </a:moveTo>
                <a:cubicBezTo>
                  <a:pt x="2949934" y="1909438"/>
                  <a:pt x="2912618" y="1854988"/>
                  <a:pt x="2898695" y="1830486"/>
                </a:cubicBezTo>
                <a:cubicBezTo>
                  <a:pt x="2850046" y="1744879"/>
                  <a:pt x="2831262" y="1708290"/>
                  <a:pt x="2824152" y="1685288"/>
                </a:cubicBezTo>
                <a:cubicBezTo>
                  <a:pt x="2820212" y="1672541"/>
                  <a:pt x="2802427" y="1642110"/>
                  <a:pt x="2784629" y="1617664"/>
                </a:cubicBezTo>
                <a:cubicBezTo>
                  <a:pt x="2766832" y="1593217"/>
                  <a:pt x="2733598" y="1533210"/>
                  <a:pt x="2710778" y="1484314"/>
                </a:cubicBezTo>
                <a:cubicBezTo>
                  <a:pt x="2687957" y="1435418"/>
                  <a:pt x="2651626" y="1357487"/>
                  <a:pt x="2630043" y="1311134"/>
                </a:cubicBezTo>
                <a:cubicBezTo>
                  <a:pt x="2608459" y="1264781"/>
                  <a:pt x="2590800" y="1217418"/>
                  <a:pt x="2590800" y="1205883"/>
                </a:cubicBezTo>
                <a:cubicBezTo>
                  <a:pt x="2590800" y="1194347"/>
                  <a:pt x="2586743" y="1180838"/>
                  <a:pt x="2581784" y="1175861"/>
                </a:cubicBezTo>
                <a:cubicBezTo>
                  <a:pt x="2570503" y="1164538"/>
                  <a:pt x="2565812" y="1093637"/>
                  <a:pt x="2575325" y="1078245"/>
                </a:cubicBezTo>
                <a:cubicBezTo>
                  <a:pt x="2579216" y="1071950"/>
                  <a:pt x="2588575" y="1066800"/>
                  <a:pt x="2596124" y="1066800"/>
                </a:cubicBezTo>
                <a:cubicBezTo>
                  <a:pt x="2603673" y="1066800"/>
                  <a:pt x="2609850" y="1062612"/>
                  <a:pt x="2609850" y="1057494"/>
                </a:cubicBezTo>
                <a:cubicBezTo>
                  <a:pt x="2609850" y="1052376"/>
                  <a:pt x="2620675" y="1041096"/>
                  <a:pt x="2633906" y="1032426"/>
                </a:cubicBezTo>
                <a:cubicBezTo>
                  <a:pt x="2656159" y="1017846"/>
                  <a:pt x="2659250" y="1017829"/>
                  <a:pt x="2675137" y="1032207"/>
                </a:cubicBezTo>
                <a:cubicBezTo>
                  <a:pt x="2684583" y="1040755"/>
                  <a:pt x="2701312" y="1047749"/>
                  <a:pt x="2712313" y="1047749"/>
                </a:cubicBezTo>
                <a:cubicBezTo>
                  <a:pt x="2740009" y="1047749"/>
                  <a:pt x="2759675" y="1070104"/>
                  <a:pt x="2773437" y="1117231"/>
                </a:cubicBezTo>
                <a:cubicBezTo>
                  <a:pt x="2779871" y="1139262"/>
                  <a:pt x="2788313" y="1159532"/>
                  <a:pt x="2792198" y="1162275"/>
                </a:cubicBezTo>
                <a:cubicBezTo>
                  <a:pt x="2802815" y="1169773"/>
                  <a:pt x="2871343" y="1312492"/>
                  <a:pt x="2890421" y="1366837"/>
                </a:cubicBezTo>
                <a:cubicBezTo>
                  <a:pt x="2899616" y="1393031"/>
                  <a:pt x="2910764" y="1423035"/>
                  <a:pt x="2915194" y="1433512"/>
                </a:cubicBezTo>
                <a:cubicBezTo>
                  <a:pt x="2926453" y="1460140"/>
                  <a:pt x="2985193" y="1640953"/>
                  <a:pt x="3004931" y="1709737"/>
                </a:cubicBezTo>
                <a:cubicBezTo>
                  <a:pt x="3013950" y="1741170"/>
                  <a:pt x="3024813" y="1775460"/>
                  <a:pt x="3029069" y="1785937"/>
                </a:cubicBezTo>
                <a:cubicBezTo>
                  <a:pt x="3039597" y="1811850"/>
                  <a:pt x="3067066" y="1960917"/>
                  <a:pt x="3067057" y="1992087"/>
                </a:cubicBezTo>
                <a:cubicBezTo>
                  <a:pt x="3067042" y="2042772"/>
                  <a:pt x="3041124" y="2030456"/>
                  <a:pt x="2981619" y="1951486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4" name="rotary phone" descr="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1466850" y="6662738"/>
            <a:ext cx="7353300" cy="4581525"/>
          </a:xfrm>
          <a:prstGeom prst="rect">
            <a:avLst/>
          </a:prstGeom>
        </p:spPr>
      </p:pic>
      <p:sp>
        <p:nvSpPr>
          <p:cNvPr id="5" name="TEXT: [can I wash it?]"/>
          <p:cNvSpPr/>
          <p:nvPr/>
        </p:nvSpPr>
        <p:spPr>
          <a:xfrm rot="120000">
            <a:off x="2071688" y="1524000"/>
            <a:ext cx="7667625" cy="133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rIns="256032" tIns="109728" bIns="109728"/>
          <a:lstStyle/>
          <a:p>
            <a:pPr algn="r">
              <a:lnSpc>
                <a:spcPts val="8784"/>
              </a:lnSpc>
            </a:pPr>
            <a:r>
              <a:rPr b="1" sz="7200">
                <a:solidFill>
                  <a:srgbClr val="181716"/>
                </a:solidFill>
                <a:latin typeface="Montserrat"/>
              </a:rPr>
              <a:t>[can I wash it?]</a:t>
            </a:r>
          </a:p>
        </p:txBody>
      </p:sp>
      <p:sp>
        <p:nvSpPr>
          <p:cNvPr id="6" name="TEXT: [here's the answer]"/>
          <p:cNvSpPr/>
          <p:nvPr/>
        </p:nvSpPr>
        <p:spPr>
          <a:xfrm rot="120000">
            <a:off x="419100" y="12144375"/>
            <a:ext cx="6210300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[here's the answer]</a:t>
            </a:r>
          </a:p>
        </p:txBody>
      </p:sp>
      <p:sp>
        <p:nvSpPr>
          <p:cNvPr id="7" name="arrow"/>
          <p:cNvSpPr/>
          <p:nvPr/>
        </p:nvSpPr>
        <p:spPr>
          <a:xfrm rot="-120000">
            <a:off x="6810375" y="1227296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952500" y="3524250"/>
            <a:ext cx="8382000" cy="8953500"/>
          </a:xfrm>
          <a:prstGeom prst="rect">
            <a:avLst/>
          </a:prstGeom>
        </p:spPr>
      </p:pic>
      <p:sp>
        <p:nvSpPr>
          <p:cNvPr id="4" name="PHOTO: The answer (photo)"/>
          <p:cNvSpPr/>
          <p:nvPr/>
        </p:nvSpPr>
        <p:spPr>
          <a:xfrm rot="120000">
            <a:off x="1524000" y="4095750"/>
            <a:ext cx="7239000" cy="7810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LETTERING: the answer"/>
          <p:cNvSpPr txBox="1"/>
          <p:nvPr/>
        </p:nvSpPr>
        <p:spPr>
          <a:xfrm rot="120000">
            <a:off x="895350" y="1409700"/>
            <a:ext cx="8496300" cy="19431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750" i="0">
                <a:solidFill>
                  <a:srgbClr val="FFFFFF"/>
                </a:solidFill>
                <a:latin typeface="DM Serif Display"/>
              </a:rPr>
              <a:t>the </a:t>
            </a:r>
            <a:r>
              <a:rPr sz="12750" i="1">
                <a:solidFill>
                  <a:srgbClr val="FFFFFF"/>
                </a:solidFill>
                <a:latin typeface="DM Serif Display"/>
              </a:rPr>
              <a:t>answer</a:t>
            </a:r>
          </a:p>
        </p:txBody>
      </p:sp>
      <p:sp>
        <p:nvSpPr>
          <p:cNvPr id="6" name="TEXT: [in one line]"/>
          <p:cNvSpPr/>
          <p:nvPr/>
        </p:nvSpPr>
        <p:spPr>
          <a:xfrm rot="120000">
            <a:off x="690562" y="12144375"/>
            <a:ext cx="4905375" cy="1047750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2692" rIns="202692" tIns="86868" bIns="86868"/>
          <a:lstStyle/>
          <a:p>
            <a:pPr algn="l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[in one line]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sticky note" descr="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0000">
            <a:off x="495300" y="3481388"/>
            <a:ext cx="5295900" cy="5229225"/>
          </a:xfrm>
          <a:prstGeom prst="rect">
            <a:avLst/>
          </a:prstGeom>
        </p:spPr>
      </p:pic>
      <p:sp>
        <p:nvSpPr>
          <p:cNvPr id="4" name="TEXT: [yes! wash it at 30°]"/>
          <p:cNvSpPr/>
          <p:nvPr/>
        </p:nvSpPr>
        <p:spPr>
          <a:xfrm rot="300000">
            <a:off x="1491449" y="5566565"/>
            <a:ext cx="3267075" cy="1476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4686" rIns="154686" tIns="66294" bIns="66294"/>
          <a:lstStyle/>
          <a:p>
            <a:pPr algn="l">
              <a:lnSpc>
                <a:spcPts val="5307"/>
              </a:lnSpc>
            </a:pPr>
            <a:r>
              <a:rPr b="1" sz="4350">
                <a:solidFill>
                  <a:srgbClr val="181716"/>
                </a:solidFill>
                <a:latin typeface="Montserrat"/>
              </a:rPr>
              <a:t>[yes! wash</a:t>
            </a:r>
          </a:p>
          <a:p>
            <a:pPr algn="l">
              <a:lnSpc>
                <a:spcPts val="5307"/>
              </a:lnSpc>
            </a:pPr>
            <a:r>
              <a:rPr b="1" sz="4350">
                <a:solidFill>
                  <a:srgbClr val="181716"/>
                </a:solidFill>
                <a:latin typeface="Montserrat"/>
              </a:rPr>
              <a:t>it at 30°]</a:t>
            </a:r>
          </a:p>
        </p:txBody>
      </p:sp>
      <p:pic>
        <p:nvPicPr>
          <p:cNvPr id="5" name="photo border" descr="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40000">
            <a:off x="4610100" y="6991350"/>
            <a:ext cx="5067300" cy="6210300"/>
          </a:xfrm>
          <a:prstGeom prst="rect">
            <a:avLst/>
          </a:prstGeom>
        </p:spPr>
      </p:pic>
      <p:sp>
        <p:nvSpPr>
          <p:cNvPr id="6" name="PHOTO: The answer, close up"/>
          <p:cNvSpPr/>
          <p:nvPr/>
        </p:nvSpPr>
        <p:spPr>
          <a:xfrm rot="360000">
            <a:off x="5143500" y="7524750"/>
            <a:ext cx="4000500" cy="514350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7" name="arrow"/>
          <p:cNvSpPr/>
          <p:nvPr/>
        </p:nvSpPr>
        <p:spPr>
          <a:xfrm rot="1800000">
            <a:off x="4286250" y="8029575"/>
            <a:ext cx="2095500" cy="1085850"/>
          </a:xfrm>
          <a:custGeom>
            <a:avLst/>
            <a:gdLst/>
            <a:ahLst/>
            <a:cxnLst/>
            <a:rect l="0" t="0" r="r" b="b"/>
            <a:pathLst>
              <a:path w="2095500" h="1085850">
                <a:moveTo>
                  <a:pt x="752475" y="1081215"/>
                </a:moveTo>
                <a:cubicBezTo>
                  <a:pt x="752475" y="1072825"/>
                  <a:pt x="816382" y="1049675"/>
                  <a:pt x="870637" y="1038411"/>
                </a:cubicBezTo>
                <a:cubicBezTo>
                  <a:pt x="931399" y="1025797"/>
                  <a:pt x="1009613" y="1037383"/>
                  <a:pt x="1066800" y="1067469"/>
                </a:cubicBezTo>
                <a:lnTo>
                  <a:pt x="1100137" y="1085008"/>
                </a:lnTo>
                <a:lnTo>
                  <a:pt x="926306" y="1085429"/>
                </a:lnTo>
                <a:cubicBezTo>
                  <a:pt x="830699" y="1085660"/>
                  <a:pt x="752475" y="1083764"/>
                  <a:pt x="752475" y="1081215"/>
                </a:cubicBezTo>
                <a:close/>
                <a:moveTo>
                  <a:pt x="1900237" y="910795"/>
                </a:moveTo>
                <a:cubicBezTo>
                  <a:pt x="1747488" y="845344"/>
                  <a:pt x="1565493" y="756145"/>
                  <a:pt x="1557146" y="742641"/>
                </a:cubicBezTo>
                <a:cubicBezTo>
                  <a:pt x="1551444" y="733414"/>
                  <a:pt x="1554173" y="731847"/>
                  <a:pt x="1567681" y="736592"/>
                </a:cubicBezTo>
                <a:cubicBezTo>
                  <a:pt x="1585525" y="742860"/>
                  <a:pt x="1585529" y="742700"/>
                  <a:pt x="1567893" y="729029"/>
                </a:cubicBezTo>
                <a:cubicBezTo>
                  <a:pt x="1557982" y="721347"/>
                  <a:pt x="1545123" y="713461"/>
                  <a:pt x="1539318" y="711504"/>
                </a:cubicBezTo>
                <a:cubicBezTo>
                  <a:pt x="1532102" y="709073"/>
                  <a:pt x="1532871" y="702969"/>
                  <a:pt x="1541747" y="692216"/>
                </a:cubicBezTo>
                <a:cubicBezTo>
                  <a:pt x="1548890" y="683563"/>
                  <a:pt x="1559262" y="679283"/>
                  <a:pt x="1564797" y="682704"/>
                </a:cubicBezTo>
                <a:cubicBezTo>
                  <a:pt x="1571028" y="686555"/>
                  <a:pt x="1572590" y="683003"/>
                  <a:pt x="1568897" y="673380"/>
                </a:cubicBezTo>
                <a:cubicBezTo>
                  <a:pt x="1565616" y="664830"/>
                  <a:pt x="1565959" y="655999"/>
                  <a:pt x="1569659" y="653755"/>
                </a:cubicBezTo>
                <a:cubicBezTo>
                  <a:pt x="1585249" y="644302"/>
                  <a:pt x="1682397" y="668030"/>
                  <a:pt x="1752899" y="698511"/>
                </a:cubicBezTo>
                <a:cubicBezTo>
                  <a:pt x="1794644" y="716559"/>
                  <a:pt x="1828800" y="729711"/>
                  <a:pt x="1828800" y="727738"/>
                </a:cubicBezTo>
                <a:cubicBezTo>
                  <a:pt x="1828800" y="725765"/>
                  <a:pt x="1810583" y="693733"/>
                  <a:pt x="1788318" y="656557"/>
                </a:cubicBezTo>
                <a:cubicBezTo>
                  <a:pt x="1554062" y="265412"/>
                  <a:pt x="1052954" y="77051"/>
                  <a:pt x="625866" y="219603"/>
                </a:cubicBezTo>
                <a:cubicBezTo>
                  <a:pt x="450919" y="277997"/>
                  <a:pt x="333203" y="356451"/>
                  <a:pt x="150018" y="536741"/>
                </a:cubicBezTo>
                <a:cubicBezTo>
                  <a:pt x="88463" y="597323"/>
                  <a:pt x="38099" y="643040"/>
                  <a:pt x="38100" y="638332"/>
                </a:cubicBezTo>
                <a:cubicBezTo>
                  <a:pt x="38100" y="633625"/>
                  <a:pt x="42678" y="626944"/>
                  <a:pt x="48274" y="623486"/>
                </a:cubicBezTo>
                <a:cubicBezTo>
                  <a:pt x="53870" y="620027"/>
                  <a:pt x="56457" y="612009"/>
                  <a:pt x="54024" y="605667"/>
                </a:cubicBezTo>
                <a:cubicBezTo>
                  <a:pt x="51590" y="599326"/>
                  <a:pt x="57632" y="583686"/>
                  <a:pt x="67450" y="570912"/>
                </a:cubicBezTo>
                <a:cubicBezTo>
                  <a:pt x="77268" y="558138"/>
                  <a:pt x="85260" y="543401"/>
                  <a:pt x="85210" y="538162"/>
                </a:cubicBezTo>
                <a:cubicBezTo>
                  <a:pt x="85160" y="532923"/>
                  <a:pt x="78970" y="536760"/>
                  <a:pt x="71455" y="546688"/>
                </a:cubicBezTo>
                <a:cubicBezTo>
                  <a:pt x="63940" y="556616"/>
                  <a:pt x="44669" y="565771"/>
                  <a:pt x="28631" y="567032"/>
                </a:cubicBezTo>
                <a:cubicBezTo>
                  <a:pt x="8013" y="568654"/>
                  <a:pt x="1958" y="566157"/>
                  <a:pt x="7960" y="558507"/>
                </a:cubicBezTo>
                <a:cubicBezTo>
                  <a:pt x="12629" y="552556"/>
                  <a:pt x="15432" y="536971"/>
                  <a:pt x="14190" y="523875"/>
                </a:cubicBezTo>
                <a:cubicBezTo>
                  <a:pt x="11818" y="498887"/>
                  <a:pt x="72096" y="416597"/>
                  <a:pt x="166202" y="316348"/>
                </a:cubicBezTo>
                <a:cubicBezTo>
                  <a:pt x="440947" y="23669"/>
                  <a:pt x="923269" y="-75742"/>
                  <a:pt x="1325051" y="77496"/>
                </a:cubicBezTo>
                <a:cubicBezTo>
                  <a:pt x="1364933" y="92707"/>
                  <a:pt x="1405154" y="113539"/>
                  <a:pt x="1414430" y="123789"/>
                </a:cubicBezTo>
                <a:cubicBezTo>
                  <a:pt x="1423706" y="134039"/>
                  <a:pt x="1435027" y="140119"/>
                  <a:pt x="1439588" y="137300"/>
                </a:cubicBezTo>
                <a:cubicBezTo>
                  <a:pt x="1449375" y="131252"/>
                  <a:pt x="1524000" y="171413"/>
                  <a:pt x="1524000" y="182728"/>
                </a:cubicBezTo>
                <a:cubicBezTo>
                  <a:pt x="1524000" y="187003"/>
                  <a:pt x="1529757" y="190500"/>
                  <a:pt x="1536793" y="190500"/>
                </a:cubicBezTo>
                <a:cubicBezTo>
                  <a:pt x="1561830" y="190500"/>
                  <a:pt x="1682305" y="284311"/>
                  <a:pt x="1754503" y="360026"/>
                </a:cubicBezTo>
                <a:cubicBezTo>
                  <a:pt x="1819768" y="428471"/>
                  <a:pt x="1868522" y="494450"/>
                  <a:pt x="1931715" y="599849"/>
                </a:cubicBezTo>
                <a:cubicBezTo>
                  <a:pt x="1954815" y="638376"/>
                  <a:pt x="1955618" y="636817"/>
                  <a:pt x="1970371" y="524783"/>
                </a:cubicBezTo>
                <a:cubicBezTo>
                  <a:pt x="1976223" y="480340"/>
                  <a:pt x="1987332" y="437636"/>
                  <a:pt x="1995344" y="428783"/>
                </a:cubicBezTo>
                <a:cubicBezTo>
                  <a:pt x="2003281" y="420013"/>
                  <a:pt x="2009775" y="407459"/>
                  <a:pt x="2009775" y="400887"/>
                </a:cubicBezTo>
                <a:cubicBezTo>
                  <a:pt x="2009775" y="394314"/>
                  <a:pt x="2015132" y="390822"/>
                  <a:pt x="2021681" y="393126"/>
                </a:cubicBezTo>
                <a:cubicBezTo>
                  <a:pt x="2028229" y="395429"/>
                  <a:pt x="2043231" y="393750"/>
                  <a:pt x="2055018" y="389393"/>
                </a:cubicBezTo>
                <a:cubicBezTo>
                  <a:pt x="2074155" y="382319"/>
                  <a:pt x="2076450" y="384445"/>
                  <a:pt x="2076450" y="409248"/>
                </a:cubicBezTo>
                <a:cubicBezTo>
                  <a:pt x="2076450" y="424526"/>
                  <a:pt x="2081215" y="439971"/>
                  <a:pt x="2087040" y="443570"/>
                </a:cubicBezTo>
                <a:cubicBezTo>
                  <a:pt x="2093699" y="447686"/>
                  <a:pt x="2095602" y="466458"/>
                  <a:pt x="2092167" y="494139"/>
                </a:cubicBezTo>
                <a:cubicBezTo>
                  <a:pt x="2086756" y="537741"/>
                  <a:pt x="2083430" y="580222"/>
                  <a:pt x="2067586" y="808142"/>
                </a:cubicBezTo>
                <a:cubicBezTo>
                  <a:pt x="2063090" y="872811"/>
                  <a:pt x="2055745" y="929300"/>
                  <a:pt x="2051262" y="933674"/>
                </a:cubicBezTo>
                <a:cubicBezTo>
                  <a:pt x="2028826" y="955566"/>
                  <a:pt x="1991542" y="949917"/>
                  <a:pt x="1900237" y="910795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Answer part 2 (top half)"/>
          <p:cNvSpPr/>
          <p:nvPr/>
        </p:nvSpPr>
        <p:spPr>
          <a:xfrm rot="0">
            <a:off x="0" y="0"/>
            <a:ext cx="10287000" cy="81915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torn stage" descr="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0" y="7296150"/>
            <a:ext cx="11049000" cy="6858000"/>
          </a:xfrm>
          <a:prstGeom prst="rect">
            <a:avLst/>
          </a:prstGeom>
        </p:spPr>
      </p:pic>
      <p:sp>
        <p:nvSpPr>
          <p:cNvPr id="5" name="TEXT: [the answer, line two]"/>
          <p:cNvSpPr/>
          <p:nvPr/>
        </p:nvSpPr>
        <p:spPr>
          <a:xfrm rot="120000">
            <a:off x="985838" y="9934575"/>
            <a:ext cx="5267325" cy="203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13360" rIns="213360" tIns="91440" bIns="91440"/>
          <a:lstStyle/>
          <a:p>
            <a:pPr algn="l">
              <a:lnSpc>
                <a:spcPts val="7319"/>
              </a:lnSpc>
            </a:pPr>
            <a:r>
              <a:rPr b="1" sz="6000">
                <a:solidFill>
                  <a:srgbClr val="181716"/>
                </a:solidFill>
                <a:latin typeface="Montserrat"/>
              </a:rPr>
              <a:t>[the answer,</a:t>
            </a:r>
          </a:p>
          <a:p>
            <a:pPr algn="l">
              <a:lnSpc>
                <a:spcPts val="7319"/>
              </a:lnSpc>
            </a:pPr>
            <a:r>
              <a:rPr b="1" sz="6000">
                <a:solidFill>
                  <a:srgbClr val="181716"/>
                </a:solidFill>
                <a:latin typeface="Montserrat"/>
              </a:rPr>
              <a:t>line two]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TEXT: you all asked:"/>
          <p:cNvSpPr/>
          <p:nvPr/>
        </p:nvSpPr>
        <p:spPr>
          <a:xfrm rot="120000">
            <a:off x="1095375" y="1800225"/>
            <a:ext cx="5048250" cy="971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6690" rIns="186690" tIns="80010" bIns="80010"/>
          <a:lstStyle/>
          <a:p>
            <a:pPr algn="l">
              <a:lnSpc>
                <a:spcPts val="6405"/>
              </a:lnSpc>
            </a:pPr>
            <a:r>
              <a:rPr b="1" sz="5250">
                <a:solidFill>
                  <a:srgbClr val="181716"/>
                </a:solidFill>
                <a:latin typeface="Montserrat"/>
              </a:rPr>
              <a:t>you all asked:</a:t>
            </a:r>
          </a:p>
        </p:txBody>
      </p:sp>
      <p:pic>
        <p:nvPicPr>
          <p:cNvPr id="4" name="DM card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60000">
            <a:off x="1695450" y="3376612"/>
            <a:ext cx="6134100" cy="3914775"/>
          </a:xfrm>
          <a:prstGeom prst="rect">
            <a:avLst/>
          </a:prstGeom>
        </p:spPr>
      </p:pic>
      <p:sp>
        <p:nvSpPr>
          <p:cNvPr id="5" name="TEXT: [another question]"/>
          <p:cNvSpPr/>
          <p:nvPr/>
        </p:nvSpPr>
        <p:spPr>
          <a:xfrm rot="21360000">
            <a:off x="2761247" y="5642101"/>
            <a:ext cx="4086225" cy="581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2014" rIns="112014" tIns="48006" bIns="48006"/>
          <a:lstStyle/>
          <a:p>
            <a:pPr algn="l">
              <a:lnSpc>
                <a:spcPts val="3843"/>
              </a:lnSpc>
            </a:pPr>
            <a:r>
              <a:rPr b="1" sz="3150">
                <a:solidFill>
                  <a:srgbClr val="FFFFFF"/>
                </a:solidFill>
                <a:latin typeface="Montserrat"/>
              </a:rPr>
              <a:t>[another question]</a:t>
            </a:r>
          </a:p>
        </p:txBody>
      </p:sp>
      <p:pic>
        <p:nvPicPr>
          <p:cNvPr id="6" name="DM card" descr="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00000">
            <a:off x="2647950" y="5948362"/>
            <a:ext cx="6134100" cy="3914775"/>
          </a:xfrm>
          <a:prstGeom prst="rect">
            <a:avLst/>
          </a:prstGeom>
        </p:spPr>
      </p:pic>
      <p:sp>
        <p:nvSpPr>
          <p:cNvPr id="7" name="TEXT: [and another]"/>
          <p:cNvSpPr/>
          <p:nvPr/>
        </p:nvSpPr>
        <p:spPr>
          <a:xfrm rot="300000">
            <a:off x="4133938" y="8213029"/>
            <a:ext cx="3057525" cy="581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2014" rIns="112014" tIns="48006" bIns="48006"/>
          <a:lstStyle/>
          <a:p>
            <a:pPr algn="l">
              <a:lnSpc>
                <a:spcPts val="3843"/>
              </a:lnSpc>
            </a:pPr>
            <a:r>
              <a:rPr b="1" sz="3150">
                <a:solidFill>
                  <a:srgbClr val="FFFFFF"/>
                </a:solidFill>
                <a:latin typeface="Montserrat"/>
              </a:rPr>
              <a:t>[and another]</a:t>
            </a:r>
          </a:p>
        </p:txBody>
      </p:sp>
      <p:pic>
        <p:nvPicPr>
          <p:cNvPr id="8" name="DM card" descr="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20000">
            <a:off x="1695450" y="8520112"/>
            <a:ext cx="6134100" cy="3914775"/>
          </a:xfrm>
          <a:prstGeom prst="rect">
            <a:avLst/>
          </a:prstGeom>
        </p:spPr>
      </p:pic>
      <p:sp>
        <p:nvSpPr>
          <p:cNvPr id="9" name="TEXT: [one more]"/>
          <p:cNvSpPr/>
          <p:nvPr/>
        </p:nvSpPr>
        <p:spPr>
          <a:xfrm rot="21420000">
            <a:off x="3541368" y="10786240"/>
            <a:ext cx="2505075" cy="581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2014" rIns="112014" tIns="48006" bIns="48006"/>
          <a:lstStyle/>
          <a:p>
            <a:pPr algn="l">
              <a:lnSpc>
                <a:spcPts val="3843"/>
              </a:lnSpc>
            </a:pPr>
            <a:r>
              <a:rPr b="1" sz="3150">
                <a:solidFill>
                  <a:srgbClr val="FFFFFF"/>
                </a:solidFill>
                <a:latin typeface="Montserrat"/>
              </a:rPr>
              <a:t>[one more]</a:t>
            </a:r>
          </a:p>
        </p:txBody>
      </p:sp>
      <p:pic>
        <p:nvPicPr>
          <p:cNvPr id="10" name="rotary phone" descr="0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120000">
            <a:off x="6362700" y="11410950"/>
            <a:ext cx="40386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orn paper" descr="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590550" y="1828800"/>
            <a:ext cx="9105900" cy="11201400"/>
          </a:xfrm>
          <a:prstGeom prst="rect">
            <a:avLst/>
          </a:prstGeom>
        </p:spPr>
      </p:pic>
      <p:sp>
        <p:nvSpPr>
          <p:cNvPr id="4" name="PHOTO: Your product in use"/>
          <p:cNvSpPr/>
          <p:nvPr/>
        </p:nvSpPr>
        <p:spPr>
          <a:xfrm rot="-180000">
            <a:off x="1238250" y="2476500"/>
            <a:ext cx="7810500" cy="9906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[one tip for using it]"/>
          <p:cNvSpPr/>
          <p:nvPr/>
        </p:nvSpPr>
        <p:spPr>
          <a:xfrm rot="21480000">
            <a:off x="1033462" y="11872912"/>
            <a:ext cx="4219575" cy="1781175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6690" rIns="186690" tIns="80010" bIns="80010"/>
          <a:lstStyle/>
          <a:p>
            <a:pPr algn="l">
              <a:lnSpc>
                <a:spcPts val="6405"/>
              </a:lnSpc>
            </a:pPr>
            <a:r>
              <a:rPr b="1" sz="5250">
                <a:solidFill>
                  <a:srgbClr val="181716"/>
                </a:solidFill>
                <a:latin typeface="Montserrat"/>
              </a:rPr>
              <a:t>[one tip for</a:t>
            </a:r>
          </a:p>
          <a:p>
            <a:pPr algn="l">
              <a:lnSpc>
                <a:spcPts val="6405"/>
              </a:lnSpc>
            </a:pPr>
            <a:r>
              <a:rPr b="1" sz="5250">
                <a:solidFill>
                  <a:srgbClr val="181716"/>
                </a:solidFill>
                <a:latin typeface="Montserrat"/>
              </a:rPr>
              <a:t>using it]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1714500" y="5334000"/>
            <a:ext cx="6858000" cy="83820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180000">
            <a:off x="2286000" y="5905500"/>
            <a:ext cx="5715000" cy="7239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LETTERING: Comment"/>
          <p:cNvSpPr txBox="1"/>
          <p:nvPr/>
        </p:nvSpPr>
        <p:spPr>
          <a:xfrm>
            <a:off x="633412" y="104775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7A1732"/>
                </a:solidFill>
                <a:latin typeface="DM Serif Display"/>
              </a:rPr>
              <a:t>Comment</a:t>
            </a:r>
          </a:p>
        </p:txBody>
      </p:sp>
      <p:sp>
        <p:nvSpPr>
          <p:cNvPr id="6" name="TEXT: &quot;[KEYWORD]&quot;"/>
          <p:cNvSpPr/>
          <p:nvPr/>
        </p:nvSpPr>
        <p:spPr>
          <a:xfrm rot="21480000">
            <a:off x="2152650" y="3209925"/>
            <a:ext cx="5981700" cy="1200150"/>
          </a:xfrm>
          <a:prstGeom prst="roundRect">
            <a:avLst>
              <a:gd name="adj" fmla="val 50000"/>
            </a:avLst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FFFFFF"/>
                </a:solidFill>
                <a:latin typeface="Montserrat"/>
              </a:rPr>
              <a:t>"[KEYWORD]"</a:t>
            </a:r>
          </a:p>
        </p:txBody>
      </p:sp>
      <p:sp>
        <p:nvSpPr>
          <p:cNvPr id="7" name="TEXT: [more questions?]"/>
          <p:cNvSpPr/>
          <p:nvPr/>
        </p:nvSpPr>
        <p:spPr>
          <a:xfrm rot="120000">
            <a:off x="2047875" y="4591050"/>
            <a:ext cx="6191250" cy="914400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[more questions?]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