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your product. Type the question a customer asked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photo that shows the answer.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The answer on a note, a photo pinned beside it. Edit the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A second answer photo, then the second line of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More questions you get. One per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Your product in use.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8. Swap in a photo of your product.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jp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Relationship Id="rId4" Type="http://schemas.openxmlformats.org/officeDocument/2006/relationships/image" Target="../media/image17.jp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Relationship Id="rId4" Type="http://schemas.openxmlformats.org/officeDocument/2006/relationships/image" Target="../media/image19.jpg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Your product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sp>
        <p:nvSpPr>
          <p:cNvPr id="4" name="LETTERING: you asked"/>
          <p:cNvSpPr txBox="1"/>
          <p:nvPr/>
        </p:nvSpPr>
        <p:spPr>
          <a:xfrm rot="120000">
            <a:off x="1314450" y="6838950"/>
            <a:ext cx="7658100" cy="19431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750" i="0">
                <a:solidFill>
                  <a:srgbClr val="FFFFFF"/>
                </a:solidFill>
                <a:latin typeface="DM Serif Display"/>
              </a:rPr>
              <a:t>you </a:t>
            </a:r>
            <a:r>
              <a:rPr sz="12750" i="1">
                <a:solidFill>
                  <a:srgbClr val="FFFFFF"/>
                </a:solidFill>
                <a:latin typeface="DM Serif Display"/>
              </a:rPr>
              <a:t>asked</a:t>
            </a:r>
          </a:p>
        </p:txBody>
      </p:sp>
      <p:pic>
        <p:nvPicPr>
          <p:cNvPr id="5" name="DM card" descr="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1695450" y="7853362"/>
            <a:ext cx="6896100" cy="4867275"/>
          </a:xfrm>
          <a:prstGeom prst="rect">
            <a:avLst/>
          </a:prstGeom>
        </p:spPr>
      </p:pic>
      <p:sp>
        <p:nvSpPr>
          <p:cNvPr id="6" name="TEXT: [the question your customer asked]"/>
          <p:cNvSpPr/>
          <p:nvPr/>
        </p:nvSpPr>
        <p:spPr>
          <a:xfrm rot="240000">
            <a:off x="2843331" y="10371066"/>
            <a:ext cx="4505325" cy="11906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5349" rIns="125349" tIns="53721" bIns="53721"/>
          <a:lstStyle/>
          <a:p>
            <a:pPr algn="l">
              <a:lnSpc>
                <a:spcPts val="4300"/>
              </a:lnSpc>
            </a:pPr>
            <a:r>
              <a:rPr b="1" sz="3525">
                <a:solidFill>
                  <a:srgbClr val="FFFFFF"/>
                </a:solidFill>
                <a:latin typeface="Montserrat"/>
              </a:rPr>
              <a:t>[the question your</a:t>
            </a:r>
          </a:p>
          <a:p>
            <a:pPr algn="l">
              <a:lnSpc>
                <a:spcPts val="4300"/>
              </a:lnSpc>
            </a:pPr>
            <a:r>
              <a:rPr b="1" sz="3525">
                <a:solidFill>
                  <a:srgbClr val="FFFFFF"/>
                </a:solidFill>
                <a:latin typeface="Montserrat"/>
              </a:rPr>
              <a:t>customer asked]</a:t>
            </a:r>
          </a:p>
        </p:txBody>
      </p:sp>
      <p:sp>
        <p:nvSpPr>
          <p:cNvPr id="7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burst"/>
          <p:cNvSpPr/>
          <p:nvPr/>
        </p:nvSpPr>
        <p:spPr>
          <a:xfrm rot="0">
            <a:off x="1524000" y="5276850"/>
            <a:ext cx="7239000" cy="6591300"/>
          </a:xfrm>
          <a:custGeom>
            <a:avLst/>
            <a:gdLst/>
            <a:ahLst/>
            <a:cxnLst/>
            <a:rect l="0" t="0" r="r" b="b"/>
            <a:pathLst>
              <a:path w="7239000" h="6591300">
                <a:moveTo>
                  <a:pt x="3615355" y="6566744"/>
                </a:moveTo>
                <a:cubicBezTo>
                  <a:pt x="3607088" y="6558478"/>
                  <a:pt x="3596218" y="6544041"/>
                  <a:pt x="3591199" y="6534663"/>
                </a:cubicBezTo>
                <a:cubicBezTo>
                  <a:pt x="3585088" y="6523245"/>
                  <a:pt x="3574591" y="6519043"/>
                  <a:pt x="3559421" y="6521943"/>
                </a:cubicBezTo>
                <a:cubicBezTo>
                  <a:pt x="3530624" y="6527448"/>
                  <a:pt x="3514487" y="6492511"/>
                  <a:pt x="3514463" y="6424612"/>
                </a:cubicBezTo>
                <a:cubicBezTo>
                  <a:pt x="3514454" y="6398418"/>
                  <a:pt x="3511295" y="6297691"/>
                  <a:pt x="3507442" y="6200775"/>
                </a:cubicBezTo>
                <a:cubicBezTo>
                  <a:pt x="3500655" y="6030054"/>
                  <a:pt x="3507441" y="5848302"/>
                  <a:pt x="3543360" y="5238750"/>
                </a:cubicBezTo>
                <a:cubicBezTo>
                  <a:pt x="3549689" y="5131355"/>
                  <a:pt x="3556642" y="5001049"/>
                  <a:pt x="3558812" y="4949180"/>
                </a:cubicBezTo>
                <a:cubicBezTo>
                  <a:pt x="3560982" y="4897312"/>
                  <a:pt x="3571467" y="4803014"/>
                  <a:pt x="3582114" y="4739630"/>
                </a:cubicBezTo>
                <a:cubicBezTo>
                  <a:pt x="3592760" y="4676247"/>
                  <a:pt x="3603796" y="4609994"/>
                  <a:pt x="3606638" y="4592403"/>
                </a:cubicBezTo>
                <a:cubicBezTo>
                  <a:pt x="3643002" y="4367333"/>
                  <a:pt x="3722543" y="4554633"/>
                  <a:pt x="3757750" y="4948237"/>
                </a:cubicBezTo>
                <a:cubicBezTo>
                  <a:pt x="3760562" y="4979670"/>
                  <a:pt x="3766936" y="5039677"/>
                  <a:pt x="3771914" y="5081587"/>
                </a:cubicBezTo>
                <a:cubicBezTo>
                  <a:pt x="3798519" y="5305555"/>
                  <a:pt x="3817714" y="6267422"/>
                  <a:pt x="3798621" y="6419850"/>
                </a:cubicBezTo>
                <a:cubicBezTo>
                  <a:pt x="3786279" y="6518383"/>
                  <a:pt x="3762627" y="6562645"/>
                  <a:pt x="3729176" y="6549808"/>
                </a:cubicBezTo>
                <a:cubicBezTo>
                  <a:pt x="3720774" y="6546584"/>
                  <a:pt x="3706134" y="6552290"/>
                  <a:pt x="3695483" y="6562941"/>
                </a:cubicBezTo>
                <a:cubicBezTo>
                  <a:pt x="3672821" y="6585603"/>
                  <a:pt x="3635963" y="6587353"/>
                  <a:pt x="3615355" y="6566744"/>
                </a:cubicBezTo>
                <a:close/>
                <a:moveTo>
                  <a:pt x="930274" y="5680074"/>
                </a:moveTo>
                <a:cubicBezTo>
                  <a:pt x="926782" y="5676582"/>
                  <a:pt x="923925" y="5666136"/>
                  <a:pt x="923925" y="5656861"/>
                </a:cubicBezTo>
                <a:cubicBezTo>
                  <a:pt x="923925" y="5643142"/>
                  <a:pt x="918130" y="5640937"/>
                  <a:pt x="892858" y="5645039"/>
                </a:cubicBezTo>
                <a:cubicBezTo>
                  <a:pt x="868920" y="5648923"/>
                  <a:pt x="857477" y="5645313"/>
                  <a:pt x="842992" y="5629307"/>
                </a:cubicBezTo>
                <a:lnTo>
                  <a:pt x="824193" y="5608535"/>
                </a:lnTo>
                <a:lnTo>
                  <a:pt x="865349" y="5571280"/>
                </a:lnTo>
                <a:cubicBezTo>
                  <a:pt x="906593" y="5533946"/>
                  <a:pt x="908627" y="5521022"/>
                  <a:pt x="868877" y="5548864"/>
                </a:cubicBezTo>
                <a:cubicBezTo>
                  <a:pt x="825099" y="5579528"/>
                  <a:pt x="813695" y="5534238"/>
                  <a:pt x="853334" y="5487130"/>
                </a:cubicBezTo>
                <a:cubicBezTo>
                  <a:pt x="868875" y="5468660"/>
                  <a:pt x="886882" y="5457825"/>
                  <a:pt x="902033" y="5457825"/>
                </a:cubicBezTo>
                <a:cubicBezTo>
                  <a:pt x="915847" y="5457825"/>
                  <a:pt x="950938" y="5439082"/>
                  <a:pt x="984530" y="5413762"/>
                </a:cubicBezTo>
                <a:cubicBezTo>
                  <a:pt x="1037689" y="5373693"/>
                  <a:pt x="1040181" y="5370309"/>
                  <a:pt x="1012031" y="5376419"/>
                </a:cubicBezTo>
                <a:cubicBezTo>
                  <a:pt x="955385" y="5388714"/>
                  <a:pt x="978773" y="5355933"/>
                  <a:pt x="1090612" y="5266276"/>
                </a:cubicBezTo>
                <a:cubicBezTo>
                  <a:pt x="1204954" y="5174612"/>
                  <a:pt x="1649818" y="4839387"/>
                  <a:pt x="1752600" y="4767439"/>
                </a:cubicBezTo>
                <a:cubicBezTo>
                  <a:pt x="1770935" y="4754603"/>
                  <a:pt x="1803082" y="4731201"/>
                  <a:pt x="1824037" y="4715433"/>
                </a:cubicBezTo>
                <a:cubicBezTo>
                  <a:pt x="1844992" y="4699665"/>
                  <a:pt x="1877139" y="4676256"/>
                  <a:pt x="1895475" y="4663412"/>
                </a:cubicBezTo>
                <a:cubicBezTo>
                  <a:pt x="1913810" y="4650569"/>
                  <a:pt x="1956673" y="4620418"/>
                  <a:pt x="1990725" y="4596410"/>
                </a:cubicBezTo>
                <a:cubicBezTo>
                  <a:pt x="2126695" y="4500548"/>
                  <a:pt x="2345229" y="4357652"/>
                  <a:pt x="2413082" y="4320239"/>
                </a:cubicBezTo>
                <a:cubicBezTo>
                  <a:pt x="2437484" y="4306783"/>
                  <a:pt x="2477809" y="4284364"/>
                  <a:pt x="2502693" y="4270418"/>
                </a:cubicBezTo>
                <a:cubicBezTo>
                  <a:pt x="2630710" y="4198670"/>
                  <a:pt x="2678766" y="4179633"/>
                  <a:pt x="2693832" y="4194700"/>
                </a:cubicBezTo>
                <a:cubicBezTo>
                  <a:pt x="2706677" y="4207545"/>
                  <a:pt x="2703185" y="4214840"/>
                  <a:pt x="2661420" y="4262404"/>
                </a:cubicBezTo>
                <a:cubicBezTo>
                  <a:pt x="2635676" y="4291724"/>
                  <a:pt x="2602656" y="4331586"/>
                  <a:pt x="2588042" y="4350987"/>
                </a:cubicBezTo>
                <a:cubicBezTo>
                  <a:pt x="2560863" y="4387071"/>
                  <a:pt x="2523850" y="4423931"/>
                  <a:pt x="2380457" y="4557712"/>
                </a:cubicBezTo>
                <a:cubicBezTo>
                  <a:pt x="2228719" y="4699280"/>
                  <a:pt x="2122618" y="4795066"/>
                  <a:pt x="2101863" y="4809222"/>
                </a:cubicBezTo>
                <a:cubicBezTo>
                  <a:pt x="2090505" y="4816969"/>
                  <a:pt x="2079069" y="4825699"/>
                  <a:pt x="2076450" y="4828622"/>
                </a:cubicBezTo>
                <a:cubicBezTo>
                  <a:pt x="2073830" y="4831545"/>
                  <a:pt x="2039540" y="4861743"/>
                  <a:pt x="2000250" y="4895728"/>
                </a:cubicBezTo>
                <a:cubicBezTo>
                  <a:pt x="1960959" y="4929713"/>
                  <a:pt x="1923725" y="4964341"/>
                  <a:pt x="1917508" y="4972679"/>
                </a:cubicBezTo>
                <a:cubicBezTo>
                  <a:pt x="1911290" y="4981017"/>
                  <a:pt x="1864631" y="5021791"/>
                  <a:pt x="1813821" y="5063288"/>
                </a:cubicBezTo>
                <a:cubicBezTo>
                  <a:pt x="1763011" y="5104785"/>
                  <a:pt x="1680229" y="5173030"/>
                  <a:pt x="1629863" y="5214943"/>
                </a:cubicBezTo>
                <a:cubicBezTo>
                  <a:pt x="1359605" y="5439843"/>
                  <a:pt x="1228978" y="5543550"/>
                  <a:pt x="1215953" y="5543550"/>
                </a:cubicBezTo>
                <a:cubicBezTo>
                  <a:pt x="1212500" y="5543550"/>
                  <a:pt x="1209675" y="5537120"/>
                  <a:pt x="1209675" y="5529262"/>
                </a:cubicBezTo>
                <a:cubicBezTo>
                  <a:pt x="1209675" y="5521404"/>
                  <a:pt x="1207245" y="5514975"/>
                  <a:pt x="1204276" y="5514975"/>
                </a:cubicBezTo>
                <a:cubicBezTo>
                  <a:pt x="1199296" y="5514975"/>
                  <a:pt x="1134819" y="5560909"/>
                  <a:pt x="1123950" y="5572201"/>
                </a:cubicBezTo>
                <a:cubicBezTo>
                  <a:pt x="1057288" y="5641454"/>
                  <a:pt x="950907" y="5700707"/>
                  <a:pt x="930274" y="5680074"/>
                </a:cubicBezTo>
                <a:close/>
                <a:moveTo>
                  <a:pt x="5746129" y="5455443"/>
                </a:moveTo>
                <a:cubicBezTo>
                  <a:pt x="5126341" y="4896750"/>
                  <a:pt x="4799451" y="4564609"/>
                  <a:pt x="4610100" y="4301165"/>
                </a:cubicBezTo>
                <a:cubicBezTo>
                  <a:pt x="4547377" y="4213899"/>
                  <a:pt x="4542832" y="4200525"/>
                  <a:pt x="4575896" y="4200525"/>
                </a:cubicBezTo>
                <a:cubicBezTo>
                  <a:pt x="4607778" y="4200525"/>
                  <a:pt x="4689371" y="4250696"/>
                  <a:pt x="4924429" y="4414837"/>
                </a:cubicBezTo>
                <a:cubicBezTo>
                  <a:pt x="5047367" y="4500684"/>
                  <a:pt x="5383096" y="4767906"/>
                  <a:pt x="5546708" y="4910137"/>
                </a:cubicBezTo>
                <a:cubicBezTo>
                  <a:pt x="5588892" y="4946808"/>
                  <a:pt x="5637240" y="4985385"/>
                  <a:pt x="5654148" y="4995862"/>
                </a:cubicBezTo>
                <a:cubicBezTo>
                  <a:pt x="5671056" y="5006340"/>
                  <a:pt x="5735570" y="5059918"/>
                  <a:pt x="5797514" y="5114925"/>
                </a:cubicBezTo>
                <a:cubicBezTo>
                  <a:pt x="6080496" y="5366216"/>
                  <a:pt x="6166537" y="5466852"/>
                  <a:pt x="6120817" y="5493070"/>
                </a:cubicBezTo>
                <a:cubicBezTo>
                  <a:pt x="6112689" y="5497731"/>
                  <a:pt x="6108068" y="5514662"/>
                  <a:pt x="6108910" y="5536694"/>
                </a:cubicBezTo>
                <a:cubicBezTo>
                  <a:pt x="6110143" y="5568941"/>
                  <a:pt x="6106518" y="5574877"/>
                  <a:pt x="6074185" y="5593553"/>
                </a:cubicBezTo>
                <a:cubicBezTo>
                  <a:pt x="6044592" y="5610647"/>
                  <a:pt x="6035148" y="5612302"/>
                  <a:pt x="6021798" y="5602730"/>
                </a:cubicBezTo>
                <a:cubicBezTo>
                  <a:pt x="5991143" y="5580751"/>
                  <a:pt x="5980973" y="5579354"/>
                  <a:pt x="5963926" y="5594782"/>
                </a:cubicBezTo>
                <a:cubicBezTo>
                  <a:pt x="5934222" y="5621664"/>
                  <a:pt x="5921489" y="5613517"/>
                  <a:pt x="5746129" y="5455443"/>
                </a:cubicBezTo>
                <a:close/>
                <a:moveTo>
                  <a:pt x="4576762" y="5572125"/>
                </a:moveTo>
                <a:cubicBezTo>
                  <a:pt x="4573524" y="5566886"/>
                  <a:pt x="4560631" y="5562600"/>
                  <a:pt x="4548110" y="5562600"/>
                </a:cubicBezTo>
                <a:cubicBezTo>
                  <a:pt x="4509841" y="5562600"/>
                  <a:pt x="4466198" y="5489606"/>
                  <a:pt x="4390186" y="5298473"/>
                </a:cubicBezTo>
                <a:cubicBezTo>
                  <a:pt x="4354605" y="5209004"/>
                  <a:pt x="4269579" y="4953495"/>
                  <a:pt x="4253035" y="4886325"/>
                </a:cubicBezTo>
                <a:cubicBezTo>
                  <a:pt x="4245938" y="4857511"/>
                  <a:pt x="4233170" y="4808341"/>
                  <a:pt x="4224662" y="4777057"/>
                </a:cubicBezTo>
                <a:cubicBezTo>
                  <a:pt x="4208240" y="4716677"/>
                  <a:pt x="4208319" y="4675607"/>
                  <a:pt x="4224867" y="4670189"/>
                </a:cubicBezTo>
                <a:cubicBezTo>
                  <a:pt x="4240854" y="4664954"/>
                  <a:pt x="4391025" y="4859420"/>
                  <a:pt x="4391025" y="4885356"/>
                </a:cubicBezTo>
                <a:cubicBezTo>
                  <a:pt x="4391025" y="4889699"/>
                  <a:pt x="4401191" y="4903480"/>
                  <a:pt x="4413616" y="4915982"/>
                </a:cubicBezTo>
                <a:cubicBezTo>
                  <a:pt x="4435567" y="4938067"/>
                  <a:pt x="4578777" y="5209654"/>
                  <a:pt x="4613950" y="5295900"/>
                </a:cubicBezTo>
                <a:cubicBezTo>
                  <a:pt x="4623564" y="5319474"/>
                  <a:pt x="4635011" y="5347335"/>
                  <a:pt x="4639388" y="5357812"/>
                </a:cubicBezTo>
                <a:cubicBezTo>
                  <a:pt x="4643765" y="5368290"/>
                  <a:pt x="4653967" y="5393459"/>
                  <a:pt x="4662060" y="5413744"/>
                </a:cubicBezTo>
                <a:cubicBezTo>
                  <a:pt x="4684639" y="5470339"/>
                  <a:pt x="4680127" y="5543550"/>
                  <a:pt x="4654060" y="5543550"/>
                </a:cubicBezTo>
                <a:cubicBezTo>
                  <a:pt x="4647926" y="5543550"/>
                  <a:pt x="4635568" y="5552122"/>
                  <a:pt x="4626597" y="5562600"/>
                </a:cubicBezTo>
                <a:cubicBezTo>
                  <a:pt x="4609024" y="5583123"/>
                  <a:pt x="4586250" y="5587476"/>
                  <a:pt x="4576762" y="5572125"/>
                </a:cubicBezTo>
                <a:close/>
                <a:moveTo>
                  <a:pt x="2477856" y="5528188"/>
                </a:moveTo>
                <a:cubicBezTo>
                  <a:pt x="2461516" y="5516743"/>
                  <a:pt x="2457379" y="5507028"/>
                  <a:pt x="2461631" y="5490088"/>
                </a:cubicBezTo>
                <a:cubicBezTo>
                  <a:pt x="2464850" y="5477262"/>
                  <a:pt x="2463106" y="5467350"/>
                  <a:pt x="2457631" y="5467350"/>
                </a:cubicBezTo>
                <a:cubicBezTo>
                  <a:pt x="2441056" y="5467350"/>
                  <a:pt x="2446910" y="5429047"/>
                  <a:pt x="2470535" y="5382914"/>
                </a:cubicBezTo>
                <a:cubicBezTo>
                  <a:pt x="2482970" y="5358630"/>
                  <a:pt x="2501025" y="5319474"/>
                  <a:pt x="2510657" y="5295900"/>
                </a:cubicBezTo>
                <a:cubicBezTo>
                  <a:pt x="2530737" y="5246750"/>
                  <a:pt x="2658788" y="5036215"/>
                  <a:pt x="2690248" y="5000625"/>
                </a:cubicBezTo>
                <a:cubicBezTo>
                  <a:pt x="2701825" y="4987528"/>
                  <a:pt x="2725004" y="4954850"/>
                  <a:pt x="2741758" y="4928007"/>
                </a:cubicBezTo>
                <a:cubicBezTo>
                  <a:pt x="2758511" y="4901165"/>
                  <a:pt x="2779619" y="4870445"/>
                  <a:pt x="2788665" y="4859742"/>
                </a:cubicBezTo>
                <a:cubicBezTo>
                  <a:pt x="2797711" y="4849039"/>
                  <a:pt x="2822257" y="4817761"/>
                  <a:pt x="2843212" y="4790237"/>
                </a:cubicBezTo>
                <a:cubicBezTo>
                  <a:pt x="2958742" y="4638489"/>
                  <a:pt x="3010838" y="4613423"/>
                  <a:pt x="2975910" y="4726391"/>
                </a:cubicBezTo>
                <a:cubicBezTo>
                  <a:pt x="2934281" y="4861034"/>
                  <a:pt x="2892158" y="4979474"/>
                  <a:pt x="2871179" y="5020874"/>
                </a:cubicBezTo>
                <a:cubicBezTo>
                  <a:pt x="2858417" y="5046060"/>
                  <a:pt x="2847975" y="5076890"/>
                  <a:pt x="2847975" y="5089386"/>
                </a:cubicBezTo>
                <a:cubicBezTo>
                  <a:pt x="2847975" y="5113600"/>
                  <a:pt x="2761233" y="5297576"/>
                  <a:pt x="2712435" y="5376862"/>
                </a:cubicBezTo>
                <a:cubicBezTo>
                  <a:pt x="2610941" y="5541764"/>
                  <a:pt x="2609184" y="5543550"/>
                  <a:pt x="2548396" y="5543550"/>
                </a:cubicBezTo>
                <a:cubicBezTo>
                  <a:pt x="2519094" y="5543550"/>
                  <a:pt x="2491077" y="5537448"/>
                  <a:pt x="2477856" y="5528188"/>
                </a:cubicBezTo>
                <a:close/>
                <a:moveTo>
                  <a:pt x="1352550" y="4369471"/>
                </a:moveTo>
                <a:cubicBezTo>
                  <a:pt x="1352550" y="4362855"/>
                  <a:pt x="1342905" y="4353211"/>
                  <a:pt x="1331118" y="4348039"/>
                </a:cubicBezTo>
                <a:cubicBezTo>
                  <a:pt x="1307605" y="4337724"/>
                  <a:pt x="1297316" y="4299573"/>
                  <a:pt x="1313643" y="4283246"/>
                </a:cubicBezTo>
                <a:cubicBezTo>
                  <a:pt x="1319325" y="4277564"/>
                  <a:pt x="1323975" y="4265491"/>
                  <a:pt x="1323975" y="4256418"/>
                </a:cubicBezTo>
                <a:cubicBezTo>
                  <a:pt x="1323975" y="4236766"/>
                  <a:pt x="1371715" y="4200525"/>
                  <a:pt x="1397603" y="4200525"/>
                </a:cubicBezTo>
                <a:cubicBezTo>
                  <a:pt x="1407669" y="4200525"/>
                  <a:pt x="1425971" y="4189809"/>
                  <a:pt x="1438275" y="4176712"/>
                </a:cubicBezTo>
                <a:cubicBezTo>
                  <a:pt x="1450578" y="4163615"/>
                  <a:pt x="1464231" y="4152900"/>
                  <a:pt x="1468614" y="4152900"/>
                </a:cubicBezTo>
                <a:cubicBezTo>
                  <a:pt x="1472996" y="4152900"/>
                  <a:pt x="1494752" y="4144844"/>
                  <a:pt x="1516960" y="4134999"/>
                </a:cubicBezTo>
                <a:cubicBezTo>
                  <a:pt x="1656626" y="4073082"/>
                  <a:pt x="1759473" y="4037300"/>
                  <a:pt x="1933575" y="3990053"/>
                </a:cubicBezTo>
                <a:cubicBezTo>
                  <a:pt x="2168689" y="3926249"/>
                  <a:pt x="2257876" y="3911401"/>
                  <a:pt x="2257008" y="3936206"/>
                </a:cubicBezTo>
                <a:cubicBezTo>
                  <a:pt x="2256643" y="3946637"/>
                  <a:pt x="2041420" y="4095750"/>
                  <a:pt x="2026728" y="4095750"/>
                </a:cubicBezTo>
                <a:cubicBezTo>
                  <a:pt x="2023627" y="4095750"/>
                  <a:pt x="1983726" y="4118252"/>
                  <a:pt x="1938059" y="4145756"/>
                </a:cubicBezTo>
                <a:cubicBezTo>
                  <a:pt x="1813116" y="4221003"/>
                  <a:pt x="1810703" y="4222316"/>
                  <a:pt x="1728787" y="4259582"/>
                </a:cubicBezTo>
                <a:cubicBezTo>
                  <a:pt x="1589818" y="4322803"/>
                  <a:pt x="1565521" y="4332861"/>
                  <a:pt x="1492788" y="4357276"/>
                </a:cubicBezTo>
                <a:cubicBezTo>
                  <a:pt x="1414210" y="4383654"/>
                  <a:pt x="1352550" y="4389016"/>
                  <a:pt x="1352550" y="4369471"/>
                </a:cubicBezTo>
                <a:close/>
                <a:moveTo>
                  <a:pt x="5739401" y="4363402"/>
                </a:moveTo>
                <a:cubicBezTo>
                  <a:pt x="5736487" y="4358687"/>
                  <a:pt x="5720160" y="4354797"/>
                  <a:pt x="5703120" y="4354758"/>
                </a:cubicBezTo>
                <a:cubicBezTo>
                  <a:pt x="5660988" y="4354661"/>
                  <a:pt x="5459772" y="4263199"/>
                  <a:pt x="5313495" y="4177655"/>
                </a:cubicBezTo>
                <a:cubicBezTo>
                  <a:pt x="5094536" y="4049606"/>
                  <a:pt x="4977800" y="3963282"/>
                  <a:pt x="4996929" y="3943562"/>
                </a:cubicBezTo>
                <a:cubicBezTo>
                  <a:pt x="5007837" y="3932318"/>
                  <a:pt x="5166475" y="3961823"/>
                  <a:pt x="5202902" y="3981871"/>
                </a:cubicBezTo>
                <a:cubicBezTo>
                  <a:pt x="5211998" y="3986878"/>
                  <a:pt x="5227870" y="3990975"/>
                  <a:pt x="5238172" y="3990975"/>
                </a:cubicBezTo>
                <a:cubicBezTo>
                  <a:pt x="5248474" y="3990975"/>
                  <a:pt x="5266749" y="3994940"/>
                  <a:pt x="5278783" y="3999787"/>
                </a:cubicBezTo>
                <a:cubicBezTo>
                  <a:pt x="5290816" y="4004634"/>
                  <a:pt x="5345668" y="4022404"/>
                  <a:pt x="5400675" y="4039277"/>
                </a:cubicBezTo>
                <a:cubicBezTo>
                  <a:pt x="5455681" y="4056150"/>
                  <a:pt x="5504973" y="4073048"/>
                  <a:pt x="5510212" y="4076829"/>
                </a:cubicBezTo>
                <a:cubicBezTo>
                  <a:pt x="5515451" y="4080610"/>
                  <a:pt x="5543311" y="4091277"/>
                  <a:pt x="5572125" y="4100534"/>
                </a:cubicBezTo>
                <a:cubicBezTo>
                  <a:pt x="5732332" y="4152003"/>
                  <a:pt x="5835825" y="4230838"/>
                  <a:pt x="5834685" y="4300537"/>
                </a:cubicBezTo>
                <a:cubicBezTo>
                  <a:pt x="5834194" y="4330579"/>
                  <a:pt x="5829529" y="4340626"/>
                  <a:pt x="5812631" y="4348039"/>
                </a:cubicBezTo>
                <a:cubicBezTo>
                  <a:pt x="5800844" y="4353211"/>
                  <a:pt x="5791200" y="4360712"/>
                  <a:pt x="5791200" y="4364708"/>
                </a:cubicBezTo>
                <a:cubicBezTo>
                  <a:pt x="5791200" y="4374942"/>
                  <a:pt x="5745826" y="4373798"/>
                  <a:pt x="5739401" y="4363402"/>
                </a:cubicBezTo>
                <a:close/>
                <a:moveTo>
                  <a:pt x="6762734" y="3588069"/>
                </a:moveTo>
                <a:cubicBezTo>
                  <a:pt x="6760123" y="3585642"/>
                  <a:pt x="6616541" y="3578733"/>
                  <a:pt x="6443662" y="3572716"/>
                </a:cubicBezTo>
                <a:cubicBezTo>
                  <a:pt x="5986799" y="3556814"/>
                  <a:pt x="5604069" y="3533343"/>
                  <a:pt x="5582306" y="3519892"/>
                </a:cubicBezTo>
                <a:cubicBezTo>
                  <a:pt x="5579296" y="3518032"/>
                  <a:pt x="5538269" y="3513761"/>
                  <a:pt x="5491135" y="3510401"/>
                </a:cubicBezTo>
                <a:cubicBezTo>
                  <a:pt x="5382932" y="3502688"/>
                  <a:pt x="5040271" y="3451263"/>
                  <a:pt x="5014912" y="3438931"/>
                </a:cubicBezTo>
                <a:cubicBezTo>
                  <a:pt x="5004435" y="3433836"/>
                  <a:pt x="4980867" y="3426032"/>
                  <a:pt x="4962539" y="3421588"/>
                </a:cubicBezTo>
                <a:cubicBezTo>
                  <a:pt x="4925834" y="3412689"/>
                  <a:pt x="4913803" y="3387908"/>
                  <a:pt x="4940626" y="3376454"/>
                </a:cubicBezTo>
                <a:cubicBezTo>
                  <a:pt x="4974881" y="3361827"/>
                  <a:pt x="5152530" y="3336329"/>
                  <a:pt x="5267325" y="3329564"/>
                </a:cubicBezTo>
                <a:cubicBezTo>
                  <a:pt x="5311854" y="3326939"/>
                  <a:pt x="5406151" y="3320498"/>
                  <a:pt x="5476875" y="3315250"/>
                </a:cubicBezTo>
                <a:cubicBezTo>
                  <a:pt x="5798221" y="3291405"/>
                  <a:pt x="6666038" y="3277277"/>
                  <a:pt x="6869906" y="3292571"/>
                </a:cubicBezTo>
                <a:cubicBezTo>
                  <a:pt x="6940549" y="3297871"/>
                  <a:pt x="6965189" y="3310870"/>
                  <a:pt x="6924675" y="3321465"/>
                </a:cubicBezTo>
                <a:cubicBezTo>
                  <a:pt x="6879301" y="3333330"/>
                  <a:pt x="6913531" y="3340797"/>
                  <a:pt x="7020129" y="3342288"/>
                </a:cubicBezTo>
                <a:cubicBezTo>
                  <a:pt x="7109677" y="3343540"/>
                  <a:pt x="7141195" y="3347556"/>
                  <a:pt x="7164745" y="3360712"/>
                </a:cubicBezTo>
                <a:cubicBezTo>
                  <a:pt x="7203195" y="3382192"/>
                  <a:pt x="7208371" y="3398236"/>
                  <a:pt x="7180266" y="3408816"/>
                </a:cubicBezTo>
                <a:cubicBezTo>
                  <a:pt x="7159728" y="3416548"/>
                  <a:pt x="7161116" y="3418024"/>
                  <a:pt x="7198518" y="3428222"/>
                </a:cubicBezTo>
                <a:cubicBezTo>
                  <a:pt x="7268153" y="3447208"/>
                  <a:pt x="7251212" y="3487850"/>
                  <a:pt x="7167275" y="3503173"/>
                </a:cubicBezTo>
                <a:cubicBezTo>
                  <a:pt x="7120734" y="3511669"/>
                  <a:pt x="7120378" y="3511995"/>
                  <a:pt x="7146131" y="3522559"/>
                </a:cubicBezTo>
                <a:cubicBezTo>
                  <a:pt x="7176756" y="3535121"/>
                  <a:pt x="7180184" y="3557473"/>
                  <a:pt x="7153662" y="3571667"/>
                </a:cubicBezTo>
                <a:cubicBezTo>
                  <a:pt x="7135341" y="3581472"/>
                  <a:pt x="6772036" y="3596715"/>
                  <a:pt x="6762734" y="3588069"/>
                </a:cubicBezTo>
                <a:close/>
                <a:moveTo>
                  <a:pt x="223350" y="3563600"/>
                </a:moveTo>
                <a:cubicBezTo>
                  <a:pt x="80761" y="3556703"/>
                  <a:pt x="42683" y="3542493"/>
                  <a:pt x="53311" y="3500146"/>
                </a:cubicBezTo>
                <a:cubicBezTo>
                  <a:pt x="58178" y="3480755"/>
                  <a:pt x="55720" y="3476625"/>
                  <a:pt x="39314" y="3476625"/>
                </a:cubicBezTo>
                <a:cubicBezTo>
                  <a:pt x="-2079" y="3476625"/>
                  <a:pt x="-902" y="3397434"/>
                  <a:pt x="40562" y="3392648"/>
                </a:cubicBezTo>
                <a:cubicBezTo>
                  <a:pt x="69861" y="3389266"/>
                  <a:pt x="73526" y="3379868"/>
                  <a:pt x="52387" y="3362325"/>
                </a:cubicBezTo>
                <a:cubicBezTo>
                  <a:pt x="6871" y="3324549"/>
                  <a:pt x="79411" y="3298367"/>
                  <a:pt x="189118" y="3312974"/>
                </a:cubicBezTo>
                <a:cubicBezTo>
                  <a:pt x="235594" y="3319162"/>
                  <a:pt x="285994" y="3323581"/>
                  <a:pt x="301117" y="3322794"/>
                </a:cubicBezTo>
                <a:cubicBezTo>
                  <a:pt x="320288" y="3321796"/>
                  <a:pt x="315860" y="3319634"/>
                  <a:pt x="286489" y="3315650"/>
                </a:cubicBezTo>
                <a:cubicBezTo>
                  <a:pt x="240219" y="3309375"/>
                  <a:pt x="225314" y="3291474"/>
                  <a:pt x="257778" y="3281170"/>
                </a:cubicBezTo>
                <a:cubicBezTo>
                  <a:pt x="323347" y="3260360"/>
                  <a:pt x="1838188" y="3282261"/>
                  <a:pt x="1940855" y="3305504"/>
                </a:cubicBezTo>
                <a:cubicBezTo>
                  <a:pt x="1963195" y="3310561"/>
                  <a:pt x="2000991" y="3314700"/>
                  <a:pt x="2024847" y="3314700"/>
                </a:cubicBezTo>
                <a:cubicBezTo>
                  <a:pt x="2092152" y="3314700"/>
                  <a:pt x="2277731" y="3342550"/>
                  <a:pt x="2312193" y="3357823"/>
                </a:cubicBezTo>
                <a:cubicBezTo>
                  <a:pt x="2360291" y="3379138"/>
                  <a:pt x="2351689" y="3397038"/>
                  <a:pt x="2286734" y="3410807"/>
                </a:cubicBezTo>
                <a:cubicBezTo>
                  <a:pt x="2267994" y="3414779"/>
                  <a:pt x="2226945" y="3424451"/>
                  <a:pt x="2195512" y="3432301"/>
                </a:cubicBezTo>
                <a:cubicBezTo>
                  <a:pt x="2043238" y="3470326"/>
                  <a:pt x="1618154" y="3515720"/>
                  <a:pt x="1113789" y="3547815"/>
                </a:cubicBezTo>
                <a:cubicBezTo>
                  <a:pt x="861235" y="3563887"/>
                  <a:pt x="398778" y="3572085"/>
                  <a:pt x="223350" y="3563600"/>
                </a:cubicBezTo>
                <a:close/>
                <a:moveTo>
                  <a:pt x="5034160" y="2848294"/>
                </a:moveTo>
                <a:cubicBezTo>
                  <a:pt x="5025440" y="2834185"/>
                  <a:pt x="5037518" y="2825092"/>
                  <a:pt x="5176837" y="2740881"/>
                </a:cubicBezTo>
                <a:cubicBezTo>
                  <a:pt x="5338803" y="2642981"/>
                  <a:pt x="5349078" y="2637381"/>
                  <a:pt x="5531154" y="2547788"/>
                </a:cubicBezTo>
                <a:cubicBezTo>
                  <a:pt x="5727625" y="2451111"/>
                  <a:pt x="5817905" y="2415466"/>
                  <a:pt x="5833503" y="2428411"/>
                </a:cubicBezTo>
                <a:cubicBezTo>
                  <a:pt x="5840765" y="2434437"/>
                  <a:pt x="5852853" y="2433326"/>
                  <a:pt x="5868536" y="2425189"/>
                </a:cubicBezTo>
                <a:cubicBezTo>
                  <a:pt x="5925764" y="2395499"/>
                  <a:pt x="5944188" y="2396955"/>
                  <a:pt x="5979055" y="2433920"/>
                </a:cubicBezTo>
                <a:cubicBezTo>
                  <a:pt x="6009093" y="2465766"/>
                  <a:pt x="6010545" y="2469938"/>
                  <a:pt x="5996860" y="2485060"/>
                </a:cubicBezTo>
                <a:cubicBezTo>
                  <a:pt x="5985902" y="2497168"/>
                  <a:pt x="5984770" y="2504335"/>
                  <a:pt x="5992579" y="2512144"/>
                </a:cubicBezTo>
                <a:cubicBezTo>
                  <a:pt x="6008391" y="2527956"/>
                  <a:pt x="5957385" y="2571750"/>
                  <a:pt x="5923159" y="2571750"/>
                </a:cubicBezTo>
                <a:cubicBezTo>
                  <a:pt x="5907036" y="2571750"/>
                  <a:pt x="5895975" y="2576849"/>
                  <a:pt x="5895975" y="2584283"/>
                </a:cubicBezTo>
                <a:cubicBezTo>
                  <a:pt x="5895975" y="2597115"/>
                  <a:pt x="5830929" y="2638425"/>
                  <a:pt x="5810724" y="2638425"/>
                </a:cubicBezTo>
                <a:cubicBezTo>
                  <a:pt x="5804553" y="2638425"/>
                  <a:pt x="5777201" y="2648626"/>
                  <a:pt x="5749941" y="2661095"/>
                </a:cubicBezTo>
                <a:cubicBezTo>
                  <a:pt x="5654797" y="2704615"/>
                  <a:pt x="5340158" y="2809875"/>
                  <a:pt x="5305214" y="2809875"/>
                </a:cubicBezTo>
                <a:cubicBezTo>
                  <a:pt x="5295345" y="2809875"/>
                  <a:pt x="5277425" y="2813678"/>
                  <a:pt x="5265391" y="2818327"/>
                </a:cubicBezTo>
                <a:cubicBezTo>
                  <a:pt x="5197773" y="2844449"/>
                  <a:pt x="5044092" y="2864366"/>
                  <a:pt x="5034160" y="2848294"/>
                </a:cubicBezTo>
                <a:close/>
                <a:moveTo>
                  <a:pt x="2162175" y="2832235"/>
                </a:moveTo>
                <a:cubicBezTo>
                  <a:pt x="2149078" y="2830244"/>
                  <a:pt x="2123360" y="2824622"/>
                  <a:pt x="2105025" y="2819742"/>
                </a:cubicBezTo>
                <a:cubicBezTo>
                  <a:pt x="2086689" y="2814862"/>
                  <a:pt x="2038302" y="2803536"/>
                  <a:pt x="1997497" y="2794574"/>
                </a:cubicBezTo>
                <a:cubicBezTo>
                  <a:pt x="1956693" y="2785612"/>
                  <a:pt x="1921078" y="2774673"/>
                  <a:pt x="1918354" y="2770264"/>
                </a:cubicBezTo>
                <a:cubicBezTo>
                  <a:pt x="1915629" y="2765856"/>
                  <a:pt x="1898283" y="2762250"/>
                  <a:pt x="1879807" y="2762250"/>
                </a:cubicBezTo>
                <a:cubicBezTo>
                  <a:pt x="1844105" y="2762250"/>
                  <a:pt x="1730398" y="2737057"/>
                  <a:pt x="1702722" y="2723016"/>
                </a:cubicBezTo>
                <a:cubicBezTo>
                  <a:pt x="1693626" y="2718401"/>
                  <a:pt x="1681643" y="2714625"/>
                  <a:pt x="1676095" y="2714625"/>
                </a:cubicBezTo>
                <a:cubicBezTo>
                  <a:pt x="1620628" y="2714625"/>
                  <a:pt x="1283101" y="2562396"/>
                  <a:pt x="1264375" y="2528934"/>
                </a:cubicBezTo>
                <a:cubicBezTo>
                  <a:pt x="1242461" y="2489777"/>
                  <a:pt x="1247934" y="2409825"/>
                  <a:pt x="1272528" y="2409825"/>
                </a:cubicBezTo>
                <a:cubicBezTo>
                  <a:pt x="1280197" y="2409825"/>
                  <a:pt x="1288940" y="2403395"/>
                  <a:pt x="1291955" y="2395537"/>
                </a:cubicBezTo>
                <a:cubicBezTo>
                  <a:pt x="1298770" y="2377778"/>
                  <a:pt x="1350168" y="2376578"/>
                  <a:pt x="1370849" y="2393695"/>
                </a:cubicBezTo>
                <a:cubicBezTo>
                  <a:pt x="1398794" y="2416824"/>
                  <a:pt x="1435125" y="2428214"/>
                  <a:pt x="1446063" y="2417276"/>
                </a:cubicBezTo>
                <a:cubicBezTo>
                  <a:pt x="1457821" y="2405518"/>
                  <a:pt x="1515936" y="2426649"/>
                  <a:pt x="1742974" y="2525233"/>
                </a:cubicBezTo>
                <a:cubicBezTo>
                  <a:pt x="1821956" y="2559529"/>
                  <a:pt x="2069606" y="2686496"/>
                  <a:pt x="2086725" y="2701471"/>
                </a:cubicBezTo>
                <a:cubicBezTo>
                  <a:pt x="2094995" y="2708705"/>
                  <a:pt x="2104876" y="2714625"/>
                  <a:pt x="2108683" y="2714625"/>
                </a:cubicBezTo>
                <a:cubicBezTo>
                  <a:pt x="2125800" y="2714625"/>
                  <a:pt x="2266950" y="2813133"/>
                  <a:pt x="2266950" y="2825079"/>
                </a:cubicBezTo>
                <a:cubicBezTo>
                  <a:pt x="2266950" y="2838289"/>
                  <a:pt x="2222128" y="2841350"/>
                  <a:pt x="2162175" y="2832235"/>
                </a:cubicBezTo>
                <a:close/>
                <a:moveTo>
                  <a:pt x="4567887" y="2544226"/>
                </a:moveTo>
                <a:cubicBezTo>
                  <a:pt x="4559807" y="2531153"/>
                  <a:pt x="4580984" y="2492720"/>
                  <a:pt x="4628824" y="2433637"/>
                </a:cubicBezTo>
                <a:cubicBezTo>
                  <a:pt x="4650033" y="2407443"/>
                  <a:pt x="4690435" y="2356008"/>
                  <a:pt x="4718606" y="2319337"/>
                </a:cubicBezTo>
                <a:cubicBezTo>
                  <a:pt x="4857684" y="2138292"/>
                  <a:pt x="5045754" y="1938001"/>
                  <a:pt x="5498953" y="1488281"/>
                </a:cubicBezTo>
                <a:cubicBezTo>
                  <a:pt x="5722003" y="1266944"/>
                  <a:pt x="5908858" y="1085850"/>
                  <a:pt x="5914186" y="1085850"/>
                </a:cubicBezTo>
                <a:cubicBezTo>
                  <a:pt x="5919515" y="1085850"/>
                  <a:pt x="5942243" y="1072759"/>
                  <a:pt x="5964693" y="1056759"/>
                </a:cubicBezTo>
                <a:cubicBezTo>
                  <a:pt x="6091880" y="966115"/>
                  <a:pt x="6139556" y="949172"/>
                  <a:pt x="6150430" y="990753"/>
                </a:cubicBezTo>
                <a:cubicBezTo>
                  <a:pt x="6153192" y="1001315"/>
                  <a:pt x="6160291" y="1009379"/>
                  <a:pt x="6166207" y="1008674"/>
                </a:cubicBezTo>
                <a:cubicBezTo>
                  <a:pt x="6191545" y="1005654"/>
                  <a:pt x="6201070" y="1011168"/>
                  <a:pt x="6214122" y="1036406"/>
                </a:cubicBezTo>
                <a:cubicBezTo>
                  <a:pt x="6222359" y="1052335"/>
                  <a:pt x="6224733" y="1068382"/>
                  <a:pt x="6219989" y="1076058"/>
                </a:cubicBezTo>
                <a:cubicBezTo>
                  <a:pt x="6214754" y="1084529"/>
                  <a:pt x="6218752" y="1094403"/>
                  <a:pt x="6231646" y="1104844"/>
                </a:cubicBezTo>
                <a:cubicBezTo>
                  <a:pt x="6246018" y="1116481"/>
                  <a:pt x="6249666" y="1127133"/>
                  <a:pt x="6245273" y="1144635"/>
                </a:cubicBezTo>
                <a:cubicBezTo>
                  <a:pt x="6237565" y="1175344"/>
                  <a:pt x="6055074" y="1360388"/>
                  <a:pt x="5872162" y="1522964"/>
                </a:cubicBezTo>
                <a:cubicBezTo>
                  <a:pt x="5793581" y="1592808"/>
                  <a:pt x="5688714" y="1686979"/>
                  <a:pt x="5639125" y="1732233"/>
                </a:cubicBezTo>
                <a:cubicBezTo>
                  <a:pt x="5589535" y="1777486"/>
                  <a:pt x="5525242" y="1836132"/>
                  <a:pt x="5496250" y="1862557"/>
                </a:cubicBezTo>
                <a:cubicBezTo>
                  <a:pt x="5415448" y="1936205"/>
                  <a:pt x="5327396" y="2009775"/>
                  <a:pt x="5320053" y="2009775"/>
                </a:cubicBezTo>
                <a:cubicBezTo>
                  <a:pt x="5316424" y="2009775"/>
                  <a:pt x="5276286" y="2043634"/>
                  <a:pt x="5230858" y="2085018"/>
                </a:cubicBezTo>
                <a:cubicBezTo>
                  <a:pt x="5185430" y="2126402"/>
                  <a:pt x="5120401" y="2182258"/>
                  <a:pt x="5086350" y="2209143"/>
                </a:cubicBezTo>
                <a:cubicBezTo>
                  <a:pt x="5052298" y="2236028"/>
                  <a:pt x="5017993" y="2263247"/>
                  <a:pt x="5010118" y="2269631"/>
                </a:cubicBezTo>
                <a:cubicBezTo>
                  <a:pt x="4954685" y="2314562"/>
                  <a:pt x="4907797" y="2349197"/>
                  <a:pt x="4833513" y="2400080"/>
                </a:cubicBezTo>
                <a:cubicBezTo>
                  <a:pt x="4623325" y="2544058"/>
                  <a:pt x="4581732" y="2566629"/>
                  <a:pt x="4567887" y="2544226"/>
                </a:cubicBezTo>
                <a:close/>
                <a:moveTo>
                  <a:pt x="2644501" y="2523778"/>
                </a:moveTo>
                <a:cubicBezTo>
                  <a:pt x="2605419" y="2504562"/>
                  <a:pt x="2559270" y="2476378"/>
                  <a:pt x="2428875" y="2392091"/>
                </a:cubicBezTo>
                <a:cubicBezTo>
                  <a:pt x="2342484" y="2336249"/>
                  <a:pt x="2305712" y="2309111"/>
                  <a:pt x="2214138" y="2233612"/>
                </a:cubicBezTo>
                <a:cubicBezTo>
                  <a:pt x="2182368" y="2207418"/>
                  <a:pt x="2144256" y="2177415"/>
                  <a:pt x="2129446" y="2166937"/>
                </a:cubicBezTo>
                <a:cubicBezTo>
                  <a:pt x="2102012" y="2147528"/>
                  <a:pt x="2061892" y="2114848"/>
                  <a:pt x="1971587" y="2038350"/>
                </a:cubicBezTo>
                <a:cubicBezTo>
                  <a:pt x="1943758" y="2014775"/>
                  <a:pt x="1913290" y="1993344"/>
                  <a:pt x="1903880" y="1990725"/>
                </a:cubicBezTo>
                <a:cubicBezTo>
                  <a:pt x="1894469" y="1988105"/>
                  <a:pt x="1839542" y="1944171"/>
                  <a:pt x="1781818" y="1893093"/>
                </a:cubicBezTo>
                <a:cubicBezTo>
                  <a:pt x="1724094" y="1842015"/>
                  <a:pt x="1671403" y="1800110"/>
                  <a:pt x="1664726" y="1799970"/>
                </a:cubicBezTo>
                <a:cubicBezTo>
                  <a:pt x="1652883" y="1799721"/>
                  <a:pt x="1485950" y="1665471"/>
                  <a:pt x="1399997" y="1587071"/>
                </a:cubicBezTo>
                <a:cubicBezTo>
                  <a:pt x="1183399" y="1389503"/>
                  <a:pt x="1133399" y="1339218"/>
                  <a:pt x="1138275" y="1323854"/>
                </a:cubicBezTo>
                <a:cubicBezTo>
                  <a:pt x="1141932" y="1312332"/>
                  <a:pt x="1120720" y="1285372"/>
                  <a:pt x="1066420" y="1232530"/>
                </a:cubicBezTo>
                <a:cubicBezTo>
                  <a:pt x="976754" y="1145272"/>
                  <a:pt x="944526" y="1099538"/>
                  <a:pt x="961054" y="1083010"/>
                </a:cubicBezTo>
                <a:cubicBezTo>
                  <a:pt x="969332" y="1074732"/>
                  <a:pt x="976955" y="1075118"/>
                  <a:pt x="992109" y="1084582"/>
                </a:cubicBezTo>
                <a:cubicBezTo>
                  <a:pt x="1011662" y="1096793"/>
                  <a:pt x="1011624" y="1096326"/>
                  <a:pt x="990686" y="1066920"/>
                </a:cubicBezTo>
                <a:cubicBezTo>
                  <a:pt x="955210" y="1017099"/>
                  <a:pt x="992927" y="961610"/>
                  <a:pt x="1039902" y="994512"/>
                </a:cubicBezTo>
                <a:cubicBezTo>
                  <a:pt x="1068178" y="1014317"/>
                  <a:pt x="1075578" y="1013616"/>
                  <a:pt x="1069840" y="991674"/>
                </a:cubicBezTo>
                <a:cubicBezTo>
                  <a:pt x="1063539" y="967576"/>
                  <a:pt x="1078784" y="959810"/>
                  <a:pt x="1109481" y="971481"/>
                </a:cubicBezTo>
                <a:cubicBezTo>
                  <a:pt x="1137366" y="982082"/>
                  <a:pt x="1238250" y="1083293"/>
                  <a:pt x="1238250" y="1100667"/>
                </a:cubicBezTo>
                <a:cubicBezTo>
                  <a:pt x="1238250" y="1110774"/>
                  <a:pt x="1319663" y="1186287"/>
                  <a:pt x="1365616" y="1218802"/>
                </a:cubicBezTo>
                <a:cubicBezTo>
                  <a:pt x="1400803" y="1243699"/>
                  <a:pt x="1346714" y="1175437"/>
                  <a:pt x="1304155" y="1141236"/>
                </a:cubicBezTo>
                <a:cubicBezTo>
                  <a:pt x="1269499" y="1113385"/>
                  <a:pt x="1255250" y="1085850"/>
                  <a:pt x="1275494" y="1085850"/>
                </a:cubicBezTo>
                <a:cubicBezTo>
                  <a:pt x="1289862" y="1085850"/>
                  <a:pt x="1379439" y="1159747"/>
                  <a:pt x="1495425" y="1267283"/>
                </a:cubicBezTo>
                <a:cubicBezTo>
                  <a:pt x="1555670" y="1323140"/>
                  <a:pt x="1673542" y="1432303"/>
                  <a:pt x="1757362" y="1509867"/>
                </a:cubicBezTo>
                <a:cubicBezTo>
                  <a:pt x="2086084" y="1814055"/>
                  <a:pt x="2349765" y="2076936"/>
                  <a:pt x="2491766" y="2242044"/>
                </a:cubicBezTo>
                <a:cubicBezTo>
                  <a:pt x="2668726" y="2447798"/>
                  <a:pt x="2713151" y="2510770"/>
                  <a:pt x="2694314" y="2529153"/>
                </a:cubicBezTo>
                <a:cubicBezTo>
                  <a:pt x="2683436" y="2539768"/>
                  <a:pt x="2675218" y="2538881"/>
                  <a:pt x="2644501" y="2523778"/>
                </a:cubicBezTo>
                <a:close/>
                <a:moveTo>
                  <a:pt x="3621405" y="2245995"/>
                </a:moveTo>
                <a:cubicBezTo>
                  <a:pt x="3615118" y="2239708"/>
                  <a:pt x="3609975" y="2226791"/>
                  <a:pt x="3609975" y="2217290"/>
                </a:cubicBezTo>
                <a:cubicBezTo>
                  <a:pt x="3609975" y="2207789"/>
                  <a:pt x="3605902" y="2192573"/>
                  <a:pt x="3600925" y="2183477"/>
                </a:cubicBezTo>
                <a:cubicBezTo>
                  <a:pt x="3570408" y="2127699"/>
                  <a:pt x="3529707" y="1740423"/>
                  <a:pt x="3514600" y="1362075"/>
                </a:cubicBezTo>
                <a:cubicBezTo>
                  <a:pt x="3509685" y="1238964"/>
                  <a:pt x="3500852" y="1031081"/>
                  <a:pt x="3494972" y="900112"/>
                </a:cubicBezTo>
                <a:cubicBezTo>
                  <a:pt x="3483083" y="635288"/>
                  <a:pt x="3489813" y="283514"/>
                  <a:pt x="3509823" y="123825"/>
                </a:cubicBezTo>
                <a:cubicBezTo>
                  <a:pt x="3517022" y="66375"/>
                  <a:pt x="3545499" y="24966"/>
                  <a:pt x="3572020" y="33383"/>
                </a:cubicBezTo>
                <a:cubicBezTo>
                  <a:pt x="3580810" y="36173"/>
                  <a:pt x="3595375" y="29919"/>
                  <a:pt x="3605090" y="19184"/>
                </a:cubicBezTo>
                <a:cubicBezTo>
                  <a:pt x="3637335" y="-16445"/>
                  <a:pt x="3705225" y="4959"/>
                  <a:pt x="3705225" y="50756"/>
                </a:cubicBezTo>
                <a:cubicBezTo>
                  <a:pt x="3705225" y="69215"/>
                  <a:pt x="3715836" y="71303"/>
                  <a:pt x="3731261" y="55878"/>
                </a:cubicBezTo>
                <a:cubicBezTo>
                  <a:pt x="3739307" y="47832"/>
                  <a:pt x="3747240" y="53293"/>
                  <a:pt x="3762396" y="77309"/>
                </a:cubicBezTo>
                <a:cubicBezTo>
                  <a:pt x="3779958" y="105137"/>
                  <a:pt x="3782118" y="119616"/>
                  <a:pt x="3778218" y="183356"/>
                </a:cubicBezTo>
                <a:cubicBezTo>
                  <a:pt x="3775706" y="224405"/>
                  <a:pt x="3777529" y="257175"/>
                  <a:pt x="3782325" y="257175"/>
                </a:cubicBezTo>
                <a:cubicBezTo>
                  <a:pt x="3801536" y="257175"/>
                  <a:pt x="3777311" y="1474201"/>
                  <a:pt x="3751895" y="1785937"/>
                </a:cubicBezTo>
                <a:cubicBezTo>
                  <a:pt x="3737196" y="1966224"/>
                  <a:pt x="3694291" y="2219699"/>
                  <a:pt x="3674102" y="2245518"/>
                </a:cubicBezTo>
                <a:cubicBezTo>
                  <a:pt x="3662304" y="2260607"/>
                  <a:pt x="3636252" y="2260842"/>
                  <a:pt x="3621405" y="2245995"/>
                </a:cubicBezTo>
                <a:close/>
                <a:moveTo>
                  <a:pt x="4310198" y="2029044"/>
                </a:moveTo>
                <a:cubicBezTo>
                  <a:pt x="4307035" y="2023926"/>
                  <a:pt x="4309223" y="2002003"/>
                  <a:pt x="4315060" y="1980326"/>
                </a:cubicBezTo>
                <a:cubicBezTo>
                  <a:pt x="4320897" y="1958648"/>
                  <a:pt x="4327745" y="1923188"/>
                  <a:pt x="4330279" y="1901525"/>
                </a:cubicBezTo>
                <a:cubicBezTo>
                  <a:pt x="4337116" y="1843057"/>
                  <a:pt x="4360167" y="1758469"/>
                  <a:pt x="4395521" y="1662112"/>
                </a:cubicBezTo>
                <a:cubicBezTo>
                  <a:pt x="4412820" y="1614963"/>
                  <a:pt x="4429494" y="1559155"/>
                  <a:pt x="4432574" y="1538094"/>
                </a:cubicBezTo>
                <a:cubicBezTo>
                  <a:pt x="4440287" y="1485359"/>
                  <a:pt x="4567452" y="1164980"/>
                  <a:pt x="4600738" y="1114425"/>
                </a:cubicBezTo>
                <a:cubicBezTo>
                  <a:pt x="4605912" y="1106566"/>
                  <a:pt x="4614528" y="1089933"/>
                  <a:pt x="4619884" y="1077462"/>
                </a:cubicBezTo>
                <a:cubicBezTo>
                  <a:pt x="4641764" y="1026521"/>
                  <a:pt x="4668044" y="999882"/>
                  <a:pt x="4694433" y="1001893"/>
                </a:cubicBezTo>
                <a:cubicBezTo>
                  <a:pt x="4708595" y="1002972"/>
                  <a:pt x="4725058" y="1000842"/>
                  <a:pt x="4731017" y="997159"/>
                </a:cubicBezTo>
                <a:cubicBezTo>
                  <a:pt x="4748079" y="986614"/>
                  <a:pt x="4790478" y="1007135"/>
                  <a:pt x="4800748" y="1030910"/>
                </a:cubicBezTo>
                <a:cubicBezTo>
                  <a:pt x="4805880" y="1042791"/>
                  <a:pt x="4815433" y="1060025"/>
                  <a:pt x="4821977" y="1069209"/>
                </a:cubicBezTo>
                <a:cubicBezTo>
                  <a:pt x="4831810" y="1083007"/>
                  <a:pt x="4830313" y="1092927"/>
                  <a:pt x="4813354" y="1126359"/>
                </a:cubicBezTo>
                <a:cubicBezTo>
                  <a:pt x="4802068" y="1148608"/>
                  <a:pt x="4790695" y="1182081"/>
                  <a:pt x="4788081" y="1200744"/>
                </a:cubicBezTo>
                <a:cubicBezTo>
                  <a:pt x="4785466" y="1219406"/>
                  <a:pt x="4773845" y="1255839"/>
                  <a:pt x="4762255" y="1281706"/>
                </a:cubicBezTo>
                <a:cubicBezTo>
                  <a:pt x="4750665" y="1307573"/>
                  <a:pt x="4730701" y="1352311"/>
                  <a:pt x="4717891" y="1381125"/>
                </a:cubicBezTo>
                <a:cubicBezTo>
                  <a:pt x="4681792" y="1462319"/>
                  <a:pt x="4580338" y="1660462"/>
                  <a:pt x="4566703" y="1676400"/>
                </a:cubicBezTo>
                <a:cubicBezTo>
                  <a:pt x="4559980" y="1684258"/>
                  <a:pt x="4538265" y="1722834"/>
                  <a:pt x="4518448" y="1762125"/>
                </a:cubicBezTo>
                <a:cubicBezTo>
                  <a:pt x="4498631" y="1801415"/>
                  <a:pt x="4464673" y="1859634"/>
                  <a:pt x="4442987" y="1891499"/>
                </a:cubicBezTo>
                <a:cubicBezTo>
                  <a:pt x="4347156" y="2032310"/>
                  <a:pt x="4325853" y="2054375"/>
                  <a:pt x="4310198" y="2029044"/>
                </a:cubicBezTo>
                <a:close/>
                <a:moveTo>
                  <a:pt x="2981619" y="1951486"/>
                </a:moveTo>
                <a:cubicBezTo>
                  <a:pt x="2949934" y="1909438"/>
                  <a:pt x="2912618" y="1854988"/>
                  <a:pt x="2898695" y="1830486"/>
                </a:cubicBezTo>
                <a:cubicBezTo>
                  <a:pt x="2850046" y="1744879"/>
                  <a:pt x="2831262" y="1708290"/>
                  <a:pt x="2824152" y="1685288"/>
                </a:cubicBezTo>
                <a:cubicBezTo>
                  <a:pt x="2820212" y="1672541"/>
                  <a:pt x="2802427" y="1642110"/>
                  <a:pt x="2784629" y="1617664"/>
                </a:cubicBezTo>
                <a:cubicBezTo>
                  <a:pt x="2766832" y="1593217"/>
                  <a:pt x="2733598" y="1533210"/>
                  <a:pt x="2710778" y="1484314"/>
                </a:cubicBezTo>
                <a:cubicBezTo>
                  <a:pt x="2687957" y="1435418"/>
                  <a:pt x="2651626" y="1357487"/>
                  <a:pt x="2630043" y="1311134"/>
                </a:cubicBezTo>
                <a:cubicBezTo>
                  <a:pt x="2608459" y="1264781"/>
                  <a:pt x="2590800" y="1217418"/>
                  <a:pt x="2590800" y="1205883"/>
                </a:cubicBezTo>
                <a:cubicBezTo>
                  <a:pt x="2590800" y="1194347"/>
                  <a:pt x="2586743" y="1180838"/>
                  <a:pt x="2581784" y="1175861"/>
                </a:cubicBezTo>
                <a:cubicBezTo>
                  <a:pt x="2570503" y="1164538"/>
                  <a:pt x="2565812" y="1093637"/>
                  <a:pt x="2575325" y="1078245"/>
                </a:cubicBezTo>
                <a:cubicBezTo>
                  <a:pt x="2579216" y="1071950"/>
                  <a:pt x="2588575" y="1066800"/>
                  <a:pt x="2596124" y="1066800"/>
                </a:cubicBezTo>
                <a:cubicBezTo>
                  <a:pt x="2603673" y="1066800"/>
                  <a:pt x="2609850" y="1062612"/>
                  <a:pt x="2609850" y="1057494"/>
                </a:cubicBezTo>
                <a:cubicBezTo>
                  <a:pt x="2609850" y="1052376"/>
                  <a:pt x="2620675" y="1041096"/>
                  <a:pt x="2633906" y="1032426"/>
                </a:cubicBezTo>
                <a:cubicBezTo>
                  <a:pt x="2656159" y="1017846"/>
                  <a:pt x="2659250" y="1017829"/>
                  <a:pt x="2675137" y="1032207"/>
                </a:cubicBezTo>
                <a:cubicBezTo>
                  <a:pt x="2684583" y="1040755"/>
                  <a:pt x="2701312" y="1047749"/>
                  <a:pt x="2712313" y="1047749"/>
                </a:cubicBezTo>
                <a:cubicBezTo>
                  <a:pt x="2740009" y="1047749"/>
                  <a:pt x="2759675" y="1070104"/>
                  <a:pt x="2773437" y="1117231"/>
                </a:cubicBezTo>
                <a:cubicBezTo>
                  <a:pt x="2779871" y="1139262"/>
                  <a:pt x="2788313" y="1159532"/>
                  <a:pt x="2792198" y="1162275"/>
                </a:cubicBezTo>
                <a:cubicBezTo>
                  <a:pt x="2802815" y="1169773"/>
                  <a:pt x="2871343" y="1312492"/>
                  <a:pt x="2890421" y="1366837"/>
                </a:cubicBezTo>
                <a:cubicBezTo>
                  <a:pt x="2899616" y="1393031"/>
                  <a:pt x="2910764" y="1423035"/>
                  <a:pt x="2915194" y="1433512"/>
                </a:cubicBezTo>
                <a:cubicBezTo>
                  <a:pt x="2926453" y="1460140"/>
                  <a:pt x="2985193" y="1640953"/>
                  <a:pt x="3004931" y="1709737"/>
                </a:cubicBezTo>
                <a:cubicBezTo>
                  <a:pt x="3013950" y="1741170"/>
                  <a:pt x="3024813" y="1775460"/>
                  <a:pt x="3029069" y="1785937"/>
                </a:cubicBezTo>
                <a:cubicBezTo>
                  <a:pt x="3039597" y="1811850"/>
                  <a:pt x="3067066" y="1960917"/>
                  <a:pt x="3067057" y="1992087"/>
                </a:cubicBezTo>
                <a:cubicBezTo>
                  <a:pt x="3067042" y="2042772"/>
                  <a:pt x="3041124" y="2030456"/>
                  <a:pt x="2981619" y="1951486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pic>
        <p:nvPicPr>
          <p:cNvPr id="4" name="rotary phone" descr="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40000">
            <a:off x="1466850" y="6662738"/>
            <a:ext cx="7353300" cy="4581525"/>
          </a:xfrm>
          <a:prstGeom prst="rect">
            <a:avLst/>
          </a:prstGeom>
        </p:spPr>
      </p:pic>
      <p:sp>
        <p:nvSpPr>
          <p:cNvPr id="5" name="rotary phone pattern"/>
          <p:cNvSpPr/>
          <p:nvPr/>
        </p:nvSpPr>
        <p:spPr>
          <a:xfrm rot="240000">
            <a:off x="1466850" y="6662737"/>
            <a:ext cx="7353300" cy="4581525"/>
          </a:xfrm>
          <a:custGeom>
            <a:avLst/>
            <a:gdLst/>
            <a:ahLst/>
            <a:cxnLst/>
            <a:rect l="0" t="0" r="r" b="b"/>
            <a:pathLst>
              <a:path w="7353300" h="4581525">
                <a:moveTo>
                  <a:pt x="3362325" y="3942135"/>
                </a:moveTo>
                <a:cubicBezTo>
                  <a:pt x="3307318" y="3938848"/>
                  <a:pt x="3257537" y="3935634"/>
                  <a:pt x="3251700" y="3934992"/>
                </a:cubicBezTo>
                <a:cubicBezTo>
                  <a:pt x="3245864" y="3934350"/>
                  <a:pt x="3238390" y="3914138"/>
                  <a:pt x="3235092" y="3890076"/>
                </a:cubicBezTo>
                <a:cubicBezTo>
                  <a:pt x="3229815" y="3851571"/>
                  <a:pt x="3219252" y="3835873"/>
                  <a:pt x="3146973" y="3759107"/>
                </a:cubicBezTo>
                <a:lnTo>
                  <a:pt x="3064850" y="3671887"/>
                </a:lnTo>
                <a:lnTo>
                  <a:pt x="3215968" y="3668993"/>
                </a:lnTo>
                <a:cubicBezTo>
                  <a:pt x="3311045" y="3667173"/>
                  <a:pt x="3381093" y="3670191"/>
                  <a:pt x="3404855" y="3677133"/>
                </a:cubicBezTo>
                <a:cubicBezTo>
                  <a:pt x="3429071" y="3684208"/>
                  <a:pt x="3443749" y="3684789"/>
                  <a:pt x="3445761" y="3678754"/>
                </a:cubicBezTo>
                <a:cubicBezTo>
                  <a:pt x="3447783" y="3672687"/>
                  <a:pt x="3462741" y="3672450"/>
                  <a:pt x="3487831" y="3678088"/>
                </a:cubicBezTo>
                <a:cubicBezTo>
                  <a:pt x="3509244" y="3682899"/>
                  <a:pt x="3529018" y="3684581"/>
                  <a:pt x="3531774" y="3681825"/>
                </a:cubicBezTo>
                <a:cubicBezTo>
                  <a:pt x="3534530" y="3679069"/>
                  <a:pt x="3542813" y="3681818"/>
                  <a:pt x="3550181" y="3687933"/>
                </a:cubicBezTo>
                <a:cubicBezTo>
                  <a:pt x="3558539" y="3694870"/>
                  <a:pt x="3614400" y="3700289"/>
                  <a:pt x="3698695" y="3702342"/>
                </a:cubicBezTo>
                <a:cubicBezTo>
                  <a:pt x="3773009" y="3704151"/>
                  <a:pt x="3871319" y="3711969"/>
                  <a:pt x="3917160" y="3719716"/>
                </a:cubicBezTo>
                <a:cubicBezTo>
                  <a:pt x="3963001" y="3727462"/>
                  <a:pt x="4044440" y="3733101"/>
                  <a:pt x="4098135" y="3732247"/>
                </a:cubicBezTo>
                <a:cubicBezTo>
                  <a:pt x="4178434" y="3730970"/>
                  <a:pt x="4186463" y="3729652"/>
                  <a:pt x="4143375" y="3724822"/>
                </a:cubicBezTo>
                <a:cubicBezTo>
                  <a:pt x="4097151" y="3719640"/>
                  <a:pt x="4104436" y="3718079"/>
                  <a:pt x="4205287" y="3711557"/>
                </a:cubicBezTo>
                <a:cubicBezTo>
                  <a:pt x="4268152" y="3707492"/>
                  <a:pt x="4336732" y="3701173"/>
                  <a:pt x="4357687" y="3697515"/>
                </a:cubicBezTo>
                <a:cubicBezTo>
                  <a:pt x="4399359" y="3690241"/>
                  <a:pt x="4507418" y="3690445"/>
                  <a:pt x="4648200" y="3698064"/>
                </a:cubicBezTo>
                <a:cubicBezTo>
                  <a:pt x="4707734" y="3701286"/>
                  <a:pt x="4719138" y="3700652"/>
                  <a:pt x="4681537" y="3696212"/>
                </a:cubicBezTo>
                <a:cubicBezTo>
                  <a:pt x="4650105" y="3692500"/>
                  <a:pt x="4635103" y="3688395"/>
                  <a:pt x="4648200" y="3687090"/>
                </a:cubicBezTo>
                <a:cubicBezTo>
                  <a:pt x="4661296" y="3685785"/>
                  <a:pt x="4680585" y="3682212"/>
                  <a:pt x="4691062" y="3679150"/>
                </a:cubicBezTo>
                <a:cubicBezTo>
                  <a:pt x="4745672" y="3663193"/>
                  <a:pt x="5016674" y="3670369"/>
                  <a:pt x="4989672" y="3687057"/>
                </a:cubicBezTo>
                <a:cubicBezTo>
                  <a:pt x="4982412" y="3691543"/>
                  <a:pt x="5005331" y="3694631"/>
                  <a:pt x="5043605" y="3694324"/>
                </a:cubicBezTo>
                <a:cubicBezTo>
                  <a:pt x="5080211" y="3694030"/>
                  <a:pt x="5147440" y="3695971"/>
                  <a:pt x="5193001" y="3698638"/>
                </a:cubicBezTo>
                <a:cubicBezTo>
                  <a:pt x="5241244" y="3701461"/>
                  <a:pt x="5316406" y="3697817"/>
                  <a:pt x="5372969" y="3689911"/>
                </a:cubicBezTo>
                <a:cubicBezTo>
                  <a:pt x="5451137" y="3678985"/>
                  <a:pt x="5594112" y="3672918"/>
                  <a:pt x="5686425" y="3676610"/>
                </a:cubicBezTo>
                <a:cubicBezTo>
                  <a:pt x="5694283" y="3676924"/>
                  <a:pt x="5741003" y="3674287"/>
                  <a:pt x="5790247" y="3670750"/>
                </a:cubicBezTo>
                <a:cubicBezTo>
                  <a:pt x="5856555" y="3665988"/>
                  <a:pt x="5878030" y="3667154"/>
                  <a:pt x="5873029" y="3675247"/>
                </a:cubicBezTo>
                <a:cubicBezTo>
                  <a:pt x="5868700" y="3682251"/>
                  <a:pt x="5874172" y="3686227"/>
                  <a:pt x="5888269" y="3686320"/>
                </a:cubicBezTo>
                <a:cubicBezTo>
                  <a:pt x="5905963" y="3686438"/>
                  <a:pt x="5907469" y="3688271"/>
                  <a:pt x="5895975" y="3695700"/>
                </a:cubicBezTo>
                <a:cubicBezTo>
                  <a:pt x="5886146" y="3702051"/>
                  <a:pt x="5903981" y="3704479"/>
                  <a:pt x="5953125" y="3703477"/>
                </a:cubicBezTo>
                <a:lnTo>
                  <a:pt x="6024562" y="3702022"/>
                </a:lnTo>
                <a:lnTo>
                  <a:pt x="5967412" y="3695700"/>
                </a:lnTo>
                <a:cubicBezTo>
                  <a:pt x="5910615" y="3689416"/>
                  <a:pt x="5910767" y="3689367"/>
                  <a:pt x="5992018" y="3687776"/>
                </a:cubicBezTo>
                <a:cubicBezTo>
                  <a:pt x="6036984" y="3686895"/>
                  <a:pt x="6076734" y="3689134"/>
                  <a:pt x="6080351" y="3692751"/>
                </a:cubicBezTo>
                <a:cubicBezTo>
                  <a:pt x="6083969" y="3696369"/>
                  <a:pt x="6115758" y="3700379"/>
                  <a:pt x="6150995" y="3701663"/>
                </a:cubicBezTo>
                <a:cubicBezTo>
                  <a:pt x="6186232" y="3702946"/>
                  <a:pt x="6234350" y="3708455"/>
                  <a:pt x="6257925" y="3713903"/>
                </a:cubicBezTo>
                <a:cubicBezTo>
                  <a:pt x="6281499" y="3719351"/>
                  <a:pt x="6314717" y="3723914"/>
                  <a:pt x="6331743" y="3724042"/>
                </a:cubicBezTo>
                <a:cubicBezTo>
                  <a:pt x="6368516" y="3724318"/>
                  <a:pt x="6372049" y="3741013"/>
                  <a:pt x="6341268" y="3769049"/>
                </a:cubicBezTo>
                <a:cubicBezTo>
                  <a:pt x="6258174" y="3844733"/>
                  <a:pt x="6020635" y="3829738"/>
                  <a:pt x="5982669" y="3746411"/>
                </a:cubicBezTo>
                <a:cubicBezTo>
                  <a:pt x="5973372" y="3726007"/>
                  <a:pt x="5968143" y="3724514"/>
                  <a:pt x="5922326" y="3729187"/>
                </a:cubicBezTo>
                <a:cubicBezTo>
                  <a:pt x="5705861" y="3751261"/>
                  <a:pt x="4218990" y="3868452"/>
                  <a:pt x="3867150" y="3891169"/>
                </a:cubicBezTo>
                <a:cubicBezTo>
                  <a:pt x="3699131" y="3902018"/>
                  <a:pt x="3678781" y="3905594"/>
                  <a:pt x="3673662" y="3925170"/>
                </a:cubicBezTo>
                <a:cubicBezTo>
                  <a:pt x="3670517" y="3937195"/>
                  <a:pt x="3663709" y="3941441"/>
                  <a:pt x="3653718" y="3937607"/>
                </a:cubicBezTo>
                <a:cubicBezTo>
                  <a:pt x="3645376" y="3934406"/>
                  <a:pt x="3638535" y="3935460"/>
                  <a:pt x="3638517" y="3939949"/>
                </a:cubicBezTo>
                <a:cubicBezTo>
                  <a:pt x="3638479" y="3949540"/>
                  <a:pt x="3504043" y="3950604"/>
                  <a:pt x="3362325" y="3942135"/>
                </a:cubicBezTo>
                <a:close/>
                <a:moveTo>
                  <a:pt x="1213876" y="3719815"/>
                </a:moveTo>
                <a:cubicBezTo>
                  <a:pt x="1197052" y="3707090"/>
                  <a:pt x="1201392" y="3705830"/>
                  <a:pt x="1262062" y="3705830"/>
                </a:cubicBezTo>
                <a:cubicBezTo>
                  <a:pt x="1322732" y="3705830"/>
                  <a:pt x="1327072" y="3707090"/>
                  <a:pt x="1310248" y="3719815"/>
                </a:cubicBezTo>
                <a:cubicBezTo>
                  <a:pt x="1300079" y="3727506"/>
                  <a:pt x="1278395" y="3733800"/>
                  <a:pt x="1262062" y="3733800"/>
                </a:cubicBezTo>
                <a:cubicBezTo>
                  <a:pt x="1245729" y="3733800"/>
                  <a:pt x="1224045" y="3727506"/>
                  <a:pt x="1213876" y="3719815"/>
                </a:cubicBezTo>
                <a:close/>
                <a:moveTo>
                  <a:pt x="1391648" y="3723308"/>
                </a:moveTo>
                <a:cubicBezTo>
                  <a:pt x="1361006" y="3711263"/>
                  <a:pt x="1366027" y="3708925"/>
                  <a:pt x="1438009" y="3701720"/>
                </a:cubicBezTo>
                <a:cubicBezTo>
                  <a:pt x="1492044" y="3696311"/>
                  <a:pt x="1497925" y="3697263"/>
                  <a:pt x="1485634" y="3709430"/>
                </a:cubicBezTo>
                <a:cubicBezTo>
                  <a:pt x="1467238" y="3727640"/>
                  <a:pt x="1420303" y="3734571"/>
                  <a:pt x="1391648" y="3723308"/>
                </a:cubicBezTo>
                <a:close/>
                <a:moveTo>
                  <a:pt x="4293504" y="3717730"/>
                </a:moveTo>
                <a:cubicBezTo>
                  <a:pt x="4284398" y="3715346"/>
                  <a:pt x="4267253" y="3715260"/>
                  <a:pt x="4255404" y="3717538"/>
                </a:cubicBezTo>
                <a:cubicBezTo>
                  <a:pt x="4243556" y="3719816"/>
                  <a:pt x="4251007" y="3721767"/>
                  <a:pt x="4271962" y="3721872"/>
                </a:cubicBezTo>
                <a:cubicBezTo>
                  <a:pt x="4292917" y="3721978"/>
                  <a:pt x="4302611" y="3720114"/>
                  <a:pt x="4293504" y="3717730"/>
                </a:cubicBezTo>
                <a:close/>
                <a:moveTo>
                  <a:pt x="1548380" y="3696618"/>
                </a:moveTo>
                <a:cubicBezTo>
                  <a:pt x="1545455" y="3691885"/>
                  <a:pt x="1564575" y="3686527"/>
                  <a:pt x="1590870" y="3684712"/>
                </a:cubicBezTo>
                <a:cubicBezTo>
                  <a:pt x="1630986" y="3681943"/>
                  <a:pt x="1636056" y="3683328"/>
                  <a:pt x="1622381" y="3693318"/>
                </a:cubicBezTo>
                <a:cubicBezTo>
                  <a:pt x="1603496" y="3707115"/>
                  <a:pt x="1556171" y="3709225"/>
                  <a:pt x="1548380" y="3696618"/>
                </a:cubicBezTo>
                <a:close/>
                <a:moveTo>
                  <a:pt x="3464718" y="3698659"/>
                </a:moveTo>
                <a:cubicBezTo>
                  <a:pt x="3455550" y="3696263"/>
                  <a:pt x="3440549" y="3696263"/>
                  <a:pt x="3431381" y="3698659"/>
                </a:cubicBezTo>
                <a:cubicBezTo>
                  <a:pt x="3422213" y="3701054"/>
                  <a:pt x="3429714" y="3703015"/>
                  <a:pt x="3448050" y="3703015"/>
                </a:cubicBezTo>
                <a:cubicBezTo>
                  <a:pt x="3466385" y="3703015"/>
                  <a:pt x="3473886" y="3701054"/>
                  <a:pt x="3464718" y="3698659"/>
                </a:cubicBezTo>
                <a:close/>
                <a:moveTo>
                  <a:pt x="5844948" y="3690937"/>
                </a:moveTo>
                <a:cubicBezTo>
                  <a:pt x="5837090" y="3683079"/>
                  <a:pt x="5827686" y="3676650"/>
                  <a:pt x="5824051" y="3676650"/>
                </a:cubicBezTo>
                <a:cubicBezTo>
                  <a:pt x="5820416" y="3676650"/>
                  <a:pt x="5822778" y="3683079"/>
                  <a:pt x="5829300" y="3690937"/>
                </a:cubicBezTo>
                <a:cubicBezTo>
                  <a:pt x="5835821" y="3698795"/>
                  <a:pt x="5845225" y="3705225"/>
                  <a:pt x="5850196" y="3705225"/>
                </a:cubicBezTo>
                <a:cubicBezTo>
                  <a:pt x="5855168" y="3705225"/>
                  <a:pt x="5852806" y="3698795"/>
                  <a:pt x="5844948" y="3690937"/>
                </a:cubicBezTo>
                <a:close/>
                <a:moveTo>
                  <a:pt x="3919537" y="3533767"/>
                </a:moveTo>
                <a:cubicBezTo>
                  <a:pt x="3648103" y="3504577"/>
                  <a:pt x="3514242" y="3493762"/>
                  <a:pt x="3328987" y="3486054"/>
                </a:cubicBezTo>
                <a:cubicBezTo>
                  <a:pt x="3145250" y="3478410"/>
                  <a:pt x="3050707" y="3471424"/>
                  <a:pt x="3000375" y="3461772"/>
                </a:cubicBezTo>
                <a:cubicBezTo>
                  <a:pt x="2992516" y="3460265"/>
                  <a:pt x="2964501" y="3458704"/>
                  <a:pt x="2938118" y="3458303"/>
                </a:cubicBezTo>
                <a:lnTo>
                  <a:pt x="2890149" y="3457575"/>
                </a:lnTo>
                <a:lnTo>
                  <a:pt x="2815952" y="3357821"/>
                </a:lnTo>
                <a:cubicBezTo>
                  <a:pt x="2775144" y="3302957"/>
                  <a:pt x="2744291" y="3253965"/>
                  <a:pt x="2747390" y="3248950"/>
                </a:cubicBezTo>
                <a:cubicBezTo>
                  <a:pt x="2755215" y="3236289"/>
                  <a:pt x="2833800" y="3228298"/>
                  <a:pt x="2957512" y="3227585"/>
                </a:cubicBezTo>
                <a:cubicBezTo>
                  <a:pt x="3160486" y="3226415"/>
                  <a:pt x="3510078" y="3234458"/>
                  <a:pt x="3519855" y="3240523"/>
                </a:cubicBezTo>
                <a:cubicBezTo>
                  <a:pt x="3539813" y="3252904"/>
                  <a:pt x="3659169" y="3257376"/>
                  <a:pt x="3997467" y="3258420"/>
                </a:cubicBezTo>
                <a:cubicBezTo>
                  <a:pt x="4187770" y="3259007"/>
                  <a:pt x="4345615" y="3262954"/>
                  <a:pt x="4348233" y="3267190"/>
                </a:cubicBezTo>
                <a:cubicBezTo>
                  <a:pt x="4350852" y="3271426"/>
                  <a:pt x="4309702" y="3274976"/>
                  <a:pt x="4256789" y="3275079"/>
                </a:cubicBezTo>
                <a:cubicBezTo>
                  <a:pt x="4153866" y="3275278"/>
                  <a:pt x="4111963" y="3285355"/>
                  <a:pt x="4206081" y="3287273"/>
                </a:cubicBezTo>
                <a:cubicBezTo>
                  <a:pt x="4302857" y="3289246"/>
                  <a:pt x="4376621" y="3284823"/>
                  <a:pt x="4379552" y="3276873"/>
                </a:cubicBezTo>
                <a:cubicBezTo>
                  <a:pt x="4381100" y="3272673"/>
                  <a:pt x="4418704" y="3271504"/>
                  <a:pt x="4463117" y="3274275"/>
                </a:cubicBezTo>
                <a:cubicBezTo>
                  <a:pt x="4535289" y="3278777"/>
                  <a:pt x="4543230" y="3277650"/>
                  <a:pt x="4537865" y="3263668"/>
                </a:cubicBezTo>
                <a:cubicBezTo>
                  <a:pt x="4533119" y="3251302"/>
                  <a:pt x="4537562" y="3248223"/>
                  <a:pt x="4559074" y="3248974"/>
                </a:cubicBezTo>
                <a:lnTo>
                  <a:pt x="4586287" y="3249923"/>
                </a:lnTo>
                <a:lnTo>
                  <a:pt x="4562475" y="3258365"/>
                </a:lnTo>
                <a:cubicBezTo>
                  <a:pt x="4536487" y="3267577"/>
                  <a:pt x="4597460" y="3263838"/>
                  <a:pt x="4724400" y="3248436"/>
                </a:cubicBezTo>
                <a:cubicBezTo>
                  <a:pt x="4763690" y="3243668"/>
                  <a:pt x="4805481" y="3242090"/>
                  <a:pt x="4817268" y="3244929"/>
                </a:cubicBezTo>
                <a:cubicBezTo>
                  <a:pt x="4829055" y="3247767"/>
                  <a:pt x="4838700" y="3246356"/>
                  <a:pt x="4838700" y="3241792"/>
                </a:cubicBezTo>
                <a:cubicBezTo>
                  <a:pt x="4838700" y="3234707"/>
                  <a:pt x="4986818" y="3230286"/>
                  <a:pt x="5362575" y="3226159"/>
                </a:cubicBezTo>
                <a:cubicBezTo>
                  <a:pt x="5509276" y="3224547"/>
                  <a:pt x="5638667" y="3231581"/>
                  <a:pt x="5595937" y="3238845"/>
                </a:cubicBezTo>
                <a:lnTo>
                  <a:pt x="5557837" y="3245321"/>
                </a:lnTo>
                <a:lnTo>
                  <a:pt x="5597207" y="3246673"/>
                </a:lnTo>
                <a:cubicBezTo>
                  <a:pt x="5629202" y="3247771"/>
                  <a:pt x="5637511" y="3244456"/>
                  <a:pt x="5641559" y="3228975"/>
                </a:cubicBezTo>
                <a:cubicBezTo>
                  <a:pt x="5646972" y="3208277"/>
                  <a:pt x="5661328" y="3206373"/>
                  <a:pt x="5800725" y="3207855"/>
                </a:cubicBezTo>
                <a:cubicBezTo>
                  <a:pt x="5863924" y="3208528"/>
                  <a:pt x="5979500" y="3209597"/>
                  <a:pt x="6012656" y="3209817"/>
                </a:cubicBezTo>
                <a:cubicBezTo>
                  <a:pt x="6040963" y="3210004"/>
                  <a:pt x="6142899" y="3220582"/>
                  <a:pt x="6191166" y="3228340"/>
                </a:cubicBezTo>
                <a:cubicBezTo>
                  <a:pt x="6220025" y="3232979"/>
                  <a:pt x="6298747" y="3236909"/>
                  <a:pt x="6366104" y="3237072"/>
                </a:cubicBezTo>
                <a:cubicBezTo>
                  <a:pt x="6433460" y="3237236"/>
                  <a:pt x="6490897" y="3239697"/>
                  <a:pt x="6493741" y="3242541"/>
                </a:cubicBezTo>
                <a:cubicBezTo>
                  <a:pt x="6502857" y="3251657"/>
                  <a:pt x="6514246" y="3509650"/>
                  <a:pt x="6505906" y="3518099"/>
                </a:cubicBezTo>
                <a:cubicBezTo>
                  <a:pt x="6494313" y="3529842"/>
                  <a:pt x="6136638" y="3519589"/>
                  <a:pt x="5957887" y="3502389"/>
                </a:cubicBezTo>
                <a:cubicBezTo>
                  <a:pt x="5789108" y="3486148"/>
                  <a:pt x="5593515" y="3474978"/>
                  <a:pt x="5653087" y="3484981"/>
                </a:cubicBezTo>
                <a:cubicBezTo>
                  <a:pt x="5679114" y="3489352"/>
                  <a:pt x="5643111" y="3493632"/>
                  <a:pt x="5539471" y="3498487"/>
                </a:cubicBezTo>
                <a:cubicBezTo>
                  <a:pt x="5420912" y="3504041"/>
                  <a:pt x="5386108" y="3502949"/>
                  <a:pt x="5380218" y="3493491"/>
                </a:cubicBezTo>
                <a:cubicBezTo>
                  <a:pt x="5374234" y="3483882"/>
                  <a:pt x="5368805" y="3483788"/>
                  <a:pt x="5353880" y="3493037"/>
                </a:cubicBezTo>
                <a:cubicBezTo>
                  <a:pt x="5336034" y="3504095"/>
                  <a:pt x="5246902" y="3502922"/>
                  <a:pt x="5138737" y="3490205"/>
                </a:cubicBezTo>
                <a:cubicBezTo>
                  <a:pt x="5034710" y="3477974"/>
                  <a:pt x="4839340" y="3475671"/>
                  <a:pt x="4786312" y="3486049"/>
                </a:cubicBezTo>
                <a:cubicBezTo>
                  <a:pt x="4578511" y="3526720"/>
                  <a:pt x="4099317" y="3553100"/>
                  <a:pt x="3919537" y="3533767"/>
                </a:cubicBezTo>
                <a:close/>
                <a:moveTo>
                  <a:pt x="719589" y="3513351"/>
                </a:moveTo>
                <a:cubicBezTo>
                  <a:pt x="642820" y="3503510"/>
                  <a:pt x="613990" y="3487647"/>
                  <a:pt x="595730" y="3445202"/>
                </a:cubicBezTo>
                <a:cubicBezTo>
                  <a:pt x="588516" y="3428433"/>
                  <a:pt x="575827" y="3399062"/>
                  <a:pt x="567532" y="3379935"/>
                </a:cubicBezTo>
                <a:cubicBezTo>
                  <a:pt x="558844" y="3359903"/>
                  <a:pt x="552449" y="3318692"/>
                  <a:pt x="552450" y="3282735"/>
                </a:cubicBezTo>
                <a:lnTo>
                  <a:pt x="552450" y="3220313"/>
                </a:lnTo>
                <a:lnTo>
                  <a:pt x="583406" y="3214607"/>
                </a:lnTo>
                <a:cubicBezTo>
                  <a:pt x="616743" y="3208463"/>
                  <a:pt x="633972" y="3208242"/>
                  <a:pt x="685800" y="3213294"/>
                </a:cubicBezTo>
                <a:cubicBezTo>
                  <a:pt x="743400" y="3218909"/>
                  <a:pt x="861696" y="3232489"/>
                  <a:pt x="869156" y="3234343"/>
                </a:cubicBezTo>
                <a:cubicBezTo>
                  <a:pt x="873085" y="3235319"/>
                  <a:pt x="885397" y="3236654"/>
                  <a:pt x="896516" y="3237309"/>
                </a:cubicBezTo>
                <a:cubicBezTo>
                  <a:pt x="913963" y="3238336"/>
                  <a:pt x="914994" y="3240593"/>
                  <a:pt x="904046" y="3253785"/>
                </a:cubicBezTo>
                <a:cubicBezTo>
                  <a:pt x="893087" y="3266989"/>
                  <a:pt x="895847" y="3272792"/>
                  <a:pt x="924311" y="3296392"/>
                </a:cubicBezTo>
                <a:cubicBezTo>
                  <a:pt x="942434" y="3311418"/>
                  <a:pt x="963691" y="3323964"/>
                  <a:pt x="971550" y="3324271"/>
                </a:cubicBezTo>
                <a:cubicBezTo>
                  <a:pt x="979408" y="3324579"/>
                  <a:pt x="994157" y="3331123"/>
                  <a:pt x="1004326" y="3338815"/>
                </a:cubicBezTo>
                <a:cubicBezTo>
                  <a:pt x="1014495" y="3346506"/>
                  <a:pt x="1033783" y="3352816"/>
                  <a:pt x="1047189" y="3352835"/>
                </a:cubicBezTo>
                <a:cubicBezTo>
                  <a:pt x="1060594" y="3352855"/>
                  <a:pt x="1084849" y="3360973"/>
                  <a:pt x="1101089" y="3370876"/>
                </a:cubicBezTo>
                <a:cubicBezTo>
                  <a:pt x="1123336" y="3384442"/>
                  <a:pt x="1141664" y="3387636"/>
                  <a:pt x="1175415" y="3383832"/>
                </a:cubicBezTo>
                <a:cubicBezTo>
                  <a:pt x="1214447" y="3379433"/>
                  <a:pt x="1223553" y="3381982"/>
                  <a:pt x="1246152" y="3403633"/>
                </a:cubicBezTo>
                <a:cubicBezTo>
                  <a:pt x="1271490" y="3427908"/>
                  <a:pt x="1272361" y="3428048"/>
                  <a:pt x="1283825" y="3409691"/>
                </a:cubicBezTo>
                <a:cubicBezTo>
                  <a:pt x="1301987" y="3380609"/>
                  <a:pt x="1364626" y="3383792"/>
                  <a:pt x="1389210" y="3415046"/>
                </a:cubicBezTo>
                <a:cubicBezTo>
                  <a:pt x="1407973" y="3438899"/>
                  <a:pt x="1408282" y="3438947"/>
                  <a:pt x="1414623" y="3418966"/>
                </a:cubicBezTo>
                <a:cubicBezTo>
                  <a:pt x="1423666" y="3390475"/>
                  <a:pt x="1472542" y="3371505"/>
                  <a:pt x="1506451" y="3383325"/>
                </a:cubicBezTo>
                <a:cubicBezTo>
                  <a:pt x="1528154" y="3390891"/>
                  <a:pt x="1537799" y="3388920"/>
                  <a:pt x="1558410" y="3372707"/>
                </a:cubicBezTo>
                <a:cubicBezTo>
                  <a:pt x="1572998" y="3361232"/>
                  <a:pt x="1597668" y="3352800"/>
                  <a:pt x="1616650" y="3352800"/>
                </a:cubicBezTo>
                <a:cubicBezTo>
                  <a:pt x="1635160" y="3352800"/>
                  <a:pt x="1660189" y="3344456"/>
                  <a:pt x="1673800" y="3333750"/>
                </a:cubicBezTo>
                <a:cubicBezTo>
                  <a:pt x="1687120" y="3323272"/>
                  <a:pt x="1708951" y="3314700"/>
                  <a:pt x="1722314" y="3314700"/>
                </a:cubicBezTo>
                <a:cubicBezTo>
                  <a:pt x="1735676" y="3314700"/>
                  <a:pt x="1756877" y="3305055"/>
                  <a:pt x="1769427" y="3293268"/>
                </a:cubicBezTo>
                <a:cubicBezTo>
                  <a:pt x="1790825" y="3273171"/>
                  <a:pt x="1800346" y="3271853"/>
                  <a:pt x="1922441" y="3272099"/>
                </a:cubicBezTo>
                <a:cubicBezTo>
                  <a:pt x="1994049" y="3272243"/>
                  <a:pt x="2082641" y="3275663"/>
                  <a:pt x="2119312" y="3279700"/>
                </a:cubicBezTo>
                <a:cubicBezTo>
                  <a:pt x="2166038" y="3284843"/>
                  <a:pt x="2181712" y="3284096"/>
                  <a:pt x="2171700" y="3277203"/>
                </a:cubicBezTo>
                <a:cubicBezTo>
                  <a:pt x="2161322" y="3270058"/>
                  <a:pt x="2178070" y="3267326"/>
                  <a:pt x="2232891" y="3267220"/>
                </a:cubicBezTo>
                <a:lnTo>
                  <a:pt x="2308370" y="3267075"/>
                </a:lnTo>
                <a:lnTo>
                  <a:pt x="2285910" y="3293268"/>
                </a:lnTo>
                <a:cubicBezTo>
                  <a:pt x="2273558" y="3307675"/>
                  <a:pt x="2229026" y="3352680"/>
                  <a:pt x="2186951" y="3393281"/>
                </a:cubicBezTo>
                <a:lnTo>
                  <a:pt x="2110452" y="3467100"/>
                </a:lnTo>
                <a:lnTo>
                  <a:pt x="2045264" y="3467100"/>
                </a:lnTo>
                <a:cubicBezTo>
                  <a:pt x="2004230" y="3467100"/>
                  <a:pt x="1982257" y="3470629"/>
                  <a:pt x="1985962" y="3476625"/>
                </a:cubicBezTo>
                <a:cubicBezTo>
                  <a:pt x="1989454" y="3482275"/>
                  <a:pt x="1977090" y="3486615"/>
                  <a:pt x="1955568" y="3487293"/>
                </a:cubicBezTo>
                <a:cubicBezTo>
                  <a:pt x="1935613" y="3487922"/>
                  <a:pt x="1794986" y="3491828"/>
                  <a:pt x="1643062" y="3495973"/>
                </a:cubicBezTo>
                <a:cubicBezTo>
                  <a:pt x="1491138" y="3500118"/>
                  <a:pt x="1336833" y="3507956"/>
                  <a:pt x="1300162" y="3513390"/>
                </a:cubicBezTo>
                <a:cubicBezTo>
                  <a:pt x="1219889" y="3525286"/>
                  <a:pt x="812485" y="3525259"/>
                  <a:pt x="719589" y="3513351"/>
                </a:cubicBezTo>
                <a:close/>
                <a:moveTo>
                  <a:pt x="4736306" y="3469902"/>
                </a:moveTo>
                <a:cubicBezTo>
                  <a:pt x="4724519" y="3467632"/>
                  <a:pt x="4705230" y="3467632"/>
                  <a:pt x="4693443" y="3469902"/>
                </a:cubicBezTo>
                <a:cubicBezTo>
                  <a:pt x="4681656" y="3472173"/>
                  <a:pt x="4691300" y="3474030"/>
                  <a:pt x="4714875" y="3474030"/>
                </a:cubicBezTo>
                <a:cubicBezTo>
                  <a:pt x="4738449" y="3474030"/>
                  <a:pt x="4748093" y="3472173"/>
                  <a:pt x="4736306" y="3469902"/>
                </a:cubicBezTo>
                <a:close/>
                <a:moveTo>
                  <a:pt x="4826904" y="3460555"/>
                </a:moveTo>
                <a:cubicBezTo>
                  <a:pt x="4817798" y="3458171"/>
                  <a:pt x="4800653" y="3458085"/>
                  <a:pt x="4788804" y="3460363"/>
                </a:cubicBezTo>
                <a:cubicBezTo>
                  <a:pt x="4776956" y="3462641"/>
                  <a:pt x="4784407" y="3464592"/>
                  <a:pt x="4805362" y="3464697"/>
                </a:cubicBezTo>
                <a:cubicBezTo>
                  <a:pt x="4826317" y="3464803"/>
                  <a:pt x="4836011" y="3462939"/>
                  <a:pt x="4826904" y="3460555"/>
                </a:cubicBezTo>
                <a:close/>
                <a:moveTo>
                  <a:pt x="5036131" y="3460148"/>
                </a:moveTo>
                <a:cubicBezTo>
                  <a:pt x="5016369" y="3458086"/>
                  <a:pt x="4986365" y="3458121"/>
                  <a:pt x="4969456" y="3460225"/>
                </a:cubicBezTo>
                <a:cubicBezTo>
                  <a:pt x="4952547" y="3462329"/>
                  <a:pt x="4968716" y="3464016"/>
                  <a:pt x="5005387" y="3463974"/>
                </a:cubicBezTo>
                <a:cubicBezTo>
                  <a:pt x="5042058" y="3463932"/>
                  <a:pt x="5055893" y="3462210"/>
                  <a:pt x="5036131" y="3460148"/>
                </a:cubicBezTo>
                <a:close/>
                <a:moveTo>
                  <a:pt x="5502856" y="3450623"/>
                </a:moveTo>
                <a:cubicBezTo>
                  <a:pt x="5483094" y="3448561"/>
                  <a:pt x="5453090" y="3448596"/>
                  <a:pt x="5436181" y="3450700"/>
                </a:cubicBezTo>
                <a:cubicBezTo>
                  <a:pt x="5419272" y="3452804"/>
                  <a:pt x="5435441" y="3454491"/>
                  <a:pt x="5472112" y="3454449"/>
                </a:cubicBezTo>
                <a:cubicBezTo>
                  <a:pt x="5508783" y="3454407"/>
                  <a:pt x="5522618" y="3452685"/>
                  <a:pt x="5502856" y="3450623"/>
                </a:cubicBezTo>
                <a:close/>
                <a:moveTo>
                  <a:pt x="5203162" y="3441345"/>
                </a:moveTo>
                <a:cubicBezTo>
                  <a:pt x="5191447" y="3439084"/>
                  <a:pt x="5170015" y="3439025"/>
                  <a:pt x="5155537" y="3441215"/>
                </a:cubicBezTo>
                <a:cubicBezTo>
                  <a:pt x="5141058" y="3443404"/>
                  <a:pt x="5150643" y="3445254"/>
                  <a:pt x="5176837" y="3445325"/>
                </a:cubicBezTo>
                <a:cubicBezTo>
                  <a:pt x="5203031" y="3445397"/>
                  <a:pt x="5214877" y="3443605"/>
                  <a:pt x="5203162" y="3441345"/>
                </a:cubicBezTo>
                <a:close/>
                <a:moveTo>
                  <a:pt x="4284039" y="3307894"/>
                </a:moveTo>
                <a:cubicBezTo>
                  <a:pt x="4269726" y="3305720"/>
                  <a:pt x="4244009" y="3305677"/>
                  <a:pt x="4226889" y="3307796"/>
                </a:cubicBezTo>
                <a:cubicBezTo>
                  <a:pt x="4209769" y="3309916"/>
                  <a:pt x="4221480" y="3311695"/>
                  <a:pt x="4252912" y="3311748"/>
                </a:cubicBezTo>
                <a:cubicBezTo>
                  <a:pt x="4284345" y="3311801"/>
                  <a:pt x="4298352" y="3310067"/>
                  <a:pt x="4284039" y="3307894"/>
                </a:cubicBezTo>
                <a:close/>
                <a:moveTo>
                  <a:pt x="4355487" y="3308452"/>
                </a:moveTo>
                <a:cubicBezTo>
                  <a:pt x="4349038" y="3305843"/>
                  <a:pt x="4336180" y="3305684"/>
                  <a:pt x="4326912" y="3308099"/>
                </a:cubicBezTo>
                <a:cubicBezTo>
                  <a:pt x="4317645" y="3310514"/>
                  <a:pt x="4322921" y="3312648"/>
                  <a:pt x="4338637" y="3312843"/>
                </a:cubicBezTo>
                <a:cubicBezTo>
                  <a:pt x="4354353" y="3313037"/>
                  <a:pt x="4361936" y="3311061"/>
                  <a:pt x="4355487" y="3308452"/>
                </a:cubicBezTo>
                <a:close/>
                <a:moveTo>
                  <a:pt x="4474479" y="3289105"/>
                </a:moveTo>
                <a:cubicBezTo>
                  <a:pt x="4465373" y="3286721"/>
                  <a:pt x="4448228" y="3286635"/>
                  <a:pt x="4436379" y="3288913"/>
                </a:cubicBezTo>
                <a:cubicBezTo>
                  <a:pt x="4424531" y="3291191"/>
                  <a:pt x="4431982" y="3293142"/>
                  <a:pt x="4452937" y="3293247"/>
                </a:cubicBezTo>
                <a:cubicBezTo>
                  <a:pt x="4473892" y="3293353"/>
                  <a:pt x="4483586" y="3291489"/>
                  <a:pt x="4474479" y="3289105"/>
                </a:cubicBezTo>
                <a:close/>
                <a:moveTo>
                  <a:pt x="3603012" y="3270352"/>
                </a:moveTo>
                <a:cubicBezTo>
                  <a:pt x="3596563" y="3267743"/>
                  <a:pt x="3583705" y="3267584"/>
                  <a:pt x="3574437" y="3269999"/>
                </a:cubicBezTo>
                <a:cubicBezTo>
                  <a:pt x="3565170" y="3272414"/>
                  <a:pt x="3570446" y="3274548"/>
                  <a:pt x="3586162" y="3274743"/>
                </a:cubicBezTo>
                <a:cubicBezTo>
                  <a:pt x="3601878" y="3274937"/>
                  <a:pt x="3609461" y="3272961"/>
                  <a:pt x="3603012" y="3270352"/>
                </a:cubicBezTo>
                <a:close/>
                <a:moveTo>
                  <a:pt x="2110348" y="3253090"/>
                </a:moveTo>
                <a:cubicBezTo>
                  <a:pt x="2120517" y="3245398"/>
                  <a:pt x="2139553" y="3239157"/>
                  <a:pt x="2152650" y="3239221"/>
                </a:cubicBezTo>
                <a:cubicBezTo>
                  <a:pt x="2171559" y="3239312"/>
                  <a:pt x="2168617" y="3242162"/>
                  <a:pt x="2138362" y="3253062"/>
                </a:cubicBezTo>
                <a:cubicBezTo>
                  <a:pt x="2090434" y="3270328"/>
                  <a:pt x="2087553" y="3270331"/>
                  <a:pt x="2110348" y="3253090"/>
                </a:cubicBezTo>
                <a:close/>
                <a:moveTo>
                  <a:pt x="2221837" y="3250715"/>
                </a:moveTo>
                <a:cubicBezTo>
                  <a:pt x="2236315" y="3248525"/>
                  <a:pt x="2257747" y="3248584"/>
                  <a:pt x="2269462" y="3250845"/>
                </a:cubicBezTo>
                <a:cubicBezTo>
                  <a:pt x="2281177" y="3253105"/>
                  <a:pt x="2269331" y="3254897"/>
                  <a:pt x="2243137" y="3254825"/>
                </a:cubicBezTo>
                <a:cubicBezTo>
                  <a:pt x="2216943" y="3254754"/>
                  <a:pt x="2207358" y="3252904"/>
                  <a:pt x="2221837" y="3250715"/>
                </a:cubicBezTo>
                <a:close/>
                <a:moveTo>
                  <a:pt x="1997979" y="3241288"/>
                </a:moveTo>
                <a:cubicBezTo>
                  <a:pt x="2009828" y="3239010"/>
                  <a:pt x="2026973" y="3239096"/>
                  <a:pt x="2036079" y="3241480"/>
                </a:cubicBezTo>
                <a:cubicBezTo>
                  <a:pt x="2045186" y="3243864"/>
                  <a:pt x="2035492" y="3245728"/>
                  <a:pt x="2014537" y="3245622"/>
                </a:cubicBezTo>
                <a:cubicBezTo>
                  <a:pt x="1993582" y="3245517"/>
                  <a:pt x="1986131" y="3243566"/>
                  <a:pt x="1997979" y="3241288"/>
                </a:cubicBezTo>
                <a:close/>
                <a:moveTo>
                  <a:pt x="5841387" y="3232252"/>
                </a:moveTo>
                <a:cubicBezTo>
                  <a:pt x="5834938" y="3229643"/>
                  <a:pt x="5822080" y="3229484"/>
                  <a:pt x="5812812" y="3231899"/>
                </a:cubicBezTo>
                <a:cubicBezTo>
                  <a:pt x="5803545" y="3234314"/>
                  <a:pt x="5808821" y="3236448"/>
                  <a:pt x="5824537" y="3236643"/>
                </a:cubicBezTo>
                <a:cubicBezTo>
                  <a:pt x="5840253" y="3236837"/>
                  <a:pt x="5847836" y="3234861"/>
                  <a:pt x="5841387" y="3232252"/>
                </a:cubicBezTo>
                <a:close/>
                <a:moveTo>
                  <a:pt x="6450806" y="3212884"/>
                </a:moveTo>
                <a:cubicBezTo>
                  <a:pt x="6459974" y="3210488"/>
                  <a:pt x="6474975" y="3210488"/>
                  <a:pt x="6484143" y="3212884"/>
                </a:cubicBezTo>
                <a:cubicBezTo>
                  <a:pt x="6493311" y="3215279"/>
                  <a:pt x="6485810" y="3217240"/>
                  <a:pt x="6467475" y="3217240"/>
                </a:cubicBezTo>
                <a:cubicBezTo>
                  <a:pt x="6449139" y="3217240"/>
                  <a:pt x="6441638" y="3215279"/>
                  <a:pt x="6450806" y="3212884"/>
                </a:cubicBezTo>
                <a:close/>
                <a:moveTo>
                  <a:pt x="719137" y="3070121"/>
                </a:moveTo>
                <a:cubicBezTo>
                  <a:pt x="657891" y="3064112"/>
                  <a:pt x="654320" y="3061287"/>
                  <a:pt x="672635" y="3033335"/>
                </a:cubicBezTo>
                <a:cubicBezTo>
                  <a:pt x="681476" y="3019842"/>
                  <a:pt x="704128" y="3000933"/>
                  <a:pt x="722973" y="2991314"/>
                </a:cubicBezTo>
                <a:cubicBezTo>
                  <a:pt x="741818" y="2981696"/>
                  <a:pt x="764865" y="2965392"/>
                  <a:pt x="774188" y="2955082"/>
                </a:cubicBezTo>
                <a:cubicBezTo>
                  <a:pt x="783511" y="2944773"/>
                  <a:pt x="809229" y="2928812"/>
                  <a:pt x="831338" y="2919613"/>
                </a:cubicBezTo>
                <a:cubicBezTo>
                  <a:pt x="853447" y="2910415"/>
                  <a:pt x="886539" y="2895311"/>
                  <a:pt x="904875" y="2886050"/>
                </a:cubicBezTo>
                <a:cubicBezTo>
                  <a:pt x="923210" y="2876788"/>
                  <a:pt x="948928" y="2866179"/>
                  <a:pt x="962025" y="2862473"/>
                </a:cubicBezTo>
                <a:cubicBezTo>
                  <a:pt x="975121" y="2858768"/>
                  <a:pt x="1004329" y="2847045"/>
                  <a:pt x="1026930" y="2836422"/>
                </a:cubicBezTo>
                <a:cubicBezTo>
                  <a:pt x="1069046" y="2816627"/>
                  <a:pt x="1197854" y="2799996"/>
                  <a:pt x="1188211" y="2815599"/>
                </a:cubicBezTo>
                <a:cubicBezTo>
                  <a:pt x="1185123" y="2820594"/>
                  <a:pt x="1291864" y="2823847"/>
                  <a:pt x="1444388" y="2823406"/>
                </a:cubicBezTo>
                <a:cubicBezTo>
                  <a:pt x="1588197" y="2822989"/>
                  <a:pt x="1707865" y="2825896"/>
                  <a:pt x="1710317" y="2829864"/>
                </a:cubicBezTo>
                <a:cubicBezTo>
                  <a:pt x="1716974" y="2840634"/>
                  <a:pt x="1679212" y="2850151"/>
                  <a:pt x="1657350" y="2843212"/>
                </a:cubicBezTo>
                <a:cubicBezTo>
                  <a:pt x="1641774" y="2838269"/>
                  <a:pt x="1638300" y="2841500"/>
                  <a:pt x="1638300" y="2860929"/>
                </a:cubicBezTo>
                <a:cubicBezTo>
                  <a:pt x="1638300" y="2895977"/>
                  <a:pt x="1594793" y="2927067"/>
                  <a:pt x="1555947" y="2919780"/>
                </a:cubicBezTo>
                <a:cubicBezTo>
                  <a:pt x="1530836" y="2915069"/>
                  <a:pt x="1524383" y="2917486"/>
                  <a:pt x="1519297" y="2933510"/>
                </a:cubicBezTo>
                <a:cubicBezTo>
                  <a:pt x="1511264" y="2958820"/>
                  <a:pt x="1461285" y="2984384"/>
                  <a:pt x="1433479" y="2977405"/>
                </a:cubicBezTo>
                <a:cubicBezTo>
                  <a:pt x="1419326" y="2973853"/>
                  <a:pt x="1409840" y="2976746"/>
                  <a:pt x="1406420" y="2985657"/>
                </a:cubicBezTo>
                <a:cubicBezTo>
                  <a:pt x="1398620" y="3005984"/>
                  <a:pt x="1343873" y="3031333"/>
                  <a:pt x="1318322" y="3026448"/>
                </a:cubicBezTo>
                <a:cubicBezTo>
                  <a:pt x="1306080" y="3024108"/>
                  <a:pt x="1294805" y="3025972"/>
                  <a:pt x="1293265" y="3030590"/>
                </a:cubicBezTo>
                <a:cubicBezTo>
                  <a:pt x="1283073" y="3061165"/>
                  <a:pt x="898071" y="3087674"/>
                  <a:pt x="719137" y="3070121"/>
                </a:cubicBezTo>
                <a:close/>
                <a:moveTo>
                  <a:pt x="2054545" y="3063798"/>
                </a:moveTo>
                <a:cubicBezTo>
                  <a:pt x="2080165" y="3020826"/>
                  <a:pt x="2219699" y="2867025"/>
                  <a:pt x="2233065" y="2867025"/>
                </a:cubicBezTo>
                <a:cubicBezTo>
                  <a:pt x="2239188" y="2867025"/>
                  <a:pt x="2258488" y="2856482"/>
                  <a:pt x="2275954" y="2843596"/>
                </a:cubicBezTo>
                <a:cubicBezTo>
                  <a:pt x="2310610" y="2818028"/>
                  <a:pt x="2342768" y="2811980"/>
                  <a:pt x="2470092" y="2807086"/>
                </a:cubicBezTo>
                <a:cubicBezTo>
                  <a:pt x="2529876" y="2804788"/>
                  <a:pt x="2556711" y="2799907"/>
                  <a:pt x="2562961" y="2790196"/>
                </a:cubicBezTo>
                <a:cubicBezTo>
                  <a:pt x="2569413" y="2780169"/>
                  <a:pt x="2573671" y="2779496"/>
                  <a:pt x="2578975" y="2787666"/>
                </a:cubicBezTo>
                <a:cubicBezTo>
                  <a:pt x="2588757" y="2802732"/>
                  <a:pt x="3035440" y="2818761"/>
                  <a:pt x="3057943" y="2804854"/>
                </a:cubicBezTo>
                <a:cubicBezTo>
                  <a:pt x="3061410" y="2802710"/>
                  <a:pt x="3091667" y="2805375"/>
                  <a:pt x="3125180" y="2810776"/>
                </a:cubicBezTo>
                <a:cubicBezTo>
                  <a:pt x="3297917" y="2838611"/>
                  <a:pt x="3727762" y="2833425"/>
                  <a:pt x="4114908" y="2798835"/>
                </a:cubicBezTo>
                <a:cubicBezTo>
                  <a:pt x="4246500" y="2787078"/>
                  <a:pt x="4483282" y="2793547"/>
                  <a:pt x="4499066" y="2809331"/>
                </a:cubicBezTo>
                <a:cubicBezTo>
                  <a:pt x="4505245" y="2815510"/>
                  <a:pt x="4568198" y="2819658"/>
                  <a:pt x="4662011" y="2820069"/>
                </a:cubicBezTo>
                <a:cubicBezTo>
                  <a:pt x="4756283" y="2820482"/>
                  <a:pt x="4807584" y="2823877"/>
                  <a:pt x="4795837" y="2828925"/>
                </a:cubicBezTo>
                <a:cubicBezTo>
                  <a:pt x="4771114" y="2839549"/>
                  <a:pt x="4818819" y="2840614"/>
                  <a:pt x="4945026" y="2832256"/>
                </a:cubicBezTo>
                <a:cubicBezTo>
                  <a:pt x="5016840" y="2827500"/>
                  <a:pt x="5035978" y="2823324"/>
                  <a:pt x="5032114" y="2813255"/>
                </a:cubicBezTo>
                <a:cubicBezTo>
                  <a:pt x="5028310" y="2803343"/>
                  <a:pt x="5040102" y="2800204"/>
                  <a:pt x="5082949" y="2799720"/>
                </a:cubicBezTo>
                <a:cubicBezTo>
                  <a:pt x="5289755" y="2797388"/>
                  <a:pt x="5439350" y="2806898"/>
                  <a:pt x="5405268" y="2820211"/>
                </a:cubicBezTo>
                <a:cubicBezTo>
                  <a:pt x="5380844" y="2829751"/>
                  <a:pt x="5561561" y="2829206"/>
                  <a:pt x="5667375" y="2819420"/>
                </a:cubicBezTo>
                <a:cubicBezTo>
                  <a:pt x="5733525" y="2813303"/>
                  <a:pt x="5725690" y="2812753"/>
                  <a:pt x="5624553" y="2816419"/>
                </a:cubicBezTo>
                <a:cubicBezTo>
                  <a:pt x="5483663" y="2821525"/>
                  <a:pt x="5465676" y="2812247"/>
                  <a:pt x="5601613" y="2804587"/>
                </a:cubicBezTo>
                <a:cubicBezTo>
                  <a:pt x="5650879" y="2801810"/>
                  <a:pt x="5749832" y="2795205"/>
                  <a:pt x="5821508" y="2789908"/>
                </a:cubicBezTo>
                <a:cubicBezTo>
                  <a:pt x="5958533" y="2779782"/>
                  <a:pt x="6107571" y="2779807"/>
                  <a:pt x="6101300" y="2789954"/>
                </a:cubicBezTo>
                <a:cubicBezTo>
                  <a:pt x="6099265" y="2793246"/>
                  <a:pt x="6117600" y="2796560"/>
                  <a:pt x="6142044" y="2797319"/>
                </a:cubicBezTo>
                <a:cubicBezTo>
                  <a:pt x="6216882" y="2799641"/>
                  <a:pt x="6323849" y="2814838"/>
                  <a:pt x="6333501" y="2824520"/>
                </a:cubicBezTo>
                <a:cubicBezTo>
                  <a:pt x="6349246" y="2840315"/>
                  <a:pt x="6447178" y="3025428"/>
                  <a:pt x="6453847" y="3052002"/>
                </a:cubicBezTo>
                <a:lnTo>
                  <a:pt x="6460200" y="3077314"/>
                </a:lnTo>
                <a:lnTo>
                  <a:pt x="6299531" y="3075866"/>
                </a:lnTo>
                <a:cubicBezTo>
                  <a:pt x="6211163" y="3075069"/>
                  <a:pt x="6096000" y="3069283"/>
                  <a:pt x="6043612" y="3063009"/>
                </a:cubicBezTo>
                <a:cubicBezTo>
                  <a:pt x="5934115" y="3049894"/>
                  <a:pt x="4963507" y="3051334"/>
                  <a:pt x="4805362" y="3064846"/>
                </a:cubicBezTo>
                <a:cubicBezTo>
                  <a:pt x="4752975" y="3069322"/>
                  <a:pt x="4635103" y="3070892"/>
                  <a:pt x="4543425" y="3068335"/>
                </a:cubicBezTo>
                <a:cubicBezTo>
                  <a:pt x="4451746" y="3065779"/>
                  <a:pt x="4291012" y="3065035"/>
                  <a:pt x="4186237" y="3066683"/>
                </a:cubicBezTo>
                <a:cubicBezTo>
                  <a:pt x="3821923" y="3072415"/>
                  <a:pt x="3556475" y="3071769"/>
                  <a:pt x="3371850" y="3064704"/>
                </a:cubicBezTo>
                <a:cubicBezTo>
                  <a:pt x="3024276" y="3051402"/>
                  <a:pt x="2776722" y="3044753"/>
                  <a:pt x="2688754" y="3046356"/>
                </a:cubicBezTo>
                <a:cubicBezTo>
                  <a:pt x="2594626" y="3048072"/>
                  <a:pt x="2581275" y="3041255"/>
                  <a:pt x="2581275" y="2991476"/>
                </a:cubicBezTo>
                <a:cubicBezTo>
                  <a:pt x="2581275" y="2969170"/>
                  <a:pt x="2572408" y="2967755"/>
                  <a:pt x="2521396" y="2981921"/>
                </a:cubicBezTo>
                <a:cubicBezTo>
                  <a:pt x="2492516" y="2989941"/>
                  <a:pt x="2484223" y="2997478"/>
                  <a:pt x="2479768" y="3019752"/>
                </a:cubicBezTo>
                <a:cubicBezTo>
                  <a:pt x="2473462" y="3051278"/>
                  <a:pt x="2474432" y="3050999"/>
                  <a:pt x="2316582" y="3066778"/>
                </a:cubicBezTo>
                <a:cubicBezTo>
                  <a:pt x="2170794" y="3081351"/>
                  <a:pt x="2044933" y="3079920"/>
                  <a:pt x="2054545" y="3063798"/>
                </a:cubicBezTo>
                <a:close/>
                <a:moveTo>
                  <a:pt x="2346440" y="2855118"/>
                </a:moveTo>
                <a:cubicBezTo>
                  <a:pt x="2344012" y="2851189"/>
                  <a:pt x="2331563" y="2847975"/>
                  <a:pt x="2318775" y="2847975"/>
                </a:cubicBezTo>
                <a:cubicBezTo>
                  <a:pt x="2305987" y="2847975"/>
                  <a:pt x="2295525" y="2851189"/>
                  <a:pt x="2295525" y="2855118"/>
                </a:cubicBezTo>
                <a:cubicBezTo>
                  <a:pt x="2295525" y="2859047"/>
                  <a:pt x="2307974" y="2862262"/>
                  <a:pt x="2323190" y="2862262"/>
                </a:cubicBezTo>
                <a:cubicBezTo>
                  <a:pt x="2338406" y="2862262"/>
                  <a:pt x="2348869" y="2859047"/>
                  <a:pt x="2346440" y="2855118"/>
                </a:cubicBezTo>
                <a:close/>
                <a:moveTo>
                  <a:pt x="4593431" y="2831727"/>
                </a:moveTo>
                <a:cubicBezTo>
                  <a:pt x="4581644" y="2829457"/>
                  <a:pt x="4562355" y="2829457"/>
                  <a:pt x="4550568" y="2831727"/>
                </a:cubicBezTo>
                <a:cubicBezTo>
                  <a:pt x="4538781" y="2833998"/>
                  <a:pt x="4548425" y="2835855"/>
                  <a:pt x="4572000" y="2835855"/>
                </a:cubicBezTo>
                <a:cubicBezTo>
                  <a:pt x="4595574" y="2835855"/>
                  <a:pt x="4605218" y="2833998"/>
                  <a:pt x="4593431" y="2831727"/>
                </a:cubicBezTo>
                <a:close/>
                <a:moveTo>
                  <a:pt x="2502693" y="2822102"/>
                </a:moveTo>
                <a:cubicBezTo>
                  <a:pt x="2488287" y="2819920"/>
                  <a:pt x="2464712" y="2819920"/>
                  <a:pt x="2450306" y="2822102"/>
                </a:cubicBezTo>
                <a:cubicBezTo>
                  <a:pt x="2435899" y="2824285"/>
                  <a:pt x="2447686" y="2826070"/>
                  <a:pt x="2476500" y="2826070"/>
                </a:cubicBezTo>
                <a:cubicBezTo>
                  <a:pt x="2505313" y="2826070"/>
                  <a:pt x="2517100" y="2824285"/>
                  <a:pt x="2502693" y="2822102"/>
                </a:cubicBezTo>
                <a:close/>
                <a:moveTo>
                  <a:pt x="4972050" y="2809875"/>
                </a:moveTo>
                <a:cubicBezTo>
                  <a:pt x="4990870" y="2797712"/>
                  <a:pt x="5022429" y="2797712"/>
                  <a:pt x="5014912" y="2809875"/>
                </a:cubicBezTo>
                <a:cubicBezTo>
                  <a:pt x="5011674" y="2815113"/>
                  <a:pt x="4997491" y="2819334"/>
                  <a:pt x="4983394" y="2819254"/>
                </a:cubicBezTo>
                <a:cubicBezTo>
                  <a:pt x="4963346" y="2819140"/>
                  <a:pt x="4960874" y="2817096"/>
                  <a:pt x="4972050" y="2809875"/>
                </a:cubicBezTo>
                <a:close/>
                <a:moveTo>
                  <a:pt x="5131764" y="2812594"/>
                </a:moveTo>
                <a:cubicBezTo>
                  <a:pt x="5117451" y="2810420"/>
                  <a:pt x="5091734" y="2810377"/>
                  <a:pt x="5074614" y="2812496"/>
                </a:cubicBezTo>
                <a:cubicBezTo>
                  <a:pt x="5057494" y="2814616"/>
                  <a:pt x="5069205" y="2816395"/>
                  <a:pt x="5100637" y="2816448"/>
                </a:cubicBezTo>
                <a:cubicBezTo>
                  <a:pt x="5132070" y="2816501"/>
                  <a:pt x="5146077" y="2814767"/>
                  <a:pt x="5131764" y="2812594"/>
                </a:cubicBezTo>
                <a:close/>
                <a:moveTo>
                  <a:pt x="5460387" y="2812799"/>
                </a:moveTo>
                <a:cubicBezTo>
                  <a:pt x="5469655" y="2810384"/>
                  <a:pt x="5482513" y="2810543"/>
                  <a:pt x="5488962" y="2813152"/>
                </a:cubicBezTo>
                <a:cubicBezTo>
                  <a:pt x="5495411" y="2815761"/>
                  <a:pt x="5487828" y="2817737"/>
                  <a:pt x="5472112" y="2817543"/>
                </a:cubicBezTo>
                <a:cubicBezTo>
                  <a:pt x="5456396" y="2817348"/>
                  <a:pt x="5451120" y="2815214"/>
                  <a:pt x="5460387" y="2812799"/>
                </a:cubicBezTo>
                <a:close/>
                <a:moveTo>
                  <a:pt x="1733550" y="2636934"/>
                </a:moveTo>
                <a:cubicBezTo>
                  <a:pt x="1699498" y="2632130"/>
                  <a:pt x="1636275" y="2628062"/>
                  <a:pt x="1593056" y="2627895"/>
                </a:cubicBezTo>
                <a:cubicBezTo>
                  <a:pt x="1506447" y="2627560"/>
                  <a:pt x="1497289" y="2619790"/>
                  <a:pt x="1538203" y="2581354"/>
                </a:cubicBezTo>
                <a:cubicBezTo>
                  <a:pt x="1581197" y="2540963"/>
                  <a:pt x="1613396" y="2449556"/>
                  <a:pt x="1611643" y="2372872"/>
                </a:cubicBezTo>
                <a:lnTo>
                  <a:pt x="1610907" y="2340681"/>
                </a:lnTo>
                <a:lnTo>
                  <a:pt x="1759562" y="2345447"/>
                </a:lnTo>
                <a:cubicBezTo>
                  <a:pt x="1890648" y="2349649"/>
                  <a:pt x="1909796" y="2352328"/>
                  <a:pt x="1921575" y="2368112"/>
                </a:cubicBezTo>
                <a:cubicBezTo>
                  <a:pt x="1939254" y="2391801"/>
                  <a:pt x="1930320" y="2448032"/>
                  <a:pt x="1905676" y="2468188"/>
                </a:cubicBezTo>
                <a:cubicBezTo>
                  <a:pt x="1889112" y="2481735"/>
                  <a:pt x="1888122" y="2487395"/>
                  <a:pt x="1897820" y="2513090"/>
                </a:cubicBezTo>
                <a:cubicBezTo>
                  <a:pt x="1912954" y="2553183"/>
                  <a:pt x="1898669" y="2589167"/>
                  <a:pt x="1859257" y="2610230"/>
                </a:cubicBezTo>
                <a:cubicBezTo>
                  <a:pt x="1841957" y="2619475"/>
                  <a:pt x="1829098" y="2630673"/>
                  <a:pt x="1830682" y="2635113"/>
                </a:cubicBezTo>
                <a:cubicBezTo>
                  <a:pt x="1834744" y="2646500"/>
                  <a:pt x="1805261" y="2647052"/>
                  <a:pt x="1733550" y="2636934"/>
                </a:cubicBezTo>
                <a:close/>
                <a:moveTo>
                  <a:pt x="2786062" y="2627591"/>
                </a:moveTo>
                <a:cubicBezTo>
                  <a:pt x="2770346" y="2622841"/>
                  <a:pt x="2736056" y="2619415"/>
                  <a:pt x="2709862" y="2619977"/>
                </a:cubicBezTo>
                <a:cubicBezTo>
                  <a:pt x="2613602" y="2622042"/>
                  <a:pt x="2619439" y="2625522"/>
                  <a:pt x="2624982" y="2569368"/>
                </a:cubicBezTo>
                <a:cubicBezTo>
                  <a:pt x="2638827" y="2429091"/>
                  <a:pt x="2673445" y="2372322"/>
                  <a:pt x="2746272" y="2370471"/>
                </a:cubicBezTo>
                <a:cubicBezTo>
                  <a:pt x="2792447" y="2369297"/>
                  <a:pt x="2793465" y="2368770"/>
                  <a:pt x="2762250" y="2362200"/>
                </a:cubicBezTo>
                <a:lnTo>
                  <a:pt x="2728912" y="2355182"/>
                </a:lnTo>
                <a:lnTo>
                  <a:pt x="2771775" y="2353783"/>
                </a:lnTo>
                <a:cubicBezTo>
                  <a:pt x="2803027" y="2352762"/>
                  <a:pt x="2810767" y="2349913"/>
                  <a:pt x="2800350" y="2343264"/>
                </a:cubicBezTo>
                <a:cubicBezTo>
                  <a:pt x="2789820" y="2336543"/>
                  <a:pt x="2794198" y="2334703"/>
                  <a:pt x="2816999" y="2336266"/>
                </a:cubicBezTo>
                <a:cubicBezTo>
                  <a:pt x="2834015" y="2337433"/>
                  <a:pt x="2847945" y="2341602"/>
                  <a:pt x="2847956" y="2345531"/>
                </a:cubicBezTo>
                <a:cubicBezTo>
                  <a:pt x="2847966" y="2349460"/>
                  <a:pt x="2854404" y="2352675"/>
                  <a:pt x="2862262" y="2352675"/>
                </a:cubicBezTo>
                <a:cubicBezTo>
                  <a:pt x="2870120" y="2352675"/>
                  <a:pt x="2876550" y="2356961"/>
                  <a:pt x="2876550" y="2362200"/>
                </a:cubicBezTo>
                <a:cubicBezTo>
                  <a:pt x="2876550" y="2367438"/>
                  <a:pt x="2886194" y="2371227"/>
                  <a:pt x="2897981" y="2370620"/>
                </a:cubicBezTo>
                <a:cubicBezTo>
                  <a:pt x="2914108" y="2369788"/>
                  <a:pt x="2915287" y="2368437"/>
                  <a:pt x="2902743" y="2365159"/>
                </a:cubicBezTo>
                <a:cubicBezTo>
                  <a:pt x="2893575" y="2362763"/>
                  <a:pt x="2886075" y="2356366"/>
                  <a:pt x="2886075" y="2350944"/>
                </a:cubicBezTo>
                <a:cubicBezTo>
                  <a:pt x="2886075" y="2344580"/>
                  <a:pt x="2895362" y="2343948"/>
                  <a:pt x="2912268" y="2349161"/>
                </a:cubicBezTo>
                <a:cubicBezTo>
                  <a:pt x="2926675" y="2353603"/>
                  <a:pt x="2972752" y="2357771"/>
                  <a:pt x="3014662" y="2358423"/>
                </a:cubicBezTo>
                <a:cubicBezTo>
                  <a:pt x="3056572" y="2359075"/>
                  <a:pt x="3129438" y="2362742"/>
                  <a:pt x="3176587" y="2366571"/>
                </a:cubicBezTo>
                <a:cubicBezTo>
                  <a:pt x="3229021" y="2370830"/>
                  <a:pt x="3291904" y="2369329"/>
                  <a:pt x="3338512" y="2362706"/>
                </a:cubicBezTo>
                <a:cubicBezTo>
                  <a:pt x="3486890" y="2341622"/>
                  <a:pt x="3818288" y="2333092"/>
                  <a:pt x="3900487" y="2348240"/>
                </a:cubicBezTo>
                <a:cubicBezTo>
                  <a:pt x="3921442" y="2352102"/>
                  <a:pt x="3968591" y="2354900"/>
                  <a:pt x="4005262" y="2354459"/>
                </a:cubicBezTo>
                <a:cubicBezTo>
                  <a:pt x="4041933" y="2354018"/>
                  <a:pt x="4094513" y="2353547"/>
                  <a:pt x="4122106" y="2353413"/>
                </a:cubicBezTo>
                <a:cubicBezTo>
                  <a:pt x="4149700" y="2353279"/>
                  <a:pt x="4209707" y="2348464"/>
                  <a:pt x="4255456" y="2342712"/>
                </a:cubicBezTo>
                <a:cubicBezTo>
                  <a:pt x="4301206" y="2336961"/>
                  <a:pt x="4372927" y="2332000"/>
                  <a:pt x="4414837" y="2331689"/>
                </a:cubicBezTo>
                <a:cubicBezTo>
                  <a:pt x="4456747" y="2331377"/>
                  <a:pt x="4496395" y="2326874"/>
                  <a:pt x="4502943" y="2321682"/>
                </a:cubicBezTo>
                <a:cubicBezTo>
                  <a:pt x="4510962" y="2315324"/>
                  <a:pt x="4519378" y="2316000"/>
                  <a:pt x="4528720" y="2323753"/>
                </a:cubicBezTo>
                <a:cubicBezTo>
                  <a:pt x="4536348" y="2330084"/>
                  <a:pt x="4547909" y="2331978"/>
                  <a:pt x="4554409" y="2327960"/>
                </a:cubicBezTo>
                <a:cubicBezTo>
                  <a:pt x="4564955" y="2321442"/>
                  <a:pt x="4619193" y="2321720"/>
                  <a:pt x="4672012" y="2328562"/>
                </a:cubicBezTo>
                <a:cubicBezTo>
                  <a:pt x="4759531" y="2339900"/>
                  <a:pt x="4791075" y="2346986"/>
                  <a:pt x="4791075" y="2355309"/>
                </a:cubicBezTo>
                <a:cubicBezTo>
                  <a:pt x="4791075" y="2361795"/>
                  <a:pt x="4864515" y="2362992"/>
                  <a:pt x="5012531" y="2358918"/>
                </a:cubicBezTo>
                <a:cubicBezTo>
                  <a:pt x="5388999" y="2348554"/>
                  <a:pt x="5567793" y="2340459"/>
                  <a:pt x="5550963" y="2334540"/>
                </a:cubicBezTo>
                <a:cubicBezTo>
                  <a:pt x="5542084" y="2331417"/>
                  <a:pt x="5595720" y="2327733"/>
                  <a:pt x="5670154" y="2326353"/>
                </a:cubicBezTo>
                <a:cubicBezTo>
                  <a:pt x="5769881" y="2324505"/>
                  <a:pt x="5801728" y="2326583"/>
                  <a:pt x="5791200" y="2334254"/>
                </a:cubicBezTo>
                <a:cubicBezTo>
                  <a:pt x="5780752" y="2341865"/>
                  <a:pt x="5814474" y="2343103"/>
                  <a:pt x="5916668" y="2338860"/>
                </a:cubicBezTo>
                <a:cubicBezTo>
                  <a:pt x="6008443" y="2335049"/>
                  <a:pt x="6058506" y="2336425"/>
                  <a:pt x="6062487" y="2342866"/>
                </a:cubicBezTo>
                <a:cubicBezTo>
                  <a:pt x="6065821" y="2348261"/>
                  <a:pt x="6062938" y="2352946"/>
                  <a:pt x="6056080" y="2353278"/>
                </a:cubicBezTo>
                <a:cubicBezTo>
                  <a:pt x="6049223" y="2353610"/>
                  <a:pt x="6052228" y="2357378"/>
                  <a:pt x="6062760" y="2361652"/>
                </a:cubicBezTo>
                <a:cubicBezTo>
                  <a:pt x="6078718" y="2368127"/>
                  <a:pt x="6187700" y="2543388"/>
                  <a:pt x="6205249" y="2590800"/>
                </a:cubicBezTo>
                <a:cubicBezTo>
                  <a:pt x="6209918" y="2603413"/>
                  <a:pt x="6177316" y="2604126"/>
                  <a:pt x="5927050" y="2596889"/>
                </a:cubicBezTo>
                <a:cubicBezTo>
                  <a:pt x="5564850" y="2586414"/>
                  <a:pt x="5383056" y="2587451"/>
                  <a:pt x="5257800" y="2600706"/>
                </a:cubicBezTo>
                <a:cubicBezTo>
                  <a:pt x="5161622" y="2610883"/>
                  <a:pt x="4859608" y="2607968"/>
                  <a:pt x="4629150" y="2594638"/>
                </a:cubicBezTo>
                <a:cubicBezTo>
                  <a:pt x="4566429" y="2591010"/>
                  <a:pt x="4452777" y="2595015"/>
                  <a:pt x="4324350" y="2605377"/>
                </a:cubicBezTo>
                <a:cubicBezTo>
                  <a:pt x="4100331" y="2623452"/>
                  <a:pt x="3681594" y="2629583"/>
                  <a:pt x="3577806" y="2616307"/>
                </a:cubicBezTo>
                <a:cubicBezTo>
                  <a:pt x="3527921" y="2609926"/>
                  <a:pt x="3506567" y="2610996"/>
                  <a:pt x="3488257" y="2620795"/>
                </a:cubicBezTo>
                <a:cubicBezTo>
                  <a:pt x="3471050" y="2630003"/>
                  <a:pt x="3434150" y="2632784"/>
                  <a:pt x="3358500" y="2630576"/>
                </a:cubicBezTo>
                <a:cubicBezTo>
                  <a:pt x="3211433" y="2626283"/>
                  <a:pt x="3073341" y="2626693"/>
                  <a:pt x="2933700" y="2631839"/>
                </a:cubicBezTo>
                <a:cubicBezTo>
                  <a:pt x="2868215" y="2634252"/>
                  <a:pt x="2801778" y="2632340"/>
                  <a:pt x="2786062" y="2627591"/>
                </a:cubicBezTo>
                <a:close/>
                <a:moveTo>
                  <a:pt x="4169568" y="2584234"/>
                </a:moveTo>
                <a:cubicBezTo>
                  <a:pt x="4160400" y="2581838"/>
                  <a:pt x="4145399" y="2581838"/>
                  <a:pt x="4136231" y="2584234"/>
                </a:cubicBezTo>
                <a:cubicBezTo>
                  <a:pt x="4127063" y="2586629"/>
                  <a:pt x="4134564" y="2588590"/>
                  <a:pt x="4152900" y="2588590"/>
                </a:cubicBezTo>
                <a:cubicBezTo>
                  <a:pt x="4171235" y="2588590"/>
                  <a:pt x="4178736" y="2586629"/>
                  <a:pt x="4169568" y="2584234"/>
                </a:cubicBezTo>
                <a:close/>
                <a:moveTo>
                  <a:pt x="4131468" y="2564927"/>
                </a:moveTo>
                <a:cubicBezTo>
                  <a:pt x="4117062" y="2562745"/>
                  <a:pt x="4093487" y="2562745"/>
                  <a:pt x="4079081" y="2564927"/>
                </a:cubicBezTo>
                <a:cubicBezTo>
                  <a:pt x="4064674" y="2567110"/>
                  <a:pt x="4076461" y="2568895"/>
                  <a:pt x="4105275" y="2568895"/>
                </a:cubicBezTo>
                <a:cubicBezTo>
                  <a:pt x="4134088" y="2568895"/>
                  <a:pt x="4145875" y="2567110"/>
                  <a:pt x="4131468" y="2564927"/>
                </a:cubicBezTo>
                <a:close/>
                <a:moveTo>
                  <a:pt x="5560006" y="2431448"/>
                </a:moveTo>
                <a:cubicBezTo>
                  <a:pt x="5540244" y="2429386"/>
                  <a:pt x="5510240" y="2429421"/>
                  <a:pt x="5493331" y="2431525"/>
                </a:cubicBezTo>
                <a:cubicBezTo>
                  <a:pt x="5476422" y="2433629"/>
                  <a:pt x="5492591" y="2435316"/>
                  <a:pt x="5529262" y="2435274"/>
                </a:cubicBezTo>
                <a:cubicBezTo>
                  <a:pt x="5565933" y="2435232"/>
                  <a:pt x="5579768" y="2433510"/>
                  <a:pt x="5560006" y="2431448"/>
                </a:cubicBezTo>
                <a:close/>
                <a:moveTo>
                  <a:pt x="5683810" y="2374239"/>
                </a:moveTo>
                <a:cubicBezTo>
                  <a:pt x="5658797" y="2372271"/>
                  <a:pt x="5640492" y="2367167"/>
                  <a:pt x="5643132" y="2362896"/>
                </a:cubicBezTo>
                <a:cubicBezTo>
                  <a:pt x="5649064" y="2353298"/>
                  <a:pt x="5569647" y="2341731"/>
                  <a:pt x="5562784" y="2351193"/>
                </a:cubicBezTo>
                <a:cubicBezTo>
                  <a:pt x="5560063" y="2354944"/>
                  <a:pt x="5534263" y="2358068"/>
                  <a:pt x="5505450" y="2358135"/>
                </a:cubicBezTo>
                <a:cubicBezTo>
                  <a:pt x="5476636" y="2358202"/>
                  <a:pt x="5423058" y="2359883"/>
                  <a:pt x="5386387" y="2361872"/>
                </a:cubicBezTo>
                <a:lnTo>
                  <a:pt x="5319712" y="2365488"/>
                </a:lnTo>
                <a:lnTo>
                  <a:pt x="5381625" y="2371725"/>
                </a:lnTo>
                <a:cubicBezTo>
                  <a:pt x="5415676" y="2375155"/>
                  <a:pt x="5507831" y="2377929"/>
                  <a:pt x="5586412" y="2377889"/>
                </a:cubicBezTo>
                <a:cubicBezTo>
                  <a:pt x="5664993" y="2377849"/>
                  <a:pt x="5708822" y="2376206"/>
                  <a:pt x="5683810" y="2374239"/>
                </a:cubicBezTo>
                <a:close/>
                <a:moveTo>
                  <a:pt x="2855118" y="2365159"/>
                </a:moveTo>
                <a:cubicBezTo>
                  <a:pt x="2845950" y="2362763"/>
                  <a:pt x="2830949" y="2362763"/>
                  <a:pt x="2821781" y="2365159"/>
                </a:cubicBezTo>
                <a:cubicBezTo>
                  <a:pt x="2812613" y="2367554"/>
                  <a:pt x="2820114" y="2369515"/>
                  <a:pt x="2838450" y="2369515"/>
                </a:cubicBezTo>
                <a:cubicBezTo>
                  <a:pt x="2856785" y="2369515"/>
                  <a:pt x="2864286" y="2367554"/>
                  <a:pt x="2855118" y="2365159"/>
                </a:cubicBezTo>
                <a:close/>
                <a:moveTo>
                  <a:pt x="5808039" y="2355394"/>
                </a:moveTo>
                <a:cubicBezTo>
                  <a:pt x="5793726" y="2353220"/>
                  <a:pt x="5768009" y="2353177"/>
                  <a:pt x="5750889" y="2355296"/>
                </a:cubicBezTo>
                <a:cubicBezTo>
                  <a:pt x="5733769" y="2357416"/>
                  <a:pt x="5745480" y="2359195"/>
                  <a:pt x="5776912" y="2359248"/>
                </a:cubicBezTo>
                <a:cubicBezTo>
                  <a:pt x="5808345" y="2359301"/>
                  <a:pt x="5822352" y="2357567"/>
                  <a:pt x="5808039" y="2355394"/>
                </a:cubicBezTo>
                <a:close/>
                <a:moveTo>
                  <a:pt x="2545556" y="2193709"/>
                </a:moveTo>
                <a:cubicBezTo>
                  <a:pt x="2554724" y="2191313"/>
                  <a:pt x="2569725" y="2191313"/>
                  <a:pt x="2578893" y="2193709"/>
                </a:cubicBezTo>
                <a:cubicBezTo>
                  <a:pt x="2588061" y="2196104"/>
                  <a:pt x="2580560" y="2198065"/>
                  <a:pt x="2562225" y="2198065"/>
                </a:cubicBezTo>
                <a:cubicBezTo>
                  <a:pt x="2543889" y="2198065"/>
                  <a:pt x="2536388" y="2196104"/>
                  <a:pt x="2545556" y="2193709"/>
                </a:cubicBezTo>
                <a:close/>
                <a:moveTo>
                  <a:pt x="2640806" y="2189054"/>
                </a:moveTo>
                <a:cubicBezTo>
                  <a:pt x="2655212" y="2183874"/>
                  <a:pt x="2667000" y="2175708"/>
                  <a:pt x="2667000" y="2170906"/>
                </a:cubicBezTo>
                <a:cubicBezTo>
                  <a:pt x="2667000" y="2166104"/>
                  <a:pt x="2678787" y="2162476"/>
                  <a:pt x="2693193" y="2162844"/>
                </a:cubicBezTo>
                <a:cubicBezTo>
                  <a:pt x="2713889" y="2163373"/>
                  <a:pt x="2715741" y="2164950"/>
                  <a:pt x="2702013" y="2170360"/>
                </a:cubicBezTo>
                <a:cubicBezTo>
                  <a:pt x="2692458" y="2174125"/>
                  <a:pt x="2686029" y="2181325"/>
                  <a:pt x="2687726" y="2186359"/>
                </a:cubicBezTo>
                <a:cubicBezTo>
                  <a:pt x="2689423" y="2191393"/>
                  <a:pt x="2673667" y="2196178"/>
                  <a:pt x="2652712" y="2196991"/>
                </a:cubicBezTo>
                <a:cubicBezTo>
                  <a:pt x="2616913" y="2198381"/>
                  <a:pt x="2616194" y="2197901"/>
                  <a:pt x="2640806" y="2189054"/>
                </a:cubicBezTo>
                <a:close/>
                <a:moveTo>
                  <a:pt x="2838450" y="2183130"/>
                </a:moveTo>
                <a:cubicBezTo>
                  <a:pt x="2838450" y="2178939"/>
                  <a:pt x="2843807" y="2169813"/>
                  <a:pt x="2850356" y="2162850"/>
                </a:cubicBezTo>
                <a:cubicBezTo>
                  <a:pt x="2860120" y="2152468"/>
                  <a:pt x="2857978" y="2151145"/>
                  <a:pt x="2838450" y="2155499"/>
                </a:cubicBezTo>
                <a:cubicBezTo>
                  <a:pt x="2773138" y="2170059"/>
                  <a:pt x="2724150" y="2173384"/>
                  <a:pt x="2724150" y="2163256"/>
                </a:cubicBezTo>
                <a:cubicBezTo>
                  <a:pt x="2724150" y="2155926"/>
                  <a:pt x="2686629" y="2153194"/>
                  <a:pt x="2602706" y="2154411"/>
                </a:cubicBezTo>
                <a:cubicBezTo>
                  <a:pt x="2535912" y="2155381"/>
                  <a:pt x="2503765" y="2157748"/>
                  <a:pt x="2531268" y="2159672"/>
                </a:cubicBezTo>
                <a:cubicBezTo>
                  <a:pt x="2558772" y="2161596"/>
                  <a:pt x="2581275" y="2167573"/>
                  <a:pt x="2581275" y="2172954"/>
                </a:cubicBezTo>
                <a:cubicBezTo>
                  <a:pt x="2581275" y="2178623"/>
                  <a:pt x="2570258" y="2180404"/>
                  <a:pt x="2555081" y="2177188"/>
                </a:cubicBezTo>
                <a:cubicBezTo>
                  <a:pt x="2540674" y="2174135"/>
                  <a:pt x="2452035" y="2167546"/>
                  <a:pt x="2358104" y="2162546"/>
                </a:cubicBezTo>
                <a:cubicBezTo>
                  <a:pt x="2209657" y="2154643"/>
                  <a:pt x="2184925" y="2151058"/>
                  <a:pt x="2169000" y="2135133"/>
                </a:cubicBezTo>
                <a:cubicBezTo>
                  <a:pt x="2147083" y="2113216"/>
                  <a:pt x="2065634" y="1914793"/>
                  <a:pt x="2073398" y="1902231"/>
                </a:cubicBezTo>
                <a:cubicBezTo>
                  <a:pt x="2076644" y="1896979"/>
                  <a:pt x="2081227" y="1897208"/>
                  <a:pt x="2084784" y="1902802"/>
                </a:cubicBezTo>
                <a:cubicBezTo>
                  <a:pt x="2088342" y="1908397"/>
                  <a:pt x="2153970" y="1911680"/>
                  <a:pt x="2247900" y="1910963"/>
                </a:cubicBezTo>
                <a:cubicBezTo>
                  <a:pt x="2334339" y="1910302"/>
                  <a:pt x="2447925" y="1912722"/>
                  <a:pt x="2500312" y="1916340"/>
                </a:cubicBezTo>
                <a:cubicBezTo>
                  <a:pt x="2553073" y="1919984"/>
                  <a:pt x="2578566" y="1919524"/>
                  <a:pt x="2557462" y="1915310"/>
                </a:cubicBezTo>
                <a:lnTo>
                  <a:pt x="2519362" y="1907703"/>
                </a:lnTo>
                <a:lnTo>
                  <a:pt x="2552700" y="1906205"/>
                </a:lnTo>
                <a:cubicBezTo>
                  <a:pt x="2574530" y="1905225"/>
                  <a:pt x="2581719" y="1901970"/>
                  <a:pt x="2573528" y="1896775"/>
                </a:cubicBezTo>
                <a:cubicBezTo>
                  <a:pt x="2566043" y="1892029"/>
                  <a:pt x="2588999" y="1887837"/>
                  <a:pt x="2630678" y="1886338"/>
                </a:cubicBezTo>
                <a:cubicBezTo>
                  <a:pt x="2788399" y="1880669"/>
                  <a:pt x="2879098" y="1883645"/>
                  <a:pt x="2872528" y="1894276"/>
                </a:cubicBezTo>
                <a:cubicBezTo>
                  <a:pt x="2869697" y="1898856"/>
                  <a:pt x="2899887" y="1902981"/>
                  <a:pt x="2939615" y="1903444"/>
                </a:cubicBezTo>
                <a:cubicBezTo>
                  <a:pt x="2979344" y="1903906"/>
                  <a:pt x="3017615" y="1909071"/>
                  <a:pt x="3024663" y="1914920"/>
                </a:cubicBezTo>
                <a:cubicBezTo>
                  <a:pt x="3032578" y="1921488"/>
                  <a:pt x="3043200" y="1922351"/>
                  <a:pt x="3052447" y="1917176"/>
                </a:cubicBezTo>
                <a:cubicBezTo>
                  <a:pt x="3060681" y="1912569"/>
                  <a:pt x="3091981" y="1911836"/>
                  <a:pt x="3122002" y="1915548"/>
                </a:cubicBezTo>
                <a:cubicBezTo>
                  <a:pt x="3152024" y="1919260"/>
                  <a:pt x="3221593" y="1920628"/>
                  <a:pt x="3276600" y="1918587"/>
                </a:cubicBezTo>
                <a:cubicBezTo>
                  <a:pt x="3348984" y="1915902"/>
                  <a:pt x="3371952" y="1917621"/>
                  <a:pt x="3359743" y="1924811"/>
                </a:cubicBezTo>
                <a:cubicBezTo>
                  <a:pt x="3334220" y="1939842"/>
                  <a:pt x="3349308" y="1952625"/>
                  <a:pt x="3392573" y="1952625"/>
                </a:cubicBezTo>
                <a:cubicBezTo>
                  <a:pt x="3426532" y="1952625"/>
                  <a:pt x="3430617" y="1950313"/>
                  <a:pt x="3426240" y="1933575"/>
                </a:cubicBezTo>
                <a:cubicBezTo>
                  <a:pt x="3420048" y="1909897"/>
                  <a:pt x="3448896" y="1907207"/>
                  <a:pt x="3471083" y="1929394"/>
                </a:cubicBezTo>
                <a:cubicBezTo>
                  <a:pt x="3488385" y="1946696"/>
                  <a:pt x="3634853" y="1940411"/>
                  <a:pt x="3719512" y="1918735"/>
                </a:cubicBezTo>
                <a:cubicBezTo>
                  <a:pt x="3755137" y="1909613"/>
                  <a:pt x="3780337" y="1909033"/>
                  <a:pt x="3819525" y="1916434"/>
                </a:cubicBezTo>
                <a:cubicBezTo>
                  <a:pt x="3881610" y="1928159"/>
                  <a:pt x="4142181" y="1920257"/>
                  <a:pt x="4191000" y="1905169"/>
                </a:cubicBezTo>
                <a:cubicBezTo>
                  <a:pt x="4285427" y="1875985"/>
                  <a:pt x="5119775" y="1861851"/>
                  <a:pt x="5319712" y="1886049"/>
                </a:cubicBezTo>
                <a:cubicBezTo>
                  <a:pt x="5407116" y="1896627"/>
                  <a:pt x="5630402" y="1894282"/>
                  <a:pt x="5859241" y="1880382"/>
                </a:cubicBezTo>
                <a:cubicBezTo>
                  <a:pt x="5895161" y="1878200"/>
                  <a:pt x="5924557" y="1879632"/>
                  <a:pt x="5924565" y="1883563"/>
                </a:cubicBezTo>
                <a:cubicBezTo>
                  <a:pt x="5924574" y="1887495"/>
                  <a:pt x="5958605" y="1890468"/>
                  <a:pt x="6000191" y="1890170"/>
                </a:cubicBezTo>
                <a:cubicBezTo>
                  <a:pt x="6041776" y="1889872"/>
                  <a:pt x="6073663" y="1893086"/>
                  <a:pt x="6071050" y="1897313"/>
                </a:cubicBezTo>
                <a:cubicBezTo>
                  <a:pt x="6068438" y="1901541"/>
                  <a:pt x="6104058" y="1905222"/>
                  <a:pt x="6150206" y="1905494"/>
                </a:cubicBezTo>
                <a:cubicBezTo>
                  <a:pt x="6196354" y="1905767"/>
                  <a:pt x="6272688" y="1906739"/>
                  <a:pt x="6319837" y="1907656"/>
                </a:cubicBezTo>
                <a:cubicBezTo>
                  <a:pt x="6366986" y="1908572"/>
                  <a:pt x="6479363" y="1901068"/>
                  <a:pt x="6569563" y="1890981"/>
                </a:cubicBezTo>
                <a:cubicBezTo>
                  <a:pt x="6731477" y="1872873"/>
                  <a:pt x="6755606" y="1873831"/>
                  <a:pt x="6736845" y="1897626"/>
                </a:cubicBezTo>
                <a:cubicBezTo>
                  <a:pt x="6731582" y="1904301"/>
                  <a:pt x="6724480" y="1921471"/>
                  <a:pt x="6721063" y="1935781"/>
                </a:cubicBezTo>
                <a:cubicBezTo>
                  <a:pt x="6711471" y="1975948"/>
                  <a:pt x="6661792" y="2025772"/>
                  <a:pt x="6612287" y="2044875"/>
                </a:cubicBezTo>
                <a:cubicBezTo>
                  <a:pt x="6489649" y="2092197"/>
                  <a:pt x="6043263" y="2043687"/>
                  <a:pt x="5850731" y="1962113"/>
                </a:cubicBezTo>
                <a:cubicBezTo>
                  <a:pt x="5820483" y="1949297"/>
                  <a:pt x="5822467" y="1954396"/>
                  <a:pt x="5886713" y="2054571"/>
                </a:cubicBezTo>
                <a:cubicBezTo>
                  <a:pt x="5918290" y="2103807"/>
                  <a:pt x="5941641" y="2148113"/>
                  <a:pt x="5938603" y="2153028"/>
                </a:cubicBezTo>
                <a:cubicBezTo>
                  <a:pt x="5935565" y="2157943"/>
                  <a:pt x="5906515" y="2161979"/>
                  <a:pt x="5874046" y="2161997"/>
                </a:cubicBezTo>
                <a:cubicBezTo>
                  <a:pt x="5841577" y="2162014"/>
                  <a:pt x="5778579" y="2166591"/>
                  <a:pt x="5734050" y="2172168"/>
                </a:cubicBezTo>
                <a:cubicBezTo>
                  <a:pt x="5642105" y="2183683"/>
                  <a:pt x="5374949" y="2177560"/>
                  <a:pt x="5295900" y="2162126"/>
                </a:cubicBezTo>
                <a:cubicBezTo>
                  <a:pt x="5172572" y="2138046"/>
                  <a:pt x="4703696" y="2120229"/>
                  <a:pt x="4581525" y="2134979"/>
                </a:cubicBezTo>
                <a:cubicBezTo>
                  <a:pt x="4507767" y="2143884"/>
                  <a:pt x="4273505" y="2153963"/>
                  <a:pt x="4205287" y="2151166"/>
                </a:cubicBezTo>
                <a:cubicBezTo>
                  <a:pt x="4077029" y="2145907"/>
                  <a:pt x="3989345" y="2149149"/>
                  <a:pt x="3624262" y="2172647"/>
                </a:cubicBezTo>
                <a:cubicBezTo>
                  <a:pt x="3395137" y="2187395"/>
                  <a:pt x="3272900" y="2188469"/>
                  <a:pt x="3176587" y="2176582"/>
                </a:cubicBezTo>
                <a:cubicBezTo>
                  <a:pt x="3071904" y="2163662"/>
                  <a:pt x="2883310" y="2165705"/>
                  <a:pt x="2878608" y="2179810"/>
                </a:cubicBezTo>
                <a:cubicBezTo>
                  <a:pt x="2874525" y="2192060"/>
                  <a:pt x="2838450" y="2195042"/>
                  <a:pt x="2838450" y="2183130"/>
                </a:cubicBezTo>
                <a:close/>
                <a:moveTo>
                  <a:pt x="1817314" y="2157039"/>
                </a:moveTo>
                <a:cubicBezTo>
                  <a:pt x="1814490" y="2154215"/>
                  <a:pt x="1763709" y="2148857"/>
                  <a:pt x="1704469" y="2145133"/>
                </a:cubicBezTo>
                <a:lnTo>
                  <a:pt x="1596759" y="2138362"/>
                </a:lnTo>
                <a:lnTo>
                  <a:pt x="1589073" y="2109787"/>
                </a:lnTo>
                <a:cubicBezTo>
                  <a:pt x="1584593" y="2093135"/>
                  <a:pt x="1585539" y="2068538"/>
                  <a:pt x="1591339" y="2050839"/>
                </a:cubicBezTo>
                <a:cubicBezTo>
                  <a:pt x="1599119" y="2027096"/>
                  <a:pt x="1598054" y="2014205"/>
                  <a:pt x="1586458" y="1991781"/>
                </a:cubicBezTo>
                <a:cubicBezTo>
                  <a:pt x="1568628" y="1957300"/>
                  <a:pt x="1567768" y="1933410"/>
                  <a:pt x="1583144" y="1899664"/>
                </a:cubicBezTo>
                <a:cubicBezTo>
                  <a:pt x="1593778" y="1876324"/>
                  <a:pt x="1597905" y="1874826"/>
                  <a:pt x="1636861" y="1880166"/>
                </a:cubicBezTo>
                <a:cubicBezTo>
                  <a:pt x="1660069" y="1883347"/>
                  <a:pt x="1729895" y="1885950"/>
                  <a:pt x="1792029" y="1885950"/>
                </a:cubicBezTo>
                <a:cubicBezTo>
                  <a:pt x="1908847" y="1885950"/>
                  <a:pt x="1919794" y="1890205"/>
                  <a:pt x="1887090" y="1922909"/>
                </a:cubicBezTo>
                <a:cubicBezTo>
                  <a:pt x="1869662" y="1940337"/>
                  <a:pt x="1869655" y="1941225"/>
                  <a:pt x="1886829" y="1955930"/>
                </a:cubicBezTo>
                <a:cubicBezTo>
                  <a:pt x="1913207" y="1978516"/>
                  <a:pt x="1918281" y="2012982"/>
                  <a:pt x="1900335" y="2047685"/>
                </a:cubicBezTo>
                <a:cubicBezTo>
                  <a:pt x="1886122" y="2075169"/>
                  <a:pt x="1886035" y="2079196"/>
                  <a:pt x="1899432" y="2089192"/>
                </a:cubicBezTo>
                <a:cubicBezTo>
                  <a:pt x="1907592" y="2095280"/>
                  <a:pt x="1917005" y="2114192"/>
                  <a:pt x="1920349" y="2131218"/>
                </a:cubicBezTo>
                <a:lnTo>
                  <a:pt x="1926431" y="2162175"/>
                </a:lnTo>
                <a:lnTo>
                  <a:pt x="1874440" y="2162175"/>
                </a:lnTo>
                <a:cubicBezTo>
                  <a:pt x="1845845" y="2162175"/>
                  <a:pt x="1820139" y="2159864"/>
                  <a:pt x="1817314" y="2157039"/>
                </a:cubicBezTo>
                <a:close/>
                <a:moveTo>
                  <a:pt x="3407739" y="1974394"/>
                </a:moveTo>
                <a:cubicBezTo>
                  <a:pt x="3393426" y="1972220"/>
                  <a:pt x="3367709" y="1972177"/>
                  <a:pt x="3350589" y="1974296"/>
                </a:cubicBezTo>
                <a:cubicBezTo>
                  <a:pt x="3333469" y="1976416"/>
                  <a:pt x="3345180" y="1978195"/>
                  <a:pt x="3376612" y="1978248"/>
                </a:cubicBezTo>
                <a:cubicBezTo>
                  <a:pt x="3408045" y="1978301"/>
                  <a:pt x="3422052" y="1976567"/>
                  <a:pt x="3407739" y="1974394"/>
                </a:cubicBezTo>
                <a:close/>
                <a:moveTo>
                  <a:pt x="3228181" y="1968119"/>
                </a:moveTo>
                <a:cubicBezTo>
                  <a:pt x="3225998" y="1966163"/>
                  <a:pt x="3183493" y="1962239"/>
                  <a:pt x="3133725" y="1959398"/>
                </a:cubicBezTo>
                <a:cubicBezTo>
                  <a:pt x="3080927" y="1956385"/>
                  <a:pt x="3057123" y="1957343"/>
                  <a:pt x="3076575" y="1961700"/>
                </a:cubicBezTo>
                <a:cubicBezTo>
                  <a:pt x="3110532" y="1969306"/>
                  <a:pt x="3235407" y="1974593"/>
                  <a:pt x="3228181" y="1968119"/>
                </a:cubicBezTo>
                <a:close/>
                <a:moveTo>
                  <a:pt x="3026568" y="1955584"/>
                </a:moveTo>
                <a:cubicBezTo>
                  <a:pt x="3017400" y="1953188"/>
                  <a:pt x="3002399" y="1953188"/>
                  <a:pt x="2993231" y="1955584"/>
                </a:cubicBezTo>
                <a:cubicBezTo>
                  <a:pt x="2984063" y="1957979"/>
                  <a:pt x="2991564" y="1959940"/>
                  <a:pt x="3009900" y="1959940"/>
                </a:cubicBezTo>
                <a:cubicBezTo>
                  <a:pt x="3028235" y="1959940"/>
                  <a:pt x="3035736" y="1957979"/>
                  <a:pt x="3026568" y="1955584"/>
                </a:cubicBezTo>
                <a:close/>
                <a:moveTo>
                  <a:pt x="1690687" y="1751190"/>
                </a:moveTo>
                <a:cubicBezTo>
                  <a:pt x="1590097" y="1740045"/>
                  <a:pt x="1584021" y="1737656"/>
                  <a:pt x="1602932" y="1716682"/>
                </a:cubicBezTo>
                <a:cubicBezTo>
                  <a:pt x="1615815" y="1702395"/>
                  <a:pt x="1616031" y="1697055"/>
                  <a:pt x="1604566" y="1676400"/>
                </a:cubicBezTo>
                <a:cubicBezTo>
                  <a:pt x="1577298" y="1627270"/>
                  <a:pt x="1602951" y="1541039"/>
                  <a:pt x="1652766" y="1514379"/>
                </a:cubicBezTo>
                <a:cubicBezTo>
                  <a:pt x="1679037" y="1500319"/>
                  <a:pt x="1794183" y="1510658"/>
                  <a:pt x="1784569" y="1526213"/>
                </a:cubicBezTo>
                <a:cubicBezTo>
                  <a:pt x="1780671" y="1532521"/>
                  <a:pt x="1789089" y="1534525"/>
                  <a:pt x="1807893" y="1531765"/>
                </a:cubicBezTo>
                <a:cubicBezTo>
                  <a:pt x="1824077" y="1529390"/>
                  <a:pt x="1835149" y="1530957"/>
                  <a:pt x="1832497" y="1535248"/>
                </a:cubicBezTo>
                <a:cubicBezTo>
                  <a:pt x="1829845" y="1539539"/>
                  <a:pt x="1792567" y="1543806"/>
                  <a:pt x="1749656" y="1544731"/>
                </a:cubicBezTo>
                <a:lnTo>
                  <a:pt x="1671637" y="1546413"/>
                </a:lnTo>
                <a:lnTo>
                  <a:pt x="1738312" y="1551875"/>
                </a:lnTo>
                <a:lnTo>
                  <a:pt x="1804987" y="1557337"/>
                </a:lnTo>
                <a:lnTo>
                  <a:pt x="1769268" y="1579545"/>
                </a:lnTo>
                <a:cubicBezTo>
                  <a:pt x="1714976" y="1613301"/>
                  <a:pt x="1722598" y="1626006"/>
                  <a:pt x="1799761" y="1630366"/>
                </a:cubicBezTo>
                <a:cubicBezTo>
                  <a:pt x="1893785" y="1635679"/>
                  <a:pt x="1934680" y="1679467"/>
                  <a:pt x="1908743" y="1747058"/>
                </a:cubicBezTo>
                <a:cubicBezTo>
                  <a:pt x="1902121" y="1764315"/>
                  <a:pt x="1822725" y="1765819"/>
                  <a:pt x="1690687" y="1751190"/>
                </a:cubicBezTo>
                <a:close/>
                <a:moveTo>
                  <a:pt x="2048207" y="1703847"/>
                </a:moveTo>
                <a:cubicBezTo>
                  <a:pt x="2048516" y="1647358"/>
                  <a:pt x="2070057" y="1498642"/>
                  <a:pt x="2079264" y="1489435"/>
                </a:cubicBezTo>
                <a:cubicBezTo>
                  <a:pt x="2087553" y="1481146"/>
                  <a:pt x="2247606" y="1466793"/>
                  <a:pt x="2390775" y="1461500"/>
                </a:cubicBezTo>
                <a:cubicBezTo>
                  <a:pt x="2471975" y="1458498"/>
                  <a:pt x="2558869" y="1452069"/>
                  <a:pt x="2583872" y="1447212"/>
                </a:cubicBezTo>
                <a:cubicBezTo>
                  <a:pt x="2616379" y="1440899"/>
                  <a:pt x="2634552" y="1441643"/>
                  <a:pt x="2647653" y="1449825"/>
                </a:cubicBezTo>
                <a:cubicBezTo>
                  <a:pt x="2661622" y="1458548"/>
                  <a:pt x="2691557" y="1458874"/>
                  <a:pt x="2773644" y="1451194"/>
                </a:cubicBezTo>
                <a:cubicBezTo>
                  <a:pt x="2832861" y="1445654"/>
                  <a:pt x="2912503" y="1443748"/>
                  <a:pt x="2950626" y="1446957"/>
                </a:cubicBezTo>
                <a:cubicBezTo>
                  <a:pt x="2988749" y="1450166"/>
                  <a:pt x="3029468" y="1449097"/>
                  <a:pt x="3041114" y="1444580"/>
                </a:cubicBezTo>
                <a:cubicBezTo>
                  <a:pt x="3062210" y="1436399"/>
                  <a:pt x="3240134" y="1442888"/>
                  <a:pt x="3294872" y="1453835"/>
                </a:cubicBezTo>
                <a:cubicBezTo>
                  <a:pt x="3311739" y="1457209"/>
                  <a:pt x="3326107" y="1467300"/>
                  <a:pt x="3329568" y="1478204"/>
                </a:cubicBezTo>
                <a:cubicBezTo>
                  <a:pt x="3335078" y="1495566"/>
                  <a:pt x="3336638" y="1495763"/>
                  <a:pt x="3352791" y="1481145"/>
                </a:cubicBezTo>
                <a:cubicBezTo>
                  <a:pt x="3366325" y="1468896"/>
                  <a:pt x="3383298" y="1466446"/>
                  <a:pt x="3430509" y="1469925"/>
                </a:cubicBezTo>
                <a:cubicBezTo>
                  <a:pt x="3463731" y="1472373"/>
                  <a:pt x="3576637" y="1470423"/>
                  <a:pt x="3681412" y="1465591"/>
                </a:cubicBezTo>
                <a:cubicBezTo>
                  <a:pt x="4051963" y="1448503"/>
                  <a:pt x="4244596" y="1460426"/>
                  <a:pt x="4270054" y="1502028"/>
                </a:cubicBezTo>
                <a:cubicBezTo>
                  <a:pt x="4274765" y="1509726"/>
                  <a:pt x="4296750" y="1514475"/>
                  <a:pt x="4327680" y="1514475"/>
                </a:cubicBezTo>
                <a:cubicBezTo>
                  <a:pt x="4355185" y="1514475"/>
                  <a:pt x="4381761" y="1518371"/>
                  <a:pt x="4386738" y="1523134"/>
                </a:cubicBezTo>
                <a:cubicBezTo>
                  <a:pt x="4391715" y="1527897"/>
                  <a:pt x="4435441" y="1529446"/>
                  <a:pt x="4483906" y="1526575"/>
                </a:cubicBezTo>
                <a:cubicBezTo>
                  <a:pt x="4558444" y="1522160"/>
                  <a:pt x="4569463" y="1519483"/>
                  <a:pt x="4555404" y="1509202"/>
                </a:cubicBezTo>
                <a:cubicBezTo>
                  <a:pt x="4542906" y="1500064"/>
                  <a:pt x="4537032" y="1499801"/>
                  <a:pt x="4531724" y="1508143"/>
                </a:cubicBezTo>
                <a:cubicBezTo>
                  <a:pt x="4526560" y="1516261"/>
                  <a:pt x="4524627" y="1515963"/>
                  <a:pt x="4524520" y="1507032"/>
                </a:cubicBezTo>
                <a:cubicBezTo>
                  <a:pt x="4524440" y="1500319"/>
                  <a:pt x="4529732" y="1493320"/>
                  <a:pt x="4536281" y="1491480"/>
                </a:cubicBezTo>
                <a:cubicBezTo>
                  <a:pt x="4583312" y="1478258"/>
                  <a:pt x="4793429" y="1464303"/>
                  <a:pt x="4981575" y="1461904"/>
                </a:cubicBezTo>
                <a:cubicBezTo>
                  <a:pt x="5104685" y="1460335"/>
                  <a:pt x="5218271" y="1456998"/>
                  <a:pt x="5233987" y="1454489"/>
                </a:cubicBezTo>
                <a:cubicBezTo>
                  <a:pt x="5249703" y="1451980"/>
                  <a:pt x="5308160" y="1446705"/>
                  <a:pt x="5363890" y="1442767"/>
                </a:cubicBezTo>
                <a:cubicBezTo>
                  <a:pt x="5464945" y="1435626"/>
                  <a:pt x="5465238" y="1435668"/>
                  <a:pt x="5472395" y="1458215"/>
                </a:cubicBezTo>
                <a:cubicBezTo>
                  <a:pt x="5479539" y="1480726"/>
                  <a:pt x="5479603" y="1480735"/>
                  <a:pt x="5487136" y="1460374"/>
                </a:cubicBezTo>
                <a:cubicBezTo>
                  <a:pt x="5493728" y="1442554"/>
                  <a:pt x="5499987" y="1440584"/>
                  <a:pt x="5535794" y="1445065"/>
                </a:cubicBezTo>
                <a:cubicBezTo>
                  <a:pt x="5558395" y="1447893"/>
                  <a:pt x="5580959" y="1453951"/>
                  <a:pt x="5585936" y="1458528"/>
                </a:cubicBezTo>
                <a:cubicBezTo>
                  <a:pt x="5590913" y="1463105"/>
                  <a:pt x="5616630" y="1466342"/>
                  <a:pt x="5643086" y="1465723"/>
                </a:cubicBezTo>
                <a:cubicBezTo>
                  <a:pt x="5685418" y="1464731"/>
                  <a:pt x="5687760" y="1463691"/>
                  <a:pt x="5662612" y="1457053"/>
                </a:cubicBezTo>
                <a:cubicBezTo>
                  <a:pt x="5635944" y="1450014"/>
                  <a:pt x="5636897" y="1449388"/>
                  <a:pt x="5676900" y="1447684"/>
                </a:cubicBezTo>
                <a:cubicBezTo>
                  <a:pt x="5827352" y="1441273"/>
                  <a:pt x="6109130" y="1444673"/>
                  <a:pt x="6153985" y="1453440"/>
                </a:cubicBezTo>
                <a:cubicBezTo>
                  <a:pt x="6184411" y="1459387"/>
                  <a:pt x="6270086" y="1462262"/>
                  <a:pt x="6354010" y="1460152"/>
                </a:cubicBezTo>
                <a:cubicBezTo>
                  <a:pt x="6434751" y="1458122"/>
                  <a:pt x="6565106" y="1459870"/>
                  <a:pt x="6643687" y="1464037"/>
                </a:cubicBezTo>
                <a:cubicBezTo>
                  <a:pt x="6777662" y="1471140"/>
                  <a:pt x="6786565" y="1472799"/>
                  <a:pt x="6786614" y="1490662"/>
                </a:cubicBezTo>
                <a:cubicBezTo>
                  <a:pt x="6786660" y="1507684"/>
                  <a:pt x="6778550" y="1510283"/>
                  <a:pt x="6710414" y="1515081"/>
                </a:cubicBezTo>
                <a:lnTo>
                  <a:pt x="6634162" y="1520450"/>
                </a:lnTo>
                <a:lnTo>
                  <a:pt x="6711497" y="1522225"/>
                </a:lnTo>
                <a:lnTo>
                  <a:pt x="6788832" y="1524000"/>
                </a:lnTo>
                <a:lnTo>
                  <a:pt x="6794736" y="1559718"/>
                </a:lnTo>
                <a:cubicBezTo>
                  <a:pt x="6804584" y="1619301"/>
                  <a:pt x="6801567" y="1700352"/>
                  <a:pt x="6788853" y="1717740"/>
                </a:cubicBezTo>
                <a:cubicBezTo>
                  <a:pt x="6777544" y="1733205"/>
                  <a:pt x="6768943" y="1733251"/>
                  <a:pt x="6638834" y="1718546"/>
                </a:cubicBezTo>
                <a:cubicBezTo>
                  <a:pt x="6526926" y="1705897"/>
                  <a:pt x="6459363" y="1704346"/>
                  <a:pt x="6281737" y="1710348"/>
                </a:cubicBezTo>
                <a:cubicBezTo>
                  <a:pt x="6013103" y="1719424"/>
                  <a:pt x="5390888" y="1718626"/>
                  <a:pt x="5338762" y="1709139"/>
                </a:cubicBezTo>
                <a:cubicBezTo>
                  <a:pt x="5289103" y="1700100"/>
                  <a:pt x="5108736" y="1700051"/>
                  <a:pt x="4876800" y="1709013"/>
                </a:cubicBezTo>
                <a:cubicBezTo>
                  <a:pt x="4774644" y="1712960"/>
                  <a:pt x="4639627" y="1716881"/>
                  <a:pt x="4576762" y="1717726"/>
                </a:cubicBezTo>
                <a:cubicBezTo>
                  <a:pt x="4513897" y="1718571"/>
                  <a:pt x="4456033" y="1723538"/>
                  <a:pt x="4448175" y="1728764"/>
                </a:cubicBezTo>
                <a:cubicBezTo>
                  <a:pt x="4431670" y="1739740"/>
                  <a:pt x="4311147" y="1743612"/>
                  <a:pt x="3976687" y="1743910"/>
                </a:cubicBezTo>
                <a:cubicBezTo>
                  <a:pt x="3434429" y="1744394"/>
                  <a:pt x="3370178" y="1743074"/>
                  <a:pt x="3256465" y="1729116"/>
                </a:cubicBezTo>
                <a:cubicBezTo>
                  <a:pt x="3145945" y="1715549"/>
                  <a:pt x="2844436" y="1709758"/>
                  <a:pt x="2652643" y="1717519"/>
                </a:cubicBezTo>
                <a:cubicBezTo>
                  <a:pt x="2610694" y="1719217"/>
                  <a:pt x="2542114" y="1717311"/>
                  <a:pt x="2500243" y="1713284"/>
                </a:cubicBezTo>
                <a:cubicBezTo>
                  <a:pt x="2453529" y="1708791"/>
                  <a:pt x="2422878" y="1709475"/>
                  <a:pt x="2420917" y="1715053"/>
                </a:cubicBezTo>
                <a:cubicBezTo>
                  <a:pt x="2419160" y="1720052"/>
                  <a:pt x="2414123" y="1721919"/>
                  <a:pt x="2409725" y="1719200"/>
                </a:cubicBezTo>
                <a:cubicBezTo>
                  <a:pt x="2405326" y="1716482"/>
                  <a:pt x="2391762" y="1718430"/>
                  <a:pt x="2379582" y="1723531"/>
                </a:cubicBezTo>
                <a:cubicBezTo>
                  <a:pt x="2367402" y="1728631"/>
                  <a:pt x="2306002" y="1737355"/>
                  <a:pt x="2243137" y="1742919"/>
                </a:cubicBezTo>
                <a:cubicBezTo>
                  <a:pt x="2180272" y="1748482"/>
                  <a:pt x="2110620" y="1755643"/>
                  <a:pt x="2088356" y="1758833"/>
                </a:cubicBezTo>
                <a:lnTo>
                  <a:pt x="2047875" y="1764633"/>
                </a:lnTo>
                <a:lnTo>
                  <a:pt x="2048207" y="1703847"/>
                </a:lnTo>
                <a:close/>
                <a:moveTo>
                  <a:pt x="5553075" y="1693862"/>
                </a:moveTo>
                <a:cubicBezTo>
                  <a:pt x="5553075" y="1689496"/>
                  <a:pt x="5546645" y="1685925"/>
                  <a:pt x="5538787" y="1685925"/>
                </a:cubicBezTo>
                <a:cubicBezTo>
                  <a:pt x="5530929" y="1685925"/>
                  <a:pt x="5524500" y="1689496"/>
                  <a:pt x="5524500" y="1693862"/>
                </a:cubicBezTo>
                <a:cubicBezTo>
                  <a:pt x="5524500" y="1698228"/>
                  <a:pt x="5530929" y="1701800"/>
                  <a:pt x="5538787" y="1701800"/>
                </a:cubicBezTo>
                <a:cubicBezTo>
                  <a:pt x="5546645" y="1701800"/>
                  <a:pt x="5553075" y="1698228"/>
                  <a:pt x="5553075" y="1693862"/>
                </a:cubicBezTo>
                <a:close/>
                <a:moveTo>
                  <a:pt x="1819275" y="1495243"/>
                </a:moveTo>
                <a:cubicBezTo>
                  <a:pt x="1819275" y="1489481"/>
                  <a:pt x="1829918" y="1488090"/>
                  <a:pt x="1845468" y="1491820"/>
                </a:cubicBezTo>
                <a:cubicBezTo>
                  <a:pt x="1882863" y="1500792"/>
                  <a:pt x="1884120" y="1504950"/>
                  <a:pt x="1849437" y="1504950"/>
                </a:cubicBezTo>
                <a:cubicBezTo>
                  <a:pt x="1832848" y="1504950"/>
                  <a:pt x="1819275" y="1500582"/>
                  <a:pt x="1819275" y="1495243"/>
                </a:cubicBezTo>
                <a:close/>
                <a:moveTo>
                  <a:pt x="4479312" y="1488824"/>
                </a:moveTo>
                <a:cubicBezTo>
                  <a:pt x="4488580" y="1486409"/>
                  <a:pt x="4501438" y="1486568"/>
                  <a:pt x="4507887" y="1489177"/>
                </a:cubicBezTo>
                <a:cubicBezTo>
                  <a:pt x="4514336" y="1491786"/>
                  <a:pt x="4506753" y="1493762"/>
                  <a:pt x="4491037" y="1493568"/>
                </a:cubicBezTo>
                <a:cubicBezTo>
                  <a:pt x="4475321" y="1493373"/>
                  <a:pt x="4470045" y="1491239"/>
                  <a:pt x="4479312" y="1488824"/>
                </a:cubicBezTo>
                <a:close/>
                <a:moveTo>
                  <a:pt x="4462462" y="1466850"/>
                </a:moveTo>
                <a:cubicBezTo>
                  <a:pt x="4403997" y="1461447"/>
                  <a:pt x="4401065" y="1460332"/>
                  <a:pt x="4438650" y="1457791"/>
                </a:cubicBezTo>
                <a:cubicBezTo>
                  <a:pt x="4462224" y="1456197"/>
                  <a:pt x="4491118" y="1453884"/>
                  <a:pt x="4502860" y="1452651"/>
                </a:cubicBezTo>
                <a:cubicBezTo>
                  <a:pt x="4514601" y="1451418"/>
                  <a:pt x="4529056" y="1456251"/>
                  <a:pt x="4534982" y="1463392"/>
                </a:cubicBezTo>
                <a:cubicBezTo>
                  <a:pt x="4540908" y="1470532"/>
                  <a:pt x="4542018" y="1475618"/>
                  <a:pt x="4537447" y="1474693"/>
                </a:cubicBezTo>
                <a:cubicBezTo>
                  <a:pt x="4532877" y="1473767"/>
                  <a:pt x="4499133" y="1470238"/>
                  <a:pt x="4462462" y="1466850"/>
                </a:cubicBezTo>
                <a:close/>
                <a:moveTo>
                  <a:pt x="4355487" y="1460249"/>
                </a:moveTo>
                <a:cubicBezTo>
                  <a:pt x="4364755" y="1457834"/>
                  <a:pt x="4377613" y="1457993"/>
                  <a:pt x="4384062" y="1460602"/>
                </a:cubicBezTo>
                <a:cubicBezTo>
                  <a:pt x="4390511" y="1463211"/>
                  <a:pt x="4382928" y="1465187"/>
                  <a:pt x="4367212" y="1464993"/>
                </a:cubicBezTo>
                <a:cubicBezTo>
                  <a:pt x="4351496" y="1464798"/>
                  <a:pt x="4346220" y="1462664"/>
                  <a:pt x="4355487" y="1460249"/>
                </a:cubicBezTo>
                <a:close/>
                <a:moveTo>
                  <a:pt x="3778283" y="1284686"/>
                </a:moveTo>
                <a:cubicBezTo>
                  <a:pt x="3768697" y="1279112"/>
                  <a:pt x="3741908" y="1276059"/>
                  <a:pt x="3718752" y="1277901"/>
                </a:cubicBezTo>
                <a:cubicBezTo>
                  <a:pt x="3695596" y="1279742"/>
                  <a:pt x="3676650" y="1278251"/>
                  <a:pt x="3676650" y="1274586"/>
                </a:cubicBezTo>
                <a:cubicBezTo>
                  <a:pt x="3676650" y="1270921"/>
                  <a:pt x="3654147" y="1267583"/>
                  <a:pt x="3626643" y="1267167"/>
                </a:cubicBezTo>
                <a:cubicBezTo>
                  <a:pt x="3449890" y="1264497"/>
                  <a:pt x="3448050" y="1264267"/>
                  <a:pt x="3448050" y="1244839"/>
                </a:cubicBezTo>
                <a:cubicBezTo>
                  <a:pt x="3448050" y="1229882"/>
                  <a:pt x="3445460" y="1228541"/>
                  <a:pt x="3434363" y="1237750"/>
                </a:cubicBezTo>
                <a:cubicBezTo>
                  <a:pt x="3426185" y="1244538"/>
                  <a:pt x="3392643" y="1248638"/>
                  <a:pt x="3351020" y="1247940"/>
                </a:cubicBezTo>
                <a:cubicBezTo>
                  <a:pt x="3312708" y="1247297"/>
                  <a:pt x="3197780" y="1247884"/>
                  <a:pt x="3095625" y="1249246"/>
                </a:cubicBezTo>
                <a:cubicBezTo>
                  <a:pt x="2993469" y="1250607"/>
                  <a:pt x="2862738" y="1250800"/>
                  <a:pt x="2805112" y="1249674"/>
                </a:cubicBezTo>
                <a:cubicBezTo>
                  <a:pt x="2500188" y="1243717"/>
                  <a:pt x="2361230" y="1247373"/>
                  <a:pt x="2340491" y="1261900"/>
                </a:cubicBezTo>
                <a:cubicBezTo>
                  <a:pt x="2324583" y="1273042"/>
                  <a:pt x="2291458" y="1276316"/>
                  <a:pt x="2195774" y="1276204"/>
                </a:cubicBezTo>
                <a:cubicBezTo>
                  <a:pt x="2041703" y="1276023"/>
                  <a:pt x="1996786" y="1258765"/>
                  <a:pt x="2110493" y="1243438"/>
                </a:cubicBezTo>
                <a:lnTo>
                  <a:pt x="2158825" y="1236923"/>
                </a:lnTo>
                <a:lnTo>
                  <a:pt x="2205743" y="1141317"/>
                </a:lnTo>
                <a:cubicBezTo>
                  <a:pt x="2261569" y="1027563"/>
                  <a:pt x="2297684" y="990600"/>
                  <a:pt x="2353006" y="990600"/>
                </a:cubicBezTo>
                <a:cubicBezTo>
                  <a:pt x="2373779" y="990600"/>
                  <a:pt x="2390775" y="995224"/>
                  <a:pt x="2390775" y="1000876"/>
                </a:cubicBezTo>
                <a:cubicBezTo>
                  <a:pt x="2390774" y="1007984"/>
                  <a:pt x="2417933" y="1009023"/>
                  <a:pt x="2478881" y="1004247"/>
                </a:cubicBezTo>
                <a:cubicBezTo>
                  <a:pt x="2527339" y="1000450"/>
                  <a:pt x="2678430" y="996132"/>
                  <a:pt x="2814637" y="994653"/>
                </a:cubicBezTo>
                <a:cubicBezTo>
                  <a:pt x="2950845" y="993173"/>
                  <a:pt x="3111579" y="989305"/>
                  <a:pt x="3171825" y="986056"/>
                </a:cubicBezTo>
                <a:cubicBezTo>
                  <a:pt x="3255167" y="981562"/>
                  <a:pt x="3313252" y="984622"/>
                  <a:pt x="3414712" y="998850"/>
                </a:cubicBezTo>
                <a:cubicBezTo>
                  <a:pt x="3522383" y="1013949"/>
                  <a:pt x="3574658" y="1016331"/>
                  <a:pt x="3686175" y="1011219"/>
                </a:cubicBezTo>
                <a:cubicBezTo>
                  <a:pt x="3839652" y="1004183"/>
                  <a:pt x="3980634" y="1003525"/>
                  <a:pt x="4081462" y="1009376"/>
                </a:cubicBezTo>
                <a:cubicBezTo>
                  <a:pt x="4118133" y="1011504"/>
                  <a:pt x="4257436" y="1010132"/>
                  <a:pt x="4391025" y="1006327"/>
                </a:cubicBezTo>
                <a:cubicBezTo>
                  <a:pt x="4638269" y="999286"/>
                  <a:pt x="4830199" y="1009145"/>
                  <a:pt x="4874937" y="1031185"/>
                </a:cubicBezTo>
                <a:cubicBezTo>
                  <a:pt x="4902055" y="1044545"/>
                  <a:pt x="5309696" y="1025471"/>
                  <a:pt x="5448300" y="1004357"/>
                </a:cubicBezTo>
                <a:cubicBezTo>
                  <a:pt x="5498068" y="996775"/>
                  <a:pt x="5631820" y="986664"/>
                  <a:pt x="5745527" y="981888"/>
                </a:cubicBezTo>
                <a:cubicBezTo>
                  <a:pt x="5859234" y="977112"/>
                  <a:pt x="5957078" y="970231"/>
                  <a:pt x="5962957" y="966597"/>
                </a:cubicBezTo>
                <a:cubicBezTo>
                  <a:pt x="5976725" y="958088"/>
                  <a:pt x="6464101" y="959042"/>
                  <a:pt x="6533507" y="967714"/>
                </a:cubicBezTo>
                <a:cubicBezTo>
                  <a:pt x="6573703" y="972736"/>
                  <a:pt x="6592070" y="980556"/>
                  <a:pt x="6610823" y="1000632"/>
                </a:cubicBezTo>
                <a:cubicBezTo>
                  <a:pt x="6636444" y="1028058"/>
                  <a:pt x="6721681" y="1211499"/>
                  <a:pt x="6731411" y="1260152"/>
                </a:cubicBezTo>
                <a:lnTo>
                  <a:pt x="6737002" y="1288108"/>
                </a:lnTo>
                <a:lnTo>
                  <a:pt x="6657007" y="1281759"/>
                </a:lnTo>
                <a:cubicBezTo>
                  <a:pt x="6613010" y="1278267"/>
                  <a:pt x="6534209" y="1270765"/>
                  <a:pt x="6481894" y="1265088"/>
                </a:cubicBezTo>
                <a:cubicBezTo>
                  <a:pt x="6392617" y="1255400"/>
                  <a:pt x="6199314" y="1259771"/>
                  <a:pt x="6111210" y="1273470"/>
                </a:cubicBezTo>
                <a:cubicBezTo>
                  <a:pt x="6086498" y="1277312"/>
                  <a:pt x="6076093" y="1275916"/>
                  <a:pt x="6080179" y="1269304"/>
                </a:cubicBezTo>
                <a:cubicBezTo>
                  <a:pt x="6084415" y="1262451"/>
                  <a:pt x="6073759" y="1262187"/>
                  <a:pt x="6045919" y="1268455"/>
                </a:cubicBezTo>
                <a:cubicBezTo>
                  <a:pt x="6023695" y="1273459"/>
                  <a:pt x="5917644" y="1279438"/>
                  <a:pt x="5810250" y="1281742"/>
                </a:cubicBezTo>
                <a:cubicBezTo>
                  <a:pt x="5702855" y="1284046"/>
                  <a:pt x="5593556" y="1287750"/>
                  <a:pt x="5567362" y="1289974"/>
                </a:cubicBezTo>
                <a:cubicBezTo>
                  <a:pt x="5535575" y="1292672"/>
                  <a:pt x="5526072" y="1291301"/>
                  <a:pt x="5538787" y="1285852"/>
                </a:cubicBezTo>
                <a:lnTo>
                  <a:pt x="5557837" y="1277688"/>
                </a:lnTo>
                <a:lnTo>
                  <a:pt x="5538787" y="1276873"/>
                </a:lnTo>
                <a:cubicBezTo>
                  <a:pt x="5522940" y="1276195"/>
                  <a:pt x="5522140" y="1274505"/>
                  <a:pt x="5534025" y="1266825"/>
                </a:cubicBezTo>
                <a:cubicBezTo>
                  <a:pt x="5543290" y="1260837"/>
                  <a:pt x="5544184" y="1257540"/>
                  <a:pt x="5536566" y="1257445"/>
                </a:cubicBezTo>
                <a:cubicBezTo>
                  <a:pt x="5530106" y="1257365"/>
                  <a:pt x="5514324" y="1236586"/>
                  <a:pt x="5501495" y="1211269"/>
                </a:cubicBezTo>
                <a:cubicBezTo>
                  <a:pt x="5481287" y="1171390"/>
                  <a:pt x="5472035" y="1163264"/>
                  <a:pt x="5432278" y="1150469"/>
                </a:cubicBezTo>
                <a:cubicBezTo>
                  <a:pt x="5377957" y="1132987"/>
                  <a:pt x="5375584" y="1136398"/>
                  <a:pt x="5395181" y="1203808"/>
                </a:cubicBezTo>
                <a:cubicBezTo>
                  <a:pt x="5414527" y="1270355"/>
                  <a:pt x="5414147" y="1276350"/>
                  <a:pt x="5390587" y="1276350"/>
                </a:cubicBezTo>
                <a:cubicBezTo>
                  <a:pt x="5379801" y="1276350"/>
                  <a:pt x="5373624" y="1280636"/>
                  <a:pt x="5376862" y="1285875"/>
                </a:cubicBezTo>
                <a:cubicBezTo>
                  <a:pt x="5380100" y="1291113"/>
                  <a:pt x="5376066" y="1295400"/>
                  <a:pt x="5367899" y="1295400"/>
                </a:cubicBezTo>
                <a:cubicBezTo>
                  <a:pt x="5359732" y="1295400"/>
                  <a:pt x="5353050" y="1290682"/>
                  <a:pt x="5353050" y="1284917"/>
                </a:cubicBezTo>
                <a:cubicBezTo>
                  <a:pt x="5353050" y="1277396"/>
                  <a:pt x="5305275" y="1276595"/>
                  <a:pt x="5183981" y="1282083"/>
                </a:cubicBezTo>
                <a:cubicBezTo>
                  <a:pt x="4976624" y="1291464"/>
                  <a:pt x="4861966" y="1291808"/>
                  <a:pt x="4741759" y="1283408"/>
                </a:cubicBezTo>
                <a:cubicBezTo>
                  <a:pt x="4673011" y="1278604"/>
                  <a:pt x="4648591" y="1279915"/>
                  <a:pt x="4645686" y="1288565"/>
                </a:cubicBezTo>
                <a:cubicBezTo>
                  <a:pt x="4642697" y="1297466"/>
                  <a:pt x="4636096" y="1297128"/>
                  <a:pt x="4617291" y="1287112"/>
                </a:cubicBezTo>
                <a:cubicBezTo>
                  <a:pt x="4603816" y="1279935"/>
                  <a:pt x="4577883" y="1275802"/>
                  <a:pt x="4559664" y="1277929"/>
                </a:cubicBezTo>
                <a:cubicBezTo>
                  <a:pt x="4539304" y="1280306"/>
                  <a:pt x="4527996" y="1277994"/>
                  <a:pt x="4530324" y="1271929"/>
                </a:cubicBezTo>
                <a:cubicBezTo>
                  <a:pt x="4532406" y="1266502"/>
                  <a:pt x="4547993" y="1261535"/>
                  <a:pt x="4564961" y="1260891"/>
                </a:cubicBezTo>
                <a:cubicBezTo>
                  <a:pt x="4829147" y="1250867"/>
                  <a:pt x="4839051" y="1247015"/>
                  <a:pt x="4853494" y="1148667"/>
                </a:cubicBezTo>
                <a:lnTo>
                  <a:pt x="4860355" y="1101947"/>
                </a:lnTo>
                <a:lnTo>
                  <a:pt x="4594734" y="1107676"/>
                </a:lnTo>
                <a:cubicBezTo>
                  <a:pt x="4363656" y="1112659"/>
                  <a:pt x="3954859" y="1138149"/>
                  <a:pt x="3944563" y="1148215"/>
                </a:cubicBezTo>
                <a:cubicBezTo>
                  <a:pt x="3942611" y="1150123"/>
                  <a:pt x="3944991" y="1184020"/>
                  <a:pt x="3949852" y="1223542"/>
                </a:cubicBezTo>
                <a:cubicBezTo>
                  <a:pt x="3957066" y="1282205"/>
                  <a:pt x="3956303" y="1295400"/>
                  <a:pt x="3945695" y="1295400"/>
                </a:cubicBezTo>
                <a:cubicBezTo>
                  <a:pt x="3938548" y="1295400"/>
                  <a:pt x="3935349" y="1291113"/>
                  <a:pt x="3938587" y="1285875"/>
                </a:cubicBezTo>
                <a:cubicBezTo>
                  <a:pt x="3942147" y="1280113"/>
                  <a:pt x="3928974" y="1276350"/>
                  <a:pt x="3905250" y="1276350"/>
                </a:cubicBezTo>
                <a:cubicBezTo>
                  <a:pt x="3881525" y="1276350"/>
                  <a:pt x="3868352" y="1280113"/>
                  <a:pt x="3871912" y="1285875"/>
                </a:cubicBezTo>
                <a:cubicBezTo>
                  <a:pt x="3879881" y="1298768"/>
                  <a:pt x="3800775" y="1297764"/>
                  <a:pt x="3778283" y="1284686"/>
                </a:cubicBezTo>
                <a:close/>
                <a:moveTo>
                  <a:pt x="4012537" y="1288565"/>
                </a:moveTo>
                <a:cubicBezTo>
                  <a:pt x="4027015" y="1286375"/>
                  <a:pt x="4048447" y="1286434"/>
                  <a:pt x="4060162" y="1288695"/>
                </a:cubicBezTo>
                <a:cubicBezTo>
                  <a:pt x="4071877" y="1290955"/>
                  <a:pt x="4060031" y="1292747"/>
                  <a:pt x="4033837" y="1292675"/>
                </a:cubicBezTo>
                <a:cubicBezTo>
                  <a:pt x="4007643" y="1292604"/>
                  <a:pt x="3998058" y="1290754"/>
                  <a:pt x="4012537" y="1288565"/>
                </a:cubicBezTo>
                <a:close/>
                <a:moveTo>
                  <a:pt x="4352925" y="1277085"/>
                </a:moveTo>
                <a:cubicBezTo>
                  <a:pt x="4336105" y="1271736"/>
                  <a:pt x="4353879" y="1268418"/>
                  <a:pt x="4413443" y="1265787"/>
                </a:cubicBezTo>
                <a:cubicBezTo>
                  <a:pt x="4459825" y="1263738"/>
                  <a:pt x="4502687" y="1265211"/>
                  <a:pt x="4508693" y="1269060"/>
                </a:cubicBezTo>
                <a:cubicBezTo>
                  <a:pt x="4514698" y="1272909"/>
                  <a:pt x="4499788" y="1276123"/>
                  <a:pt x="4475559" y="1276204"/>
                </a:cubicBezTo>
                <a:cubicBezTo>
                  <a:pt x="4451330" y="1276284"/>
                  <a:pt x="4419183" y="1278219"/>
                  <a:pt x="4404121" y="1280503"/>
                </a:cubicBezTo>
                <a:cubicBezTo>
                  <a:pt x="4389060" y="1282788"/>
                  <a:pt x="4366021" y="1281249"/>
                  <a:pt x="4352925" y="1277085"/>
                </a:cubicBezTo>
                <a:close/>
                <a:moveTo>
                  <a:pt x="3755412" y="1260577"/>
                </a:moveTo>
                <a:cubicBezTo>
                  <a:pt x="3748963" y="1257968"/>
                  <a:pt x="3736105" y="1257809"/>
                  <a:pt x="3726837" y="1260224"/>
                </a:cubicBezTo>
                <a:cubicBezTo>
                  <a:pt x="3717570" y="1262639"/>
                  <a:pt x="3722846" y="1264773"/>
                  <a:pt x="3738562" y="1264968"/>
                </a:cubicBezTo>
                <a:cubicBezTo>
                  <a:pt x="3754278" y="1265162"/>
                  <a:pt x="3761861" y="1263186"/>
                  <a:pt x="3755412" y="1260577"/>
                </a:cubicBezTo>
                <a:close/>
                <a:moveTo>
                  <a:pt x="3850612" y="1260120"/>
                </a:moveTo>
                <a:cubicBezTo>
                  <a:pt x="3838897" y="1257859"/>
                  <a:pt x="3817465" y="1257800"/>
                  <a:pt x="3802987" y="1259990"/>
                </a:cubicBezTo>
                <a:cubicBezTo>
                  <a:pt x="3788508" y="1262179"/>
                  <a:pt x="3798093" y="1264029"/>
                  <a:pt x="3824287" y="1264100"/>
                </a:cubicBezTo>
                <a:cubicBezTo>
                  <a:pt x="3850481" y="1264172"/>
                  <a:pt x="3862327" y="1262380"/>
                  <a:pt x="3850612" y="1260120"/>
                </a:cubicBezTo>
                <a:close/>
                <a:moveTo>
                  <a:pt x="2926737" y="1108177"/>
                </a:moveTo>
                <a:cubicBezTo>
                  <a:pt x="2920288" y="1105568"/>
                  <a:pt x="2907430" y="1105409"/>
                  <a:pt x="2898162" y="1107824"/>
                </a:cubicBezTo>
                <a:cubicBezTo>
                  <a:pt x="2888895" y="1110239"/>
                  <a:pt x="2894171" y="1112373"/>
                  <a:pt x="2909887" y="1112568"/>
                </a:cubicBezTo>
                <a:cubicBezTo>
                  <a:pt x="2925603" y="1112762"/>
                  <a:pt x="2933186" y="1110786"/>
                  <a:pt x="2926737" y="1108177"/>
                </a:cubicBezTo>
                <a:close/>
                <a:moveTo>
                  <a:pt x="3088662" y="1070077"/>
                </a:moveTo>
                <a:cubicBezTo>
                  <a:pt x="3082213" y="1067468"/>
                  <a:pt x="3069355" y="1067309"/>
                  <a:pt x="3060087" y="1069724"/>
                </a:cubicBezTo>
                <a:cubicBezTo>
                  <a:pt x="3050820" y="1072139"/>
                  <a:pt x="3056096" y="1074273"/>
                  <a:pt x="3071812" y="1074468"/>
                </a:cubicBezTo>
                <a:cubicBezTo>
                  <a:pt x="3087528" y="1074662"/>
                  <a:pt x="3095111" y="1072686"/>
                  <a:pt x="3088662" y="1070077"/>
                </a:cubicBezTo>
                <a:close/>
                <a:moveTo>
                  <a:pt x="5005890" y="848538"/>
                </a:moveTo>
                <a:cubicBezTo>
                  <a:pt x="5002929" y="843747"/>
                  <a:pt x="5005890" y="837656"/>
                  <a:pt x="5012471" y="835003"/>
                </a:cubicBezTo>
                <a:cubicBezTo>
                  <a:pt x="5019052" y="832349"/>
                  <a:pt x="5011578" y="829774"/>
                  <a:pt x="4995862" y="829281"/>
                </a:cubicBezTo>
                <a:cubicBezTo>
                  <a:pt x="4973777" y="828587"/>
                  <a:pt x="4970532" y="826286"/>
                  <a:pt x="4981575" y="819150"/>
                </a:cubicBezTo>
                <a:cubicBezTo>
                  <a:pt x="4991880" y="812489"/>
                  <a:pt x="4982928" y="809876"/>
                  <a:pt x="4949452" y="809770"/>
                </a:cubicBezTo>
                <a:cubicBezTo>
                  <a:pt x="4907196" y="809638"/>
                  <a:pt x="4904212" y="811051"/>
                  <a:pt x="4916114" y="825564"/>
                </a:cubicBezTo>
                <a:cubicBezTo>
                  <a:pt x="4927852" y="839875"/>
                  <a:pt x="4926755" y="840861"/>
                  <a:pt x="4905375" y="835219"/>
                </a:cubicBezTo>
                <a:cubicBezTo>
                  <a:pt x="4892278" y="831763"/>
                  <a:pt x="4877276" y="828810"/>
                  <a:pt x="4872037" y="828659"/>
                </a:cubicBezTo>
                <a:cubicBezTo>
                  <a:pt x="4866798" y="828507"/>
                  <a:pt x="4867469" y="825234"/>
                  <a:pt x="4873527" y="821385"/>
                </a:cubicBezTo>
                <a:cubicBezTo>
                  <a:pt x="4879585" y="817536"/>
                  <a:pt x="4841009" y="815512"/>
                  <a:pt x="4787802" y="816887"/>
                </a:cubicBezTo>
                <a:cubicBezTo>
                  <a:pt x="4578541" y="822295"/>
                  <a:pt x="4430701" y="820936"/>
                  <a:pt x="4362450" y="812976"/>
                </a:cubicBezTo>
                <a:cubicBezTo>
                  <a:pt x="4322053" y="808266"/>
                  <a:pt x="4264110" y="808221"/>
                  <a:pt x="4229100" y="812875"/>
                </a:cubicBezTo>
                <a:cubicBezTo>
                  <a:pt x="4188646" y="818251"/>
                  <a:pt x="4135252" y="817124"/>
                  <a:pt x="4075050" y="809621"/>
                </a:cubicBezTo>
                <a:cubicBezTo>
                  <a:pt x="4007947" y="801259"/>
                  <a:pt x="3974303" y="800936"/>
                  <a:pt x="3951225" y="808431"/>
                </a:cubicBezTo>
                <a:cubicBezTo>
                  <a:pt x="3931254" y="814917"/>
                  <a:pt x="3757527" y="820291"/>
                  <a:pt x="3481387" y="822967"/>
                </a:cubicBezTo>
                <a:cubicBezTo>
                  <a:pt x="3240405" y="825301"/>
                  <a:pt x="3035033" y="830412"/>
                  <a:pt x="3025006" y="834324"/>
                </a:cubicBezTo>
                <a:cubicBezTo>
                  <a:pt x="3010919" y="839820"/>
                  <a:pt x="3008530" y="838362"/>
                  <a:pt x="3014497" y="827912"/>
                </a:cubicBezTo>
                <a:cubicBezTo>
                  <a:pt x="3020750" y="816960"/>
                  <a:pt x="3019779" y="816652"/>
                  <a:pt x="3009392" y="826293"/>
                </a:cubicBezTo>
                <a:cubicBezTo>
                  <a:pt x="2994910" y="839735"/>
                  <a:pt x="2776248" y="843618"/>
                  <a:pt x="2768188" y="830577"/>
                </a:cubicBezTo>
                <a:cubicBezTo>
                  <a:pt x="2758185" y="814392"/>
                  <a:pt x="3150905" y="706449"/>
                  <a:pt x="3395662" y="658110"/>
                </a:cubicBezTo>
                <a:cubicBezTo>
                  <a:pt x="3754392" y="587262"/>
                  <a:pt x="4352892" y="535294"/>
                  <a:pt x="4352919" y="574990"/>
                </a:cubicBezTo>
                <a:cubicBezTo>
                  <a:pt x="4352922" y="579556"/>
                  <a:pt x="4381650" y="579957"/>
                  <a:pt x="4417218" y="575887"/>
                </a:cubicBezTo>
                <a:cubicBezTo>
                  <a:pt x="4502412" y="566139"/>
                  <a:pt x="4716983" y="569029"/>
                  <a:pt x="4723788" y="580016"/>
                </a:cubicBezTo>
                <a:cubicBezTo>
                  <a:pt x="4730212" y="590389"/>
                  <a:pt x="4836447" y="596104"/>
                  <a:pt x="4929187" y="591066"/>
                </a:cubicBezTo>
                <a:lnTo>
                  <a:pt x="4995862" y="587444"/>
                </a:lnTo>
                <a:lnTo>
                  <a:pt x="4943475" y="580249"/>
                </a:lnTo>
                <a:cubicBezTo>
                  <a:pt x="4910735" y="575752"/>
                  <a:pt x="4942886" y="574442"/>
                  <a:pt x="5029200" y="576758"/>
                </a:cubicBezTo>
                <a:cubicBezTo>
                  <a:pt x="5141421" y="579768"/>
                  <a:pt x="5271179" y="596062"/>
                  <a:pt x="5208355" y="599256"/>
                </a:cubicBezTo>
                <a:cubicBezTo>
                  <a:pt x="5199497" y="599706"/>
                  <a:pt x="5189860" y="603940"/>
                  <a:pt x="5186940" y="608663"/>
                </a:cubicBezTo>
                <a:cubicBezTo>
                  <a:pt x="5183874" y="613625"/>
                  <a:pt x="5224873" y="616092"/>
                  <a:pt x="5284010" y="614505"/>
                </a:cubicBezTo>
                <a:cubicBezTo>
                  <a:pt x="5340317" y="612993"/>
                  <a:pt x="5401389" y="614415"/>
                  <a:pt x="5419725" y="617663"/>
                </a:cubicBezTo>
                <a:cubicBezTo>
                  <a:pt x="5452627" y="623491"/>
                  <a:pt x="5452440" y="623646"/>
                  <a:pt x="5405437" y="629494"/>
                </a:cubicBezTo>
                <a:cubicBezTo>
                  <a:pt x="5370832" y="633799"/>
                  <a:pt x="5385153" y="635549"/>
                  <a:pt x="5457825" y="635896"/>
                </a:cubicBezTo>
                <a:cubicBezTo>
                  <a:pt x="5591793" y="636534"/>
                  <a:pt x="5901690" y="705364"/>
                  <a:pt x="6186487" y="797737"/>
                </a:cubicBezTo>
                <a:lnTo>
                  <a:pt x="6272212" y="825541"/>
                </a:lnTo>
                <a:lnTo>
                  <a:pt x="6105525" y="826130"/>
                </a:lnTo>
                <a:cubicBezTo>
                  <a:pt x="6013846" y="826454"/>
                  <a:pt x="5929193" y="829056"/>
                  <a:pt x="5917406" y="831912"/>
                </a:cubicBezTo>
                <a:cubicBezTo>
                  <a:pt x="5905619" y="834769"/>
                  <a:pt x="5895975" y="832813"/>
                  <a:pt x="5895975" y="827565"/>
                </a:cubicBezTo>
                <a:cubicBezTo>
                  <a:pt x="5895975" y="822318"/>
                  <a:pt x="5891688" y="820674"/>
                  <a:pt x="5886450" y="823912"/>
                </a:cubicBezTo>
                <a:cubicBezTo>
                  <a:pt x="5881211" y="827150"/>
                  <a:pt x="5876925" y="823116"/>
                  <a:pt x="5876925" y="814949"/>
                </a:cubicBezTo>
                <a:cubicBezTo>
                  <a:pt x="5876925" y="806782"/>
                  <a:pt x="5872638" y="800100"/>
                  <a:pt x="5867400" y="800100"/>
                </a:cubicBezTo>
                <a:cubicBezTo>
                  <a:pt x="5862161" y="800100"/>
                  <a:pt x="5857875" y="804386"/>
                  <a:pt x="5857875" y="809625"/>
                </a:cubicBezTo>
                <a:cubicBezTo>
                  <a:pt x="5857875" y="814863"/>
                  <a:pt x="5851192" y="819150"/>
                  <a:pt x="5843025" y="819150"/>
                </a:cubicBezTo>
                <a:cubicBezTo>
                  <a:pt x="5834858" y="819150"/>
                  <a:pt x="5830824" y="814863"/>
                  <a:pt x="5834062" y="809625"/>
                </a:cubicBezTo>
                <a:cubicBezTo>
                  <a:pt x="5837401" y="804222"/>
                  <a:pt x="5829398" y="800100"/>
                  <a:pt x="5815574" y="800100"/>
                </a:cubicBezTo>
                <a:cubicBezTo>
                  <a:pt x="5802168" y="800100"/>
                  <a:pt x="5791200" y="804386"/>
                  <a:pt x="5791200" y="809625"/>
                </a:cubicBezTo>
                <a:cubicBezTo>
                  <a:pt x="5791200" y="814863"/>
                  <a:pt x="5775126" y="818642"/>
                  <a:pt x="5755481" y="818023"/>
                </a:cubicBezTo>
                <a:lnTo>
                  <a:pt x="5719762" y="816896"/>
                </a:lnTo>
                <a:lnTo>
                  <a:pt x="5748337" y="808822"/>
                </a:lnTo>
                <a:cubicBezTo>
                  <a:pt x="5773340" y="801757"/>
                  <a:pt x="5772150" y="801289"/>
                  <a:pt x="5738812" y="805081"/>
                </a:cubicBezTo>
                <a:cubicBezTo>
                  <a:pt x="5717857" y="807465"/>
                  <a:pt x="5666422" y="810161"/>
                  <a:pt x="5624512" y="811072"/>
                </a:cubicBezTo>
                <a:cubicBezTo>
                  <a:pt x="5551139" y="812668"/>
                  <a:pt x="5550256" y="812949"/>
                  <a:pt x="5600700" y="818652"/>
                </a:cubicBezTo>
                <a:cubicBezTo>
                  <a:pt x="5639592" y="823049"/>
                  <a:pt x="5646953" y="825996"/>
                  <a:pt x="5629275" y="830090"/>
                </a:cubicBezTo>
                <a:cubicBezTo>
                  <a:pt x="5612681" y="833933"/>
                  <a:pt x="5618456" y="835796"/>
                  <a:pt x="5648325" y="836233"/>
                </a:cubicBezTo>
                <a:cubicBezTo>
                  <a:pt x="5682097" y="836727"/>
                  <a:pt x="5687147" y="834946"/>
                  <a:pt x="5672137" y="827831"/>
                </a:cubicBezTo>
                <a:cubicBezTo>
                  <a:pt x="5658876" y="821546"/>
                  <a:pt x="5667561" y="820652"/>
                  <a:pt x="5700712" y="824889"/>
                </a:cubicBezTo>
                <a:cubicBezTo>
                  <a:pt x="5726906" y="828237"/>
                  <a:pt x="5776113" y="830186"/>
                  <a:pt x="5810060" y="829221"/>
                </a:cubicBezTo>
                <a:cubicBezTo>
                  <a:pt x="5879604" y="827243"/>
                  <a:pt x="5883763" y="832937"/>
                  <a:pt x="5819775" y="842519"/>
                </a:cubicBezTo>
                <a:cubicBezTo>
                  <a:pt x="5744671" y="853765"/>
                  <a:pt x="5489713" y="858046"/>
                  <a:pt x="5505450" y="847797"/>
                </a:cubicBezTo>
                <a:cubicBezTo>
                  <a:pt x="5519491" y="838651"/>
                  <a:pt x="5494717" y="833007"/>
                  <a:pt x="5460206" y="837488"/>
                </a:cubicBezTo>
                <a:cubicBezTo>
                  <a:pt x="5438839" y="840263"/>
                  <a:pt x="5447703" y="820589"/>
                  <a:pt x="5469731" y="816347"/>
                </a:cubicBezTo>
                <a:cubicBezTo>
                  <a:pt x="5489504" y="812538"/>
                  <a:pt x="5489283" y="812118"/>
                  <a:pt x="5466873" y="810922"/>
                </a:cubicBezTo>
                <a:cubicBezTo>
                  <a:pt x="5453514" y="810208"/>
                  <a:pt x="5437709" y="814500"/>
                  <a:pt x="5431750" y="820459"/>
                </a:cubicBezTo>
                <a:cubicBezTo>
                  <a:pt x="5421706" y="830503"/>
                  <a:pt x="5367439" y="831585"/>
                  <a:pt x="5236643" y="824348"/>
                </a:cubicBezTo>
                <a:cubicBezTo>
                  <a:pt x="5211911" y="822979"/>
                  <a:pt x="5193947" y="825536"/>
                  <a:pt x="5196724" y="830029"/>
                </a:cubicBezTo>
                <a:cubicBezTo>
                  <a:pt x="5199502" y="834523"/>
                  <a:pt x="5197235" y="838200"/>
                  <a:pt x="5191687" y="838200"/>
                </a:cubicBezTo>
                <a:cubicBezTo>
                  <a:pt x="5186139" y="838200"/>
                  <a:pt x="5181600" y="833913"/>
                  <a:pt x="5181600" y="828675"/>
                </a:cubicBezTo>
                <a:cubicBezTo>
                  <a:pt x="5181600" y="823436"/>
                  <a:pt x="5176599" y="819150"/>
                  <a:pt x="5170487" y="819150"/>
                </a:cubicBezTo>
                <a:cubicBezTo>
                  <a:pt x="5164375" y="819150"/>
                  <a:pt x="5162165" y="821940"/>
                  <a:pt x="5165576" y="825351"/>
                </a:cubicBezTo>
                <a:cubicBezTo>
                  <a:pt x="5168988" y="828763"/>
                  <a:pt x="5164344" y="837199"/>
                  <a:pt x="5155258" y="844099"/>
                </a:cubicBezTo>
                <a:cubicBezTo>
                  <a:pt x="5136359" y="858450"/>
                  <a:pt x="5014258" y="862079"/>
                  <a:pt x="5005890" y="848538"/>
                </a:cubicBezTo>
                <a:close/>
              </a:path>
            </a:pathLst>
          </a:custGeom>
          <a:solidFill>
            <a:srgbClr val="F6F1E8">
              <a:alpha val="65000"/>
            </a:srgbClr>
          </a:solidFill>
          <a:ln>
            <a:noFill/>
          </a:ln>
        </p:spPr>
      </p:sp>
      <p:sp>
        <p:nvSpPr>
          <p:cNvPr id="6" name="TEXT: [can I wash it?]"/>
          <p:cNvSpPr/>
          <p:nvPr/>
        </p:nvSpPr>
        <p:spPr>
          <a:xfrm rot="120000">
            <a:off x="2071688" y="1524000"/>
            <a:ext cx="7667625" cy="133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6032" rIns="256032" tIns="109728" bIns="109728"/>
          <a:lstStyle/>
          <a:p>
            <a:pPr algn="r">
              <a:lnSpc>
                <a:spcPts val="8784"/>
              </a:lnSpc>
            </a:pPr>
            <a:r>
              <a:rPr b="1" sz="7200">
                <a:solidFill>
                  <a:srgbClr val="181716"/>
                </a:solidFill>
                <a:latin typeface="Montserrat"/>
              </a:rPr>
              <a:t>[can I wash it?]</a:t>
            </a:r>
          </a:p>
        </p:txBody>
      </p:sp>
      <p:sp>
        <p:nvSpPr>
          <p:cNvPr id="7" name="TEXT: [here's the answer]"/>
          <p:cNvSpPr/>
          <p:nvPr/>
        </p:nvSpPr>
        <p:spPr>
          <a:xfrm rot="120000">
            <a:off x="419100" y="12144375"/>
            <a:ext cx="6210300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[here's the answer]</a:t>
            </a:r>
          </a:p>
        </p:txBody>
      </p:sp>
      <p:sp>
        <p:nvSpPr>
          <p:cNvPr id="8" name="arrow"/>
          <p:cNvSpPr/>
          <p:nvPr/>
        </p:nvSpPr>
        <p:spPr>
          <a:xfrm rot="120000">
            <a:off x="6810375" y="12272962"/>
            <a:ext cx="1619250" cy="504825"/>
          </a:xfrm>
          <a:custGeom>
            <a:avLst/>
            <a:gdLst/>
            <a:ahLst/>
            <a:cxnLst/>
            <a:rect l="0" t="0" r="r" b="b"/>
            <a:pathLst>
              <a:path w="1619250" h="504825">
                <a:moveTo>
                  <a:pt x="1257300" y="480450"/>
                </a:moveTo>
                <a:cubicBezTo>
                  <a:pt x="1257300" y="466626"/>
                  <a:pt x="1253177" y="458623"/>
                  <a:pt x="1247775" y="461962"/>
                </a:cubicBezTo>
                <a:cubicBezTo>
                  <a:pt x="1242536" y="465200"/>
                  <a:pt x="1238235" y="460095"/>
                  <a:pt x="1238218" y="450618"/>
                </a:cubicBezTo>
                <a:cubicBezTo>
                  <a:pt x="1238201" y="441141"/>
                  <a:pt x="1271222" y="402197"/>
                  <a:pt x="1311598" y="364076"/>
                </a:cubicBezTo>
                <a:lnTo>
                  <a:pt x="1385010" y="294765"/>
                </a:lnTo>
                <a:lnTo>
                  <a:pt x="1266386" y="300090"/>
                </a:lnTo>
                <a:cubicBezTo>
                  <a:pt x="1201143" y="303019"/>
                  <a:pt x="950595" y="310034"/>
                  <a:pt x="709612" y="315678"/>
                </a:cubicBezTo>
                <a:cubicBezTo>
                  <a:pt x="468630" y="321323"/>
                  <a:pt x="223235" y="328686"/>
                  <a:pt x="164292" y="332039"/>
                </a:cubicBezTo>
                <a:cubicBezTo>
                  <a:pt x="81649" y="336741"/>
                  <a:pt x="57124" y="335412"/>
                  <a:pt x="57135" y="326231"/>
                </a:cubicBezTo>
                <a:cubicBezTo>
                  <a:pt x="57144" y="319190"/>
                  <a:pt x="44728" y="314325"/>
                  <a:pt x="26754" y="314324"/>
                </a:cubicBezTo>
                <a:cubicBezTo>
                  <a:pt x="-1225" y="314324"/>
                  <a:pt x="-2231" y="313294"/>
                  <a:pt x="14096" y="301355"/>
                </a:cubicBezTo>
                <a:cubicBezTo>
                  <a:pt x="39698" y="282634"/>
                  <a:pt x="40970" y="257174"/>
                  <a:pt x="16302" y="257175"/>
                </a:cubicBezTo>
                <a:cubicBezTo>
                  <a:pt x="4858" y="257175"/>
                  <a:pt x="89" y="253819"/>
                  <a:pt x="5238" y="249388"/>
                </a:cubicBezTo>
                <a:cubicBezTo>
                  <a:pt x="38131" y="221084"/>
                  <a:pt x="254251" y="205225"/>
                  <a:pt x="757237" y="194206"/>
                </a:cubicBezTo>
                <a:cubicBezTo>
                  <a:pt x="909161" y="190878"/>
                  <a:pt x="1109402" y="185468"/>
                  <a:pt x="1202217" y="182184"/>
                </a:cubicBezTo>
                <a:lnTo>
                  <a:pt x="1370973" y="176212"/>
                </a:lnTo>
                <a:lnTo>
                  <a:pt x="1306992" y="128587"/>
                </a:lnTo>
                <a:cubicBezTo>
                  <a:pt x="1271803" y="102393"/>
                  <a:pt x="1242899" y="74533"/>
                  <a:pt x="1242760" y="66675"/>
                </a:cubicBezTo>
                <a:cubicBezTo>
                  <a:pt x="1242622" y="58816"/>
                  <a:pt x="1239154" y="47029"/>
                  <a:pt x="1235054" y="40481"/>
                </a:cubicBezTo>
                <a:cubicBezTo>
                  <a:pt x="1224885" y="24237"/>
                  <a:pt x="1235722" y="9152"/>
                  <a:pt x="1252842" y="15722"/>
                </a:cubicBezTo>
                <a:cubicBezTo>
                  <a:pt x="1260532" y="18673"/>
                  <a:pt x="1266825" y="16343"/>
                  <a:pt x="1266825" y="10544"/>
                </a:cubicBezTo>
                <a:cubicBezTo>
                  <a:pt x="1266825" y="-9201"/>
                  <a:pt x="1283898" y="-5"/>
                  <a:pt x="1441695" y="104733"/>
                </a:cubicBezTo>
                <a:cubicBezTo>
                  <a:pt x="1620939" y="223706"/>
                  <a:pt x="1633427" y="237454"/>
                  <a:pt x="1593675" y="272033"/>
                </a:cubicBezTo>
                <a:cubicBezTo>
                  <a:pt x="1563065" y="298659"/>
                  <a:pt x="1336730" y="468567"/>
                  <a:pt x="1320437" y="477150"/>
                </a:cubicBezTo>
                <a:cubicBezTo>
                  <a:pt x="1255250" y="511492"/>
                  <a:pt x="1257300" y="511385"/>
                  <a:pt x="1257300" y="480450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952500" y="3524250"/>
            <a:ext cx="8382000" cy="8953500"/>
          </a:xfrm>
          <a:prstGeom prst="rect">
            <a:avLst/>
          </a:prstGeom>
        </p:spPr>
      </p:pic>
      <p:sp>
        <p:nvSpPr>
          <p:cNvPr id="4" name="PHOTO: The answer (photo)"/>
          <p:cNvSpPr/>
          <p:nvPr/>
        </p:nvSpPr>
        <p:spPr>
          <a:xfrm rot="-120000">
            <a:off x="1524000" y="4095750"/>
            <a:ext cx="7239000" cy="7810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LETTERING: the answer"/>
          <p:cNvSpPr txBox="1"/>
          <p:nvPr/>
        </p:nvSpPr>
        <p:spPr>
          <a:xfrm rot="120000">
            <a:off x="895350" y="1409700"/>
            <a:ext cx="8496300" cy="19431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750" i="0">
                <a:solidFill>
                  <a:srgbClr val="FFFFFF"/>
                </a:solidFill>
                <a:latin typeface="DM Serif Display"/>
              </a:rPr>
              <a:t>the </a:t>
            </a:r>
            <a:r>
              <a:rPr sz="12750" i="1">
                <a:solidFill>
                  <a:srgbClr val="FFFFFF"/>
                </a:solidFill>
                <a:latin typeface="DM Serif Display"/>
              </a:rPr>
              <a:t>answer</a:t>
            </a:r>
          </a:p>
        </p:txBody>
      </p:sp>
      <p:sp>
        <p:nvSpPr>
          <p:cNvPr id="6" name="TEXT: [in one line]"/>
          <p:cNvSpPr/>
          <p:nvPr/>
        </p:nvSpPr>
        <p:spPr>
          <a:xfrm rot="120000">
            <a:off x="690562" y="12144375"/>
            <a:ext cx="4905375" cy="1047750"/>
          </a:xfrm>
          <a:prstGeom prst="rect">
            <a:avLst/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2692" rIns="202692" tIns="86868" bIns="86868"/>
          <a:lstStyle/>
          <a:p>
            <a:pPr algn="l">
              <a:lnSpc>
                <a:spcPts val="6953"/>
              </a:lnSpc>
            </a:pPr>
            <a:r>
              <a:rPr b="1" sz="5700">
                <a:solidFill>
                  <a:srgbClr val="181716"/>
                </a:solidFill>
                <a:latin typeface="Montserrat"/>
              </a:rPr>
              <a:t>[in one line]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sticky note" descr="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00000">
            <a:off x="495300" y="3481388"/>
            <a:ext cx="5295900" cy="5229225"/>
          </a:xfrm>
          <a:prstGeom prst="rect">
            <a:avLst/>
          </a:prstGeom>
        </p:spPr>
      </p:pic>
      <p:sp>
        <p:nvSpPr>
          <p:cNvPr id="4" name="TEXT: [yes! wash it at 30°]"/>
          <p:cNvSpPr/>
          <p:nvPr/>
        </p:nvSpPr>
        <p:spPr>
          <a:xfrm rot="300000">
            <a:off x="1491449" y="5566565"/>
            <a:ext cx="3267075" cy="1476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54686" rIns="154686" tIns="66294" bIns="66294"/>
          <a:lstStyle/>
          <a:p>
            <a:pPr algn="l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[yes! wash</a:t>
            </a:r>
          </a:p>
          <a:p>
            <a:pPr algn="l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it at 30°]</a:t>
            </a:r>
          </a:p>
        </p:txBody>
      </p:sp>
      <p:pic>
        <p:nvPicPr>
          <p:cNvPr id="5" name="photo border" descr="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240000">
            <a:off x="4610100" y="6991350"/>
            <a:ext cx="5067300" cy="6210300"/>
          </a:xfrm>
          <a:prstGeom prst="rect">
            <a:avLst/>
          </a:prstGeom>
        </p:spPr>
      </p:pic>
      <p:sp>
        <p:nvSpPr>
          <p:cNvPr id="6" name="PHOTO: The answer, close up"/>
          <p:cNvSpPr/>
          <p:nvPr/>
        </p:nvSpPr>
        <p:spPr>
          <a:xfrm rot="-360000">
            <a:off x="5143500" y="7524750"/>
            <a:ext cx="4000500" cy="5143500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sp>
        <p:nvSpPr>
          <p:cNvPr id="7" name="arrow"/>
          <p:cNvSpPr/>
          <p:nvPr/>
        </p:nvSpPr>
        <p:spPr>
          <a:xfrm rot="-1800000">
            <a:off x="4286250" y="8029575"/>
            <a:ext cx="2095500" cy="1085850"/>
          </a:xfrm>
          <a:custGeom>
            <a:avLst/>
            <a:gdLst/>
            <a:ahLst/>
            <a:cxnLst/>
            <a:rect l="0" t="0" r="r" b="b"/>
            <a:pathLst>
              <a:path w="2095500" h="1085850">
                <a:moveTo>
                  <a:pt x="752475" y="1081215"/>
                </a:moveTo>
                <a:cubicBezTo>
                  <a:pt x="752475" y="1072825"/>
                  <a:pt x="816382" y="1049675"/>
                  <a:pt x="870637" y="1038411"/>
                </a:cubicBezTo>
                <a:cubicBezTo>
                  <a:pt x="931399" y="1025797"/>
                  <a:pt x="1009613" y="1037383"/>
                  <a:pt x="1066800" y="1067469"/>
                </a:cubicBezTo>
                <a:lnTo>
                  <a:pt x="1100137" y="1085008"/>
                </a:lnTo>
                <a:lnTo>
                  <a:pt x="926306" y="1085429"/>
                </a:lnTo>
                <a:cubicBezTo>
                  <a:pt x="830699" y="1085660"/>
                  <a:pt x="752475" y="1083764"/>
                  <a:pt x="752475" y="1081215"/>
                </a:cubicBezTo>
                <a:close/>
                <a:moveTo>
                  <a:pt x="1900237" y="910795"/>
                </a:moveTo>
                <a:cubicBezTo>
                  <a:pt x="1747488" y="845344"/>
                  <a:pt x="1565493" y="756145"/>
                  <a:pt x="1557146" y="742641"/>
                </a:cubicBezTo>
                <a:cubicBezTo>
                  <a:pt x="1551444" y="733414"/>
                  <a:pt x="1554173" y="731847"/>
                  <a:pt x="1567681" y="736592"/>
                </a:cubicBezTo>
                <a:cubicBezTo>
                  <a:pt x="1585525" y="742860"/>
                  <a:pt x="1585529" y="742700"/>
                  <a:pt x="1567893" y="729029"/>
                </a:cubicBezTo>
                <a:cubicBezTo>
                  <a:pt x="1557982" y="721347"/>
                  <a:pt x="1545123" y="713461"/>
                  <a:pt x="1539318" y="711504"/>
                </a:cubicBezTo>
                <a:cubicBezTo>
                  <a:pt x="1532102" y="709073"/>
                  <a:pt x="1532871" y="702969"/>
                  <a:pt x="1541747" y="692216"/>
                </a:cubicBezTo>
                <a:cubicBezTo>
                  <a:pt x="1548890" y="683563"/>
                  <a:pt x="1559262" y="679283"/>
                  <a:pt x="1564797" y="682704"/>
                </a:cubicBezTo>
                <a:cubicBezTo>
                  <a:pt x="1571028" y="686555"/>
                  <a:pt x="1572590" y="683003"/>
                  <a:pt x="1568897" y="673380"/>
                </a:cubicBezTo>
                <a:cubicBezTo>
                  <a:pt x="1565616" y="664830"/>
                  <a:pt x="1565959" y="655999"/>
                  <a:pt x="1569659" y="653755"/>
                </a:cubicBezTo>
                <a:cubicBezTo>
                  <a:pt x="1585249" y="644302"/>
                  <a:pt x="1682397" y="668030"/>
                  <a:pt x="1752899" y="698511"/>
                </a:cubicBezTo>
                <a:cubicBezTo>
                  <a:pt x="1794644" y="716559"/>
                  <a:pt x="1828800" y="729711"/>
                  <a:pt x="1828800" y="727738"/>
                </a:cubicBezTo>
                <a:cubicBezTo>
                  <a:pt x="1828800" y="725765"/>
                  <a:pt x="1810583" y="693733"/>
                  <a:pt x="1788318" y="656557"/>
                </a:cubicBezTo>
                <a:cubicBezTo>
                  <a:pt x="1554062" y="265412"/>
                  <a:pt x="1052954" y="77051"/>
                  <a:pt x="625866" y="219603"/>
                </a:cubicBezTo>
                <a:cubicBezTo>
                  <a:pt x="450919" y="277997"/>
                  <a:pt x="333203" y="356451"/>
                  <a:pt x="150018" y="536741"/>
                </a:cubicBezTo>
                <a:cubicBezTo>
                  <a:pt x="88463" y="597323"/>
                  <a:pt x="38099" y="643040"/>
                  <a:pt x="38100" y="638332"/>
                </a:cubicBezTo>
                <a:cubicBezTo>
                  <a:pt x="38100" y="633625"/>
                  <a:pt x="42678" y="626944"/>
                  <a:pt x="48274" y="623486"/>
                </a:cubicBezTo>
                <a:cubicBezTo>
                  <a:pt x="53870" y="620027"/>
                  <a:pt x="56457" y="612009"/>
                  <a:pt x="54024" y="605667"/>
                </a:cubicBezTo>
                <a:cubicBezTo>
                  <a:pt x="51590" y="599326"/>
                  <a:pt x="57632" y="583686"/>
                  <a:pt x="67450" y="570912"/>
                </a:cubicBezTo>
                <a:cubicBezTo>
                  <a:pt x="77268" y="558138"/>
                  <a:pt x="85260" y="543401"/>
                  <a:pt x="85210" y="538162"/>
                </a:cubicBezTo>
                <a:cubicBezTo>
                  <a:pt x="85160" y="532923"/>
                  <a:pt x="78970" y="536760"/>
                  <a:pt x="71455" y="546688"/>
                </a:cubicBezTo>
                <a:cubicBezTo>
                  <a:pt x="63940" y="556616"/>
                  <a:pt x="44669" y="565771"/>
                  <a:pt x="28631" y="567032"/>
                </a:cubicBezTo>
                <a:cubicBezTo>
                  <a:pt x="8013" y="568654"/>
                  <a:pt x="1958" y="566157"/>
                  <a:pt x="7960" y="558507"/>
                </a:cubicBezTo>
                <a:cubicBezTo>
                  <a:pt x="12629" y="552556"/>
                  <a:pt x="15432" y="536971"/>
                  <a:pt x="14190" y="523875"/>
                </a:cubicBezTo>
                <a:cubicBezTo>
                  <a:pt x="11818" y="498887"/>
                  <a:pt x="72096" y="416597"/>
                  <a:pt x="166202" y="316348"/>
                </a:cubicBezTo>
                <a:cubicBezTo>
                  <a:pt x="440947" y="23669"/>
                  <a:pt x="923269" y="-75742"/>
                  <a:pt x="1325051" y="77496"/>
                </a:cubicBezTo>
                <a:cubicBezTo>
                  <a:pt x="1364933" y="92707"/>
                  <a:pt x="1405154" y="113539"/>
                  <a:pt x="1414430" y="123789"/>
                </a:cubicBezTo>
                <a:cubicBezTo>
                  <a:pt x="1423706" y="134039"/>
                  <a:pt x="1435027" y="140119"/>
                  <a:pt x="1439588" y="137300"/>
                </a:cubicBezTo>
                <a:cubicBezTo>
                  <a:pt x="1449375" y="131252"/>
                  <a:pt x="1524000" y="171413"/>
                  <a:pt x="1524000" y="182728"/>
                </a:cubicBezTo>
                <a:cubicBezTo>
                  <a:pt x="1524000" y="187003"/>
                  <a:pt x="1529757" y="190500"/>
                  <a:pt x="1536793" y="190500"/>
                </a:cubicBezTo>
                <a:cubicBezTo>
                  <a:pt x="1561830" y="190500"/>
                  <a:pt x="1682305" y="284311"/>
                  <a:pt x="1754503" y="360026"/>
                </a:cubicBezTo>
                <a:cubicBezTo>
                  <a:pt x="1819768" y="428471"/>
                  <a:pt x="1868522" y="494450"/>
                  <a:pt x="1931715" y="599849"/>
                </a:cubicBezTo>
                <a:cubicBezTo>
                  <a:pt x="1954815" y="638376"/>
                  <a:pt x="1955618" y="636817"/>
                  <a:pt x="1970371" y="524783"/>
                </a:cubicBezTo>
                <a:cubicBezTo>
                  <a:pt x="1976223" y="480340"/>
                  <a:pt x="1987332" y="437636"/>
                  <a:pt x="1995344" y="428783"/>
                </a:cubicBezTo>
                <a:cubicBezTo>
                  <a:pt x="2003281" y="420013"/>
                  <a:pt x="2009775" y="407459"/>
                  <a:pt x="2009775" y="400887"/>
                </a:cubicBezTo>
                <a:cubicBezTo>
                  <a:pt x="2009775" y="394314"/>
                  <a:pt x="2015132" y="390822"/>
                  <a:pt x="2021681" y="393126"/>
                </a:cubicBezTo>
                <a:cubicBezTo>
                  <a:pt x="2028229" y="395429"/>
                  <a:pt x="2043231" y="393750"/>
                  <a:pt x="2055018" y="389393"/>
                </a:cubicBezTo>
                <a:cubicBezTo>
                  <a:pt x="2074155" y="382319"/>
                  <a:pt x="2076450" y="384445"/>
                  <a:pt x="2076450" y="409248"/>
                </a:cubicBezTo>
                <a:cubicBezTo>
                  <a:pt x="2076450" y="424526"/>
                  <a:pt x="2081215" y="439971"/>
                  <a:pt x="2087040" y="443570"/>
                </a:cubicBezTo>
                <a:cubicBezTo>
                  <a:pt x="2093699" y="447686"/>
                  <a:pt x="2095602" y="466458"/>
                  <a:pt x="2092167" y="494139"/>
                </a:cubicBezTo>
                <a:cubicBezTo>
                  <a:pt x="2086756" y="537741"/>
                  <a:pt x="2083430" y="580222"/>
                  <a:pt x="2067586" y="808142"/>
                </a:cubicBezTo>
                <a:cubicBezTo>
                  <a:pt x="2063090" y="872811"/>
                  <a:pt x="2055745" y="929300"/>
                  <a:pt x="2051262" y="933674"/>
                </a:cubicBezTo>
                <a:cubicBezTo>
                  <a:pt x="2028826" y="955566"/>
                  <a:pt x="1991542" y="949917"/>
                  <a:pt x="1900237" y="910795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Answer part 2 (top half)"/>
          <p:cNvSpPr/>
          <p:nvPr/>
        </p:nvSpPr>
        <p:spPr>
          <a:xfrm rot="0">
            <a:off x="0" y="0"/>
            <a:ext cx="10287000" cy="81915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torn stage" descr="0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1000" y="7296150"/>
            <a:ext cx="11049000" cy="6858000"/>
          </a:xfrm>
          <a:prstGeom prst="rect">
            <a:avLst/>
          </a:prstGeom>
        </p:spPr>
      </p:pic>
      <p:sp>
        <p:nvSpPr>
          <p:cNvPr id="5" name="TEXT: [the answer, line two]"/>
          <p:cNvSpPr/>
          <p:nvPr/>
        </p:nvSpPr>
        <p:spPr>
          <a:xfrm rot="120000">
            <a:off x="985838" y="9934575"/>
            <a:ext cx="5267325" cy="2038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13360" rIns="213360" tIns="91440" bIns="91440"/>
          <a:lstStyle/>
          <a:p>
            <a:pPr algn="l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[the answer,</a:t>
            </a:r>
          </a:p>
          <a:p>
            <a:pPr algn="l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line two]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TEXT: you all asked:"/>
          <p:cNvSpPr/>
          <p:nvPr/>
        </p:nvSpPr>
        <p:spPr>
          <a:xfrm rot="120000">
            <a:off x="1095375" y="1800225"/>
            <a:ext cx="5048250" cy="9715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6690" rIns="186690" tIns="80010" bIns="80010"/>
          <a:lstStyle/>
          <a:p>
            <a:pPr algn="l">
              <a:lnSpc>
                <a:spcPts val="6405"/>
              </a:lnSpc>
            </a:pPr>
            <a:r>
              <a:rPr b="1" sz="5250">
                <a:solidFill>
                  <a:srgbClr val="181716"/>
                </a:solidFill>
                <a:latin typeface="Montserrat"/>
              </a:rPr>
              <a:t>you all asked:</a:t>
            </a:r>
          </a:p>
        </p:txBody>
      </p:sp>
      <p:pic>
        <p:nvPicPr>
          <p:cNvPr id="4" name="DM card" descr="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60000">
            <a:off x="1695450" y="3376612"/>
            <a:ext cx="6134100" cy="3914775"/>
          </a:xfrm>
          <a:prstGeom prst="rect">
            <a:avLst/>
          </a:prstGeom>
        </p:spPr>
      </p:pic>
      <p:sp>
        <p:nvSpPr>
          <p:cNvPr id="5" name="TEXT: [another question]"/>
          <p:cNvSpPr/>
          <p:nvPr/>
        </p:nvSpPr>
        <p:spPr>
          <a:xfrm rot="21360000">
            <a:off x="2761247" y="5642101"/>
            <a:ext cx="4086225" cy="581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2014" rIns="112014" tIns="48006" bIns="48006"/>
          <a:lstStyle/>
          <a:p>
            <a:pPr algn="l">
              <a:lnSpc>
                <a:spcPts val="3843"/>
              </a:lnSpc>
            </a:pPr>
            <a:r>
              <a:rPr b="1" sz="3150">
                <a:solidFill>
                  <a:srgbClr val="FFFFFF"/>
                </a:solidFill>
                <a:latin typeface="Montserrat"/>
              </a:rPr>
              <a:t>[another question]</a:t>
            </a:r>
          </a:p>
        </p:txBody>
      </p:sp>
      <p:pic>
        <p:nvPicPr>
          <p:cNvPr id="6" name="DM card" descr="0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00000">
            <a:off x="2647950" y="5948362"/>
            <a:ext cx="6134100" cy="3914775"/>
          </a:xfrm>
          <a:prstGeom prst="rect">
            <a:avLst/>
          </a:prstGeom>
        </p:spPr>
      </p:pic>
      <p:sp>
        <p:nvSpPr>
          <p:cNvPr id="7" name="TEXT: [and another]"/>
          <p:cNvSpPr/>
          <p:nvPr/>
        </p:nvSpPr>
        <p:spPr>
          <a:xfrm rot="300000">
            <a:off x="4133938" y="8213029"/>
            <a:ext cx="3057525" cy="581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2014" rIns="112014" tIns="48006" bIns="48006"/>
          <a:lstStyle/>
          <a:p>
            <a:pPr algn="l">
              <a:lnSpc>
                <a:spcPts val="3843"/>
              </a:lnSpc>
            </a:pPr>
            <a:r>
              <a:rPr b="1" sz="3150">
                <a:solidFill>
                  <a:srgbClr val="FFFFFF"/>
                </a:solidFill>
                <a:latin typeface="Montserrat"/>
              </a:rPr>
              <a:t>[and another]</a:t>
            </a:r>
          </a:p>
        </p:txBody>
      </p:sp>
      <p:pic>
        <p:nvPicPr>
          <p:cNvPr id="8" name="DM card" descr="0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20000">
            <a:off x="1695450" y="8520112"/>
            <a:ext cx="6134100" cy="3914775"/>
          </a:xfrm>
          <a:prstGeom prst="rect">
            <a:avLst/>
          </a:prstGeom>
        </p:spPr>
      </p:pic>
      <p:sp>
        <p:nvSpPr>
          <p:cNvPr id="9" name="TEXT: [one more]"/>
          <p:cNvSpPr/>
          <p:nvPr/>
        </p:nvSpPr>
        <p:spPr>
          <a:xfrm rot="21420000">
            <a:off x="3541368" y="10786240"/>
            <a:ext cx="2505075" cy="581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2014" rIns="112014" tIns="48006" bIns="48006"/>
          <a:lstStyle/>
          <a:p>
            <a:pPr algn="l">
              <a:lnSpc>
                <a:spcPts val="3843"/>
              </a:lnSpc>
            </a:pPr>
            <a:r>
              <a:rPr b="1" sz="3150">
                <a:solidFill>
                  <a:srgbClr val="FFFFFF"/>
                </a:solidFill>
                <a:latin typeface="Montserrat"/>
              </a:rPr>
              <a:t>[one more]</a:t>
            </a:r>
          </a:p>
        </p:txBody>
      </p:sp>
      <p:pic>
        <p:nvPicPr>
          <p:cNvPr id="10" name="rotary phone" descr="0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120000">
            <a:off x="6119812" y="11168062"/>
            <a:ext cx="4524375" cy="3000375"/>
          </a:xfrm>
          <a:prstGeom prst="rect">
            <a:avLst/>
          </a:prstGeom>
        </p:spPr>
      </p:pic>
      <p:sp>
        <p:nvSpPr>
          <p:cNvPr id="11" name="rotary phone pattern"/>
          <p:cNvSpPr/>
          <p:nvPr/>
        </p:nvSpPr>
        <p:spPr>
          <a:xfrm rot="-480000">
            <a:off x="6119812" y="11168062"/>
            <a:ext cx="4524375" cy="3000375"/>
          </a:xfrm>
          <a:custGeom>
            <a:avLst/>
            <a:gdLst/>
            <a:ahLst/>
            <a:cxnLst/>
            <a:rect l="0" t="0" r="r" b="b"/>
            <a:pathLst>
              <a:path w="4524375" h="3000375">
                <a:moveTo>
                  <a:pt x="2070056" y="2443564"/>
                </a:moveTo>
                <a:cubicBezTo>
                  <a:pt x="2044061" y="2432257"/>
                  <a:pt x="2019300" y="2404485"/>
                  <a:pt x="2019300" y="2386638"/>
                </a:cubicBezTo>
                <a:cubicBezTo>
                  <a:pt x="2019300" y="2383674"/>
                  <a:pt x="2035373" y="2380742"/>
                  <a:pt x="2055018" y="2380123"/>
                </a:cubicBezTo>
                <a:cubicBezTo>
                  <a:pt x="2090568" y="2379001"/>
                  <a:pt x="2090601" y="2378961"/>
                  <a:pt x="2062162" y="2371725"/>
                </a:cubicBezTo>
                <a:cubicBezTo>
                  <a:pt x="2046446" y="2367725"/>
                  <a:pt x="2041088" y="2363946"/>
                  <a:pt x="2050256" y="2363326"/>
                </a:cubicBezTo>
                <a:cubicBezTo>
                  <a:pt x="2059424" y="2362707"/>
                  <a:pt x="2066925" y="2357913"/>
                  <a:pt x="2066925" y="2352675"/>
                </a:cubicBezTo>
                <a:cubicBezTo>
                  <a:pt x="2066925" y="2347436"/>
                  <a:pt x="2071464" y="2343150"/>
                  <a:pt x="2077012" y="2343150"/>
                </a:cubicBezTo>
                <a:cubicBezTo>
                  <a:pt x="2082560" y="2343150"/>
                  <a:pt x="2084066" y="2348057"/>
                  <a:pt x="2080358" y="2354056"/>
                </a:cubicBezTo>
                <a:cubicBezTo>
                  <a:pt x="2075533" y="2361863"/>
                  <a:pt x="2081461" y="2362902"/>
                  <a:pt x="2101228" y="2357712"/>
                </a:cubicBezTo>
                <a:cubicBezTo>
                  <a:pt x="2116413" y="2353725"/>
                  <a:pt x="2170227" y="2351326"/>
                  <a:pt x="2220815" y="2352381"/>
                </a:cubicBezTo>
                <a:cubicBezTo>
                  <a:pt x="2274343" y="2353497"/>
                  <a:pt x="2321128" y="2349837"/>
                  <a:pt x="2332733" y="2343626"/>
                </a:cubicBezTo>
                <a:cubicBezTo>
                  <a:pt x="2345956" y="2336550"/>
                  <a:pt x="2352675" y="2336276"/>
                  <a:pt x="2352675" y="2342814"/>
                </a:cubicBezTo>
                <a:cubicBezTo>
                  <a:pt x="2352675" y="2355467"/>
                  <a:pt x="2416315" y="2355766"/>
                  <a:pt x="2424112" y="2343150"/>
                </a:cubicBezTo>
                <a:cubicBezTo>
                  <a:pt x="2427350" y="2337911"/>
                  <a:pt x="2446891" y="2333625"/>
                  <a:pt x="2467537" y="2333625"/>
                </a:cubicBezTo>
                <a:cubicBezTo>
                  <a:pt x="2488182" y="2333625"/>
                  <a:pt x="2505075" y="2337911"/>
                  <a:pt x="2505075" y="2343150"/>
                </a:cubicBezTo>
                <a:cubicBezTo>
                  <a:pt x="2505075" y="2348388"/>
                  <a:pt x="2531864" y="2353167"/>
                  <a:pt x="2564606" y="2353770"/>
                </a:cubicBezTo>
                <a:cubicBezTo>
                  <a:pt x="2655788" y="2355448"/>
                  <a:pt x="2578841" y="2367978"/>
                  <a:pt x="2428875" y="2375873"/>
                </a:cubicBezTo>
                <a:cubicBezTo>
                  <a:pt x="2284541" y="2383472"/>
                  <a:pt x="2257425" y="2388230"/>
                  <a:pt x="2257425" y="2405959"/>
                </a:cubicBezTo>
                <a:cubicBezTo>
                  <a:pt x="2257425" y="2448033"/>
                  <a:pt x="2136242" y="2472355"/>
                  <a:pt x="2070056" y="2443564"/>
                </a:cubicBezTo>
                <a:close/>
                <a:moveTo>
                  <a:pt x="2545556" y="2193709"/>
                </a:moveTo>
                <a:cubicBezTo>
                  <a:pt x="2554724" y="2191313"/>
                  <a:pt x="2569725" y="2191313"/>
                  <a:pt x="2578893" y="2193709"/>
                </a:cubicBezTo>
                <a:cubicBezTo>
                  <a:pt x="2588061" y="2196104"/>
                  <a:pt x="2580560" y="2198065"/>
                  <a:pt x="2562225" y="2198065"/>
                </a:cubicBezTo>
                <a:cubicBezTo>
                  <a:pt x="2543889" y="2198065"/>
                  <a:pt x="2536388" y="2196104"/>
                  <a:pt x="2545556" y="2193709"/>
                </a:cubicBezTo>
                <a:close/>
                <a:moveTo>
                  <a:pt x="2640806" y="2189187"/>
                </a:moveTo>
                <a:cubicBezTo>
                  <a:pt x="2655212" y="2183934"/>
                  <a:pt x="2667000" y="2175708"/>
                  <a:pt x="2667000" y="2170906"/>
                </a:cubicBezTo>
                <a:cubicBezTo>
                  <a:pt x="2667000" y="2166104"/>
                  <a:pt x="2678787" y="2162672"/>
                  <a:pt x="2693193" y="2163279"/>
                </a:cubicBezTo>
                <a:cubicBezTo>
                  <a:pt x="2709527" y="2163968"/>
                  <a:pt x="2713069" y="2166032"/>
                  <a:pt x="2702602" y="2168763"/>
                </a:cubicBezTo>
                <a:cubicBezTo>
                  <a:pt x="2693370" y="2171171"/>
                  <a:pt x="2687877" y="2176475"/>
                  <a:pt x="2690395" y="2180550"/>
                </a:cubicBezTo>
                <a:cubicBezTo>
                  <a:pt x="2695096" y="2188156"/>
                  <a:pt x="2800360" y="2174941"/>
                  <a:pt x="2809533" y="2165594"/>
                </a:cubicBezTo>
                <a:cubicBezTo>
                  <a:pt x="2812340" y="2162733"/>
                  <a:pt x="2794277" y="2163423"/>
                  <a:pt x="2769393" y="2167128"/>
                </a:cubicBezTo>
                <a:cubicBezTo>
                  <a:pt x="2738473" y="2171730"/>
                  <a:pt x="2724150" y="2170505"/>
                  <a:pt x="2724150" y="2163256"/>
                </a:cubicBezTo>
                <a:cubicBezTo>
                  <a:pt x="2724150" y="2155926"/>
                  <a:pt x="2686629" y="2153194"/>
                  <a:pt x="2602706" y="2154411"/>
                </a:cubicBezTo>
                <a:cubicBezTo>
                  <a:pt x="2535912" y="2155381"/>
                  <a:pt x="2503765" y="2157748"/>
                  <a:pt x="2531268" y="2159672"/>
                </a:cubicBezTo>
                <a:cubicBezTo>
                  <a:pt x="2558772" y="2161596"/>
                  <a:pt x="2581275" y="2167697"/>
                  <a:pt x="2581275" y="2173230"/>
                </a:cubicBezTo>
                <a:cubicBezTo>
                  <a:pt x="2581275" y="2178963"/>
                  <a:pt x="2571877" y="2180931"/>
                  <a:pt x="2559423" y="2177805"/>
                </a:cubicBezTo>
                <a:cubicBezTo>
                  <a:pt x="2501279" y="2163212"/>
                  <a:pt x="2136401" y="2151448"/>
                  <a:pt x="2067121" y="2161933"/>
                </a:cubicBezTo>
                <a:cubicBezTo>
                  <a:pt x="2021551" y="2168830"/>
                  <a:pt x="1967988" y="2169980"/>
                  <a:pt x="1919907" y="2165093"/>
                </a:cubicBezTo>
                <a:lnTo>
                  <a:pt x="1844327" y="2157412"/>
                </a:lnTo>
                <a:lnTo>
                  <a:pt x="1780293" y="2076450"/>
                </a:lnTo>
                <a:cubicBezTo>
                  <a:pt x="1745075" y="2031920"/>
                  <a:pt x="1702847" y="1970477"/>
                  <a:pt x="1686454" y="1939909"/>
                </a:cubicBezTo>
                <a:lnTo>
                  <a:pt x="1656647" y="1884330"/>
                </a:lnTo>
                <a:lnTo>
                  <a:pt x="1866906" y="1887521"/>
                </a:lnTo>
                <a:cubicBezTo>
                  <a:pt x="2009185" y="1889680"/>
                  <a:pt x="2079358" y="1894180"/>
                  <a:pt x="2083951" y="1901438"/>
                </a:cubicBezTo>
                <a:cubicBezTo>
                  <a:pt x="2088586" y="1908763"/>
                  <a:pt x="2140560" y="1911783"/>
                  <a:pt x="2247900" y="1910963"/>
                </a:cubicBezTo>
                <a:cubicBezTo>
                  <a:pt x="2334339" y="1910302"/>
                  <a:pt x="2447925" y="1912722"/>
                  <a:pt x="2500312" y="1916340"/>
                </a:cubicBezTo>
                <a:cubicBezTo>
                  <a:pt x="2553073" y="1919984"/>
                  <a:pt x="2578566" y="1919524"/>
                  <a:pt x="2557462" y="1915310"/>
                </a:cubicBezTo>
                <a:lnTo>
                  <a:pt x="2519362" y="1907703"/>
                </a:lnTo>
                <a:lnTo>
                  <a:pt x="2552700" y="1906205"/>
                </a:lnTo>
                <a:cubicBezTo>
                  <a:pt x="2574530" y="1905225"/>
                  <a:pt x="2581719" y="1901970"/>
                  <a:pt x="2573528" y="1896775"/>
                </a:cubicBezTo>
                <a:cubicBezTo>
                  <a:pt x="2566043" y="1892029"/>
                  <a:pt x="2588999" y="1887837"/>
                  <a:pt x="2630678" y="1886338"/>
                </a:cubicBezTo>
                <a:cubicBezTo>
                  <a:pt x="2788399" y="1880669"/>
                  <a:pt x="2879098" y="1883645"/>
                  <a:pt x="2872528" y="1894276"/>
                </a:cubicBezTo>
                <a:cubicBezTo>
                  <a:pt x="2869697" y="1898856"/>
                  <a:pt x="2899887" y="1902981"/>
                  <a:pt x="2939615" y="1903444"/>
                </a:cubicBezTo>
                <a:cubicBezTo>
                  <a:pt x="2979344" y="1903906"/>
                  <a:pt x="3017615" y="1909071"/>
                  <a:pt x="3024663" y="1914920"/>
                </a:cubicBezTo>
                <a:cubicBezTo>
                  <a:pt x="3032578" y="1921488"/>
                  <a:pt x="3043200" y="1922351"/>
                  <a:pt x="3052447" y="1917176"/>
                </a:cubicBezTo>
                <a:cubicBezTo>
                  <a:pt x="3060681" y="1912569"/>
                  <a:pt x="3091981" y="1911836"/>
                  <a:pt x="3122002" y="1915548"/>
                </a:cubicBezTo>
                <a:cubicBezTo>
                  <a:pt x="3152024" y="1919260"/>
                  <a:pt x="3221593" y="1920628"/>
                  <a:pt x="3276600" y="1918587"/>
                </a:cubicBezTo>
                <a:cubicBezTo>
                  <a:pt x="3348984" y="1915902"/>
                  <a:pt x="3371952" y="1917621"/>
                  <a:pt x="3359743" y="1924811"/>
                </a:cubicBezTo>
                <a:cubicBezTo>
                  <a:pt x="3334220" y="1939842"/>
                  <a:pt x="3349308" y="1952625"/>
                  <a:pt x="3392573" y="1952625"/>
                </a:cubicBezTo>
                <a:cubicBezTo>
                  <a:pt x="3426532" y="1952625"/>
                  <a:pt x="3430617" y="1950313"/>
                  <a:pt x="3426240" y="1933575"/>
                </a:cubicBezTo>
                <a:cubicBezTo>
                  <a:pt x="3420031" y="1909832"/>
                  <a:pt x="3448920" y="1907231"/>
                  <a:pt x="3471214" y="1929525"/>
                </a:cubicBezTo>
                <a:cubicBezTo>
                  <a:pt x="3489063" y="1947374"/>
                  <a:pt x="3624241" y="1941349"/>
                  <a:pt x="3717900" y="1918530"/>
                </a:cubicBezTo>
                <a:cubicBezTo>
                  <a:pt x="3748446" y="1911088"/>
                  <a:pt x="3775454" y="1905000"/>
                  <a:pt x="3777917" y="1905000"/>
                </a:cubicBezTo>
                <a:cubicBezTo>
                  <a:pt x="3801240" y="1905000"/>
                  <a:pt x="3834093" y="2142521"/>
                  <a:pt x="3812607" y="2155800"/>
                </a:cubicBezTo>
                <a:cubicBezTo>
                  <a:pt x="3781597" y="2174966"/>
                  <a:pt x="3292873" y="2190935"/>
                  <a:pt x="3176587" y="2176582"/>
                </a:cubicBezTo>
                <a:cubicBezTo>
                  <a:pt x="3076129" y="2164183"/>
                  <a:pt x="2886124" y="2165732"/>
                  <a:pt x="2877914" y="2179017"/>
                </a:cubicBezTo>
                <a:cubicBezTo>
                  <a:pt x="2874187" y="2185047"/>
                  <a:pt x="2819053" y="2191166"/>
                  <a:pt x="2743110" y="2193979"/>
                </a:cubicBezTo>
                <a:cubicBezTo>
                  <a:pt x="2651040" y="2197388"/>
                  <a:pt x="2622038" y="2196030"/>
                  <a:pt x="2640806" y="2189187"/>
                </a:cubicBezTo>
                <a:close/>
                <a:moveTo>
                  <a:pt x="646467" y="2154651"/>
                </a:moveTo>
                <a:lnTo>
                  <a:pt x="573797" y="2151890"/>
                </a:lnTo>
                <a:lnTo>
                  <a:pt x="558361" y="2111470"/>
                </a:lnTo>
                <a:cubicBezTo>
                  <a:pt x="520046" y="2011145"/>
                  <a:pt x="582646" y="1884226"/>
                  <a:pt x="668168" y="1888838"/>
                </a:cubicBezTo>
                <a:cubicBezTo>
                  <a:pt x="687284" y="1889869"/>
                  <a:pt x="700962" y="1893927"/>
                  <a:pt x="698562" y="1897856"/>
                </a:cubicBezTo>
                <a:cubicBezTo>
                  <a:pt x="694595" y="1904354"/>
                  <a:pt x="807121" y="1908424"/>
                  <a:pt x="914400" y="1905663"/>
                </a:cubicBezTo>
                <a:cubicBezTo>
                  <a:pt x="954453" y="1904632"/>
                  <a:pt x="956050" y="1905510"/>
                  <a:pt x="938773" y="1919067"/>
                </a:cubicBezTo>
                <a:cubicBezTo>
                  <a:pt x="928604" y="1927046"/>
                  <a:pt x="915476" y="1933575"/>
                  <a:pt x="909599" y="1933575"/>
                </a:cubicBezTo>
                <a:cubicBezTo>
                  <a:pt x="876953" y="1933575"/>
                  <a:pt x="733425" y="2019130"/>
                  <a:pt x="733425" y="2038590"/>
                </a:cubicBezTo>
                <a:cubicBezTo>
                  <a:pt x="733425" y="2056945"/>
                  <a:pt x="868416" y="2111021"/>
                  <a:pt x="886436" y="2099884"/>
                </a:cubicBezTo>
                <a:cubicBezTo>
                  <a:pt x="891799" y="2096569"/>
                  <a:pt x="906491" y="2100609"/>
                  <a:pt x="919084" y="2108860"/>
                </a:cubicBezTo>
                <a:cubicBezTo>
                  <a:pt x="933154" y="2118079"/>
                  <a:pt x="944225" y="2120231"/>
                  <a:pt x="947802" y="2114444"/>
                </a:cubicBezTo>
                <a:cubicBezTo>
                  <a:pt x="955577" y="2101864"/>
                  <a:pt x="997373" y="2102392"/>
                  <a:pt x="1005270" y="2115170"/>
                </a:cubicBezTo>
                <a:cubicBezTo>
                  <a:pt x="1009411" y="2121869"/>
                  <a:pt x="1017311" y="2120094"/>
                  <a:pt x="1028525" y="2109945"/>
                </a:cubicBezTo>
                <a:cubicBezTo>
                  <a:pt x="1039618" y="2099906"/>
                  <a:pt x="1053798" y="2096655"/>
                  <a:pt x="1069403" y="2100571"/>
                </a:cubicBezTo>
                <a:cubicBezTo>
                  <a:pt x="1082811" y="2103937"/>
                  <a:pt x="1096089" y="2102050"/>
                  <a:pt x="1099660" y="2096271"/>
                </a:cubicBezTo>
                <a:cubicBezTo>
                  <a:pt x="1103160" y="2090608"/>
                  <a:pt x="1116233" y="2085975"/>
                  <a:pt x="1128712" y="2085975"/>
                </a:cubicBezTo>
                <a:cubicBezTo>
                  <a:pt x="1141191" y="2085975"/>
                  <a:pt x="1154049" y="2081688"/>
                  <a:pt x="1157287" y="2076450"/>
                </a:cubicBezTo>
                <a:cubicBezTo>
                  <a:pt x="1160525" y="2071211"/>
                  <a:pt x="1169556" y="2066925"/>
                  <a:pt x="1177357" y="2066925"/>
                </a:cubicBezTo>
                <a:cubicBezTo>
                  <a:pt x="1203722" y="2066925"/>
                  <a:pt x="1290264" y="2003523"/>
                  <a:pt x="1357312" y="1935089"/>
                </a:cubicBezTo>
                <a:lnTo>
                  <a:pt x="1423987" y="1867035"/>
                </a:lnTo>
                <a:lnTo>
                  <a:pt x="1485900" y="1867516"/>
                </a:lnTo>
                <a:cubicBezTo>
                  <a:pt x="1540605" y="1867941"/>
                  <a:pt x="1643016" y="1882010"/>
                  <a:pt x="1612106" y="1884854"/>
                </a:cubicBezTo>
                <a:cubicBezTo>
                  <a:pt x="1605557" y="1885457"/>
                  <a:pt x="1600200" y="1893820"/>
                  <a:pt x="1600200" y="1903438"/>
                </a:cubicBezTo>
                <a:cubicBezTo>
                  <a:pt x="1600200" y="1922027"/>
                  <a:pt x="1530792" y="2013796"/>
                  <a:pt x="1460831" y="2087708"/>
                </a:cubicBezTo>
                <a:cubicBezTo>
                  <a:pt x="1413573" y="2137635"/>
                  <a:pt x="1370848" y="2149001"/>
                  <a:pt x="1260861" y="2140907"/>
                </a:cubicBezTo>
                <a:cubicBezTo>
                  <a:pt x="1230089" y="2138642"/>
                  <a:pt x="1149191" y="2142738"/>
                  <a:pt x="1081087" y="2150009"/>
                </a:cubicBezTo>
                <a:cubicBezTo>
                  <a:pt x="969579" y="2161915"/>
                  <a:pt x="866582" y="2163014"/>
                  <a:pt x="646467" y="2154651"/>
                </a:cubicBezTo>
                <a:close/>
                <a:moveTo>
                  <a:pt x="3407739" y="1974394"/>
                </a:moveTo>
                <a:cubicBezTo>
                  <a:pt x="3393426" y="1972220"/>
                  <a:pt x="3367709" y="1972177"/>
                  <a:pt x="3350589" y="1974296"/>
                </a:cubicBezTo>
                <a:cubicBezTo>
                  <a:pt x="3333469" y="1976416"/>
                  <a:pt x="3345180" y="1978195"/>
                  <a:pt x="3376612" y="1978248"/>
                </a:cubicBezTo>
                <a:cubicBezTo>
                  <a:pt x="3408045" y="1978301"/>
                  <a:pt x="3422052" y="1976567"/>
                  <a:pt x="3407739" y="1974394"/>
                </a:cubicBezTo>
                <a:close/>
                <a:moveTo>
                  <a:pt x="3228181" y="1968119"/>
                </a:moveTo>
                <a:cubicBezTo>
                  <a:pt x="3225998" y="1966163"/>
                  <a:pt x="3183493" y="1962239"/>
                  <a:pt x="3133725" y="1959398"/>
                </a:cubicBezTo>
                <a:cubicBezTo>
                  <a:pt x="3080927" y="1956385"/>
                  <a:pt x="3057123" y="1957343"/>
                  <a:pt x="3076575" y="1961700"/>
                </a:cubicBezTo>
                <a:cubicBezTo>
                  <a:pt x="3110532" y="1969306"/>
                  <a:pt x="3235407" y="1974593"/>
                  <a:pt x="3228181" y="1968119"/>
                </a:cubicBezTo>
                <a:close/>
                <a:moveTo>
                  <a:pt x="3026568" y="1955584"/>
                </a:moveTo>
                <a:cubicBezTo>
                  <a:pt x="3017400" y="1953188"/>
                  <a:pt x="3002399" y="1953188"/>
                  <a:pt x="2993231" y="1955584"/>
                </a:cubicBezTo>
                <a:cubicBezTo>
                  <a:pt x="2984063" y="1957979"/>
                  <a:pt x="2991564" y="1959940"/>
                  <a:pt x="3009900" y="1959940"/>
                </a:cubicBezTo>
                <a:cubicBezTo>
                  <a:pt x="3028235" y="1959940"/>
                  <a:pt x="3035736" y="1957979"/>
                  <a:pt x="3026568" y="1955584"/>
                </a:cubicBezTo>
                <a:close/>
                <a:moveTo>
                  <a:pt x="1800225" y="1760757"/>
                </a:moveTo>
                <a:cubicBezTo>
                  <a:pt x="1656451" y="1749973"/>
                  <a:pt x="1667090" y="1758209"/>
                  <a:pt x="1681409" y="1668785"/>
                </a:cubicBezTo>
                <a:cubicBezTo>
                  <a:pt x="1699883" y="1553406"/>
                  <a:pt x="1703070" y="1549779"/>
                  <a:pt x="1782058" y="1554242"/>
                </a:cubicBezTo>
                <a:cubicBezTo>
                  <a:pt x="1818243" y="1556287"/>
                  <a:pt x="1847850" y="1554605"/>
                  <a:pt x="1847850" y="1550505"/>
                </a:cubicBezTo>
                <a:cubicBezTo>
                  <a:pt x="1847850" y="1546404"/>
                  <a:pt x="1819464" y="1543050"/>
                  <a:pt x="1784771" y="1543050"/>
                </a:cubicBezTo>
                <a:cubicBezTo>
                  <a:pt x="1729781" y="1543050"/>
                  <a:pt x="1723212" y="1541217"/>
                  <a:pt x="1733550" y="1528762"/>
                </a:cubicBezTo>
                <a:cubicBezTo>
                  <a:pt x="1746563" y="1513082"/>
                  <a:pt x="1795458" y="1508595"/>
                  <a:pt x="1785966" y="1523952"/>
                </a:cubicBezTo>
                <a:cubicBezTo>
                  <a:pt x="1782413" y="1529701"/>
                  <a:pt x="1796243" y="1533249"/>
                  <a:pt x="1821123" y="1532972"/>
                </a:cubicBezTo>
                <a:cubicBezTo>
                  <a:pt x="1891904" y="1532183"/>
                  <a:pt x="1971828" y="1522428"/>
                  <a:pt x="1967317" y="1515129"/>
                </a:cubicBezTo>
                <a:cubicBezTo>
                  <a:pt x="1964936" y="1511277"/>
                  <a:pt x="1950769" y="1509919"/>
                  <a:pt x="1935833" y="1512111"/>
                </a:cubicBezTo>
                <a:cubicBezTo>
                  <a:pt x="1918987" y="1514584"/>
                  <a:pt x="1904088" y="1510566"/>
                  <a:pt x="1896587" y="1501527"/>
                </a:cubicBezTo>
                <a:cubicBezTo>
                  <a:pt x="1885871" y="1488616"/>
                  <a:pt x="1895148" y="1486996"/>
                  <a:pt x="1978091" y="1487291"/>
                </a:cubicBezTo>
                <a:cubicBezTo>
                  <a:pt x="2029569" y="1487474"/>
                  <a:pt x="2110263" y="1482977"/>
                  <a:pt x="2157412" y="1477297"/>
                </a:cubicBezTo>
                <a:cubicBezTo>
                  <a:pt x="2204561" y="1471617"/>
                  <a:pt x="2309574" y="1464511"/>
                  <a:pt x="2390775" y="1461506"/>
                </a:cubicBezTo>
                <a:cubicBezTo>
                  <a:pt x="2471975" y="1458501"/>
                  <a:pt x="2558869" y="1452069"/>
                  <a:pt x="2583872" y="1447212"/>
                </a:cubicBezTo>
                <a:cubicBezTo>
                  <a:pt x="2616379" y="1440899"/>
                  <a:pt x="2634552" y="1441643"/>
                  <a:pt x="2647653" y="1449825"/>
                </a:cubicBezTo>
                <a:cubicBezTo>
                  <a:pt x="2661622" y="1458548"/>
                  <a:pt x="2691557" y="1458874"/>
                  <a:pt x="2773644" y="1451194"/>
                </a:cubicBezTo>
                <a:cubicBezTo>
                  <a:pt x="2832861" y="1445654"/>
                  <a:pt x="2912503" y="1443748"/>
                  <a:pt x="2950626" y="1446957"/>
                </a:cubicBezTo>
                <a:cubicBezTo>
                  <a:pt x="2988749" y="1450166"/>
                  <a:pt x="3029468" y="1449097"/>
                  <a:pt x="3041114" y="1444580"/>
                </a:cubicBezTo>
                <a:cubicBezTo>
                  <a:pt x="3064463" y="1435525"/>
                  <a:pt x="3229842" y="1442870"/>
                  <a:pt x="3319462" y="1456943"/>
                </a:cubicBezTo>
                <a:cubicBezTo>
                  <a:pt x="3350895" y="1461878"/>
                  <a:pt x="3413045" y="1468546"/>
                  <a:pt x="3457575" y="1471760"/>
                </a:cubicBezTo>
                <a:cubicBezTo>
                  <a:pt x="3502104" y="1474973"/>
                  <a:pt x="3543496" y="1482684"/>
                  <a:pt x="3549556" y="1488895"/>
                </a:cubicBezTo>
                <a:cubicBezTo>
                  <a:pt x="3569566" y="1509401"/>
                  <a:pt x="3688588" y="1724786"/>
                  <a:pt x="3682998" y="1730376"/>
                </a:cubicBezTo>
                <a:cubicBezTo>
                  <a:pt x="3668695" y="1744679"/>
                  <a:pt x="3380423" y="1744315"/>
                  <a:pt x="3262312" y="1729844"/>
                </a:cubicBezTo>
                <a:cubicBezTo>
                  <a:pt x="3145839" y="1715573"/>
                  <a:pt x="2849011" y="1709573"/>
                  <a:pt x="2652643" y="1717519"/>
                </a:cubicBezTo>
                <a:cubicBezTo>
                  <a:pt x="2610694" y="1719217"/>
                  <a:pt x="2542210" y="1717342"/>
                  <a:pt x="2500456" y="1713354"/>
                </a:cubicBezTo>
                <a:cubicBezTo>
                  <a:pt x="2458702" y="1709365"/>
                  <a:pt x="2422300" y="1709063"/>
                  <a:pt x="2419563" y="1712682"/>
                </a:cubicBezTo>
                <a:cubicBezTo>
                  <a:pt x="2414060" y="1719958"/>
                  <a:pt x="2404595" y="1721813"/>
                  <a:pt x="2314575" y="1733258"/>
                </a:cubicBezTo>
                <a:cubicBezTo>
                  <a:pt x="2084454" y="1762514"/>
                  <a:pt x="1932189" y="1770654"/>
                  <a:pt x="1800225" y="1760757"/>
                </a:cubicBezTo>
                <a:close/>
                <a:moveTo>
                  <a:pt x="1111136" y="1705609"/>
                </a:moveTo>
                <a:lnTo>
                  <a:pt x="1036410" y="1700212"/>
                </a:lnTo>
                <a:lnTo>
                  <a:pt x="1065412" y="1678850"/>
                </a:lnTo>
                <a:cubicBezTo>
                  <a:pt x="1108443" y="1647156"/>
                  <a:pt x="1126957" y="1600007"/>
                  <a:pt x="1126957" y="1522116"/>
                </a:cubicBezTo>
                <a:lnTo>
                  <a:pt x="1126957" y="1455322"/>
                </a:lnTo>
                <a:lnTo>
                  <a:pt x="1208797" y="1462108"/>
                </a:lnTo>
                <a:cubicBezTo>
                  <a:pt x="1283558" y="1468307"/>
                  <a:pt x="1304371" y="1476241"/>
                  <a:pt x="1304779" y="1498697"/>
                </a:cubicBezTo>
                <a:cubicBezTo>
                  <a:pt x="1304859" y="1503117"/>
                  <a:pt x="1296748" y="1508871"/>
                  <a:pt x="1286755" y="1511484"/>
                </a:cubicBezTo>
                <a:cubicBezTo>
                  <a:pt x="1268879" y="1516159"/>
                  <a:pt x="1268879" y="1516529"/>
                  <a:pt x="1286755" y="1534405"/>
                </a:cubicBezTo>
                <a:cubicBezTo>
                  <a:pt x="1308168" y="1555818"/>
                  <a:pt x="1309875" y="1574839"/>
                  <a:pt x="1291988" y="1592725"/>
                </a:cubicBezTo>
                <a:cubicBezTo>
                  <a:pt x="1284058" y="1600656"/>
                  <a:pt x="1280824" y="1617730"/>
                  <a:pt x="1283631" y="1636854"/>
                </a:cubicBezTo>
                <a:cubicBezTo>
                  <a:pt x="1287436" y="1662785"/>
                  <a:pt x="1284753" y="1668951"/>
                  <a:pt x="1267725" y="1673404"/>
                </a:cubicBezTo>
                <a:cubicBezTo>
                  <a:pt x="1252894" y="1677283"/>
                  <a:pt x="1248806" y="1683693"/>
                  <a:pt x="1252912" y="1696630"/>
                </a:cubicBezTo>
                <a:cubicBezTo>
                  <a:pt x="1259190" y="1716410"/>
                  <a:pt x="1259987" y="1716360"/>
                  <a:pt x="1111136" y="1705609"/>
                </a:cubicBezTo>
                <a:close/>
                <a:moveTo>
                  <a:pt x="1924050" y="1554118"/>
                </a:moveTo>
                <a:cubicBezTo>
                  <a:pt x="1924050" y="1549728"/>
                  <a:pt x="1909048" y="1545572"/>
                  <a:pt x="1890712" y="1544883"/>
                </a:cubicBezTo>
                <a:cubicBezTo>
                  <a:pt x="1872376" y="1544194"/>
                  <a:pt x="1857375" y="1547785"/>
                  <a:pt x="1857375" y="1552865"/>
                </a:cubicBezTo>
                <a:cubicBezTo>
                  <a:pt x="1857375" y="1557944"/>
                  <a:pt x="1872376" y="1562100"/>
                  <a:pt x="1890712" y="1562100"/>
                </a:cubicBezTo>
                <a:cubicBezTo>
                  <a:pt x="1909048" y="1562100"/>
                  <a:pt x="1924050" y="1558508"/>
                  <a:pt x="1924050" y="1554118"/>
                </a:cubicBezTo>
                <a:close/>
                <a:moveTo>
                  <a:pt x="1981200" y="1552575"/>
                </a:moveTo>
                <a:cubicBezTo>
                  <a:pt x="1992041" y="1545568"/>
                  <a:pt x="1988022" y="1543306"/>
                  <a:pt x="1964531" y="1543195"/>
                </a:cubicBezTo>
                <a:cubicBezTo>
                  <a:pt x="1947505" y="1543115"/>
                  <a:pt x="1933575" y="1547336"/>
                  <a:pt x="1933575" y="1552575"/>
                </a:cubicBezTo>
                <a:cubicBezTo>
                  <a:pt x="1933575" y="1564673"/>
                  <a:pt x="1962478" y="1564673"/>
                  <a:pt x="1981200" y="1552575"/>
                </a:cubicBezTo>
                <a:close/>
                <a:moveTo>
                  <a:pt x="1819275" y="1495243"/>
                </a:moveTo>
                <a:cubicBezTo>
                  <a:pt x="1819275" y="1489481"/>
                  <a:pt x="1829918" y="1488090"/>
                  <a:pt x="1845468" y="1491820"/>
                </a:cubicBezTo>
                <a:cubicBezTo>
                  <a:pt x="1882863" y="1500792"/>
                  <a:pt x="1884120" y="1504950"/>
                  <a:pt x="1849437" y="1504950"/>
                </a:cubicBezTo>
                <a:cubicBezTo>
                  <a:pt x="1832848" y="1504950"/>
                  <a:pt x="1819275" y="1500582"/>
                  <a:pt x="1819275" y="1495243"/>
                </a:cubicBezTo>
                <a:close/>
                <a:moveTo>
                  <a:pt x="3778283" y="1284686"/>
                </a:moveTo>
                <a:cubicBezTo>
                  <a:pt x="3768697" y="1279112"/>
                  <a:pt x="3741908" y="1276059"/>
                  <a:pt x="3718752" y="1277901"/>
                </a:cubicBezTo>
                <a:cubicBezTo>
                  <a:pt x="3695596" y="1279742"/>
                  <a:pt x="3676650" y="1278041"/>
                  <a:pt x="3676650" y="1274119"/>
                </a:cubicBezTo>
                <a:cubicBezTo>
                  <a:pt x="3676650" y="1270198"/>
                  <a:pt x="3656290" y="1267203"/>
                  <a:pt x="3631406" y="1267464"/>
                </a:cubicBezTo>
                <a:cubicBezTo>
                  <a:pt x="3576605" y="1268040"/>
                  <a:pt x="3470032" y="1260825"/>
                  <a:pt x="3367087" y="1249572"/>
                </a:cubicBezTo>
                <a:cubicBezTo>
                  <a:pt x="3325177" y="1244991"/>
                  <a:pt x="3284458" y="1244022"/>
                  <a:pt x="3276600" y="1247419"/>
                </a:cubicBezTo>
                <a:cubicBezTo>
                  <a:pt x="3268741" y="1250816"/>
                  <a:pt x="3159442" y="1251968"/>
                  <a:pt x="3033712" y="1249977"/>
                </a:cubicBezTo>
                <a:cubicBezTo>
                  <a:pt x="2907982" y="1247987"/>
                  <a:pt x="2779395" y="1246896"/>
                  <a:pt x="2747962" y="1247552"/>
                </a:cubicBezTo>
                <a:cubicBezTo>
                  <a:pt x="2716530" y="1248208"/>
                  <a:pt x="2616830" y="1248457"/>
                  <a:pt x="2526407" y="1248105"/>
                </a:cubicBezTo>
                <a:cubicBezTo>
                  <a:pt x="2388044" y="1247566"/>
                  <a:pt x="2358151" y="1249988"/>
                  <a:pt x="2337691" y="1263394"/>
                </a:cubicBezTo>
                <a:cubicBezTo>
                  <a:pt x="2316038" y="1277581"/>
                  <a:pt x="2293399" y="1278509"/>
                  <a:pt x="2130621" y="1271880"/>
                </a:cubicBezTo>
                <a:cubicBezTo>
                  <a:pt x="2030104" y="1267786"/>
                  <a:pt x="1930717" y="1264790"/>
                  <a:pt x="1909762" y="1265223"/>
                </a:cubicBezTo>
                <a:cubicBezTo>
                  <a:pt x="1578453" y="1272061"/>
                  <a:pt x="1423961" y="1277188"/>
                  <a:pt x="1404877" y="1281978"/>
                </a:cubicBezTo>
                <a:cubicBezTo>
                  <a:pt x="1365850" y="1291773"/>
                  <a:pt x="1356543" y="1255765"/>
                  <a:pt x="1369495" y="1145080"/>
                </a:cubicBezTo>
                <a:cubicBezTo>
                  <a:pt x="1375444" y="1094244"/>
                  <a:pt x="1377280" y="1049672"/>
                  <a:pt x="1373574" y="1046031"/>
                </a:cubicBezTo>
                <a:cubicBezTo>
                  <a:pt x="1363334" y="1035967"/>
                  <a:pt x="1273264" y="1069480"/>
                  <a:pt x="1226956" y="1100584"/>
                </a:cubicBezTo>
                <a:lnTo>
                  <a:pt x="1185862" y="1128185"/>
                </a:lnTo>
                <a:lnTo>
                  <a:pt x="1225519" y="1133742"/>
                </a:lnTo>
                <a:cubicBezTo>
                  <a:pt x="1291779" y="1143026"/>
                  <a:pt x="1312813" y="1174236"/>
                  <a:pt x="1278731" y="1212697"/>
                </a:cubicBezTo>
                <a:cubicBezTo>
                  <a:pt x="1266513" y="1226485"/>
                  <a:pt x="1265241" y="1232620"/>
                  <a:pt x="1273968" y="1235672"/>
                </a:cubicBezTo>
                <a:cubicBezTo>
                  <a:pt x="1280517" y="1237963"/>
                  <a:pt x="1285875" y="1248052"/>
                  <a:pt x="1285875" y="1258093"/>
                </a:cubicBezTo>
                <a:cubicBezTo>
                  <a:pt x="1285875" y="1273780"/>
                  <a:pt x="1278836" y="1276335"/>
                  <a:pt x="1235868" y="1276245"/>
                </a:cubicBezTo>
                <a:cubicBezTo>
                  <a:pt x="1118670" y="1275999"/>
                  <a:pt x="1081653" y="1251334"/>
                  <a:pt x="1117158" y="1197147"/>
                </a:cubicBezTo>
                <a:cubicBezTo>
                  <a:pt x="1127403" y="1181511"/>
                  <a:pt x="1128822" y="1170418"/>
                  <a:pt x="1122111" y="1158426"/>
                </a:cubicBezTo>
                <a:cubicBezTo>
                  <a:pt x="1101657" y="1121876"/>
                  <a:pt x="1166320" y="1030607"/>
                  <a:pt x="1238250" y="994500"/>
                </a:cubicBezTo>
                <a:cubicBezTo>
                  <a:pt x="1285163" y="970952"/>
                  <a:pt x="1666874" y="968823"/>
                  <a:pt x="1666875" y="992110"/>
                </a:cubicBezTo>
                <a:cubicBezTo>
                  <a:pt x="1666875" y="996518"/>
                  <a:pt x="1682948" y="999697"/>
                  <a:pt x="1702593" y="999175"/>
                </a:cubicBezTo>
                <a:cubicBezTo>
                  <a:pt x="1734471" y="998328"/>
                  <a:pt x="1735751" y="997405"/>
                  <a:pt x="1714500" y="990600"/>
                </a:cubicBezTo>
                <a:cubicBezTo>
                  <a:pt x="1691305" y="983171"/>
                  <a:pt x="1691441" y="982949"/>
                  <a:pt x="1719738" y="982024"/>
                </a:cubicBezTo>
                <a:cubicBezTo>
                  <a:pt x="1735716" y="981502"/>
                  <a:pt x="1754111" y="975753"/>
                  <a:pt x="1760616" y="969248"/>
                </a:cubicBezTo>
                <a:cubicBezTo>
                  <a:pt x="1768701" y="961163"/>
                  <a:pt x="1774577" y="960604"/>
                  <a:pt x="1779190" y="967483"/>
                </a:cubicBezTo>
                <a:cubicBezTo>
                  <a:pt x="1782901" y="973016"/>
                  <a:pt x="1803082" y="978570"/>
                  <a:pt x="1824037" y="979824"/>
                </a:cubicBezTo>
                <a:cubicBezTo>
                  <a:pt x="1844992" y="981078"/>
                  <a:pt x="1877139" y="984339"/>
                  <a:pt x="1895475" y="987070"/>
                </a:cubicBezTo>
                <a:cubicBezTo>
                  <a:pt x="1913810" y="989802"/>
                  <a:pt x="1959887" y="994196"/>
                  <a:pt x="1997868" y="996834"/>
                </a:cubicBezTo>
                <a:cubicBezTo>
                  <a:pt x="2062749" y="1001340"/>
                  <a:pt x="2066925" y="1002990"/>
                  <a:pt x="2066925" y="1024127"/>
                </a:cubicBezTo>
                <a:cubicBezTo>
                  <a:pt x="2066925" y="1058681"/>
                  <a:pt x="2083496" y="1061120"/>
                  <a:pt x="2100101" y="1029011"/>
                </a:cubicBezTo>
                <a:cubicBezTo>
                  <a:pt x="2113440" y="1003216"/>
                  <a:pt x="2119854" y="1000055"/>
                  <a:pt x="2160038" y="999478"/>
                </a:cubicBezTo>
                <a:cubicBezTo>
                  <a:pt x="2184787" y="999122"/>
                  <a:pt x="2246828" y="996665"/>
                  <a:pt x="2297906" y="994018"/>
                </a:cubicBezTo>
                <a:cubicBezTo>
                  <a:pt x="2364423" y="990571"/>
                  <a:pt x="2390774" y="992319"/>
                  <a:pt x="2390774" y="1000179"/>
                </a:cubicBezTo>
                <a:cubicBezTo>
                  <a:pt x="2390774" y="1008166"/>
                  <a:pt x="2414747" y="1009273"/>
                  <a:pt x="2478881" y="1004247"/>
                </a:cubicBezTo>
                <a:cubicBezTo>
                  <a:pt x="2527339" y="1000450"/>
                  <a:pt x="2678430" y="996252"/>
                  <a:pt x="2814637" y="994919"/>
                </a:cubicBezTo>
                <a:cubicBezTo>
                  <a:pt x="2950845" y="993586"/>
                  <a:pt x="3099328" y="989529"/>
                  <a:pt x="3144601" y="985903"/>
                </a:cubicBezTo>
                <a:lnTo>
                  <a:pt x="3226915" y="979309"/>
                </a:lnTo>
                <a:lnTo>
                  <a:pt x="3238998" y="1015911"/>
                </a:lnTo>
                <a:lnTo>
                  <a:pt x="3251080" y="1052512"/>
                </a:lnTo>
                <a:lnTo>
                  <a:pt x="3262031" y="1019999"/>
                </a:lnTo>
                <a:cubicBezTo>
                  <a:pt x="3275265" y="980707"/>
                  <a:pt x="3277535" y="980277"/>
                  <a:pt x="3391077" y="995573"/>
                </a:cubicBezTo>
                <a:cubicBezTo>
                  <a:pt x="3440748" y="1002265"/>
                  <a:pt x="3502818" y="1010371"/>
                  <a:pt x="3529012" y="1013588"/>
                </a:cubicBezTo>
                <a:cubicBezTo>
                  <a:pt x="3555206" y="1016805"/>
                  <a:pt x="3661725" y="1014470"/>
                  <a:pt x="3765722" y="1008400"/>
                </a:cubicBezTo>
                <a:cubicBezTo>
                  <a:pt x="3920400" y="999372"/>
                  <a:pt x="3956209" y="999632"/>
                  <a:pt x="3962512" y="1009832"/>
                </a:cubicBezTo>
                <a:cubicBezTo>
                  <a:pt x="3981024" y="1039784"/>
                  <a:pt x="3982668" y="1165905"/>
                  <a:pt x="3965242" y="1219200"/>
                </a:cubicBezTo>
                <a:cubicBezTo>
                  <a:pt x="3948315" y="1270967"/>
                  <a:pt x="3947631" y="1271622"/>
                  <a:pt x="3907414" y="1274527"/>
                </a:cubicBezTo>
                <a:cubicBezTo>
                  <a:pt x="3885030" y="1276143"/>
                  <a:pt x="3869209" y="1281501"/>
                  <a:pt x="3872257" y="1286433"/>
                </a:cubicBezTo>
                <a:cubicBezTo>
                  <a:pt x="3879892" y="1298786"/>
                  <a:pt x="3799978" y="1297300"/>
                  <a:pt x="3778283" y="1284686"/>
                </a:cubicBezTo>
                <a:close/>
                <a:moveTo>
                  <a:pt x="3755412" y="1260577"/>
                </a:moveTo>
                <a:cubicBezTo>
                  <a:pt x="3748963" y="1257968"/>
                  <a:pt x="3736105" y="1257809"/>
                  <a:pt x="3726837" y="1260224"/>
                </a:cubicBezTo>
                <a:cubicBezTo>
                  <a:pt x="3717570" y="1262639"/>
                  <a:pt x="3722846" y="1264773"/>
                  <a:pt x="3738562" y="1264968"/>
                </a:cubicBezTo>
                <a:cubicBezTo>
                  <a:pt x="3754278" y="1265162"/>
                  <a:pt x="3761861" y="1263186"/>
                  <a:pt x="3755412" y="1260577"/>
                </a:cubicBezTo>
                <a:close/>
                <a:moveTo>
                  <a:pt x="3850612" y="1260120"/>
                </a:moveTo>
                <a:cubicBezTo>
                  <a:pt x="3838897" y="1257859"/>
                  <a:pt x="3817465" y="1257800"/>
                  <a:pt x="3802987" y="1259990"/>
                </a:cubicBezTo>
                <a:cubicBezTo>
                  <a:pt x="3788508" y="1262179"/>
                  <a:pt x="3798093" y="1264029"/>
                  <a:pt x="3824287" y="1264100"/>
                </a:cubicBezTo>
                <a:cubicBezTo>
                  <a:pt x="3850481" y="1264172"/>
                  <a:pt x="3862327" y="1262380"/>
                  <a:pt x="3850612" y="1260120"/>
                </a:cubicBezTo>
                <a:close/>
                <a:moveTo>
                  <a:pt x="2926737" y="1108177"/>
                </a:moveTo>
                <a:cubicBezTo>
                  <a:pt x="2920288" y="1105568"/>
                  <a:pt x="2907430" y="1105409"/>
                  <a:pt x="2898162" y="1107824"/>
                </a:cubicBezTo>
                <a:cubicBezTo>
                  <a:pt x="2888895" y="1110239"/>
                  <a:pt x="2894171" y="1112373"/>
                  <a:pt x="2909887" y="1112568"/>
                </a:cubicBezTo>
                <a:cubicBezTo>
                  <a:pt x="2925603" y="1112762"/>
                  <a:pt x="2933186" y="1110786"/>
                  <a:pt x="2926737" y="1108177"/>
                </a:cubicBezTo>
                <a:close/>
                <a:moveTo>
                  <a:pt x="3088662" y="1070077"/>
                </a:moveTo>
                <a:cubicBezTo>
                  <a:pt x="3082213" y="1067468"/>
                  <a:pt x="3069355" y="1067309"/>
                  <a:pt x="3060087" y="1069724"/>
                </a:cubicBezTo>
                <a:cubicBezTo>
                  <a:pt x="3050820" y="1072139"/>
                  <a:pt x="3056096" y="1074273"/>
                  <a:pt x="3071812" y="1074468"/>
                </a:cubicBezTo>
                <a:cubicBezTo>
                  <a:pt x="3087528" y="1074662"/>
                  <a:pt x="3095111" y="1072686"/>
                  <a:pt x="3088662" y="1070077"/>
                </a:cubicBezTo>
                <a:close/>
                <a:moveTo>
                  <a:pt x="2705100" y="827768"/>
                </a:moveTo>
                <a:cubicBezTo>
                  <a:pt x="2665809" y="823496"/>
                  <a:pt x="2625090" y="817994"/>
                  <a:pt x="2614612" y="815541"/>
                </a:cubicBezTo>
                <a:cubicBezTo>
                  <a:pt x="2604135" y="813089"/>
                  <a:pt x="2591276" y="810453"/>
                  <a:pt x="2586037" y="809684"/>
                </a:cubicBezTo>
                <a:cubicBezTo>
                  <a:pt x="2580798" y="808915"/>
                  <a:pt x="2585085" y="804673"/>
                  <a:pt x="2595562" y="800258"/>
                </a:cubicBezTo>
                <a:cubicBezTo>
                  <a:pt x="2609130" y="794541"/>
                  <a:pt x="2600907" y="792495"/>
                  <a:pt x="2566987" y="793147"/>
                </a:cubicBezTo>
                <a:cubicBezTo>
                  <a:pt x="2540793" y="793651"/>
                  <a:pt x="2526863" y="795736"/>
                  <a:pt x="2536031" y="797780"/>
                </a:cubicBezTo>
                <a:cubicBezTo>
                  <a:pt x="2545199" y="799824"/>
                  <a:pt x="2552700" y="805152"/>
                  <a:pt x="2552700" y="809619"/>
                </a:cubicBezTo>
                <a:cubicBezTo>
                  <a:pt x="2552700" y="821716"/>
                  <a:pt x="2356165" y="812163"/>
                  <a:pt x="2331304" y="798857"/>
                </a:cubicBezTo>
                <a:cubicBezTo>
                  <a:pt x="2287988" y="775675"/>
                  <a:pt x="1869252" y="777655"/>
                  <a:pt x="1905918" y="800868"/>
                </a:cubicBezTo>
                <a:cubicBezTo>
                  <a:pt x="1919296" y="809338"/>
                  <a:pt x="1811905" y="814237"/>
                  <a:pt x="1707356" y="809926"/>
                </a:cubicBezTo>
                <a:cubicBezTo>
                  <a:pt x="1676290" y="808645"/>
                  <a:pt x="1657350" y="811805"/>
                  <a:pt x="1657350" y="818269"/>
                </a:cubicBezTo>
                <a:cubicBezTo>
                  <a:pt x="1657350" y="825069"/>
                  <a:pt x="1625720" y="828675"/>
                  <a:pt x="1566068" y="828675"/>
                </a:cubicBezTo>
                <a:cubicBezTo>
                  <a:pt x="1456859" y="828675"/>
                  <a:pt x="1452879" y="819157"/>
                  <a:pt x="1543374" y="774405"/>
                </a:cubicBezTo>
                <a:cubicBezTo>
                  <a:pt x="1676982" y="708332"/>
                  <a:pt x="2150668" y="574276"/>
                  <a:pt x="2129499" y="608528"/>
                </a:cubicBezTo>
                <a:cubicBezTo>
                  <a:pt x="2127241" y="612181"/>
                  <a:pt x="2133994" y="615818"/>
                  <a:pt x="2144504" y="616610"/>
                </a:cubicBezTo>
                <a:cubicBezTo>
                  <a:pt x="2159623" y="617748"/>
                  <a:pt x="2161362" y="615335"/>
                  <a:pt x="2152828" y="605052"/>
                </a:cubicBezTo>
                <a:cubicBezTo>
                  <a:pt x="2138741" y="588078"/>
                  <a:pt x="2200617" y="581022"/>
                  <a:pt x="2357437" y="581720"/>
                </a:cubicBezTo>
                <a:cubicBezTo>
                  <a:pt x="2420302" y="582000"/>
                  <a:pt x="2504511" y="582268"/>
                  <a:pt x="2544569" y="582315"/>
                </a:cubicBezTo>
                <a:cubicBezTo>
                  <a:pt x="2586211" y="582363"/>
                  <a:pt x="2620103" y="578026"/>
                  <a:pt x="2623712" y="572187"/>
                </a:cubicBezTo>
                <a:cubicBezTo>
                  <a:pt x="2627183" y="566570"/>
                  <a:pt x="2635129" y="562111"/>
                  <a:pt x="2641368" y="562277"/>
                </a:cubicBezTo>
                <a:cubicBezTo>
                  <a:pt x="2647607" y="562444"/>
                  <a:pt x="2644392" y="568873"/>
                  <a:pt x="2634223" y="576565"/>
                </a:cubicBezTo>
                <a:cubicBezTo>
                  <a:pt x="2616154" y="590232"/>
                  <a:pt x="2616208" y="590550"/>
                  <a:pt x="2636604" y="590550"/>
                </a:cubicBezTo>
                <a:cubicBezTo>
                  <a:pt x="2648083" y="590550"/>
                  <a:pt x="2657475" y="586567"/>
                  <a:pt x="2657475" y="581700"/>
                </a:cubicBezTo>
                <a:cubicBezTo>
                  <a:pt x="2657475" y="551392"/>
                  <a:pt x="2934283" y="545147"/>
                  <a:pt x="3148012" y="570634"/>
                </a:cubicBezTo>
                <a:cubicBezTo>
                  <a:pt x="3474378" y="609551"/>
                  <a:pt x="3834863" y="722907"/>
                  <a:pt x="3885317" y="802481"/>
                </a:cubicBezTo>
                <a:cubicBezTo>
                  <a:pt x="3896861" y="820687"/>
                  <a:pt x="3843203" y="822593"/>
                  <a:pt x="3276600" y="824100"/>
                </a:cubicBezTo>
                <a:cubicBezTo>
                  <a:pt x="3153489" y="824428"/>
                  <a:pt x="3042581" y="828193"/>
                  <a:pt x="3030138" y="832468"/>
                </a:cubicBezTo>
                <a:cubicBezTo>
                  <a:pt x="3012443" y="838547"/>
                  <a:pt x="3009116" y="837424"/>
                  <a:pt x="3014867" y="827314"/>
                </a:cubicBezTo>
                <a:cubicBezTo>
                  <a:pt x="3020796" y="816890"/>
                  <a:pt x="3019736" y="816692"/>
                  <a:pt x="3009392" y="826293"/>
                </a:cubicBezTo>
                <a:cubicBezTo>
                  <a:pt x="2994794" y="839843"/>
                  <a:pt x="2823782" y="840672"/>
                  <a:pt x="2705100" y="827768"/>
                </a:cubicBezTo>
                <a:close/>
                <a:moveTo>
                  <a:pt x="1712229" y="793555"/>
                </a:moveTo>
                <a:cubicBezTo>
                  <a:pt x="1703123" y="791171"/>
                  <a:pt x="1685978" y="791085"/>
                  <a:pt x="1674129" y="793363"/>
                </a:cubicBezTo>
                <a:cubicBezTo>
                  <a:pt x="1662281" y="795641"/>
                  <a:pt x="1669732" y="797592"/>
                  <a:pt x="1690687" y="797697"/>
                </a:cubicBezTo>
                <a:cubicBezTo>
                  <a:pt x="1711642" y="797803"/>
                  <a:pt x="1721336" y="795939"/>
                  <a:pt x="1712229" y="793555"/>
                </a:cubicBezTo>
                <a:close/>
                <a:moveTo>
                  <a:pt x="2412206" y="621927"/>
                </a:moveTo>
                <a:cubicBezTo>
                  <a:pt x="2400419" y="619657"/>
                  <a:pt x="2381130" y="619657"/>
                  <a:pt x="2369343" y="621927"/>
                </a:cubicBezTo>
                <a:cubicBezTo>
                  <a:pt x="2357556" y="624198"/>
                  <a:pt x="2367200" y="626055"/>
                  <a:pt x="2390775" y="626055"/>
                </a:cubicBezTo>
                <a:cubicBezTo>
                  <a:pt x="2414349" y="626055"/>
                  <a:pt x="2423993" y="624198"/>
                  <a:pt x="2412206" y="621927"/>
                </a:cubicBezTo>
                <a:close/>
                <a:moveTo>
                  <a:pt x="2636043" y="621827"/>
                </a:moveTo>
                <a:cubicBezTo>
                  <a:pt x="2621637" y="619645"/>
                  <a:pt x="2598062" y="619645"/>
                  <a:pt x="2583656" y="621827"/>
                </a:cubicBezTo>
                <a:cubicBezTo>
                  <a:pt x="2569249" y="624010"/>
                  <a:pt x="2581036" y="625795"/>
                  <a:pt x="2609850" y="625795"/>
                </a:cubicBezTo>
                <a:cubicBezTo>
                  <a:pt x="2638663" y="625795"/>
                  <a:pt x="2650450" y="624010"/>
                  <a:pt x="2636043" y="621827"/>
                </a:cubicBezTo>
                <a:close/>
                <a:moveTo>
                  <a:pt x="2888456" y="583659"/>
                </a:moveTo>
                <a:cubicBezTo>
                  <a:pt x="2871430" y="581546"/>
                  <a:pt x="2843569" y="581546"/>
                  <a:pt x="2826543" y="583659"/>
                </a:cubicBezTo>
                <a:cubicBezTo>
                  <a:pt x="2809517" y="585772"/>
                  <a:pt x="2823448" y="587501"/>
                  <a:pt x="2857500" y="587501"/>
                </a:cubicBezTo>
                <a:cubicBezTo>
                  <a:pt x="2891551" y="587501"/>
                  <a:pt x="2905482" y="585772"/>
                  <a:pt x="2888456" y="583659"/>
                </a:cubicBezTo>
                <a:close/>
              </a:path>
            </a:pathLst>
          </a:custGeom>
          <a:solidFill>
            <a:srgbClr val="F6F1E8">
              <a:alpha val="65000"/>
            </a:srgbClr>
          </a:solidFill>
          <a:ln>
            <a:noFill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590550" y="1828800"/>
            <a:ext cx="9105900" cy="11201400"/>
          </a:xfrm>
          <a:prstGeom prst="rect">
            <a:avLst/>
          </a:prstGeom>
        </p:spPr>
      </p:pic>
      <p:sp>
        <p:nvSpPr>
          <p:cNvPr id="4" name="PHOTO: Your product in use"/>
          <p:cNvSpPr/>
          <p:nvPr/>
        </p:nvSpPr>
        <p:spPr>
          <a:xfrm rot="180000">
            <a:off x="1238250" y="2476500"/>
            <a:ext cx="7810500" cy="99060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TEXT: [one tip for using it]"/>
          <p:cNvSpPr/>
          <p:nvPr/>
        </p:nvSpPr>
        <p:spPr>
          <a:xfrm rot="21480000">
            <a:off x="1033462" y="11872912"/>
            <a:ext cx="4219575" cy="1781175"/>
          </a:xfrm>
          <a:prstGeom prst="rect">
            <a:avLst/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6690" rIns="186690" tIns="80010" bIns="80010"/>
          <a:lstStyle/>
          <a:p>
            <a:pPr algn="l">
              <a:lnSpc>
                <a:spcPts val="6405"/>
              </a:lnSpc>
            </a:pPr>
            <a:r>
              <a:rPr b="1" sz="5250">
                <a:solidFill>
                  <a:srgbClr val="181716"/>
                </a:solidFill>
                <a:latin typeface="Montserrat"/>
              </a:rPr>
              <a:t>[one tip for</a:t>
            </a:r>
          </a:p>
          <a:p>
            <a:pPr algn="l">
              <a:lnSpc>
                <a:spcPts val="6405"/>
              </a:lnSpc>
            </a:pPr>
            <a:r>
              <a:rPr b="1" sz="5250">
                <a:solidFill>
                  <a:srgbClr val="181716"/>
                </a:solidFill>
                <a:latin typeface="Montserrat"/>
              </a:rPr>
              <a:t>using it]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20000">
            <a:off x="1714500" y="5334000"/>
            <a:ext cx="6858000" cy="8382000"/>
          </a:xfrm>
          <a:prstGeom prst="rect">
            <a:avLst/>
          </a:prstGeom>
        </p:spPr>
      </p:pic>
      <p:sp>
        <p:nvSpPr>
          <p:cNvPr id="4" name="PHOTO: Your product"/>
          <p:cNvSpPr/>
          <p:nvPr/>
        </p:nvSpPr>
        <p:spPr>
          <a:xfrm rot="-180000">
            <a:off x="2286000" y="5905500"/>
            <a:ext cx="5715000" cy="72390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LETTERING: Comment"/>
          <p:cNvSpPr txBox="1"/>
          <p:nvPr/>
        </p:nvSpPr>
        <p:spPr>
          <a:xfrm>
            <a:off x="633412" y="1047750"/>
            <a:ext cx="9020175" cy="2286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0" i="0">
                <a:solidFill>
                  <a:srgbClr val="7A1732"/>
                </a:solidFill>
                <a:latin typeface="DM Serif Display"/>
              </a:rPr>
              <a:t>Comment</a:t>
            </a:r>
          </a:p>
        </p:txBody>
      </p:sp>
      <p:sp>
        <p:nvSpPr>
          <p:cNvPr id="6" name="TEXT: &quot;[KEYWORD]&quot;"/>
          <p:cNvSpPr/>
          <p:nvPr/>
        </p:nvSpPr>
        <p:spPr>
          <a:xfrm rot="21480000">
            <a:off x="2152650" y="3209925"/>
            <a:ext cx="5981700" cy="1200150"/>
          </a:xfrm>
          <a:prstGeom prst="roundRect">
            <a:avLst>
              <a:gd name="adj" fmla="val 50000"/>
            </a:avLst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98145" rIns="398145" tIns="159258" bIns="159258"/>
          <a:lstStyle/>
          <a:p>
            <a:pPr algn="ctr">
              <a:lnSpc>
                <a:spcPts val="6953"/>
              </a:lnSpc>
            </a:pPr>
            <a:r>
              <a:rPr b="1" sz="5700">
                <a:solidFill>
                  <a:srgbClr val="FFFFFF"/>
                </a:solidFill>
                <a:latin typeface="Montserrat"/>
              </a:rPr>
              <a:t>"[KEYWORD]"</a:t>
            </a:r>
          </a:p>
        </p:txBody>
      </p:sp>
      <p:sp>
        <p:nvSpPr>
          <p:cNvPr id="7" name="TEXT: [more questions?]"/>
          <p:cNvSpPr/>
          <p:nvPr/>
        </p:nvSpPr>
        <p:spPr>
          <a:xfrm rot="120000">
            <a:off x="2047875" y="4591050"/>
            <a:ext cx="6191250" cy="914400"/>
          </a:xfrm>
          <a:prstGeom prst="rect">
            <a:avLst/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[more questions?]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