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product. Type the question a customer asked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that shows the answer.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The answer on a note, a photo pinned beside it.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answer photo, then the second line of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More questions you get. One per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Your product in use.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you asked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171575" y="6834188"/>
            <a:ext cx="7943850" cy="1952625"/>
          </a:xfrm>
          <a:prstGeom prst="rect">
            <a:avLst/>
          </a:prstGeom>
        </p:spPr>
      </p:pic>
      <p:pic>
        <p:nvPicPr>
          <p:cNvPr id="5" name="DM card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1695450" y="7853362"/>
            <a:ext cx="6896100" cy="4867275"/>
          </a:xfrm>
          <a:prstGeom prst="rect">
            <a:avLst/>
          </a:prstGeom>
        </p:spPr>
      </p:pic>
      <p:sp>
        <p:nvSpPr>
          <p:cNvPr id="6" name="TEXT: [the question your customer asked]"/>
          <p:cNvSpPr/>
          <p:nvPr/>
        </p:nvSpPr>
        <p:spPr>
          <a:xfrm rot="240000">
            <a:off x="2843331" y="10371066"/>
            <a:ext cx="4505325" cy="11906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5349" rIns="125349" tIns="53721" bIns="53721"/>
          <a:lstStyle/>
          <a:p>
            <a:pPr algn="l">
              <a:lnSpc>
                <a:spcPts val="4300"/>
              </a:lnSpc>
            </a:pPr>
            <a:r>
              <a:rPr b="1" sz="3525">
                <a:solidFill>
                  <a:srgbClr val="FFFFFF"/>
                </a:solidFill>
                <a:latin typeface="Montserrat"/>
              </a:rPr>
              <a:t>[the question your</a:t>
            </a:r>
          </a:p>
          <a:p>
            <a:pPr algn="l">
              <a:lnSpc>
                <a:spcPts val="4300"/>
              </a:lnSpc>
            </a:pPr>
            <a:r>
              <a:rPr b="1" sz="3525">
                <a:solidFill>
                  <a:srgbClr val="FFFFFF"/>
                </a:solidFill>
                <a:latin typeface="Montserrat"/>
              </a:rPr>
              <a:t>customer asked]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5276850"/>
            <a:ext cx="7239000" cy="6591300"/>
          </a:xfrm>
          <a:prstGeom prst="rect">
            <a:avLst/>
          </a:prstGeom>
        </p:spPr>
      </p:pic>
      <p:pic>
        <p:nvPicPr>
          <p:cNvPr id="4" name="rotary phone" descr="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1466850" y="6662738"/>
            <a:ext cx="7353300" cy="4581525"/>
          </a:xfrm>
          <a:prstGeom prst="rect">
            <a:avLst/>
          </a:prstGeom>
        </p:spPr>
      </p:pic>
      <p:sp>
        <p:nvSpPr>
          <p:cNvPr id="5" name="TEXT: [can I wash it?]"/>
          <p:cNvSpPr/>
          <p:nvPr/>
        </p:nvSpPr>
        <p:spPr>
          <a:xfrm rot="120000">
            <a:off x="2071688" y="1524000"/>
            <a:ext cx="7667625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6032" rIns="256032" tIns="109728" bIns="109728"/>
          <a:lstStyle/>
          <a:p>
            <a:pPr algn="r">
              <a:lnSpc>
                <a:spcPts val="8784"/>
              </a:lnSpc>
            </a:pPr>
            <a:r>
              <a:rPr b="1" sz="7200">
                <a:solidFill>
                  <a:srgbClr val="181716"/>
                </a:solidFill>
                <a:latin typeface="Montserrat"/>
              </a:rPr>
              <a:t>[can I wash it?]</a:t>
            </a:r>
          </a:p>
        </p:txBody>
      </p:sp>
      <p:sp>
        <p:nvSpPr>
          <p:cNvPr id="6" name="TEXT: [here's the answer]"/>
          <p:cNvSpPr/>
          <p:nvPr/>
        </p:nvSpPr>
        <p:spPr>
          <a:xfrm rot="120000">
            <a:off x="419100" y="12144375"/>
            <a:ext cx="621030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the answer]</a:t>
            </a:r>
          </a:p>
        </p:txBody>
      </p:sp>
      <p:pic>
        <p:nvPicPr>
          <p:cNvPr id="7" name="arrow" descr="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10375" y="1227296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3524250"/>
            <a:ext cx="8382000" cy="8953500"/>
          </a:xfrm>
          <a:prstGeom prst="rect">
            <a:avLst/>
          </a:prstGeom>
        </p:spPr>
      </p:pic>
      <p:pic>
        <p:nvPicPr>
          <p:cNvPr id="4" name="PHOTO: The answer (photo)" descr="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524000" y="4095750"/>
            <a:ext cx="7239000" cy="7810500"/>
          </a:xfrm>
          <a:prstGeom prst="rect">
            <a:avLst/>
          </a:prstGeom>
        </p:spPr>
      </p:pic>
      <p:pic>
        <p:nvPicPr>
          <p:cNvPr id="5" name="the answer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33425" y="1438275"/>
            <a:ext cx="8820150" cy="1885950"/>
          </a:xfrm>
          <a:prstGeom prst="rect">
            <a:avLst/>
          </a:prstGeom>
        </p:spPr>
      </p:pic>
      <p:sp>
        <p:nvSpPr>
          <p:cNvPr id="6" name="TEXT: [in one line]"/>
          <p:cNvSpPr/>
          <p:nvPr/>
        </p:nvSpPr>
        <p:spPr>
          <a:xfrm rot="120000">
            <a:off x="690562" y="12144375"/>
            <a:ext cx="4905375" cy="104775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l">
              <a:lnSpc>
                <a:spcPts val="6953"/>
              </a:lnSpc>
            </a:pPr>
            <a:r>
              <a:rPr b="1" sz="5700">
                <a:solidFill>
                  <a:srgbClr val="181716"/>
                </a:solidFill>
                <a:latin typeface="Montserrat"/>
              </a:rPr>
              <a:t>[in one 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icky note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495300" y="3481388"/>
            <a:ext cx="5295900" cy="5229225"/>
          </a:xfrm>
          <a:prstGeom prst="rect">
            <a:avLst/>
          </a:prstGeom>
        </p:spPr>
      </p:pic>
      <p:sp>
        <p:nvSpPr>
          <p:cNvPr id="4" name="TEXT: [yes! wash it at 30°]"/>
          <p:cNvSpPr/>
          <p:nvPr/>
        </p:nvSpPr>
        <p:spPr>
          <a:xfrm rot="300000">
            <a:off x="1491449" y="5566565"/>
            <a:ext cx="3267075" cy="1476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[yes! wash</a:t>
            </a:r>
          </a:p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it at 30°]</a:t>
            </a:r>
          </a:p>
        </p:txBody>
      </p:sp>
      <p:pic>
        <p:nvPicPr>
          <p:cNvPr id="5" name="photo border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4610100" y="6991350"/>
            <a:ext cx="5067300" cy="6210300"/>
          </a:xfrm>
          <a:prstGeom prst="rect">
            <a:avLst/>
          </a:prstGeom>
        </p:spPr>
      </p:pic>
      <p:pic>
        <p:nvPicPr>
          <p:cNvPr id="6" name="PHOTO: The answer, close up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5143500" y="7524750"/>
            <a:ext cx="4000500" cy="5143500"/>
          </a:xfrm>
          <a:prstGeom prst="rect">
            <a:avLst/>
          </a:prstGeom>
        </p:spPr>
      </p:pic>
      <p:pic>
        <p:nvPicPr>
          <p:cNvPr id="7" name="arrow" descr="0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800000">
            <a:off x="4286250" y="8029575"/>
            <a:ext cx="209550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Answer part 2 (top half)" descr="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8191500"/>
          </a:xfrm>
          <a:prstGeom prst="rect">
            <a:avLst/>
          </a:prstGeom>
        </p:spPr>
      </p:pic>
      <p:pic>
        <p:nvPicPr>
          <p:cNvPr id="4" name="torn stage" descr="0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7296150"/>
            <a:ext cx="11049000" cy="6858000"/>
          </a:xfrm>
          <a:prstGeom prst="rect">
            <a:avLst/>
          </a:prstGeom>
        </p:spPr>
      </p:pic>
      <p:sp>
        <p:nvSpPr>
          <p:cNvPr id="5" name="TEXT: [the answer, line two]"/>
          <p:cNvSpPr/>
          <p:nvPr/>
        </p:nvSpPr>
        <p:spPr>
          <a:xfrm rot="120000">
            <a:off x="985838" y="9934575"/>
            <a:ext cx="5267325" cy="2038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[the answer,</a:t>
            </a:r>
          </a:p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line two]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TEXT: you all asked:"/>
          <p:cNvSpPr/>
          <p:nvPr/>
        </p:nvSpPr>
        <p:spPr>
          <a:xfrm rot="120000">
            <a:off x="1095375" y="1800225"/>
            <a:ext cx="50482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you all asked:</a:t>
            </a:r>
          </a:p>
        </p:txBody>
      </p:sp>
      <p:pic>
        <p:nvPicPr>
          <p:cNvPr id="4" name="DM card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1695450" y="3376612"/>
            <a:ext cx="6134100" cy="3914775"/>
          </a:xfrm>
          <a:prstGeom prst="rect">
            <a:avLst/>
          </a:prstGeom>
        </p:spPr>
      </p:pic>
      <p:sp>
        <p:nvSpPr>
          <p:cNvPr id="5" name="TEXT: [another question]"/>
          <p:cNvSpPr/>
          <p:nvPr/>
        </p:nvSpPr>
        <p:spPr>
          <a:xfrm rot="21360000">
            <a:off x="2761247" y="5642101"/>
            <a:ext cx="408622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[another question]</a:t>
            </a:r>
          </a:p>
        </p:txBody>
      </p:sp>
      <p:pic>
        <p:nvPicPr>
          <p:cNvPr id="6" name="DM card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0000">
            <a:off x="2647950" y="5948362"/>
            <a:ext cx="6134100" cy="3914775"/>
          </a:xfrm>
          <a:prstGeom prst="rect">
            <a:avLst/>
          </a:prstGeom>
        </p:spPr>
      </p:pic>
      <p:sp>
        <p:nvSpPr>
          <p:cNvPr id="7" name="TEXT: [and another]"/>
          <p:cNvSpPr/>
          <p:nvPr/>
        </p:nvSpPr>
        <p:spPr>
          <a:xfrm rot="300000">
            <a:off x="4133938" y="8213029"/>
            <a:ext cx="305752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[and another]</a:t>
            </a:r>
          </a:p>
        </p:txBody>
      </p:sp>
      <p:pic>
        <p:nvPicPr>
          <p:cNvPr id="8" name="DM card" descr="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1695450" y="8520112"/>
            <a:ext cx="6134100" cy="3914775"/>
          </a:xfrm>
          <a:prstGeom prst="rect">
            <a:avLst/>
          </a:prstGeom>
        </p:spPr>
      </p:pic>
      <p:sp>
        <p:nvSpPr>
          <p:cNvPr id="9" name="TEXT: [one more]"/>
          <p:cNvSpPr/>
          <p:nvPr/>
        </p:nvSpPr>
        <p:spPr>
          <a:xfrm rot="21420000">
            <a:off x="3541368" y="10786240"/>
            <a:ext cx="2505075" cy="581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2014" rIns="112014" tIns="48006" bIns="48006"/>
          <a:lstStyle/>
          <a:p>
            <a:pPr algn="l">
              <a:lnSpc>
                <a:spcPts val="3843"/>
              </a:lnSpc>
            </a:pPr>
            <a:r>
              <a:rPr b="1" sz="3150">
                <a:solidFill>
                  <a:srgbClr val="FFFFFF"/>
                </a:solidFill>
                <a:latin typeface="Montserrat"/>
              </a:rPr>
              <a:t>[one more]</a:t>
            </a:r>
          </a:p>
        </p:txBody>
      </p:sp>
      <p:pic>
        <p:nvPicPr>
          <p:cNvPr id="10" name="rotary phone" descr="0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6362700" y="11410950"/>
            <a:ext cx="40386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590550" y="1828800"/>
            <a:ext cx="9105900" cy="11201400"/>
          </a:xfrm>
          <a:prstGeom prst="rect">
            <a:avLst/>
          </a:prstGeom>
        </p:spPr>
      </p:pic>
      <p:pic>
        <p:nvPicPr>
          <p:cNvPr id="4" name="PHOTO: Your product in use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238250" y="2476500"/>
            <a:ext cx="7810500" cy="9906000"/>
          </a:xfrm>
          <a:prstGeom prst="rect">
            <a:avLst/>
          </a:prstGeom>
        </p:spPr>
      </p:pic>
      <p:sp>
        <p:nvSpPr>
          <p:cNvPr id="5" name="TEXT: [one tip for using it]"/>
          <p:cNvSpPr/>
          <p:nvPr/>
        </p:nvSpPr>
        <p:spPr>
          <a:xfrm rot="21480000">
            <a:off x="1033462" y="11872912"/>
            <a:ext cx="4219575" cy="1781175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[one tip for</a:t>
            </a:r>
          </a:p>
          <a:p>
            <a:pPr algn="l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using it]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1714500" y="5334000"/>
            <a:ext cx="6858000" cy="8382000"/>
          </a:xfrm>
          <a:prstGeom prst="rect">
            <a:avLst/>
          </a:prstGeom>
        </p:spPr>
      </p:pic>
      <p:pic>
        <p:nvPicPr>
          <p:cNvPr id="4" name="PHOTO: Your product" descr="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2286000" y="5905500"/>
            <a:ext cx="5715000" cy="7239000"/>
          </a:xfrm>
          <a:prstGeom prst="rect">
            <a:avLst/>
          </a:prstGeom>
        </p:spPr>
      </p:pic>
      <p:pic>
        <p:nvPicPr>
          <p:cNvPr id="5" name="Comment" descr="0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" y="1147762"/>
            <a:ext cx="9020175" cy="2085975"/>
          </a:xfrm>
          <a:prstGeom prst="rect">
            <a:avLst/>
          </a:prstGeom>
        </p:spPr>
      </p:pic>
      <p:sp>
        <p:nvSpPr>
          <p:cNvPr id="6" name="TEXT: &quot;[KEYWORD]&quot;"/>
          <p:cNvSpPr/>
          <p:nvPr/>
        </p:nvSpPr>
        <p:spPr>
          <a:xfrm rot="21480000">
            <a:off x="2152650" y="3209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sp>
        <p:nvSpPr>
          <p:cNvPr id="7" name="TEXT: [more questions?]"/>
          <p:cNvSpPr/>
          <p:nvPr/>
        </p:nvSpPr>
        <p:spPr>
          <a:xfrm rot="120000">
            <a:off x="2047875" y="4591050"/>
            <a:ext cx="6191250" cy="9144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[more questions?]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