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 mid-test. Edit [ruin].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Swap in a photo of the setup (it shows inside the lens).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The claim you are testing. Edit the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Swap in a still from your one-take test.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a photo of the result (it shows inside the lens).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a photo of the result.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jp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tes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REC" descr="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75" y="1143000"/>
            <a:ext cx="2190750" cy="762000"/>
          </a:xfrm>
          <a:prstGeom prst="rect">
            <a:avLst/>
          </a:prstGeom>
        </p:spPr>
      </p:pic>
      <p:sp>
        <p:nvSpPr>
          <p:cNvPr id="5" name="TEXT: I tried to"/>
          <p:cNvSpPr/>
          <p:nvPr/>
        </p:nvSpPr>
        <p:spPr>
          <a:xfrm rot="180000">
            <a:off x="1281112" y="2605088"/>
            <a:ext cx="3724275" cy="1076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8026" rIns="208026" tIns="89154" bIns="89154"/>
          <a:lstStyle/>
          <a:p>
            <a:pPr algn="ctr">
              <a:lnSpc>
                <a:spcPts val="7137"/>
              </a:lnSpc>
            </a:pPr>
            <a:r>
              <a:rPr b="1" sz="5850">
                <a:solidFill>
                  <a:srgbClr val="181716"/>
                </a:solidFill>
                <a:latin typeface="Montserrat"/>
              </a:rPr>
              <a:t>I tried to</a:t>
            </a:r>
          </a:p>
        </p:txBody>
      </p:sp>
      <p:sp>
        <p:nvSpPr>
          <p:cNvPr id="6" name="TEXT: [ruin] it"/>
          <p:cNvSpPr/>
          <p:nvPr/>
        </p:nvSpPr>
        <p:spPr>
          <a:xfrm rot="180000">
            <a:off x="1743075" y="3719512"/>
            <a:ext cx="6419850" cy="2085975"/>
          </a:xfrm>
          <a:prstGeom prst="rect">
            <a:avLst/>
          </a:prstGeom>
          <a:solidFill>
            <a:srgbClr val="345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00050" rIns="400050" tIns="171450" bIns="171450"/>
          <a:lstStyle/>
          <a:p>
            <a:pPr algn="ctr">
              <a:lnSpc>
                <a:spcPts val="13725"/>
              </a:lnSpc>
            </a:pPr>
            <a:r>
              <a:rPr b="1" sz="11250">
                <a:solidFill>
                  <a:srgbClr val="FFFFFF"/>
                </a:solidFill>
                <a:latin typeface="Montserrat"/>
              </a:rPr>
              <a:t>[ruin] it</a:t>
            </a:r>
          </a:p>
        </p:txBody>
      </p:sp>
      <p:sp>
        <p:nvSpPr>
          <p:cNvPr id="7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magnifier" descr="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5672138"/>
            <a:ext cx="10953750" cy="6943725"/>
          </a:xfrm>
          <a:prstGeom prst="rect">
            <a:avLst/>
          </a:prstGeom>
        </p:spPr>
      </p:pic>
      <p:sp>
        <p:nvSpPr>
          <p:cNvPr id="4" name="PHOTO: The setup"/>
          <p:cNvSpPr/>
          <p:nvPr/>
        </p:nvSpPr>
        <p:spPr>
          <a:xfrm rot="0">
            <a:off x="583749" y="5927607"/>
            <a:ext cx="3762375" cy="376237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[does it really STAY DRY?]"/>
          <p:cNvSpPr/>
          <p:nvPr/>
        </p:nvSpPr>
        <p:spPr>
          <a:xfrm rot="120000">
            <a:off x="2657475" y="1042988"/>
            <a:ext cx="6496050" cy="2295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0030" rIns="240030" tIns="102870" bIns="102870"/>
          <a:lstStyle/>
          <a:p>
            <a:pPr algn="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[does it really</a:t>
            </a:r>
          </a:p>
          <a:p>
            <a:pPr algn="r">
              <a:lnSpc>
                <a:spcPts val="8234"/>
              </a:lnSpc>
            </a:pPr>
            <a:r>
              <a:rPr b="1" sz="6750">
                <a:solidFill>
                  <a:srgbClr val="181716"/>
                </a:solidFill>
                <a:latin typeface="Montserrat"/>
              </a:rPr>
              <a:t>STAY DRY?]</a:t>
            </a:r>
          </a:p>
        </p:txBody>
      </p:sp>
      <p:sp>
        <p:nvSpPr>
          <p:cNvPr id="6" name="TEXT: [watch this]"/>
          <p:cNvSpPr/>
          <p:nvPr/>
        </p:nvSpPr>
        <p:spPr>
          <a:xfrm rot="120000">
            <a:off x="752475" y="12239625"/>
            <a:ext cx="401955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[watch this]</a:t>
            </a:r>
          </a:p>
        </p:txBody>
      </p:sp>
      <p:sp>
        <p:nvSpPr>
          <p:cNvPr id="7" name="arrow"/>
          <p:cNvSpPr/>
          <p:nvPr/>
        </p:nvSpPr>
        <p:spPr>
          <a:xfrm rot="120000">
            <a:off x="4905375" y="1236821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34568C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LETTERING: let's test it"/>
          <p:cNvSpPr txBox="1"/>
          <p:nvPr/>
        </p:nvSpPr>
        <p:spPr>
          <a:xfrm rot="120000">
            <a:off x="1366838" y="1943100"/>
            <a:ext cx="7553325" cy="1828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0" i="0">
                <a:solidFill>
                  <a:srgbClr val="34568C"/>
                </a:solidFill>
                <a:latin typeface="DM Serif Display"/>
              </a:rPr>
              <a:t>let's </a:t>
            </a:r>
            <a:r>
              <a:rPr sz="12000" i="0">
                <a:solidFill>
                  <a:srgbClr val="34568C"/>
                </a:solidFill>
                <a:latin typeface="DM Serif Display"/>
              </a:rPr>
              <a:t>test </a:t>
            </a:r>
            <a:r>
              <a:rPr sz="12000" i="1">
                <a:solidFill>
                  <a:srgbClr val="34568C"/>
                </a:solidFill>
                <a:latin typeface="DM Serif Display"/>
              </a:rPr>
              <a:t>it</a:t>
            </a:r>
          </a:p>
        </p:txBody>
      </p:sp>
      <p:pic>
        <p:nvPicPr>
          <p:cNvPr id="4" name="sticky note" descr="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590550" y="4810125"/>
            <a:ext cx="4914900" cy="4857750"/>
          </a:xfrm>
          <a:prstGeom prst="rect">
            <a:avLst/>
          </a:prstGeom>
        </p:spPr>
      </p:pic>
      <p:sp>
        <p:nvSpPr>
          <p:cNvPr id="5" name="TEXT: claim: [stays dry]"/>
          <p:cNvSpPr/>
          <p:nvPr/>
        </p:nvSpPr>
        <p:spPr>
          <a:xfrm rot="360000">
            <a:off x="1425896" y="6733027"/>
            <a:ext cx="32004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9352" rIns="149352" tIns="64008" bIns="64008"/>
          <a:lstStyle/>
          <a:p>
            <a:pPr algn="l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claim:</a:t>
            </a:r>
          </a:p>
          <a:p>
            <a:pPr algn="l">
              <a:lnSpc>
                <a:spcPts val="5123"/>
              </a:lnSpc>
            </a:pPr>
            <a:r>
              <a:rPr b="1" sz="4200">
                <a:solidFill>
                  <a:srgbClr val="181716"/>
                </a:solidFill>
                <a:latin typeface="Montserrat"/>
              </a:rPr>
              <a:t>[stays dry]</a:t>
            </a:r>
          </a:p>
        </p:txBody>
      </p:sp>
      <p:pic>
        <p:nvPicPr>
          <p:cNvPr id="6" name="test tubes" descr="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4895850" y="7553325"/>
            <a:ext cx="5257800" cy="5467350"/>
          </a:xfrm>
          <a:prstGeom prst="rect">
            <a:avLst/>
          </a:prstGeom>
        </p:spPr>
      </p:pic>
      <p:sp>
        <p:nvSpPr>
          <p:cNvPr id="7" name="arrow"/>
          <p:cNvSpPr/>
          <p:nvPr/>
        </p:nvSpPr>
        <p:spPr>
          <a:xfrm rot="1200000">
            <a:off x="4095750" y="9215437"/>
            <a:ext cx="2095500" cy="1381125"/>
          </a:xfrm>
          <a:custGeom>
            <a:avLst/>
            <a:gdLst/>
            <a:ahLst/>
            <a:cxnLst/>
            <a:rect l="0" t="0" r="r" b="b"/>
            <a:pathLst>
              <a:path w="2095500" h="1381125">
                <a:moveTo>
                  <a:pt x="1612976" y="1345406"/>
                </a:moveTo>
                <a:cubicBezTo>
                  <a:pt x="1592066" y="1325760"/>
                  <a:pt x="1545586" y="1266825"/>
                  <a:pt x="1509688" y="1214437"/>
                </a:cubicBezTo>
                <a:cubicBezTo>
                  <a:pt x="1473790" y="1162050"/>
                  <a:pt x="1418101" y="1082754"/>
                  <a:pt x="1385935" y="1038225"/>
                </a:cubicBezTo>
                <a:cubicBezTo>
                  <a:pt x="1301527" y="921375"/>
                  <a:pt x="1287913" y="896338"/>
                  <a:pt x="1303531" y="886686"/>
                </a:cubicBezTo>
                <a:cubicBezTo>
                  <a:pt x="1313981" y="880227"/>
                  <a:pt x="1313548" y="873609"/>
                  <a:pt x="1301095" y="849529"/>
                </a:cubicBezTo>
                <a:cubicBezTo>
                  <a:pt x="1283405" y="815319"/>
                  <a:pt x="1291192" y="805213"/>
                  <a:pt x="1338262" y="801290"/>
                </a:cubicBezTo>
                <a:cubicBezTo>
                  <a:pt x="1346120" y="800635"/>
                  <a:pt x="1352550" y="793923"/>
                  <a:pt x="1352550" y="786374"/>
                </a:cubicBezTo>
                <a:cubicBezTo>
                  <a:pt x="1352550" y="760046"/>
                  <a:pt x="1370447" y="761872"/>
                  <a:pt x="1386997" y="789889"/>
                </a:cubicBezTo>
                <a:cubicBezTo>
                  <a:pt x="1396167" y="805412"/>
                  <a:pt x="1407487" y="815754"/>
                  <a:pt x="1412152" y="812871"/>
                </a:cubicBezTo>
                <a:cubicBezTo>
                  <a:pt x="1424232" y="805405"/>
                  <a:pt x="1460848" y="842171"/>
                  <a:pt x="1517679" y="918830"/>
                </a:cubicBezTo>
                <a:lnTo>
                  <a:pt x="1566862" y="985173"/>
                </a:lnTo>
                <a:lnTo>
                  <a:pt x="1574260" y="804530"/>
                </a:lnTo>
                <a:cubicBezTo>
                  <a:pt x="1591904" y="373682"/>
                  <a:pt x="1566409" y="267347"/>
                  <a:pt x="1437218" y="232962"/>
                </a:cubicBezTo>
                <a:cubicBezTo>
                  <a:pt x="1376057" y="216684"/>
                  <a:pt x="900193" y="213992"/>
                  <a:pt x="600075" y="228226"/>
                </a:cubicBezTo>
                <a:cubicBezTo>
                  <a:pt x="332373" y="240922"/>
                  <a:pt x="80557" y="243078"/>
                  <a:pt x="83175" y="232652"/>
                </a:cubicBezTo>
                <a:cubicBezTo>
                  <a:pt x="84392" y="227804"/>
                  <a:pt x="102609" y="222519"/>
                  <a:pt x="123656" y="220908"/>
                </a:cubicBezTo>
                <a:cubicBezTo>
                  <a:pt x="178180" y="216735"/>
                  <a:pt x="171143" y="200025"/>
                  <a:pt x="114862" y="200024"/>
                </a:cubicBezTo>
                <a:cubicBezTo>
                  <a:pt x="88977" y="200024"/>
                  <a:pt x="64900" y="195335"/>
                  <a:pt x="61358" y="189603"/>
                </a:cubicBezTo>
                <a:cubicBezTo>
                  <a:pt x="57815" y="183870"/>
                  <a:pt x="44601" y="181153"/>
                  <a:pt x="31993" y="183563"/>
                </a:cubicBezTo>
                <a:cubicBezTo>
                  <a:pt x="19385" y="185973"/>
                  <a:pt x="6776" y="184233"/>
                  <a:pt x="3973" y="179697"/>
                </a:cubicBezTo>
                <a:cubicBezTo>
                  <a:pt x="1169" y="175161"/>
                  <a:pt x="11734" y="171450"/>
                  <a:pt x="27450" y="171450"/>
                </a:cubicBezTo>
                <a:cubicBezTo>
                  <a:pt x="57665" y="171450"/>
                  <a:pt x="75023" y="157344"/>
                  <a:pt x="54828" y="149203"/>
                </a:cubicBezTo>
                <a:cubicBezTo>
                  <a:pt x="48247" y="146549"/>
                  <a:pt x="52506" y="144040"/>
                  <a:pt x="64293" y="143626"/>
                </a:cubicBezTo>
                <a:cubicBezTo>
                  <a:pt x="89278" y="142750"/>
                  <a:pt x="92731" y="128551"/>
                  <a:pt x="70074" y="119857"/>
                </a:cubicBezTo>
                <a:cubicBezTo>
                  <a:pt x="48669" y="111643"/>
                  <a:pt x="59635" y="103134"/>
                  <a:pt x="102288" y="94863"/>
                </a:cubicBezTo>
                <a:cubicBezTo>
                  <a:pt x="134846" y="88549"/>
                  <a:pt x="132902" y="87802"/>
                  <a:pt x="80962" y="86674"/>
                </a:cubicBezTo>
                <a:cubicBezTo>
                  <a:pt x="27030" y="85503"/>
                  <a:pt x="19099" y="67209"/>
                  <a:pt x="72355" y="66820"/>
                </a:cubicBezTo>
                <a:cubicBezTo>
                  <a:pt x="83337" y="66740"/>
                  <a:pt x="104768" y="60773"/>
                  <a:pt x="119980" y="53561"/>
                </a:cubicBezTo>
                <a:cubicBezTo>
                  <a:pt x="199601" y="15809"/>
                  <a:pt x="1415000" y="-3196"/>
                  <a:pt x="1527513" y="31551"/>
                </a:cubicBezTo>
                <a:cubicBezTo>
                  <a:pt x="1593932" y="52063"/>
                  <a:pt x="1649424" y="85371"/>
                  <a:pt x="1673341" y="119081"/>
                </a:cubicBezTo>
                <a:cubicBezTo>
                  <a:pt x="1682881" y="132527"/>
                  <a:pt x="1702181" y="158603"/>
                  <a:pt x="1716229" y="177028"/>
                </a:cubicBezTo>
                <a:cubicBezTo>
                  <a:pt x="1766879" y="243460"/>
                  <a:pt x="1775078" y="313027"/>
                  <a:pt x="1773347" y="661715"/>
                </a:cubicBezTo>
                <a:lnTo>
                  <a:pt x="1771788" y="975768"/>
                </a:lnTo>
                <a:lnTo>
                  <a:pt x="1797272" y="937940"/>
                </a:lnTo>
                <a:cubicBezTo>
                  <a:pt x="1878297" y="817670"/>
                  <a:pt x="1950613" y="741523"/>
                  <a:pt x="1999290" y="725219"/>
                </a:cubicBezTo>
                <a:cubicBezTo>
                  <a:pt x="2041537" y="711069"/>
                  <a:pt x="2041442" y="711044"/>
                  <a:pt x="2035312" y="734484"/>
                </a:cubicBezTo>
                <a:cubicBezTo>
                  <a:pt x="2028049" y="762261"/>
                  <a:pt x="2047226" y="781616"/>
                  <a:pt x="2068715" y="768196"/>
                </a:cubicBezTo>
                <a:cubicBezTo>
                  <a:pt x="2090960" y="754304"/>
                  <a:pt x="2100954" y="766857"/>
                  <a:pt x="2088440" y="792970"/>
                </a:cubicBezTo>
                <a:cubicBezTo>
                  <a:pt x="2082795" y="804749"/>
                  <a:pt x="2075571" y="822432"/>
                  <a:pt x="2072385" y="832266"/>
                </a:cubicBezTo>
                <a:cubicBezTo>
                  <a:pt x="2063052" y="861079"/>
                  <a:pt x="1770808" y="1284749"/>
                  <a:pt x="1725523" y="1335117"/>
                </a:cubicBezTo>
                <a:cubicBezTo>
                  <a:pt x="1675738" y="1390491"/>
                  <a:pt x="1662274" y="1391722"/>
                  <a:pt x="1612976" y="1345406"/>
                </a:cubicBezTo>
                <a:close/>
              </a:path>
            </a:pathLst>
          </a:custGeom>
          <a:solidFill>
            <a:srgbClr val="181716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52500" y="2571750"/>
            <a:ext cx="8382000" cy="10477500"/>
          </a:xfrm>
          <a:prstGeom prst="rect">
            <a:avLst/>
          </a:prstGeom>
        </p:spPr>
      </p:pic>
      <p:sp>
        <p:nvSpPr>
          <p:cNvPr id="4" name="PHOTO: The test, one take"/>
          <p:cNvSpPr/>
          <p:nvPr/>
        </p:nvSpPr>
        <p:spPr>
          <a:xfrm rot="-120000">
            <a:off x="1524000" y="3143250"/>
            <a:ext cx="7239000" cy="9334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REC" descr="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6760945" y="3236520"/>
            <a:ext cx="2190750" cy="762000"/>
          </a:xfrm>
          <a:prstGeom prst="rect">
            <a:avLst/>
          </a:prstGeom>
        </p:spPr>
      </p:pic>
      <p:sp>
        <p:nvSpPr>
          <p:cNvPr id="6" name="TEXT: [one take, no cuts]"/>
          <p:cNvSpPr/>
          <p:nvPr/>
        </p:nvSpPr>
        <p:spPr>
          <a:xfrm rot="180000">
            <a:off x="1652588" y="1500188"/>
            <a:ext cx="6981825" cy="1000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181716"/>
                </a:solidFill>
                <a:latin typeface="Montserrat"/>
              </a:rPr>
              <a:t>[one take, no cuts]</a:t>
            </a:r>
          </a:p>
        </p:txBody>
      </p:sp>
      <p:sp>
        <p:nvSpPr>
          <p:cNvPr id="7" name="TEXT: watch closely"/>
          <p:cNvSpPr/>
          <p:nvPr/>
        </p:nvSpPr>
        <p:spPr>
          <a:xfrm rot="120000">
            <a:off x="747712" y="12592050"/>
            <a:ext cx="4791075" cy="914400"/>
          </a:xfrm>
          <a:prstGeom prst="rect">
            <a:avLst/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watch closely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285750" y="-166687"/>
            <a:ext cx="5715000" cy="11001375"/>
          </a:xfrm>
          <a:custGeom>
            <a:avLst/>
            <a:gdLst/>
            <a:ahLst/>
            <a:cxnLst/>
            <a:rect l="0" t="0" r="r" b="b"/>
            <a:pathLst>
              <a:path w="5715000" h="11001375">
                <a:moveTo>
                  <a:pt x="2717384" y="10982325"/>
                </a:moveTo>
                <a:cubicBezTo>
                  <a:pt x="2714644" y="10971847"/>
                  <a:pt x="2705361" y="10963275"/>
                  <a:pt x="2696755" y="10963275"/>
                </a:cubicBezTo>
                <a:cubicBezTo>
                  <a:pt x="2688148" y="10963275"/>
                  <a:pt x="2675706" y="10954626"/>
                  <a:pt x="2669105" y="10944056"/>
                </a:cubicBezTo>
                <a:cubicBezTo>
                  <a:pt x="2650294" y="10913935"/>
                  <a:pt x="2644759" y="10686632"/>
                  <a:pt x="2657165" y="10453687"/>
                </a:cubicBezTo>
                <a:cubicBezTo>
                  <a:pt x="2663303" y="10338435"/>
                  <a:pt x="2670044" y="10211990"/>
                  <a:pt x="2672146" y="10172700"/>
                </a:cubicBezTo>
                <a:cubicBezTo>
                  <a:pt x="2674247" y="10133409"/>
                  <a:pt x="2680409" y="10017680"/>
                  <a:pt x="2685838" y="9915525"/>
                </a:cubicBezTo>
                <a:cubicBezTo>
                  <a:pt x="2691267" y="9813369"/>
                  <a:pt x="2699773" y="9708356"/>
                  <a:pt x="2704740" y="9682162"/>
                </a:cubicBezTo>
                <a:cubicBezTo>
                  <a:pt x="2709707" y="9655968"/>
                  <a:pt x="2716528" y="9606676"/>
                  <a:pt x="2719899" y="9572625"/>
                </a:cubicBezTo>
                <a:cubicBezTo>
                  <a:pt x="2726854" y="9502365"/>
                  <a:pt x="2752263" y="9418387"/>
                  <a:pt x="2768089" y="9413354"/>
                </a:cubicBezTo>
                <a:cubicBezTo>
                  <a:pt x="2781824" y="9408985"/>
                  <a:pt x="2797061" y="9448633"/>
                  <a:pt x="2809164" y="9520237"/>
                </a:cubicBezTo>
                <a:cubicBezTo>
                  <a:pt x="2818116" y="9573197"/>
                  <a:pt x="2821670" y="9597725"/>
                  <a:pt x="2833315" y="9686925"/>
                </a:cubicBezTo>
                <a:cubicBezTo>
                  <a:pt x="2865373" y="9932492"/>
                  <a:pt x="2884059" y="10752733"/>
                  <a:pt x="2860606" y="10884873"/>
                </a:cubicBezTo>
                <a:cubicBezTo>
                  <a:pt x="2848778" y="10951520"/>
                  <a:pt x="2839927" y="10965916"/>
                  <a:pt x="2797884" y="10986889"/>
                </a:cubicBezTo>
                <a:cubicBezTo>
                  <a:pt x="2756658" y="11007455"/>
                  <a:pt x="2723464" y="11005573"/>
                  <a:pt x="2717384" y="10982325"/>
                </a:cubicBezTo>
                <a:close/>
                <a:moveTo>
                  <a:pt x="1190625" y="10592651"/>
                </a:moveTo>
                <a:cubicBezTo>
                  <a:pt x="1190625" y="10585937"/>
                  <a:pt x="1181652" y="10584163"/>
                  <a:pt x="1166688" y="10587919"/>
                </a:cubicBezTo>
                <a:cubicBezTo>
                  <a:pt x="1134818" y="10595918"/>
                  <a:pt x="1111507" y="10576146"/>
                  <a:pt x="1118756" y="10547263"/>
                </a:cubicBezTo>
                <a:cubicBezTo>
                  <a:pt x="1122670" y="10531667"/>
                  <a:pt x="1120203" y="10525125"/>
                  <a:pt x="1110406" y="10525125"/>
                </a:cubicBezTo>
                <a:cubicBezTo>
                  <a:pt x="1085982" y="10525125"/>
                  <a:pt x="1083779" y="10506394"/>
                  <a:pt x="1104144" y="10471879"/>
                </a:cubicBezTo>
                <a:cubicBezTo>
                  <a:pt x="1115037" y="10453416"/>
                  <a:pt x="1123950" y="10433687"/>
                  <a:pt x="1123950" y="10428036"/>
                </a:cubicBezTo>
                <a:cubicBezTo>
                  <a:pt x="1123950" y="10401619"/>
                  <a:pt x="1301500" y="10172553"/>
                  <a:pt x="1523741" y="9912248"/>
                </a:cubicBezTo>
                <a:cubicBezTo>
                  <a:pt x="1594606" y="9829245"/>
                  <a:pt x="1677561" y="9730661"/>
                  <a:pt x="1708085" y="9693173"/>
                </a:cubicBezTo>
                <a:cubicBezTo>
                  <a:pt x="1861188" y="9505137"/>
                  <a:pt x="2131578" y="9229725"/>
                  <a:pt x="2163082" y="9229725"/>
                </a:cubicBezTo>
                <a:cubicBezTo>
                  <a:pt x="2201638" y="9229725"/>
                  <a:pt x="2103315" y="9410845"/>
                  <a:pt x="1880979" y="9749386"/>
                </a:cubicBezTo>
                <a:cubicBezTo>
                  <a:pt x="1819248" y="9843382"/>
                  <a:pt x="1753439" y="9943861"/>
                  <a:pt x="1734736" y="9972675"/>
                </a:cubicBezTo>
                <a:cubicBezTo>
                  <a:pt x="1626335" y="10139673"/>
                  <a:pt x="1353224" y="10491881"/>
                  <a:pt x="1286467" y="10550767"/>
                </a:cubicBezTo>
                <a:cubicBezTo>
                  <a:pt x="1240614" y="10591212"/>
                  <a:pt x="1190625" y="10613058"/>
                  <a:pt x="1190625" y="10592651"/>
                </a:cubicBezTo>
                <a:close/>
                <a:moveTo>
                  <a:pt x="4215727" y="10518102"/>
                </a:moveTo>
                <a:cubicBezTo>
                  <a:pt x="4211865" y="10514240"/>
                  <a:pt x="4201657" y="10511025"/>
                  <a:pt x="4193043" y="10510958"/>
                </a:cubicBezTo>
                <a:cubicBezTo>
                  <a:pt x="4184429" y="10510892"/>
                  <a:pt x="4168333" y="10494732"/>
                  <a:pt x="4157274" y="10475047"/>
                </a:cubicBezTo>
                <a:cubicBezTo>
                  <a:pt x="4146215" y="10455363"/>
                  <a:pt x="4134453" y="10441971"/>
                  <a:pt x="4131137" y="10445287"/>
                </a:cubicBezTo>
                <a:cubicBezTo>
                  <a:pt x="4119717" y="10456707"/>
                  <a:pt x="4057921" y="10373579"/>
                  <a:pt x="3893097" y="10125075"/>
                </a:cubicBezTo>
                <a:cubicBezTo>
                  <a:pt x="3856613" y="10070068"/>
                  <a:pt x="3810132" y="10000806"/>
                  <a:pt x="3789806" y="9971161"/>
                </a:cubicBezTo>
                <a:cubicBezTo>
                  <a:pt x="3769480" y="9941515"/>
                  <a:pt x="3752850" y="9914693"/>
                  <a:pt x="3752850" y="9911556"/>
                </a:cubicBezTo>
                <a:cubicBezTo>
                  <a:pt x="3752850" y="9908420"/>
                  <a:pt x="3725697" y="9864096"/>
                  <a:pt x="3692511" y="9813058"/>
                </a:cubicBezTo>
                <a:cubicBezTo>
                  <a:pt x="3485658" y="9494933"/>
                  <a:pt x="3346604" y="9239250"/>
                  <a:pt x="3380443" y="9239250"/>
                </a:cubicBezTo>
                <a:cubicBezTo>
                  <a:pt x="3414438" y="9239250"/>
                  <a:pt x="3764484" y="9660912"/>
                  <a:pt x="3931825" y="9903443"/>
                </a:cubicBezTo>
                <a:cubicBezTo>
                  <a:pt x="3949062" y="9928423"/>
                  <a:pt x="3997282" y="9996741"/>
                  <a:pt x="4038982" y="10055259"/>
                </a:cubicBezTo>
                <a:cubicBezTo>
                  <a:pt x="4118994" y="10167542"/>
                  <a:pt x="4131002" y="10190780"/>
                  <a:pt x="4089451" y="10152929"/>
                </a:cubicBezTo>
                <a:cubicBezTo>
                  <a:pt x="4059711" y="10125836"/>
                  <a:pt x="4066589" y="10139801"/>
                  <a:pt x="4116624" y="10208096"/>
                </a:cubicBezTo>
                <a:cubicBezTo>
                  <a:pt x="4138890" y="10238487"/>
                  <a:pt x="4158075" y="10255841"/>
                  <a:pt x="4166032" y="10252787"/>
                </a:cubicBezTo>
                <a:cubicBezTo>
                  <a:pt x="4181698" y="10246775"/>
                  <a:pt x="4248150" y="10333515"/>
                  <a:pt x="4248150" y="10359975"/>
                </a:cubicBezTo>
                <a:cubicBezTo>
                  <a:pt x="4248150" y="10369895"/>
                  <a:pt x="4255386" y="10388342"/>
                  <a:pt x="4264230" y="10400969"/>
                </a:cubicBezTo>
                <a:cubicBezTo>
                  <a:pt x="4287385" y="10434028"/>
                  <a:pt x="4290081" y="10482332"/>
                  <a:pt x="4270074" y="10505699"/>
                </a:cubicBezTo>
                <a:cubicBezTo>
                  <a:pt x="4253251" y="10525346"/>
                  <a:pt x="4228598" y="10530973"/>
                  <a:pt x="4215727" y="10518102"/>
                </a:cubicBezTo>
                <a:close/>
                <a:moveTo>
                  <a:pt x="2121635" y="10228674"/>
                </a:moveTo>
                <a:cubicBezTo>
                  <a:pt x="2112499" y="10223561"/>
                  <a:pt x="2105025" y="10211876"/>
                  <a:pt x="2105025" y="10202706"/>
                </a:cubicBezTo>
                <a:cubicBezTo>
                  <a:pt x="2105025" y="10193537"/>
                  <a:pt x="2100373" y="10181383"/>
                  <a:pt x="2094689" y="10175699"/>
                </a:cubicBezTo>
                <a:cubicBezTo>
                  <a:pt x="2087258" y="10168268"/>
                  <a:pt x="2088597" y="10157158"/>
                  <a:pt x="2099451" y="10136167"/>
                </a:cubicBezTo>
                <a:cubicBezTo>
                  <a:pt x="2107755" y="10120109"/>
                  <a:pt x="2114550" y="10100062"/>
                  <a:pt x="2114550" y="10091618"/>
                </a:cubicBezTo>
                <a:cubicBezTo>
                  <a:pt x="2114550" y="10050245"/>
                  <a:pt x="2206574" y="9820793"/>
                  <a:pt x="2258460" y="9732794"/>
                </a:cubicBezTo>
                <a:cubicBezTo>
                  <a:pt x="2273607" y="9707105"/>
                  <a:pt x="2286000" y="9683510"/>
                  <a:pt x="2286000" y="9680362"/>
                </a:cubicBezTo>
                <a:cubicBezTo>
                  <a:pt x="2286000" y="9663859"/>
                  <a:pt x="2368537" y="9544050"/>
                  <a:pt x="2379907" y="9544050"/>
                </a:cubicBezTo>
                <a:cubicBezTo>
                  <a:pt x="2392519" y="9544050"/>
                  <a:pt x="2389742" y="9668162"/>
                  <a:pt x="2375559" y="9738401"/>
                </a:cubicBezTo>
                <a:cubicBezTo>
                  <a:pt x="2373342" y="9749380"/>
                  <a:pt x="2369223" y="9771221"/>
                  <a:pt x="2366406" y="9786937"/>
                </a:cubicBezTo>
                <a:cubicBezTo>
                  <a:pt x="2341983" y="9923194"/>
                  <a:pt x="2242945" y="10190161"/>
                  <a:pt x="2206178" y="10218847"/>
                </a:cubicBezTo>
                <a:cubicBezTo>
                  <a:pt x="2188276" y="10232814"/>
                  <a:pt x="2139222" y="10238516"/>
                  <a:pt x="2121635" y="10228674"/>
                </a:cubicBezTo>
                <a:close/>
                <a:moveTo>
                  <a:pt x="3337125" y="10232783"/>
                </a:moveTo>
                <a:cubicBezTo>
                  <a:pt x="3298408" y="10225209"/>
                  <a:pt x="3288195" y="10206300"/>
                  <a:pt x="3227501" y="10029825"/>
                </a:cubicBezTo>
                <a:cubicBezTo>
                  <a:pt x="3161935" y="9839180"/>
                  <a:pt x="3109717" y="9573730"/>
                  <a:pt x="3133180" y="9550347"/>
                </a:cubicBezTo>
                <a:cubicBezTo>
                  <a:pt x="3146769" y="9536804"/>
                  <a:pt x="3162358" y="9555390"/>
                  <a:pt x="3227762" y="9663112"/>
                </a:cubicBezTo>
                <a:cubicBezTo>
                  <a:pt x="3295817" y="9775201"/>
                  <a:pt x="3308542" y="9803080"/>
                  <a:pt x="3356110" y="9944308"/>
                </a:cubicBezTo>
                <a:cubicBezTo>
                  <a:pt x="3426796" y="10154174"/>
                  <a:pt x="3430823" y="10182721"/>
                  <a:pt x="3394276" y="10214862"/>
                </a:cubicBezTo>
                <a:cubicBezTo>
                  <a:pt x="3379322" y="10228013"/>
                  <a:pt x="3364944" y="10238324"/>
                  <a:pt x="3362325" y="10237776"/>
                </a:cubicBezTo>
                <a:cubicBezTo>
                  <a:pt x="3359705" y="10237228"/>
                  <a:pt x="3348366" y="10234981"/>
                  <a:pt x="3337125" y="10232783"/>
                </a:cubicBezTo>
                <a:close/>
                <a:moveTo>
                  <a:pt x="4931677" y="10001506"/>
                </a:moveTo>
                <a:cubicBezTo>
                  <a:pt x="4902365" y="9978450"/>
                  <a:pt x="4895850" y="9977537"/>
                  <a:pt x="4895850" y="9996487"/>
                </a:cubicBezTo>
                <a:cubicBezTo>
                  <a:pt x="4895850" y="10017393"/>
                  <a:pt x="4874498" y="10013983"/>
                  <a:pt x="4837727" y="9987205"/>
                </a:cubicBezTo>
                <a:cubicBezTo>
                  <a:pt x="4819926" y="9974242"/>
                  <a:pt x="4796446" y="9959623"/>
                  <a:pt x="4785548" y="9954718"/>
                </a:cubicBezTo>
                <a:cubicBezTo>
                  <a:pt x="4765375" y="9945639"/>
                  <a:pt x="4686622" y="9892722"/>
                  <a:pt x="4524375" y="9779227"/>
                </a:cubicBezTo>
                <a:cubicBezTo>
                  <a:pt x="4474606" y="9744413"/>
                  <a:pt x="4413403" y="9701902"/>
                  <a:pt x="4388366" y="9684758"/>
                </a:cubicBezTo>
                <a:cubicBezTo>
                  <a:pt x="4143673" y="9517202"/>
                  <a:pt x="3737574" y="9201222"/>
                  <a:pt x="3615449" y="9083362"/>
                </a:cubicBezTo>
                <a:cubicBezTo>
                  <a:pt x="3452300" y="8925909"/>
                  <a:pt x="3633174" y="9002644"/>
                  <a:pt x="4181475" y="9323496"/>
                </a:cubicBezTo>
                <a:cubicBezTo>
                  <a:pt x="4257436" y="9367947"/>
                  <a:pt x="4345305" y="9421654"/>
                  <a:pt x="4376737" y="9442844"/>
                </a:cubicBezTo>
                <a:cubicBezTo>
                  <a:pt x="4408170" y="9464035"/>
                  <a:pt x="4451032" y="9490431"/>
                  <a:pt x="4471987" y="9501501"/>
                </a:cubicBezTo>
                <a:cubicBezTo>
                  <a:pt x="4580358" y="9558752"/>
                  <a:pt x="4878845" y="9748816"/>
                  <a:pt x="4884745" y="9764327"/>
                </a:cubicBezTo>
                <a:cubicBezTo>
                  <a:pt x="4886495" y="9768930"/>
                  <a:pt x="4911449" y="9788308"/>
                  <a:pt x="4940199" y="9807391"/>
                </a:cubicBezTo>
                <a:cubicBezTo>
                  <a:pt x="4996890" y="9845020"/>
                  <a:pt x="5022310" y="9875902"/>
                  <a:pt x="5018911" y="9903016"/>
                </a:cubicBezTo>
                <a:cubicBezTo>
                  <a:pt x="5017721" y="9912515"/>
                  <a:pt x="5019879" y="9927453"/>
                  <a:pt x="5023707" y="9936211"/>
                </a:cubicBezTo>
                <a:cubicBezTo>
                  <a:pt x="5033751" y="9959194"/>
                  <a:pt x="5012274" y="9994502"/>
                  <a:pt x="4991546" y="9989081"/>
                </a:cubicBezTo>
                <a:cubicBezTo>
                  <a:pt x="4980528" y="9986200"/>
                  <a:pt x="4974966" y="9989702"/>
                  <a:pt x="4975693" y="9999065"/>
                </a:cubicBezTo>
                <a:cubicBezTo>
                  <a:pt x="4977442" y="10021600"/>
                  <a:pt x="4958554" y="10022648"/>
                  <a:pt x="4931677" y="10001506"/>
                </a:cubicBezTo>
                <a:close/>
                <a:moveTo>
                  <a:pt x="747712" y="9916439"/>
                </a:moveTo>
                <a:cubicBezTo>
                  <a:pt x="719070" y="9899656"/>
                  <a:pt x="703454" y="9867900"/>
                  <a:pt x="723843" y="9867900"/>
                </a:cubicBezTo>
                <a:cubicBezTo>
                  <a:pt x="730459" y="9867900"/>
                  <a:pt x="732287" y="9860270"/>
                  <a:pt x="728517" y="9848392"/>
                </a:cubicBezTo>
                <a:cubicBezTo>
                  <a:pt x="720560" y="9823322"/>
                  <a:pt x="734678" y="9806957"/>
                  <a:pt x="791978" y="9774832"/>
                </a:cubicBezTo>
                <a:cubicBezTo>
                  <a:pt x="817938" y="9760277"/>
                  <a:pt x="836398" y="9743729"/>
                  <a:pt x="833922" y="9737230"/>
                </a:cubicBezTo>
                <a:cubicBezTo>
                  <a:pt x="824638" y="9712851"/>
                  <a:pt x="942293" y="9632903"/>
                  <a:pt x="960565" y="9651175"/>
                </a:cubicBezTo>
                <a:cubicBezTo>
                  <a:pt x="968861" y="9659471"/>
                  <a:pt x="974347" y="9659362"/>
                  <a:pt x="982979" y="9650730"/>
                </a:cubicBezTo>
                <a:cubicBezTo>
                  <a:pt x="991869" y="9641840"/>
                  <a:pt x="991869" y="9639300"/>
                  <a:pt x="982979" y="9639300"/>
                </a:cubicBezTo>
                <a:cubicBezTo>
                  <a:pt x="948033" y="9639300"/>
                  <a:pt x="999838" y="9595381"/>
                  <a:pt x="1183126" y="9469623"/>
                </a:cubicBezTo>
                <a:cubicBezTo>
                  <a:pt x="1430438" y="9299937"/>
                  <a:pt x="1906291" y="9010650"/>
                  <a:pt x="1938099" y="9010650"/>
                </a:cubicBezTo>
                <a:cubicBezTo>
                  <a:pt x="1981691" y="9010650"/>
                  <a:pt x="1643344" y="9332696"/>
                  <a:pt x="1467407" y="9458667"/>
                </a:cubicBezTo>
                <a:cubicBezTo>
                  <a:pt x="1449378" y="9471575"/>
                  <a:pt x="1425803" y="9489365"/>
                  <a:pt x="1415019" y="9498199"/>
                </a:cubicBezTo>
                <a:cubicBezTo>
                  <a:pt x="1404235" y="9507034"/>
                  <a:pt x="1377557" y="9528465"/>
                  <a:pt x="1355733" y="9545824"/>
                </a:cubicBezTo>
                <a:cubicBezTo>
                  <a:pt x="1333910" y="9563184"/>
                  <a:pt x="1274298" y="9611677"/>
                  <a:pt x="1223262" y="9653587"/>
                </a:cubicBezTo>
                <a:cubicBezTo>
                  <a:pt x="1086383" y="9765990"/>
                  <a:pt x="931779" y="9877425"/>
                  <a:pt x="912711" y="9877425"/>
                </a:cubicBezTo>
                <a:cubicBezTo>
                  <a:pt x="903526" y="9877425"/>
                  <a:pt x="875735" y="9890283"/>
                  <a:pt x="850953" y="9906000"/>
                </a:cubicBezTo>
                <a:cubicBezTo>
                  <a:pt x="799619" y="9938554"/>
                  <a:pt x="787540" y="9939776"/>
                  <a:pt x="747712" y="9916439"/>
                </a:cubicBezTo>
                <a:close/>
                <a:moveTo>
                  <a:pt x="173831" y="9299616"/>
                </a:moveTo>
                <a:cubicBezTo>
                  <a:pt x="167282" y="9296974"/>
                  <a:pt x="161925" y="9288891"/>
                  <a:pt x="161925" y="9281653"/>
                </a:cubicBezTo>
                <a:cubicBezTo>
                  <a:pt x="161925" y="9274416"/>
                  <a:pt x="153352" y="9263907"/>
                  <a:pt x="142875" y="9258300"/>
                </a:cubicBezTo>
                <a:cubicBezTo>
                  <a:pt x="123097" y="9247715"/>
                  <a:pt x="117047" y="9215988"/>
                  <a:pt x="132934" y="9206169"/>
                </a:cubicBezTo>
                <a:cubicBezTo>
                  <a:pt x="137943" y="9203073"/>
                  <a:pt x="139544" y="9194029"/>
                  <a:pt x="136491" y="9186072"/>
                </a:cubicBezTo>
                <a:cubicBezTo>
                  <a:pt x="130672" y="9170908"/>
                  <a:pt x="167134" y="9124965"/>
                  <a:pt x="185016" y="9124929"/>
                </a:cubicBezTo>
                <a:cubicBezTo>
                  <a:pt x="190651" y="9124918"/>
                  <a:pt x="218836" y="9112556"/>
                  <a:pt x="247650" y="9097457"/>
                </a:cubicBezTo>
                <a:cubicBezTo>
                  <a:pt x="347138" y="9045325"/>
                  <a:pt x="579223" y="8975371"/>
                  <a:pt x="1074446" y="8848250"/>
                </a:cubicBezTo>
                <a:cubicBezTo>
                  <a:pt x="1186411" y="8819509"/>
                  <a:pt x="1384381" y="8802301"/>
                  <a:pt x="1395530" y="8820340"/>
                </a:cubicBezTo>
                <a:cubicBezTo>
                  <a:pt x="1403623" y="8833436"/>
                  <a:pt x="1364076" y="8882856"/>
                  <a:pt x="1334886" y="8896125"/>
                </a:cubicBezTo>
                <a:cubicBezTo>
                  <a:pt x="1321026" y="8902425"/>
                  <a:pt x="1294685" y="8915596"/>
                  <a:pt x="1276350" y="8925395"/>
                </a:cubicBezTo>
                <a:cubicBezTo>
                  <a:pt x="1197660" y="8967447"/>
                  <a:pt x="1120977" y="9000891"/>
                  <a:pt x="1004887" y="9043786"/>
                </a:cubicBezTo>
                <a:cubicBezTo>
                  <a:pt x="936783" y="9068951"/>
                  <a:pt x="868095" y="9095108"/>
                  <a:pt x="852247" y="9101913"/>
                </a:cubicBezTo>
                <a:cubicBezTo>
                  <a:pt x="559678" y="9227539"/>
                  <a:pt x="231917" y="9323055"/>
                  <a:pt x="173831" y="9299616"/>
                </a:cubicBezTo>
                <a:close/>
                <a:moveTo>
                  <a:pt x="4719955" y="9064955"/>
                </a:moveTo>
                <a:cubicBezTo>
                  <a:pt x="4693586" y="9055533"/>
                  <a:pt x="4667726" y="9046960"/>
                  <a:pt x="4662487" y="9045905"/>
                </a:cubicBezTo>
                <a:cubicBezTo>
                  <a:pt x="4657248" y="9044850"/>
                  <a:pt x="4649747" y="9039701"/>
                  <a:pt x="4645818" y="9034462"/>
                </a:cubicBezTo>
                <a:cubicBezTo>
                  <a:pt x="4641235" y="9028351"/>
                  <a:pt x="4635878" y="9029260"/>
                  <a:pt x="4630873" y="9036998"/>
                </a:cubicBezTo>
                <a:cubicBezTo>
                  <a:pt x="4624728" y="9046498"/>
                  <a:pt x="4610069" y="9044885"/>
                  <a:pt x="4561817" y="9029399"/>
                </a:cubicBezTo>
                <a:cubicBezTo>
                  <a:pt x="4528127" y="9018586"/>
                  <a:pt x="4455556" y="8999052"/>
                  <a:pt x="4400550" y="8985990"/>
                </a:cubicBezTo>
                <a:cubicBezTo>
                  <a:pt x="4345543" y="8972927"/>
                  <a:pt x="4284521" y="8956044"/>
                  <a:pt x="4264945" y="8948473"/>
                </a:cubicBezTo>
                <a:cubicBezTo>
                  <a:pt x="4245370" y="8940901"/>
                  <a:pt x="4211985" y="8932523"/>
                  <a:pt x="4190756" y="8929856"/>
                </a:cubicBezTo>
                <a:cubicBezTo>
                  <a:pt x="4088527" y="8917011"/>
                  <a:pt x="3823923" y="8820992"/>
                  <a:pt x="3749964" y="8769902"/>
                </a:cubicBezTo>
                <a:cubicBezTo>
                  <a:pt x="3607022" y="8671158"/>
                  <a:pt x="4067551" y="8733143"/>
                  <a:pt x="4405312" y="8858108"/>
                </a:cubicBezTo>
                <a:cubicBezTo>
                  <a:pt x="4473815" y="8883453"/>
                  <a:pt x="4502873" y="8889471"/>
                  <a:pt x="4567237" y="8891646"/>
                </a:cubicBezTo>
                <a:cubicBezTo>
                  <a:pt x="4628997" y="8893733"/>
                  <a:pt x="4724832" y="8921023"/>
                  <a:pt x="4736172" y="8939752"/>
                </a:cubicBezTo>
                <a:cubicBezTo>
                  <a:pt x="4740027" y="8946119"/>
                  <a:pt x="4759315" y="8954354"/>
                  <a:pt x="4779034" y="8958051"/>
                </a:cubicBezTo>
                <a:cubicBezTo>
                  <a:pt x="4832603" y="8968094"/>
                  <a:pt x="4865708" y="8991360"/>
                  <a:pt x="4872878" y="9024004"/>
                </a:cubicBezTo>
                <a:cubicBezTo>
                  <a:pt x="4876879" y="9042222"/>
                  <a:pt x="4875205" y="9054044"/>
                  <a:pt x="4868297" y="9056346"/>
                </a:cubicBezTo>
                <a:cubicBezTo>
                  <a:pt x="4862309" y="9058342"/>
                  <a:pt x="4851933" y="9065451"/>
                  <a:pt x="4845241" y="9072144"/>
                </a:cubicBezTo>
                <a:cubicBezTo>
                  <a:pt x="4828781" y="9088604"/>
                  <a:pt x="4777979" y="9085689"/>
                  <a:pt x="4719955" y="9064955"/>
                </a:cubicBezTo>
                <a:close/>
                <a:moveTo>
                  <a:pt x="1552575" y="8858899"/>
                </a:moveTo>
                <a:cubicBezTo>
                  <a:pt x="1508107" y="8828722"/>
                  <a:pt x="1615000" y="8754287"/>
                  <a:pt x="1735291" y="8731666"/>
                </a:cubicBezTo>
                <a:cubicBezTo>
                  <a:pt x="1875685" y="8705265"/>
                  <a:pt x="1857875" y="8763846"/>
                  <a:pt x="1704202" y="8833929"/>
                </a:cubicBezTo>
                <a:cubicBezTo>
                  <a:pt x="1643479" y="8861622"/>
                  <a:pt x="1573555" y="8873137"/>
                  <a:pt x="1552575" y="8858899"/>
                </a:cubicBezTo>
                <a:close/>
                <a:moveTo>
                  <a:pt x="933450" y="8436847"/>
                </a:moveTo>
                <a:cubicBezTo>
                  <a:pt x="753493" y="8430101"/>
                  <a:pt x="713029" y="8425904"/>
                  <a:pt x="681037" y="8410663"/>
                </a:cubicBezTo>
                <a:cubicBezTo>
                  <a:pt x="660082" y="8400681"/>
                  <a:pt x="613497" y="8388209"/>
                  <a:pt x="577515" y="8382949"/>
                </a:cubicBezTo>
                <a:cubicBezTo>
                  <a:pt x="511152" y="8373248"/>
                  <a:pt x="473639" y="8352260"/>
                  <a:pt x="482304" y="8329681"/>
                </a:cubicBezTo>
                <a:cubicBezTo>
                  <a:pt x="484927" y="8322845"/>
                  <a:pt x="482495" y="8314422"/>
                  <a:pt x="476899" y="8310963"/>
                </a:cubicBezTo>
                <a:cubicBezTo>
                  <a:pt x="460013" y="8300527"/>
                  <a:pt x="465450" y="8269052"/>
                  <a:pt x="486041" y="8258032"/>
                </a:cubicBezTo>
                <a:cubicBezTo>
                  <a:pt x="496666" y="8252346"/>
                  <a:pt x="502955" y="8243805"/>
                  <a:pt x="500017" y="8239052"/>
                </a:cubicBezTo>
                <a:cubicBezTo>
                  <a:pt x="487862" y="8219385"/>
                  <a:pt x="551441" y="8199427"/>
                  <a:pt x="586204" y="8211997"/>
                </a:cubicBezTo>
                <a:cubicBezTo>
                  <a:pt x="611809" y="8221256"/>
                  <a:pt x="621650" y="8221359"/>
                  <a:pt x="630548" y="8212461"/>
                </a:cubicBezTo>
                <a:cubicBezTo>
                  <a:pt x="644194" y="8198815"/>
                  <a:pt x="705616" y="8198042"/>
                  <a:pt x="790575" y="8210448"/>
                </a:cubicBezTo>
                <a:cubicBezTo>
                  <a:pt x="824626" y="8215420"/>
                  <a:pt x="882491" y="8222057"/>
                  <a:pt x="919162" y="8225197"/>
                </a:cubicBezTo>
                <a:cubicBezTo>
                  <a:pt x="955833" y="8228337"/>
                  <a:pt x="1024413" y="8236758"/>
                  <a:pt x="1071562" y="8243910"/>
                </a:cubicBezTo>
                <a:cubicBezTo>
                  <a:pt x="1118711" y="8251062"/>
                  <a:pt x="1193720" y="8261732"/>
                  <a:pt x="1238250" y="8267621"/>
                </a:cubicBezTo>
                <a:cubicBezTo>
                  <a:pt x="1497386" y="8301889"/>
                  <a:pt x="1617230" y="8322327"/>
                  <a:pt x="1720903" y="8349931"/>
                </a:cubicBezTo>
                <a:cubicBezTo>
                  <a:pt x="1772388" y="8363640"/>
                  <a:pt x="1824156" y="8376963"/>
                  <a:pt x="1835943" y="8379538"/>
                </a:cubicBezTo>
                <a:cubicBezTo>
                  <a:pt x="1869993" y="8386977"/>
                  <a:pt x="1860911" y="8405390"/>
                  <a:pt x="1816893" y="8418160"/>
                </a:cubicBezTo>
                <a:cubicBezTo>
                  <a:pt x="1717710" y="8446936"/>
                  <a:pt x="1388409" y="8453901"/>
                  <a:pt x="933450" y="8436847"/>
                </a:cubicBezTo>
                <a:close/>
                <a:moveTo>
                  <a:pt x="3771900" y="8438615"/>
                </a:moveTo>
                <a:cubicBezTo>
                  <a:pt x="3644800" y="8427317"/>
                  <a:pt x="3636430" y="8424298"/>
                  <a:pt x="3665798" y="8400342"/>
                </a:cubicBezTo>
                <a:cubicBezTo>
                  <a:pt x="3678166" y="8390254"/>
                  <a:pt x="3698883" y="8382000"/>
                  <a:pt x="3711836" y="8382000"/>
                </a:cubicBezTo>
                <a:cubicBezTo>
                  <a:pt x="3724790" y="8382000"/>
                  <a:pt x="3770392" y="8373061"/>
                  <a:pt x="3813175" y="8362136"/>
                </a:cubicBezTo>
                <a:cubicBezTo>
                  <a:pt x="3855958" y="8351211"/>
                  <a:pt x="3908107" y="8340285"/>
                  <a:pt x="3929062" y="8337858"/>
                </a:cubicBezTo>
                <a:cubicBezTo>
                  <a:pt x="3950017" y="8335430"/>
                  <a:pt x="3982164" y="8329506"/>
                  <a:pt x="4000500" y="8324694"/>
                </a:cubicBezTo>
                <a:cubicBezTo>
                  <a:pt x="4018835" y="8319882"/>
                  <a:pt x="4057411" y="8313162"/>
                  <a:pt x="4086225" y="8309760"/>
                </a:cubicBezTo>
                <a:cubicBezTo>
                  <a:pt x="4115038" y="8306357"/>
                  <a:pt x="4160043" y="8299880"/>
                  <a:pt x="4186237" y="8295366"/>
                </a:cubicBezTo>
                <a:cubicBezTo>
                  <a:pt x="4212431" y="8290851"/>
                  <a:pt x="4285297" y="8280661"/>
                  <a:pt x="4348162" y="8272721"/>
                </a:cubicBezTo>
                <a:cubicBezTo>
                  <a:pt x="4411027" y="8264781"/>
                  <a:pt x="4488180" y="8253906"/>
                  <a:pt x="4519612" y="8248554"/>
                </a:cubicBezTo>
                <a:cubicBezTo>
                  <a:pt x="4619929" y="8231475"/>
                  <a:pt x="4991536" y="8201565"/>
                  <a:pt x="5107333" y="8201250"/>
                </a:cubicBezTo>
                <a:cubicBezTo>
                  <a:pt x="5187989" y="8201031"/>
                  <a:pt x="5238750" y="8213201"/>
                  <a:pt x="5238750" y="8232760"/>
                </a:cubicBezTo>
                <a:cubicBezTo>
                  <a:pt x="5238750" y="8238055"/>
                  <a:pt x="5245699" y="8250066"/>
                  <a:pt x="5254192" y="8259451"/>
                </a:cubicBezTo>
                <a:cubicBezTo>
                  <a:pt x="5264151" y="8270455"/>
                  <a:pt x="5267015" y="8282560"/>
                  <a:pt x="5262257" y="8293538"/>
                </a:cubicBezTo>
                <a:cubicBezTo>
                  <a:pt x="5258198" y="8302901"/>
                  <a:pt x="5254464" y="8316991"/>
                  <a:pt x="5253958" y="8324850"/>
                </a:cubicBezTo>
                <a:cubicBezTo>
                  <a:pt x="5253439" y="8332904"/>
                  <a:pt x="5242032" y="8340411"/>
                  <a:pt x="5227813" y="8342057"/>
                </a:cubicBezTo>
                <a:cubicBezTo>
                  <a:pt x="5212398" y="8343842"/>
                  <a:pt x="5200707" y="8352176"/>
                  <a:pt x="5197749" y="8363489"/>
                </a:cubicBezTo>
                <a:cubicBezTo>
                  <a:pt x="5191103" y="8388903"/>
                  <a:pt x="5108827" y="8390328"/>
                  <a:pt x="5090560" y="8365346"/>
                </a:cubicBezTo>
                <a:cubicBezTo>
                  <a:pt x="5083862" y="8356186"/>
                  <a:pt x="5074941" y="8352133"/>
                  <a:pt x="5070735" y="8356339"/>
                </a:cubicBezTo>
                <a:cubicBezTo>
                  <a:pt x="5066530" y="8360544"/>
                  <a:pt x="5068780" y="8367503"/>
                  <a:pt x="5075736" y="8371802"/>
                </a:cubicBezTo>
                <a:cubicBezTo>
                  <a:pt x="5082692" y="8376101"/>
                  <a:pt x="5084711" y="8381884"/>
                  <a:pt x="5080223" y="8384654"/>
                </a:cubicBezTo>
                <a:cubicBezTo>
                  <a:pt x="5060693" y="8396704"/>
                  <a:pt x="4697434" y="8426322"/>
                  <a:pt x="4471987" y="8434246"/>
                </a:cubicBezTo>
                <a:cubicBezTo>
                  <a:pt x="4202144" y="8443731"/>
                  <a:pt x="3853902" y="8445904"/>
                  <a:pt x="3771900" y="8438615"/>
                </a:cubicBezTo>
                <a:close/>
                <a:moveTo>
                  <a:pt x="3619500" y="8116286"/>
                </a:moveTo>
                <a:cubicBezTo>
                  <a:pt x="3619500" y="8079839"/>
                  <a:pt x="3806093" y="7978906"/>
                  <a:pt x="3864523" y="7983746"/>
                </a:cubicBezTo>
                <a:cubicBezTo>
                  <a:pt x="3944727" y="7990390"/>
                  <a:pt x="3889032" y="8067480"/>
                  <a:pt x="3777601" y="8104060"/>
                </a:cubicBezTo>
                <a:cubicBezTo>
                  <a:pt x="3714072" y="8124915"/>
                  <a:pt x="3619500" y="8132229"/>
                  <a:pt x="3619500" y="8116286"/>
                </a:cubicBezTo>
                <a:close/>
                <a:moveTo>
                  <a:pt x="1790700" y="8030982"/>
                </a:moveTo>
                <a:cubicBezTo>
                  <a:pt x="1697345" y="8000497"/>
                  <a:pt x="1591176" y="7946800"/>
                  <a:pt x="1543050" y="7905729"/>
                </a:cubicBezTo>
                <a:cubicBezTo>
                  <a:pt x="1524714" y="7890082"/>
                  <a:pt x="1494710" y="7867459"/>
                  <a:pt x="1476375" y="7855456"/>
                </a:cubicBezTo>
                <a:cubicBezTo>
                  <a:pt x="1434193" y="7827844"/>
                  <a:pt x="1408183" y="7776623"/>
                  <a:pt x="1421501" y="7747395"/>
                </a:cubicBezTo>
                <a:cubicBezTo>
                  <a:pt x="1436647" y="7714152"/>
                  <a:pt x="1470121" y="7714467"/>
                  <a:pt x="1526425" y="7748384"/>
                </a:cubicBezTo>
                <a:cubicBezTo>
                  <a:pt x="1554191" y="7765110"/>
                  <a:pt x="1587984" y="7781575"/>
                  <a:pt x="1601521" y="7784972"/>
                </a:cubicBezTo>
                <a:cubicBezTo>
                  <a:pt x="1669923" y="7802140"/>
                  <a:pt x="1895475" y="8001443"/>
                  <a:pt x="1895475" y="8044717"/>
                </a:cubicBezTo>
                <a:cubicBezTo>
                  <a:pt x="1895475" y="8063007"/>
                  <a:pt x="1884271" y="8061539"/>
                  <a:pt x="1790700" y="8030982"/>
                </a:cubicBezTo>
                <a:close/>
                <a:moveTo>
                  <a:pt x="4091186" y="7877497"/>
                </a:moveTo>
                <a:cubicBezTo>
                  <a:pt x="4088058" y="7872436"/>
                  <a:pt x="4103879" y="7854988"/>
                  <a:pt x="4126343" y="7838723"/>
                </a:cubicBezTo>
                <a:cubicBezTo>
                  <a:pt x="4148807" y="7822459"/>
                  <a:pt x="4171473" y="7801266"/>
                  <a:pt x="4176712" y="7791626"/>
                </a:cubicBezTo>
                <a:cubicBezTo>
                  <a:pt x="4213483" y="7723969"/>
                  <a:pt x="4720097" y="7449032"/>
                  <a:pt x="4921452" y="7387460"/>
                </a:cubicBezTo>
                <a:cubicBezTo>
                  <a:pt x="4990723" y="7366278"/>
                  <a:pt x="5003209" y="7368046"/>
                  <a:pt x="5044625" y="7404899"/>
                </a:cubicBezTo>
                <a:cubicBezTo>
                  <a:pt x="5079600" y="7436023"/>
                  <a:pt x="5080487" y="7438240"/>
                  <a:pt x="5064856" y="7455512"/>
                </a:cubicBezTo>
                <a:cubicBezTo>
                  <a:pt x="5053248" y="7468338"/>
                  <a:pt x="5051463" y="7476528"/>
                  <a:pt x="5058699" y="7483764"/>
                </a:cubicBezTo>
                <a:cubicBezTo>
                  <a:pt x="5073167" y="7498232"/>
                  <a:pt x="5035686" y="7530938"/>
                  <a:pt x="4996134" y="7538358"/>
                </a:cubicBezTo>
                <a:cubicBezTo>
                  <a:pt x="4974949" y="7542332"/>
                  <a:pt x="4965135" y="7549329"/>
                  <a:pt x="4966002" y="7559840"/>
                </a:cubicBezTo>
                <a:cubicBezTo>
                  <a:pt x="4966921" y="7570987"/>
                  <a:pt x="4933370" y="7590836"/>
                  <a:pt x="4848225" y="7629516"/>
                </a:cubicBezTo>
                <a:cubicBezTo>
                  <a:pt x="4782740" y="7659265"/>
                  <a:pt x="4695634" y="7699398"/>
                  <a:pt x="4654655" y="7718701"/>
                </a:cubicBezTo>
                <a:cubicBezTo>
                  <a:pt x="4521344" y="7781498"/>
                  <a:pt x="4399673" y="7824493"/>
                  <a:pt x="4391714" y="7811616"/>
                </a:cubicBezTo>
                <a:cubicBezTo>
                  <a:pt x="4384965" y="7800696"/>
                  <a:pt x="4332480" y="7815684"/>
                  <a:pt x="4262437" y="7848534"/>
                </a:cubicBezTo>
                <a:cubicBezTo>
                  <a:pt x="4206916" y="7874574"/>
                  <a:pt x="4100502" y="7892571"/>
                  <a:pt x="4091186" y="7877497"/>
                </a:cubicBezTo>
                <a:close/>
                <a:moveTo>
                  <a:pt x="3410161" y="7851774"/>
                </a:moveTo>
                <a:cubicBezTo>
                  <a:pt x="3410278" y="7847409"/>
                  <a:pt x="3418755" y="7833121"/>
                  <a:pt x="3429000" y="7820025"/>
                </a:cubicBezTo>
                <a:cubicBezTo>
                  <a:pt x="3439244" y="7806928"/>
                  <a:pt x="3447721" y="7792978"/>
                  <a:pt x="3447838" y="7789025"/>
                </a:cubicBezTo>
                <a:cubicBezTo>
                  <a:pt x="3447954" y="7785072"/>
                  <a:pt x="3466750" y="7755069"/>
                  <a:pt x="3489606" y="7722350"/>
                </a:cubicBezTo>
                <a:cubicBezTo>
                  <a:pt x="3512462" y="7689632"/>
                  <a:pt x="3542338" y="7646378"/>
                  <a:pt x="3555998" y="7626232"/>
                </a:cubicBezTo>
                <a:cubicBezTo>
                  <a:pt x="3569657" y="7606085"/>
                  <a:pt x="3602497" y="7563223"/>
                  <a:pt x="3628976" y="7530982"/>
                </a:cubicBezTo>
                <a:cubicBezTo>
                  <a:pt x="3655455" y="7498741"/>
                  <a:pt x="3718398" y="7420927"/>
                  <a:pt x="3768849" y="7358062"/>
                </a:cubicBezTo>
                <a:cubicBezTo>
                  <a:pt x="3983740" y="7090299"/>
                  <a:pt x="4318883" y="6740402"/>
                  <a:pt x="4355888" y="6745181"/>
                </a:cubicBezTo>
                <a:cubicBezTo>
                  <a:pt x="4367355" y="6746662"/>
                  <a:pt x="4382973" y="6743996"/>
                  <a:pt x="4390594" y="6739257"/>
                </a:cubicBezTo>
                <a:cubicBezTo>
                  <a:pt x="4435123" y="6711564"/>
                  <a:pt x="4487835" y="6733763"/>
                  <a:pt x="4467550" y="6771666"/>
                </a:cubicBezTo>
                <a:cubicBezTo>
                  <a:pt x="4460526" y="6784791"/>
                  <a:pt x="4460306" y="6791325"/>
                  <a:pt x="4466889" y="6791325"/>
                </a:cubicBezTo>
                <a:cubicBezTo>
                  <a:pt x="4485315" y="6791325"/>
                  <a:pt x="4476846" y="6826013"/>
                  <a:pt x="4452937" y="6848475"/>
                </a:cubicBezTo>
                <a:cubicBezTo>
                  <a:pt x="4439840" y="6860778"/>
                  <a:pt x="4429125" y="6875780"/>
                  <a:pt x="4429125" y="6881812"/>
                </a:cubicBezTo>
                <a:cubicBezTo>
                  <a:pt x="4429125" y="6896994"/>
                  <a:pt x="4388037" y="6934200"/>
                  <a:pt x="4371271" y="6934200"/>
                </a:cubicBezTo>
                <a:cubicBezTo>
                  <a:pt x="4354191" y="6934200"/>
                  <a:pt x="4329169" y="6971679"/>
                  <a:pt x="4332325" y="6992534"/>
                </a:cubicBezTo>
                <a:cubicBezTo>
                  <a:pt x="4335395" y="7012820"/>
                  <a:pt x="3913194" y="7452908"/>
                  <a:pt x="3745519" y="7604202"/>
                </a:cubicBezTo>
                <a:cubicBezTo>
                  <a:pt x="3618931" y="7718422"/>
                  <a:pt x="3519804" y="7797286"/>
                  <a:pt x="3456575" y="7834081"/>
                </a:cubicBezTo>
                <a:cubicBezTo>
                  <a:pt x="3412114" y="7859954"/>
                  <a:pt x="3409921" y="7860790"/>
                  <a:pt x="3410161" y="7851774"/>
                </a:cubicBezTo>
                <a:close/>
                <a:moveTo>
                  <a:pt x="2027214" y="7740569"/>
                </a:moveTo>
                <a:cubicBezTo>
                  <a:pt x="1915143" y="7634956"/>
                  <a:pt x="1774297" y="7475258"/>
                  <a:pt x="1551253" y="7200900"/>
                </a:cubicBezTo>
                <a:cubicBezTo>
                  <a:pt x="1485152" y="7119591"/>
                  <a:pt x="1389718" y="6992873"/>
                  <a:pt x="1343222" y="6924675"/>
                </a:cubicBezTo>
                <a:cubicBezTo>
                  <a:pt x="1320006" y="6890623"/>
                  <a:pt x="1293826" y="6854190"/>
                  <a:pt x="1285043" y="6843712"/>
                </a:cubicBezTo>
                <a:cubicBezTo>
                  <a:pt x="1276261" y="6833235"/>
                  <a:pt x="1258925" y="6805335"/>
                  <a:pt x="1246519" y="6781714"/>
                </a:cubicBezTo>
                <a:cubicBezTo>
                  <a:pt x="1234113" y="6758092"/>
                  <a:pt x="1203602" y="6712340"/>
                  <a:pt x="1178718" y="6680043"/>
                </a:cubicBezTo>
                <a:cubicBezTo>
                  <a:pt x="1153834" y="6647746"/>
                  <a:pt x="1133475" y="6614508"/>
                  <a:pt x="1133475" y="6606181"/>
                </a:cubicBezTo>
                <a:cubicBezTo>
                  <a:pt x="1133475" y="6597854"/>
                  <a:pt x="1128512" y="6583094"/>
                  <a:pt x="1122446" y="6573382"/>
                </a:cubicBezTo>
                <a:cubicBezTo>
                  <a:pt x="1115920" y="6562932"/>
                  <a:pt x="1114554" y="6548403"/>
                  <a:pt x="1119100" y="6537792"/>
                </a:cubicBezTo>
                <a:cubicBezTo>
                  <a:pt x="1123325" y="6527931"/>
                  <a:pt x="1125876" y="6510512"/>
                  <a:pt x="1124770" y="6499085"/>
                </a:cubicBezTo>
                <a:cubicBezTo>
                  <a:pt x="1122622" y="6476908"/>
                  <a:pt x="1156445" y="6450700"/>
                  <a:pt x="1166408" y="6466822"/>
                </a:cubicBezTo>
                <a:cubicBezTo>
                  <a:pt x="1169442" y="6471730"/>
                  <a:pt x="1186180" y="6473432"/>
                  <a:pt x="1203604" y="6470604"/>
                </a:cubicBezTo>
                <a:cubicBezTo>
                  <a:pt x="1237410" y="6465118"/>
                  <a:pt x="1276350" y="6498686"/>
                  <a:pt x="1276350" y="6533315"/>
                </a:cubicBezTo>
                <a:cubicBezTo>
                  <a:pt x="1276350" y="6556532"/>
                  <a:pt x="1303670" y="6591267"/>
                  <a:pt x="1322133" y="6591524"/>
                </a:cubicBezTo>
                <a:cubicBezTo>
                  <a:pt x="1346290" y="6591860"/>
                  <a:pt x="1422465" y="6692769"/>
                  <a:pt x="1588003" y="6943725"/>
                </a:cubicBezTo>
                <a:cubicBezTo>
                  <a:pt x="1712548" y="7132535"/>
                  <a:pt x="1736283" y="7170313"/>
                  <a:pt x="1761510" y="7219891"/>
                </a:cubicBezTo>
                <a:cubicBezTo>
                  <a:pt x="1773489" y="7243433"/>
                  <a:pt x="1799388" y="7282010"/>
                  <a:pt x="1819063" y="7305616"/>
                </a:cubicBezTo>
                <a:cubicBezTo>
                  <a:pt x="1838737" y="7329223"/>
                  <a:pt x="1870928" y="7374255"/>
                  <a:pt x="1890598" y="7405687"/>
                </a:cubicBezTo>
                <a:cubicBezTo>
                  <a:pt x="1910268" y="7437120"/>
                  <a:pt x="1944736" y="7490698"/>
                  <a:pt x="1967194" y="7524750"/>
                </a:cubicBezTo>
                <a:cubicBezTo>
                  <a:pt x="2062680" y="7669532"/>
                  <a:pt x="2132306" y="7804288"/>
                  <a:pt x="2116632" y="7813975"/>
                </a:cubicBezTo>
                <a:cubicBezTo>
                  <a:pt x="2112804" y="7816341"/>
                  <a:pt x="2072566" y="7783308"/>
                  <a:pt x="2027214" y="7740569"/>
                </a:cubicBezTo>
                <a:close/>
                <a:moveTo>
                  <a:pt x="1162050" y="7726866"/>
                </a:moveTo>
                <a:cubicBezTo>
                  <a:pt x="1111571" y="7711323"/>
                  <a:pt x="1069259" y="7691685"/>
                  <a:pt x="1008748" y="7655718"/>
                </a:cubicBezTo>
                <a:cubicBezTo>
                  <a:pt x="984511" y="7641312"/>
                  <a:pt x="955865" y="7629525"/>
                  <a:pt x="945092" y="7629525"/>
                </a:cubicBezTo>
                <a:cubicBezTo>
                  <a:pt x="876328" y="7629525"/>
                  <a:pt x="585516" y="7449098"/>
                  <a:pt x="463787" y="7330911"/>
                </a:cubicBezTo>
                <a:cubicBezTo>
                  <a:pt x="407799" y="7276553"/>
                  <a:pt x="401903" y="7267184"/>
                  <a:pt x="402449" y="7233454"/>
                </a:cubicBezTo>
                <a:cubicBezTo>
                  <a:pt x="403116" y="7192300"/>
                  <a:pt x="423054" y="7161260"/>
                  <a:pt x="443727" y="7169193"/>
                </a:cubicBezTo>
                <a:cubicBezTo>
                  <a:pt x="451048" y="7172002"/>
                  <a:pt x="459835" y="7167015"/>
                  <a:pt x="463252" y="7158109"/>
                </a:cubicBezTo>
                <a:cubicBezTo>
                  <a:pt x="472056" y="7135168"/>
                  <a:pt x="516515" y="7145845"/>
                  <a:pt x="561914" y="7181801"/>
                </a:cubicBezTo>
                <a:cubicBezTo>
                  <a:pt x="581791" y="7197544"/>
                  <a:pt x="606399" y="7210425"/>
                  <a:pt x="616598" y="7210425"/>
                </a:cubicBezTo>
                <a:cubicBezTo>
                  <a:pt x="652187" y="7210425"/>
                  <a:pt x="1031472" y="7495466"/>
                  <a:pt x="1045325" y="7532623"/>
                </a:cubicBezTo>
                <a:cubicBezTo>
                  <a:pt x="1048594" y="7541390"/>
                  <a:pt x="1091196" y="7586486"/>
                  <a:pt x="1139996" y="7632838"/>
                </a:cubicBezTo>
                <a:cubicBezTo>
                  <a:pt x="1249619" y="7736960"/>
                  <a:pt x="1253884" y="7755143"/>
                  <a:pt x="1162050" y="7726866"/>
                </a:cubicBezTo>
                <a:close/>
                <a:moveTo>
                  <a:pt x="2754018" y="7654896"/>
                </a:moveTo>
                <a:cubicBezTo>
                  <a:pt x="2727508" y="7622954"/>
                  <a:pt x="2697393" y="7410590"/>
                  <a:pt x="2686259" y="7177087"/>
                </a:cubicBezTo>
                <a:cubicBezTo>
                  <a:pt x="2658195" y="6588516"/>
                  <a:pt x="2679874" y="6023476"/>
                  <a:pt x="2729786" y="6042629"/>
                </a:cubicBezTo>
                <a:cubicBezTo>
                  <a:pt x="2736644" y="6045261"/>
                  <a:pt x="2744947" y="6038825"/>
                  <a:pt x="2748292" y="6028285"/>
                </a:cubicBezTo>
                <a:cubicBezTo>
                  <a:pt x="2757965" y="5997807"/>
                  <a:pt x="2804233" y="6007422"/>
                  <a:pt x="2808076" y="6040708"/>
                </a:cubicBezTo>
                <a:cubicBezTo>
                  <a:pt x="2810224" y="6059318"/>
                  <a:pt x="2815074" y="6064832"/>
                  <a:pt x="2825706" y="6060752"/>
                </a:cubicBezTo>
                <a:cubicBezTo>
                  <a:pt x="2850860" y="6051099"/>
                  <a:pt x="2856405" y="6077419"/>
                  <a:pt x="2850645" y="6179137"/>
                </a:cubicBezTo>
                <a:cubicBezTo>
                  <a:pt x="2845781" y="6265016"/>
                  <a:pt x="2847144" y="6279029"/>
                  <a:pt x="2861365" y="6289428"/>
                </a:cubicBezTo>
                <a:cubicBezTo>
                  <a:pt x="2885395" y="6307000"/>
                  <a:pt x="2863254" y="7245098"/>
                  <a:pt x="2834232" y="7439025"/>
                </a:cubicBezTo>
                <a:cubicBezTo>
                  <a:pt x="2833055" y="7446883"/>
                  <a:pt x="2828950" y="7476886"/>
                  <a:pt x="2825109" y="7505700"/>
                </a:cubicBezTo>
                <a:cubicBezTo>
                  <a:pt x="2809247" y="7624674"/>
                  <a:pt x="2779955" y="7686148"/>
                  <a:pt x="2754018" y="7654896"/>
                </a:cubicBezTo>
                <a:close/>
                <a:moveTo>
                  <a:pt x="3150391" y="7550943"/>
                </a:moveTo>
                <a:cubicBezTo>
                  <a:pt x="3157563" y="7414065"/>
                  <a:pt x="3235337" y="7229123"/>
                  <a:pt x="3297252" y="7201717"/>
                </a:cubicBezTo>
                <a:cubicBezTo>
                  <a:pt x="3400194" y="7156150"/>
                  <a:pt x="3342302" y="7418961"/>
                  <a:pt x="3214962" y="7575284"/>
                </a:cubicBezTo>
                <a:cubicBezTo>
                  <a:pt x="3153592" y="7650622"/>
                  <a:pt x="3145331" y="7647507"/>
                  <a:pt x="3150391" y="7550943"/>
                </a:cubicBezTo>
                <a:close/>
                <a:moveTo>
                  <a:pt x="2346983" y="7508081"/>
                </a:moveTo>
                <a:cubicBezTo>
                  <a:pt x="2337408" y="7493674"/>
                  <a:pt x="2322611" y="7469028"/>
                  <a:pt x="2314101" y="7453312"/>
                </a:cubicBezTo>
                <a:cubicBezTo>
                  <a:pt x="2305590" y="7437596"/>
                  <a:pt x="2282927" y="7397536"/>
                  <a:pt x="2263738" y="7364291"/>
                </a:cubicBezTo>
                <a:cubicBezTo>
                  <a:pt x="2244549" y="7331045"/>
                  <a:pt x="2228823" y="7301042"/>
                  <a:pt x="2228791" y="7297616"/>
                </a:cubicBezTo>
                <a:cubicBezTo>
                  <a:pt x="2228759" y="7294190"/>
                  <a:pt x="2221985" y="7278528"/>
                  <a:pt x="2213739" y="7262812"/>
                </a:cubicBezTo>
                <a:cubicBezTo>
                  <a:pt x="2190828" y="7219148"/>
                  <a:pt x="2137621" y="7079154"/>
                  <a:pt x="2119617" y="7015162"/>
                </a:cubicBezTo>
                <a:cubicBezTo>
                  <a:pt x="2110773" y="6983730"/>
                  <a:pt x="2099585" y="6944849"/>
                  <a:pt x="2094756" y="6928761"/>
                </a:cubicBezTo>
                <a:cubicBezTo>
                  <a:pt x="2080968" y="6882831"/>
                  <a:pt x="2084098" y="6865763"/>
                  <a:pt x="2111569" y="6837089"/>
                </a:cubicBezTo>
                <a:cubicBezTo>
                  <a:pt x="2140065" y="6807347"/>
                  <a:pt x="2163399" y="6803183"/>
                  <a:pt x="2181225" y="6824662"/>
                </a:cubicBezTo>
                <a:cubicBezTo>
                  <a:pt x="2187746" y="6832520"/>
                  <a:pt x="2198375" y="6838950"/>
                  <a:pt x="2204844" y="6838950"/>
                </a:cubicBezTo>
                <a:cubicBezTo>
                  <a:pt x="2220357" y="6838950"/>
                  <a:pt x="2296860" y="7021065"/>
                  <a:pt x="2326883" y="7129462"/>
                </a:cubicBezTo>
                <a:cubicBezTo>
                  <a:pt x="2388218" y="7350916"/>
                  <a:pt x="2410896" y="7534275"/>
                  <a:pt x="2376950" y="7534275"/>
                </a:cubicBezTo>
                <a:cubicBezTo>
                  <a:pt x="2370042" y="7534275"/>
                  <a:pt x="2356557" y="7522487"/>
                  <a:pt x="2346983" y="7508081"/>
                </a:cubicBezTo>
                <a:close/>
                <a:moveTo>
                  <a:pt x="3413809" y="6945008"/>
                </a:moveTo>
                <a:cubicBezTo>
                  <a:pt x="3417405" y="6913230"/>
                  <a:pt x="3426580" y="6863299"/>
                  <a:pt x="3434198" y="6834050"/>
                </a:cubicBezTo>
                <a:cubicBezTo>
                  <a:pt x="3441816" y="6804801"/>
                  <a:pt x="3448050" y="6766203"/>
                  <a:pt x="3448050" y="6748277"/>
                </a:cubicBezTo>
                <a:cubicBezTo>
                  <a:pt x="3448050" y="6685422"/>
                  <a:pt x="3552193" y="6400416"/>
                  <a:pt x="3585157" y="6373058"/>
                </a:cubicBezTo>
                <a:cubicBezTo>
                  <a:pt x="3593568" y="6366078"/>
                  <a:pt x="3600450" y="6355939"/>
                  <a:pt x="3600450" y="6350526"/>
                </a:cubicBezTo>
                <a:cubicBezTo>
                  <a:pt x="3600450" y="6337459"/>
                  <a:pt x="3646980" y="6276836"/>
                  <a:pt x="3655605" y="6278666"/>
                </a:cubicBezTo>
                <a:cubicBezTo>
                  <a:pt x="3659321" y="6279454"/>
                  <a:pt x="3674816" y="6276621"/>
                  <a:pt x="3690038" y="6272370"/>
                </a:cubicBezTo>
                <a:cubicBezTo>
                  <a:pt x="3718149" y="6264519"/>
                  <a:pt x="3749748" y="6287450"/>
                  <a:pt x="3737695" y="6306953"/>
                </a:cubicBezTo>
                <a:cubicBezTo>
                  <a:pt x="3734934" y="6311420"/>
                  <a:pt x="3737214" y="6315075"/>
                  <a:pt x="3742762" y="6315075"/>
                </a:cubicBezTo>
                <a:cubicBezTo>
                  <a:pt x="3758304" y="6315075"/>
                  <a:pt x="3754701" y="6374867"/>
                  <a:pt x="3737696" y="6399145"/>
                </a:cubicBezTo>
                <a:cubicBezTo>
                  <a:pt x="3729362" y="6411044"/>
                  <a:pt x="3721389" y="6440930"/>
                  <a:pt x="3719978" y="6465558"/>
                </a:cubicBezTo>
                <a:cubicBezTo>
                  <a:pt x="3717110" y="6515628"/>
                  <a:pt x="3705359" y="6546192"/>
                  <a:pt x="3626843" y="6707808"/>
                </a:cubicBezTo>
                <a:cubicBezTo>
                  <a:pt x="3570027" y="6824754"/>
                  <a:pt x="3537285" y="6876777"/>
                  <a:pt x="3520077" y="6877439"/>
                </a:cubicBezTo>
                <a:cubicBezTo>
                  <a:pt x="3514514" y="6877653"/>
                  <a:pt x="3494426" y="6904442"/>
                  <a:pt x="3475437" y="6936970"/>
                </a:cubicBezTo>
                <a:cubicBezTo>
                  <a:pt x="3427295" y="7019438"/>
                  <a:pt x="3405061" y="7022338"/>
                  <a:pt x="3413809" y="6945008"/>
                </a:cubicBezTo>
                <a:close/>
                <a:moveTo>
                  <a:pt x="2834072" y="5559762"/>
                </a:moveTo>
                <a:cubicBezTo>
                  <a:pt x="2825765" y="5547083"/>
                  <a:pt x="2821500" y="5530109"/>
                  <a:pt x="2824595" y="5522043"/>
                </a:cubicBezTo>
                <a:cubicBezTo>
                  <a:pt x="2827691" y="5513976"/>
                  <a:pt x="2826164" y="5504867"/>
                  <a:pt x="2821202" y="5501801"/>
                </a:cubicBezTo>
                <a:cubicBezTo>
                  <a:pt x="2816240" y="5498734"/>
                  <a:pt x="2814275" y="5477646"/>
                  <a:pt x="2816834" y="5454937"/>
                </a:cubicBezTo>
                <a:cubicBezTo>
                  <a:pt x="2820051" y="5426395"/>
                  <a:pt x="2817213" y="5409373"/>
                  <a:pt x="2807639" y="5399800"/>
                </a:cubicBezTo>
                <a:cubicBezTo>
                  <a:pt x="2791841" y="5384002"/>
                  <a:pt x="2789410" y="5368038"/>
                  <a:pt x="2752648" y="5038725"/>
                </a:cubicBezTo>
                <a:cubicBezTo>
                  <a:pt x="2742397" y="4946898"/>
                  <a:pt x="2738222" y="4911865"/>
                  <a:pt x="2729378" y="4843462"/>
                </a:cubicBezTo>
                <a:cubicBezTo>
                  <a:pt x="2726668" y="4822507"/>
                  <a:pt x="2721734" y="4771072"/>
                  <a:pt x="2718413" y="4729162"/>
                </a:cubicBezTo>
                <a:cubicBezTo>
                  <a:pt x="2715092" y="4687252"/>
                  <a:pt x="2711532" y="4646533"/>
                  <a:pt x="2710502" y="4638675"/>
                </a:cubicBezTo>
                <a:cubicBezTo>
                  <a:pt x="2709472" y="4630816"/>
                  <a:pt x="2705107" y="4588667"/>
                  <a:pt x="2700802" y="4545008"/>
                </a:cubicBezTo>
                <a:cubicBezTo>
                  <a:pt x="2695946" y="4495755"/>
                  <a:pt x="2688373" y="4463863"/>
                  <a:pt x="2680847" y="4460975"/>
                </a:cubicBezTo>
                <a:cubicBezTo>
                  <a:pt x="2667394" y="4455813"/>
                  <a:pt x="2657691" y="4424805"/>
                  <a:pt x="2651504" y="4367212"/>
                </a:cubicBezTo>
                <a:cubicBezTo>
                  <a:pt x="2649253" y="4346257"/>
                  <a:pt x="2643483" y="4307681"/>
                  <a:pt x="2638681" y="4281487"/>
                </a:cubicBezTo>
                <a:cubicBezTo>
                  <a:pt x="2633879" y="4255293"/>
                  <a:pt x="2627150" y="4207073"/>
                  <a:pt x="2623727" y="4174331"/>
                </a:cubicBezTo>
                <a:cubicBezTo>
                  <a:pt x="2618209" y="4121541"/>
                  <a:pt x="2600325" y="4088623"/>
                  <a:pt x="2600325" y="4131256"/>
                </a:cubicBezTo>
                <a:cubicBezTo>
                  <a:pt x="2600325" y="4175106"/>
                  <a:pt x="2366459" y="4729611"/>
                  <a:pt x="2349289" y="4726472"/>
                </a:cubicBezTo>
                <a:cubicBezTo>
                  <a:pt x="2339144" y="4724618"/>
                  <a:pt x="2331136" y="4736451"/>
                  <a:pt x="2323505" y="4764572"/>
                </a:cubicBezTo>
                <a:cubicBezTo>
                  <a:pt x="2293028" y="4876883"/>
                  <a:pt x="2268660" y="4905724"/>
                  <a:pt x="2233745" y="4870809"/>
                </a:cubicBezTo>
                <a:cubicBezTo>
                  <a:pt x="2220762" y="4857826"/>
                  <a:pt x="2219317" y="4842829"/>
                  <a:pt x="2224891" y="4778924"/>
                </a:cubicBezTo>
                <a:cubicBezTo>
                  <a:pt x="2229798" y="4722677"/>
                  <a:pt x="2228687" y="4704325"/>
                  <a:pt x="2220676" y="4709277"/>
                </a:cubicBezTo>
                <a:cubicBezTo>
                  <a:pt x="2214666" y="4712991"/>
                  <a:pt x="2209669" y="4710421"/>
                  <a:pt x="2209507" y="4703530"/>
                </a:cubicBezTo>
                <a:cubicBezTo>
                  <a:pt x="2205915" y="4550217"/>
                  <a:pt x="2188003" y="4101049"/>
                  <a:pt x="2182230" y="4019550"/>
                </a:cubicBezTo>
                <a:cubicBezTo>
                  <a:pt x="2177963" y="3959304"/>
                  <a:pt x="2177207" y="3903583"/>
                  <a:pt x="2180550" y="3895725"/>
                </a:cubicBezTo>
                <a:cubicBezTo>
                  <a:pt x="2183893" y="3887866"/>
                  <a:pt x="2185079" y="3848375"/>
                  <a:pt x="2183186" y="3807966"/>
                </a:cubicBezTo>
                <a:lnTo>
                  <a:pt x="2179744" y="3734495"/>
                </a:lnTo>
                <a:lnTo>
                  <a:pt x="2141020" y="3758941"/>
                </a:lnTo>
                <a:cubicBezTo>
                  <a:pt x="2107287" y="3780235"/>
                  <a:pt x="2034535" y="3816528"/>
                  <a:pt x="1899118" y="3879615"/>
                </a:cubicBezTo>
                <a:cubicBezTo>
                  <a:pt x="1878778" y="3889091"/>
                  <a:pt x="1844992" y="3909346"/>
                  <a:pt x="1824037" y="3924627"/>
                </a:cubicBezTo>
                <a:cubicBezTo>
                  <a:pt x="1753090" y="3976362"/>
                  <a:pt x="1719454" y="3997515"/>
                  <a:pt x="1643062" y="4038438"/>
                </a:cubicBezTo>
                <a:cubicBezTo>
                  <a:pt x="1601152" y="4060890"/>
                  <a:pt x="1540592" y="4093347"/>
                  <a:pt x="1508484" y="4110565"/>
                </a:cubicBezTo>
                <a:cubicBezTo>
                  <a:pt x="1469052" y="4131711"/>
                  <a:pt x="1446973" y="4138738"/>
                  <a:pt x="1440454" y="4132219"/>
                </a:cubicBezTo>
                <a:cubicBezTo>
                  <a:pt x="1430346" y="4122111"/>
                  <a:pt x="1413984" y="4130077"/>
                  <a:pt x="1275380" y="4212581"/>
                </a:cubicBezTo>
                <a:cubicBezTo>
                  <a:pt x="1235555" y="4236286"/>
                  <a:pt x="1154206" y="4282296"/>
                  <a:pt x="1094603" y="4314825"/>
                </a:cubicBezTo>
                <a:cubicBezTo>
                  <a:pt x="1035000" y="4347354"/>
                  <a:pt x="980749" y="4381799"/>
                  <a:pt x="974045" y="4391371"/>
                </a:cubicBezTo>
                <a:cubicBezTo>
                  <a:pt x="955260" y="4418190"/>
                  <a:pt x="861691" y="4468331"/>
                  <a:pt x="843473" y="4461340"/>
                </a:cubicBezTo>
                <a:cubicBezTo>
                  <a:pt x="833612" y="4457556"/>
                  <a:pt x="820463" y="4462922"/>
                  <a:pt x="808728" y="4475518"/>
                </a:cubicBezTo>
                <a:cubicBezTo>
                  <a:pt x="759591" y="4528260"/>
                  <a:pt x="691938" y="4542118"/>
                  <a:pt x="668308" y="4504280"/>
                </a:cubicBezTo>
                <a:cubicBezTo>
                  <a:pt x="654298" y="4481847"/>
                  <a:pt x="669170" y="4459311"/>
                  <a:pt x="737921" y="4398794"/>
                </a:cubicBezTo>
                <a:cubicBezTo>
                  <a:pt x="761642" y="4377914"/>
                  <a:pt x="781050" y="4355724"/>
                  <a:pt x="781050" y="4349482"/>
                </a:cubicBezTo>
                <a:cubicBezTo>
                  <a:pt x="781050" y="4343240"/>
                  <a:pt x="833556" y="4277374"/>
                  <a:pt x="897731" y="4203113"/>
                </a:cubicBezTo>
                <a:cubicBezTo>
                  <a:pt x="961905" y="4128853"/>
                  <a:pt x="1031557" y="4045944"/>
                  <a:pt x="1052512" y="4018872"/>
                </a:cubicBezTo>
                <a:cubicBezTo>
                  <a:pt x="1102519" y="3954268"/>
                  <a:pt x="1362847" y="3691728"/>
                  <a:pt x="1425023" y="3643195"/>
                </a:cubicBezTo>
                <a:cubicBezTo>
                  <a:pt x="1451787" y="3622304"/>
                  <a:pt x="1471909" y="3600429"/>
                  <a:pt x="1469738" y="3594584"/>
                </a:cubicBezTo>
                <a:cubicBezTo>
                  <a:pt x="1464689" y="3580985"/>
                  <a:pt x="1596320" y="3423669"/>
                  <a:pt x="1716612" y="3299540"/>
                </a:cubicBezTo>
                <a:lnTo>
                  <a:pt x="1809762" y="3203419"/>
                </a:lnTo>
                <a:lnTo>
                  <a:pt x="1774037" y="3192883"/>
                </a:lnTo>
                <a:cubicBezTo>
                  <a:pt x="1754388" y="3187089"/>
                  <a:pt x="1696311" y="3173650"/>
                  <a:pt x="1644978" y="3163018"/>
                </a:cubicBezTo>
                <a:cubicBezTo>
                  <a:pt x="1593644" y="3152387"/>
                  <a:pt x="1531493" y="3136847"/>
                  <a:pt x="1506865" y="3128485"/>
                </a:cubicBezTo>
                <a:cubicBezTo>
                  <a:pt x="1389609" y="3088671"/>
                  <a:pt x="1165725" y="3038609"/>
                  <a:pt x="1154614" y="3049720"/>
                </a:cubicBezTo>
                <a:cubicBezTo>
                  <a:pt x="1146145" y="3058189"/>
                  <a:pt x="911245" y="3014999"/>
                  <a:pt x="883572" y="2999884"/>
                </a:cubicBezTo>
                <a:cubicBezTo>
                  <a:pt x="874476" y="2994915"/>
                  <a:pt x="862090" y="2990849"/>
                  <a:pt x="856048" y="2990850"/>
                </a:cubicBezTo>
                <a:cubicBezTo>
                  <a:pt x="850006" y="2990850"/>
                  <a:pt x="840303" y="2984437"/>
                  <a:pt x="834487" y="2976600"/>
                </a:cubicBezTo>
                <a:cubicBezTo>
                  <a:pt x="824217" y="2962761"/>
                  <a:pt x="573965" y="2899484"/>
                  <a:pt x="564992" y="2908457"/>
                </a:cubicBezTo>
                <a:cubicBezTo>
                  <a:pt x="562583" y="2910866"/>
                  <a:pt x="573778" y="2915728"/>
                  <a:pt x="589868" y="2919262"/>
                </a:cubicBezTo>
                <a:cubicBezTo>
                  <a:pt x="605959" y="2922797"/>
                  <a:pt x="619124" y="2929176"/>
                  <a:pt x="619124" y="2933439"/>
                </a:cubicBezTo>
                <a:cubicBezTo>
                  <a:pt x="619125" y="2937702"/>
                  <a:pt x="573047" y="2931274"/>
                  <a:pt x="516731" y="2919155"/>
                </a:cubicBezTo>
                <a:cubicBezTo>
                  <a:pt x="460414" y="2907035"/>
                  <a:pt x="390763" y="2892092"/>
                  <a:pt x="361950" y="2885947"/>
                </a:cubicBezTo>
                <a:cubicBezTo>
                  <a:pt x="279845" y="2868438"/>
                  <a:pt x="233362" y="2850980"/>
                  <a:pt x="233362" y="2837652"/>
                </a:cubicBezTo>
                <a:cubicBezTo>
                  <a:pt x="233362" y="2823882"/>
                  <a:pt x="154633" y="2800814"/>
                  <a:pt x="106683" y="2800533"/>
                </a:cubicBezTo>
                <a:cubicBezTo>
                  <a:pt x="73190" y="2800337"/>
                  <a:pt x="29571" y="2781641"/>
                  <a:pt x="11331" y="2759664"/>
                </a:cubicBezTo>
                <a:cubicBezTo>
                  <a:pt x="-10206" y="2733712"/>
                  <a:pt x="35500" y="2705390"/>
                  <a:pt x="96338" y="2706990"/>
                </a:cubicBezTo>
                <a:cubicBezTo>
                  <a:pt x="138971" y="2708112"/>
                  <a:pt x="153098" y="2704401"/>
                  <a:pt x="169810" y="2687689"/>
                </a:cubicBezTo>
                <a:cubicBezTo>
                  <a:pt x="187443" y="2670056"/>
                  <a:pt x="202108" y="2666815"/>
                  <a:pt x="269081" y="2665750"/>
                </a:cubicBezTo>
                <a:cubicBezTo>
                  <a:pt x="407551" y="2663549"/>
                  <a:pt x="462578" y="2659208"/>
                  <a:pt x="553741" y="2643295"/>
                </a:cubicBezTo>
                <a:cubicBezTo>
                  <a:pt x="602799" y="2634731"/>
                  <a:pt x="687943" y="2621844"/>
                  <a:pt x="742950" y="2614655"/>
                </a:cubicBezTo>
                <a:cubicBezTo>
                  <a:pt x="797956" y="2607467"/>
                  <a:pt x="911542" y="2590769"/>
                  <a:pt x="995362" y="2577548"/>
                </a:cubicBezTo>
                <a:cubicBezTo>
                  <a:pt x="1079182" y="2564328"/>
                  <a:pt x="1175623" y="2550882"/>
                  <a:pt x="1209675" y="2547669"/>
                </a:cubicBezTo>
                <a:cubicBezTo>
                  <a:pt x="1243726" y="2544456"/>
                  <a:pt x="1288732" y="2538090"/>
                  <a:pt x="1309687" y="2533523"/>
                </a:cubicBezTo>
                <a:cubicBezTo>
                  <a:pt x="1330642" y="2528956"/>
                  <a:pt x="1409938" y="2518453"/>
                  <a:pt x="1485900" y="2510182"/>
                </a:cubicBezTo>
                <a:cubicBezTo>
                  <a:pt x="1561861" y="2501912"/>
                  <a:pt x="1658302" y="2490863"/>
                  <a:pt x="1700212" y="2485628"/>
                </a:cubicBezTo>
                <a:cubicBezTo>
                  <a:pt x="1742122" y="2480394"/>
                  <a:pt x="1809909" y="2476011"/>
                  <a:pt x="1850849" y="2475890"/>
                </a:cubicBezTo>
                <a:cubicBezTo>
                  <a:pt x="1937605" y="2475632"/>
                  <a:pt x="1936628" y="2479720"/>
                  <a:pt x="1873463" y="2381250"/>
                </a:cubicBezTo>
                <a:cubicBezTo>
                  <a:pt x="1848260" y="2341959"/>
                  <a:pt x="1796455" y="2256234"/>
                  <a:pt x="1758341" y="2190750"/>
                </a:cubicBezTo>
                <a:cubicBezTo>
                  <a:pt x="1646337" y="1998317"/>
                  <a:pt x="1618420" y="1957788"/>
                  <a:pt x="1608239" y="1972842"/>
                </a:cubicBezTo>
                <a:cubicBezTo>
                  <a:pt x="1593638" y="1994433"/>
                  <a:pt x="1549650" y="1935360"/>
                  <a:pt x="1298842" y="1557337"/>
                </a:cubicBezTo>
                <a:cubicBezTo>
                  <a:pt x="1243229" y="1473517"/>
                  <a:pt x="1184981" y="1388771"/>
                  <a:pt x="1169401" y="1369013"/>
                </a:cubicBezTo>
                <a:cubicBezTo>
                  <a:pt x="1153821" y="1349255"/>
                  <a:pt x="1140229" y="1320891"/>
                  <a:pt x="1139197" y="1305982"/>
                </a:cubicBezTo>
                <a:cubicBezTo>
                  <a:pt x="1137182" y="1276877"/>
                  <a:pt x="1130898" y="1266585"/>
                  <a:pt x="1057173" y="1171633"/>
                </a:cubicBezTo>
                <a:cubicBezTo>
                  <a:pt x="1007711" y="1107930"/>
                  <a:pt x="1002917" y="1090367"/>
                  <a:pt x="1030283" y="1073135"/>
                </a:cubicBezTo>
                <a:cubicBezTo>
                  <a:pt x="1042947" y="1065160"/>
                  <a:pt x="1054176" y="1070389"/>
                  <a:pt x="1085863" y="1099016"/>
                </a:cubicBezTo>
                <a:cubicBezTo>
                  <a:pt x="1107702" y="1118747"/>
                  <a:pt x="1131496" y="1132617"/>
                  <a:pt x="1138738" y="1129838"/>
                </a:cubicBezTo>
                <a:cubicBezTo>
                  <a:pt x="1146158" y="1126990"/>
                  <a:pt x="1174444" y="1145386"/>
                  <a:pt x="1203556" y="1171992"/>
                </a:cubicBezTo>
                <a:cubicBezTo>
                  <a:pt x="1231965" y="1197956"/>
                  <a:pt x="1258758" y="1219199"/>
                  <a:pt x="1263098" y="1219199"/>
                </a:cubicBezTo>
                <a:cubicBezTo>
                  <a:pt x="1267437" y="1219199"/>
                  <a:pt x="1292997" y="1240935"/>
                  <a:pt x="1319897" y="1267501"/>
                </a:cubicBezTo>
                <a:cubicBezTo>
                  <a:pt x="1346798" y="1294068"/>
                  <a:pt x="1424085" y="1356011"/>
                  <a:pt x="1491647" y="1405154"/>
                </a:cubicBezTo>
                <a:cubicBezTo>
                  <a:pt x="1773287" y="1610010"/>
                  <a:pt x="1866530" y="1675330"/>
                  <a:pt x="1899963" y="1691196"/>
                </a:cubicBezTo>
                <a:cubicBezTo>
                  <a:pt x="1919382" y="1700410"/>
                  <a:pt x="2002398" y="1751981"/>
                  <a:pt x="2084441" y="1805796"/>
                </a:cubicBezTo>
                <a:cubicBezTo>
                  <a:pt x="2228015" y="1899971"/>
                  <a:pt x="2271010" y="1929973"/>
                  <a:pt x="2335482" y="1980967"/>
                </a:cubicBezTo>
                <a:lnTo>
                  <a:pt x="2365294" y="2004547"/>
                </a:lnTo>
                <a:lnTo>
                  <a:pt x="2342338" y="2009966"/>
                </a:lnTo>
                <a:cubicBezTo>
                  <a:pt x="2321317" y="2014929"/>
                  <a:pt x="2324355" y="2018763"/>
                  <a:pt x="2378368" y="2055442"/>
                </a:cubicBezTo>
                <a:cubicBezTo>
                  <a:pt x="2410810" y="2077474"/>
                  <a:pt x="2442947" y="2095516"/>
                  <a:pt x="2449783" y="2095535"/>
                </a:cubicBezTo>
                <a:cubicBezTo>
                  <a:pt x="2456619" y="2095555"/>
                  <a:pt x="2476271" y="2104142"/>
                  <a:pt x="2493454" y="2114619"/>
                </a:cubicBezTo>
                <a:cubicBezTo>
                  <a:pt x="2529299" y="2136473"/>
                  <a:pt x="2530033" y="2135507"/>
                  <a:pt x="2536953" y="2057400"/>
                </a:cubicBezTo>
                <a:cubicBezTo>
                  <a:pt x="2539505" y="2028586"/>
                  <a:pt x="2548183" y="1953577"/>
                  <a:pt x="2556238" y="1890712"/>
                </a:cubicBezTo>
                <a:cubicBezTo>
                  <a:pt x="2564292" y="1827847"/>
                  <a:pt x="2575470" y="1727120"/>
                  <a:pt x="2581079" y="1666875"/>
                </a:cubicBezTo>
                <a:cubicBezTo>
                  <a:pt x="2586687" y="1606629"/>
                  <a:pt x="2595244" y="1533763"/>
                  <a:pt x="2600095" y="1504950"/>
                </a:cubicBezTo>
                <a:cubicBezTo>
                  <a:pt x="2604946" y="1476136"/>
                  <a:pt x="2613599" y="1418272"/>
                  <a:pt x="2619324" y="1376362"/>
                </a:cubicBezTo>
                <a:cubicBezTo>
                  <a:pt x="2641071" y="1217183"/>
                  <a:pt x="2661149" y="1123950"/>
                  <a:pt x="2673682" y="1123950"/>
                </a:cubicBezTo>
                <a:cubicBezTo>
                  <a:pt x="2680484" y="1123950"/>
                  <a:pt x="2686720" y="1116449"/>
                  <a:pt x="2687540" y="1107281"/>
                </a:cubicBezTo>
                <a:cubicBezTo>
                  <a:pt x="2691720" y="1060553"/>
                  <a:pt x="2694038" y="1038589"/>
                  <a:pt x="2699856" y="990600"/>
                </a:cubicBezTo>
                <a:cubicBezTo>
                  <a:pt x="2710591" y="902053"/>
                  <a:pt x="2722485" y="771366"/>
                  <a:pt x="2728857" y="671966"/>
                </a:cubicBezTo>
                <a:cubicBezTo>
                  <a:pt x="2732198" y="619828"/>
                  <a:pt x="2737476" y="573055"/>
                  <a:pt x="2740584" y="568026"/>
                </a:cubicBezTo>
                <a:cubicBezTo>
                  <a:pt x="2743692" y="562996"/>
                  <a:pt x="2747734" y="526359"/>
                  <a:pt x="2749567" y="486609"/>
                </a:cubicBezTo>
                <a:cubicBezTo>
                  <a:pt x="2753310" y="405412"/>
                  <a:pt x="2770855" y="232626"/>
                  <a:pt x="2777943" y="207168"/>
                </a:cubicBezTo>
                <a:cubicBezTo>
                  <a:pt x="2780495" y="198000"/>
                  <a:pt x="2788160" y="190500"/>
                  <a:pt x="2794976" y="190500"/>
                </a:cubicBezTo>
                <a:cubicBezTo>
                  <a:pt x="2803632" y="190500"/>
                  <a:pt x="2808741" y="169130"/>
                  <a:pt x="2811917" y="119629"/>
                </a:cubicBezTo>
                <a:cubicBezTo>
                  <a:pt x="2822434" y="-44245"/>
                  <a:pt x="2914332" y="-30385"/>
                  <a:pt x="2914754" y="135139"/>
                </a:cubicBezTo>
                <a:cubicBezTo>
                  <a:pt x="2914919" y="199624"/>
                  <a:pt x="2925386" y="247649"/>
                  <a:pt x="2939277" y="247649"/>
                </a:cubicBezTo>
                <a:cubicBezTo>
                  <a:pt x="2952741" y="247650"/>
                  <a:pt x="2957016" y="265980"/>
                  <a:pt x="2971486" y="385762"/>
                </a:cubicBezTo>
                <a:cubicBezTo>
                  <a:pt x="2987984" y="522343"/>
                  <a:pt x="3000287" y="613380"/>
                  <a:pt x="3009458" y="666750"/>
                </a:cubicBezTo>
                <a:cubicBezTo>
                  <a:pt x="3014409" y="695563"/>
                  <a:pt x="3021176" y="742711"/>
                  <a:pt x="3024494" y="771525"/>
                </a:cubicBezTo>
                <a:cubicBezTo>
                  <a:pt x="3027813" y="800338"/>
                  <a:pt x="3036326" y="858202"/>
                  <a:pt x="3043412" y="900112"/>
                </a:cubicBezTo>
                <a:cubicBezTo>
                  <a:pt x="3061030" y="1004317"/>
                  <a:pt x="3087896" y="1200110"/>
                  <a:pt x="3088218" y="1226645"/>
                </a:cubicBezTo>
                <a:cubicBezTo>
                  <a:pt x="3088362" y="1238599"/>
                  <a:pt x="3095907" y="1252353"/>
                  <a:pt x="3104983" y="1257210"/>
                </a:cubicBezTo>
                <a:cubicBezTo>
                  <a:pt x="3116329" y="1263283"/>
                  <a:pt x="3123472" y="1283275"/>
                  <a:pt x="3127845" y="1321202"/>
                </a:cubicBezTo>
                <a:cubicBezTo>
                  <a:pt x="3131344" y="1351540"/>
                  <a:pt x="3142335" y="1427797"/>
                  <a:pt x="3152270" y="1490662"/>
                </a:cubicBezTo>
                <a:cubicBezTo>
                  <a:pt x="3162205" y="1553527"/>
                  <a:pt x="3173266" y="1634966"/>
                  <a:pt x="3176851" y="1671637"/>
                </a:cubicBezTo>
                <a:cubicBezTo>
                  <a:pt x="3180435" y="1708308"/>
                  <a:pt x="3185491" y="1746885"/>
                  <a:pt x="3188085" y="1757362"/>
                </a:cubicBezTo>
                <a:cubicBezTo>
                  <a:pt x="3202771" y="1816681"/>
                  <a:pt x="3202517" y="1828799"/>
                  <a:pt x="3186590" y="1828799"/>
                </a:cubicBezTo>
                <a:cubicBezTo>
                  <a:pt x="3172729" y="1828800"/>
                  <a:pt x="3171384" y="1836668"/>
                  <a:pt x="3176417" y="1888331"/>
                </a:cubicBezTo>
                <a:cubicBezTo>
                  <a:pt x="3185416" y="1980703"/>
                  <a:pt x="3201499" y="2066480"/>
                  <a:pt x="3210911" y="2072296"/>
                </a:cubicBezTo>
                <a:cubicBezTo>
                  <a:pt x="3215607" y="2075199"/>
                  <a:pt x="3219450" y="2098752"/>
                  <a:pt x="3219450" y="2124637"/>
                </a:cubicBezTo>
                <a:cubicBezTo>
                  <a:pt x="3219450" y="2150521"/>
                  <a:pt x="3222934" y="2171700"/>
                  <a:pt x="3227192" y="2171699"/>
                </a:cubicBezTo>
                <a:cubicBezTo>
                  <a:pt x="3239628" y="2171699"/>
                  <a:pt x="3286984" y="2118584"/>
                  <a:pt x="3280409" y="2112009"/>
                </a:cubicBezTo>
                <a:cubicBezTo>
                  <a:pt x="3272537" y="2104137"/>
                  <a:pt x="3295145" y="2076130"/>
                  <a:pt x="3404041" y="1958863"/>
                </a:cubicBezTo>
                <a:cubicBezTo>
                  <a:pt x="3453864" y="1905209"/>
                  <a:pt x="3507963" y="1844531"/>
                  <a:pt x="3524261" y="1824023"/>
                </a:cubicBezTo>
                <a:cubicBezTo>
                  <a:pt x="3567246" y="1769933"/>
                  <a:pt x="4173600" y="1152524"/>
                  <a:pt x="4183737" y="1152525"/>
                </a:cubicBezTo>
                <a:cubicBezTo>
                  <a:pt x="4188437" y="1152525"/>
                  <a:pt x="4189232" y="1162137"/>
                  <a:pt x="4185504" y="1173885"/>
                </a:cubicBezTo>
                <a:cubicBezTo>
                  <a:pt x="4178776" y="1195082"/>
                  <a:pt x="4530211" y="859803"/>
                  <a:pt x="4567064" y="809866"/>
                </a:cubicBezTo>
                <a:cubicBezTo>
                  <a:pt x="4602039" y="762474"/>
                  <a:pt x="4642358" y="734161"/>
                  <a:pt x="4660453" y="744287"/>
                </a:cubicBezTo>
                <a:cubicBezTo>
                  <a:pt x="4693338" y="762691"/>
                  <a:pt x="4675652" y="819986"/>
                  <a:pt x="4609090" y="910684"/>
                </a:cubicBezTo>
                <a:cubicBezTo>
                  <a:pt x="4589444" y="937453"/>
                  <a:pt x="4567273" y="973886"/>
                  <a:pt x="4559820" y="991646"/>
                </a:cubicBezTo>
                <a:cubicBezTo>
                  <a:pt x="4552368" y="1009406"/>
                  <a:pt x="4528485" y="1052945"/>
                  <a:pt x="4506747" y="1088399"/>
                </a:cubicBezTo>
                <a:cubicBezTo>
                  <a:pt x="4485010" y="1123852"/>
                  <a:pt x="4467225" y="1154680"/>
                  <a:pt x="4467224" y="1156905"/>
                </a:cubicBezTo>
                <a:cubicBezTo>
                  <a:pt x="4467224" y="1159129"/>
                  <a:pt x="4450729" y="1187986"/>
                  <a:pt x="4430567" y="1221031"/>
                </a:cubicBezTo>
                <a:cubicBezTo>
                  <a:pt x="4359319" y="1337806"/>
                  <a:pt x="4200525" y="1625235"/>
                  <a:pt x="4200525" y="1637424"/>
                </a:cubicBezTo>
                <a:cubicBezTo>
                  <a:pt x="4200525" y="1644219"/>
                  <a:pt x="4190257" y="1669699"/>
                  <a:pt x="4177708" y="1694046"/>
                </a:cubicBezTo>
                <a:cubicBezTo>
                  <a:pt x="4165159" y="1718392"/>
                  <a:pt x="4130622" y="1788861"/>
                  <a:pt x="4100958" y="1850643"/>
                </a:cubicBezTo>
                <a:cubicBezTo>
                  <a:pt x="4041540" y="1974397"/>
                  <a:pt x="3932162" y="2174477"/>
                  <a:pt x="3904199" y="2210564"/>
                </a:cubicBezTo>
                <a:cubicBezTo>
                  <a:pt x="3890356" y="2228429"/>
                  <a:pt x="3884490" y="2230771"/>
                  <a:pt x="3878114" y="2220979"/>
                </a:cubicBezTo>
                <a:cubicBezTo>
                  <a:pt x="3869140" y="2207195"/>
                  <a:pt x="3843518" y="2243477"/>
                  <a:pt x="3804433" y="2325314"/>
                </a:cubicBezTo>
                <a:cubicBezTo>
                  <a:pt x="3792855" y="2349556"/>
                  <a:pt x="3778656" y="2372311"/>
                  <a:pt x="3772878" y="2375882"/>
                </a:cubicBezTo>
                <a:cubicBezTo>
                  <a:pt x="3747847" y="2391352"/>
                  <a:pt x="3766685" y="2400300"/>
                  <a:pt x="3824287" y="2400300"/>
                </a:cubicBezTo>
                <a:cubicBezTo>
                  <a:pt x="3864131" y="2400300"/>
                  <a:pt x="3886200" y="2396445"/>
                  <a:pt x="3886200" y="2389486"/>
                </a:cubicBezTo>
                <a:cubicBezTo>
                  <a:pt x="3886200" y="2378785"/>
                  <a:pt x="4384866" y="2385844"/>
                  <a:pt x="4402586" y="2396795"/>
                </a:cubicBezTo>
                <a:cubicBezTo>
                  <a:pt x="4406677" y="2399324"/>
                  <a:pt x="4509691" y="2401072"/>
                  <a:pt x="4631506" y="2400679"/>
                </a:cubicBezTo>
                <a:cubicBezTo>
                  <a:pt x="4958859" y="2399625"/>
                  <a:pt x="5450753" y="2419205"/>
                  <a:pt x="5462762" y="2433768"/>
                </a:cubicBezTo>
                <a:cubicBezTo>
                  <a:pt x="5468772" y="2441056"/>
                  <a:pt x="5508633" y="2447202"/>
                  <a:pt x="5567537" y="2449921"/>
                </a:cubicBezTo>
                <a:cubicBezTo>
                  <a:pt x="5668089" y="2454564"/>
                  <a:pt x="5717670" y="2469887"/>
                  <a:pt x="5712865" y="2494836"/>
                </a:cubicBezTo>
                <a:cubicBezTo>
                  <a:pt x="5709150" y="2514128"/>
                  <a:pt x="5655158" y="2540164"/>
                  <a:pt x="5601111" y="2548727"/>
                </a:cubicBezTo>
                <a:cubicBezTo>
                  <a:pt x="5577764" y="2552427"/>
                  <a:pt x="5552046" y="2562982"/>
                  <a:pt x="5543961" y="2572183"/>
                </a:cubicBezTo>
                <a:cubicBezTo>
                  <a:pt x="5524934" y="2593839"/>
                  <a:pt x="5389434" y="2635952"/>
                  <a:pt x="5286375" y="2652240"/>
                </a:cubicBezTo>
                <a:cubicBezTo>
                  <a:pt x="5228699" y="2661356"/>
                  <a:pt x="4807471" y="2803398"/>
                  <a:pt x="4714875" y="2844957"/>
                </a:cubicBezTo>
                <a:cubicBezTo>
                  <a:pt x="4691300" y="2855537"/>
                  <a:pt x="4616291" y="2884469"/>
                  <a:pt x="4548187" y="2909250"/>
                </a:cubicBezTo>
                <a:cubicBezTo>
                  <a:pt x="4480083" y="2934030"/>
                  <a:pt x="4415790" y="2958000"/>
                  <a:pt x="4405312" y="2962516"/>
                </a:cubicBezTo>
                <a:cubicBezTo>
                  <a:pt x="4313211" y="3002209"/>
                  <a:pt x="4141592" y="3051003"/>
                  <a:pt x="4134492" y="3039513"/>
                </a:cubicBezTo>
                <a:cubicBezTo>
                  <a:pt x="4128007" y="3029022"/>
                  <a:pt x="4119970" y="3028860"/>
                  <a:pt x="4089737" y="3038613"/>
                </a:cubicBezTo>
                <a:cubicBezTo>
                  <a:pt x="4035320" y="3056168"/>
                  <a:pt x="4034719" y="3057392"/>
                  <a:pt x="4068334" y="3082193"/>
                </a:cubicBezTo>
                <a:cubicBezTo>
                  <a:pt x="4108990" y="3112188"/>
                  <a:pt x="4436922" y="3436548"/>
                  <a:pt x="4448541" y="3458259"/>
                </a:cubicBezTo>
                <a:cubicBezTo>
                  <a:pt x="4454520" y="3469431"/>
                  <a:pt x="4454076" y="3476245"/>
                  <a:pt x="4447221" y="3478530"/>
                </a:cubicBezTo>
                <a:cubicBezTo>
                  <a:pt x="4436929" y="3481960"/>
                  <a:pt x="4858605" y="3896195"/>
                  <a:pt x="4881606" y="3905250"/>
                </a:cubicBezTo>
                <a:cubicBezTo>
                  <a:pt x="4911383" y="3916972"/>
                  <a:pt x="5148813" y="4158542"/>
                  <a:pt x="5145635" y="4173883"/>
                </a:cubicBezTo>
                <a:cubicBezTo>
                  <a:pt x="5140682" y="4197795"/>
                  <a:pt x="5110297" y="4203546"/>
                  <a:pt x="5077774" y="4186728"/>
                </a:cubicBezTo>
                <a:cubicBezTo>
                  <a:pt x="5062056" y="4178600"/>
                  <a:pt x="5039685" y="4171950"/>
                  <a:pt x="5028061" y="4171950"/>
                </a:cubicBezTo>
                <a:cubicBezTo>
                  <a:pt x="5006048" y="4171950"/>
                  <a:pt x="4914603" y="4124694"/>
                  <a:pt x="4881562" y="4096245"/>
                </a:cubicBezTo>
                <a:cubicBezTo>
                  <a:pt x="4871085" y="4087223"/>
                  <a:pt x="4838938" y="4070002"/>
                  <a:pt x="4810125" y="4057975"/>
                </a:cubicBezTo>
                <a:cubicBezTo>
                  <a:pt x="4781311" y="4045948"/>
                  <a:pt x="4721304" y="4018980"/>
                  <a:pt x="4676775" y="3998046"/>
                </a:cubicBezTo>
                <a:cubicBezTo>
                  <a:pt x="4559377" y="3942855"/>
                  <a:pt x="4448173" y="3895721"/>
                  <a:pt x="4435424" y="3895748"/>
                </a:cubicBezTo>
                <a:cubicBezTo>
                  <a:pt x="4429340" y="3895761"/>
                  <a:pt x="4394358" y="3883407"/>
                  <a:pt x="4357687" y="3868295"/>
                </a:cubicBezTo>
                <a:cubicBezTo>
                  <a:pt x="4231265" y="3816196"/>
                  <a:pt x="4186039" y="3798422"/>
                  <a:pt x="4124325" y="3776582"/>
                </a:cubicBezTo>
                <a:cubicBezTo>
                  <a:pt x="4068121" y="3756693"/>
                  <a:pt x="3877814" y="3678988"/>
                  <a:pt x="3757612" y="3626849"/>
                </a:cubicBezTo>
                <a:cubicBezTo>
                  <a:pt x="3731418" y="3615487"/>
                  <a:pt x="3701415" y="3598881"/>
                  <a:pt x="3690937" y="3589946"/>
                </a:cubicBezTo>
                <a:cubicBezTo>
                  <a:pt x="3675616" y="3576880"/>
                  <a:pt x="3606827" y="3543300"/>
                  <a:pt x="3595384" y="3543300"/>
                </a:cubicBezTo>
                <a:cubicBezTo>
                  <a:pt x="3593877" y="3543300"/>
                  <a:pt x="3602403" y="3563659"/>
                  <a:pt x="3614331" y="3588543"/>
                </a:cubicBezTo>
                <a:cubicBezTo>
                  <a:pt x="3674849" y="3714803"/>
                  <a:pt x="3686175" y="3742112"/>
                  <a:pt x="3686175" y="3761781"/>
                </a:cubicBezTo>
                <a:cubicBezTo>
                  <a:pt x="3686175" y="3773540"/>
                  <a:pt x="3705992" y="3821531"/>
                  <a:pt x="3730214" y="3868429"/>
                </a:cubicBezTo>
                <a:cubicBezTo>
                  <a:pt x="3754435" y="3915326"/>
                  <a:pt x="3771748" y="3956201"/>
                  <a:pt x="3768686" y="3959263"/>
                </a:cubicBezTo>
                <a:cubicBezTo>
                  <a:pt x="3765624" y="3962325"/>
                  <a:pt x="3773104" y="3982715"/>
                  <a:pt x="3785308" y="4004574"/>
                </a:cubicBezTo>
                <a:cubicBezTo>
                  <a:pt x="3797512" y="4026434"/>
                  <a:pt x="3851098" y="4137986"/>
                  <a:pt x="3904388" y="4252467"/>
                </a:cubicBezTo>
                <a:cubicBezTo>
                  <a:pt x="3957678" y="4366949"/>
                  <a:pt x="4009676" y="4472409"/>
                  <a:pt x="4019939" y="4486822"/>
                </a:cubicBezTo>
                <a:cubicBezTo>
                  <a:pt x="4030202" y="4501235"/>
                  <a:pt x="4038600" y="4515824"/>
                  <a:pt x="4038600" y="4519241"/>
                </a:cubicBezTo>
                <a:cubicBezTo>
                  <a:pt x="4038600" y="4522658"/>
                  <a:pt x="4058439" y="4565688"/>
                  <a:pt x="4082688" y="4614862"/>
                </a:cubicBezTo>
                <a:cubicBezTo>
                  <a:pt x="4107120" y="4664408"/>
                  <a:pt x="4124240" y="4710881"/>
                  <a:pt x="4121087" y="4719097"/>
                </a:cubicBezTo>
                <a:cubicBezTo>
                  <a:pt x="4105233" y="4760413"/>
                  <a:pt x="4040755" y="4713732"/>
                  <a:pt x="3977114" y="4614862"/>
                </a:cubicBezTo>
                <a:cubicBezTo>
                  <a:pt x="3960253" y="4588668"/>
                  <a:pt x="3897541" y="4522231"/>
                  <a:pt x="3837753" y="4467225"/>
                </a:cubicBezTo>
                <a:cubicBezTo>
                  <a:pt x="3625385" y="4271838"/>
                  <a:pt x="3432120" y="4090567"/>
                  <a:pt x="3313393" y="3975405"/>
                </a:cubicBezTo>
                <a:cubicBezTo>
                  <a:pt x="3247189" y="3911190"/>
                  <a:pt x="3190396" y="3861278"/>
                  <a:pt x="3187186" y="3864488"/>
                </a:cubicBezTo>
                <a:cubicBezTo>
                  <a:pt x="3183976" y="3867698"/>
                  <a:pt x="3181192" y="3885684"/>
                  <a:pt x="3180999" y="3904456"/>
                </a:cubicBezTo>
                <a:cubicBezTo>
                  <a:pt x="3180807" y="3923228"/>
                  <a:pt x="3174417" y="3968591"/>
                  <a:pt x="3166801" y="4005262"/>
                </a:cubicBezTo>
                <a:cubicBezTo>
                  <a:pt x="3159184" y="4041933"/>
                  <a:pt x="3145861" y="4106227"/>
                  <a:pt x="3137195" y="4148137"/>
                </a:cubicBezTo>
                <a:cubicBezTo>
                  <a:pt x="3128528" y="4190047"/>
                  <a:pt x="3120188" y="4252198"/>
                  <a:pt x="3118662" y="4286250"/>
                </a:cubicBezTo>
                <a:cubicBezTo>
                  <a:pt x="3114489" y="4379318"/>
                  <a:pt x="3062984" y="4745960"/>
                  <a:pt x="3051464" y="4764600"/>
                </a:cubicBezTo>
                <a:cubicBezTo>
                  <a:pt x="3048626" y="4769192"/>
                  <a:pt x="3039453" y="4767384"/>
                  <a:pt x="3031081" y="4760581"/>
                </a:cubicBezTo>
                <a:cubicBezTo>
                  <a:pt x="3018321" y="4750214"/>
                  <a:pt x="3016684" y="4750524"/>
                  <a:pt x="3020964" y="4762500"/>
                </a:cubicBezTo>
                <a:cubicBezTo>
                  <a:pt x="3026933" y="4779203"/>
                  <a:pt x="3021241" y="4832532"/>
                  <a:pt x="2985894" y="5091112"/>
                </a:cubicBezTo>
                <a:cubicBezTo>
                  <a:pt x="2960117" y="5279681"/>
                  <a:pt x="2956365" y="5310066"/>
                  <a:pt x="2953978" y="5349557"/>
                </a:cubicBezTo>
                <a:cubicBezTo>
                  <a:pt x="2953273" y="5361214"/>
                  <a:pt x="2944627" y="5372002"/>
                  <a:pt x="2933700" y="5374859"/>
                </a:cubicBezTo>
                <a:cubicBezTo>
                  <a:pt x="2917051" y="5379213"/>
                  <a:pt x="2914592" y="5388059"/>
                  <a:pt x="2914192" y="5445027"/>
                </a:cubicBezTo>
                <a:cubicBezTo>
                  <a:pt x="2913451" y="5550675"/>
                  <a:pt x="2869427" y="5613719"/>
                  <a:pt x="2834072" y="5559762"/>
                </a:cubicBezTo>
                <a:close/>
                <a:moveTo>
                  <a:pt x="2895555" y="4601067"/>
                </a:moveTo>
                <a:cubicBezTo>
                  <a:pt x="2901484" y="4546331"/>
                  <a:pt x="2908454" y="4498119"/>
                  <a:pt x="2911044" y="4493928"/>
                </a:cubicBezTo>
                <a:cubicBezTo>
                  <a:pt x="2913634" y="4489737"/>
                  <a:pt x="2917478" y="4457369"/>
                  <a:pt x="2919586" y="4421998"/>
                </a:cubicBezTo>
                <a:cubicBezTo>
                  <a:pt x="2925859" y="4316743"/>
                  <a:pt x="2960949" y="4130279"/>
                  <a:pt x="2976696" y="4118512"/>
                </a:cubicBezTo>
                <a:cubicBezTo>
                  <a:pt x="2984481" y="4112696"/>
                  <a:pt x="2990846" y="4099837"/>
                  <a:pt x="2990842" y="4089937"/>
                </a:cubicBezTo>
                <a:cubicBezTo>
                  <a:pt x="2990835" y="4072825"/>
                  <a:pt x="2997500" y="4035234"/>
                  <a:pt x="3039629" y="3814762"/>
                </a:cubicBezTo>
                <a:cubicBezTo>
                  <a:pt x="3050058" y="3760182"/>
                  <a:pt x="3063865" y="3714997"/>
                  <a:pt x="3071964" y="3708937"/>
                </a:cubicBezTo>
                <a:cubicBezTo>
                  <a:pt x="3079935" y="3702974"/>
                  <a:pt x="3086100" y="3683243"/>
                  <a:pt x="3086100" y="3663693"/>
                </a:cubicBezTo>
                <a:cubicBezTo>
                  <a:pt x="3086100" y="3625302"/>
                  <a:pt x="3098678" y="3618920"/>
                  <a:pt x="3116885" y="3648075"/>
                </a:cubicBezTo>
                <a:cubicBezTo>
                  <a:pt x="3123428" y="3658552"/>
                  <a:pt x="3137449" y="3667125"/>
                  <a:pt x="3148042" y="3667125"/>
                </a:cubicBezTo>
                <a:cubicBezTo>
                  <a:pt x="3158636" y="3667125"/>
                  <a:pt x="3175410" y="3677919"/>
                  <a:pt x="3185318" y="3691113"/>
                </a:cubicBezTo>
                <a:cubicBezTo>
                  <a:pt x="3196804" y="3706408"/>
                  <a:pt x="3209251" y="3713224"/>
                  <a:pt x="3219662" y="3709920"/>
                </a:cubicBezTo>
                <a:cubicBezTo>
                  <a:pt x="3243235" y="3702438"/>
                  <a:pt x="3370376" y="3807093"/>
                  <a:pt x="3528260" y="3963939"/>
                </a:cubicBezTo>
                <a:cubicBezTo>
                  <a:pt x="3601189" y="4036389"/>
                  <a:pt x="3661712" y="4094613"/>
                  <a:pt x="3662755" y="4093326"/>
                </a:cubicBezTo>
                <a:cubicBezTo>
                  <a:pt x="3663798" y="4092040"/>
                  <a:pt x="3641557" y="4050268"/>
                  <a:pt x="3613329" y="4000500"/>
                </a:cubicBezTo>
                <a:cubicBezTo>
                  <a:pt x="3555511" y="3898559"/>
                  <a:pt x="3487771" y="3761642"/>
                  <a:pt x="3446035" y="3662362"/>
                </a:cubicBezTo>
                <a:cubicBezTo>
                  <a:pt x="3405565" y="3566093"/>
                  <a:pt x="3324332" y="3371606"/>
                  <a:pt x="3311515" y="3340298"/>
                </a:cubicBezTo>
                <a:cubicBezTo>
                  <a:pt x="3301715" y="3316359"/>
                  <a:pt x="3303075" y="3311526"/>
                  <a:pt x="3324293" y="3294876"/>
                </a:cubicBezTo>
                <a:cubicBezTo>
                  <a:pt x="3337352" y="3284628"/>
                  <a:pt x="3356610" y="3278161"/>
                  <a:pt x="3367087" y="3280505"/>
                </a:cubicBezTo>
                <a:cubicBezTo>
                  <a:pt x="3400464" y="3287971"/>
                  <a:pt x="3488801" y="3321300"/>
                  <a:pt x="3556094" y="3351816"/>
                </a:cubicBezTo>
                <a:cubicBezTo>
                  <a:pt x="3591944" y="3368073"/>
                  <a:pt x="3633877" y="3381375"/>
                  <a:pt x="3649279" y="3381375"/>
                </a:cubicBezTo>
                <a:cubicBezTo>
                  <a:pt x="3664681" y="3381375"/>
                  <a:pt x="3697500" y="3391378"/>
                  <a:pt x="3722210" y="3403604"/>
                </a:cubicBezTo>
                <a:cubicBezTo>
                  <a:pt x="3746920" y="3415830"/>
                  <a:pt x="3792855" y="3433285"/>
                  <a:pt x="3824287" y="3442392"/>
                </a:cubicBezTo>
                <a:cubicBezTo>
                  <a:pt x="3855720" y="3451500"/>
                  <a:pt x="3903123" y="3469090"/>
                  <a:pt x="3929627" y="3481480"/>
                </a:cubicBezTo>
                <a:cubicBezTo>
                  <a:pt x="3956132" y="3493871"/>
                  <a:pt x="4013997" y="3519528"/>
                  <a:pt x="4058215" y="3538495"/>
                </a:cubicBezTo>
                <a:cubicBezTo>
                  <a:pt x="4102433" y="3557463"/>
                  <a:pt x="4160043" y="3583200"/>
                  <a:pt x="4186237" y="3595688"/>
                </a:cubicBezTo>
                <a:cubicBezTo>
                  <a:pt x="4441605" y="3717436"/>
                  <a:pt x="4451185" y="3721408"/>
                  <a:pt x="4414837" y="3690468"/>
                </a:cubicBezTo>
                <a:cubicBezTo>
                  <a:pt x="4399121" y="3677090"/>
                  <a:pt x="4283392" y="3564525"/>
                  <a:pt x="4157662" y="3440324"/>
                </a:cubicBezTo>
                <a:cubicBezTo>
                  <a:pt x="4031932" y="3316123"/>
                  <a:pt x="3880751" y="3169056"/>
                  <a:pt x="3821703" y="3113509"/>
                </a:cubicBezTo>
                <a:cubicBezTo>
                  <a:pt x="3753845" y="3049672"/>
                  <a:pt x="3716240" y="3007574"/>
                  <a:pt x="3719496" y="2999088"/>
                </a:cubicBezTo>
                <a:cubicBezTo>
                  <a:pt x="3724781" y="2985315"/>
                  <a:pt x="3788818" y="2959761"/>
                  <a:pt x="3848100" y="2947769"/>
                </a:cubicBezTo>
                <a:cubicBezTo>
                  <a:pt x="3866435" y="2944060"/>
                  <a:pt x="3885723" y="2937984"/>
                  <a:pt x="3890962" y="2934267"/>
                </a:cubicBezTo>
                <a:cubicBezTo>
                  <a:pt x="3896201" y="2930551"/>
                  <a:pt x="3919775" y="2922275"/>
                  <a:pt x="3943350" y="2915878"/>
                </a:cubicBezTo>
                <a:cubicBezTo>
                  <a:pt x="3966924" y="2909480"/>
                  <a:pt x="3994785" y="2900407"/>
                  <a:pt x="4005262" y="2895716"/>
                </a:cubicBezTo>
                <a:cubicBezTo>
                  <a:pt x="4030009" y="2884636"/>
                  <a:pt x="4177251" y="2841434"/>
                  <a:pt x="4217193" y="2833534"/>
                </a:cubicBezTo>
                <a:cubicBezTo>
                  <a:pt x="4234275" y="2830155"/>
                  <a:pt x="4248150" y="2821497"/>
                  <a:pt x="4248150" y="2814215"/>
                </a:cubicBezTo>
                <a:cubicBezTo>
                  <a:pt x="4248150" y="2796711"/>
                  <a:pt x="4266640" y="2787627"/>
                  <a:pt x="4372937" y="2752905"/>
                </a:cubicBezTo>
                <a:cubicBezTo>
                  <a:pt x="4422176" y="2736821"/>
                  <a:pt x="4471035" y="2719747"/>
                  <a:pt x="4481512" y="2714963"/>
                </a:cubicBezTo>
                <a:cubicBezTo>
                  <a:pt x="4503313" y="2705008"/>
                  <a:pt x="4714463" y="2642417"/>
                  <a:pt x="4787514" y="2624255"/>
                </a:cubicBezTo>
                <a:cubicBezTo>
                  <a:pt x="4889092" y="2599001"/>
                  <a:pt x="4861676" y="2595609"/>
                  <a:pt x="4580874" y="2598688"/>
                </a:cubicBezTo>
                <a:cubicBezTo>
                  <a:pt x="4381436" y="2600875"/>
                  <a:pt x="4295775" y="2598729"/>
                  <a:pt x="4295775" y="2591545"/>
                </a:cubicBezTo>
                <a:cubicBezTo>
                  <a:pt x="4295775" y="2585844"/>
                  <a:pt x="4313434" y="2581275"/>
                  <a:pt x="4335462" y="2581274"/>
                </a:cubicBezTo>
                <a:cubicBezTo>
                  <a:pt x="4357290" y="2581274"/>
                  <a:pt x="4372770" y="2578895"/>
                  <a:pt x="4369861" y="2575986"/>
                </a:cubicBezTo>
                <a:cubicBezTo>
                  <a:pt x="4366952" y="2573077"/>
                  <a:pt x="4173261" y="2571036"/>
                  <a:pt x="3939437" y="2571452"/>
                </a:cubicBezTo>
                <a:cubicBezTo>
                  <a:pt x="3468922" y="2572287"/>
                  <a:pt x="3481969" y="2574142"/>
                  <a:pt x="3526064" y="2512684"/>
                </a:cubicBezTo>
                <a:cubicBezTo>
                  <a:pt x="3538464" y="2495402"/>
                  <a:pt x="3549829" y="2471610"/>
                  <a:pt x="3551319" y="2459814"/>
                </a:cubicBezTo>
                <a:cubicBezTo>
                  <a:pt x="3552809" y="2448018"/>
                  <a:pt x="3570474" y="2411295"/>
                  <a:pt x="3590575" y="2378207"/>
                </a:cubicBezTo>
                <a:cubicBezTo>
                  <a:pt x="3610677" y="2345120"/>
                  <a:pt x="3651689" y="2269047"/>
                  <a:pt x="3681715" y="2209155"/>
                </a:cubicBezTo>
                <a:cubicBezTo>
                  <a:pt x="3711740" y="2149264"/>
                  <a:pt x="3749887" y="2078831"/>
                  <a:pt x="3766485" y="2052637"/>
                </a:cubicBezTo>
                <a:cubicBezTo>
                  <a:pt x="3814024" y="1977615"/>
                  <a:pt x="3870902" y="1873193"/>
                  <a:pt x="3873741" y="1855726"/>
                </a:cubicBezTo>
                <a:cubicBezTo>
                  <a:pt x="3877377" y="1833354"/>
                  <a:pt x="3959908" y="1669864"/>
                  <a:pt x="3990712" y="1624012"/>
                </a:cubicBezTo>
                <a:cubicBezTo>
                  <a:pt x="4004789" y="1603057"/>
                  <a:pt x="4019818" y="1579483"/>
                  <a:pt x="4024108" y="1571625"/>
                </a:cubicBezTo>
                <a:cubicBezTo>
                  <a:pt x="4028398" y="1563766"/>
                  <a:pt x="3972545" y="1619488"/>
                  <a:pt x="3899989" y="1695450"/>
                </a:cubicBezTo>
                <a:cubicBezTo>
                  <a:pt x="3752371" y="1849996"/>
                  <a:pt x="3654182" y="1948339"/>
                  <a:pt x="3469657" y="2126456"/>
                </a:cubicBezTo>
                <a:cubicBezTo>
                  <a:pt x="3348775" y="2243139"/>
                  <a:pt x="3306255" y="2271694"/>
                  <a:pt x="3317517" y="2228630"/>
                </a:cubicBezTo>
                <a:cubicBezTo>
                  <a:pt x="3321108" y="2214896"/>
                  <a:pt x="3306082" y="2223790"/>
                  <a:pt x="3265215" y="2259586"/>
                </a:cubicBezTo>
                <a:cubicBezTo>
                  <a:pt x="3153155" y="2357740"/>
                  <a:pt x="3151989" y="2358463"/>
                  <a:pt x="3137517" y="2338672"/>
                </a:cubicBezTo>
                <a:cubicBezTo>
                  <a:pt x="3130528" y="2329113"/>
                  <a:pt x="3126764" y="2318131"/>
                  <a:pt x="3129153" y="2314265"/>
                </a:cubicBezTo>
                <a:cubicBezTo>
                  <a:pt x="3131542" y="2310400"/>
                  <a:pt x="3129616" y="2294958"/>
                  <a:pt x="3124873" y="2279950"/>
                </a:cubicBezTo>
                <a:cubicBezTo>
                  <a:pt x="3120130" y="2264942"/>
                  <a:pt x="3113670" y="2240875"/>
                  <a:pt x="3110518" y="2226468"/>
                </a:cubicBezTo>
                <a:cubicBezTo>
                  <a:pt x="3107366" y="2212062"/>
                  <a:pt x="3098959" y="2200275"/>
                  <a:pt x="3091836" y="2200274"/>
                </a:cubicBezTo>
                <a:cubicBezTo>
                  <a:pt x="3073553" y="2200274"/>
                  <a:pt x="3061154" y="2161151"/>
                  <a:pt x="3048065" y="2062162"/>
                </a:cubicBezTo>
                <a:cubicBezTo>
                  <a:pt x="3041832" y="2015013"/>
                  <a:pt x="3033109" y="1955006"/>
                  <a:pt x="3028682" y="1928812"/>
                </a:cubicBezTo>
                <a:cubicBezTo>
                  <a:pt x="3024254" y="1902618"/>
                  <a:pt x="3017612" y="1851183"/>
                  <a:pt x="3013921" y="1814512"/>
                </a:cubicBezTo>
                <a:cubicBezTo>
                  <a:pt x="3010231" y="1777841"/>
                  <a:pt x="3006134" y="1737121"/>
                  <a:pt x="3004819" y="1724025"/>
                </a:cubicBezTo>
                <a:cubicBezTo>
                  <a:pt x="3003503" y="1710928"/>
                  <a:pt x="2998194" y="1663779"/>
                  <a:pt x="2993021" y="1619250"/>
                </a:cubicBezTo>
                <a:cubicBezTo>
                  <a:pt x="2987849" y="1574720"/>
                  <a:pt x="2983710" y="1531858"/>
                  <a:pt x="2983825" y="1524000"/>
                </a:cubicBezTo>
                <a:cubicBezTo>
                  <a:pt x="2984077" y="1506797"/>
                  <a:pt x="2936717" y="1256768"/>
                  <a:pt x="2924286" y="1209675"/>
                </a:cubicBezTo>
                <a:cubicBezTo>
                  <a:pt x="2909941" y="1155333"/>
                  <a:pt x="2896452" y="1084317"/>
                  <a:pt x="2890815" y="1033462"/>
                </a:cubicBezTo>
                <a:cubicBezTo>
                  <a:pt x="2871290" y="857307"/>
                  <a:pt x="2871145" y="856927"/>
                  <a:pt x="2862377" y="958935"/>
                </a:cubicBezTo>
                <a:cubicBezTo>
                  <a:pt x="2858854" y="999925"/>
                  <a:pt x="2849848" y="1080611"/>
                  <a:pt x="2842363" y="1138237"/>
                </a:cubicBezTo>
                <a:cubicBezTo>
                  <a:pt x="2834879" y="1195863"/>
                  <a:pt x="2822232" y="1293999"/>
                  <a:pt x="2814258" y="1356316"/>
                </a:cubicBezTo>
                <a:cubicBezTo>
                  <a:pt x="2806285" y="1418634"/>
                  <a:pt x="2798110" y="1472292"/>
                  <a:pt x="2796092" y="1475558"/>
                </a:cubicBezTo>
                <a:cubicBezTo>
                  <a:pt x="2794074" y="1478823"/>
                  <a:pt x="2787226" y="1526199"/>
                  <a:pt x="2780873" y="1580839"/>
                </a:cubicBezTo>
                <a:cubicBezTo>
                  <a:pt x="2773854" y="1641217"/>
                  <a:pt x="2762333" y="1692631"/>
                  <a:pt x="2751499" y="1711918"/>
                </a:cubicBezTo>
                <a:cubicBezTo>
                  <a:pt x="2741696" y="1729373"/>
                  <a:pt x="2733661" y="1755311"/>
                  <a:pt x="2733644" y="1769558"/>
                </a:cubicBezTo>
                <a:cubicBezTo>
                  <a:pt x="2733627" y="1783805"/>
                  <a:pt x="2727237" y="1831916"/>
                  <a:pt x="2719442" y="1876471"/>
                </a:cubicBezTo>
                <a:cubicBezTo>
                  <a:pt x="2711648" y="1921026"/>
                  <a:pt x="2703617" y="1970318"/>
                  <a:pt x="2701595" y="1986009"/>
                </a:cubicBezTo>
                <a:cubicBezTo>
                  <a:pt x="2699574" y="2001699"/>
                  <a:pt x="2689052" y="2061686"/>
                  <a:pt x="2678214" y="2119312"/>
                </a:cubicBezTo>
                <a:cubicBezTo>
                  <a:pt x="2667376" y="2176938"/>
                  <a:pt x="2655548" y="2245518"/>
                  <a:pt x="2651931" y="2271712"/>
                </a:cubicBezTo>
                <a:cubicBezTo>
                  <a:pt x="2638615" y="2368123"/>
                  <a:pt x="2611143" y="2388945"/>
                  <a:pt x="2570243" y="2333624"/>
                </a:cubicBezTo>
                <a:cubicBezTo>
                  <a:pt x="2558624" y="2317908"/>
                  <a:pt x="2544565" y="2305036"/>
                  <a:pt x="2539002" y="2305018"/>
                </a:cubicBezTo>
                <a:cubicBezTo>
                  <a:pt x="2529796" y="2304990"/>
                  <a:pt x="2452848" y="2254201"/>
                  <a:pt x="2297337" y="2145506"/>
                </a:cubicBezTo>
                <a:cubicBezTo>
                  <a:pt x="2265482" y="2123241"/>
                  <a:pt x="2235970" y="2105024"/>
                  <a:pt x="2231754" y="2105024"/>
                </a:cubicBezTo>
                <a:cubicBezTo>
                  <a:pt x="2227537" y="2105025"/>
                  <a:pt x="2248733" y="2122508"/>
                  <a:pt x="2278856" y="2143878"/>
                </a:cubicBezTo>
                <a:cubicBezTo>
                  <a:pt x="2332765" y="2182122"/>
                  <a:pt x="2346209" y="2200275"/>
                  <a:pt x="2320622" y="2200274"/>
                </a:cubicBezTo>
                <a:cubicBezTo>
                  <a:pt x="2296226" y="2200274"/>
                  <a:pt x="2168310" y="2089640"/>
                  <a:pt x="2176808" y="2075890"/>
                </a:cubicBezTo>
                <a:cubicBezTo>
                  <a:pt x="2182660" y="2066421"/>
                  <a:pt x="2009842" y="1929674"/>
                  <a:pt x="1943100" y="1890962"/>
                </a:cubicBezTo>
                <a:cubicBezTo>
                  <a:pt x="1913854" y="1873999"/>
                  <a:pt x="1964293" y="1922937"/>
                  <a:pt x="2003446" y="1949513"/>
                </a:cubicBezTo>
                <a:cubicBezTo>
                  <a:pt x="2025262" y="1964321"/>
                  <a:pt x="2047714" y="1980723"/>
                  <a:pt x="2053338" y="1985962"/>
                </a:cubicBezTo>
                <a:cubicBezTo>
                  <a:pt x="2058962" y="1991201"/>
                  <a:pt x="2083475" y="2010489"/>
                  <a:pt x="2107812" y="2028825"/>
                </a:cubicBezTo>
                <a:cubicBezTo>
                  <a:pt x="2151648" y="2061851"/>
                  <a:pt x="2162236" y="2076450"/>
                  <a:pt x="2142354" y="2076449"/>
                </a:cubicBezTo>
                <a:cubicBezTo>
                  <a:pt x="2126960" y="2076449"/>
                  <a:pt x="1847051" y="1887492"/>
                  <a:pt x="1740704" y="1805309"/>
                </a:cubicBezTo>
                <a:cubicBezTo>
                  <a:pt x="1642972" y="1729783"/>
                  <a:pt x="1618723" y="1716261"/>
                  <a:pt x="1658995" y="1759743"/>
                </a:cubicBezTo>
                <a:cubicBezTo>
                  <a:pt x="1672337" y="1774150"/>
                  <a:pt x="1701832" y="1813798"/>
                  <a:pt x="1724537" y="1847850"/>
                </a:cubicBezTo>
                <a:cubicBezTo>
                  <a:pt x="1747243" y="1881901"/>
                  <a:pt x="1785824" y="1935480"/>
                  <a:pt x="1810273" y="1966912"/>
                </a:cubicBezTo>
                <a:cubicBezTo>
                  <a:pt x="1891528" y="2071376"/>
                  <a:pt x="1990725" y="2232304"/>
                  <a:pt x="1990725" y="2259662"/>
                </a:cubicBezTo>
                <a:cubicBezTo>
                  <a:pt x="1990725" y="2273177"/>
                  <a:pt x="2134111" y="2506268"/>
                  <a:pt x="2162198" y="2538412"/>
                </a:cubicBezTo>
                <a:cubicBezTo>
                  <a:pt x="2218499" y="2602844"/>
                  <a:pt x="2200241" y="2634431"/>
                  <a:pt x="2105047" y="2637287"/>
                </a:cubicBezTo>
                <a:cubicBezTo>
                  <a:pt x="2072010" y="2638279"/>
                  <a:pt x="2042360" y="2640708"/>
                  <a:pt x="2039159" y="2642687"/>
                </a:cubicBezTo>
                <a:cubicBezTo>
                  <a:pt x="2033825" y="2645984"/>
                  <a:pt x="2013202" y="2648403"/>
                  <a:pt x="1871662" y="2662341"/>
                </a:cubicBezTo>
                <a:cubicBezTo>
                  <a:pt x="1824686" y="2666967"/>
                  <a:pt x="1605476" y="2678612"/>
                  <a:pt x="1565183" y="2678622"/>
                </a:cubicBezTo>
                <a:cubicBezTo>
                  <a:pt x="1551404" y="2678625"/>
                  <a:pt x="1546157" y="2683065"/>
                  <a:pt x="1549533" y="2691863"/>
                </a:cubicBezTo>
                <a:cubicBezTo>
                  <a:pt x="1552616" y="2699897"/>
                  <a:pt x="1548376" y="2705100"/>
                  <a:pt x="1538744" y="2705100"/>
                </a:cubicBezTo>
                <a:cubicBezTo>
                  <a:pt x="1530016" y="2705100"/>
                  <a:pt x="1525221" y="2701303"/>
                  <a:pt x="1528089" y="2696664"/>
                </a:cubicBezTo>
                <a:cubicBezTo>
                  <a:pt x="1535420" y="2684802"/>
                  <a:pt x="1497650" y="2679945"/>
                  <a:pt x="1452562" y="2686951"/>
                </a:cubicBezTo>
                <a:cubicBezTo>
                  <a:pt x="1415977" y="2692636"/>
                  <a:pt x="1416527" y="2692925"/>
                  <a:pt x="1466373" y="2694223"/>
                </a:cubicBezTo>
                <a:cubicBezTo>
                  <a:pt x="1499020" y="2695073"/>
                  <a:pt x="1514927" y="2698917"/>
                  <a:pt x="1509236" y="2704581"/>
                </a:cubicBezTo>
                <a:cubicBezTo>
                  <a:pt x="1498722" y="2715045"/>
                  <a:pt x="1191917" y="2751937"/>
                  <a:pt x="1052512" y="2759501"/>
                </a:cubicBezTo>
                <a:cubicBezTo>
                  <a:pt x="835988" y="2771248"/>
                  <a:pt x="809625" y="2773649"/>
                  <a:pt x="809625" y="2781620"/>
                </a:cubicBezTo>
                <a:cubicBezTo>
                  <a:pt x="809625" y="2786208"/>
                  <a:pt x="825698" y="2792603"/>
                  <a:pt x="845343" y="2795831"/>
                </a:cubicBezTo>
                <a:cubicBezTo>
                  <a:pt x="995784" y="2820553"/>
                  <a:pt x="1317673" y="2885821"/>
                  <a:pt x="1354931" y="2899158"/>
                </a:cubicBezTo>
                <a:cubicBezTo>
                  <a:pt x="1364099" y="2902439"/>
                  <a:pt x="1378980" y="2907498"/>
                  <a:pt x="1388001" y="2910399"/>
                </a:cubicBezTo>
                <a:cubicBezTo>
                  <a:pt x="1401801" y="2914837"/>
                  <a:pt x="1402221" y="2917023"/>
                  <a:pt x="1390649" y="2924175"/>
                </a:cubicBezTo>
                <a:cubicBezTo>
                  <a:pt x="1373837" y="2934565"/>
                  <a:pt x="1381813" y="2938068"/>
                  <a:pt x="1452562" y="2951367"/>
                </a:cubicBezTo>
                <a:cubicBezTo>
                  <a:pt x="1520666" y="2964169"/>
                  <a:pt x="1646918" y="2989288"/>
                  <a:pt x="1757362" y="3012011"/>
                </a:cubicBezTo>
                <a:cubicBezTo>
                  <a:pt x="1869083" y="3034996"/>
                  <a:pt x="1985962" y="3078420"/>
                  <a:pt x="1985962" y="3096942"/>
                </a:cubicBezTo>
                <a:cubicBezTo>
                  <a:pt x="1985962" y="3104076"/>
                  <a:pt x="1996678" y="3111194"/>
                  <a:pt x="2009775" y="3112760"/>
                </a:cubicBezTo>
                <a:cubicBezTo>
                  <a:pt x="2053718" y="3118017"/>
                  <a:pt x="2060843" y="3122861"/>
                  <a:pt x="2047781" y="3138600"/>
                </a:cubicBezTo>
                <a:cubicBezTo>
                  <a:pt x="2041311" y="3146396"/>
                  <a:pt x="2028079" y="3152775"/>
                  <a:pt x="2018378" y="3152775"/>
                </a:cubicBezTo>
                <a:cubicBezTo>
                  <a:pt x="2008037" y="3152775"/>
                  <a:pt x="1994265" y="3165582"/>
                  <a:pt x="1985092" y="3183731"/>
                </a:cubicBezTo>
                <a:cubicBezTo>
                  <a:pt x="1976487" y="3200757"/>
                  <a:pt x="1960368" y="3225403"/>
                  <a:pt x="1949272" y="3238500"/>
                </a:cubicBezTo>
                <a:cubicBezTo>
                  <a:pt x="1938176" y="3251596"/>
                  <a:pt x="1935248" y="3256954"/>
                  <a:pt x="1942766" y="3250406"/>
                </a:cubicBezTo>
                <a:cubicBezTo>
                  <a:pt x="1968358" y="3228113"/>
                  <a:pt x="1982102" y="3235458"/>
                  <a:pt x="1969502" y="3264693"/>
                </a:cubicBezTo>
                <a:cubicBezTo>
                  <a:pt x="1929818" y="3356771"/>
                  <a:pt x="1721588" y="3597183"/>
                  <a:pt x="1448639" y="3866057"/>
                </a:cubicBezTo>
                <a:cubicBezTo>
                  <a:pt x="1377454" y="3936179"/>
                  <a:pt x="1325641" y="3989308"/>
                  <a:pt x="1333500" y="3984122"/>
                </a:cubicBezTo>
                <a:cubicBezTo>
                  <a:pt x="1341358" y="3978935"/>
                  <a:pt x="1376850" y="3958921"/>
                  <a:pt x="1412372" y="3939644"/>
                </a:cubicBezTo>
                <a:cubicBezTo>
                  <a:pt x="1447894" y="3920368"/>
                  <a:pt x="1492086" y="3896099"/>
                  <a:pt x="1510577" y="3885714"/>
                </a:cubicBezTo>
                <a:cubicBezTo>
                  <a:pt x="1617347" y="3825744"/>
                  <a:pt x="1746494" y="3761927"/>
                  <a:pt x="1755206" y="3764831"/>
                </a:cubicBezTo>
                <a:cubicBezTo>
                  <a:pt x="1760759" y="3766682"/>
                  <a:pt x="1754944" y="3778385"/>
                  <a:pt x="1742282" y="3790839"/>
                </a:cubicBezTo>
                <a:lnTo>
                  <a:pt x="1719262" y="3813481"/>
                </a:lnTo>
                <a:lnTo>
                  <a:pt x="1743075" y="3798874"/>
                </a:lnTo>
                <a:cubicBezTo>
                  <a:pt x="1765300" y="3785240"/>
                  <a:pt x="1798230" y="3767371"/>
                  <a:pt x="1988343" y="3665777"/>
                </a:cubicBezTo>
                <a:cubicBezTo>
                  <a:pt x="2028944" y="3644081"/>
                  <a:pt x="2079630" y="3614386"/>
                  <a:pt x="2100979" y="3599789"/>
                </a:cubicBezTo>
                <a:cubicBezTo>
                  <a:pt x="2164435" y="3556403"/>
                  <a:pt x="2279477" y="3504197"/>
                  <a:pt x="2305050" y="3507182"/>
                </a:cubicBezTo>
                <a:cubicBezTo>
                  <a:pt x="2325848" y="3509610"/>
                  <a:pt x="2328969" y="3514784"/>
                  <a:pt x="2329707" y="3548062"/>
                </a:cubicBezTo>
                <a:cubicBezTo>
                  <a:pt x="2333395" y="3714426"/>
                  <a:pt x="2343624" y="3974574"/>
                  <a:pt x="2346682" y="3979794"/>
                </a:cubicBezTo>
                <a:cubicBezTo>
                  <a:pt x="2348751" y="3983324"/>
                  <a:pt x="2353575" y="4054479"/>
                  <a:pt x="2357403" y="4137916"/>
                </a:cubicBezTo>
                <a:lnTo>
                  <a:pt x="2364363" y="4289621"/>
                </a:lnTo>
                <a:lnTo>
                  <a:pt x="2390782" y="4214116"/>
                </a:lnTo>
                <a:cubicBezTo>
                  <a:pt x="2460219" y="4015669"/>
                  <a:pt x="2506829" y="3911546"/>
                  <a:pt x="2531033" y="3900808"/>
                </a:cubicBezTo>
                <a:cubicBezTo>
                  <a:pt x="2549157" y="3892767"/>
                  <a:pt x="2576923" y="3842966"/>
                  <a:pt x="2618837" y="3743325"/>
                </a:cubicBezTo>
                <a:cubicBezTo>
                  <a:pt x="2624346" y="3730228"/>
                  <a:pt x="2632458" y="3713083"/>
                  <a:pt x="2636863" y="3705225"/>
                </a:cubicBezTo>
                <a:cubicBezTo>
                  <a:pt x="2641268" y="3697366"/>
                  <a:pt x="2651087" y="3678078"/>
                  <a:pt x="2658682" y="3662362"/>
                </a:cubicBezTo>
                <a:cubicBezTo>
                  <a:pt x="2680186" y="3617868"/>
                  <a:pt x="2698923" y="3626027"/>
                  <a:pt x="2708134" y="3683896"/>
                </a:cubicBezTo>
                <a:cubicBezTo>
                  <a:pt x="2712521" y="3711456"/>
                  <a:pt x="2719766" y="3731746"/>
                  <a:pt x="2724234" y="3728985"/>
                </a:cubicBezTo>
                <a:cubicBezTo>
                  <a:pt x="2728702" y="3726223"/>
                  <a:pt x="2734683" y="3727726"/>
                  <a:pt x="2737525" y="3732324"/>
                </a:cubicBezTo>
                <a:cubicBezTo>
                  <a:pt x="2744796" y="3744089"/>
                  <a:pt x="2770859" y="3907342"/>
                  <a:pt x="2777297" y="3981450"/>
                </a:cubicBezTo>
                <a:cubicBezTo>
                  <a:pt x="2780256" y="4015501"/>
                  <a:pt x="2786620" y="4069080"/>
                  <a:pt x="2791441" y="4100512"/>
                </a:cubicBezTo>
                <a:cubicBezTo>
                  <a:pt x="2796261" y="4131945"/>
                  <a:pt x="2800238" y="4178789"/>
                  <a:pt x="2800278" y="4204611"/>
                </a:cubicBezTo>
                <a:cubicBezTo>
                  <a:pt x="2800317" y="4230433"/>
                  <a:pt x="2804346" y="4264723"/>
                  <a:pt x="2809232" y="4280811"/>
                </a:cubicBezTo>
                <a:cubicBezTo>
                  <a:pt x="2824930" y="4332511"/>
                  <a:pt x="2847002" y="4487221"/>
                  <a:pt x="2858926" y="4629150"/>
                </a:cubicBezTo>
                <a:cubicBezTo>
                  <a:pt x="2871737" y="4781614"/>
                  <a:pt x="2876385" y="4778050"/>
                  <a:pt x="2895555" y="4601067"/>
                </a:cubicBezTo>
                <a:close/>
                <a:moveTo>
                  <a:pt x="1623792" y="3639917"/>
                </a:moveTo>
                <a:cubicBezTo>
                  <a:pt x="1617412" y="3633537"/>
                  <a:pt x="1585990" y="3663630"/>
                  <a:pt x="1530738" y="3729037"/>
                </a:cubicBezTo>
                <a:lnTo>
                  <a:pt x="1482461" y="3786187"/>
                </a:lnTo>
                <a:lnTo>
                  <a:pt x="1555339" y="3715265"/>
                </a:lnTo>
                <a:cubicBezTo>
                  <a:pt x="1595422" y="3676257"/>
                  <a:pt x="1626226" y="3642351"/>
                  <a:pt x="1623792" y="3639917"/>
                </a:cubicBezTo>
                <a:close/>
              </a:path>
            </a:pathLst>
          </a:custGeom>
          <a:solidFill>
            <a:srgbClr val="F7E6A9"/>
          </a:solidFill>
          <a:ln>
            <a:noFill/>
          </a:ln>
        </p:spPr>
      </p:sp>
      <p:pic>
        <p:nvPicPr>
          <p:cNvPr id="4" name="sticky note" descr="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876300" y="3095625"/>
            <a:ext cx="4533900" cy="4476750"/>
          </a:xfrm>
          <a:prstGeom prst="rect">
            <a:avLst/>
          </a:prstGeom>
        </p:spPr>
      </p:pic>
      <p:sp>
        <p:nvSpPr>
          <p:cNvPr id="5" name="TEXT: did it...?"/>
          <p:cNvSpPr/>
          <p:nvPr/>
        </p:nvSpPr>
        <p:spPr>
          <a:xfrm rot="300000">
            <a:off x="1839112" y="5128415"/>
            <a:ext cx="257175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0020" rIns="160020" tIns="68580" bIns="68580"/>
          <a:lstStyle/>
          <a:p>
            <a:pPr algn="ctr">
              <a:lnSpc>
                <a:spcPts val="5490"/>
              </a:lnSpc>
            </a:pPr>
            <a:r>
              <a:rPr b="1" sz="4500">
                <a:solidFill>
                  <a:srgbClr val="181716"/>
                </a:solidFill>
                <a:latin typeface="Montserrat"/>
              </a:rPr>
              <a:t>did it...?</a:t>
            </a:r>
          </a:p>
        </p:txBody>
      </p:sp>
      <p:pic>
        <p:nvPicPr>
          <p:cNvPr id="6" name="magnifier" descr="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2667000" y="7872412"/>
            <a:ext cx="7620000" cy="4829175"/>
          </a:xfrm>
          <a:prstGeom prst="rect">
            <a:avLst/>
          </a:prstGeom>
        </p:spPr>
      </p:pic>
      <p:sp>
        <p:nvSpPr>
          <p:cNvPr id="7" name="PHOTO: The result"/>
          <p:cNvSpPr/>
          <p:nvPr/>
        </p:nvSpPr>
        <p:spPr>
          <a:xfrm rot="0">
            <a:off x="3111455" y="7680118"/>
            <a:ext cx="2600325" cy="260032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resul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4" name="PASSED stamp ink" descr="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20000">
            <a:off x="866775" y="10044112"/>
            <a:ext cx="4552950" cy="1819275"/>
          </a:xfrm>
          <a:prstGeom prst="rect">
            <a:avLst/>
          </a:prstGeom>
        </p:spPr>
      </p:pic>
      <p:pic>
        <p:nvPicPr>
          <p:cNvPr id="5" name="rubber stamp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000000">
            <a:off x="5724525" y="9048750"/>
            <a:ext cx="4171950" cy="5143500"/>
          </a:xfrm>
          <a:prstGeom prst="rect">
            <a:avLst/>
          </a:prstGeom>
        </p:spPr>
      </p:pic>
      <p:sp>
        <p:nvSpPr>
          <p:cNvPr id="6" name="TEXT: [IT STAYED DRY]"/>
          <p:cNvSpPr/>
          <p:nvPr/>
        </p:nvSpPr>
        <p:spPr>
          <a:xfrm rot="120000">
            <a:off x="1462088" y="2276475"/>
            <a:ext cx="7362825" cy="1162050"/>
          </a:xfrm>
          <a:prstGeom prst="rect">
            <a:avLst/>
          </a:prstGeom>
          <a:solidFill>
            <a:srgbClr val="F7E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ctr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[IT STAYED DRY]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905000" y="5143500"/>
            <a:ext cx="6477000" cy="80010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-120000">
            <a:off x="2476500" y="5715000"/>
            <a:ext cx="5334000" cy="6858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5" name="PASSED stamp ink" descr="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40000">
            <a:off x="5643562" y="5895975"/>
            <a:ext cx="2428875" cy="1162050"/>
          </a:xfrm>
          <a:prstGeom prst="rect">
            <a:avLst/>
          </a:prstGeom>
        </p:spPr>
      </p:pic>
      <p:pic>
        <p:nvPicPr>
          <p:cNvPr id="6" name="test tubes" descr="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">
            <a:off x="-219075" y="10377488"/>
            <a:ext cx="3676650" cy="3819525"/>
          </a:xfrm>
          <a:prstGeom prst="rect">
            <a:avLst/>
          </a:prstGeom>
        </p:spPr>
      </p:pic>
      <p:sp>
        <p:nvSpPr>
          <p:cNvPr id="7" name="LETTERING: Comment"/>
          <p:cNvSpPr txBox="1"/>
          <p:nvPr/>
        </p:nvSpPr>
        <p:spPr>
          <a:xfrm>
            <a:off x="633412" y="11430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34568C"/>
                </a:solidFill>
                <a:latin typeface="DM Serif Display"/>
              </a:rPr>
              <a:t>Comment</a:t>
            </a:r>
          </a:p>
        </p:txBody>
      </p:sp>
      <p:sp>
        <p:nvSpPr>
          <p:cNvPr id="8" name="TEXT: &quot;[KEYWORD]&quot;"/>
          <p:cNvSpPr/>
          <p:nvPr/>
        </p:nvSpPr>
        <p:spPr>
          <a:xfrm rot="21480000">
            <a:off x="2152650" y="33051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BF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