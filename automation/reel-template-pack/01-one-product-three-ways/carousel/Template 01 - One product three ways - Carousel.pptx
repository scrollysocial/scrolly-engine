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three small photos, one per way, and name your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Swap in a photo of your product.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Way 1: its photo and a few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Way 2: a full-page photo.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Way 3: save the most surprising one for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Swap in your product photo and type its name and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jp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jp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2.png"/><Relationship Id="rId4" Type="http://schemas.openxmlformats.org/officeDocument/2006/relationships/image" Target="../media/image13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4.png"/><Relationship Id="rId4" Type="http://schemas.openxmlformats.org/officeDocument/2006/relationships/image" Target="../media/image15.jp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TEXT: One [product],"/>
          <p:cNvSpPr/>
          <p:nvPr/>
        </p:nvSpPr>
        <p:spPr>
          <a:xfrm>
            <a:off x="2262188" y="1800225"/>
            <a:ext cx="5762625" cy="1162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4028" rIns="224028" tIns="96012" bIns="96012"/>
          <a:lstStyle/>
          <a:p>
            <a:pPr algn="ctr">
              <a:lnSpc>
                <a:spcPts val="7686"/>
              </a:lnSpc>
            </a:pPr>
            <a:r>
              <a:rPr b="0" sz="6300">
                <a:solidFill>
                  <a:srgbClr val="181716"/>
                </a:solidFill>
                <a:latin typeface="Bodoni FLF"/>
              </a:rPr>
              <a:t>One [product],</a:t>
            </a:r>
          </a:p>
        </p:txBody>
      </p:sp>
      <p:sp>
        <p:nvSpPr>
          <p:cNvPr id="4" name="TEXT: 3 ways"/>
          <p:cNvSpPr/>
          <p:nvPr/>
        </p:nvSpPr>
        <p:spPr>
          <a:xfrm>
            <a:off x="1719262" y="3086100"/>
            <a:ext cx="6848475" cy="2781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33400" rIns="533400" tIns="228600" bIns="228600"/>
          <a:lstStyle/>
          <a:p>
            <a:pPr algn="ctr">
              <a:lnSpc>
                <a:spcPts val="18300"/>
              </a:lnSpc>
            </a:pPr>
            <a:r>
              <a:rPr b="0" sz="15000">
                <a:solidFill>
                  <a:srgbClr val="181716"/>
                </a:solidFill>
                <a:latin typeface="Bodoni FLF"/>
              </a:rPr>
              <a:t>3 ways</a:t>
            </a:r>
          </a:p>
        </p:txBody>
      </p:sp>
      <p:sp>
        <p:nvSpPr>
          <p:cNvPr id="5" name="circle"/>
          <p:cNvSpPr/>
          <p:nvPr/>
        </p:nvSpPr>
        <p:spPr>
          <a:xfrm rot="180000">
            <a:off x="857250" y="2924175"/>
            <a:ext cx="8572500" cy="3295650"/>
          </a:xfrm>
          <a:custGeom>
            <a:avLst/>
            <a:gdLst/>
            <a:ahLst/>
            <a:cxnLst/>
            <a:rect l="0" t="0" r="r" b="b"/>
            <a:pathLst>
              <a:path w="8572500" h="3295650">
                <a:moveTo>
                  <a:pt x="3570733" y="3291333"/>
                </a:moveTo>
                <a:cubicBezTo>
                  <a:pt x="3568359" y="3288959"/>
                  <a:pt x="3493707" y="3282403"/>
                  <a:pt x="3404839" y="3276765"/>
                </a:cubicBezTo>
                <a:cubicBezTo>
                  <a:pt x="3315972" y="3271127"/>
                  <a:pt x="3223974" y="3264855"/>
                  <a:pt x="3200400" y="3262827"/>
                </a:cubicBezTo>
                <a:cubicBezTo>
                  <a:pt x="3176825" y="3260800"/>
                  <a:pt x="3127533" y="3256562"/>
                  <a:pt x="3090862" y="3253411"/>
                </a:cubicBezTo>
                <a:cubicBezTo>
                  <a:pt x="3001789" y="3245756"/>
                  <a:pt x="2882085" y="3230553"/>
                  <a:pt x="2771775" y="3212887"/>
                </a:cubicBezTo>
                <a:cubicBezTo>
                  <a:pt x="2722006" y="3204916"/>
                  <a:pt x="2655570" y="3194578"/>
                  <a:pt x="2624137" y="3189913"/>
                </a:cubicBezTo>
                <a:cubicBezTo>
                  <a:pt x="2551184" y="3179087"/>
                  <a:pt x="2500849" y="3169919"/>
                  <a:pt x="2347912" y="3139601"/>
                </a:cubicBezTo>
                <a:cubicBezTo>
                  <a:pt x="2138106" y="3098010"/>
                  <a:pt x="2091943" y="3086642"/>
                  <a:pt x="1885950" y="3025840"/>
                </a:cubicBezTo>
                <a:cubicBezTo>
                  <a:pt x="1703658" y="2972035"/>
                  <a:pt x="1678199" y="2963908"/>
                  <a:pt x="1657887" y="2953037"/>
                </a:cubicBezTo>
                <a:cubicBezTo>
                  <a:pt x="1632952" y="2939693"/>
                  <a:pt x="1616347" y="2949800"/>
                  <a:pt x="1640760" y="2963462"/>
                </a:cubicBezTo>
                <a:cubicBezTo>
                  <a:pt x="1649884" y="2968568"/>
                  <a:pt x="1657350" y="2979516"/>
                  <a:pt x="1657350" y="2987791"/>
                </a:cubicBezTo>
                <a:cubicBezTo>
                  <a:pt x="1657350" y="3049979"/>
                  <a:pt x="1219977" y="2891015"/>
                  <a:pt x="882094" y="2706022"/>
                </a:cubicBezTo>
                <a:cubicBezTo>
                  <a:pt x="613452" y="2558938"/>
                  <a:pt x="345601" y="2290545"/>
                  <a:pt x="260719" y="2083389"/>
                </a:cubicBezTo>
                <a:cubicBezTo>
                  <a:pt x="247349" y="2050759"/>
                  <a:pt x="232509" y="2016619"/>
                  <a:pt x="227742" y="2007522"/>
                </a:cubicBezTo>
                <a:cubicBezTo>
                  <a:pt x="222975" y="1998426"/>
                  <a:pt x="219075" y="1980462"/>
                  <a:pt x="219075" y="1967603"/>
                </a:cubicBezTo>
                <a:cubicBezTo>
                  <a:pt x="219075" y="1954745"/>
                  <a:pt x="214788" y="1941575"/>
                  <a:pt x="209549" y="1938337"/>
                </a:cubicBezTo>
                <a:cubicBezTo>
                  <a:pt x="204311" y="1935099"/>
                  <a:pt x="200024" y="1911272"/>
                  <a:pt x="200024" y="1885387"/>
                </a:cubicBezTo>
                <a:cubicBezTo>
                  <a:pt x="200024" y="1859503"/>
                  <a:pt x="195823" y="1838325"/>
                  <a:pt x="190687" y="1838325"/>
                </a:cubicBezTo>
                <a:cubicBezTo>
                  <a:pt x="185261" y="1838325"/>
                  <a:pt x="183463" y="1855280"/>
                  <a:pt x="186395" y="1878806"/>
                </a:cubicBezTo>
                <a:cubicBezTo>
                  <a:pt x="189170" y="1901070"/>
                  <a:pt x="192943" y="1938668"/>
                  <a:pt x="194779" y="1962355"/>
                </a:cubicBezTo>
                <a:cubicBezTo>
                  <a:pt x="199451" y="2022614"/>
                  <a:pt x="214967" y="2074181"/>
                  <a:pt x="243193" y="2123260"/>
                </a:cubicBezTo>
                <a:cubicBezTo>
                  <a:pt x="271317" y="2172162"/>
                  <a:pt x="261304" y="2199882"/>
                  <a:pt x="229446" y="2161318"/>
                </a:cubicBezTo>
                <a:cubicBezTo>
                  <a:pt x="199881" y="2125531"/>
                  <a:pt x="145542" y="2011805"/>
                  <a:pt x="122903" y="1938337"/>
                </a:cubicBezTo>
                <a:cubicBezTo>
                  <a:pt x="105071" y="1880469"/>
                  <a:pt x="103016" y="1856564"/>
                  <a:pt x="107350" y="1757362"/>
                </a:cubicBezTo>
                <a:lnTo>
                  <a:pt x="112344" y="1643062"/>
                </a:lnTo>
                <a:lnTo>
                  <a:pt x="91058" y="1690687"/>
                </a:lnTo>
                <a:cubicBezTo>
                  <a:pt x="58523" y="1763481"/>
                  <a:pt x="44669" y="1770277"/>
                  <a:pt x="23684" y="1723740"/>
                </a:cubicBezTo>
                <a:lnTo>
                  <a:pt x="6398" y="1685406"/>
                </a:lnTo>
                <a:lnTo>
                  <a:pt x="37389" y="1594641"/>
                </a:lnTo>
                <a:cubicBezTo>
                  <a:pt x="146374" y="1275447"/>
                  <a:pt x="467700" y="954686"/>
                  <a:pt x="928687" y="704909"/>
                </a:cubicBezTo>
                <a:cubicBezTo>
                  <a:pt x="960120" y="687878"/>
                  <a:pt x="998696" y="666337"/>
                  <a:pt x="1014412" y="657040"/>
                </a:cubicBezTo>
                <a:cubicBezTo>
                  <a:pt x="1054399" y="633386"/>
                  <a:pt x="1263383" y="541242"/>
                  <a:pt x="1371464" y="499611"/>
                </a:cubicBezTo>
                <a:cubicBezTo>
                  <a:pt x="1566965" y="424307"/>
                  <a:pt x="1731441" y="373231"/>
                  <a:pt x="1943100" y="322096"/>
                </a:cubicBezTo>
                <a:cubicBezTo>
                  <a:pt x="2008584" y="306276"/>
                  <a:pt x="2175748" y="265591"/>
                  <a:pt x="2314575" y="231685"/>
                </a:cubicBezTo>
                <a:cubicBezTo>
                  <a:pt x="2453401" y="197780"/>
                  <a:pt x="2586275" y="166056"/>
                  <a:pt x="2609850" y="161187"/>
                </a:cubicBezTo>
                <a:cubicBezTo>
                  <a:pt x="2666066" y="149576"/>
                  <a:pt x="2857676" y="115463"/>
                  <a:pt x="2924175" y="105226"/>
                </a:cubicBezTo>
                <a:cubicBezTo>
                  <a:pt x="2952988" y="100791"/>
                  <a:pt x="3002280" y="92692"/>
                  <a:pt x="3033712" y="87229"/>
                </a:cubicBezTo>
                <a:cubicBezTo>
                  <a:pt x="3065145" y="81767"/>
                  <a:pt x="3140154" y="72630"/>
                  <a:pt x="3200400" y="66927"/>
                </a:cubicBezTo>
                <a:cubicBezTo>
                  <a:pt x="3260645" y="61223"/>
                  <a:pt x="3348513" y="52400"/>
                  <a:pt x="3395662" y="47319"/>
                </a:cubicBezTo>
                <a:cubicBezTo>
                  <a:pt x="3563904" y="29190"/>
                  <a:pt x="3970357" y="18886"/>
                  <a:pt x="3974212" y="32652"/>
                </a:cubicBezTo>
                <a:cubicBezTo>
                  <a:pt x="3978270" y="47146"/>
                  <a:pt x="3925878" y="56737"/>
                  <a:pt x="3814762" y="61842"/>
                </a:cubicBezTo>
                <a:cubicBezTo>
                  <a:pt x="3757136" y="64489"/>
                  <a:pt x="3703558" y="67014"/>
                  <a:pt x="3695700" y="67452"/>
                </a:cubicBezTo>
                <a:cubicBezTo>
                  <a:pt x="3675908" y="68556"/>
                  <a:pt x="3511464" y="93506"/>
                  <a:pt x="3448842" y="104906"/>
                </a:cubicBezTo>
                <a:cubicBezTo>
                  <a:pt x="3420465" y="110073"/>
                  <a:pt x="3380817" y="114299"/>
                  <a:pt x="3360736" y="114299"/>
                </a:cubicBezTo>
                <a:cubicBezTo>
                  <a:pt x="3323026" y="114300"/>
                  <a:pt x="3316136" y="121451"/>
                  <a:pt x="3335342" y="140657"/>
                </a:cubicBezTo>
                <a:cubicBezTo>
                  <a:pt x="3350963" y="156278"/>
                  <a:pt x="3352573" y="155914"/>
                  <a:pt x="3114675" y="190513"/>
                </a:cubicBezTo>
                <a:cubicBezTo>
                  <a:pt x="2959722" y="213048"/>
                  <a:pt x="2909517" y="222334"/>
                  <a:pt x="2900838" y="230065"/>
                </a:cubicBezTo>
                <a:cubicBezTo>
                  <a:pt x="2888810" y="240779"/>
                  <a:pt x="2920906" y="240361"/>
                  <a:pt x="2978217" y="229058"/>
                </a:cubicBezTo>
                <a:cubicBezTo>
                  <a:pt x="3086263" y="207748"/>
                  <a:pt x="3341022" y="176333"/>
                  <a:pt x="3519487" y="162311"/>
                </a:cubicBezTo>
                <a:cubicBezTo>
                  <a:pt x="3625764" y="153962"/>
                  <a:pt x="3635598" y="154636"/>
                  <a:pt x="3659595" y="171915"/>
                </a:cubicBezTo>
                <a:cubicBezTo>
                  <a:pt x="3692873" y="195878"/>
                  <a:pt x="3720696" y="195686"/>
                  <a:pt x="3727034" y="171449"/>
                </a:cubicBezTo>
                <a:cubicBezTo>
                  <a:pt x="3732475" y="150646"/>
                  <a:pt x="3803056" y="142983"/>
                  <a:pt x="3814762" y="161925"/>
                </a:cubicBezTo>
                <a:cubicBezTo>
                  <a:pt x="3822500" y="174444"/>
                  <a:pt x="3857625" y="174251"/>
                  <a:pt x="3857625" y="161689"/>
                </a:cubicBezTo>
                <a:cubicBezTo>
                  <a:pt x="3857625" y="140449"/>
                  <a:pt x="3916954" y="132459"/>
                  <a:pt x="4123363" y="125902"/>
                </a:cubicBezTo>
                <a:cubicBezTo>
                  <a:pt x="4445746" y="115659"/>
                  <a:pt x="5155984" y="119254"/>
                  <a:pt x="5329237" y="132005"/>
                </a:cubicBezTo>
                <a:cubicBezTo>
                  <a:pt x="5587506" y="151013"/>
                  <a:pt x="5614527" y="153271"/>
                  <a:pt x="5629275" y="157079"/>
                </a:cubicBezTo>
                <a:cubicBezTo>
                  <a:pt x="5637133" y="159108"/>
                  <a:pt x="5688557" y="163574"/>
                  <a:pt x="5743550" y="167003"/>
                </a:cubicBezTo>
                <a:cubicBezTo>
                  <a:pt x="5798544" y="170433"/>
                  <a:pt x="5846880" y="175304"/>
                  <a:pt x="5850963" y="177827"/>
                </a:cubicBezTo>
                <a:cubicBezTo>
                  <a:pt x="5855047" y="180351"/>
                  <a:pt x="5887204" y="184510"/>
                  <a:pt x="5922425" y="187069"/>
                </a:cubicBezTo>
                <a:cubicBezTo>
                  <a:pt x="5999475" y="192668"/>
                  <a:pt x="6001831" y="192936"/>
                  <a:pt x="6157912" y="213895"/>
                </a:cubicBezTo>
                <a:cubicBezTo>
                  <a:pt x="6515591" y="261926"/>
                  <a:pt x="7052880" y="389845"/>
                  <a:pt x="7372350" y="503033"/>
                </a:cubicBezTo>
                <a:cubicBezTo>
                  <a:pt x="7544545" y="564041"/>
                  <a:pt x="7835517" y="701636"/>
                  <a:pt x="7936645" y="769877"/>
                </a:cubicBezTo>
                <a:cubicBezTo>
                  <a:pt x="7976806" y="796977"/>
                  <a:pt x="8013385" y="819149"/>
                  <a:pt x="8017932" y="819149"/>
                </a:cubicBezTo>
                <a:cubicBezTo>
                  <a:pt x="8031502" y="819150"/>
                  <a:pt x="8182533" y="932447"/>
                  <a:pt x="8242049" y="987272"/>
                </a:cubicBezTo>
                <a:cubicBezTo>
                  <a:pt x="8272470" y="1015296"/>
                  <a:pt x="8300856" y="1038225"/>
                  <a:pt x="8305129" y="1038225"/>
                </a:cubicBezTo>
                <a:cubicBezTo>
                  <a:pt x="8318047" y="1038225"/>
                  <a:pt x="8420766" y="1171442"/>
                  <a:pt x="8468771" y="1250455"/>
                </a:cubicBezTo>
                <a:cubicBezTo>
                  <a:pt x="8516449" y="1328929"/>
                  <a:pt x="8553450" y="1424291"/>
                  <a:pt x="8553450" y="1468699"/>
                </a:cubicBezTo>
                <a:cubicBezTo>
                  <a:pt x="8553450" y="1483398"/>
                  <a:pt x="8557890" y="1495425"/>
                  <a:pt x="8563318" y="1495425"/>
                </a:cubicBezTo>
                <a:cubicBezTo>
                  <a:pt x="8575228" y="1495425"/>
                  <a:pt x="8573409" y="1674713"/>
                  <a:pt x="8561423" y="1682121"/>
                </a:cubicBezTo>
                <a:cubicBezTo>
                  <a:pt x="8557038" y="1684831"/>
                  <a:pt x="8553450" y="1694878"/>
                  <a:pt x="8553450" y="1704448"/>
                </a:cubicBezTo>
                <a:cubicBezTo>
                  <a:pt x="8553450" y="1714017"/>
                  <a:pt x="8547047" y="1734124"/>
                  <a:pt x="8539221" y="1749129"/>
                </a:cubicBezTo>
                <a:cubicBezTo>
                  <a:pt x="8531395" y="1764135"/>
                  <a:pt x="8524965" y="1783388"/>
                  <a:pt x="8524933" y="1791914"/>
                </a:cubicBezTo>
                <a:cubicBezTo>
                  <a:pt x="8524901" y="1800441"/>
                  <a:pt x="8518962" y="1812324"/>
                  <a:pt x="8511735" y="1818322"/>
                </a:cubicBezTo>
                <a:cubicBezTo>
                  <a:pt x="8504508" y="1824320"/>
                  <a:pt x="8495900" y="1842703"/>
                  <a:pt x="8492606" y="1859174"/>
                </a:cubicBezTo>
                <a:cubicBezTo>
                  <a:pt x="8489312" y="1875645"/>
                  <a:pt x="8474884" y="1904481"/>
                  <a:pt x="8460545" y="1923254"/>
                </a:cubicBezTo>
                <a:cubicBezTo>
                  <a:pt x="8446205" y="1942027"/>
                  <a:pt x="8419799" y="1978818"/>
                  <a:pt x="8401865" y="2005012"/>
                </a:cubicBezTo>
                <a:cubicBezTo>
                  <a:pt x="8370615" y="2050653"/>
                  <a:pt x="8332168" y="2090689"/>
                  <a:pt x="8234929" y="2178843"/>
                </a:cubicBezTo>
                <a:cubicBezTo>
                  <a:pt x="8185174" y="2223950"/>
                  <a:pt x="8181975" y="2225513"/>
                  <a:pt x="8181975" y="2204717"/>
                </a:cubicBezTo>
                <a:cubicBezTo>
                  <a:pt x="8181975" y="2196684"/>
                  <a:pt x="8207692" y="2166133"/>
                  <a:pt x="8239125" y="2136828"/>
                </a:cubicBezTo>
                <a:cubicBezTo>
                  <a:pt x="8270557" y="2107523"/>
                  <a:pt x="8296275" y="2078188"/>
                  <a:pt x="8296275" y="2071639"/>
                </a:cubicBezTo>
                <a:cubicBezTo>
                  <a:pt x="8296275" y="2065090"/>
                  <a:pt x="8303413" y="2053849"/>
                  <a:pt x="8312139" y="2046660"/>
                </a:cubicBezTo>
                <a:cubicBezTo>
                  <a:pt x="8354310" y="2011909"/>
                  <a:pt x="8461678" y="1810308"/>
                  <a:pt x="8477632" y="1735917"/>
                </a:cubicBezTo>
                <a:cubicBezTo>
                  <a:pt x="8497861" y="1641590"/>
                  <a:pt x="8483707" y="1627209"/>
                  <a:pt x="8459518" y="1717513"/>
                </a:cubicBezTo>
                <a:cubicBezTo>
                  <a:pt x="8425991" y="1842680"/>
                  <a:pt x="8366126" y="1951373"/>
                  <a:pt x="8284537" y="2035217"/>
                </a:cubicBezTo>
                <a:cubicBezTo>
                  <a:pt x="8246919" y="2073874"/>
                  <a:pt x="8213811" y="2108672"/>
                  <a:pt x="8210964" y="2112545"/>
                </a:cubicBezTo>
                <a:cubicBezTo>
                  <a:pt x="8201588" y="2125300"/>
                  <a:pt x="8026351" y="2271362"/>
                  <a:pt x="7946231" y="2333203"/>
                </a:cubicBezTo>
                <a:cubicBezTo>
                  <a:pt x="7874976" y="2388201"/>
                  <a:pt x="7854804" y="2409835"/>
                  <a:pt x="7874793" y="2409819"/>
                </a:cubicBezTo>
                <a:cubicBezTo>
                  <a:pt x="7878722" y="2409815"/>
                  <a:pt x="7906098" y="2390845"/>
                  <a:pt x="7935628" y="2367663"/>
                </a:cubicBezTo>
                <a:cubicBezTo>
                  <a:pt x="7965158" y="2344480"/>
                  <a:pt x="8012307" y="2313929"/>
                  <a:pt x="8040403" y="2299772"/>
                </a:cubicBezTo>
                <a:cubicBezTo>
                  <a:pt x="8068499" y="2285615"/>
                  <a:pt x="8102973" y="2265931"/>
                  <a:pt x="8117012" y="2256031"/>
                </a:cubicBezTo>
                <a:cubicBezTo>
                  <a:pt x="8131051" y="2246130"/>
                  <a:pt x="8144927" y="2241897"/>
                  <a:pt x="8147849" y="2246624"/>
                </a:cubicBezTo>
                <a:cubicBezTo>
                  <a:pt x="8160819" y="2267610"/>
                  <a:pt x="7914872" y="2456183"/>
                  <a:pt x="7767637" y="2538141"/>
                </a:cubicBezTo>
                <a:cubicBezTo>
                  <a:pt x="7513333" y="2679698"/>
                  <a:pt x="7363793" y="2734002"/>
                  <a:pt x="7347219" y="2690812"/>
                </a:cubicBezTo>
                <a:cubicBezTo>
                  <a:pt x="7339599" y="2670955"/>
                  <a:pt x="7328228" y="2672880"/>
                  <a:pt x="7262812" y="2705100"/>
                </a:cubicBezTo>
                <a:cubicBezTo>
                  <a:pt x="7231380" y="2720581"/>
                  <a:pt x="7201712" y="2733344"/>
                  <a:pt x="7196884" y="2733461"/>
                </a:cubicBezTo>
                <a:cubicBezTo>
                  <a:pt x="7192057" y="2733578"/>
                  <a:pt x="7159910" y="2744589"/>
                  <a:pt x="7125447" y="2757929"/>
                </a:cubicBezTo>
                <a:cubicBezTo>
                  <a:pt x="7090984" y="2771269"/>
                  <a:pt x="7017781" y="2799495"/>
                  <a:pt x="6962775" y="2820653"/>
                </a:cubicBezTo>
                <a:cubicBezTo>
                  <a:pt x="6907768" y="2841811"/>
                  <a:pt x="6854190" y="2862826"/>
                  <a:pt x="6843712" y="2867353"/>
                </a:cubicBezTo>
                <a:cubicBezTo>
                  <a:pt x="6803265" y="2884828"/>
                  <a:pt x="6621264" y="2941159"/>
                  <a:pt x="6553200" y="2957269"/>
                </a:cubicBezTo>
                <a:cubicBezTo>
                  <a:pt x="6513909" y="2966569"/>
                  <a:pt x="6473190" y="2977471"/>
                  <a:pt x="6462712" y="2981497"/>
                </a:cubicBezTo>
                <a:cubicBezTo>
                  <a:pt x="6405675" y="3003410"/>
                  <a:pt x="6233777" y="3027139"/>
                  <a:pt x="6221095" y="3014849"/>
                </a:cubicBezTo>
                <a:cubicBezTo>
                  <a:pt x="6203931" y="2998217"/>
                  <a:pt x="6236732" y="2979420"/>
                  <a:pt x="6282917" y="2979420"/>
                </a:cubicBezTo>
                <a:cubicBezTo>
                  <a:pt x="6300633" y="2979420"/>
                  <a:pt x="6317512" y="2975562"/>
                  <a:pt x="6320426" y="2970847"/>
                </a:cubicBezTo>
                <a:cubicBezTo>
                  <a:pt x="6323340" y="2966132"/>
                  <a:pt x="6335933" y="2962275"/>
                  <a:pt x="6348412" y="2962275"/>
                </a:cubicBezTo>
                <a:cubicBezTo>
                  <a:pt x="6360891" y="2962275"/>
                  <a:pt x="6373918" y="2957715"/>
                  <a:pt x="6377362" y="2952142"/>
                </a:cubicBezTo>
                <a:cubicBezTo>
                  <a:pt x="6384523" y="2940557"/>
                  <a:pt x="6341016" y="2946406"/>
                  <a:pt x="6257925" y="2968200"/>
                </a:cubicBezTo>
                <a:cubicBezTo>
                  <a:pt x="6229111" y="2975757"/>
                  <a:pt x="6179820" y="2985034"/>
                  <a:pt x="6148387" y="2988816"/>
                </a:cubicBezTo>
                <a:cubicBezTo>
                  <a:pt x="6092062" y="2995593"/>
                  <a:pt x="6076781" y="3013145"/>
                  <a:pt x="6124575" y="3016168"/>
                </a:cubicBezTo>
                <a:cubicBezTo>
                  <a:pt x="6137671" y="3016996"/>
                  <a:pt x="6154602" y="3018068"/>
                  <a:pt x="6162198" y="3018549"/>
                </a:cubicBezTo>
                <a:cubicBezTo>
                  <a:pt x="6186019" y="3020059"/>
                  <a:pt x="6160319" y="3035080"/>
                  <a:pt x="6115050" y="3046106"/>
                </a:cubicBezTo>
                <a:cubicBezTo>
                  <a:pt x="6048237" y="3062380"/>
                  <a:pt x="6004740" y="3067865"/>
                  <a:pt x="5997770" y="3060895"/>
                </a:cubicBezTo>
                <a:cubicBezTo>
                  <a:pt x="5986002" y="3049127"/>
                  <a:pt x="6012331" y="3028950"/>
                  <a:pt x="6039454" y="3028950"/>
                </a:cubicBezTo>
                <a:cubicBezTo>
                  <a:pt x="6054219" y="3028950"/>
                  <a:pt x="6068949" y="3024663"/>
                  <a:pt x="6072187" y="3019425"/>
                </a:cubicBezTo>
                <a:cubicBezTo>
                  <a:pt x="6080502" y="3005971"/>
                  <a:pt x="6029571" y="3007433"/>
                  <a:pt x="5934075" y="3023387"/>
                </a:cubicBezTo>
                <a:cubicBezTo>
                  <a:pt x="5889545" y="3030827"/>
                  <a:pt x="5816679" y="3041796"/>
                  <a:pt x="5772150" y="3047762"/>
                </a:cubicBezTo>
                <a:cubicBezTo>
                  <a:pt x="5727620" y="3053729"/>
                  <a:pt x="5663326" y="3062517"/>
                  <a:pt x="5629275" y="3067291"/>
                </a:cubicBezTo>
                <a:cubicBezTo>
                  <a:pt x="5534058" y="3080641"/>
                  <a:pt x="5331704" y="3103662"/>
                  <a:pt x="5210175" y="3114971"/>
                </a:cubicBezTo>
                <a:cubicBezTo>
                  <a:pt x="5149929" y="3120577"/>
                  <a:pt x="5077063" y="3127420"/>
                  <a:pt x="5048250" y="3130178"/>
                </a:cubicBezTo>
                <a:cubicBezTo>
                  <a:pt x="5019436" y="3132936"/>
                  <a:pt x="4961065" y="3136866"/>
                  <a:pt x="4918536" y="3138913"/>
                </a:cubicBezTo>
                <a:cubicBezTo>
                  <a:pt x="4876007" y="3140959"/>
                  <a:pt x="4790282" y="3147814"/>
                  <a:pt x="4728036" y="3154145"/>
                </a:cubicBezTo>
                <a:cubicBezTo>
                  <a:pt x="4580740" y="3169127"/>
                  <a:pt x="4146655" y="3174250"/>
                  <a:pt x="4122443" y="3161293"/>
                </a:cubicBezTo>
                <a:cubicBezTo>
                  <a:pt x="4109894" y="3154576"/>
                  <a:pt x="4093961" y="3155031"/>
                  <a:pt x="4070496" y="3162775"/>
                </a:cubicBezTo>
                <a:cubicBezTo>
                  <a:pt x="4051881" y="3168918"/>
                  <a:pt x="4001728" y="3174539"/>
                  <a:pt x="3959044" y="3175266"/>
                </a:cubicBezTo>
                <a:cubicBezTo>
                  <a:pt x="3887268" y="3176488"/>
                  <a:pt x="3881217" y="3178132"/>
                  <a:pt x="3878507" y="3197154"/>
                </a:cubicBezTo>
                <a:cubicBezTo>
                  <a:pt x="3875255" y="3219974"/>
                  <a:pt x="3875067" y="3219945"/>
                  <a:pt x="4129087" y="3236026"/>
                </a:cubicBezTo>
                <a:cubicBezTo>
                  <a:pt x="4221121" y="3241852"/>
                  <a:pt x="4243387" y="3246045"/>
                  <a:pt x="4243387" y="3257550"/>
                </a:cubicBezTo>
                <a:cubicBezTo>
                  <a:pt x="4243387" y="3274213"/>
                  <a:pt x="4188976" y="3279824"/>
                  <a:pt x="3916828" y="3291223"/>
                </a:cubicBezTo>
                <a:cubicBezTo>
                  <a:pt x="3777785" y="3297047"/>
                  <a:pt x="3737815" y="3295920"/>
                  <a:pt x="3718596" y="3285634"/>
                </a:cubicBezTo>
                <a:cubicBezTo>
                  <a:pt x="3699593" y="3275464"/>
                  <a:pt x="3690663" y="3275162"/>
                  <a:pt x="3676191" y="3284200"/>
                </a:cubicBezTo>
                <a:cubicBezTo>
                  <a:pt x="3658732" y="3295104"/>
                  <a:pt x="3579840" y="3300440"/>
                  <a:pt x="3570733" y="3291333"/>
                </a:cubicBezTo>
                <a:close/>
                <a:moveTo>
                  <a:pt x="4438650" y="3004260"/>
                </a:moveTo>
                <a:cubicBezTo>
                  <a:pt x="4530328" y="3001640"/>
                  <a:pt x="4628627" y="2995407"/>
                  <a:pt x="4657093" y="2990410"/>
                </a:cubicBezTo>
                <a:cubicBezTo>
                  <a:pt x="4685558" y="2985413"/>
                  <a:pt x="4733625" y="2981325"/>
                  <a:pt x="4763907" y="2981325"/>
                </a:cubicBezTo>
                <a:cubicBezTo>
                  <a:pt x="4794190" y="2981325"/>
                  <a:pt x="4860911" y="2977155"/>
                  <a:pt x="4912177" y="2972060"/>
                </a:cubicBezTo>
                <a:cubicBezTo>
                  <a:pt x="4963442" y="2966964"/>
                  <a:pt x="5076110" y="2956023"/>
                  <a:pt x="5162550" y="2947746"/>
                </a:cubicBezTo>
                <a:cubicBezTo>
                  <a:pt x="5248989" y="2939469"/>
                  <a:pt x="5349716" y="2928807"/>
                  <a:pt x="5386387" y="2924053"/>
                </a:cubicBezTo>
                <a:cubicBezTo>
                  <a:pt x="5423058" y="2919300"/>
                  <a:pt x="5500211" y="2910672"/>
                  <a:pt x="5557837" y="2904881"/>
                </a:cubicBezTo>
                <a:cubicBezTo>
                  <a:pt x="5615463" y="2899090"/>
                  <a:pt x="5686186" y="2890433"/>
                  <a:pt x="5715000" y="2885643"/>
                </a:cubicBezTo>
                <a:cubicBezTo>
                  <a:pt x="5743813" y="2880854"/>
                  <a:pt x="5825251" y="2870386"/>
                  <a:pt x="5895975" y="2862382"/>
                </a:cubicBezTo>
                <a:cubicBezTo>
                  <a:pt x="6050432" y="2844901"/>
                  <a:pt x="6076950" y="2839805"/>
                  <a:pt x="6076950" y="2827606"/>
                </a:cubicBezTo>
                <a:cubicBezTo>
                  <a:pt x="6076950" y="2822474"/>
                  <a:pt x="6072499" y="2821026"/>
                  <a:pt x="6067060" y="2824387"/>
                </a:cubicBezTo>
                <a:cubicBezTo>
                  <a:pt x="6061621" y="2827749"/>
                  <a:pt x="5993066" y="2832019"/>
                  <a:pt x="5914717" y="2833877"/>
                </a:cubicBezTo>
                <a:cubicBezTo>
                  <a:pt x="5836367" y="2835735"/>
                  <a:pt x="5767257" y="2840349"/>
                  <a:pt x="5761138" y="2844131"/>
                </a:cubicBezTo>
                <a:cubicBezTo>
                  <a:pt x="5755020" y="2847912"/>
                  <a:pt x="5711061" y="2851419"/>
                  <a:pt x="5663451" y="2851924"/>
                </a:cubicBezTo>
                <a:cubicBezTo>
                  <a:pt x="5615841" y="2852428"/>
                  <a:pt x="5571118" y="2856540"/>
                  <a:pt x="5564066" y="2861060"/>
                </a:cubicBezTo>
                <a:cubicBezTo>
                  <a:pt x="5541263" y="2875679"/>
                  <a:pt x="5410200" y="2877148"/>
                  <a:pt x="5410200" y="2862785"/>
                </a:cubicBezTo>
                <a:cubicBezTo>
                  <a:pt x="5410200" y="2846955"/>
                  <a:pt x="5438574" y="2837957"/>
                  <a:pt x="5505254" y="2832642"/>
                </a:cubicBezTo>
                <a:cubicBezTo>
                  <a:pt x="5533960" y="2830354"/>
                  <a:pt x="5574228" y="2823963"/>
                  <a:pt x="5594738" y="2818440"/>
                </a:cubicBezTo>
                <a:cubicBezTo>
                  <a:pt x="5615248" y="2812917"/>
                  <a:pt x="5656032" y="2806574"/>
                  <a:pt x="5685369" y="2804344"/>
                </a:cubicBezTo>
                <a:cubicBezTo>
                  <a:pt x="5714706" y="2802114"/>
                  <a:pt x="5751591" y="2796244"/>
                  <a:pt x="5767336" y="2791299"/>
                </a:cubicBezTo>
                <a:cubicBezTo>
                  <a:pt x="5783080" y="2786355"/>
                  <a:pt x="5838395" y="2777432"/>
                  <a:pt x="5890257" y="2771470"/>
                </a:cubicBezTo>
                <a:cubicBezTo>
                  <a:pt x="5942119" y="2765508"/>
                  <a:pt x="5991411" y="2756710"/>
                  <a:pt x="5999794" y="2751920"/>
                </a:cubicBezTo>
                <a:cubicBezTo>
                  <a:pt x="6008178" y="2747129"/>
                  <a:pt x="6055756" y="2734557"/>
                  <a:pt x="6105525" y="2723982"/>
                </a:cubicBezTo>
                <a:cubicBezTo>
                  <a:pt x="6155293" y="2713407"/>
                  <a:pt x="6211014" y="2700851"/>
                  <a:pt x="6229350" y="2696081"/>
                </a:cubicBezTo>
                <a:cubicBezTo>
                  <a:pt x="6247685" y="2691311"/>
                  <a:pt x="6307693" y="2678232"/>
                  <a:pt x="6362700" y="2667017"/>
                </a:cubicBezTo>
                <a:cubicBezTo>
                  <a:pt x="6417706" y="2655802"/>
                  <a:pt x="6471285" y="2642901"/>
                  <a:pt x="6481762" y="2638348"/>
                </a:cubicBezTo>
                <a:cubicBezTo>
                  <a:pt x="6492240" y="2633796"/>
                  <a:pt x="6552247" y="2617072"/>
                  <a:pt x="6615112" y="2601186"/>
                </a:cubicBezTo>
                <a:cubicBezTo>
                  <a:pt x="6719799" y="2574731"/>
                  <a:pt x="6790242" y="2555816"/>
                  <a:pt x="6919912" y="2519343"/>
                </a:cubicBezTo>
                <a:cubicBezTo>
                  <a:pt x="6946106" y="2511975"/>
                  <a:pt x="6978253" y="2503250"/>
                  <a:pt x="6991350" y="2499953"/>
                </a:cubicBezTo>
                <a:cubicBezTo>
                  <a:pt x="7004446" y="2496657"/>
                  <a:pt x="7023735" y="2490498"/>
                  <a:pt x="7034212" y="2486267"/>
                </a:cubicBezTo>
                <a:cubicBezTo>
                  <a:pt x="7118340" y="2452296"/>
                  <a:pt x="7224199" y="2436859"/>
                  <a:pt x="7231098" y="2457556"/>
                </a:cubicBezTo>
                <a:cubicBezTo>
                  <a:pt x="7233959" y="2466140"/>
                  <a:pt x="7352643" y="2409816"/>
                  <a:pt x="7494380" y="2332609"/>
                </a:cubicBezTo>
                <a:cubicBezTo>
                  <a:pt x="7522206" y="2317451"/>
                  <a:pt x="7552952" y="2305050"/>
                  <a:pt x="7562705" y="2305050"/>
                </a:cubicBezTo>
                <a:cubicBezTo>
                  <a:pt x="7572458" y="2305050"/>
                  <a:pt x="7593173" y="2294334"/>
                  <a:pt x="7608737" y="2281237"/>
                </a:cubicBezTo>
                <a:cubicBezTo>
                  <a:pt x="7624302" y="2268140"/>
                  <a:pt x="7640130" y="2257425"/>
                  <a:pt x="7643911" y="2257425"/>
                </a:cubicBezTo>
                <a:cubicBezTo>
                  <a:pt x="7647691" y="2257424"/>
                  <a:pt x="7671221" y="2242423"/>
                  <a:pt x="7696200" y="2224087"/>
                </a:cubicBezTo>
                <a:cubicBezTo>
                  <a:pt x="7721178" y="2205751"/>
                  <a:pt x="7744558" y="2190749"/>
                  <a:pt x="7748156" y="2190750"/>
                </a:cubicBezTo>
                <a:cubicBezTo>
                  <a:pt x="7763555" y="2190750"/>
                  <a:pt x="7876329" y="2102579"/>
                  <a:pt x="7920689" y="2055858"/>
                </a:cubicBezTo>
                <a:cubicBezTo>
                  <a:pt x="8018702" y="1952629"/>
                  <a:pt x="8132771" y="1753752"/>
                  <a:pt x="8149259" y="1657350"/>
                </a:cubicBezTo>
                <a:cubicBezTo>
                  <a:pt x="8153291" y="1633775"/>
                  <a:pt x="8158294" y="1605915"/>
                  <a:pt x="8160377" y="1595437"/>
                </a:cubicBezTo>
                <a:cubicBezTo>
                  <a:pt x="8166195" y="1566179"/>
                  <a:pt x="8167022" y="1530735"/>
                  <a:pt x="8162370" y="1510057"/>
                </a:cubicBezTo>
                <a:cubicBezTo>
                  <a:pt x="8159707" y="1498221"/>
                  <a:pt x="8163749" y="1490198"/>
                  <a:pt x="8173377" y="1488208"/>
                </a:cubicBezTo>
                <a:cubicBezTo>
                  <a:pt x="8205559" y="1481555"/>
                  <a:pt x="8237540" y="1617619"/>
                  <a:pt x="8217051" y="1674018"/>
                </a:cubicBezTo>
                <a:cubicBezTo>
                  <a:pt x="8211009" y="1690650"/>
                  <a:pt x="8212735" y="1695450"/>
                  <a:pt x="8224757" y="1695450"/>
                </a:cubicBezTo>
                <a:cubicBezTo>
                  <a:pt x="8234042" y="1695450"/>
                  <a:pt x="8237526" y="1699856"/>
                  <a:pt x="8233452" y="1706446"/>
                </a:cubicBezTo>
                <a:cubicBezTo>
                  <a:pt x="8229563" y="1712740"/>
                  <a:pt x="8230809" y="1714876"/>
                  <a:pt x="8236368" y="1711441"/>
                </a:cubicBezTo>
                <a:cubicBezTo>
                  <a:pt x="8262318" y="1695403"/>
                  <a:pt x="8265919" y="1545621"/>
                  <a:pt x="8242133" y="1471612"/>
                </a:cubicBezTo>
                <a:cubicBezTo>
                  <a:pt x="8209076" y="1368755"/>
                  <a:pt x="8084780" y="1183027"/>
                  <a:pt x="8006746" y="1119885"/>
                </a:cubicBezTo>
                <a:cubicBezTo>
                  <a:pt x="7945030" y="1069948"/>
                  <a:pt x="7709724" y="915526"/>
                  <a:pt x="7655198" y="889178"/>
                </a:cubicBezTo>
                <a:cubicBezTo>
                  <a:pt x="7627981" y="876027"/>
                  <a:pt x="7592490" y="858583"/>
                  <a:pt x="7576330" y="850415"/>
                </a:cubicBezTo>
                <a:cubicBezTo>
                  <a:pt x="7560169" y="842246"/>
                  <a:pt x="7540881" y="837800"/>
                  <a:pt x="7533467" y="840535"/>
                </a:cubicBezTo>
                <a:cubicBezTo>
                  <a:pt x="7523406" y="844246"/>
                  <a:pt x="7524819" y="847348"/>
                  <a:pt x="7539037" y="852768"/>
                </a:cubicBezTo>
                <a:cubicBezTo>
                  <a:pt x="7571087" y="864983"/>
                  <a:pt x="7715250" y="962656"/>
                  <a:pt x="7715250" y="972154"/>
                </a:cubicBezTo>
                <a:cubicBezTo>
                  <a:pt x="7715250" y="988072"/>
                  <a:pt x="7687299" y="981664"/>
                  <a:pt x="7629524" y="952499"/>
                </a:cubicBezTo>
                <a:cubicBezTo>
                  <a:pt x="7598391" y="936783"/>
                  <a:pt x="7564241" y="923924"/>
                  <a:pt x="7553636" y="923925"/>
                </a:cubicBezTo>
                <a:cubicBezTo>
                  <a:pt x="7543032" y="923925"/>
                  <a:pt x="7503262" y="909727"/>
                  <a:pt x="7465259" y="892375"/>
                </a:cubicBezTo>
                <a:cubicBezTo>
                  <a:pt x="7427255" y="875023"/>
                  <a:pt x="7381160" y="855302"/>
                  <a:pt x="7362825" y="848551"/>
                </a:cubicBezTo>
                <a:cubicBezTo>
                  <a:pt x="7344489" y="841800"/>
                  <a:pt x="7320915" y="832773"/>
                  <a:pt x="7310437" y="828491"/>
                </a:cubicBezTo>
                <a:cubicBezTo>
                  <a:pt x="7299960" y="824209"/>
                  <a:pt x="7259240" y="809132"/>
                  <a:pt x="7219950" y="794987"/>
                </a:cubicBezTo>
                <a:cubicBezTo>
                  <a:pt x="7180659" y="780843"/>
                  <a:pt x="7139940" y="765736"/>
                  <a:pt x="7129462" y="761416"/>
                </a:cubicBezTo>
                <a:cubicBezTo>
                  <a:pt x="7083232" y="742356"/>
                  <a:pt x="6916672" y="685799"/>
                  <a:pt x="6906772" y="685800"/>
                </a:cubicBezTo>
                <a:cubicBezTo>
                  <a:pt x="6900760" y="685800"/>
                  <a:pt x="6888398" y="681869"/>
                  <a:pt x="6879302" y="677066"/>
                </a:cubicBezTo>
                <a:cubicBezTo>
                  <a:pt x="6870205" y="672262"/>
                  <a:pt x="6837045" y="661257"/>
                  <a:pt x="6805612" y="652609"/>
                </a:cubicBezTo>
                <a:cubicBezTo>
                  <a:pt x="6774180" y="643961"/>
                  <a:pt x="6738616" y="632889"/>
                  <a:pt x="6726583" y="628005"/>
                </a:cubicBezTo>
                <a:cubicBezTo>
                  <a:pt x="6714549" y="623121"/>
                  <a:pt x="6694442" y="619125"/>
                  <a:pt x="6681901" y="619125"/>
                </a:cubicBezTo>
                <a:cubicBezTo>
                  <a:pt x="6669360" y="619125"/>
                  <a:pt x="6656755" y="615332"/>
                  <a:pt x="6653891" y="610698"/>
                </a:cubicBezTo>
                <a:cubicBezTo>
                  <a:pt x="6651026" y="606063"/>
                  <a:pt x="6636843" y="600093"/>
                  <a:pt x="6622372" y="597432"/>
                </a:cubicBezTo>
                <a:cubicBezTo>
                  <a:pt x="6607902" y="594770"/>
                  <a:pt x="6553200" y="581166"/>
                  <a:pt x="6500812" y="567201"/>
                </a:cubicBezTo>
                <a:cubicBezTo>
                  <a:pt x="6419465" y="545515"/>
                  <a:pt x="6288498" y="514349"/>
                  <a:pt x="6278717" y="514350"/>
                </a:cubicBezTo>
                <a:cubicBezTo>
                  <a:pt x="6277053" y="514350"/>
                  <a:pt x="6278283" y="522516"/>
                  <a:pt x="6281451" y="532497"/>
                </a:cubicBezTo>
                <a:cubicBezTo>
                  <a:pt x="6290251" y="560223"/>
                  <a:pt x="6203370" y="561590"/>
                  <a:pt x="6053477" y="536083"/>
                </a:cubicBezTo>
                <a:cubicBezTo>
                  <a:pt x="5893000" y="508776"/>
                  <a:pt x="5798068" y="494434"/>
                  <a:pt x="5738812" y="488547"/>
                </a:cubicBezTo>
                <a:cubicBezTo>
                  <a:pt x="5712618" y="485945"/>
                  <a:pt x="5686026" y="479609"/>
                  <a:pt x="5679719" y="474467"/>
                </a:cubicBezTo>
                <a:cubicBezTo>
                  <a:pt x="5673411" y="469326"/>
                  <a:pt x="5643407" y="463582"/>
                  <a:pt x="5613044" y="461704"/>
                </a:cubicBezTo>
                <a:cubicBezTo>
                  <a:pt x="5475557" y="453200"/>
                  <a:pt x="5308026" y="432625"/>
                  <a:pt x="5219700" y="413397"/>
                </a:cubicBezTo>
                <a:cubicBezTo>
                  <a:pt x="5206603" y="410545"/>
                  <a:pt x="5165883" y="406686"/>
                  <a:pt x="5129212" y="404821"/>
                </a:cubicBezTo>
                <a:cubicBezTo>
                  <a:pt x="5005404" y="398523"/>
                  <a:pt x="4875749" y="379381"/>
                  <a:pt x="4879605" y="367970"/>
                </a:cubicBezTo>
                <a:cubicBezTo>
                  <a:pt x="4883443" y="356613"/>
                  <a:pt x="4933389" y="355109"/>
                  <a:pt x="5080941" y="361908"/>
                </a:cubicBezTo>
                <a:cubicBezTo>
                  <a:pt x="5141767" y="364710"/>
                  <a:pt x="5167109" y="362560"/>
                  <a:pt x="5169841" y="354364"/>
                </a:cubicBezTo>
                <a:cubicBezTo>
                  <a:pt x="5174917" y="339134"/>
                  <a:pt x="5195731" y="339784"/>
                  <a:pt x="5208842" y="355582"/>
                </a:cubicBezTo>
                <a:cubicBezTo>
                  <a:pt x="5216105" y="364332"/>
                  <a:pt x="5245324" y="368360"/>
                  <a:pt x="5303102" y="368575"/>
                </a:cubicBezTo>
                <a:cubicBezTo>
                  <a:pt x="5349156" y="368746"/>
                  <a:pt x="5427455" y="371003"/>
                  <a:pt x="5477099" y="373592"/>
                </a:cubicBezTo>
                <a:cubicBezTo>
                  <a:pt x="5526744" y="376180"/>
                  <a:pt x="5555575" y="376491"/>
                  <a:pt x="5541168" y="374282"/>
                </a:cubicBezTo>
                <a:cubicBezTo>
                  <a:pt x="5522992" y="371496"/>
                  <a:pt x="5514975" y="364621"/>
                  <a:pt x="5514975" y="351821"/>
                </a:cubicBezTo>
                <a:cubicBezTo>
                  <a:pt x="5514975" y="331355"/>
                  <a:pt x="5496173" y="327411"/>
                  <a:pt x="5479256" y="344328"/>
                </a:cubicBezTo>
                <a:cubicBezTo>
                  <a:pt x="5468010" y="355574"/>
                  <a:pt x="5331375" y="338944"/>
                  <a:pt x="5310187" y="323750"/>
                </a:cubicBezTo>
                <a:cubicBezTo>
                  <a:pt x="5304948" y="319994"/>
                  <a:pt x="5242798" y="313654"/>
                  <a:pt x="5172075" y="309661"/>
                </a:cubicBezTo>
                <a:cubicBezTo>
                  <a:pt x="5101351" y="305669"/>
                  <a:pt x="4985623" y="298809"/>
                  <a:pt x="4914900" y="294417"/>
                </a:cubicBezTo>
                <a:cubicBezTo>
                  <a:pt x="4780277" y="286057"/>
                  <a:pt x="4766431" y="285499"/>
                  <a:pt x="4731543" y="287030"/>
                </a:cubicBezTo>
                <a:cubicBezTo>
                  <a:pt x="4719756" y="287547"/>
                  <a:pt x="4609385" y="287549"/>
                  <a:pt x="4486275" y="287035"/>
                </a:cubicBezTo>
                <a:cubicBezTo>
                  <a:pt x="4253593" y="286062"/>
                  <a:pt x="4150530" y="289353"/>
                  <a:pt x="3957664" y="303912"/>
                </a:cubicBezTo>
                <a:cubicBezTo>
                  <a:pt x="3894814" y="308657"/>
                  <a:pt x="3840239" y="310591"/>
                  <a:pt x="3836387" y="308210"/>
                </a:cubicBezTo>
                <a:cubicBezTo>
                  <a:pt x="3832535" y="305829"/>
                  <a:pt x="3776801" y="310336"/>
                  <a:pt x="3712535" y="318224"/>
                </a:cubicBezTo>
                <a:cubicBezTo>
                  <a:pt x="3648269" y="326113"/>
                  <a:pt x="3563540" y="334865"/>
                  <a:pt x="3524250" y="337674"/>
                </a:cubicBezTo>
                <a:cubicBezTo>
                  <a:pt x="3484959" y="340483"/>
                  <a:pt x="3437810" y="345076"/>
                  <a:pt x="3419475" y="347880"/>
                </a:cubicBezTo>
                <a:cubicBezTo>
                  <a:pt x="3390880" y="352254"/>
                  <a:pt x="3321521" y="361491"/>
                  <a:pt x="3138487" y="385300"/>
                </a:cubicBezTo>
                <a:cubicBezTo>
                  <a:pt x="3074140" y="393671"/>
                  <a:pt x="2978976" y="408868"/>
                  <a:pt x="2928937" y="418764"/>
                </a:cubicBezTo>
                <a:cubicBezTo>
                  <a:pt x="2902743" y="423944"/>
                  <a:pt x="2847022" y="433075"/>
                  <a:pt x="2805112" y="439055"/>
                </a:cubicBezTo>
                <a:cubicBezTo>
                  <a:pt x="2763202" y="445035"/>
                  <a:pt x="2720340" y="453414"/>
                  <a:pt x="2709862" y="457677"/>
                </a:cubicBezTo>
                <a:cubicBezTo>
                  <a:pt x="2699385" y="461939"/>
                  <a:pt x="2677953" y="467598"/>
                  <a:pt x="2662237" y="470252"/>
                </a:cubicBezTo>
                <a:cubicBezTo>
                  <a:pt x="2646521" y="472906"/>
                  <a:pt x="2614374" y="479856"/>
                  <a:pt x="2590800" y="485697"/>
                </a:cubicBezTo>
                <a:cubicBezTo>
                  <a:pt x="2567225" y="491538"/>
                  <a:pt x="2524363" y="500647"/>
                  <a:pt x="2495550" y="505938"/>
                </a:cubicBezTo>
                <a:cubicBezTo>
                  <a:pt x="2466736" y="511230"/>
                  <a:pt x="2434590" y="519250"/>
                  <a:pt x="2424112" y="523762"/>
                </a:cubicBezTo>
                <a:cubicBezTo>
                  <a:pt x="2404808" y="532074"/>
                  <a:pt x="2371236" y="540133"/>
                  <a:pt x="2319337" y="548913"/>
                </a:cubicBezTo>
                <a:cubicBezTo>
                  <a:pt x="2303621" y="551572"/>
                  <a:pt x="2282190" y="557185"/>
                  <a:pt x="2271712" y="561385"/>
                </a:cubicBezTo>
                <a:cubicBezTo>
                  <a:pt x="2188362" y="594803"/>
                  <a:pt x="1912521" y="663088"/>
                  <a:pt x="1908041" y="651412"/>
                </a:cubicBezTo>
                <a:cubicBezTo>
                  <a:pt x="1902785" y="637714"/>
                  <a:pt x="1861237" y="642252"/>
                  <a:pt x="1843563" y="658454"/>
                </a:cubicBezTo>
                <a:cubicBezTo>
                  <a:pt x="1838586" y="663017"/>
                  <a:pt x="1821846" y="666750"/>
                  <a:pt x="1806362" y="666750"/>
                </a:cubicBezTo>
                <a:cubicBezTo>
                  <a:pt x="1790825" y="666750"/>
                  <a:pt x="1763870" y="677687"/>
                  <a:pt x="1746209" y="691158"/>
                </a:cubicBezTo>
                <a:cubicBezTo>
                  <a:pt x="1725095" y="707262"/>
                  <a:pt x="1707777" y="713524"/>
                  <a:pt x="1695303" y="709565"/>
                </a:cubicBezTo>
                <a:cubicBezTo>
                  <a:pt x="1679858" y="704663"/>
                  <a:pt x="1676833" y="707545"/>
                  <a:pt x="1678779" y="725302"/>
                </a:cubicBezTo>
                <a:cubicBezTo>
                  <a:pt x="1680850" y="744190"/>
                  <a:pt x="1671799" y="750654"/>
                  <a:pt x="1609725" y="774617"/>
                </a:cubicBezTo>
                <a:cubicBezTo>
                  <a:pt x="1570434" y="789785"/>
                  <a:pt x="1511305" y="814583"/>
                  <a:pt x="1478328" y="829723"/>
                </a:cubicBezTo>
                <a:cubicBezTo>
                  <a:pt x="1445351" y="844862"/>
                  <a:pt x="1415347" y="857259"/>
                  <a:pt x="1411653" y="857270"/>
                </a:cubicBezTo>
                <a:cubicBezTo>
                  <a:pt x="1407959" y="857281"/>
                  <a:pt x="1347073" y="886404"/>
                  <a:pt x="1276350" y="921988"/>
                </a:cubicBezTo>
                <a:cubicBezTo>
                  <a:pt x="954765" y="1083792"/>
                  <a:pt x="698784" y="1282100"/>
                  <a:pt x="606104" y="1441226"/>
                </a:cubicBezTo>
                <a:cubicBezTo>
                  <a:pt x="562869" y="1515458"/>
                  <a:pt x="552975" y="1525066"/>
                  <a:pt x="523196" y="1521731"/>
                </a:cubicBezTo>
                <a:cubicBezTo>
                  <a:pt x="498526" y="1518968"/>
                  <a:pt x="454476" y="1590673"/>
                  <a:pt x="462769" y="1620097"/>
                </a:cubicBezTo>
                <a:cubicBezTo>
                  <a:pt x="465115" y="1628421"/>
                  <a:pt x="461155" y="1649852"/>
                  <a:pt x="453969" y="1667722"/>
                </a:cubicBezTo>
                <a:cubicBezTo>
                  <a:pt x="437428" y="1708856"/>
                  <a:pt x="441419" y="1827078"/>
                  <a:pt x="462599" y="1923355"/>
                </a:cubicBezTo>
                <a:cubicBezTo>
                  <a:pt x="477791" y="1992412"/>
                  <a:pt x="562079" y="2130811"/>
                  <a:pt x="628076" y="2195064"/>
                </a:cubicBezTo>
                <a:cubicBezTo>
                  <a:pt x="678149" y="2243813"/>
                  <a:pt x="678661" y="2224982"/>
                  <a:pt x="628649" y="2173963"/>
                </a:cubicBezTo>
                <a:cubicBezTo>
                  <a:pt x="589743" y="2134273"/>
                  <a:pt x="579504" y="2105025"/>
                  <a:pt x="604516" y="2105025"/>
                </a:cubicBezTo>
                <a:cubicBezTo>
                  <a:pt x="615735" y="2105025"/>
                  <a:pt x="614663" y="2098551"/>
                  <a:pt x="599062" y="2072110"/>
                </a:cubicBezTo>
                <a:cubicBezTo>
                  <a:pt x="571892" y="2026061"/>
                  <a:pt x="564078" y="1940274"/>
                  <a:pt x="587464" y="1944777"/>
                </a:cubicBezTo>
                <a:cubicBezTo>
                  <a:pt x="596756" y="1946567"/>
                  <a:pt x="608762" y="1956565"/>
                  <a:pt x="614145" y="1966996"/>
                </a:cubicBezTo>
                <a:cubicBezTo>
                  <a:pt x="726318" y="2184386"/>
                  <a:pt x="991632" y="2383289"/>
                  <a:pt x="1395412" y="2552704"/>
                </a:cubicBezTo>
                <a:cubicBezTo>
                  <a:pt x="1420075" y="2563052"/>
                  <a:pt x="1534425" y="2604094"/>
                  <a:pt x="1595437" y="2624497"/>
                </a:cubicBezTo>
                <a:cubicBezTo>
                  <a:pt x="1636176" y="2638120"/>
                  <a:pt x="1716931" y="2662209"/>
                  <a:pt x="1833562" y="2695528"/>
                </a:cubicBezTo>
                <a:cubicBezTo>
                  <a:pt x="1876203" y="2707710"/>
                  <a:pt x="2016784" y="2741188"/>
                  <a:pt x="2076450" y="2753370"/>
                </a:cubicBezTo>
                <a:cubicBezTo>
                  <a:pt x="2105263" y="2759253"/>
                  <a:pt x="2138683" y="2767944"/>
                  <a:pt x="2150716" y="2772683"/>
                </a:cubicBezTo>
                <a:cubicBezTo>
                  <a:pt x="2162750" y="2777422"/>
                  <a:pt x="2185827" y="2781300"/>
                  <a:pt x="2201999" y="2781300"/>
                </a:cubicBezTo>
                <a:cubicBezTo>
                  <a:pt x="2218170" y="2781300"/>
                  <a:pt x="2246901" y="2785424"/>
                  <a:pt x="2265844" y="2790464"/>
                </a:cubicBezTo>
                <a:cubicBezTo>
                  <a:pt x="2284788" y="2795505"/>
                  <a:pt x="2343150" y="2806297"/>
                  <a:pt x="2395537" y="2814447"/>
                </a:cubicBezTo>
                <a:cubicBezTo>
                  <a:pt x="2447925" y="2822597"/>
                  <a:pt x="2505789" y="2831808"/>
                  <a:pt x="2524125" y="2834916"/>
                </a:cubicBezTo>
                <a:cubicBezTo>
                  <a:pt x="2542460" y="2838023"/>
                  <a:pt x="2615326" y="2841762"/>
                  <a:pt x="2686050" y="2843225"/>
                </a:cubicBezTo>
                <a:cubicBezTo>
                  <a:pt x="2756773" y="2844688"/>
                  <a:pt x="2857500" y="2850492"/>
                  <a:pt x="2909887" y="2856124"/>
                </a:cubicBezTo>
                <a:cubicBezTo>
                  <a:pt x="2962275" y="2861756"/>
                  <a:pt x="3043713" y="2868728"/>
                  <a:pt x="3090862" y="2871618"/>
                </a:cubicBezTo>
                <a:cubicBezTo>
                  <a:pt x="3138011" y="2874509"/>
                  <a:pt x="3265820" y="2883253"/>
                  <a:pt x="3374881" y="2891051"/>
                </a:cubicBezTo>
                <a:cubicBezTo>
                  <a:pt x="3668843" y="2912069"/>
                  <a:pt x="3789677" y="2913567"/>
                  <a:pt x="4178725" y="2901017"/>
                </a:cubicBezTo>
                <a:cubicBezTo>
                  <a:pt x="4383872" y="2894400"/>
                  <a:pt x="4440948" y="2895174"/>
                  <a:pt x="4452464" y="2904732"/>
                </a:cubicBezTo>
                <a:cubicBezTo>
                  <a:pt x="4475392" y="2923760"/>
                  <a:pt x="4462160" y="2931706"/>
                  <a:pt x="4395687" y="2938824"/>
                </a:cubicBezTo>
                <a:cubicBezTo>
                  <a:pt x="4338761" y="2944920"/>
                  <a:pt x="4333875" y="2947238"/>
                  <a:pt x="4333875" y="2968147"/>
                </a:cubicBezTo>
                <a:cubicBezTo>
                  <a:pt x="4333875" y="2989975"/>
                  <a:pt x="4331214" y="2990851"/>
                  <a:pt x="4264818" y="2990899"/>
                </a:cubicBezTo>
                <a:cubicBezTo>
                  <a:pt x="4226837" y="2990926"/>
                  <a:pt x="4152900" y="2994038"/>
                  <a:pt x="4100512" y="2997815"/>
                </a:cubicBezTo>
                <a:cubicBezTo>
                  <a:pt x="3973561" y="3006968"/>
                  <a:pt x="4037278" y="3020100"/>
                  <a:pt x="4176712" y="3013520"/>
                </a:cubicBezTo>
                <a:cubicBezTo>
                  <a:pt x="4229100" y="3011048"/>
                  <a:pt x="4346971" y="3006881"/>
                  <a:pt x="4438650" y="3004260"/>
                </a:cubicBezTo>
                <a:close/>
                <a:moveTo>
                  <a:pt x="4767552" y="2943694"/>
                </a:moveTo>
                <a:cubicBezTo>
                  <a:pt x="4764109" y="2938123"/>
                  <a:pt x="4767681" y="2931113"/>
                  <a:pt x="4775491" y="2928116"/>
                </a:cubicBezTo>
                <a:cubicBezTo>
                  <a:pt x="4795664" y="2920375"/>
                  <a:pt x="4833937" y="2927150"/>
                  <a:pt x="4833937" y="2938462"/>
                </a:cubicBezTo>
                <a:cubicBezTo>
                  <a:pt x="4833937" y="2951592"/>
                  <a:pt x="4775290" y="2956214"/>
                  <a:pt x="4767552" y="2943694"/>
                </a:cubicBezTo>
                <a:close/>
                <a:moveTo>
                  <a:pt x="4538893" y="2915024"/>
                </a:moveTo>
                <a:cubicBezTo>
                  <a:pt x="4535098" y="2908882"/>
                  <a:pt x="4533493" y="2902803"/>
                  <a:pt x="4535327" y="2901514"/>
                </a:cubicBezTo>
                <a:cubicBezTo>
                  <a:pt x="4552922" y="2889155"/>
                  <a:pt x="4623618" y="2879633"/>
                  <a:pt x="4710112" y="2877974"/>
                </a:cubicBezTo>
                <a:cubicBezTo>
                  <a:pt x="4767738" y="2876869"/>
                  <a:pt x="4832597" y="2873542"/>
                  <a:pt x="4854242" y="2870582"/>
                </a:cubicBezTo>
                <a:cubicBezTo>
                  <a:pt x="4891774" y="2865449"/>
                  <a:pt x="4916680" y="2877895"/>
                  <a:pt x="4900806" y="2893852"/>
                </a:cubicBezTo>
                <a:cubicBezTo>
                  <a:pt x="4897244" y="2897432"/>
                  <a:pt x="4846451" y="2903451"/>
                  <a:pt x="4787933" y="2907226"/>
                </a:cubicBezTo>
                <a:cubicBezTo>
                  <a:pt x="4729415" y="2911002"/>
                  <a:pt x="4650995" y="2916813"/>
                  <a:pt x="4613666" y="2920140"/>
                </a:cubicBezTo>
                <a:cubicBezTo>
                  <a:pt x="4566229" y="2924369"/>
                  <a:pt x="4543717" y="2922828"/>
                  <a:pt x="4538893" y="2915024"/>
                </a:cubicBezTo>
                <a:close/>
                <a:moveTo>
                  <a:pt x="4981575" y="2905722"/>
                </a:moveTo>
                <a:cubicBezTo>
                  <a:pt x="4981575" y="2896118"/>
                  <a:pt x="5067710" y="2877305"/>
                  <a:pt x="5083659" y="2883425"/>
                </a:cubicBezTo>
                <a:cubicBezTo>
                  <a:pt x="5090820" y="2886173"/>
                  <a:pt x="5095068" y="2893251"/>
                  <a:pt x="5093099" y="2899154"/>
                </a:cubicBezTo>
                <a:cubicBezTo>
                  <a:pt x="5089204" y="2910827"/>
                  <a:pt x="4981575" y="2917165"/>
                  <a:pt x="4981575" y="2905722"/>
                </a:cubicBezTo>
                <a:close/>
                <a:moveTo>
                  <a:pt x="4914900" y="2881974"/>
                </a:moveTo>
                <a:cubicBezTo>
                  <a:pt x="4914900" y="2872249"/>
                  <a:pt x="4923499" y="2867025"/>
                  <a:pt x="4939506" y="2867025"/>
                </a:cubicBezTo>
                <a:cubicBezTo>
                  <a:pt x="4969345" y="2867025"/>
                  <a:pt x="4966079" y="2889394"/>
                  <a:pt x="4935585" y="2893881"/>
                </a:cubicBezTo>
                <a:cubicBezTo>
                  <a:pt x="4921848" y="2895902"/>
                  <a:pt x="4914900" y="2891903"/>
                  <a:pt x="4914900" y="2881974"/>
                </a:cubicBezTo>
                <a:close/>
                <a:moveTo>
                  <a:pt x="5133975" y="2882171"/>
                </a:moveTo>
                <a:cubicBezTo>
                  <a:pt x="5133975" y="2871438"/>
                  <a:pt x="5143688" y="2866678"/>
                  <a:pt x="5167312" y="2865834"/>
                </a:cubicBezTo>
                <a:cubicBezTo>
                  <a:pt x="5220670" y="2863928"/>
                  <a:pt x="5249487" y="2861364"/>
                  <a:pt x="5307689" y="2853342"/>
                </a:cubicBezTo>
                <a:cubicBezTo>
                  <a:pt x="5354206" y="2846930"/>
                  <a:pt x="5363243" y="2848158"/>
                  <a:pt x="5368397" y="2861590"/>
                </a:cubicBezTo>
                <a:cubicBezTo>
                  <a:pt x="5377017" y="2884052"/>
                  <a:pt x="5378973" y="2883567"/>
                  <a:pt x="5250656" y="2890769"/>
                </a:cubicBezTo>
                <a:cubicBezTo>
                  <a:pt x="5147603" y="2896553"/>
                  <a:pt x="5133975" y="2895548"/>
                  <a:pt x="5133975" y="2882171"/>
                </a:cubicBezTo>
                <a:close/>
                <a:moveTo>
                  <a:pt x="7821708" y="2331243"/>
                </a:moveTo>
                <a:cubicBezTo>
                  <a:pt x="7854834" y="2308979"/>
                  <a:pt x="7888366" y="2284112"/>
                  <a:pt x="7896225" y="2275985"/>
                </a:cubicBezTo>
                <a:cubicBezTo>
                  <a:pt x="7904083" y="2267857"/>
                  <a:pt x="7926585" y="2249132"/>
                  <a:pt x="7946231" y="2234373"/>
                </a:cubicBezTo>
                <a:cubicBezTo>
                  <a:pt x="7965876" y="2219614"/>
                  <a:pt x="7981950" y="2203268"/>
                  <a:pt x="7981950" y="2198049"/>
                </a:cubicBezTo>
                <a:cubicBezTo>
                  <a:pt x="7981950" y="2186950"/>
                  <a:pt x="7936035" y="2214379"/>
                  <a:pt x="7915275" y="2237880"/>
                </a:cubicBezTo>
                <a:cubicBezTo>
                  <a:pt x="7907416" y="2246775"/>
                  <a:pt x="7878484" y="2268117"/>
                  <a:pt x="7850981" y="2285307"/>
                </a:cubicBezTo>
                <a:cubicBezTo>
                  <a:pt x="7823477" y="2302496"/>
                  <a:pt x="7800975" y="2319979"/>
                  <a:pt x="7800975" y="2324157"/>
                </a:cubicBezTo>
                <a:cubicBezTo>
                  <a:pt x="7800975" y="2328335"/>
                  <a:pt x="7787044" y="2340675"/>
                  <a:pt x="7770018" y="2351579"/>
                </a:cubicBezTo>
                <a:cubicBezTo>
                  <a:pt x="7752992" y="2362482"/>
                  <a:pt x="7744106" y="2371476"/>
                  <a:pt x="7750270" y="2371564"/>
                </a:cubicBezTo>
                <a:cubicBezTo>
                  <a:pt x="7756435" y="2371652"/>
                  <a:pt x="7788582" y="2353508"/>
                  <a:pt x="7821708" y="2331243"/>
                </a:cubicBezTo>
                <a:close/>
                <a:moveTo>
                  <a:pt x="518114" y="1737728"/>
                </a:moveTo>
                <a:cubicBezTo>
                  <a:pt x="511533" y="1711506"/>
                  <a:pt x="546358" y="1586038"/>
                  <a:pt x="563087" y="1575699"/>
                </a:cubicBezTo>
                <a:cubicBezTo>
                  <a:pt x="567714" y="1572840"/>
                  <a:pt x="571500" y="1564178"/>
                  <a:pt x="571500" y="1556451"/>
                </a:cubicBezTo>
                <a:cubicBezTo>
                  <a:pt x="571500" y="1493387"/>
                  <a:pt x="880412" y="1172512"/>
                  <a:pt x="911344" y="1203444"/>
                </a:cubicBezTo>
                <a:cubicBezTo>
                  <a:pt x="914919" y="1207019"/>
                  <a:pt x="870566" y="1258103"/>
                  <a:pt x="812783" y="1316965"/>
                </a:cubicBezTo>
                <a:cubicBezTo>
                  <a:pt x="708397" y="1423301"/>
                  <a:pt x="662304" y="1485164"/>
                  <a:pt x="619491" y="1576387"/>
                </a:cubicBezTo>
                <a:cubicBezTo>
                  <a:pt x="607198" y="1602581"/>
                  <a:pt x="590951" y="1631243"/>
                  <a:pt x="583387" y="1640081"/>
                </a:cubicBezTo>
                <a:cubicBezTo>
                  <a:pt x="575822" y="1648918"/>
                  <a:pt x="572565" y="1660893"/>
                  <a:pt x="576149" y="1666692"/>
                </a:cubicBezTo>
                <a:cubicBezTo>
                  <a:pt x="579732" y="1672490"/>
                  <a:pt x="578389" y="1682404"/>
                  <a:pt x="573162" y="1688723"/>
                </a:cubicBezTo>
                <a:cubicBezTo>
                  <a:pt x="567936" y="1695042"/>
                  <a:pt x="562209" y="1713034"/>
                  <a:pt x="560436" y="1728706"/>
                </a:cubicBezTo>
                <a:cubicBezTo>
                  <a:pt x="556120" y="1766848"/>
                  <a:pt x="526982" y="1773060"/>
                  <a:pt x="518114" y="1737728"/>
                </a:cubicBezTo>
                <a:close/>
                <a:moveTo>
                  <a:pt x="1975507" y="443502"/>
                </a:moveTo>
                <a:cubicBezTo>
                  <a:pt x="2079771" y="414365"/>
                  <a:pt x="2174887" y="390525"/>
                  <a:pt x="2186876" y="390525"/>
                </a:cubicBezTo>
                <a:cubicBezTo>
                  <a:pt x="2198866" y="390525"/>
                  <a:pt x="2211324" y="386238"/>
                  <a:pt x="2214562" y="381000"/>
                </a:cubicBezTo>
                <a:cubicBezTo>
                  <a:pt x="2217800" y="375761"/>
                  <a:pt x="2230766" y="371475"/>
                  <a:pt x="2243376" y="371475"/>
                </a:cubicBezTo>
                <a:cubicBezTo>
                  <a:pt x="2255986" y="371475"/>
                  <a:pt x="2280379" y="365438"/>
                  <a:pt x="2297583" y="358060"/>
                </a:cubicBezTo>
                <a:cubicBezTo>
                  <a:pt x="2314786" y="350682"/>
                  <a:pt x="2367438" y="337378"/>
                  <a:pt x="2414587" y="328496"/>
                </a:cubicBezTo>
                <a:cubicBezTo>
                  <a:pt x="2461736" y="319614"/>
                  <a:pt x="2538888" y="304634"/>
                  <a:pt x="2586037" y="295208"/>
                </a:cubicBezTo>
                <a:cubicBezTo>
                  <a:pt x="2633186" y="285782"/>
                  <a:pt x="2696624" y="273111"/>
                  <a:pt x="2727011" y="267051"/>
                </a:cubicBezTo>
                <a:cubicBezTo>
                  <a:pt x="2776932" y="257094"/>
                  <a:pt x="2821676" y="251324"/>
                  <a:pt x="2869968" y="248616"/>
                </a:cubicBezTo>
                <a:cubicBezTo>
                  <a:pt x="2879445" y="248084"/>
                  <a:pt x="2884896" y="243924"/>
                  <a:pt x="2882082" y="239371"/>
                </a:cubicBezTo>
                <a:cubicBezTo>
                  <a:pt x="2876158" y="229786"/>
                  <a:pt x="2828054" y="232808"/>
                  <a:pt x="2747472" y="247828"/>
                </a:cubicBezTo>
                <a:cubicBezTo>
                  <a:pt x="2716309" y="253637"/>
                  <a:pt x="2667238" y="261977"/>
                  <a:pt x="2638425" y="266361"/>
                </a:cubicBezTo>
                <a:cubicBezTo>
                  <a:pt x="2609611" y="270746"/>
                  <a:pt x="2556033" y="279538"/>
                  <a:pt x="2519362" y="285898"/>
                </a:cubicBezTo>
                <a:cubicBezTo>
                  <a:pt x="2482691" y="292259"/>
                  <a:pt x="2442415" y="296967"/>
                  <a:pt x="2429861" y="296360"/>
                </a:cubicBezTo>
                <a:cubicBezTo>
                  <a:pt x="2417307" y="295754"/>
                  <a:pt x="2401601" y="299767"/>
                  <a:pt x="2394959" y="305279"/>
                </a:cubicBezTo>
                <a:cubicBezTo>
                  <a:pt x="2388317" y="310792"/>
                  <a:pt x="2368585" y="316341"/>
                  <a:pt x="2351110" y="317611"/>
                </a:cubicBezTo>
                <a:cubicBezTo>
                  <a:pt x="2333635" y="318881"/>
                  <a:pt x="2310765" y="324482"/>
                  <a:pt x="2300287" y="330057"/>
                </a:cubicBezTo>
                <a:cubicBezTo>
                  <a:pt x="2289810" y="335631"/>
                  <a:pt x="2240518" y="349483"/>
                  <a:pt x="2190750" y="360839"/>
                </a:cubicBezTo>
                <a:cubicBezTo>
                  <a:pt x="2140981" y="372194"/>
                  <a:pt x="2085260" y="385622"/>
                  <a:pt x="2066925" y="390679"/>
                </a:cubicBezTo>
                <a:cubicBezTo>
                  <a:pt x="1981603" y="414210"/>
                  <a:pt x="1870076" y="449485"/>
                  <a:pt x="1855122" y="457671"/>
                </a:cubicBezTo>
                <a:cubicBezTo>
                  <a:pt x="1846026" y="462650"/>
                  <a:pt x="1830205" y="466725"/>
                  <a:pt x="1819966" y="466725"/>
                </a:cubicBezTo>
                <a:cubicBezTo>
                  <a:pt x="1809726" y="466725"/>
                  <a:pt x="1798700" y="471011"/>
                  <a:pt x="1795462" y="476250"/>
                </a:cubicBezTo>
                <a:cubicBezTo>
                  <a:pt x="1792224" y="481488"/>
                  <a:pt x="1781256" y="485775"/>
                  <a:pt x="1771087" y="485775"/>
                </a:cubicBezTo>
                <a:cubicBezTo>
                  <a:pt x="1760919" y="485775"/>
                  <a:pt x="1752600" y="490561"/>
                  <a:pt x="1752600" y="496410"/>
                </a:cubicBezTo>
                <a:cubicBezTo>
                  <a:pt x="1752600" y="502260"/>
                  <a:pt x="1760100" y="504669"/>
                  <a:pt x="1769268" y="501763"/>
                </a:cubicBezTo>
                <a:cubicBezTo>
                  <a:pt x="1778436" y="498858"/>
                  <a:pt x="1871244" y="472640"/>
                  <a:pt x="1975507" y="443502"/>
                </a:cubicBezTo>
                <a:close/>
                <a:moveTo>
                  <a:pt x="4695825" y="361191"/>
                </a:moveTo>
                <a:cubicBezTo>
                  <a:pt x="4695825" y="342426"/>
                  <a:pt x="4699209" y="341736"/>
                  <a:pt x="4760118" y="348076"/>
                </a:cubicBezTo>
                <a:cubicBezTo>
                  <a:pt x="4829200" y="355268"/>
                  <a:pt x="4838700" y="358164"/>
                  <a:pt x="4838700" y="372037"/>
                </a:cubicBezTo>
                <a:cubicBezTo>
                  <a:pt x="4838700" y="376966"/>
                  <a:pt x="4806553" y="381000"/>
                  <a:pt x="4767262" y="381000"/>
                </a:cubicBezTo>
                <a:cubicBezTo>
                  <a:pt x="4701263" y="381000"/>
                  <a:pt x="4695825" y="379491"/>
                  <a:pt x="4695825" y="361191"/>
                </a:cubicBezTo>
                <a:close/>
                <a:moveTo>
                  <a:pt x="3386137" y="133350"/>
                </a:moveTo>
                <a:cubicBezTo>
                  <a:pt x="3427565" y="122808"/>
                  <a:pt x="3515444" y="122808"/>
                  <a:pt x="3490912" y="133350"/>
                </a:cubicBezTo>
                <a:cubicBezTo>
                  <a:pt x="3480435" y="137852"/>
                  <a:pt x="3446145" y="141330"/>
                  <a:pt x="3414712" y="141078"/>
                </a:cubicBezTo>
                <a:cubicBezTo>
                  <a:pt x="3369250" y="140714"/>
                  <a:pt x="3363406" y="139134"/>
                  <a:pt x="3386137" y="133350"/>
                </a:cubicBezTo>
                <a:close/>
                <a:moveTo>
                  <a:pt x="4002875" y="35718"/>
                </a:moveTo>
                <a:cubicBezTo>
                  <a:pt x="4008113" y="19978"/>
                  <a:pt x="4104064" y="4504"/>
                  <a:pt x="4116891" y="17331"/>
                </a:cubicBezTo>
                <a:cubicBezTo>
                  <a:pt x="4135717" y="36157"/>
                  <a:pt x="4112778" y="47625"/>
                  <a:pt x="4056294" y="47625"/>
                </a:cubicBezTo>
                <a:cubicBezTo>
                  <a:pt x="4014625" y="47625"/>
                  <a:pt x="3999997" y="44364"/>
                  <a:pt x="4002875" y="35718"/>
                </a:cubicBezTo>
                <a:close/>
                <a:moveTo>
                  <a:pt x="4145511" y="36451"/>
                </a:moveTo>
                <a:cubicBezTo>
                  <a:pt x="4150381" y="21842"/>
                  <a:pt x="4190853" y="19090"/>
                  <a:pt x="4191296" y="33337"/>
                </a:cubicBezTo>
                <a:cubicBezTo>
                  <a:pt x="4191458" y="38576"/>
                  <a:pt x="4180276" y="44263"/>
                  <a:pt x="4166445" y="45976"/>
                </a:cubicBezTo>
                <a:cubicBezTo>
                  <a:pt x="4148878" y="48152"/>
                  <a:pt x="4142568" y="45281"/>
                  <a:pt x="4145511" y="36451"/>
                </a:cubicBezTo>
                <a:close/>
              </a:path>
            </a:pathLst>
          </a:custGeom>
          <a:solidFill>
            <a:srgbClr val="181716"/>
          </a:solidFill>
          <a:ln>
            <a:noFill/>
          </a:ln>
        </p:spPr>
      </p:sp>
      <p:sp>
        <p:nvSpPr>
          <p:cNvPr id="6" name="sparkle"/>
          <p:cNvSpPr/>
          <p:nvPr/>
        </p:nvSpPr>
        <p:spPr>
          <a:xfrm rot="0">
            <a:off x="8382000" y="1466850"/>
            <a:ext cx="952500" cy="1257300"/>
          </a:xfrm>
          <a:custGeom>
            <a:avLst/>
            <a:gdLst/>
            <a:ahLst/>
            <a:cxnLst/>
            <a:rect l="0" t="0" r="r" b="b"/>
            <a:pathLst>
              <a:path w="952500" h="1257300">
                <a:moveTo>
                  <a:pt x="438150" y="1200712"/>
                </a:moveTo>
                <a:cubicBezTo>
                  <a:pt x="438150" y="1169588"/>
                  <a:pt x="434266" y="1141723"/>
                  <a:pt x="429519" y="1138790"/>
                </a:cubicBezTo>
                <a:cubicBezTo>
                  <a:pt x="424772" y="1135856"/>
                  <a:pt x="423037" y="1125237"/>
                  <a:pt x="425664" y="1115192"/>
                </a:cubicBezTo>
                <a:cubicBezTo>
                  <a:pt x="428291" y="1105146"/>
                  <a:pt x="425876" y="1089077"/>
                  <a:pt x="420297" y="1079482"/>
                </a:cubicBezTo>
                <a:cubicBezTo>
                  <a:pt x="412070" y="1065333"/>
                  <a:pt x="409897" y="1071035"/>
                  <a:pt x="408793" y="1109662"/>
                </a:cubicBezTo>
                <a:cubicBezTo>
                  <a:pt x="407748" y="1146224"/>
                  <a:pt x="404452" y="1134063"/>
                  <a:pt x="394603" y="1057310"/>
                </a:cubicBezTo>
                <a:cubicBezTo>
                  <a:pt x="372301" y="883509"/>
                  <a:pt x="349783" y="815957"/>
                  <a:pt x="297662" y="766492"/>
                </a:cubicBezTo>
                <a:cubicBezTo>
                  <a:pt x="264111" y="734651"/>
                  <a:pt x="195592" y="699712"/>
                  <a:pt x="150711" y="691559"/>
                </a:cubicBezTo>
                <a:cubicBezTo>
                  <a:pt x="131447" y="688060"/>
                  <a:pt x="114302" y="681419"/>
                  <a:pt x="112611" y="676802"/>
                </a:cubicBezTo>
                <a:cubicBezTo>
                  <a:pt x="110921" y="672186"/>
                  <a:pt x="86285" y="665857"/>
                  <a:pt x="57866" y="662739"/>
                </a:cubicBezTo>
                <a:cubicBezTo>
                  <a:pt x="-17387" y="654482"/>
                  <a:pt x="-18928" y="645775"/>
                  <a:pt x="54768" y="645243"/>
                </a:cubicBezTo>
                <a:cubicBezTo>
                  <a:pt x="66932" y="645155"/>
                  <a:pt x="76200" y="639196"/>
                  <a:pt x="76200" y="631464"/>
                </a:cubicBezTo>
                <a:cubicBezTo>
                  <a:pt x="76200" y="622125"/>
                  <a:pt x="82257" y="619763"/>
                  <a:pt x="95464" y="623955"/>
                </a:cubicBezTo>
                <a:cubicBezTo>
                  <a:pt x="122051" y="632393"/>
                  <a:pt x="183319" y="618950"/>
                  <a:pt x="158468" y="610131"/>
                </a:cubicBezTo>
                <a:cubicBezTo>
                  <a:pt x="144365" y="605126"/>
                  <a:pt x="148570" y="601244"/>
                  <a:pt x="178963" y="591213"/>
                </a:cubicBezTo>
                <a:cubicBezTo>
                  <a:pt x="270163" y="561115"/>
                  <a:pt x="363336" y="458718"/>
                  <a:pt x="399305" y="349059"/>
                </a:cubicBezTo>
                <a:cubicBezTo>
                  <a:pt x="415868" y="298566"/>
                  <a:pt x="434492" y="193428"/>
                  <a:pt x="453962" y="40510"/>
                </a:cubicBezTo>
                <a:cubicBezTo>
                  <a:pt x="460628" y="-11836"/>
                  <a:pt x="475669" y="-3207"/>
                  <a:pt x="470518" y="50008"/>
                </a:cubicBezTo>
                <a:cubicBezTo>
                  <a:pt x="468363" y="72271"/>
                  <a:pt x="469128" y="85129"/>
                  <a:pt x="472219" y="78581"/>
                </a:cubicBezTo>
                <a:cubicBezTo>
                  <a:pt x="484684" y="52166"/>
                  <a:pt x="496162" y="69297"/>
                  <a:pt x="494555" y="111918"/>
                </a:cubicBezTo>
                <a:cubicBezTo>
                  <a:pt x="491703" y="187553"/>
                  <a:pt x="512844" y="338162"/>
                  <a:pt x="534401" y="395776"/>
                </a:cubicBezTo>
                <a:cubicBezTo>
                  <a:pt x="571518" y="494981"/>
                  <a:pt x="629947" y="543308"/>
                  <a:pt x="747712" y="572207"/>
                </a:cubicBezTo>
                <a:cubicBezTo>
                  <a:pt x="790867" y="582797"/>
                  <a:pt x="804587" y="588919"/>
                  <a:pt x="786606" y="589559"/>
                </a:cubicBezTo>
                <a:cubicBezTo>
                  <a:pt x="771326" y="590104"/>
                  <a:pt x="761210" y="592935"/>
                  <a:pt x="764125" y="595850"/>
                </a:cubicBezTo>
                <a:cubicBezTo>
                  <a:pt x="771782" y="603507"/>
                  <a:pt x="815042" y="608192"/>
                  <a:pt x="885031" y="608943"/>
                </a:cubicBezTo>
                <a:cubicBezTo>
                  <a:pt x="918646" y="609304"/>
                  <a:pt x="942989" y="612760"/>
                  <a:pt x="939127" y="616622"/>
                </a:cubicBezTo>
                <a:cubicBezTo>
                  <a:pt x="931733" y="624016"/>
                  <a:pt x="929352" y="624445"/>
                  <a:pt x="876300" y="627951"/>
                </a:cubicBezTo>
                <a:cubicBezTo>
                  <a:pt x="857964" y="629162"/>
                  <a:pt x="848320" y="632315"/>
                  <a:pt x="854868" y="634958"/>
                </a:cubicBezTo>
                <a:cubicBezTo>
                  <a:pt x="883273" y="646419"/>
                  <a:pt x="862588" y="657236"/>
                  <a:pt x="812006" y="657370"/>
                </a:cubicBezTo>
                <a:cubicBezTo>
                  <a:pt x="781883" y="657451"/>
                  <a:pt x="750808" y="662018"/>
                  <a:pt x="742950" y="667519"/>
                </a:cubicBezTo>
                <a:cubicBezTo>
                  <a:pt x="731943" y="675225"/>
                  <a:pt x="734130" y="676154"/>
                  <a:pt x="752475" y="671561"/>
                </a:cubicBezTo>
                <a:cubicBezTo>
                  <a:pt x="765571" y="668283"/>
                  <a:pt x="752713" y="678915"/>
                  <a:pt x="723900" y="695189"/>
                </a:cubicBezTo>
                <a:cubicBezTo>
                  <a:pt x="695086" y="711462"/>
                  <a:pt x="656240" y="739669"/>
                  <a:pt x="637574" y="757870"/>
                </a:cubicBezTo>
                <a:cubicBezTo>
                  <a:pt x="618909" y="776070"/>
                  <a:pt x="600005" y="787660"/>
                  <a:pt x="595566" y="783624"/>
                </a:cubicBezTo>
                <a:cubicBezTo>
                  <a:pt x="591127" y="779589"/>
                  <a:pt x="590378" y="781320"/>
                  <a:pt x="593901" y="787471"/>
                </a:cubicBezTo>
                <a:cubicBezTo>
                  <a:pt x="597424" y="793623"/>
                  <a:pt x="589350" y="819261"/>
                  <a:pt x="575960" y="844445"/>
                </a:cubicBezTo>
                <a:cubicBezTo>
                  <a:pt x="562569" y="869629"/>
                  <a:pt x="547006" y="908530"/>
                  <a:pt x="541376" y="930892"/>
                </a:cubicBezTo>
                <a:cubicBezTo>
                  <a:pt x="535510" y="954188"/>
                  <a:pt x="525520" y="971550"/>
                  <a:pt x="517981" y="971550"/>
                </a:cubicBezTo>
                <a:cubicBezTo>
                  <a:pt x="510745" y="971550"/>
                  <a:pt x="504825" y="979771"/>
                  <a:pt x="504825" y="989820"/>
                </a:cubicBezTo>
                <a:cubicBezTo>
                  <a:pt x="504825" y="999870"/>
                  <a:pt x="502277" y="1015943"/>
                  <a:pt x="499163" y="1025539"/>
                </a:cubicBezTo>
                <a:cubicBezTo>
                  <a:pt x="494455" y="1040050"/>
                  <a:pt x="495232" y="1040582"/>
                  <a:pt x="503780" y="1028700"/>
                </a:cubicBezTo>
                <a:cubicBezTo>
                  <a:pt x="512297" y="1016860"/>
                  <a:pt x="514083" y="1018180"/>
                  <a:pt x="514204" y="1036405"/>
                </a:cubicBezTo>
                <a:cubicBezTo>
                  <a:pt x="514285" y="1048669"/>
                  <a:pt x="510136" y="1055795"/>
                  <a:pt x="504825" y="1052512"/>
                </a:cubicBezTo>
                <a:cubicBezTo>
                  <a:pt x="499586" y="1049274"/>
                  <a:pt x="495300" y="1051164"/>
                  <a:pt x="495300" y="1056712"/>
                </a:cubicBezTo>
                <a:cubicBezTo>
                  <a:pt x="495300" y="1062260"/>
                  <a:pt x="499839" y="1066800"/>
                  <a:pt x="505387" y="1066800"/>
                </a:cubicBezTo>
                <a:cubicBezTo>
                  <a:pt x="510935" y="1066800"/>
                  <a:pt x="512782" y="1071156"/>
                  <a:pt x="509491" y="1076480"/>
                </a:cubicBezTo>
                <a:cubicBezTo>
                  <a:pt x="506200" y="1081804"/>
                  <a:pt x="499518" y="1083694"/>
                  <a:pt x="494641" y="1080680"/>
                </a:cubicBezTo>
                <a:cubicBezTo>
                  <a:pt x="489765" y="1077666"/>
                  <a:pt x="485775" y="1083773"/>
                  <a:pt x="485775" y="1094250"/>
                </a:cubicBezTo>
                <a:cubicBezTo>
                  <a:pt x="485775" y="1104728"/>
                  <a:pt x="489133" y="1115376"/>
                  <a:pt x="493238" y="1117913"/>
                </a:cubicBezTo>
                <a:cubicBezTo>
                  <a:pt x="503659" y="1124354"/>
                  <a:pt x="495340" y="1200150"/>
                  <a:pt x="484212" y="1200150"/>
                </a:cubicBezTo>
                <a:cubicBezTo>
                  <a:pt x="479214" y="1200150"/>
                  <a:pt x="477962" y="1195559"/>
                  <a:pt x="481430" y="1189948"/>
                </a:cubicBezTo>
                <a:cubicBezTo>
                  <a:pt x="484898" y="1184338"/>
                  <a:pt x="484503" y="1159692"/>
                  <a:pt x="480554" y="1135179"/>
                </a:cubicBezTo>
                <a:cubicBezTo>
                  <a:pt x="471196" y="1077102"/>
                  <a:pt x="459555" y="1109622"/>
                  <a:pt x="458149" y="1197768"/>
                </a:cubicBezTo>
                <a:cubicBezTo>
                  <a:pt x="457627" y="1230510"/>
                  <a:pt x="452913" y="1257300"/>
                  <a:pt x="447675" y="1257300"/>
                </a:cubicBezTo>
                <a:cubicBezTo>
                  <a:pt x="442393" y="1257300"/>
                  <a:pt x="438150" y="1232087"/>
                  <a:pt x="438150" y="1200712"/>
                </a:cubicBezTo>
                <a:close/>
                <a:moveTo>
                  <a:pt x="520900" y="752368"/>
                </a:moveTo>
                <a:cubicBezTo>
                  <a:pt x="552561" y="706708"/>
                  <a:pt x="593372" y="665857"/>
                  <a:pt x="623060" y="650107"/>
                </a:cubicBezTo>
                <a:cubicBezTo>
                  <a:pt x="639275" y="641505"/>
                  <a:pt x="636652" y="638380"/>
                  <a:pt x="599247" y="621732"/>
                </a:cubicBezTo>
                <a:cubicBezTo>
                  <a:pt x="546074" y="598067"/>
                  <a:pt x="500801" y="551733"/>
                  <a:pt x="478970" y="498636"/>
                </a:cubicBezTo>
                <a:cubicBezTo>
                  <a:pt x="457658" y="446802"/>
                  <a:pt x="455764" y="447011"/>
                  <a:pt x="435729" y="503421"/>
                </a:cubicBezTo>
                <a:cubicBezTo>
                  <a:pt x="418484" y="551978"/>
                  <a:pt x="338040" y="638175"/>
                  <a:pt x="309970" y="638175"/>
                </a:cubicBezTo>
                <a:cubicBezTo>
                  <a:pt x="285577" y="638175"/>
                  <a:pt x="293420" y="654145"/>
                  <a:pt x="324042" y="666829"/>
                </a:cubicBezTo>
                <a:cubicBezTo>
                  <a:pt x="380094" y="690047"/>
                  <a:pt x="430337" y="771859"/>
                  <a:pt x="443452" y="861268"/>
                </a:cubicBezTo>
                <a:lnTo>
                  <a:pt x="450329" y="908149"/>
                </a:lnTo>
                <a:lnTo>
                  <a:pt x="470791" y="851637"/>
                </a:lnTo>
                <a:cubicBezTo>
                  <a:pt x="482046" y="820555"/>
                  <a:pt x="504595" y="775884"/>
                  <a:pt x="520900" y="752368"/>
                </a:cubicBezTo>
                <a:close/>
              </a:path>
            </a:pathLst>
          </a:custGeom>
          <a:solidFill>
            <a:srgbClr val="181716"/>
          </a:solidFill>
          <a:ln>
            <a:noFill/>
          </a:ln>
        </p:spPr>
      </p:sp>
      <p:pic>
        <p:nvPicPr>
          <p:cNvPr id="7" name="round paper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8534400"/>
            <a:ext cx="3505200" cy="3505200"/>
          </a:xfrm>
          <a:prstGeom prst="rect">
            <a:avLst/>
          </a:prstGeom>
        </p:spPr>
      </p:pic>
      <p:sp>
        <p:nvSpPr>
          <p:cNvPr id="8" name="PHOTO: Way 1"/>
          <p:cNvSpPr/>
          <p:nvPr/>
        </p:nvSpPr>
        <p:spPr>
          <a:xfrm rot="0">
            <a:off x="857250" y="9048750"/>
            <a:ext cx="2476500" cy="247650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9" name="TEXT: [way one]"/>
          <p:cNvSpPr/>
          <p:nvPr/>
        </p:nvSpPr>
        <p:spPr>
          <a:xfrm>
            <a:off x="800100" y="11858625"/>
            <a:ext cx="25908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54864" bIns="54864"/>
          <a:lstStyle/>
          <a:p>
            <a:pPr algn="ctr">
              <a:lnSpc>
                <a:spcPts val="4392"/>
              </a:lnSpc>
            </a:pPr>
            <a:r>
              <a:rPr b="1" sz="3600">
                <a:solidFill>
                  <a:srgbClr val="181716"/>
                </a:solidFill>
                <a:latin typeface="Montserrat"/>
              </a:rPr>
              <a:t>[way one]</a:t>
            </a:r>
          </a:p>
        </p:txBody>
      </p:sp>
      <p:pic>
        <p:nvPicPr>
          <p:cNvPr id="10" name="round paper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0" y="8915400"/>
            <a:ext cx="3505200" cy="3505200"/>
          </a:xfrm>
          <a:prstGeom prst="rect">
            <a:avLst/>
          </a:prstGeom>
        </p:spPr>
      </p:pic>
      <p:sp>
        <p:nvSpPr>
          <p:cNvPr id="11" name="PHOTO: Way 2"/>
          <p:cNvSpPr/>
          <p:nvPr/>
        </p:nvSpPr>
        <p:spPr>
          <a:xfrm rot="0">
            <a:off x="3905250" y="9429750"/>
            <a:ext cx="2476500" cy="247650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2" name="TEXT: [way two]"/>
          <p:cNvSpPr/>
          <p:nvPr/>
        </p:nvSpPr>
        <p:spPr>
          <a:xfrm>
            <a:off x="3824288" y="12239625"/>
            <a:ext cx="2638425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54864" bIns="54864"/>
          <a:lstStyle/>
          <a:p>
            <a:pPr algn="ctr">
              <a:lnSpc>
                <a:spcPts val="4392"/>
              </a:lnSpc>
            </a:pPr>
            <a:r>
              <a:rPr b="1" sz="3600">
                <a:solidFill>
                  <a:srgbClr val="181716"/>
                </a:solidFill>
                <a:latin typeface="Montserrat"/>
              </a:rPr>
              <a:t>[way two]</a:t>
            </a:r>
          </a:p>
        </p:txBody>
      </p:sp>
      <p:pic>
        <p:nvPicPr>
          <p:cNvPr id="13" name="round paper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8534400"/>
            <a:ext cx="3505200" cy="3505200"/>
          </a:xfrm>
          <a:prstGeom prst="rect">
            <a:avLst/>
          </a:prstGeom>
        </p:spPr>
      </p:pic>
      <p:sp>
        <p:nvSpPr>
          <p:cNvPr id="14" name="PHOTO: Way 3"/>
          <p:cNvSpPr/>
          <p:nvPr/>
        </p:nvSpPr>
        <p:spPr>
          <a:xfrm rot="0">
            <a:off x="6953250" y="9048750"/>
            <a:ext cx="2476500" cy="247650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5" name="TEXT: [way three]"/>
          <p:cNvSpPr/>
          <p:nvPr/>
        </p:nvSpPr>
        <p:spPr>
          <a:xfrm>
            <a:off x="6700838" y="11858625"/>
            <a:ext cx="2981325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54864" bIns="54864"/>
          <a:lstStyle/>
          <a:p>
            <a:pPr algn="ctr">
              <a:lnSpc>
                <a:spcPts val="4392"/>
              </a:lnSpc>
            </a:pPr>
            <a:r>
              <a:rPr b="1" sz="3600">
                <a:solidFill>
                  <a:srgbClr val="181716"/>
                </a:solidFill>
                <a:latin typeface="Montserrat"/>
              </a:rPr>
              <a:t>[way three]</a:t>
            </a:r>
          </a:p>
        </p:txBody>
      </p:sp>
      <p:sp>
        <p:nvSpPr>
          <p:cNvPr id="16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olaroid" descr="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">
            <a:off x="1695450" y="1990725"/>
            <a:ext cx="6896100" cy="11258550"/>
          </a:xfrm>
          <a:prstGeom prst="rect">
            <a:avLst/>
          </a:prstGeom>
        </p:spPr>
      </p:pic>
      <p:sp>
        <p:nvSpPr>
          <p:cNvPr id="4" name="PHOTO: Your product"/>
          <p:cNvSpPr/>
          <p:nvPr/>
        </p:nvSpPr>
        <p:spPr>
          <a:xfrm rot="240000">
            <a:off x="3048832" y="5340469"/>
            <a:ext cx="4600575" cy="591502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[you're only using it one way]"/>
          <p:cNvSpPr/>
          <p:nvPr/>
        </p:nvSpPr>
        <p:spPr>
          <a:xfrm rot="120000">
            <a:off x="2014538" y="928688"/>
            <a:ext cx="7781925" cy="2143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4028" rIns="224028" tIns="96012" bIns="96012"/>
          <a:lstStyle/>
          <a:p>
            <a:pPr algn="r">
              <a:lnSpc>
                <a:spcPts val="7686"/>
              </a:lnSpc>
            </a:pPr>
            <a:r>
              <a:rPr b="1" sz="6300">
                <a:solidFill>
                  <a:srgbClr val="181716"/>
                </a:solidFill>
                <a:latin typeface="Montserrat"/>
              </a:rPr>
              <a:t>[you're only using</a:t>
            </a:r>
          </a:p>
          <a:p>
            <a:pPr algn="r">
              <a:lnSpc>
                <a:spcPts val="7686"/>
              </a:lnSpc>
            </a:pPr>
            <a:r>
              <a:rPr b="1" sz="6300">
                <a:solidFill>
                  <a:srgbClr val="181716"/>
                </a:solidFill>
                <a:latin typeface="Montserrat"/>
              </a:rPr>
              <a:t>it one way]</a:t>
            </a:r>
          </a:p>
        </p:txBody>
      </p:sp>
      <p:sp>
        <p:nvSpPr>
          <p:cNvPr id="6" name="TEXT: [here are 3]"/>
          <p:cNvSpPr/>
          <p:nvPr/>
        </p:nvSpPr>
        <p:spPr>
          <a:xfrm rot="120000">
            <a:off x="933450" y="12334875"/>
            <a:ext cx="3848100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[here are 3]</a:t>
            </a:r>
          </a:p>
        </p:txBody>
      </p:sp>
      <p:sp>
        <p:nvSpPr>
          <p:cNvPr id="7" name="arrow"/>
          <p:cNvSpPr/>
          <p:nvPr/>
        </p:nvSpPr>
        <p:spPr>
          <a:xfrm rot="120000">
            <a:off x="4905375" y="1246346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181716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washi tape" descr="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00000">
            <a:off x="1762125" y="1619250"/>
            <a:ext cx="3714750" cy="1143000"/>
          </a:xfrm>
          <a:prstGeom prst="rect">
            <a:avLst/>
          </a:prstGeom>
        </p:spPr>
      </p:pic>
      <p:pic>
        <p:nvPicPr>
          <p:cNvPr id="4" name="Polaroid" descr="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20000">
            <a:off x="1028700" y="138112"/>
            <a:ext cx="8610600" cy="14201775"/>
          </a:xfrm>
          <a:prstGeom prst="rect">
            <a:avLst/>
          </a:prstGeom>
        </p:spPr>
      </p:pic>
      <p:sp>
        <p:nvSpPr>
          <p:cNvPr id="5" name="PHOTO: Way 1"/>
          <p:cNvSpPr/>
          <p:nvPr/>
        </p:nvSpPr>
        <p:spPr>
          <a:xfrm rot="-180000">
            <a:off x="2758790" y="4282170"/>
            <a:ext cx="5895975" cy="758190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6" name="TEXT: 1"/>
          <p:cNvSpPr/>
          <p:nvPr/>
        </p:nvSpPr>
        <p:spPr>
          <a:xfrm rot="240000">
            <a:off x="9525" y="771525"/>
            <a:ext cx="2838450" cy="417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00100" rIns="800100" tIns="342900" bIns="342900"/>
          <a:lstStyle/>
          <a:p>
            <a:pPr algn="ctr">
              <a:lnSpc>
                <a:spcPts val="27450"/>
              </a:lnSpc>
            </a:pPr>
            <a:r>
              <a:rPr b="0" sz="22500">
                <a:solidFill>
                  <a:srgbClr val="181716"/>
                </a:solidFill>
                <a:latin typeface="Bodoni FLF"/>
              </a:rPr>
              <a:t>1</a:t>
            </a:r>
          </a:p>
        </p:txBody>
      </p:sp>
      <p:sp>
        <p:nvSpPr>
          <p:cNvPr id="7" name="star"/>
          <p:cNvSpPr/>
          <p:nvPr/>
        </p:nvSpPr>
        <p:spPr>
          <a:xfrm rot="-600000">
            <a:off x="8239125" y="1885950"/>
            <a:ext cx="1238250" cy="1181100"/>
          </a:xfrm>
          <a:custGeom>
            <a:avLst/>
            <a:gdLst/>
            <a:ahLst/>
            <a:cxnLst/>
            <a:rect l="0" t="0" r="r" b="b"/>
            <a:pathLst>
              <a:path w="1238250" h="1181100">
                <a:moveTo>
                  <a:pt x="221385" y="1166484"/>
                </a:moveTo>
                <a:cubicBezTo>
                  <a:pt x="214797" y="1159165"/>
                  <a:pt x="202962" y="1155650"/>
                  <a:pt x="195083" y="1158674"/>
                </a:cubicBezTo>
                <a:cubicBezTo>
                  <a:pt x="185814" y="1162231"/>
                  <a:pt x="182255" y="1159594"/>
                  <a:pt x="184999" y="1151204"/>
                </a:cubicBezTo>
                <a:cubicBezTo>
                  <a:pt x="187331" y="1144072"/>
                  <a:pt x="191730" y="1104553"/>
                  <a:pt x="194775" y="1063383"/>
                </a:cubicBezTo>
                <a:cubicBezTo>
                  <a:pt x="200386" y="987525"/>
                  <a:pt x="225168" y="861969"/>
                  <a:pt x="251162" y="777703"/>
                </a:cubicBezTo>
                <a:lnTo>
                  <a:pt x="265416" y="731494"/>
                </a:lnTo>
                <a:lnTo>
                  <a:pt x="163664" y="683643"/>
                </a:lnTo>
                <a:cubicBezTo>
                  <a:pt x="107700" y="657325"/>
                  <a:pt x="60483" y="632042"/>
                  <a:pt x="58737" y="627458"/>
                </a:cubicBezTo>
                <a:cubicBezTo>
                  <a:pt x="56991" y="622875"/>
                  <a:pt x="47872" y="619125"/>
                  <a:pt x="38472" y="619125"/>
                </a:cubicBezTo>
                <a:cubicBezTo>
                  <a:pt x="10482" y="619125"/>
                  <a:pt x="-4767" y="593956"/>
                  <a:pt x="12661" y="576528"/>
                </a:cubicBezTo>
                <a:cubicBezTo>
                  <a:pt x="20665" y="568523"/>
                  <a:pt x="32625" y="561975"/>
                  <a:pt x="39240" y="561974"/>
                </a:cubicBezTo>
                <a:cubicBezTo>
                  <a:pt x="45901" y="561974"/>
                  <a:pt x="43018" y="555918"/>
                  <a:pt x="32776" y="548399"/>
                </a:cubicBezTo>
                <a:cubicBezTo>
                  <a:pt x="10631" y="532138"/>
                  <a:pt x="23708" y="525525"/>
                  <a:pt x="131125" y="498663"/>
                </a:cubicBezTo>
                <a:cubicBezTo>
                  <a:pt x="166400" y="489841"/>
                  <a:pt x="231597" y="470961"/>
                  <a:pt x="276007" y="456707"/>
                </a:cubicBezTo>
                <a:lnTo>
                  <a:pt x="356752" y="430791"/>
                </a:lnTo>
                <a:lnTo>
                  <a:pt x="381680" y="370176"/>
                </a:lnTo>
                <a:cubicBezTo>
                  <a:pt x="430615" y="251188"/>
                  <a:pt x="559430" y="37621"/>
                  <a:pt x="570987" y="56320"/>
                </a:cubicBezTo>
                <a:cubicBezTo>
                  <a:pt x="574758" y="62422"/>
                  <a:pt x="583774" y="53509"/>
                  <a:pt x="592642" y="34914"/>
                </a:cubicBezTo>
                <a:cubicBezTo>
                  <a:pt x="608065" y="2571"/>
                  <a:pt x="646562" y="-8173"/>
                  <a:pt x="655113" y="17477"/>
                </a:cubicBezTo>
                <a:cubicBezTo>
                  <a:pt x="657169" y="23646"/>
                  <a:pt x="662572" y="26394"/>
                  <a:pt x="667119" y="23584"/>
                </a:cubicBezTo>
                <a:cubicBezTo>
                  <a:pt x="675882" y="18168"/>
                  <a:pt x="690316" y="65358"/>
                  <a:pt x="699238" y="128587"/>
                </a:cubicBezTo>
                <a:cubicBezTo>
                  <a:pt x="702195" y="149542"/>
                  <a:pt x="707114" y="181689"/>
                  <a:pt x="710169" y="200025"/>
                </a:cubicBezTo>
                <a:cubicBezTo>
                  <a:pt x="714198" y="224205"/>
                  <a:pt x="713065" y="229513"/>
                  <a:pt x="706042" y="219350"/>
                </a:cubicBezTo>
                <a:cubicBezTo>
                  <a:pt x="691154" y="197805"/>
                  <a:pt x="683865" y="213363"/>
                  <a:pt x="691008" y="251439"/>
                </a:cubicBezTo>
                <a:cubicBezTo>
                  <a:pt x="697854" y="287931"/>
                  <a:pt x="710561" y="296668"/>
                  <a:pt x="716668" y="269081"/>
                </a:cubicBezTo>
                <a:cubicBezTo>
                  <a:pt x="718697" y="259913"/>
                  <a:pt x="721151" y="277768"/>
                  <a:pt x="722120" y="308760"/>
                </a:cubicBezTo>
                <a:cubicBezTo>
                  <a:pt x="723089" y="339751"/>
                  <a:pt x="725399" y="366624"/>
                  <a:pt x="727253" y="368478"/>
                </a:cubicBezTo>
                <a:cubicBezTo>
                  <a:pt x="729108" y="370333"/>
                  <a:pt x="758044" y="365873"/>
                  <a:pt x="791556" y="358568"/>
                </a:cubicBezTo>
                <a:cubicBezTo>
                  <a:pt x="825068" y="351264"/>
                  <a:pt x="871665" y="344519"/>
                  <a:pt x="895104" y="343581"/>
                </a:cubicBezTo>
                <a:cubicBezTo>
                  <a:pt x="918543" y="342643"/>
                  <a:pt x="940612" y="337197"/>
                  <a:pt x="944146" y="331479"/>
                </a:cubicBezTo>
                <a:cubicBezTo>
                  <a:pt x="947930" y="325357"/>
                  <a:pt x="962715" y="323511"/>
                  <a:pt x="980110" y="326990"/>
                </a:cubicBezTo>
                <a:cubicBezTo>
                  <a:pt x="996988" y="330366"/>
                  <a:pt x="1009649" y="328917"/>
                  <a:pt x="1009650" y="323611"/>
                </a:cubicBezTo>
                <a:cubicBezTo>
                  <a:pt x="1009650" y="301611"/>
                  <a:pt x="1082976" y="314279"/>
                  <a:pt x="1111077" y="341133"/>
                </a:cubicBezTo>
                <a:cubicBezTo>
                  <a:pt x="1143634" y="372246"/>
                  <a:pt x="1140206" y="422152"/>
                  <a:pt x="1104877" y="431390"/>
                </a:cubicBezTo>
                <a:cubicBezTo>
                  <a:pt x="1093155" y="434456"/>
                  <a:pt x="1087794" y="441659"/>
                  <a:pt x="1091006" y="450028"/>
                </a:cubicBezTo>
                <a:cubicBezTo>
                  <a:pt x="1094361" y="458772"/>
                  <a:pt x="1055148" y="503288"/>
                  <a:pt x="981777" y="574026"/>
                </a:cubicBezTo>
                <a:lnTo>
                  <a:pt x="867313" y="684383"/>
                </a:lnTo>
                <a:lnTo>
                  <a:pt x="886222" y="739860"/>
                </a:lnTo>
                <a:cubicBezTo>
                  <a:pt x="896622" y="770372"/>
                  <a:pt x="915243" y="821055"/>
                  <a:pt x="927602" y="852487"/>
                </a:cubicBezTo>
                <a:cubicBezTo>
                  <a:pt x="972956" y="967835"/>
                  <a:pt x="993848" y="1066800"/>
                  <a:pt x="972844" y="1066800"/>
                </a:cubicBezTo>
                <a:cubicBezTo>
                  <a:pt x="966893" y="1066800"/>
                  <a:pt x="962025" y="1072391"/>
                  <a:pt x="962025" y="1079225"/>
                </a:cubicBezTo>
                <a:cubicBezTo>
                  <a:pt x="962025" y="1107589"/>
                  <a:pt x="890903" y="1097504"/>
                  <a:pt x="837503" y="1061568"/>
                </a:cubicBezTo>
                <a:cubicBezTo>
                  <a:pt x="809378" y="1042641"/>
                  <a:pt x="771006" y="1021864"/>
                  <a:pt x="752233" y="1015396"/>
                </a:cubicBezTo>
                <a:cubicBezTo>
                  <a:pt x="712223" y="1001611"/>
                  <a:pt x="561974" y="913791"/>
                  <a:pt x="561974" y="904190"/>
                </a:cubicBezTo>
                <a:cubicBezTo>
                  <a:pt x="561974" y="900572"/>
                  <a:pt x="507502" y="950797"/>
                  <a:pt x="440924" y="1015800"/>
                </a:cubicBezTo>
                <a:cubicBezTo>
                  <a:pt x="374346" y="1080802"/>
                  <a:pt x="314652" y="1131983"/>
                  <a:pt x="308270" y="1129534"/>
                </a:cubicBezTo>
                <a:cubicBezTo>
                  <a:pt x="301889" y="1127085"/>
                  <a:pt x="291543" y="1131256"/>
                  <a:pt x="285280" y="1138803"/>
                </a:cubicBezTo>
                <a:cubicBezTo>
                  <a:pt x="279016" y="1146350"/>
                  <a:pt x="277417" y="1152525"/>
                  <a:pt x="281726" y="1152525"/>
                </a:cubicBezTo>
                <a:cubicBezTo>
                  <a:pt x="286034" y="1152525"/>
                  <a:pt x="284474" y="1157610"/>
                  <a:pt x="278259" y="1163825"/>
                </a:cubicBezTo>
                <a:cubicBezTo>
                  <a:pt x="261647" y="1180437"/>
                  <a:pt x="235063" y="1181680"/>
                  <a:pt x="221385" y="1166484"/>
                </a:cubicBezTo>
                <a:close/>
                <a:moveTo>
                  <a:pt x="952011" y="955782"/>
                </a:moveTo>
                <a:cubicBezTo>
                  <a:pt x="945459" y="935931"/>
                  <a:pt x="933751" y="913340"/>
                  <a:pt x="925993" y="905582"/>
                </a:cubicBezTo>
                <a:cubicBezTo>
                  <a:pt x="909999" y="889588"/>
                  <a:pt x="913743" y="906755"/>
                  <a:pt x="939904" y="969368"/>
                </a:cubicBezTo>
                <a:cubicBezTo>
                  <a:pt x="957940" y="1012533"/>
                  <a:pt x="967281" y="1002050"/>
                  <a:pt x="952011" y="955782"/>
                </a:cubicBezTo>
                <a:close/>
                <a:moveTo>
                  <a:pt x="339042" y="960897"/>
                </a:moveTo>
                <a:cubicBezTo>
                  <a:pt x="376722" y="918997"/>
                  <a:pt x="529545" y="792952"/>
                  <a:pt x="550751" y="786285"/>
                </a:cubicBezTo>
                <a:cubicBezTo>
                  <a:pt x="565118" y="781768"/>
                  <a:pt x="578465" y="784199"/>
                  <a:pt x="588851" y="793224"/>
                </a:cubicBezTo>
                <a:cubicBezTo>
                  <a:pt x="613710" y="814825"/>
                  <a:pt x="819097" y="927152"/>
                  <a:pt x="824272" y="921977"/>
                </a:cubicBezTo>
                <a:cubicBezTo>
                  <a:pt x="826807" y="919442"/>
                  <a:pt x="809995" y="862220"/>
                  <a:pt x="786913" y="794818"/>
                </a:cubicBezTo>
                <a:cubicBezTo>
                  <a:pt x="757369" y="708547"/>
                  <a:pt x="747214" y="666297"/>
                  <a:pt x="752612" y="652101"/>
                </a:cubicBezTo>
                <a:cubicBezTo>
                  <a:pt x="756829" y="641009"/>
                  <a:pt x="803592" y="591967"/>
                  <a:pt x="856529" y="543119"/>
                </a:cubicBezTo>
                <a:cubicBezTo>
                  <a:pt x="909467" y="494271"/>
                  <a:pt x="951097" y="452622"/>
                  <a:pt x="949040" y="450565"/>
                </a:cubicBezTo>
                <a:cubicBezTo>
                  <a:pt x="946984" y="448509"/>
                  <a:pt x="892271" y="455585"/>
                  <a:pt x="827457" y="466291"/>
                </a:cubicBezTo>
                <a:cubicBezTo>
                  <a:pt x="762642" y="476997"/>
                  <a:pt x="700548" y="487198"/>
                  <a:pt x="689469" y="488961"/>
                </a:cubicBezTo>
                <a:cubicBezTo>
                  <a:pt x="645246" y="495996"/>
                  <a:pt x="630839" y="458426"/>
                  <a:pt x="595112" y="242902"/>
                </a:cubicBezTo>
                <a:lnTo>
                  <a:pt x="588799" y="204818"/>
                </a:lnTo>
                <a:lnTo>
                  <a:pt x="574934" y="231279"/>
                </a:lnTo>
                <a:cubicBezTo>
                  <a:pt x="567309" y="245832"/>
                  <a:pt x="557436" y="255494"/>
                  <a:pt x="552995" y="252749"/>
                </a:cubicBezTo>
                <a:cubicBezTo>
                  <a:pt x="548554" y="250005"/>
                  <a:pt x="542377" y="254386"/>
                  <a:pt x="539269" y="262486"/>
                </a:cubicBezTo>
                <a:cubicBezTo>
                  <a:pt x="535676" y="271851"/>
                  <a:pt x="537497" y="274817"/>
                  <a:pt x="544269" y="270631"/>
                </a:cubicBezTo>
                <a:cubicBezTo>
                  <a:pt x="550740" y="266632"/>
                  <a:pt x="553034" y="269242"/>
                  <a:pt x="550113" y="277280"/>
                </a:cubicBezTo>
                <a:cubicBezTo>
                  <a:pt x="547469" y="284558"/>
                  <a:pt x="540165" y="289334"/>
                  <a:pt x="533882" y="287895"/>
                </a:cubicBezTo>
                <a:cubicBezTo>
                  <a:pt x="527599" y="286455"/>
                  <a:pt x="524870" y="289179"/>
                  <a:pt x="527817" y="293948"/>
                </a:cubicBezTo>
                <a:cubicBezTo>
                  <a:pt x="530765" y="298717"/>
                  <a:pt x="516720" y="338471"/>
                  <a:pt x="496608" y="382290"/>
                </a:cubicBezTo>
                <a:cubicBezTo>
                  <a:pt x="476495" y="426110"/>
                  <a:pt x="457214" y="473596"/>
                  <a:pt x="453761" y="487814"/>
                </a:cubicBezTo>
                <a:cubicBezTo>
                  <a:pt x="448767" y="508381"/>
                  <a:pt x="439226" y="515790"/>
                  <a:pt x="407097" y="524052"/>
                </a:cubicBezTo>
                <a:cubicBezTo>
                  <a:pt x="347358" y="539413"/>
                  <a:pt x="219075" y="581995"/>
                  <a:pt x="219075" y="586463"/>
                </a:cubicBezTo>
                <a:cubicBezTo>
                  <a:pt x="219075" y="588594"/>
                  <a:pt x="253039" y="607414"/>
                  <a:pt x="294551" y="628286"/>
                </a:cubicBezTo>
                <a:cubicBezTo>
                  <a:pt x="342242" y="652264"/>
                  <a:pt x="372357" y="673573"/>
                  <a:pt x="376354" y="686169"/>
                </a:cubicBezTo>
                <a:cubicBezTo>
                  <a:pt x="382942" y="706925"/>
                  <a:pt x="353942" y="819150"/>
                  <a:pt x="341991" y="819150"/>
                </a:cubicBezTo>
                <a:cubicBezTo>
                  <a:pt x="338235" y="819150"/>
                  <a:pt x="332289" y="841652"/>
                  <a:pt x="328776" y="869156"/>
                </a:cubicBezTo>
                <a:cubicBezTo>
                  <a:pt x="325264" y="896659"/>
                  <a:pt x="318778" y="933092"/>
                  <a:pt x="314363" y="950118"/>
                </a:cubicBezTo>
                <a:cubicBezTo>
                  <a:pt x="305075" y="985933"/>
                  <a:pt x="313298" y="989525"/>
                  <a:pt x="339042" y="960897"/>
                </a:cubicBezTo>
                <a:close/>
              </a:path>
            </a:pathLst>
          </a:custGeom>
          <a:solidFill>
            <a:srgbClr val="181716"/>
          </a:solidFill>
          <a:ln>
            <a:noFill/>
          </a:ln>
        </p:spPr>
      </p:sp>
      <p:sp>
        <p:nvSpPr>
          <p:cNvPr id="8" name="TEXT: [way one]"/>
          <p:cNvSpPr/>
          <p:nvPr/>
        </p:nvSpPr>
        <p:spPr>
          <a:xfrm rot="21420000">
            <a:off x="3794642" y="10410627"/>
            <a:ext cx="3457575" cy="885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0688" rIns="170688" tIns="73152" bIns="73152"/>
          <a:lstStyle/>
          <a:p>
            <a:pPr algn="ctr">
              <a:lnSpc>
                <a:spcPts val="5856"/>
              </a:lnSpc>
            </a:pPr>
            <a:r>
              <a:rPr b="1" sz="4800">
                <a:solidFill>
                  <a:srgbClr val="181716"/>
                </a:solidFill>
                <a:latin typeface="Montserrat"/>
              </a:rPr>
              <a:t>[way one]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Way 2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torn paper" descr="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0" y="9391650"/>
            <a:ext cx="11049000" cy="4762500"/>
          </a:xfrm>
          <a:prstGeom prst="rect">
            <a:avLst/>
          </a:prstGeom>
        </p:spPr>
      </p:pic>
      <p:sp>
        <p:nvSpPr>
          <p:cNvPr id="5" name="TEXT: 2"/>
          <p:cNvSpPr/>
          <p:nvPr/>
        </p:nvSpPr>
        <p:spPr>
          <a:xfrm rot="240000">
            <a:off x="247650" y="9625012"/>
            <a:ext cx="2743200" cy="3609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0" rIns="693420" tIns="297180" bIns="297180"/>
          <a:lstStyle/>
          <a:p>
            <a:pPr algn="ctr">
              <a:lnSpc>
                <a:spcPts val="23789"/>
              </a:lnSpc>
            </a:pPr>
            <a:r>
              <a:rPr b="0" sz="19500">
                <a:solidFill>
                  <a:srgbClr val="181716"/>
                </a:solidFill>
                <a:latin typeface="Bodoni FLF"/>
              </a:rPr>
              <a:t>2</a:t>
            </a:r>
          </a:p>
        </p:txBody>
      </p:sp>
      <p:sp>
        <p:nvSpPr>
          <p:cNvPr id="6" name="TEXT: [way two]"/>
          <p:cNvSpPr/>
          <p:nvPr/>
        </p:nvSpPr>
        <p:spPr>
          <a:xfrm rot="120000">
            <a:off x="3348038" y="11501438"/>
            <a:ext cx="3971925" cy="1000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l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[way two]</a:t>
            </a:r>
          </a:p>
        </p:txBody>
      </p:sp>
      <p:sp>
        <p:nvSpPr>
          <p:cNvPr id="7" name="star"/>
          <p:cNvSpPr/>
          <p:nvPr/>
        </p:nvSpPr>
        <p:spPr>
          <a:xfrm rot="480000">
            <a:off x="8286750" y="10410825"/>
            <a:ext cx="1143000" cy="1085850"/>
          </a:xfrm>
          <a:custGeom>
            <a:avLst/>
            <a:gdLst/>
            <a:ahLst/>
            <a:cxnLst/>
            <a:rect l="0" t="0" r="r" b="b"/>
            <a:pathLst>
              <a:path w="1143000" h="1085850">
                <a:moveTo>
                  <a:pt x="209550" y="1076265"/>
                </a:moveTo>
                <a:cubicBezTo>
                  <a:pt x="209550" y="1071059"/>
                  <a:pt x="201111" y="1066800"/>
                  <a:pt x="190798" y="1066800"/>
                </a:cubicBezTo>
                <a:cubicBezTo>
                  <a:pt x="173190" y="1066800"/>
                  <a:pt x="172401" y="1062006"/>
                  <a:pt x="177871" y="988218"/>
                </a:cubicBezTo>
                <a:cubicBezTo>
                  <a:pt x="182929" y="919982"/>
                  <a:pt x="223430" y="728334"/>
                  <a:pt x="241870" y="685376"/>
                </a:cubicBezTo>
                <a:cubicBezTo>
                  <a:pt x="246774" y="673952"/>
                  <a:pt x="227572" y="661485"/>
                  <a:pt x="155926" y="629574"/>
                </a:cubicBezTo>
                <a:cubicBezTo>
                  <a:pt x="105183" y="606973"/>
                  <a:pt x="50701" y="581239"/>
                  <a:pt x="34854" y="572386"/>
                </a:cubicBezTo>
                <a:cubicBezTo>
                  <a:pt x="-1179" y="552255"/>
                  <a:pt x="-9386" y="533071"/>
                  <a:pt x="20887" y="539738"/>
                </a:cubicBezTo>
                <a:cubicBezTo>
                  <a:pt x="36739" y="543229"/>
                  <a:pt x="39261" y="542025"/>
                  <a:pt x="29939" y="535416"/>
                </a:cubicBezTo>
                <a:cubicBezTo>
                  <a:pt x="20023" y="528388"/>
                  <a:pt x="19706" y="524593"/>
                  <a:pt x="28575" y="519112"/>
                </a:cubicBezTo>
                <a:cubicBezTo>
                  <a:pt x="37434" y="513637"/>
                  <a:pt x="37115" y="510022"/>
                  <a:pt x="27210" y="503634"/>
                </a:cubicBezTo>
                <a:cubicBezTo>
                  <a:pt x="8632" y="491652"/>
                  <a:pt x="26619" y="481947"/>
                  <a:pt x="103560" y="462441"/>
                </a:cubicBezTo>
                <a:cubicBezTo>
                  <a:pt x="138280" y="453638"/>
                  <a:pt x="204100" y="435239"/>
                  <a:pt x="249827" y="421553"/>
                </a:cubicBezTo>
                <a:lnTo>
                  <a:pt x="332966" y="396669"/>
                </a:lnTo>
                <a:lnTo>
                  <a:pt x="347479" y="352975"/>
                </a:lnTo>
                <a:cubicBezTo>
                  <a:pt x="374637" y="271209"/>
                  <a:pt x="518550" y="29600"/>
                  <a:pt x="532052" y="43102"/>
                </a:cubicBezTo>
                <a:cubicBezTo>
                  <a:pt x="534868" y="45918"/>
                  <a:pt x="542389" y="38474"/>
                  <a:pt x="548765" y="26561"/>
                </a:cubicBezTo>
                <a:cubicBezTo>
                  <a:pt x="563610" y="-1176"/>
                  <a:pt x="589552" y="-1129"/>
                  <a:pt x="616743" y="26684"/>
                </a:cubicBezTo>
                <a:cubicBezTo>
                  <a:pt x="636770" y="47169"/>
                  <a:pt x="639556" y="58211"/>
                  <a:pt x="641857" y="126206"/>
                </a:cubicBezTo>
                <a:cubicBezTo>
                  <a:pt x="642345" y="140612"/>
                  <a:pt x="646002" y="152400"/>
                  <a:pt x="649984" y="152400"/>
                </a:cubicBezTo>
                <a:cubicBezTo>
                  <a:pt x="653966" y="152400"/>
                  <a:pt x="657159" y="166330"/>
                  <a:pt x="657079" y="183356"/>
                </a:cubicBezTo>
                <a:cubicBezTo>
                  <a:pt x="656968" y="206847"/>
                  <a:pt x="654706" y="210866"/>
                  <a:pt x="647700" y="200025"/>
                </a:cubicBezTo>
                <a:cubicBezTo>
                  <a:pt x="640831" y="189397"/>
                  <a:pt x="638429" y="194887"/>
                  <a:pt x="638320" y="221456"/>
                </a:cubicBezTo>
                <a:cubicBezTo>
                  <a:pt x="638179" y="256073"/>
                  <a:pt x="650660" y="269508"/>
                  <a:pt x="660441" y="245268"/>
                </a:cubicBezTo>
                <a:cubicBezTo>
                  <a:pt x="664848" y="234348"/>
                  <a:pt x="670911" y="279879"/>
                  <a:pt x="667549" y="298642"/>
                </a:cubicBezTo>
                <a:cubicBezTo>
                  <a:pt x="662107" y="329014"/>
                  <a:pt x="677453" y="340623"/>
                  <a:pt x="712295" y="332492"/>
                </a:cubicBezTo>
                <a:cubicBezTo>
                  <a:pt x="731774" y="327946"/>
                  <a:pt x="773430" y="321546"/>
                  <a:pt x="804862" y="318271"/>
                </a:cubicBezTo>
                <a:cubicBezTo>
                  <a:pt x="836295" y="314996"/>
                  <a:pt x="868502" y="308873"/>
                  <a:pt x="876433" y="304663"/>
                </a:cubicBezTo>
                <a:cubicBezTo>
                  <a:pt x="889980" y="297474"/>
                  <a:pt x="903952" y="296058"/>
                  <a:pt x="977500" y="294418"/>
                </a:cubicBezTo>
                <a:cubicBezTo>
                  <a:pt x="1034884" y="293138"/>
                  <a:pt x="1078795" y="374664"/>
                  <a:pt x="1027893" y="387976"/>
                </a:cubicBezTo>
                <a:cubicBezTo>
                  <a:pt x="1011635" y="392227"/>
                  <a:pt x="1005825" y="401749"/>
                  <a:pt x="1008142" y="420342"/>
                </a:cubicBezTo>
                <a:cubicBezTo>
                  <a:pt x="1008554" y="423645"/>
                  <a:pt x="962199" y="471881"/>
                  <a:pt x="905131" y="527532"/>
                </a:cubicBezTo>
                <a:lnTo>
                  <a:pt x="801371" y="628716"/>
                </a:lnTo>
                <a:lnTo>
                  <a:pt x="821119" y="688214"/>
                </a:lnTo>
                <a:cubicBezTo>
                  <a:pt x="831980" y="720938"/>
                  <a:pt x="844091" y="751998"/>
                  <a:pt x="848032" y="757237"/>
                </a:cubicBezTo>
                <a:cubicBezTo>
                  <a:pt x="860517" y="773832"/>
                  <a:pt x="904875" y="923862"/>
                  <a:pt x="904875" y="949493"/>
                </a:cubicBezTo>
                <a:cubicBezTo>
                  <a:pt x="904874" y="975062"/>
                  <a:pt x="873644" y="1009650"/>
                  <a:pt x="850557" y="1009650"/>
                </a:cubicBezTo>
                <a:cubicBezTo>
                  <a:pt x="834710" y="1009650"/>
                  <a:pt x="785719" y="985096"/>
                  <a:pt x="752369" y="960440"/>
                </a:cubicBezTo>
                <a:cubicBezTo>
                  <a:pt x="739214" y="950715"/>
                  <a:pt x="718674" y="940874"/>
                  <a:pt x="706725" y="938573"/>
                </a:cubicBezTo>
                <a:cubicBezTo>
                  <a:pt x="681726" y="933759"/>
                  <a:pt x="590822" y="884187"/>
                  <a:pt x="545208" y="850494"/>
                </a:cubicBezTo>
                <a:lnTo>
                  <a:pt x="514154" y="827556"/>
                </a:lnTo>
                <a:lnTo>
                  <a:pt x="409125" y="930509"/>
                </a:lnTo>
                <a:cubicBezTo>
                  <a:pt x="351359" y="987133"/>
                  <a:pt x="294610" y="1035798"/>
                  <a:pt x="283016" y="1038654"/>
                </a:cubicBezTo>
                <a:cubicBezTo>
                  <a:pt x="271423" y="1041509"/>
                  <a:pt x="261937" y="1048653"/>
                  <a:pt x="261937" y="1054529"/>
                </a:cubicBezTo>
                <a:cubicBezTo>
                  <a:pt x="261937" y="1060405"/>
                  <a:pt x="258612" y="1068537"/>
                  <a:pt x="254548" y="1072601"/>
                </a:cubicBezTo>
                <a:cubicBezTo>
                  <a:pt x="243047" y="1084102"/>
                  <a:pt x="209550" y="1086829"/>
                  <a:pt x="209550" y="1076265"/>
                </a:cubicBezTo>
                <a:close/>
                <a:moveTo>
                  <a:pt x="871930" y="861484"/>
                </a:moveTo>
                <a:cubicBezTo>
                  <a:pt x="850599" y="810432"/>
                  <a:pt x="844257" y="826347"/>
                  <a:pt x="864297" y="880640"/>
                </a:cubicBezTo>
                <a:cubicBezTo>
                  <a:pt x="873518" y="905623"/>
                  <a:pt x="882367" y="919573"/>
                  <a:pt x="883962" y="911641"/>
                </a:cubicBezTo>
                <a:cubicBezTo>
                  <a:pt x="885556" y="903709"/>
                  <a:pt x="880142" y="881138"/>
                  <a:pt x="871930" y="861484"/>
                </a:cubicBezTo>
                <a:close/>
                <a:moveTo>
                  <a:pt x="506074" y="721533"/>
                </a:moveTo>
                <a:cubicBezTo>
                  <a:pt x="514669" y="718384"/>
                  <a:pt x="535947" y="725425"/>
                  <a:pt x="553699" y="737294"/>
                </a:cubicBezTo>
                <a:cubicBezTo>
                  <a:pt x="571347" y="749093"/>
                  <a:pt x="627341" y="781074"/>
                  <a:pt x="678128" y="808363"/>
                </a:cubicBezTo>
                <a:lnTo>
                  <a:pt x="770469" y="857979"/>
                </a:lnTo>
                <a:lnTo>
                  <a:pt x="731897" y="745696"/>
                </a:lnTo>
                <a:cubicBezTo>
                  <a:pt x="678612" y="590582"/>
                  <a:pt x="674616" y="608962"/>
                  <a:pt x="784877" y="502036"/>
                </a:cubicBezTo>
                <a:cubicBezTo>
                  <a:pt x="837779" y="450735"/>
                  <a:pt x="872490" y="410838"/>
                  <a:pt x="862012" y="413377"/>
                </a:cubicBezTo>
                <a:cubicBezTo>
                  <a:pt x="802467" y="427808"/>
                  <a:pt x="633770" y="448634"/>
                  <a:pt x="614862" y="443889"/>
                </a:cubicBezTo>
                <a:cubicBezTo>
                  <a:pt x="587125" y="436927"/>
                  <a:pt x="586145" y="434233"/>
                  <a:pt x="565542" y="308291"/>
                </a:cubicBezTo>
                <a:cubicBezTo>
                  <a:pt x="556229" y="251364"/>
                  <a:pt x="547807" y="203478"/>
                  <a:pt x="546827" y="201878"/>
                </a:cubicBezTo>
                <a:cubicBezTo>
                  <a:pt x="545847" y="200278"/>
                  <a:pt x="533226" y="209922"/>
                  <a:pt x="518781" y="223309"/>
                </a:cubicBezTo>
                <a:cubicBezTo>
                  <a:pt x="504336" y="236696"/>
                  <a:pt x="497683" y="247650"/>
                  <a:pt x="503996" y="247650"/>
                </a:cubicBezTo>
                <a:cubicBezTo>
                  <a:pt x="510309" y="247650"/>
                  <a:pt x="512782" y="252006"/>
                  <a:pt x="509491" y="257330"/>
                </a:cubicBezTo>
                <a:cubicBezTo>
                  <a:pt x="506200" y="262654"/>
                  <a:pt x="498856" y="264135"/>
                  <a:pt x="493170" y="260621"/>
                </a:cubicBezTo>
                <a:cubicBezTo>
                  <a:pt x="487131" y="256888"/>
                  <a:pt x="485560" y="258647"/>
                  <a:pt x="489394" y="264849"/>
                </a:cubicBezTo>
                <a:cubicBezTo>
                  <a:pt x="493003" y="270689"/>
                  <a:pt x="483374" y="300392"/>
                  <a:pt x="467996" y="330855"/>
                </a:cubicBezTo>
                <a:cubicBezTo>
                  <a:pt x="452619" y="361318"/>
                  <a:pt x="435109" y="404542"/>
                  <a:pt x="429087" y="426907"/>
                </a:cubicBezTo>
                <a:cubicBezTo>
                  <a:pt x="416889" y="472206"/>
                  <a:pt x="415340" y="473144"/>
                  <a:pt x="300037" y="505130"/>
                </a:cubicBezTo>
                <a:cubicBezTo>
                  <a:pt x="187646" y="536308"/>
                  <a:pt x="187836" y="535860"/>
                  <a:pt x="269839" y="576388"/>
                </a:cubicBezTo>
                <a:cubicBezTo>
                  <a:pt x="311091" y="596776"/>
                  <a:pt x="344922" y="620016"/>
                  <a:pt x="348148" y="630182"/>
                </a:cubicBezTo>
                <a:cubicBezTo>
                  <a:pt x="353758" y="647857"/>
                  <a:pt x="329096" y="737843"/>
                  <a:pt x="313058" y="758221"/>
                </a:cubicBezTo>
                <a:cubicBezTo>
                  <a:pt x="308508" y="764001"/>
                  <a:pt x="303009" y="787575"/>
                  <a:pt x="300836" y="810608"/>
                </a:cubicBezTo>
                <a:cubicBezTo>
                  <a:pt x="298663" y="833642"/>
                  <a:pt x="293724" y="865033"/>
                  <a:pt x="289861" y="880368"/>
                </a:cubicBezTo>
                <a:cubicBezTo>
                  <a:pt x="283644" y="905049"/>
                  <a:pt x="294755" y="897861"/>
                  <a:pt x="386687" y="817737"/>
                </a:cubicBezTo>
                <a:cubicBezTo>
                  <a:pt x="443805" y="767956"/>
                  <a:pt x="497529" y="724664"/>
                  <a:pt x="506074" y="721533"/>
                </a:cubicBezTo>
                <a:close/>
              </a:path>
            </a:pathLst>
          </a:custGeom>
          <a:solidFill>
            <a:srgbClr val="181716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burst"/>
          <p:cNvSpPr/>
          <p:nvPr/>
        </p:nvSpPr>
        <p:spPr>
          <a:xfrm rot="0">
            <a:off x="857250" y="3495675"/>
            <a:ext cx="8572500" cy="7486650"/>
          </a:xfrm>
          <a:custGeom>
            <a:avLst/>
            <a:gdLst/>
            <a:ahLst/>
            <a:cxnLst/>
            <a:rect l="0" t="0" r="r" b="b"/>
            <a:pathLst>
              <a:path w="8572500" h="7486650">
                <a:moveTo>
                  <a:pt x="4162425" y="7469420"/>
                </a:moveTo>
                <a:cubicBezTo>
                  <a:pt x="4162425" y="7459944"/>
                  <a:pt x="4156131" y="7443870"/>
                  <a:pt x="4148440" y="7433701"/>
                </a:cubicBezTo>
                <a:cubicBezTo>
                  <a:pt x="4140748" y="7423532"/>
                  <a:pt x="4134319" y="7397853"/>
                  <a:pt x="4134152" y="7376636"/>
                </a:cubicBezTo>
                <a:cubicBezTo>
                  <a:pt x="4133986" y="7355419"/>
                  <a:pt x="4130019" y="7333988"/>
                  <a:pt x="4125337" y="7329011"/>
                </a:cubicBezTo>
                <a:cubicBezTo>
                  <a:pt x="4120655" y="7324034"/>
                  <a:pt x="4107527" y="7281386"/>
                  <a:pt x="4096164" y="7234237"/>
                </a:cubicBezTo>
                <a:cubicBezTo>
                  <a:pt x="4074187" y="7143048"/>
                  <a:pt x="4064226" y="7111429"/>
                  <a:pt x="4024147" y="7005637"/>
                </a:cubicBezTo>
                <a:cubicBezTo>
                  <a:pt x="3998667" y="6938378"/>
                  <a:pt x="3986730" y="6899998"/>
                  <a:pt x="3972306" y="6838950"/>
                </a:cubicBezTo>
                <a:cubicBezTo>
                  <a:pt x="3961151" y="6791734"/>
                  <a:pt x="3925635" y="6684886"/>
                  <a:pt x="3914569" y="6665247"/>
                </a:cubicBezTo>
                <a:cubicBezTo>
                  <a:pt x="3909443" y="6656151"/>
                  <a:pt x="3905250" y="6638888"/>
                  <a:pt x="3905250" y="6626886"/>
                </a:cubicBezTo>
                <a:cubicBezTo>
                  <a:pt x="3905250" y="6614883"/>
                  <a:pt x="3898406" y="6595292"/>
                  <a:pt x="3890041" y="6583350"/>
                </a:cubicBezTo>
                <a:cubicBezTo>
                  <a:pt x="3873357" y="6559530"/>
                  <a:pt x="3831723" y="6460256"/>
                  <a:pt x="3819474" y="6415087"/>
                </a:cubicBezTo>
                <a:cubicBezTo>
                  <a:pt x="3808797" y="6375717"/>
                  <a:pt x="3730015" y="6189619"/>
                  <a:pt x="3708874" y="6153830"/>
                </a:cubicBezTo>
                <a:cubicBezTo>
                  <a:pt x="3683484" y="6110849"/>
                  <a:pt x="3658714" y="6116544"/>
                  <a:pt x="3621881" y="6173831"/>
                </a:cubicBezTo>
                <a:cubicBezTo>
                  <a:pt x="3604855" y="6200312"/>
                  <a:pt x="3590925" y="6227324"/>
                  <a:pt x="3590925" y="6233859"/>
                </a:cubicBezTo>
                <a:cubicBezTo>
                  <a:pt x="3590925" y="6240394"/>
                  <a:pt x="3580209" y="6261531"/>
                  <a:pt x="3567112" y="6280831"/>
                </a:cubicBezTo>
                <a:cubicBezTo>
                  <a:pt x="3554015" y="6300130"/>
                  <a:pt x="3543114" y="6321088"/>
                  <a:pt x="3542886" y="6327404"/>
                </a:cubicBezTo>
                <a:cubicBezTo>
                  <a:pt x="3542659" y="6333720"/>
                  <a:pt x="3532280" y="6356032"/>
                  <a:pt x="3519821" y="6376987"/>
                </a:cubicBezTo>
                <a:cubicBezTo>
                  <a:pt x="3493501" y="6421258"/>
                  <a:pt x="3419325" y="6569236"/>
                  <a:pt x="3395684" y="6624637"/>
                </a:cubicBezTo>
                <a:cubicBezTo>
                  <a:pt x="3342250" y="6749855"/>
                  <a:pt x="3302209" y="6819185"/>
                  <a:pt x="3284476" y="6817192"/>
                </a:cubicBezTo>
                <a:cubicBezTo>
                  <a:pt x="3270725" y="6815646"/>
                  <a:pt x="3261381" y="6826931"/>
                  <a:pt x="3246746" y="6862762"/>
                </a:cubicBezTo>
                <a:cubicBezTo>
                  <a:pt x="3236047" y="6888956"/>
                  <a:pt x="3223386" y="6917830"/>
                  <a:pt x="3218609" y="6926927"/>
                </a:cubicBezTo>
                <a:cubicBezTo>
                  <a:pt x="3213833" y="6936023"/>
                  <a:pt x="3209925" y="6950408"/>
                  <a:pt x="3209925" y="6958893"/>
                </a:cubicBezTo>
                <a:cubicBezTo>
                  <a:pt x="3209925" y="6978662"/>
                  <a:pt x="3154918" y="7048500"/>
                  <a:pt x="3139347" y="7048500"/>
                </a:cubicBezTo>
                <a:cubicBezTo>
                  <a:pt x="3132842" y="7048500"/>
                  <a:pt x="3118508" y="7038855"/>
                  <a:pt x="3107493" y="7027068"/>
                </a:cubicBezTo>
                <a:cubicBezTo>
                  <a:pt x="3088664" y="7006919"/>
                  <a:pt x="3087915" y="6999655"/>
                  <a:pt x="3094970" y="6905625"/>
                </a:cubicBezTo>
                <a:cubicBezTo>
                  <a:pt x="3102467" y="6805709"/>
                  <a:pt x="3102450" y="6805591"/>
                  <a:pt x="3077783" y="6784437"/>
                </a:cubicBezTo>
                <a:cubicBezTo>
                  <a:pt x="3054164" y="6764182"/>
                  <a:pt x="3052799" y="6757558"/>
                  <a:pt x="3046369" y="6632037"/>
                </a:cubicBezTo>
                <a:cubicBezTo>
                  <a:pt x="3030317" y="6318717"/>
                  <a:pt x="2988003" y="5748245"/>
                  <a:pt x="2977642" y="5705475"/>
                </a:cubicBezTo>
                <a:cubicBezTo>
                  <a:pt x="2974470" y="5692378"/>
                  <a:pt x="2970157" y="5647401"/>
                  <a:pt x="2968059" y="5605527"/>
                </a:cubicBezTo>
                <a:lnTo>
                  <a:pt x="2964243" y="5529391"/>
                </a:lnTo>
                <a:lnTo>
                  <a:pt x="2922778" y="5493361"/>
                </a:lnTo>
                <a:cubicBezTo>
                  <a:pt x="2885203" y="5460711"/>
                  <a:pt x="2877737" y="5457906"/>
                  <a:pt x="2843212" y="5463466"/>
                </a:cubicBezTo>
                <a:cubicBezTo>
                  <a:pt x="2799445" y="5470515"/>
                  <a:pt x="2761577" y="5488068"/>
                  <a:pt x="2743721" y="5509584"/>
                </a:cubicBezTo>
                <a:cubicBezTo>
                  <a:pt x="2736912" y="5517788"/>
                  <a:pt x="2718886" y="5524500"/>
                  <a:pt x="2703662" y="5524500"/>
                </a:cubicBezTo>
                <a:cubicBezTo>
                  <a:pt x="2688437" y="5524500"/>
                  <a:pt x="2650508" y="5537358"/>
                  <a:pt x="2619374" y="5553075"/>
                </a:cubicBezTo>
                <a:cubicBezTo>
                  <a:pt x="2588241" y="5568791"/>
                  <a:pt x="2555643" y="5581650"/>
                  <a:pt x="2546934" y="5581650"/>
                </a:cubicBezTo>
                <a:cubicBezTo>
                  <a:pt x="2529787" y="5581650"/>
                  <a:pt x="2386957" y="5655831"/>
                  <a:pt x="2339200" y="5689541"/>
                </a:cubicBezTo>
                <a:cubicBezTo>
                  <a:pt x="2323036" y="5700950"/>
                  <a:pt x="2302545" y="5714560"/>
                  <a:pt x="2293664" y="5719786"/>
                </a:cubicBezTo>
                <a:cubicBezTo>
                  <a:pt x="2284782" y="5725012"/>
                  <a:pt x="2233801" y="5759203"/>
                  <a:pt x="2180373" y="5795768"/>
                </a:cubicBezTo>
                <a:cubicBezTo>
                  <a:pt x="2126945" y="5832332"/>
                  <a:pt x="2075474" y="5866622"/>
                  <a:pt x="2065994" y="5871968"/>
                </a:cubicBezTo>
                <a:cubicBezTo>
                  <a:pt x="2056513" y="5877313"/>
                  <a:pt x="2013197" y="5907713"/>
                  <a:pt x="1969734" y="5939522"/>
                </a:cubicBezTo>
                <a:cubicBezTo>
                  <a:pt x="1926272" y="5971331"/>
                  <a:pt x="1809273" y="6055919"/>
                  <a:pt x="1709737" y="6127496"/>
                </a:cubicBezTo>
                <a:cubicBezTo>
                  <a:pt x="1445483" y="6317523"/>
                  <a:pt x="1391240" y="6357037"/>
                  <a:pt x="1337786" y="6398453"/>
                </a:cubicBezTo>
                <a:cubicBezTo>
                  <a:pt x="1311331" y="6418951"/>
                  <a:pt x="1210604" y="6492850"/>
                  <a:pt x="1113949" y="6562673"/>
                </a:cubicBezTo>
                <a:cubicBezTo>
                  <a:pt x="1017294" y="6632496"/>
                  <a:pt x="933128" y="6693516"/>
                  <a:pt x="926915" y="6698273"/>
                </a:cubicBezTo>
                <a:cubicBezTo>
                  <a:pt x="920004" y="6703563"/>
                  <a:pt x="907991" y="6702840"/>
                  <a:pt x="895979" y="6696411"/>
                </a:cubicBezTo>
                <a:cubicBezTo>
                  <a:pt x="879296" y="6687483"/>
                  <a:pt x="868510" y="6691813"/>
                  <a:pt x="824299" y="6725193"/>
                </a:cubicBezTo>
                <a:cubicBezTo>
                  <a:pt x="795676" y="6746804"/>
                  <a:pt x="769980" y="6771660"/>
                  <a:pt x="767197" y="6780429"/>
                </a:cubicBezTo>
                <a:cubicBezTo>
                  <a:pt x="764414" y="6789197"/>
                  <a:pt x="730075" y="6825410"/>
                  <a:pt x="690888" y="6860902"/>
                </a:cubicBezTo>
                <a:cubicBezTo>
                  <a:pt x="614176" y="6930379"/>
                  <a:pt x="562316" y="6959306"/>
                  <a:pt x="545182" y="6942172"/>
                </a:cubicBezTo>
                <a:cubicBezTo>
                  <a:pt x="538018" y="6935008"/>
                  <a:pt x="519311" y="6939481"/>
                  <a:pt x="481377" y="6957427"/>
                </a:cubicBezTo>
                <a:cubicBezTo>
                  <a:pt x="418804" y="6987028"/>
                  <a:pt x="399714" y="6983793"/>
                  <a:pt x="375889" y="6939552"/>
                </a:cubicBezTo>
                <a:lnTo>
                  <a:pt x="358468" y="6907204"/>
                </a:lnTo>
                <a:lnTo>
                  <a:pt x="400401" y="6851664"/>
                </a:lnTo>
                <a:cubicBezTo>
                  <a:pt x="444484" y="6793277"/>
                  <a:pt x="518698" y="6716997"/>
                  <a:pt x="570099" y="6677243"/>
                </a:cubicBezTo>
                <a:cubicBezTo>
                  <a:pt x="587007" y="6664167"/>
                  <a:pt x="605190" y="6638348"/>
                  <a:pt x="610890" y="6619322"/>
                </a:cubicBezTo>
                <a:cubicBezTo>
                  <a:pt x="621306" y="6584559"/>
                  <a:pt x="718412" y="6462411"/>
                  <a:pt x="818690" y="6357937"/>
                </a:cubicBezTo>
                <a:cubicBezTo>
                  <a:pt x="848859" y="6326505"/>
                  <a:pt x="898673" y="6268640"/>
                  <a:pt x="929387" y="6229350"/>
                </a:cubicBezTo>
                <a:cubicBezTo>
                  <a:pt x="989446" y="6152519"/>
                  <a:pt x="1001986" y="6138161"/>
                  <a:pt x="1149250" y="5977621"/>
                </a:cubicBezTo>
                <a:cubicBezTo>
                  <a:pt x="1202456" y="5919619"/>
                  <a:pt x="1260786" y="5852559"/>
                  <a:pt x="1278873" y="5828599"/>
                </a:cubicBezTo>
                <a:cubicBezTo>
                  <a:pt x="1296960" y="5804639"/>
                  <a:pt x="1318515" y="5776778"/>
                  <a:pt x="1326773" y="5766686"/>
                </a:cubicBezTo>
                <a:cubicBezTo>
                  <a:pt x="1349486" y="5738930"/>
                  <a:pt x="1422109" y="5651539"/>
                  <a:pt x="1484498" y="5576887"/>
                </a:cubicBezTo>
                <a:cubicBezTo>
                  <a:pt x="1515145" y="5540216"/>
                  <a:pt x="1547406" y="5497353"/>
                  <a:pt x="1556188" y="5481637"/>
                </a:cubicBezTo>
                <a:cubicBezTo>
                  <a:pt x="1591444" y="5418546"/>
                  <a:pt x="1612341" y="5385481"/>
                  <a:pt x="1628427" y="5367337"/>
                </a:cubicBezTo>
                <a:cubicBezTo>
                  <a:pt x="1643521" y="5350310"/>
                  <a:pt x="1728770" y="5225544"/>
                  <a:pt x="1744515" y="5197435"/>
                </a:cubicBezTo>
                <a:cubicBezTo>
                  <a:pt x="1747926" y="5191345"/>
                  <a:pt x="1769112" y="5143500"/>
                  <a:pt x="1791595" y="5091112"/>
                </a:cubicBezTo>
                <a:cubicBezTo>
                  <a:pt x="1814077" y="5038725"/>
                  <a:pt x="1840218" y="4984485"/>
                  <a:pt x="1849686" y="4970579"/>
                </a:cubicBezTo>
                <a:cubicBezTo>
                  <a:pt x="1883182" y="4921380"/>
                  <a:pt x="1872963" y="4912458"/>
                  <a:pt x="1813327" y="4938832"/>
                </a:cubicBezTo>
                <a:cubicBezTo>
                  <a:pt x="1783862" y="4951863"/>
                  <a:pt x="1754454" y="4962525"/>
                  <a:pt x="1747976" y="4962525"/>
                </a:cubicBezTo>
                <a:cubicBezTo>
                  <a:pt x="1741498" y="4962525"/>
                  <a:pt x="1702384" y="4973543"/>
                  <a:pt x="1661055" y="4987011"/>
                </a:cubicBezTo>
                <a:cubicBezTo>
                  <a:pt x="1619726" y="5000479"/>
                  <a:pt x="1561402" y="5013446"/>
                  <a:pt x="1531445" y="5015828"/>
                </a:cubicBezTo>
                <a:cubicBezTo>
                  <a:pt x="1500204" y="5018311"/>
                  <a:pt x="1456966" y="5030209"/>
                  <a:pt x="1430049" y="5043729"/>
                </a:cubicBezTo>
                <a:cubicBezTo>
                  <a:pt x="1404238" y="5056693"/>
                  <a:pt x="1376387" y="5067300"/>
                  <a:pt x="1368158" y="5067300"/>
                </a:cubicBezTo>
                <a:cubicBezTo>
                  <a:pt x="1359929" y="5067300"/>
                  <a:pt x="1339120" y="5073495"/>
                  <a:pt x="1321916" y="5081067"/>
                </a:cubicBezTo>
                <a:cubicBezTo>
                  <a:pt x="1170187" y="5147848"/>
                  <a:pt x="1112246" y="5157050"/>
                  <a:pt x="1106355" y="5115300"/>
                </a:cubicBezTo>
                <a:cubicBezTo>
                  <a:pt x="1103745" y="5096795"/>
                  <a:pt x="1116773" y="5078493"/>
                  <a:pt x="1168268" y="5028330"/>
                </a:cubicBezTo>
                <a:cubicBezTo>
                  <a:pt x="1204138" y="4993387"/>
                  <a:pt x="1254918" y="4938244"/>
                  <a:pt x="1281112" y="4905789"/>
                </a:cubicBezTo>
                <a:cubicBezTo>
                  <a:pt x="1307306" y="4873335"/>
                  <a:pt x="1342667" y="4830513"/>
                  <a:pt x="1359693" y="4810630"/>
                </a:cubicBezTo>
                <a:cubicBezTo>
                  <a:pt x="1376719" y="4790746"/>
                  <a:pt x="1390649" y="4765878"/>
                  <a:pt x="1390649" y="4755368"/>
                </a:cubicBezTo>
                <a:cubicBezTo>
                  <a:pt x="1390650" y="4744857"/>
                  <a:pt x="1397036" y="4730957"/>
                  <a:pt x="1404841" y="4724479"/>
                </a:cubicBezTo>
                <a:cubicBezTo>
                  <a:pt x="1430162" y="4703465"/>
                  <a:pt x="1514475" y="4584371"/>
                  <a:pt x="1514475" y="4569619"/>
                </a:cubicBezTo>
                <a:cubicBezTo>
                  <a:pt x="1514475" y="4561734"/>
                  <a:pt x="1520904" y="4549946"/>
                  <a:pt x="1528762" y="4543425"/>
                </a:cubicBezTo>
                <a:cubicBezTo>
                  <a:pt x="1553431" y="4522951"/>
                  <a:pt x="1547525" y="4446175"/>
                  <a:pt x="1519237" y="4419600"/>
                </a:cubicBezTo>
                <a:cubicBezTo>
                  <a:pt x="1506140" y="4407296"/>
                  <a:pt x="1495425" y="4391912"/>
                  <a:pt x="1495425" y="4385413"/>
                </a:cubicBezTo>
                <a:cubicBezTo>
                  <a:pt x="1495425" y="4370447"/>
                  <a:pt x="1418260" y="4314472"/>
                  <a:pt x="1362075" y="4288680"/>
                </a:cubicBezTo>
                <a:cubicBezTo>
                  <a:pt x="1182061" y="4206044"/>
                  <a:pt x="1124094" y="4186027"/>
                  <a:pt x="881062" y="4122575"/>
                </a:cubicBezTo>
                <a:cubicBezTo>
                  <a:pt x="860107" y="4117104"/>
                  <a:pt x="834390" y="4109153"/>
                  <a:pt x="823912" y="4104906"/>
                </a:cubicBezTo>
                <a:cubicBezTo>
                  <a:pt x="813435" y="4100659"/>
                  <a:pt x="792003" y="4094527"/>
                  <a:pt x="776287" y="4091278"/>
                </a:cubicBezTo>
                <a:cubicBezTo>
                  <a:pt x="760571" y="4088030"/>
                  <a:pt x="730567" y="4081205"/>
                  <a:pt x="709612" y="4076111"/>
                </a:cubicBezTo>
                <a:cubicBezTo>
                  <a:pt x="688657" y="4071018"/>
                  <a:pt x="598646" y="4064305"/>
                  <a:pt x="509587" y="4061194"/>
                </a:cubicBezTo>
                <a:cubicBezTo>
                  <a:pt x="390132" y="4057021"/>
                  <a:pt x="341719" y="4051798"/>
                  <a:pt x="325003" y="4041282"/>
                </a:cubicBezTo>
                <a:cubicBezTo>
                  <a:pt x="307072" y="4030001"/>
                  <a:pt x="285641" y="4028417"/>
                  <a:pt x="222315" y="4033692"/>
                </a:cubicBezTo>
                <a:cubicBezTo>
                  <a:pt x="172005" y="4037883"/>
                  <a:pt x="123826" y="4036292"/>
                  <a:pt x="92574" y="4029408"/>
                </a:cubicBezTo>
                <a:cubicBezTo>
                  <a:pt x="65233" y="4023386"/>
                  <a:pt x="33218" y="4016479"/>
                  <a:pt x="21431" y="4014060"/>
                </a:cubicBezTo>
                <a:cubicBezTo>
                  <a:pt x="-13755" y="4006839"/>
                  <a:pt x="-7783" y="3961209"/>
                  <a:pt x="30956" y="3941288"/>
                </a:cubicBezTo>
                <a:cubicBezTo>
                  <a:pt x="80335" y="3915897"/>
                  <a:pt x="150122" y="3895725"/>
                  <a:pt x="188586" y="3895725"/>
                </a:cubicBezTo>
                <a:cubicBezTo>
                  <a:pt x="208122" y="3895725"/>
                  <a:pt x="247620" y="3886724"/>
                  <a:pt x="276359" y="3875723"/>
                </a:cubicBezTo>
                <a:cubicBezTo>
                  <a:pt x="305098" y="3864723"/>
                  <a:pt x="339328" y="3853349"/>
                  <a:pt x="352425" y="3850448"/>
                </a:cubicBezTo>
                <a:cubicBezTo>
                  <a:pt x="365521" y="3847547"/>
                  <a:pt x="393957" y="3829655"/>
                  <a:pt x="415616" y="3810688"/>
                </a:cubicBezTo>
                <a:cubicBezTo>
                  <a:pt x="437274" y="3791720"/>
                  <a:pt x="494661" y="3755624"/>
                  <a:pt x="543142" y="3730474"/>
                </a:cubicBezTo>
                <a:cubicBezTo>
                  <a:pt x="591623" y="3705324"/>
                  <a:pt x="647755" y="3674353"/>
                  <a:pt x="667880" y="3661648"/>
                </a:cubicBezTo>
                <a:cubicBezTo>
                  <a:pt x="688005" y="3648944"/>
                  <a:pt x="708485" y="3638550"/>
                  <a:pt x="713391" y="3638550"/>
                </a:cubicBezTo>
                <a:cubicBezTo>
                  <a:pt x="718298" y="3638550"/>
                  <a:pt x="723741" y="3635257"/>
                  <a:pt x="725487" y="3631234"/>
                </a:cubicBezTo>
                <a:cubicBezTo>
                  <a:pt x="730041" y="3620741"/>
                  <a:pt x="823600" y="3562349"/>
                  <a:pt x="835858" y="3562350"/>
                </a:cubicBezTo>
                <a:cubicBezTo>
                  <a:pt x="841512" y="3562350"/>
                  <a:pt x="847566" y="3559135"/>
                  <a:pt x="849312" y="3555206"/>
                </a:cubicBezTo>
                <a:cubicBezTo>
                  <a:pt x="852975" y="3546964"/>
                  <a:pt x="940789" y="3486150"/>
                  <a:pt x="949026" y="3486150"/>
                </a:cubicBezTo>
                <a:cubicBezTo>
                  <a:pt x="955906" y="3486150"/>
                  <a:pt x="1019888" y="3436936"/>
                  <a:pt x="1076325" y="3388234"/>
                </a:cubicBezTo>
                <a:cubicBezTo>
                  <a:pt x="1183379" y="3295852"/>
                  <a:pt x="1257029" y="3214722"/>
                  <a:pt x="1393843" y="3038471"/>
                </a:cubicBezTo>
                <a:cubicBezTo>
                  <a:pt x="1426173" y="2996822"/>
                  <a:pt x="1438275" y="2968873"/>
                  <a:pt x="1438274" y="2935855"/>
                </a:cubicBezTo>
                <a:cubicBezTo>
                  <a:pt x="1438274" y="2915717"/>
                  <a:pt x="1444568" y="2890920"/>
                  <a:pt x="1452259" y="2880751"/>
                </a:cubicBezTo>
                <a:cubicBezTo>
                  <a:pt x="1460443" y="2869931"/>
                  <a:pt x="1466369" y="2840845"/>
                  <a:pt x="1466547" y="2810625"/>
                </a:cubicBezTo>
                <a:cubicBezTo>
                  <a:pt x="1466717" y="2781590"/>
                  <a:pt x="1472458" y="2752405"/>
                  <a:pt x="1479663" y="2743950"/>
                </a:cubicBezTo>
                <a:cubicBezTo>
                  <a:pt x="1493725" y="2727448"/>
                  <a:pt x="1486972" y="2587740"/>
                  <a:pt x="1468118" y="2505075"/>
                </a:cubicBezTo>
                <a:cubicBezTo>
                  <a:pt x="1462741" y="2481500"/>
                  <a:pt x="1453806" y="2440664"/>
                  <a:pt x="1448262" y="2414327"/>
                </a:cubicBezTo>
                <a:cubicBezTo>
                  <a:pt x="1442719" y="2387990"/>
                  <a:pt x="1429147" y="2342985"/>
                  <a:pt x="1418104" y="2314315"/>
                </a:cubicBezTo>
                <a:cubicBezTo>
                  <a:pt x="1407060" y="2285644"/>
                  <a:pt x="1395899" y="2250538"/>
                  <a:pt x="1393301" y="2236300"/>
                </a:cubicBezTo>
                <a:cubicBezTo>
                  <a:pt x="1390703" y="2222062"/>
                  <a:pt x="1382614" y="2205463"/>
                  <a:pt x="1375326" y="2199415"/>
                </a:cubicBezTo>
                <a:cubicBezTo>
                  <a:pt x="1368038" y="2193366"/>
                  <a:pt x="1362075" y="2182454"/>
                  <a:pt x="1362074" y="2175166"/>
                </a:cubicBezTo>
                <a:cubicBezTo>
                  <a:pt x="1362074" y="2167879"/>
                  <a:pt x="1357996" y="2154473"/>
                  <a:pt x="1353011" y="2145377"/>
                </a:cubicBezTo>
                <a:cubicBezTo>
                  <a:pt x="1348026" y="2136280"/>
                  <a:pt x="1336993" y="2111692"/>
                  <a:pt x="1328493" y="2090737"/>
                </a:cubicBezTo>
                <a:cubicBezTo>
                  <a:pt x="1305960" y="2035187"/>
                  <a:pt x="1285183" y="1992679"/>
                  <a:pt x="1251677" y="1933575"/>
                </a:cubicBezTo>
                <a:cubicBezTo>
                  <a:pt x="1235343" y="1904761"/>
                  <a:pt x="1205853" y="1851183"/>
                  <a:pt x="1186144" y="1814512"/>
                </a:cubicBezTo>
                <a:cubicBezTo>
                  <a:pt x="1166435" y="1777841"/>
                  <a:pt x="1142521" y="1739265"/>
                  <a:pt x="1133001" y="1728787"/>
                </a:cubicBezTo>
                <a:cubicBezTo>
                  <a:pt x="1123482" y="1718310"/>
                  <a:pt x="1111523" y="1698725"/>
                  <a:pt x="1106425" y="1685266"/>
                </a:cubicBezTo>
                <a:cubicBezTo>
                  <a:pt x="1101327" y="1671807"/>
                  <a:pt x="1058922" y="1611799"/>
                  <a:pt x="1012193" y="1551916"/>
                </a:cubicBezTo>
                <a:cubicBezTo>
                  <a:pt x="965463" y="1492033"/>
                  <a:pt x="919701" y="1431460"/>
                  <a:pt x="910500" y="1417310"/>
                </a:cubicBezTo>
                <a:cubicBezTo>
                  <a:pt x="892291" y="1389309"/>
                  <a:pt x="896658" y="1357741"/>
                  <a:pt x="919978" y="1348792"/>
                </a:cubicBezTo>
                <a:cubicBezTo>
                  <a:pt x="935077" y="1342998"/>
                  <a:pt x="1048039" y="1415952"/>
                  <a:pt x="1140158" y="1490992"/>
                </a:cubicBezTo>
                <a:cubicBezTo>
                  <a:pt x="1168875" y="1514385"/>
                  <a:pt x="1199835" y="1533524"/>
                  <a:pt x="1208958" y="1533524"/>
                </a:cubicBezTo>
                <a:cubicBezTo>
                  <a:pt x="1227480" y="1533525"/>
                  <a:pt x="1363809" y="1602852"/>
                  <a:pt x="1399078" y="1630206"/>
                </a:cubicBezTo>
                <a:cubicBezTo>
                  <a:pt x="1411571" y="1639896"/>
                  <a:pt x="1427880" y="1647824"/>
                  <a:pt x="1435319" y="1647825"/>
                </a:cubicBezTo>
                <a:cubicBezTo>
                  <a:pt x="1442758" y="1647825"/>
                  <a:pt x="1466826" y="1655953"/>
                  <a:pt x="1488803" y="1665888"/>
                </a:cubicBezTo>
                <a:cubicBezTo>
                  <a:pt x="1761469" y="1789146"/>
                  <a:pt x="1926079" y="1832428"/>
                  <a:pt x="2124075" y="1832920"/>
                </a:cubicBezTo>
                <a:cubicBezTo>
                  <a:pt x="2184320" y="1833070"/>
                  <a:pt x="2246471" y="1828323"/>
                  <a:pt x="2262187" y="1822370"/>
                </a:cubicBezTo>
                <a:cubicBezTo>
                  <a:pt x="2372479" y="1780597"/>
                  <a:pt x="2402036" y="1775555"/>
                  <a:pt x="2447903" y="1790692"/>
                </a:cubicBezTo>
                <a:cubicBezTo>
                  <a:pt x="2489061" y="1804276"/>
                  <a:pt x="2509121" y="1793208"/>
                  <a:pt x="2606898" y="1702973"/>
                </a:cubicBezTo>
                <a:cubicBezTo>
                  <a:pt x="2634088" y="1677880"/>
                  <a:pt x="2662356" y="1657350"/>
                  <a:pt x="2669716" y="1657350"/>
                </a:cubicBezTo>
                <a:cubicBezTo>
                  <a:pt x="2697096" y="1657350"/>
                  <a:pt x="2748168" y="1561758"/>
                  <a:pt x="2774039" y="1462087"/>
                </a:cubicBezTo>
                <a:cubicBezTo>
                  <a:pt x="2779478" y="1441132"/>
                  <a:pt x="2789766" y="1407827"/>
                  <a:pt x="2796901" y="1388075"/>
                </a:cubicBezTo>
                <a:cubicBezTo>
                  <a:pt x="2804037" y="1368324"/>
                  <a:pt x="2809875" y="1340249"/>
                  <a:pt x="2809875" y="1325687"/>
                </a:cubicBezTo>
                <a:cubicBezTo>
                  <a:pt x="2809875" y="1311124"/>
                  <a:pt x="2813789" y="1295138"/>
                  <a:pt x="2818574" y="1290161"/>
                </a:cubicBezTo>
                <a:cubicBezTo>
                  <a:pt x="2823359" y="1285184"/>
                  <a:pt x="2830208" y="1248965"/>
                  <a:pt x="2833795" y="1209675"/>
                </a:cubicBezTo>
                <a:cubicBezTo>
                  <a:pt x="2837382" y="1170384"/>
                  <a:pt x="2842118" y="1125378"/>
                  <a:pt x="2844319" y="1109662"/>
                </a:cubicBezTo>
                <a:cubicBezTo>
                  <a:pt x="2846520" y="1093946"/>
                  <a:pt x="2850810" y="1055370"/>
                  <a:pt x="2853852" y="1023937"/>
                </a:cubicBezTo>
                <a:cubicBezTo>
                  <a:pt x="2856894" y="992505"/>
                  <a:pt x="2862509" y="962501"/>
                  <a:pt x="2866330" y="957262"/>
                </a:cubicBezTo>
                <a:cubicBezTo>
                  <a:pt x="2870152" y="952023"/>
                  <a:pt x="2874254" y="891150"/>
                  <a:pt x="2875447" y="821989"/>
                </a:cubicBezTo>
                <a:cubicBezTo>
                  <a:pt x="2876640" y="752828"/>
                  <a:pt x="2881663" y="682133"/>
                  <a:pt x="2886608" y="664890"/>
                </a:cubicBezTo>
                <a:cubicBezTo>
                  <a:pt x="2891553" y="647646"/>
                  <a:pt x="2895600" y="572257"/>
                  <a:pt x="2895600" y="497358"/>
                </a:cubicBezTo>
                <a:cubicBezTo>
                  <a:pt x="2895600" y="376280"/>
                  <a:pt x="2897706" y="358316"/>
                  <a:pt x="2914597" y="335370"/>
                </a:cubicBezTo>
                <a:cubicBezTo>
                  <a:pt x="2930514" y="313747"/>
                  <a:pt x="2932065" y="304057"/>
                  <a:pt x="2924162" y="275608"/>
                </a:cubicBezTo>
                <a:cubicBezTo>
                  <a:pt x="2910446" y="226241"/>
                  <a:pt x="2909497" y="151967"/>
                  <a:pt x="2922160" y="119062"/>
                </a:cubicBezTo>
                <a:cubicBezTo>
                  <a:pt x="2928208" y="103346"/>
                  <a:pt x="2935550" y="78514"/>
                  <a:pt x="2938476" y="63881"/>
                </a:cubicBezTo>
                <a:cubicBezTo>
                  <a:pt x="2948078" y="15847"/>
                  <a:pt x="3014401" y="9795"/>
                  <a:pt x="3025858" y="55906"/>
                </a:cubicBezTo>
                <a:cubicBezTo>
                  <a:pt x="3029282" y="69687"/>
                  <a:pt x="3040451" y="92335"/>
                  <a:pt x="3050677" y="106235"/>
                </a:cubicBezTo>
                <a:cubicBezTo>
                  <a:pt x="3060904" y="120135"/>
                  <a:pt x="3073363" y="150139"/>
                  <a:pt x="3078364" y="172910"/>
                </a:cubicBezTo>
                <a:cubicBezTo>
                  <a:pt x="3092878" y="238990"/>
                  <a:pt x="3113078" y="334195"/>
                  <a:pt x="3123525" y="385762"/>
                </a:cubicBezTo>
                <a:cubicBezTo>
                  <a:pt x="3128832" y="411956"/>
                  <a:pt x="3137243" y="448389"/>
                  <a:pt x="3142217" y="466725"/>
                </a:cubicBezTo>
                <a:cubicBezTo>
                  <a:pt x="3147191" y="485060"/>
                  <a:pt x="3158374" y="527923"/>
                  <a:pt x="3167067" y="561975"/>
                </a:cubicBezTo>
                <a:cubicBezTo>
                  <a:pt x="3192796" y="662754"/>
                  <a:pt x="3211746" y="727573"/>
                  <a:pt x="3220635" y="745202"/>
                </a:cubicBezTo>
                <a:cubicBezTo>
                  <a:pt x="3225222" y="754298"/>
                  <a:pt x="3228975" y="768725"/>
                  <a:pt x="3228975" y="777261"/>
                </a:cubicBezTo>
                <a:cubicBezTo>
                  <a:pt x="3228974" y="785796"/>
                  <a:pt x="3235518" y="812644"/>
                  <a:pt x="3243515" y="836921"/>
                </a:cubicBezTo>
                <a:cubicBezTo>
                  <a:pt x="3318371" y="1064171"/>
                  <a:pt x="3333750" y="1114284"/>
                  <a:pt x="3333750" y="1130964"/>
                </a:cubicBezTo>
                <a:cubicBezTo>
                  <a:pt x="3333749" y="1141539"/>
                  <a:pt x="3340179" y="1155528"/>
                  <a:pt x="3348037" y="1162049"/>
                </a:cubicBezTo>
                <a:cubicBezTo>
                  <a:pt x="3355895" y="1168571"/>
                  <a:pt x="3362325" y="1180303"/>
                  <a:pt x="3362325" y="1188121"/>
                </a:cubicBezTo>
                <a:cubicBezTo>
                  <a:pt x="3362325" y="1206207"/>
                  <a:pt x="3403961" y="1284601"/>
                  <a:pt x="3450269" y="1353705"/>
                </a:cubicBezTo>
                <a:cubicBezTo>
                  <a:pt x="3470003" y="1383154"/>
                  <a:pt x="3486149" y="1410314"/>
                  <a:pt x="3486150" y="1414061"/>
                </a:cubicBezTo>
                <a:cubicBezTo>
                  <a:pt x="3486150" y="1433835"/>
                  <a:pt x="3591268" y="1568400"/>
                  <a:pt x="3655683" y="1631084"/>
                </a:cubicBezTo>
                <a:cubicBezTo>
                  <a:pt x="3726700" y="1700194"/>
                  <a:pt x="3731958" y="1703373"/>
                  <a:pt x="3786505" y="1710166"/>
                </a:cubicBezTo>
                <a:cubicBezTo>
                  <a:pt x="3817763" y="1714059"/>
                  <a:pt x="3852183" y="1723026"/>
                  <a:pt x="3862994" y="1730092"/>
                </a:cubicBezTo>
                <a:cubicBezTo>
                  <a:pt x="3906667" y="1758637"/>
                  <a:pt x="4138078" y="1634066"/>
                  <a:pt x="4260856" y="1515919"/>
                </a:cubicBezTo>
                <a:cubicBezTo>
                  <a:pt x="4347248" y="1432785"/>
                  <a:pt x="4485781" y="1260104"/>
                  <a:pt x="4605878" y="1085850"/>
                </a:cubicBezTo>
                <a:cubicBezTo>
                  <a:pt x="4670908" y="991494"/>
                  <a:pt x="4703719" y="945049"/>
                  <a:pt x="4733729" y="904875"/>
                </a:cubicBezTo>
                <a:cubicBezTo>
                  <a:pt x="4743512" y="891778"/>
                  <a:pt x="4779034" y="842584"/>
                  <a:pt x="4812667" y="795556"/>
                </a:cubicBezTo>
                <a:cubicBezTo>
                  <a:pt x="4849980" y="743381"/>
                  <a:pt x="4882153" y="708083"/>
                  <a:pt x="4895203" y="705002"/>
                </a:cubicBezTo>
                <a:cubicBezTo>
                  <a:pt x="4908997" y="701746"/>
                  <a:pt x="4939314" y="666163"/>
                  <a:pt x="4980602" y="604770"/>
                </a:cubicBezTo>
                <a:cubicBezTo>
                  <a:pt x="5016136" y="551931"/>
                  <a:pt x="5055722" y="504200"/>
                  <a:pt x="5069583" y="497478"/>
                </a:cubicBezTo>
                <a:cubicBezTo>
                  <a:pt x="5085876" y="489576"/>
                  <a:pt x="5110031" y="456476"/>
                  <a:pt x="5139093" y="402228"/>
                </a:cubicBezTo>
                <a:cubicBezTo>
                  <a:pt x="5225265" y="241371"/>
                  <a:pt x="5253883" y="209443"/>
                  <a:pt x="5284469" y="240029"/>
                </a:cubicBezTo>
                <a:cubicBezTo>
                  <a:pt x="5309664" y="265224"/>
                  <a:pt x="5286563" y="359860"/>
                  <a:pt x="5243084" y="409575"/>
                </a:cubicBezTo>
                <a:cubicBezTo>
                  <a:pt x="5226986" y="427982"/>
                  <a:pt x="5160118" y="664634"/>
                  <a:pt x="5167596" y="676735"/>
                </a:cubicBezTo>
                <a:cubicBezTo>
                  <a:pt x="5170715" y="681781"/>
                  <a:pt x="5169003" y="699816"/>
                  <a:pt x="5163791" y="716811"/>
                </a:cubicBezTo>
                <a:cubicBezTo>
                  <a:pt x="5158580" y="733807"/>
                  <a:pt x="5149292" y="767000"/>
                  <a:pt x="5143153" y="790575"/>
                </a:cubicBezTo>
                <a:cubicBezTo>
                  <a:pt x="5137014" y="814149"/>
                  <a:pt x="5128003" y="843608"/>
                  <a:pt x="5123129" y="856038"/>
                </a:cubicBezTo>
                <a:cubicBezTo>
                  <a:pt x="5116853" y="872044"/>
                  <a:pt x="5118158" y="884578"/>
                  <a:pt x="5127600" y="898989"/>
                </a:cubicBezTo>
                <a:cubicBezTo>
                  <a:pt x="5140425" y="918562"/>
                  <a:pt x="5135813" y="1012132"/>
                  <a:pt x="5120829" y="1036378"/>
                </a:cubicBezTo>
                <a:cubicBezTo>
                  <a:pt x="5117853" y="1041192"/>
                  <a:pt x="5113210" y="1068223"/>
                  <a:pt x="5110511" y="1096447"/>
                </a:cubicBezTo>
                <a:cubicBezTo>
                  <a:pt x="5105742" y="1146324"/>
                  <a:pt x="5096189" y="1224985"/>
                  <a:pt x="5077094" y="1371600"/>
                </a:cubicBezTo>
                <a:cubicBezTo>
                  <a:pt x="5071977" y="1410890"/>
                  <a:pt x="5064880" y="1555670"/>
                  <a:pt x="5061325" y="1693332"/>
                </a:cubicBezTo>
                <a:cubicBezTo>
                  <a:pt x="5055403" y="1922577"/>
                  <a:pt x="5056349" y="1948009"/>
                  <a:pt x="5072577" y="1995750"/>
                </a:cubicBezTo>
                <a:cubicBezTo>
                  <a:pt x="5090777" y="2049295"/>
                  <a:pt x="5110450" y="2061932"/>
                  <a:pt x="5133108" y="2034631"/>
                </a:cubicBezTo>
                <a:cubicBezTo>
                  <a:pt x="5139153" y="2027347"/>
                  <a:pt x="5164733" y="2012511"/>
                  <a:pt x="5189952" y="2001662"/>
                </a:cubicBezTo>
                <a:cubicBezTo>
                  <a:pt x="5215171" y="1990813"/>
                  <a:pt x="5241279" y="1975341"/>
                  <a:pt x="5247969" y="1967281"/>
                </a:cubicBezTo>
                <a:cubicBezTo>
                  <a:pt x="5254659" y="1959220"/>
                  <a:pt x="5263590" y="1952625"/>
                  <a:pt x="5267817" y="1952625"/>
                </a:cubicBezTo>
                <a:cubicBezTo>
                  <a:pt x="5272044" y="1952625"/>
                  <a:pt x="5301315" y="1935480"/>
                  <a:pt x="5332863" y="1914525"/>
                </a:cubicBezTo>
                <a:cubicBezTo>
                  <a:pt x="5364411" y="1893570"/>
                  <a:pt x="5392704" y="1876425"/>
                  <a:pt x="5395736" y="1876425"/>
                </a:cubicBezTo>
                <a:cubicBezTo>
                  <a:pt x="5398768" y="1876424"/>
                  <a:pt x="5428773" y="1853922"/>
                  <a:pt x="5462414" y="1826418"/>
                </a:cubicBezTo>
                <a:cubicBezTo>
                  <a:pt x="5564866" y="1742658"/>
                  <a:pt x="5581591" y="1731489"/>
                  <a:pt x="5596180" y="1737087"/>
                </a:cubicBezTo>
                <a:cubicBezTo>
                  <a:pt x="5615542" y="1744517"/>
                  <a:pt x="5613755" y="1764593"/>
                  <a:pt x="5591175" y="1793299"/>
                </a:cubicBezTo>
                <a:cubicBezTo>
                  <a:pt x="5580697" y="1806619"/>
                  <a:pt x="5572125" y="1821225"/>
                  <a:pt x="5572125" y="1825757"/>
                </a:cubicBezTo>
                <a:cubicBezTo>
                  <a:pt x="5572125" y="1830288"/>
                  <a:pt x="5557882" y="1855622"/>
                  <a:pt x="5540475" y="1882054"/>
                </a:cubicBezTo>
                <a:cubicBezTo>
                  <a:pt x="5508632" y="1930405"/>
                  <a:pt x="5498094" y="1950973"/>
                  <a:pt x="5433552" y="2090737"/>
                </a:cubicBezTo>
                <a:cubicBezTo>
                  <a:pt x="5414199" y="2132647"/>
                  <a:pt x="5381464" y="2203323"/>
                  <a:pt x="5360809" y="2247794"/>
                </a:cubicBezTo>
                <a:cubicBezTo>
                  <a:pt x="5323537" y="2328040"/>
                  <a:pt x="5323399" y="2328768"/>
                  <a:pt x="5342466" y="2344208"/>
                </a:cubicBezTo>
                <a:cubicBezTo>
                  <a:pt x="5369276" y="2365917"/>
                  <a:pt x="5492932" y="2383573"/>
                  <a:pt x="5518987" y="2369412"/>
                </a:cubicBezTo>
                <a:cubicBezTo>
                  <a:pt x="5529877" y="2363493"/>
                  <a:pt x="5573077" y="2353536"/>
                  <a:pt x="5614987" y="2347285"/>
                </a:cubicBezTo>
                <a:cubicBezTo>
                  <a:pt x="5721244" y="2331437"/>
                  <a:pt x="5798143" y="2315987"/>
                  <a:pt x="5848350" y="2300400"/>
                </a:cubicBezTo>
                <a:cubicBezTo>
                  <a:pt x="5871924" y="2293081"/>
                  <a:pt x="5923359" y="2278135"/>
                  <a:pt x="5962650" y="2267186"/>
                </a:cubicBezTo>
                <a:cubicBezTo>
                  <a:pt x="6001940" y="2256236"/>
                  <a:pt x="6087665" y="2229524"/>
                  <a:pt x="6153150" y="2207825"/>
                </a:cubicBezTo>
                <a:cubicBezTo>
                  <a:pt x="6236401" y="2180239"/>
                  <a:pt x="6290834" y="2167824"/>
                  <a:pt x="6334125" y="2166550"/>
                </a:cubicBezTo>
                <a:cubicBezTo>
                  <a:pt x="6419820" y="2164028"/>
                  <a:pt x="6569394" y="2109023"/>
                  <a:pt x="6588209" y="2073113"/>
                </a:cubicBezTo>
                <a:cubicBezTo>
                  <a:pt x="6602563" y="2045717"/>
                  <a:pt x="6611729" y="2042845"/>
                  <a:pt x="6638715" y="2057287"/>
                </a:cubicBezTo>
                <a:cubicBezTo>
                  <a:pt x="6670174" y="2074124"/>
                  <a:pt x="6852152" y="1995063"/>
                  <a:pt x="6861151" y="1960650"/>
                </a:cubicBezTo>
                <a:cubicBezTo>
                  <a:pt x="6863898" y="1950147"/>
                  <a:pt x="6888653" y="1932728"/>
                  <a:pt x="6921437" y="1918230"/>
                </a:cubicBezTo>
                <a:cubicBezTo>
                  <a:pt x="6952031" y="1904700"/>
                  <a:pt x="6990569" y="1887616"/>
                  <a:pt x="7007077" y="1880265"/>
                </a:cubicBezTo>
                <a:cubicBezTo>
                  <a:pt x="7023584" y="1872914"/>
                  <a:pt x="7045552" y="1866900"/>
                  <a:pt x="7055894" y="1866900"/>
                </a:cubicBezTo>
                <a:cubicBezTo>
                  <a:pt x="7066235" y="1866900"/>
                  <a:pt x="7107616" y="1851898"/>
                  <a:pt x="7147851" y="1833562"/>
                </a:cubicBezTo>
                <a:cubicBezTo>
                  <a:pt x="7233833" y="1794379"/>
                  <a:pt x="7253451" y="1792829"/>
                  <a:pt x="7290292" y="1822308"/>
                </a:cubicBezTo>
                <a:cubicBezTo>
                  <a:pt x="7314002" y="1841281"/>
                  <a:pt x="7316285" y="1847074"/>
                  <a:pt x="7306935" y="1864545"/>
                </a:cubicBezTo>
                <a:cubicBezTo>
                  <a:pt x="7299822" y="1877835"/>
                  <a:pt x="7299380" y="1886822"/>
                  <a:pt x="7305649" y="1890696"/>
                </a:cubicBezTo>
                <a:cubicBezTo>
                  <a:pt x="7338237" y="1910837"/>
                  <a:pt x="7300652" y="1953824"/>
                  <a:pt x="7171043" y="2044650"/>
                </a:cubicBezTo>
                <a:cubicBezTo>
                  <a:pt x="7132457" y="2071690"/>
                  <a:pt x="7088028" y="2104435"/>
                  <a:pt x="7072312" y="2117418"/>
                </a:cubicBezTo>
                <a:cubicBezTo>
                  <a:pt x="7056596" y="2130400"/>
                  <a:pt x="7005161" y="2171704"/>
                  <a:pt x="6958012" y="2209204"/>
                </a:cubicBezTo>
                <a:cubicBezTo>
                  <a:pt x="6910863" y="2246704"/>
                  <a:pt x="6864963" y="2283417"/>
                  <a:pt x="6856011" y="2290788"/>
                </a:cubicBezTo>
                <a:cubicBezTo>
                  <a:pt x="6807223" y="2330962"/>
                  <a:pt x="6729163" y="2393135"/>
                  <a:pt x="6658721" y="2447925"/>
                </a:cubicBezTo>
                <a:cubicBezTo>
                  <a:pt x="6520162" y="2555695"/>
                  <a:pt x="6271587" y="2769168"/>
                  <a:pt x="6156898" y="2878884"/>
                </a:cubicBezTo>
                <a:cubicBezTo>
                  <a:pt x="6104955" y="2928575"/>
                  <a:pt x="6072223" y="2952797"/>
                  <a:pt x="6056886" y="2952895"/>
                </a:cubicBezTo>
                <a:cubicBezTo>
                  <a:pt x="6018036" y="2953144"/>
                  <a:pt x="6005989" y="2966590"/>
                  <a:pt x="5943849" y="3079058"/>
                </a:cubicBezTo>
                <a:cubicBezTo>
                  <a:pt x="5916360" y="3128812"/>
                  <a:pt x="5927450" y="3175150"/>
                  <a:pt x="5967962" y="3179811"/>
                </a:cubicBezTo>
                <a:cubicBezTo>
                  <a:pt x="6024803" y="3186350"/>
                  <a:pt x="6034923" y="3216909"/>
                  <a:pt x="5994293" y="3259317"/>
                </a:cubicBezTo>
                <a:lnTo>
                  <a:pt x="5968787" y="3285940"/>
                </a:lnTo>
                <a:lnTo>
                  <a:pt x="6006200" y="3319216"/>
                </a:lnTo>
                <a:cubicBezTo>
                  <a:pt x="6026776" y="3337519"/>
                  <a:pt x="6054328" y="3355391"/>
                  <a:pt x="6067425" y="3358933"/>
                </a:cubicBezTo>
                <a:cubicBezTo>
                  <a:pt x="6080521" y="3362474"/>
                  <a:pt x="6107225" y="3375402"/>
                  <a:pt x="6126766" y="3387661"/>
                </a:cubicBezTo>
                <a:cubicBezTo>
                  <a:pt x="6146308" y="3399920"/>
                  <a:pt x="6174715" y="3409950"/>
                  <a:pt x="6189894" y="3409950"/>
                </a:cubicBezTo>
                <a:cubicBezTo>
                  <a:pt x="6205073" y="3409950"/>
                  <a:pt x="6222828" y="3416379"/>
                  <a:pt x="6229350" y="3424237"/>
                </a:cubicBezTo>
                <a:cubicBezTo>
                  <a:pt x="6235871" y="3432095"/>
                  <a:pt x="6252860" y="3438524"/>
                  <a:pt x="6267102" y="3438524"/>
                </a:cubicBezTo>
                <a:cubicBezTo>
                  <a:pt x="6281344" y="3438524"/>
                  <a:pt x="6314038" y="3444907"/>
                  <a:pt x="6339754" y="3452709"/>
                </a:cubicBezTo>
                <a:cubicBezTo>
                  <a:pt x="6365471" y="3460510"/>
                  <a:pt x="6400189" y="3466940"/>
                  <a:pt x="6416906" y="3466996"/>
                </a:cubicBezTo>
                <a:cubicBezTo>
                  <a:pt x="6433623" y="3467053"/>
                  <a:pt x="6449949" y="3471386"/>
                  <a:pt x="6453187" y="3476624"/>
                </a:cubicBezTo>
                <a:cubicBezTo>
                  <a:pt x="6456425" y="3481863"/>
                  <a:pt x="6473059" y="3486149"/>
                  <a:pt x="6490152" y="3486149"/>
                </a:cubicBezTo>
                <a:cubicBezTo>
                  <a:pt x="6507246" y="3486149"/>
                  <a:pt x="6540211" y="3492136"/>
                  <a:pt x="6563409" y="3499452"/>
                </a:cubicBezTo>
                <a:cubicBezTo>
                  <a:pt x="6586607" y="3506768"/>
                  <a:pt x="6637734" y="3518219"/>
                  <a:pt x="6677025" y="3524899"/>
                </a:cubicBezTo>
                <a:cubicBezTo>
                  <a:pt x="6716315" y="3531579"/>
                  <a:pt x="6765074" y="3542738"/>
                  <a:pt x="6785378" y="3549697"/>
                </a:cubicBezTo>
                <a:cubicBezTo>
                  <a:pt x="6805682" y="3556656"/>
                  <a:pt x="6839038" y="3562350"/>
                  <a:pt x="6859503" y="3562350"/>
                </a:cubicBezTo>
                <a:cubicBezTo>
                  <a:pt x="6879968" y="3562349"/>
                  <a:pt x="6912099" y="3568779"/>
                  <a:pt x="6930906" y="3576637"/>
                </a:cubicBezTo>
                <a:cubicBezTo>
                  <a:pt x="6949713" y="3584495"/>
                  <a:pt x="6984147" y="3590925"/>
                  <a:pt x="7007426" y="3590925"/>
                </a:cubicBezTo>
                <a:cubicBezTo>
                  <a:pt x="7030705" y="3590925"/>
                  <a:pt x="7059114" y="3596099"/>
                  <a:pt x="7070557" y="3602423"/>
                </a:cubicBezTo>
                <a:cubicBezTo>
                  <a:pt x="7082000" y="3608746"/>
                  <a:pt x="7114936" y="3616999"/>
                  <a:pt x="7143750" y="3620762"/>
                </a:cubicBezTo>
                <a:cubicBezTo>
                  <a:pt x="7248631" y="3634459"/>
                  <a:pt x="7331191" y="3647411"/>
                  <a:pt x="7410450" y="3662602"/>
                </a:cubicBezTo>
                <a:cubicBezTo>
                  <a:pt x="7454979" y="3671136"/>
                  <a:pt x="7521416" y="3682387"/>
                  <a:pt x="7558087" y="3687604"/>
                </a:cubicBezTo>
                <a:cubicBezTo>
                  <a:pt x="7666105" y="3702971"/>
                  <a:pt x="7696200" y="3713047"/>
                  <a:pt x="7696200" y="3733847"/>
                </a:cubicBezTo>
                <a:cubicBezTo>
                  <a:pt x="7696200" y="3761737"/>
                  <a:pt x="7725740" y="3771900"/>
                  <a:pt x="7806816" y="3771900"/>
                </a:cubicBezTo>
                <a:cubicBezTo>
                  <a:pt x="7847389" y="3771900"/>
                  <a:pt x="7893748" y="3775818"/>
                  <a:pt x="7909836" y="3780607"/>
                </a:cubicBezTo>
                <a:cubicBezTo>
                  <a:pt x="7925924" y="3785396"/>
                  <a:pt x="7951869" y="3792973"/>
                  <a:pt x="7967492" y="3797445"/>
                </a:cubicBezTo>
                <a:cubicBezTo>
                  <a:pt x="7986097" y="3802771"/>
                  <a:pt x="7999116" y="3814729"/>
                  <a:pt x="8005227" y="3832103"/>
                </a:cubicBezTo>
                <a:cubicBezTo>
                  <a:pt x="8018262" y="3869170"/>
                  <a:pt x="8002952" y="3888980"/>
                  <a:pt x="7952377" y="3900487"/>
                </a:cubicBezTo>
                <a:cubicBezTo>
                  <a:pt x="7929351" y="3905726"/>
                  <a:pt x="7904715" y="3913751"/>
                  <a:pt x="7897629" y="3918321"/>
                </a:cubicBezTo>
                <a:cubicBezTo>
                  <a:pt x="7890544" y="3922891"/>
                  <a:pt x="7834549" y="3923635"/>
                  <a:pt x="7773195" y="3919973"/>
                </a:cubicBezTo>
                <a:cubicBezTo>
                  <a:pt x="7676095" y="3914177"/>
                  <a:pt x="7659961" y="3915342"/>
                  <a:pt x="7648659" y="3928960"/>
                </a:cubicBezTo>
                <a:cubicBezTo>
                  <a:pt x="7627791" y="3954104"/>
                  <a:pt x="7581837" y="3973899"/>
                  <a:pt x="7525143" y="3982165"/>
                </a:cubicBezTo>
                <a:cubicBezTo>
                  <a:pt x="7496113" y="3986398"/>
                  <a:pt x="7427356" y="3996737"/>
                  <a:pt x="7372350" y="4005142"/>
                </a:cubicBezTo>
                <a:cubicBezTo>
                  <a:pt x="7317343" y="4013546"/>
                  <a:pt x="7254367" y="4022274"/>
                  <a:pt x="7232404" y="4024538"/>
                </a:cubicBezTo>
                <a:cubicBezTo>
                  <a:pt x="7210440" y="4026801"/>
                  <a:pt x="7137574" y="4037528"/>
                  <a:pt x="7070479" y="4048375"/>
                </a:cubicBezTo>
                <a:cubicBezTo>
                  <a:pt x="7003383" y="4059223"/>
                  <a:pt x="6884193" y="4078455"/>
                  <a:pt x="6805612" y="4091114"/>
                </a:cubicBezTo>
                <a:cubicBezTo>
                  <a:pt x="6727031" y="4103773"/>
                  <a:pt x="6632733" y="4120513"/>
                  <a:pt x="6596062" y="4128315"/>
                </a:cubicBezTo>
                <a:cubicBezTo>
                  <a:pt x="6559391" y="4136116"/>
                  <a:pt x="6497240" y="4148896"/>
                  <a:pt x="6457950" y="4156715"/>
                </a:cubicBezTo>
                <a:cubicBezTo>
                  <a:pt x="6364295" y="4175352"/>
                  <a:pt x="6183865" y="4223088"/>
                  <a:pt x="6148387" y="4238615"/>
                </a:cubicBezTo>
                <a:cubicBezTo>
                  <a:pt x="6137910" y="4243200"/>
                  <a:pt x="6118621" y="4249791"/>
                  <a:pt x="6105525" y="4253261"/>
                </a:cubicBezTo>
                <a:cubicBezTo>
                  <a:pt x="6067481" y="4263339"/>
                  <a:pt x="5915422" y="4324081"/>
                  <a:pt x="5853254" y="4354033"/>
                </a:cubicBezTo>
                <a:cubicBezTo>
                  <a:pt x="5821899" y="4369140"/>
                  <a:pt x="5791323" y="4381500"/>
                  <a:pt x="5785306" y="4381500"/>
                </a:cubicBezTo>
                <a:cubicBezTo>
                  <a:pt x="5772817" y="4381500"/>
                  <a:pt x="5705475" y="4453221"/>
                  <a:pt x="5705475" y="4466521"/>
                </a:cubicBezTo>
                <a:cubicBezTo>
                  <a:pt x="5705475" y="4471343"/>
                  <a:pt x="5694050" y="4488865"/>
                  <a:pt x="5680087" y="4505460"/>
                </a:cubicBezTo>
                <a:cubicBezTo>
                  <a:pt x="5654872" y="4535426"/>
                  <a:pt x="5654784" y="4536061"/>
                  <a:pt x="5667249" y="4598771"/>
                </a:cubicBezTo>
                <a:cubicBezTo>
                  <a:pt x="5681165" y="4668783"/>
                  <a:pt x="5716915" y="4757024"/>
                  <a:pt x="5743230" y="4786312"/>
                </a:cubicBezTo>
                <a:cubicBezTo>
                  <a:pt x="5752643" y="4796790"/>
                  <a:pt x="5765693" y="4822507"/>
                  <a:pt x="5772228" y="4843462"/>
                </a:cubicBezTo>
                <a:cubicBezTo>
                  <a:pt x="5778764" y="4864417"/>
                  <a:pt x="5787849" y="4891408"/>
                  <a:pt x="5792418" y="4903441"/>
                </a:cubicBezTo>
                <a:cubicBezTo>
                  <a:pt x="5796986" y="4915475"/>
                  <a:pt x="5800725" y="4941918"/>
                  <a:pt x="5800725" y="4962203"/>
                </a:cubicBezTo>
                <a:cubicBezTo>
                  <a:pt x="5800725" y="5037538"/>
                  <a:pt x="5843262" y="5160728"/>
                  <a:pt x="5961998" y="5429250"/>
                </a:cubicBezTo>
                <a:cubicBezTo>
                  <a:pt x="6003023" y="5522029"/>
                  <a:pt x="6075911" y="5672554"/>
                  <a:pt x="6100365" y="5715000"/>
                </a:cubicBezTo>
                <a:cubicBezTo>
                  <a:pt x="6107911" y="5728096"/>
                  <a:pt x="6137619" y="5788104"/>
                  <a:pt x="6166384" y="5848350"/>
                </a:cubicBezTo>
                <a:cubicBezTo>
                  <a:pt x="6212531" y="5944999"/>
                  <a:pt x="6216932" y="5959233"/>
                  <a:pt x="6203787" y="5969325"/>
                </a:cubicBezTo>
                <a:cubicBezTo>
                  <a:pt x="6184387" y="5984220"/>
                  <a:pt x="6229393" y="6067425"/>
                  <a:pt x="6256850" y="6067425"/>
                </a:cubicBezTo>
                <a:cubicBezTo>
                  <a:pt x="6274104" y="6067425"/>
                  <a:pt x="6305550" y="6095189"/>
                  <a:pt x="6305550" y="6110423"/>
                </a:cubicBezTo>
                <a:cubicBezTo>
                  <a:pt x="6305550" y="6114912"/>
                  <a:pt x="6314922" y="6128561"/>
                  <a:pt x="6326378" y="6140756"/>
                </a:cubicBezTo>
                <a:cubicBezTo>
                  <a:pt x="6342449" y="6157862"/>
                  <a:pt x="6344625" y="6165509"/>
                  <a:pt x="6335903" y="6174231"/>
                </a:cubicBezTo>
                <a:cubicBezTo>
                  <a:pt x="6316394" y="6193740"/>
                  <a:pt x="6323167" y="6219126"/>
                  <a:pt x="6372683" y="6312087"/>
                </a:cubicBezTo>
                <a:cubicBezTo>
                  <a:pt x="6426545" y="6413207"/>
                  <a:pt x="6484845" y="6502014"/>
                  <a:pt x="6515666" y="6529887"/>
                </a:cubicBezTo>
                <a:cubicBezTo>
                  <a:pt x="6526947" y="6540090"/>
                  <a:pt x="6544380" y="6564510"/>
                  <a:pt x="6554407" y="6584156"/>
                </a:cubicBezTo>
                <a:cubicBezTo>
                  <a:pt x="6564433" y="6603801"/>
                  <a:pt x="6575927" y="6619875"/>
                  <a:pt x="6579948" y="6619875"/>
                </a:cubicBezTo>
                <a:cubicBezTo>
                  <a:pt x="6583969" y="6619875"/>
                  <a:pt x="6605827" y="6648117"/>
                  <a:pt x="6628522" y="6682635"/>
                </a:cubicBezTo>
                <a:cubicBezTo>
                  <a:pt x="6662568" y="6734419"/>
                  <a:pt x="6668142" y="6749000"/>
                  <a:pt x="6660393" y="6766007"/>
                </a:cubicBezTo>
                <a:cubicBezTo>
                  <a:pt x="6652701" y="6782891"/>
                  <a:pt x="6657232" y="6795553"/>
                  <a:pt x="6685444" y="6836005"/>
                </a:cubicBezTo>
                <a:cubicBezTo>
                  <a:pt x="6704388" y="6863168"/>
                  <a:pt x="6737518" y="6910797"/>
                  <a:pt x="6759067" y="6941848"/>
                </a:cubicBezTo>
                <a:cubicBezTo>
                  <a:pt x="6814515" y="7021744"/>
                  <a:pt x="6820527" y="7061090"/>
                  <a:pt x="6780350" y="7081132"/>
                </a:cubicBezTo>
                <a:cubicBezTo>
                  <a:pt x="6743232" y="7099649"/>
                  <a:pt x="6725300" y="7085857"/>
                  <a:pt x="6643370" y="6975781"/>
                </a:cubicBezTo>
                <a:cubicBezTo>
                  <a:pt x="6615551" y="6938405"/>
                  <a:pt x="6538176" y="6848997"/>
                  <a:pt x="6471426" y="6777097"/>
                </a:cubicBezTo>
                <a:cubicBezTo>
                  <a:pt x="6352489" y="6648983"/>
                  <a:pt x="6349758" y="6646774"/>
                  <a:pt x="6334832" y="6666561"/>
                </a:cubicBezTo>
                <a:cubicBezTo>
                  <a:pt x="6313045" y="6695445"/>
                  <a:pt x="6313245" y="6695618"/>
                  <a:pt x="5986462" y="6364116"/>
                </a:cubicBezTo>
                <a:cubicBezTo>
                  <a:pt x="5829300" y="6204684"/>
                  <a:pt x="5650256" y="6024717"/>
                  <a:pt x="5588587" y="5964188"/>
                </a:cubicBezTo>
                <a:cubicBezTo>
                  <a:pt x="5526918" y="5903660"/>
                  <a:pt x="5463249" y="5833546"/>
                  <a:pt x="5447100" y="5808380"/>
                </a:cubicBezTo>
                <a:cubicBezTo>
                  <a:pt x="5430951" y="5783215"/>
                  <a:pt x="5413232" y="5762625"/>
                  <a:pt x="5407724" y="5762625"/>
                </a:cubicBezTo>
                <a:cubicBezTo>
                  <a:pt x="5390566" y="5762625"/>
                  <a:pt x="5334000" y="5714750"/>
                  <a:pt x="5334000" y="5700227"/>
                </a:cubicBezTo>
                <a:cubicBezTo>
                  <a:pt x="5334000" y="5692636"/>
                  <a:pt x="5341270" y="5686425"/>
                  <a:pt x="5350155" y="5686425"/>
                </a:cubicBezTo>
                <a:cubicBezTo>
                  <a:pt x="5362269" y="5686424"/>
                  <a:pt x="5358227" y="5678084"/>
                  <a:pt x="5333999" y="5653087"/>
                </a:cubicBezTo>
                <a:cubicBezTo>
                  <a:pt x="5296918" y="5614828"/>
                  <a:pt x="5286588" y="5612115"/>
                  <a:pt x="5279609" y="5638800"/>
                </a:cubicBezTo>
                <a:cubicBezTo>
                  <a:pt x="5272954" y="5664249"/>
                  <a:pt x="5258165" y="5662814"/>
                  <a:pt x="5213885" y="5632419"/>
                </a:cubicBezTo>
                <a:cubicBezTo>
                  <a:pt x="5168730" y="5601424"/>
                  <a:pt x="5055640" y="5531648"/>
                  <a:pt x="5010138" y="5506708"/>
                </a:cubicBezTo>
                <a:cubicBezTo>
                  <a:pt x="4991796" y="5496655"/>
                  <a:pt x="4959649" y="5486902"/>
                  <a:pt x="4938700" y="5485034"/>
                </a:cubicBezTo>
                <a:cubicBezTo>
                  <a:pt x="4903731" y="5481915"/>
                  <a:pt x="4900527" y="5483587"/>
                  <a:pt x="4899579" y="5505450"/>
                </a:cubicBezTo>
                <a:cubicBezTo>
                  <a:pt x="4899011" y="5518546"/>
                  <a:pt x="4897940" y="5534620"/>
                  <a:pt x="4897198" y="5541168"/>
                </a:cubicBezTo>
                <a:cubicBezTo>
                  <a:pt x="4895611" y="5555185"/>
                  <a:pt x="4861449" y="5557242"/>
                  <a:pt x="4853155" y="5543821"/>
                </a:cubicBezTo>
                <a:cubicBezTo>
                  <a:pt x="4845661" y="5531696"/>
                  <a:pt x="4764477" y="5495909"/>
                  <a:pt x="4744620" y="5495978"/>
                </a:cubicBezTo>
                <a:cubicBezTo>
                  <a:pt x="4638436" y="5496343"/>
                  <a:pt x="4495925" y="5651566"/>
                  <a:pt x="4429850" y="5838825"/>
                </a:cubicBezTo>
                <a:cubicBezTo>
                  <a:pt x="4393060" y="5943091"/>
                  <a:pt x="4363173" y="6040745"/>
                  <a:pt x="4353221" y="6089211"/>
                </a:cubicBezTo>
                <a:cubicBezTo>
                  <a:pt x="4346995" y="6119529"/>
                  <a:pt x="4335836" y="6155962"/>
                  <a:pt x="4328422" y="6170173"/>
                </a:cubicBezTo>
                <a:cubicBezTo>
                  <a:pt x="4321008" y="6184385"/>
                  <a:pt x="4314915" y="6204586"/>
                  <a:pt x="4314883" y="6215066"/>
                </a:cubicBezTo>
                <a:cubicBezTo>
                  <a:pt x="4314851" y="6225545"/>
                  <a:pt x="4308470" y="6264121"/>
                  <a:pt x="4300702" y="6300791"/>
                </a:cubicBezTo>
                <a:cubicBezTo>
                  <a:pt x="4292935" y="6337460"/>
                  <a:pt x="4286506" y="6389108"/>
                  <a:pt x="4286415" y="6415563"/>
                </a:cubicBezTo>
                <a:cubicBezTo>
                  <a:pt x="4286324" y="6442019"/>
                  <a:pt x="4281264" y="6468650"/>
                  <a:pt x="4275170" y="6474744"/>
                </a:cubicBezTo>
                <a:cubicBezTo>
                  <a:pt x="4268267" y="6481647"/>
                  <a:pt x="4262719" y="6533537"/>
                  <a:pt x="4260454" y="6612380"/>
                </a:cubicBezTo>
                <a:cubicBezTo>
                  <a:pt x="4258454" y="6681987"/>
                  <a:pt x="4252786" y="6747510"/>
                  <a:pt x="4247857" y="6757987"/>
                </a:cubicBezTo>
                <a:cubicBezTo>
                  <a:pt x="4236450" y="6782238"/>
                  <a:pt x="4227511" y="7019109"/>
                  <a:pt x="4229083" y="7255461"/>
                </a:cubicBezTo>
                <a:cubicBezTo>
                  <a:pt x="4230167" y="7418434"/>
                  <a:pt x="4228399" y="7441224"/>
                  <a:pt x="4213031" y="7462331"/>
                </a:cubicBezTo>
                <a:cubicBezTo>
                  <a:pt x="4192691" y="7490270"/>
                  <a:pt x="4162425" y="7494509"/>
                  <a:pt x="4162425" y="7469420"/>
                </a:cubicBezTo>
                <a:close/>
                <a:moveTo>
                  <a:pt x="4040635" y="6271522"/>
                </a:moveTo>
                <a:cubicBezTo>
                  <a:pt x="4038089" y="6231852"/>
                  <a:pt x="4040511" y="6183632"/>
                  <a:pt x="4046018" y="6164366"/>
                </a:cubicBezTo>
                <a:cubicBezTo>
                  <a:pt x="4051525" y="6145100"/>
                  <a:pt x="4060673" y="6087524"/>
                  <a:pt x="4066348" y="6036419"/>
                </a:cubicBezTo>
                <a:cubicBezTo>
                  <a:pt x="4077846" y="5932870"/>
                  <a:pt x="4127025" y="5732726"/>
                  <a:pt x="4148507" y="5702056"/>
                </a:cubicBezTo>
                <a:cubicBezTo>
                  <a:pt x="4156161" y="5691128"/>
                  <a:pt x="4162425" y="5675156"/>
                  <a:pt x="4162425" y="5666565"/>
                </a:cubicBezTo>
                <a:cubicBezTo>
                  <a:pt x="4162425" y="5640637"/>
                  <a:pt x="4214358" y="5523293"/>
                  <a:pt x="4251443" y="5465426"/>
                </a:cubicBezTo>
                <a:cubicBezTo>
                  <a:pt x="4270587" y="5435555"/>
                  <a:pt x="4286250" y="5408798"/>
                  <a:pt x="4286250" y="5405967"/>
                </a:cubicBezTo>
                <a:cubicBezTo>
                  <a:pt x="4286250" y="5390684"/>
                  <a:pt x="4410239" y="5257800"/>
                  <a:pt x="4424499" y="5257800"/>
                </a:cubicBezTo>
                <a:cubicBezTo>
                  <a:pt x="4430999" y="5257800"/>
                  <a:pt x="4441821" y="5251168"/>
                  <a:pt x="4448547" y="5243063"/>
                </a:cubicBezTo>
                <a:cubicBezTo>
                  <a:pt x="4463556" y="5224979"/>
                  <a:pt x="4553456" y="5181600"/>
                  <a:pt x="4575926" y="5181600"/>
                </a:cubicBezTo>
                <a:cubicBezTo>
                  <a:pt x="4584933" y="5181600"/>
                  <a:pt x="4601563" y="5176643"/>
                  <a:pt x="4612883" y="5170585"/>
                </a:cubicBezTo>
                <a:cubicBezTo>
                  <a:pt x="4668995" y="5140555"/>
                  <a:pt x="4797674" y="5127047"/>
                  <a:pt x="4836479" y="5147114"/>
                </a:cubicBezTo>
                <a:cubicBezTo>
                  <a:pt x="4851700" y="5154985"/>
                  <a:pt x="4902360" y="5166494"/>
                  <a:pt x="4949058" y="5172689"/>
                </a:cubicBezTo>
                <a:cubicBezTo>
                  <a:pt x="4995755" y="5178885"/>
                  <a:pt x="5042417" y="5189854"/>
                  <a:pt x="5052750" y="5197064"/>
                </a:cubicBezTo>
                <a:cubicBezTo>
                  <a:pt x="5063084" y="5204275"/>
                  <a:pt x="5080443" y="5210175"/>
                  <a:pt x="5091326" y="5210175"/>
                </a:cubicBezTo>
                <a:cubicBezTo>
                  <a:pt x="5102210" y="5210175"/>
                  <a:pt x="5115186" y="5213752"/>
                  <a:pt x="5120163" y="5218125"/>
                </a:cubicBezTo>
                <a:cubicBezTo>
                  <a:pt x="5125140" y="5222498"/>
                  <a:pt x="5150643" y="5233949"/>
                  <a:pt x="5176837" y="5243573"/>
                </a:cubicBezTo>
                <a:cubicBezTo>
                  <a:pt x="5226878" y="5261957"/>
                  <a:pt x="5328430" y="5320704"/>
                  <a:pt x="5376862" y="5359286"/>
                </a:cubicBezTo>
                <a:cubicBezTo>
                  <a:pt x="5518441" y="5472070"/>
                  <a:pt x="5635607" y="5581269"/>
                  <a:pt x="5767166" y="5723050"/>
                </a:cubicBezTo>
                <a:cubicBezTo>
                  <a:pt x="5823145" y="5783379"/>
                  <a:pt x="5834500" y="5773069"/>
                  <a:pt x="5789288" y="5702960"/>
                </a:cubicBezTo>
                <a:cubicBezTo>
                  <a:pt x="5771599" y="5675530"/>
                  <a:pt x="5739354" y="5616654"/>
                  <a:pt x="5717633" y="5572125"/>
                </a:cubicBezTo>
                <a:cubicBezTo>
                  <a:pt x="5624835" y="5381882"/>
                  <a:pt x="5581374" y="5288772"/>
                  <a:pt x="5568693" y="5253037"/>
                </a:cubicBezTo>
                <a:cubicBezTo>
                  <a:pt x="5561257" y="5232082"/>
                  <a:pt x="5541926" y="5178504"/>
                  <a:pt x="5525736" y="5133975"/>
                </a:cubicBezTo>
                <a:cubicBezTo>
                  <a:pt x="5509547" y="5089445"/>
                  <a:pt x="5496216" y="5041478"/>
                  <a:pt x="5496112" y="5027380"/>
                </a:cubicBezTo>
                <a:cubicBezTo>
                  <a:pt x="5496009" y="5013283"/>
                  <a:pt x="5492268" y="4999489"/>
                  <a:pt x="5487799" y="4996727"/>
                </a:cubicBezTo>
                <a:cubicBezTo>
                  <a:pt x="5466918" y="4983822"/>
                  <a:pt x="5431607" y="4603190"/>
                  <a:pt x="5448383" y="4571844"/>
                </a:cubicBezTo>
                <a:cubicBezTo>
                  <a:pt x="5462541" y="4545389"/>
                  <a:pt x="5485111" y="4548320"/>
                  <a:pt x="5496427" y="4578083"/>
                </a:cubicBezTo>
                <a:cubicBezTo>
                  <a:pt x="5510814" y="4615925"/>
                  <a:pt x="5516753" y="4599509"/>
                  <a:pt x="5509220" y="4542721"/>
                </a:cubicBezTo>
                <a:cubicBezTo>
                  <a:pt x="5504788" y="4509317"/>
                  <a:pt x="5495439" y="4485515"/>
                  <a:pt x="5481658" y="4472553"/>
                </a:cubicBezTo>
                <a:cubicBezTo>
                  <a:pt x="5458735" y="4450992"/>
                  <a:pt x="5458445" y="4390391"/>
                  <a:pt x="5481131" y="4362450"/>
                </a:cubicBezTo>
                <a:cubicBezTo>
                  <a:pt x="5495807" y="4344373"/>
                  <a:pt x="5524500" y="4281979"/>
                  <a:pt x="5524500" y="4268141"/>
                </a:cubicBezTo>
                <a:cubicBezTo>
                  <a:pt x="5524500" y="4262385"/>
                  <a:pt x="5527739" y="4257675"/>
                  <a:pt x="5531699" y="4257675"/>
                </a:cubicBezTo>
                <a:cubicBezTo>
                  <a:pt x="5535659" y="4257674"/>
                  <a:pt x="5544286" y="4245504"/>
                  <a:pt x="5550870" y="4230630"/>
                </a:cubicBezTo>
                <a:cubicBezTo>
                  <a:pt x="5570804" y="4185597"/>
                  <a:pt x="5762340" y="4000500"/>
                  <a:pt x="5789005" y="4000500"/>
                </a:cubicBezTo>
                <a:cubicBezTo>
                  <a:pt x="5794578" y="4000500"/>
                  <a:pt x="5800566" y="3996758"/>
                  <a:pt x="5802312" y="3992186"/>
                </a:cubicBezTo>
                <a:cubicBezTo>
                  <a:pt x="5807011" y="3979881"/>
                  <a:pt x="5915034" y="3924300"/>
                  <a:pt x="5934249" y="3924300"/>
                </a:cubicBezTo>
                <a:cubicBezTo>
                  <a:pt x="5943348" y="3924300"/>
                  <a:pt x="5956128" y="3917870"/>
                  <a:pt x="5962650" y="3910012"/>
                </a:cubicBezTo>
                <a:cubicBezTo>
                  <a:pt x="5969171" y="3902154"/>
                  <a:pt x="5983841" y="3895725"/>
                  <a:pt x="5995248" y="3895725"/>
                </a:cubicBezTo>
                <a:cubicBezTo>
                  <a:pt x="6006656" y="3895725"/>
                  <a:pt x="6020061" y="3892319"/>
                  <a:pt x="6025038" y="3888156"/>
                </a:cubicBezTo>
                <a:cubicBezTo>
                  <a:pt x="6030015" y="3883993"/>
                  <a:pt x="6059805" y="3872769"/>
                  <a:pt x="6091237" y="3863213"/>
                </a:cubicBezTo>
                <a:cubicBezTo>
                  <a:pt x="6122670" y="3853657"/>
                  <a:pt x="6161246" y="3841587"/>
                  <a:pt x="6176962" y="3836391"/>
                </a:cubicBezTo>
                <a:cubicBezTo>
                  <a:pt x="6232376" y="3818071"/>
                  <a:pt x="6399813" y="3780989"/>
                  <a:pt x="6462712" y="3773106"/>
                </a:cubicBezTo>
                <a:cubicBezTo>
                  <a:pt x="6525734" y="3765207"/>
                  <a:pt x="6519733" y="3749462"/>
                  <a:pt x="6451064" y="3742543"/>
                </a:cubicBezTo>
                <a:cubicBezTo>
                  <a:pt x="6394024" y="3736796"/>
                  <a:pt x="6341471" y="3722813"/>
                  <a:pt x="6289822" y="3699641"/>
                </a:cubicBezTo>
                <a:cubicBezTo>
                  <a:pt x="6273315" y="3692234"/>
                  <a:pt x="6253208" y="3686175"/>
                  <a:pt x="6245141" y="3686175"/>
                </a:cubicBezTo>
                <a:cubicBezTo>
                  <a:pt x="6237074" y="3686175"/>
                  <a:pt x="6228167" y="3682442"/>
                  <a:pt x="6225347" y="3677880"/>
                </a:cubicBezTo>
                <a:cubicBezTo>
                  <a:pt x="6222528" y="3673318"/>
                  <a:pt x="6207879" y="3667117"/>
                  <a:pt x="6192794" y="3664100"/>
                </a:cubicBezTo>
                <a:cubicBezTo>
                  <a:pt x="6177709" y="3661083"/>
                  <a:pt x="6135829" y="3644582"/>
                  <a:pt x="6099727" y="3627432"/>
                </a:cubicBezTo>
                <a:cubicBezTo>
                  <a:pt x="6063625" y="3610282"/>
                  <a:pt x="6026883" y="3593980"/>
                  <a:pt x="6018078" y="3591206"/>
                </a:cubicBezTo>
                <a:cubicBezTo>
                  <a:pt x="5977343" y="3578372"/>
                  <a:pt x="5849042" y="3464723"/>
                  <a:pt x="5838200" y="3431869"/>
                </a:cubicBezTo>
                <a:cubicBezTo>
                  <a:pt x="5832079" y="3413324"/>
                  <a:pt x="5810694" y="3381275"/>
                  <a:pt x="5790677" y="3360649"/>
                </a:cubicBezTo>
                <a:cubicBezTo>
                  <a:pt x="5770661" y="3340023"/>
                  <a:pt x="5752945" y="3313789"/>
                  <a:pt x="5751310" y="3302352"/>
                </a:cubicBezTo>
                <a:cubicBezTo>
                  <a:pt x="5749602" y="3290404"/>
                  <a:pt x="5740232" y="3280138"/>
                  <a:pt x="5729287" y="3278222"/>
                </a:cubicBezTo>
                <a:cubicBezTo>
                  <a:pt x="5697703" y="3272695"/>
                  <a:pt x="5677343" y="3237899"/>
                  <a:pt x="5677111" y="3189055"/>
                </a:cubicBezTo>
                <a:cubicBezTo>
                  <a:pt x="5676995" y="3164480"/>
                  <a:pt x="5681186" y="3141725"/>
                  <a:pt x="5686425" y="3138487"/>
                </a:cubicBezTo>
                <a:cubicBezTo>
                  <a:pt x="5691663" y="3135249"/>
                  <a:pt x="5695950" y="3118376"/>
                  <a:pt x="5695950" y="3100991"/>
                </a:cubicBezTo>
                <a:cubicBezTo>
                  <a:pt x="5695950" y="3083606"/>
                  <a:pt x="5702379" y="3064046"/>
                  <a:pt x="5710237" y="3057525"/>
                </a:cubicBezTo>
                <a:cubicBezTo>
                  <a:pt x="5718095" y="3051003"/>
                  <a:pt x="5724525" y="3037468"/>
                  <a:pt x="5724525" y="3027448"/>
                </a:cubicBezTo>
                <a:cubicBezTo>
                  <a:pt x="5724525" y="3011326"/>
                  <a:pt x="5747980" y="2965692"/>
                  <a:pt x="5762919" y="2952750"/>
                </a:cubicBezTo>
                <a:cubicBezTo>
                  <a:pt x="5765943" y="2950130"/>
                  <a:pt x="5778294" y="2928699"/>
                  <a:pt x="5790367" y="2905125"/>
                </a:cubicBezTo>
                <a:cubicBezTo>
                  <a:pt x="5845740" y="2796996"/>
                  <a:pt x="5964922" y="2660852"/>
                  <a:pt x="6077283" y="2577376"/>
                </a:cubicBezTo>
                <a:cubicBezTo>
                  <a:pt x="6184086" y="2498028"/>
                  <a:pt x="6201622" y="2469251"/>
                  <a:pt x="6119131" y="2508702"/>
                </a:cubicBezTo>
                <a:cubicBezTo>
                  <a:pt x="6070633" y="2531896"/>
                  <a:pt x="5942548" y="2574026"/>
                  <a:pt x="5867400" y="2591502"/>
                </a:cubicBezTo>
                <a:cubicBezTo>
                  <a:pt x="5609563" y="2651463"/>
                  <a:pt x="5593798" y="2653958"/>
                  <a:pt x="5414376" y="2663190"/>
                </a:cubicBezTo>
                <a:cubicBezTo>
                  <a:pt x="5331649" y="2667446"/>
                  <a:pt x="5283533" y="2666149"/>
                  <a:pt x="5270767" y="2659317"/>
                </a:cubicBezTo>
                <a:cubicBezTo>
                  <a:pt x="5260208" y="2653666"/>
                  <a:pt x="5217609" y="2646267"/>
                  <a:pt x="5176103" y="2642874"/>
                </a:cubicBezTo>
                <a:cubicBezTo>
                  <a:pt x="5049549" y="2632530"/>
                  <a:pt x="5005855" y="2602638"/>
                  <a:pt x="4995439" y="2519277"/>
                </a:cubicBezTo>
                <a:cubicBezTo>
                  <a:pt x="4990559" y="2480219"/>
                  <a:pt x="4992884" y="2455525"/>
                  <a:pt x="5004241" y="2425787"/>
                </a:cubicBezTo>
                <a:cubicBezTo>
                  <a:pt x="5012729" y="2403560"/>
                  <a:pt x="5019675" y="2383344"/>
                  <a:pt x="5019675" y="2380862"/>
                </a:cubicBezTo>
                <a:cubicBezTo>
                  <a:pt x="5019675" y="2378380"/>
                  <a:pt x="5000386" y="2377884"/>
                  <a:pt x="4976812" y="2379759"/>
                </a:cubicBezTo>
                <a:cubicBezTo>
                  <a:pt x="4951467" y="2381775"/>
                  <a:pt x="4933950" y="2379145"/>
                  <a:pt x="4933950" y="2373325"/>
                </a:cubicBezTo>
                <a:cubicBezTo>
                  <a:pt x="4933950" y="2367912"/>
                  <a:pt x="4924305" y="2360489"/>
                  <a:pt x="4912518" y="2356829"/>
                </a:cubicBezTo>
                <a:cubicBezTo>
                  <a:pt x="4859319" y="2340312"/>
                  <a:pt x="4752975" y="2212511"/>
                  <a:pt x="4752975" y="2165095"/>
                </a:cubicBezTo>
                <a:cubicBezTo>
                  <a:pt x="4752975" y="2155014"/>
                  <a:pt x="4746681" y="2138445"/>
                  <a:pt x="4738990" y="2128276"/>
                </a:cubicBezTo>
                <a:cubicBezTo>
                  <a:pt x="4731298" y="2118107"/>
                  <a:pt x="4724869" y="2098857"/>
                  <a:pt x="4724702" y="2085498"/>
                </a:cubicBezTo>
                <a:cubicBezTo>
                  <a:pt x="4724536" y="2072139"/>
                  <a:pt x="4719466" y="2056276"/>
                  <a:pt x="4713435" y="2050245"/>
                </a:cubicBezTo>
                <a:cubicBezTo>
                  <a:pt x="4703029" y="2039839"/>
                  <a:pt x="4693204" y="1997699"/>
                  <a:pt x="4680164" y="1907533"/>
                </a:cubicBezTo>
                <a:cubicBezTo>
                  <a:pt x="4676956" y="1885352"/>
                  <a:pt x="4668452" y="1862325"/>
                  <a:pt x="4661265" y="1856361"/>
                </a:cubicBezTo>
                <a:cubicBezTo>
                  <a:pt x="4643605" y="1841704"/>
                  <a:pt x="4643562" y="1682434"/>
                  <a:pt x="4661205" y="1632353"/>
                </a:cubicBezTo>
                <a:cubicBezTo>
                  <a:pt x="4668358" y="1612049"/>
                  <a:pt x="4672241" y="1582074"/>
                  <a:pt x="4669834" y="1565741"/>
                </a:cubicBezTo>
                <a:cubicBezTo>
                  <a:pt x="4667349" y="1548884"/>
                  <a:pt x="4672022" y="1523349"/>
                  <a:pt x="4680641" y="1506682"/>
                </a:cubicBezTo>
                <a:cubicBezTo>
                  <a:pt x="4688992" y="1490533"/>
                  <a:pt x="4695825" y="1466917"/>
                  <a:pt x="4695825" y="1454201"/>
                </a:cubicBezTo>
                <a:cubicBezTo>
                  <a:pt x="4695825" y="1441486"/>
                  <a:pt x="4702254" y="1425746"/>
                  <a:pt x="4710112" y="1419224"/>
                </a:cubicBezTo>
                <a:cubicBezTo>
                  <a:pt x="4726268" y="1405816"/>
                  <a:pt x="4729520" y="1371600"/>
                  <a:pt x="4714639" y="1371600"/>
                </a:cubicBezTo>
                <a:cubicBezTo>
                  <a:pt x="4709270" y="1371600"/>
                  <a:pt x="4700708" y="1381244"/>
                  <a:pt x="4695611" y="1393031"/>
                </a:cubicBezTo>
                <a:cubicBezTo>
                  <a:pt x="4659652" y="1476197"/>
                  <a:pt x="4445343" y="1733550"/>
                  <a:pt x="4412046" y="1733550"/>
                </a:cubicBezTo>
                <a:cubicBezTo>
                  <a:pt x="4404248" y="1733550"/>
                  <a:pt x="4355047" y="1778735"/>
                  <a:pt x="4302712" y="1833962"/>
                </a:cubicBezTo>
                <a:cubicBezTo>
                  <a:pt x="4198869" y="1943542"/>
                  <a:pt x="4163614" y="1968554"/>
                  <a:pt x="4134764" y="1953114"/>
                </a:cubicBezTo>
                <a:cubicBezTo>
                  <a:pt x="4121464" y="1945996"/>
                  <a:pt x="4113764" y="1947158"/>
                  <a:pt x="4105108" y="1957587"/>
                </a:cubicBezTo>
                <a:cubicBezTo>
                  <a:pt x="4098678" y="1965335"/>
                  <a:pt x="4088584" y="1971757"/>
                  <a:pt x="4082677" y="1971857"/>
                </a:cubicBezTo>
                <a:cubicBezTo>
                  <a:pt x="4076770" y="1971958"/>
                  <a:pt x="4054792" y="1987056"/>
                  <a:pt x="4033837" y="2005410"/>
                </a:cubicBezTo>
                <a:cubicBezTo>
                  <a:pt x="3937776" y="2089544"/>
                  <a:pt x="3792385" y="2122208"/>
                  <a:pt x="3657659" y="2089924"/>
                </a:cubicBezTo>
                <a:cubicBezTo>
                  <a:pt x="3618336" y="2080501"/>
                  <a:pt x="3579733" y="2068072"/>
                  <a:pt x="3571875" y="2062304"/>
                </a:cubicBezTo>
                <a:cubicBezTo>
                  <a:pt x="3564016" y="2056535"/>
                  <a:pt x="3544897" y="2045571"/>
                  <a:pt x="3529388" y="2037939"/>
                </a:cubicBezTo>
                <a:cubicBezTo>
                  <a:pt x="3494605" y="2020822"/>
                  <a:pt x="3380728" y="1907793"/>
                  <a:pt x="3327800" y="1837853"/>
                </a:cubicBezTo>
                <a:cubicBezTo>
                  <a:pt x="3275348" y="1768540"/>
                  <a:pt x="3200400" y="1650285"/>
                  <a:pt x="3200400" y="1636838"/>
                </a:cubicBezTo>
                <a:cubicBezTo>
                  <a:pt x="3200400" y="1630902"/>
                  <a:pt x="3185679" y="1595584"/>
                  <a:pt x="3167687" y="1558354"/>
                </a:cubicBezTo>
                <a:cubicBezTo>
                  <a:pt x="3121522" y="1462826"/>
                  <a:pt x="3099237" y="1403482"/>
                  <a:pt x="3086825" y="1343025"/>
                </a:cubicBezTo>
                <a:cubicBezTo>
                  <a:pt x="3064330" y="1233458"/>
                  <a:pt x="3053084" y="1243776"/>
                  <a:pt x="3033547" y="1391900"/>
                </a:cubicBezTo>
                <a:cubicBezTo>
                  <a:pt x="3025758" y="1450955"/>
                  <a:pt x="3015108" y="1503551"/>
                  <a:pt x="3009880" y="1508779"/>
                </a:cubicBezTo>
                <a:cubicBezTo>
                  <a:pt x="3004652" y="1514007"/>
                  <a:pt x="3000238" y="1535644"/>
                  <a:pt x="3000072" y="1556861"/>
                </a:cubicBezTo>
                <a:cubicBezTo>
                  <a:pt x="2999905" y="1578078"/>
                  <a:pt x="2993476" y="1603757"/>
                  <a:pt x="2985784" y="1613926"/>
                </a:cubicBezTo>
                <a:cubicBezTo>
                  <a:pt x="2978093" y="1624095"/>
                  <a:pt x="2971783" y="1639097"/>
                  <a:pt x="2971764" y="1647264"/>
                </a:cubicBezTo>
                <a:cubicBezTo>
                  <a:pt x="2971724" y="1663533"/>
                  <a:pt x="2941474" y="1725703"/>
                  <a:pt x="2876478" y="1843087"/>
                </a:cubicBezTo>
                <a:cubicBezTo>
                  <a:pt x="2779682" y="2017906"/>
                  <a:pt x="2598656" y="2142649"/>
                  <a:pt x="2386644" y="2180626"/>
                </a:cubicBezTo>
                <a:cubicBezTo>
                  <a:pt x="2198438" y="2214338"/>
                  <a:pt x="1895953" y="2161395"/>
                  <a:pt x="1703505" y="2061056"/>
                </a:cubicBezTo>
                <a:cubicBezTo>
                  <a:pt x="1689600" y="2053806"/>
                  <a:pt x="1673220" y="2047875"/>
                  <a:pt x="1667106" y="2047875"/>
                </a:cubicBezTo>
                <a:cubicBezTo>
                  <a:pt x="1660991" y="2047875"/>
                  <a:pt x="1649559" y="2041445"/>
                  <a:pt x="1641701" y="2033587"/>
                </a:cubicBezTo>
                <a:cubicBezTo>
                  <a:pt x="1633843" y="2025729"/>
                  <a:pt x="1623434" y="2019300"/>
                  <a:pt x="1618569" y="2019300"/>
                </a:cubicBezTo>
                <a:cubicBezTo>
                  <a:pt x="1606333" y="2019300"/>
                  <a:pt x="1607467" y="2041807"/>
                  <a:pt x="1620353" y="2054693"/>
                </a:cubicBezTo>
                <a:cubicBezTo>
                  <a:pt x="1635963" y="2070303"/>
                  <a:pt x="1650738" y="2097294"/>
                  <a:pt x="1713078" y="2224087"/>
                </a:cubicBezTo>
                <a:cubicBezTo>
                  <a:pt x="1828367" y="2458572"/>
                  <a:pt x="1848794" y="2516345"/>
                  <a:pt x="1862942" y="2647950"/>
                </a:cubicBezTo>
                <a:cubicBezTo>
                  <a:pt x="1866603" y="2682001"/>
                  <a:pt x="1875420" y="2718317"/>
                  <a:pt x="1882536" y="2728650"/>
                </a:cubicBezTo>
                <a:cubicBezTo>
                  <a:pt x="1900410" y="2754605"/>
                  <a:pt x="1899535" y="2883556"/>
                  <a:pt x="1881187" y="2927468"/>
                </a:cubicBezTo>
                <a:cubicBezTo>
                  <a:pt x="1873329" y="2946275"/>
                  <a:pt x="1866900" y="2976860"/>
                  <a:pt x="1866900" y="2995435"/>
                </a:cubicBezTo>
                <a:cubicBezTo>
                  <a:pt x="1866899" y="3014010"/>
                  <a:pt x="1863207" y="3036651"/>
                  <a:pt x="1858694" y="3045747"/>
                </a:cubicBezTo>
                <a:cubicBezTo>
                  <a:pt x="1854181" y="3054844"/>
                  <a:pt x="1836626" y="3092291"/>
                  <a:pt x="1819684" y="3128962"/>
                </a:cubicBezTo>
                <a:cubicBezTo>
                  <a:pt x="1752781" y="3273771"/>
                  <a:pt x="1612634" y="3448584"/>
                  <a:pt x="1478870" y="3554076"/>
                </a:cubicBezTo>
                <a:cubicBezTo>
                  <a:pt x="1396768" y="3618825"/>
                  <a:pt x="1326957" y="3667125"/>
                  <a:pt x="1315473" y="3667125"/>
                </a:cubicBezTo>
                <a:cubicBezTo>
                  <a:pt x="1310544" y="3667125"/>
                  <a:pt x="1305083" y="3670339"/>
                  <a:pt x="1303337" y="3674268"/>
                </a:cubicBezTo>
                <a:cubicBezTo>
                  <a:pt x="1297899" y="3686504"/>
                  <a:pt x="1209807" y="3743324"/>
                  <a:pt x="1196275" y="3743325"/>
                </a:cubicBezTo>
                <a:cubicBezTo>
                  <a:pt x="1189211" y="3743325"/>
                  <a:pt x="1178275" y="3749539"/>
                  <a:pt x="1171972" y="3757133"/>
                </a:cubicBezTo>
                <a:cubicBezTo>
                  <a:pt x="1165669" y="3764728"/>
                  <a:pt x="1128711" y="3778017"/>
                  <a:pt x="1089843" y="3786665"/>
                </a:cubicBezTo>
                <a:cubicBezTo>
                  <a:pt x="973524" y="3812543"/>
                  <a:pt x="992537" y="3820740"/>
                  <a:pt x="1223962" y="3844490"/>
                </a:cubicBezTo>
                <a:cubicBezTo>
                  <a:pt x="1255395" y="3847716"/>
                  <a:pt x="1286698" y="3854848"/>
                  <a:pt x="1293525" y="3860339"/>
                </a:cubicBezTo>
                <a:cubicBezTo>
                  <a:pt x="1300352" y="3865831"/>
                  <a:pt x="1323927" y="3873575"/>
                  <a:pt x="1345913" y="3877549"/>
                </a:cubicBezTo>
                <a:cubicBezTo>
                  <a:pt x="1403934" y="3888036"/>
                  <a:pt x="1465041" y="3904207"/>
                  <a:pt x="1483840" y="3914047"/>
                </a:cubicBezTo>
                <a:cubicBezTo>
                  <a:pt x="1502493" y="3923811"/>
                  <a:pt x="1597765" y="3967365"/>
                  <a:pt x="1619250" y="3975950"/>
                </a:cubicBezTo>
                <a:cubicBezTo>
                  <a:pt x="1627108" y="3979090"/>
                  <a:pt x="1646396" y="3989994"/>
                  <a:pt x="1662112" y="4000180"/>
                </a:cubicBezTo>
                <a:cubicBezTo>
                  <a:pt x="1677828" y="4010366"/>
                  <a:pt x="1703635" y="4025343"/>
                  <a:pt x="1719461" y="4033462"/>
                </a:cubicBezTo>
                <a:cubicBezTo>
                  <a:pt x="1780385" y="4064718"/>
                  <a:pt x="1899143" y="4194181"/>
                  <a:pt x="1934834" y="4268249"/>
                </a:cubicBezTo>
                <a:cubicBezTo>
                  <a:pt x="1986894" y="4376288"/>
                  <a:pt x="1991791" y="4407403"/>
                  <a:pt x="1965567" y="4463489"/>
                </a:cubicBezTo>
                <a:cubicBezTo>
                  <a:pt x="1953583" y="4489118"/>
                  <a:pt x="1943626" y="4516112"/>
                  <a:pt x="1943439" y="4523475"/>
                </a:cubicBezTo>
                <a:cubicBezTo>
                  <a:pt x="1943053" y="4538708"/>
                  <a:pt x="1898097" y="4601456"/>
                  <a:pt x="1879331" y="4612954"/>
                </a:cubicBezTo>
                <a:cubicBezTo>
                  <a:pt x="1872494" y="4617143"/>
                  <a:pt x="1866899" y="4626457"/>
                  <a:pt x="1866900" y="4633651"/>
                </a:cubicBezTo>
                <a:cubicBezTo>
                  <a:pt x="1866900" y="4643995"/>
                  <a:pt x="1881344" y="4645691"/>
                  <a:pt x="1935956" y="4641762"/>
                </a:cubicBezTo>
                <a:cubicBezTo>
                  <a:pt x="2004643" y="4636820"/>
                  <a:pt x="2005207" y="4636974"/>
                  <a:pt x="2041491" y="4670671"/>
                </a:cubicBezTo>
                <a:cubicBezTo>
                  <a:pt x="2070836" y="4697924"/>
                  <a:pt x="2077378" y="4710189"/>
                  <a:pt x="2074944" y="4733393"/>
                </a:cubicBezTo>
                <a:cubicBezTo>
                  <a:pt x="2072572" y="4756004"/>
                  <a:pt x="2078709" y="4768441"/>
                  <a:pt x="2103336" y="4790935"/>
                </a:cubicBezTo>
                <a:lnTo>
                  <a:pt x="2134755" y="4819631"/>
                </a:lnTo>
                <a:lnTo>
                  <a:pt x="2128429" y="4888696"/>
                </a:lnTo>
                <a:cubicBezTo>
                  <a:pt x="2124949" y="4926682"/>
                  <a:pt x="2117954" y="4974907"/>
                  <a:pt x="2112884" y="4995862"/>
                </a:cubicBezTo>
                <a:cubicBezTo>
                  <a:pt x="2107813" y="5016817"/>
                  <a:pt x="2104094" y="5047734"/>
                  <a:pt x="2104619" y="5064567"/>
                </a:cubicBezTo>
                <a:cubicBezTo>
                  <a:pt x="2105144" y="5081399"/>
                  <a:pt x="2099021" y="5110855"/>
                  <a:pt x="2091012" y="5130024"/>
                </a:cubicBezTo>
                <a:cubicBezTo>
                  <a:pt x="2083002" y="5149192"/>
                  <a:pt x="2076450" y="5172331"/>
                  <a:pt x="2076450" y="5181444"/>
                </a:cubicBezTo>
                <a:cubicBezTo>
                  <a:pt x="2076450" y="5221303"/>
                  <a:pt x="1926905" y="5459999"/>
                  <a:pt x="1847504" y="5546877"/>
                </a:cubicBezTo>
                <a:cubicBezTo>
                  <a:pt x="1774663" y="5626576"/>
                  <a:pt x="1786931" y="5631485"/>
                  <a:pt x="1882560" y="5560904"/>
                </a:cubicBezTo>
                <a:cubicBezTo>
                  <a:pt x="1913237" y="5538262"/>
                  <a:pt x="1953339" y="5511551"/>
                  <a:pt x="1971675" y="5501546"/>
                </a:cubicBezTo>
                <a:cubicBezTo>
                  <a:pt x="1990010" y="5491540"/>
                  <a:pt x="2026443" y="5469702"/>
                  <a:pt x="2052637" y="5453016"/>
                </a:cubicBezTo>
                <a:cubicBezTo>
                  <a:pt x="2169546" y="5378543"/>
                  <a:pt x="2386708" y="5277563"/>
                  <a:pt x="2466975" y="5260350"/>
                </a:cubicBezTo>
                <a:cubicBezTo>
                  <a:pt x="2480071" y="5257541"/>
                  <a:pt x="2495242" y="5251756"/>
                  <a:pt x="2500687" y="5247495"/>
                </a:cubicBezTo>
                <a:cubicBezTo>
                  <a:pt x="2527124" y="5226805"/>
                  <a:pt x="2686328" y="5200066"/>
                  <a:pt x="2724150" y="5209964"/>
                </a:cubicBezTo>
                <a:cubicBezTo>
                  <a:pt x="2740800" y="5214321"/>
                  <a:pt x="2748862" y="5223813"/>
                  <a:pt x="2750953" y="5241523"/>
                </a:cubicBezTo>
                <a:lnTo>
                  <a:pt x="2753944" y="5266851"/>
                </a:lnTo>
                <a:lnTo>
                  <a:pt x="2879541" y="5261183"/>
                </a:lnTo>
                <a:cubicBezTo>
                  <a:pt x="2960308" y="5257537"/>
                  <a:pt x="3011612" y="5250984"/>
                  <a:pt x="3023278" y="5242822"/>
                </a:cubicBezTo>
                <a:cubicBezTo>
                  <a:pt x="3043836" y="5228440"/>
                  <a:pt x="3076575" y="5240055"/>
                  <a:pt x="3076575" y="5261731"/>
                </a:cubicBezTo>
                <a:cubicBezTo>
                  <a:pt x="3076575" y="5268763"/>
                  <a:pt x="3083004" y="5279853"/>
                  <a:pt x="3090862" y="5286375"/>
                </a:cubicBezTo>
                <a:cubicBezTo>
                  <a:pt x="3098720" y="5292896"/>
                  <a:pt x="3105150" y="5312564"/>
                  <a:pt x="3105150" y="5330080"/>
                </a:cubicBezTo>
                <a:cubicBezTo>
                  <a:pt x="3105150" y="5347597"/>
                  <a:pt x="3111579" y="5377075"/>
                  <a:pt x="3119437" y="5395589"/>
                </a:cubicBezTo>
                <a:cubicBezTo>
                  <a:pt x="3127295" y="5414102"/>
                  <a:pt x="3140085" y="5444251"/>
                  <a:pt x="3147858" y="5462587"/>
                </a:cubicBezTo>
                <a:cubicBezTo>
                  <a:pt x="3156802" y="5483683"/>
                  <a:pt x="3168501" y="5495925"/>
                  <a:pt x="3179719" y="5495925"/>
                </a:cubicBezTo>
                <a:cubicBezTo>
                  <a:pt x="3203945" y="5495925"/>
                  <a:pt x="3221026" y="5518379"/>
                  <a:pt x="3252174" y="5591175"/>
                </a:cubicBezTo>
                <a:cubicBezTo>
                  <a:pt x="3290525" y="5680806"/>
                  <a:pt x="3308362" y="5759901"/>
                  <a:pt x="3340087" y="5981008"/>
                </a:cubicBezTo>
                <a:lnTo>
                  <a:pt x="3344772" y="6013653"/>
                </a:lnTo>
                <a:lnTo>
                  <a:pt x="3387860" y="5940537"/>
                </a:lnTo>
                <a:cubicBezTo>
                  <a:pt x="3448714" y="5837275"/>
                  <a:pt x="3582444" y="5714587"/>
                  <a:pt x="3613087" y="5733906"/>
                </a:cubicBezTo>
                <a:cubicBezTo>
                  <a:pt x="3624472" y="5741084"/>
                  <a:pt x="3646646" y="5753352"/>
                  <a:pt x="3662362" y="5761167"/>
                </a:cubicBezTo>
                <a:cubicBezTo>
                  <a:pt x="3678078" y="5768983"/>
                  <a:pt x="3701536" y="5780739"/>
                  <a:pt x="3714489" y="5787293"/>
                </a:cubicBezTo>
                <a:cubicBezTo>
                  <a:pt x="3727443" y="5793846"/>
                  <a:pt x="3744935" y="5812061"/>
                  <a:pt x="3753359" y="5827769"/>
                </a:cubicBezTo>
                <a:cubicBezTo>
                  <a:pt x="3761783" y="5843477"/>
                  <a:pt x="3789948" y="5881323"/>
                  <a:pt x="3815947" y="5911871"/>
                </a:cubicBezTo>
                <a:cubicBezTo>
                  <a:pt x="3878672" y="5985570"/>
                  <a:pt x="3898249" y="6015984"/>
                  <a:pt x="3954048" y="6126422"/>
                </a:cubicBezTo>
                <a:cubicBezTo>
                  <a:pt x="3969119" y="6156251"/>
                  <a:pt x="3981450" y="6187073"/>
                  <a:pt x="3981450" y="6194916"/>
                </a:cubicBezTo>
                <a:cubicBezTo>
                  <a:pt x="3981450" y="6202758"/>
                  <a:pt x="3985736" y="6211824"/>
                  <a:pt x="3990975" y="6215062"/>
                </a:cubicBezTo>
                <a:cubicBezTo>
                  <a:pt x="3996213" y="6218300"/>
                  <a:pt x="4000500" y="6230592"/>
                  <a:pt x="4000500" y="6242379"/>
                </a:cubicBezTo>
                <a:cubicBezTo>
                  <a:pt x="4000500" y="6254165"/>
                  <a:pt x="4006793" y="6272129"/>
                  <a:pt x="4014484" y="6282298"/>
                </a:cubicBezTo>
                <a:cubicBezTo>
                  <a:pt x="4022176" y="6292467"/>
                  <a:pt x="4028605" y="6310431"/>
                  <a:pt x="4028772" y="6322218"/>
                </a:cubicBezTo>
                <a:cubicBezTo>
                  <a:pt x="4028938" y="6334005"/>
                  <a:pt x="4032717" y="6343650"/>
                  <a:pt x="4037169" y="6343650"/>
                </a:cubicBezTo>
                <a:cubicBezTo>
                  <a:pt x="4041621" y="6343650"/>
                  <a:pt x="4043180" y="6311192"/>
                  <a:pt x="4040635" y="6271522"/>
                </a:cubicBezTo>
                <a:close/>
                <a:moveTo>
                  <a:pt x="5495925" y="5785583"/>
                </a:moveTo>
                <a:cubicBezTo>
                  <a:pt x="5495925" y="5776226"/>
                  <a:pt x="5453892" y="5744230"/>
                  <a:pt x="5441156" y="5743891"/>
                </a:cubicBezTo>
                <a:cubicBezTo>
                  <a:pt x="5422481" y="5743394"/>
                  <a:pt x="5427177" y="5758855"/>
                  <a:pt x="5450681" y="5775251"/>
                </a:cubicBezTo>
                <a:cubicBezTo>
                  <a:pt x="5472450" y="5790436"/>
                  <a:pt x="5495925" y="5795797"/>
                  <a:pt x="5495925" y="5785583"/>
                </a:cubicBezTo>
                <a:close/>
                <a:moveTo>
                  <a:pt x="3015059" y="5405319"/>
                </a:moveTo>
                <a:cubicBezTo>
                  <a:pt x="3009719" y="5362574"/>
                  <a:pt x="3005221" y="5352547"/>
                  <a:pt x="2992476" y="5354975"/>
                </a:cubicBezTo>
                <a:cubicBezTo>
                  <a:pt x="2967987" y="5359640"/>
                  <a:pt x="2967883" y="5398543"/>
                  <a:pt x="2992264" y="5434124"/>
                </a:cubicBezTo>
                <a:cubicBezTo>
                  <a:pt x="3020175" y="5474858"/>
                  <a:pt x="3023261" y="5470960"/>
                  <a:pt x="3015059" y="5405319"/>
                </a:cubicBezTo>
                <a:close/>
                <a:moveTo>
                  <a:pt x="8548652" y="5000586"/>
                </a:moveTo>
                <a:cubicBezTo>
                  <a:pt x="8534378" y="4984813"/>
                  <a:pt x="8533259" y="4977367"/>
                  <a:pt x="8542209" y="4957723"/>
                </a:cubicBezTo>
                <a:cubicBezTo>
                  <a:pt x="8558952" y="4920976"/>
                  <a:pt x="8572500" y="4929513"/>
                  <a:pt x="8572500" y="4976812"/>
                </a:cubicBezTo>
                <a:cubicBezTo>
                  <a:pt x="8572500" y="5025838"/>
                  <a:pt x="8571977" y="5026359"/>
                  <a:pt x="8548652" y="5000586"/>
                </a:cubicBezTo>
                <a:close/>
                <a:moveTo>
                  <a:pt x="5514975" y="4697944"/>
                </a:moveTo>
                <a:cubicBezTo>
                  <a:pt x="5514975" y="4683393"/>
                  <a:pt x="5521652" y="4661955"/>
                  <a:pt x="5529814" y="4650302"/>
                </a:cubicBezTo>
                <a:cubicBezTo>
                  <a:pt x="5544400" y="4629477"/>
                  <a:pt x="5541568" y="4610100"/>
                  <a:pt x="5523937" y="4610100"/>
                </a:cubicBezTo>
                <a:cubicBezTo>
                  <a:pt x="5519008" y="4610100"/>
                  <a:pt x="5514975" y="4618419"/>
                  <a:pt x="5514975" y="4628587"/>
                </a:cubicBezTo>
                <a:cubicBezTo>
                  <a:pt x="5514975" y="4638756"/>
                  <a:pt x="5510688" y="4649724"/>
                  <a:pt x="5505450" y="4652962"/>
                </a:cubicBezTo>
                <a:cubicBezTo>
                  <a:pt x="5500211" y="4656200"/>
                  <a:pt x="5495925" y="4673598"/>
                  <a:pt x="5495925" y="4691624"/>
                </a:cubicBezTo>
                <a:cubicBezTo>
                  <a:pt x="5495925" y="4709651"/>
                  <a:pt x="5500211" y="4724400"/>
                  <a:pt x="5505450" y="4724400"/>
                </a:cubicBezTo>
                <a:cubicBezTo>
                  <a:pt x="5510688" y="4724400"/>
                  <a:pt x="5514975" y="4712494"/>
                  <a:pt x="5514975" y="4697944"/>
                </a:cubicBezTo>
                <a:close/>
                <a:moveTo>
                  <a:pt x="5672532" y="4399306"/>
                </a:moveTo>
                <a:cubicBezTo>
                  <a:pt x="5676074" y="4388144"/>
                  <a:pt x="5702081" y="4355904"/>
                  <a:pt x="5730324" y="4327661"/>
                </a:cubicBezTo>
                <a:cubicBezTo>
                  <a:pt x="5758567" y="4299418"/>
                  <a:pt x="5781675" y="4268425"/>
                  <a:pt x="5781675" y="4258788"/>
                </a:cubicBezTo>
                <a:cubicBezTo>
                  <a:pt x="5781675" y="4245499"/>
                  <a:pt x="5787118" y="4242307"/>
                  <a:pt x="5804211" y="4245574"/>
                </a:cubicBezTo>
                <a:cubicBezTo>
                  <a:pt x="5822816" y="4249131"/>
                  <a:pt x="5827673" y="4245162"/>
                  <a:pt x="5832053" y="4222822"/>
                </a:cubicBezTo>
                <a:cubicBezTo>
                  <a:pt x="5839166" y="4186549"/>
                  <a:pt x="5825908" y="4175341"/>
                  <a:pt x="5802993" y="4198256"/>
                </a:cubicBezTo>
                <a:cubicBezTo>
                  <a:pt x="5792715" y="4208534"/>
                  <a:pt x="5770850" y="4224892"/>
                  <a:pt x="5754403" y="4234607"/>
                </a:cubicBezTo>
                <a:cubicBezTo>
                  <a:pt x="5737956" y="4244322"/>
                  <a:pt x="5722253" y="4259351"/>
                  <a:pt x="5719507" y="4268004"/>
                </a:cubicBezTo>
                <a:cubicBezTo>
                  <a:pt x="5716760" y="4276657"/>
                  <a:pt x="5706050" y="4291396"/>
                  <a:pt x="5695706" y="4300757"/>
                </a:cubicBezTo>
                <a:cubicBezTo>
                  <a:pt x="5685363" y="4310118"/>
                  <a:pt x="5676900" y="4329447"/>
                  <a:pt x="5676900" y="4343709"/>
                </a:cubicBezTo>
                <a:cubicBezTo>
                  <a:pt x="5676900" y="4357972"/>
                  <a:pt x="5670470" y="4374978"/>
                  <a:pt x="5662612" y="4381500"/>
                </a:cubicBezTo>
                <a:cubicBezTo>
                  <a:pt x="5646814" y="4394611"/>
                  <a:pt x="5643270" y="4419600"/>
                  <a:pt x="5657208" y="4419600"/>
                </a:cubicBezTo>
                <a:cubicBezTo>
                  <a:pt x="5662093" y="4419600"/>
                  <a:pt x="5668989" y="4410467"/>
                  <a:pt x="5672532" y="4399306"/>
                </a:cubicBezTo>
                <a:close/>
                <a:moveTo>
                  <a:pt x="5820829" y="3237749"/>
                </a:moveTo>
                <a:cubicBezTo>
                  <a:pt x="5854882" y="3213501"/>
                  <a:pt x="5881560" y="3166289"/>
                  <a:pt x="5866476" y="3156966"/>
                </a:cubicBezTo>
                <a:cubicBezTo>
                  <a:pt x="5854549" y="3149595"/>
                  <a:pt x="5772150" y="3226711"/>
                  <a:pt x="5772150" y="3245245"/>
                </a:cubicBezTo>
                <a:cubicBezTo>
                  <a:pt x="5772150" y="3263006"/>
                  <a:pt x="5789003" y="3260410"/>
                  <a:pt x="5820829" y="32377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4" name="Polaroid" descr="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2076450" y="2262188"/>
            <a:ext cx="6134100" cy="9953625"/>
          </a:xfrm>
          <a:prstGeom prst="rect">
            <a:avLst/>
          </a:prstGeom>
        </p:spPr>
      </p:pic>
      <p:sp>
        <p:nvSpPr>
          <p:cNvPr id="5" name="PHOTO: Way 3"/>
          <p:cNvSpPr/>
          <p:nvPr/>
        </p:nvSpPr>
        <p:spPr>
          <a:xfrm rot="180000">
            <a:off x="3322084" y="5244905"/>
            <a:ext cx="4029075" cy="517207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6" name="TEXT: 3"/>
          <p:cNvSpPr/>
          <p:nvPr/>
        </p:nvSpPr>
        <p:spPr>
          <a:xfrm rot="21240000">
            <a:off x="7048500" y="1052512"/>
            <a:ext cx="2667000" cy="3609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0" rIns="693420" tIns="297180" bIns="297180"/>
          <a:lstStyle/>
          <a:p>
            <a:pPr algn="ctr">
              <a:lnSpc>
                <a:spcPts val="23789"/>
              </a:lnSpc>
            </a:pPr>
            <a:r>
              <a:rPr b="0" sz="19500">
                <a:solidFill>
                  <a:srgbClr val="181716"/>
                </a:solidFill>
                <a:latin typeface="Bodoni FLF"/>
              </a:rPr>
              <a:t>3</a:t>
            </a:r>
          </a:p>
        </p:txBody>
      </p:sp>
      <p:sp>
        <p:nvSpPr>
          <p:cNvPr id="7" name="TEXT: [way three]"/>
          <p:cNvSpPr/>
          <p:nvPr/>
        </p:nvSpPr>
        <p:spPr>
          <a:xfrm rot="21480000">
            <a:off x="3157538" y="11939588"/>
            <a:ext cx="3971925" cy="885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0688" rIns="170688" tIns="73152" bIns="73152"/>
          <a:lstStyle/>
          <a:p>
            <a:pPr algn="ctr">
              <a:lnSpc>
                <a:spcPts val="5856"/>
              </a:lnSpc>
            </a:pPr>
            <a:r>
              <a:rPr b="1" sz="4800">
                <a:solidFill>
                  <a:srgbClr val="181716"/>
                </a:solidFill>
                <a:latin typeface="Montserrat"/>
              </a:rPr>
              <a:t>[way three]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round paper" descr="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0" y="2667000"/>
            <a:ext cx="5334000" cy="5334000"/>
          </a:xfrm>
          <a:prstGeom prst="rect">
            <a:avLst/>
          </a:prstGeom>
        </p:spPr>
      </p:pic>
      <p:sp>
        <p:nvSpPr>
          <p:cNvPr id="4" name="PHOTO: Your product"/>
          <p:cNvSpPr/>
          <p:nvPr/>
        </p:nvSpPr>
        <p:spPr>
          <a:xfrm rot="0">
            <a:off x="3048000" y="3238500"/>
            <a:ext cx="4191000" cy="419100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[Product name]"/>
          <p:cNvSpPr/>
          <p:nvPr/>
        </p:nvSpPr>
        <p:spPr>
          <a:xfrm>
            <a:off x="781050" y="7739062"/>
            <a:ext cx="8724900" cy="16668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37160" bIns="137160"/>
          <a:lstStyle/>
          <a:p>
            <a:pPr algn="ctr">
              <a:lnSpc>
                <a:spcPts val="10980"/>
              </a:lnSpc>
            </a:pPr>
            <a:r>
              <a:rPr b="0" sz="9000">
                <a:solidFill>
                  <a:srgbClr val="181716"/>
                </a:solidFill>
                <a:latin typeface="Bodoni FLF"/>
              </a:rPr>
              <a:t>[Product name]</a:t>
            </a:r>
          </a:p>
        </p:txBody>
      </p:sp>
      <p:sp>
        <p:nvSpPr>
          <p:cNvPr id="6" name="TEXT: Comment"/>
          <p:cNvSpPr/>
          <p:nvPr/>
        </p:nvSpPr>
        <p:spPr>
          <a:xfrm>
            <a:off x="1576388" y="9244012"/>
            <a:ext cx="7134225" cy="2085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00050" rIns="400050" tIns="171450" bIns="171450"/>
          <a:lstStyle/>
          <a:p>
            <a:pPr algn="ctr">
              <a:lnSpc>
                <a:spcPts val="13725"/>
              </a:lnSpc>
            </a:pPr>
            <a:r>
              <a:rPr b="0" sz="11250">
                <a:solidFill>
                  <a:srgbClr val="181716"/>
                </a:solidFill>
                <a:latin typeface="Bodoni FLF"/>
              </a:rPr>
              <a:t>Comment</a:t>
            </a:r>
          </a:p>
        </p:txBody>
      </p:sp>
      <p:sp>
        <p:nvSpPr>
          <p:cNvPr id="7" name="TEXT: &quot;[KEYWORD]&quot;"/>
          <p:cNvSpPr/>
          <p:nvPr/>
        </p:nvSpPr>
        <p:spPr>
          <a:xfrm rot="21480000">
            <a:off x="2224088" y="11134725"/>
            <a:ext cx="5838825" cy="1162050"/>
          </a:xfrm>
          <a:prstGeom prst="roundRect">
            <a:avLst>
              <a:gd name="adj" fmla="val 50000"/>
            </a:avLst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7668" rIns="387668" tIns="155067" bIns="155067"/>
          <a:lstStyle/>
          <a:p>
            <a:pPr algn="ctr">
              <a:lnSpc>
                <a:spcPts val="6771"/>
              </a:lnSpc>
            </a:pPr>
            <a:r>
              <a:rPr b="1" sz="5550">
                <a:solidFill>
                  <a:srgbClr val="FFFFFF"/>
                </a:solidFill>
                <a:latin typeface="Montserrat"/>
              </a:rPr>
              <a:t>"[KEYWORD]"</a:t>
            </a:r>
          </a:p>
        </p:txBody>
      </p:sp>
      <p:sp>
        <p:nvSpPr>
          <p:cNvPr id="8" name="arrow"/>
          <p:cNvSpPr/>
          <p:nvPr/>
        </p:nvSpPr>
        <p:spPr>
          <a:xfrm rot="0">
            <a:off x="1571625" y="3943350"/>
            <a:ext cx="1619250" cy="1066800"/>
          </a:xfrm>
          <a:custGeom>
            <a:avLst/>
            <a:gdLst/>
            <a:ahLst/>
            <a:cxnLst/>
            <a:rect l="0" t="0" r="r" b="b"/>
            <a:pathLst>
              <a:path w="1619250" h="1066800">
                <a:moveTo>
                  <a:pt x="1255225" y="1046876"/>
                </a:moveTo>
                <a:cubicBezTo>
                  <a:pt x="1231007" y="1028803"/>
                  <a:pt x="1015174" y="730329"/>
                  <a:pt x="1002569" y="697481"/>
                </a:cubicBezTo>
                <a:cubicBezTo>
                  <a:pt x="998201" y="686097"/>
                  <a:pt x="1000941" y="684075"/>
                  <a:pt x="1013960" y="689071"/>
                </a:cubicBezTo>
                <a:cubicBezTo>
                  <a:pt x="1030102" y="695265"/>
                  <a:pt x="1030198" y="694268"/>
                  <a:pt x="1015614" y="672009"/>
                </a:cubicBezTo>
                <a:cubicBezTo>
                  <a:pt x="995899" y="641921"/>
                  <a:pt x="995171" y="615186"/>
                  <a:pt x="1014267" y="622513"/>
                </a:cubicBezTo>
                <a:cubicBezTo>
                  <a:pt x="1022796" y="625786"/>
                  <a:pt x="1032764" y="619802"/>
                  <a:pt x="1039383" y="607435"/>
                </a:cubicBezTo>
                <a:lnTo>
                  <a:pt x="1050357" y="586929"/>
                </a:lnTo>
                <a:lnTo>
                  <a:pt x="1067249" y="607789"/>
                </a:lnTo>
                <a:cubicBezTo>
                  <a:pt x="1076539" y="619262"/>
                  <a:pt x="1090158" y="628650"/>
                  <a:pt x="1097512" y="628650"/>
                </a:cubicBezTo>
                <a:cubicBezTo>
                  <a:pt x="1104867" y="628650"/>
                  <a:pt x="1131929" y="656510"/>
                  <a:pt x="1157650" y="690562"/>
                </a:cubicBezTo>
                <a:cubicBezTo>
                  <a:pt x="1183372" y="724614"/>
                  <a:pt x="1206671" y="752460"/>
                  <a:pt x="1209427" y="752443"/>
                </a:cubicBezTo>
                <a:cubicBezTo>
                  <a:pt x="1212182" y="752425"/>
                  <a:pt x="1216011" y="661226"/>
                  <a:pt x="1217934" y="549777"/>
                </a:cubicBezTo>
                <a:cubicBezTo>
                  <a:pt x="1222928" y="260419"/>
                  <a:pt x="1207678" y="206655"/>
                  <a:pt x="1113103" y="180172"/>
                </a:cubicBezTo>
                <a:cubicBezTo>
                  <a:pt x="1067310" y="167350"/>
                  <a:pt x="750147" y="167141"/>
                  <a:pt x="319087" y="179649"/>
                </a:cubicBezTo>
                <a:cubicBezTo>
                  <a:pt x="182879" y="183601"/>
                  <a:pt x="67365" y="183373"/>
                  <a:pt x="62388" y="179142"/>
                </a:cubicBezTo>
                <a:cubicBezTo>
                  <a:pt x="57399" y="174900"/>
                  <a:pt x="64877" y="171450"/>
                  <a:pt x="79057" y="171450"/>
                </a:cubicBezTo>
                <a:cubicBezTo>
                  <a:pt x="125743" y="171450"/>
                  <a:pt x="105798" y="154734"/>
                  <a:pt x="50006" y="147104"/>
                </a:cubicBezTo>
                <a:cubicBezTo>
                  <a:pt x="1042" y="140407"/>
                  <a:pt x="-1733" y="138896"/>
                  <a:pt x="23812" y="132846"/>
                </a:cubicBezTo>
                <a:cubicBezTo>
                  <a:pt x="39528" y="129124"/>
                  <a:pt x="48101" y="125435"/>
                  <a:pt x="42862" y="124649"/>
                </a:cubicBezTo>
                <a:cubicBezTo>
                  <a:pt x="37623" y="123862"/>
                  <a:pt x="41657" y="116926"/>
                  <a:pt x="51826" y="109234"/>
                </a:cubicBezTo>
                <a:cubicBezTo>
                  <a:pt x="61995" y="101543"/>
                  <a:pt x="65210" y="95250"/>
                  <a:pt x="58970" y="95250"/>
                </a:cubicBezTo>
                <a:cubicBezTo>
                  <a:pt x="36168" y="95249"/>
                  <a:pt x="48386" y="77349"/>
                  <a:pt x="73818" y="73497"/>
                </a:cubicBezTo>
                <a:cubicBezTo>
                  <a:pt x="91482" y="70821"/>
                  <a:pt x="86054" y="68963"/>
                  <a:pt x="57150" y="67791"/>
                </a:cubicBezTo>
                <a:lnTo>
                  <a:pt x="14287" y="66053"/>
                </a:lnTo>
                <a:lnTo>
                  <a:pt x="66252" y="48114"/>
                </a:lnTo>
                <a:cubicBezTo>
                  <a:pt x="100694" y="36225"/>
                  <a:pt x="158511" y="28255"/>
                  <a:pt x="237702" y="24479"/>
                </a:cubicBezTo>
                <a:cubicBezTo>
                  <a:pt x="303419" y="21347"/>
                  <a:pt x="400050" y="16509"/>
                  <a:pt x="452437" y="13728"/>
                </a:cubicBezTo>
                <a:cubicBezTo>
                  <a:pt x="644114" y="3555"/>
                  <a:pt x="1098827" y="6190"/>
                  <a:pt x="1152525" y="17785"/>
                </a:cubicBezTo>
                <a:cubicBezTo>
                  <a:pt x="1228959" y="34290"/>
                  <a:pt x="1275300" y="64383"/>
                  <a:pt x="1315872" y="123861"/>
                </a:cubicBezTo>
                <a:cubicBezTo>
                  <a:pt x="1363832" y="194169"/>
                  <a:pt x="1371439" y="248681"/>
                  <a:pt x="1371528" y="522688"/>
                </a:cubicBezTo>
                <a:lnTo>
                  <a:pt x="1371600" y="745340"/>
                </a:lnTo>
                <a:lnTo>
                  <a:pt x="1433091" y="665017"/>
                </a:lnTo>
                <a:cubicBezTo>
                  <a:pt x="1492127" y="587902"/>
                  <a:pt x="1512772" y="570319"/>
                  <a:pt x="1559720" y="557168"/>
                </a:cubicBezTo>
                <a:cubicBezTo>
                  <a:pt x="1577879" y="552082"/>
                  <a:pt x="1580789" y="554537"/>
                  <a:pt x="1578770" y="573238"/>
                </a:cubicBezTo>
                <a:cubicBezTo>
                  <a:pt x="1576831" y="591196"/>
                  <a:pt x="1580383" y="594756"/>
                  <a:pt x="1597818" y="592332"/>
                </a:cubicBezTo>
                <a:cubicBezTo>
                  <a:pt x="1623128" y="588813"/>
                  <a:pt x="1623453" y="590626"/>
                  <a:pt x="1605297" y="634080"/>
                </a:cubicBezTo>
                <a:cubicBezTo>
                  <a:pt x="1589949" y="670812"/>
                  <a:pt x="1375277" y="984425"/>
                  <a:pt x="1330826" y="1035051"/>
                </a:cubicBezTo>
                <a:cubicBezTo>
                  <a:pt x="1298536" y="1071828"/>
                  <a:pt x="1290370" y="1073106"/>
                  <a:pt x="1255225" y="1046876"/>
                </a:cubicBezTo>
                <a:close/>
              </a:path>
            </a:pathLst>
          </a:custGeom>
          <a:solidFill>
            <a:srgbClr val="181716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