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Swap in a photo of version A (left) and version B (right). Edit their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No photo needed. Edit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Version A: swap in its photo. Edit its name and the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Version B: swap in its photo. Edit its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One photo of each version sits on the scale. Edit the line and both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Swap in a screenshot of your poll or comments for the phone screen. Edit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7. Swap in a photo of each version. Type your shop line.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jp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Relationship Id="rId4" Type="http://schemas.openxmlformats.org/officeDocument/2006/relationships/image" Target="../media/image14.jp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png"/><Relationship Id="rId4" Type="http://schemas.openxmlformats.org/officeDocument/2006/relationships/image" Target="../media/image17.jpg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torn paper" descr="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19050" y="4114800"/>
            <a:ext cx="5486400" cy="7391400"/>
          </a:xfrm>
          <a:prstGeom prst="rect">
            <a:avLst/>
          </a:prstGeom>
        </p:spPr>
      </p:pic>
      <p:sp>
        <p:nvSpPr>
          <p:cNvPr id="4" name="PHOTO: Version A"/>
          <p:cNvSpPr/>
          <p:nvPr/>
        </p:nvSpPr>
        <p:spPr>
          <a:xfrm rot="180000">
            <a:off x="666750" y="4762500"/>
            <a:ext cx="4191000" cy="60960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torn paper" descr="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420000">
            <a:off x="4781550" y="4495800"/>
            <a:ext cx="5486400" cy="7391400"/>
          </a:xfrm>
          <a:prstGeom prst="rect">
            <a:avLst/>
          </a:prstGeom>
        </p:spPr>
      </p:pic>
      <p:sp>
        <p:nvSpPr>
          <p:cNvPr id="6" name="PHOTO: Version B"/>
          <p:cNvSpPr/>
          <p:nvPr/>
        </p:nvSpPr>
        <p:spPr>
          <a:xfrm rot="-180000">
            <a:off x="5429250" y="5143500"/>
            <a:ext cx="4191000" cy="60960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7" name="TEXT: A"/>
          <p:cNvSpPr/>
          <p:nvPr/>
        </p:nvSpPr>
        <p:spPr>
          <a:xfrm rot="180000">
            <a:off x="576262" y="4195762"/>
            <a:ext cx="1704975" cy="1514475"/>
          </a:xfrm>
          <a:prstGeom prst="roundRect">
            <a:avLst>
              <a:gd name="adj" fmla="val 50000"/>
            </a:avLst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 tIns="201168" bIns="201168"/>
          <a:lstStyle/>
          <a:p>
            <a:pPr algn="ctr">
              <a:lnSpc>
                <a:spcPts val="8784"/>
              </a:lnSpc>
            </a:pPr>
            <a:r>
              <a:rPr b="1" sz="7200">
                <a:solidFill>
                  <a:srgbClr val="FFFFFF"/>
                </a:solidFill>
                <a:latin typeface="Montserrat"/>
              </a:rPr>
              <a:t>A</a:t>
            </a:r>
          </a:p>
        </p:txBody>
      </p:sp>
      <p:sp>
        <p:nvSpPr>
          <p:cNvPr id="8" name="TEXT: B"/>
          <p:cNvSpPr/>
          <p:nvPr/>
        </p:nvSpPr>
        <p:spPr>
          <a:xfrm rot="21420000">
            <a:off x="8029575" y="4576762"/>
            <a:ext cx="1657350" cy="1514475"/>
          </a:xfrm>
          <a:prstGeom prst="roundRect">
            <a:avLst>
              <a:gd name="adj" fmla="val 50000"/>
            </a:avLst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 tIns="201168" bIns="201168"/>
          <a:lstStyle/>
          <a:p>
            <a:pPr algn="ctr">
              <a:lnSpc>
                <a:spcPts val="8784"/>
              </a:lnSpc>
            </a:pPr>
            <a:r>
              <a:rPr b="1" sz="7200">
                <a:solidFill>
                  <a:srgbClr val="181716"/>
                </a:solidFill>
                <a:latin typeface="Montserrat"/>
              </a:rPr>
              <a:t>B</a:t>
            </a:r>
          </a:p>
        </p:txBody>
      </p:sp>
      <p:sp>
        <p:nvSpPr>
          <p:cNvPr id="9" name="LETTERING: which one"/>
          <p:cNvSpPr txBox="1"/>
          <p:nvPr/>
        </p:nvSpPr>
        <p:spPr>
          <a:xfrm rot="120000">
            <a:off x="1362075" y="1181100"/>
            <a:ext cx="7562850" cy="1828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0" i="0">
                <a:solidFill>
                  <a:srgbClr val="FFFFFF"/>
                </a:solidFill>
                <a:latin typeface="DM Serif Display"/>
              </a:rPr>
              <a:t>which </a:t>
            </a:r>
            <a:r>
              <a:rPr sz="12000" i="0">
                <a:solidFill>
                  <a:srgbClr val="FFFFFF"/>
                </a:solidFill>
                <a:latin typeface="DM Serif Display"/>
              </a:rPr>
              <a:t>one</a:t>
            </a:r>
          </a:p>
        </p:txBody>
      </p:sp>
      <p:sp>
        <p:nvSpPr>
          <p:cNvPr id="10" name="LETTERING: are you?"/>
          <p:cNvSpPr txBox="1"/>
          <p:nvPr/>
        </p:nvSpPr>
        <p:spPr>
          <a:xfrm rot="120000">
            <a:off x="2176462" y="2705100"/>
            <a:ext cx="6315075" cy="1828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0" i="0">
                <a:solidFill>
                  <a:srgbClr val="FFFFFF"/>
                </a:solidFill>
                <a:latin typeface="DM Serif Display"/>
              </a:rPr>
              <a:t>are </a:t>
            </a:r>
            <a:r>
              <a:rPr sz="12000" i="1">
                <a:solidFill>
                  <a:srgbClr val="FFFFFF"/>
                </a:solidFill>
                <a:latin typeface="DM Serif Display"/>
              </a:rPr>
              <a:t>you?</a:t>
            </a:r>
          </a:p>
        </p:txBody>
      </p:sp>
      <p:sp>
        <p:nvSpPr>
          <p:cNvPr id="11" name="GUIDE (delete)"/>
          <p:cNvSpPr/>
          <p:nvPr/>
        </p:nvSpPr>
        <p:spPr>
          <a:xfrm>
            <a:off x="1352550" y="1306353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burst"/>
          <p:cNvSpPr/>
          <p:nvPr/>
        </p:nvSpPr>
        <p:spPr>
          <a:xfrm rot="0">
            <a:off x="857250" y="4286250"/>
            <a:ext cx="8572500" cy="7810500"/>
          </a:xfrm>
          <a:custGeom>
            <a:avLst/>
            <a:gdLst/>
            <a:ahLst/>
            <a:cxnLst/>
            <a:rect l="0" t="0" r="r" b="b"/>
            <a:pathLst>
              <a:path w="8572500" h="7810500">
                <a:moveTo>
                  <a:pt x="4272809" y="7771669"/>
                </a:moveTo>
                <a:cubicBezTo>
                  <a:pt x="4259246" y="7755550"/>
                  <a:pt x="4248150" y="7738513"/>
                  <a:pt x="4248150" y="7733807"/>
                </a:cubicBezTo>
                <a:cubicBezTo>
                  <a:pt x="4248150" y="7729101"/>
                  <a:pt x="4235642" y="7727752"/>
                  <a:pt x="4220354" y="7730810"/>
                </a:cubicBezTo>
                <a:cubicBezTo>
                  <a:pt x="4181308" y="7738619"/>
                  <a:pt x="4161276" y="7698583"/>
                  <a:pt x="4163712" y="7617605"/>
                </a:cubicBezTo>
                <a:cubicBezTo>
                  <a:pt x="4164696" y="7584870"/>
                  <a:pt x="4160625" y="7540942"/>
                  <a:pt x="4154665" y="7519987"/>
                </a:cubicBezTo>
                <a:cubicBezTo>
                  <a:pt x="4139629" y="7467119"/>
                  <a:pt x="4140824" y="7255965"/>
                  <a:pt x="4158036" y="6924675"/>
                </a:cubicBezTo>
                <a:cubicBezTo>
                  <a:pt x="4166065" y="6770131"/>
                  <a:pt x="4176508" y="6545103"/>
                  <a:pt x="4181243" y="6424612"/>
                </a:cubicBezTo>
                <a:cubicBezTo>
                  <a:pt x="4204618" y="5829707"/>
                  <a:pt x="4258940" y="5376427"/>
                  <a:pt x="4312151" y="5332266"/>
                </a:cubicBezTo>
                <a:cubicBezTo>
                  <a:pt x="4322441" y="5323726"/>
                  <a:pt x="4329194" y="5325346"/>
                  <a:pt x="4342484" y="5339546"/>
                </a:cubicBezTo>
                <a:cubicBezTo>
                  <a:pt x="4359680" y="5357919"/>
                  <a:pt x="4400550" y="5476996"/>
                  <a:pt x="4400550" y="5508726"/>
                </a:cubicBezTo>
                <a:cubicBezTo>
                  <a:pt x="4400550" y="5518090"/>
                  <a:pt x="4404490" y="5533115"/>
                  <a:pt x="4409306" y="5542114"/>
                </a:cubicBezTo>
                <a:cubicBezTo>
                  <a:pt x="4414122" y="5551113"/>
                  <a:pt x="4420576" y="5584050"/>
                  <a:pt x="4423647" y="5615306"/>
                </a:cubicBezTo>
                <a:cubicBezTo>
                  <a:pt x="4426718" y="5646563"/>
                  <a:pt x="4433393" y="5704284"/>
                  <a:pt x="4438480" y="5743575"/>
                </a:cubicBezTo>
                <a:cubicBezTo>
                  <a:pt x="4450512" y="5836497"/>
                  <a:pt x="4464533" y="5983214"/>
                  <a:pt x="4476713" y="6143625"/>
                </a:cubicBezTo>
                <a:cubicBezTo>
                  <a:pt x="4482082" y="6214348"/>
                  <a:pt x="4490419" y="6306502"/>
                  <a:pt x="4495239" y="6348412"/>
                </a:cubicBezTo>
                <a:cubicBezTo>
                  <a:pt x="4509169" y="6469554"/>
                  <a:pt x="4519097" y="7540050"/>
                  <a:pt x="4506362" y="7547921"/>
                </a:cubicBezTo>
                <a:cubicBezTo>
                  <a:pt x="4500553" y="7551511"/>
                  <a:pt x="4495735" y="7578842"/>
                  <a:pt x="4495656" y="7608655"/>
                </a:cubicBezTo>
                <a:cubicBezTo>
                  <a:pt x="4495406" y="7703032"/>
                  <a:pt x="4463093" y="7767947"/>
                  <a:pt x="4420425" y="7759791"/>
                </a:cubicBezTo>
                <a:cubicBezTo>
                  <a:pt x="4403225" y="7756503"/>
                  <a:pt x="4390175" y="7761762"/>
                  <a:pt x="4375057" y="7778075"/>
                </a:cubicBezTo>
                <a:cubicBezTo>
                  <a:pt x="4344481" y="7811067"/>
                  <a:pt x="4303817" y="7808520"/>
                  <a:pt x="4272809" y="7771669"/>
                </a:cubicBezTo>
                <a:close/>
                <a:moveTo>
                  <a:pt x="1107281" y="6737391"/>
                </a:moveTo>
                <a:cubicBezTo>
                  <a:pt x="1100732" y="6734749"/>
                  <a:pt x="1095375" y="6721852"/>
                  <a:pt x="1095375" y="6708731"/>
                </a:cubicBezTo>
                <a:cubicBezTo>
                  <a:pt x="1095375" y="6686410"/>
                  <a:pt x="1093060" y="6685266"/>
                  <a:pt x="1059386" y="6690955"/>
                </a:cubicBezTo>
                <a:cubicBezTo>
                  <a:pt x="1029215" y="6696053"/>
                  <a:pt x="1019934" y="6693348"/>
                  <a:pt x="1001967" y="6674223"/>
                </a:cubicBezTo>
                <a:cubicBezTo>
                  <a:pt x="982740" y="6653757"/>
                  <a:pt x="980765" y="6620169"/>
                  <a:pt x="998762" y="6619722"/>
                </a:cubicBezTo>
                <a:cubicBezTo>
                  <a:pt x="1007072" y="6619516"/>
                  <a:pt x="1066800" y="6566431"/>
                  <a:pt x="1066800" y="6559252"/>
                </a:cubicBezTo>
                <a:cubicBezTo>
                  <a:pt x="1066800" y="6556102"/>
                  <a:pt x="1050959" y="6562422"/>
                  <a:pt x="1031599" y="6573296"/>
                </a:cubicBezTo>
                <a:cubicBezTo>
                  <a:pt x="998078" y="6592123"/>
                  <a:pt x="995808" y="6592259"/>
                  <a:pt x="984025" y="6576145"/>
                </a:cubicBezTo>
                <a:cubicBezTo>
                  <a:pt x="962727" y="6547018"/>
                  <a:pt x="1034431" y="6454244"/>
                  <a:pt x="1071123" y="6463453"/>
                </a:cubicBezTo>
                <a:cubicBezTo>
                  <a:pt x="1085459" y="6467051"/>
                  <a:pt x="1110641" y="6454283"/>
                  <a:pt x="1157653" y="6419581"/>
                </a:cubicBezTo>
                <a:cubicBezTo>
                  <a:pt x="1243103" y="6356505"/>
                  <a:pt x="1246875" y="6348867"/>
                  <a:pt x="1178718" y="6376925"/>
                </a:cubicBezTo>
                <a:cubicBezTo>
                  <a:pt x="1150266" y="6388639"/>
                  <a:pt x="1159173" y="6356367"/>
                  <a:pt x="1193006" y="6325159"/>
                </a:cubicBezTo>
                <a:cubicBezTo>
                  <a:pt x="1266726" y="6257158"/>
                  <a:pt x="1324638" y="6211290"/>
                  <a:pt x="1579821" y="6018790"/>
                </a:cubicBezTo>
                <a:cubicBezTo>
                  <a:pt x="1933668" y="5751862"/>
                  <a:pt x="1936936" y="5749418"/>
                  <a:pt x="2040197" y="5674514"/>
                </a:cubicBezTo>
                <a:cubicBezTo>
                  <a:pt x="2088949" y="5639150"/>
                  <a:pt x="2147847" y="5596288"/>
                  <a:pt x="2171083" y="5579264"/>
                </a:cubicBezTo>
                <a:cubicBezTo>
                  <a:pt x="2331179" y="5461966"/>
                  <a:pt x="2736168" y="5189835"/>
                  <a:pt x="2843212" y="5127629"/>
                </a:cubicBezTo>
                <a:cubicBezTo>
                  <a:pt x="2945208" y="5068356"/>
                  <a:pt x="3041653" y="5015449"/>
                  <a:pt x="3057525" y="5010064"/>
                </a:cubicBezTo>
                <a:cubicBezTo>
                  <a:pt x="3065383" y="5007398"/>
                  <a:pt x="3094653" y="4993224"/>
                  <a:pt x="3122571" y="4978566"/>
                </a:cubicBezTo>
                <a:cubicBezTo>
                  <a:pt x="3174095" y="4951514"/>
                  <a:pt x="3205739" y="4955170"/>
                  <a:pt x="3198427" y="4987330"/>
                </a:cubicBezTo>
                <a:cubicBezTo>
                  <a:pt x="3189323" y="5027369"/>
                  <a:pt x="2888169" y="5345708"/>
                  <a:pt x="2728912" y="5483637"/>
                </a:cubicBezTo>
                <a:cubicBezTo>
                  <a:pt x="2676525" y="5529009"/>
                  <a:pt x="2620803" y="5579668"/>
                  <a:pt x="2605087" y="5596213"/>
                </a:cubicBezTo>
                <a:cubicBezTo>
                  <a:pt x="2578456" y="5624248"/>
                  <a:pt x="2518756" y="5676754"/>
                  <a:pt x="2465839" y="5718679"/>
                </a:cubicBezTo>
                <a:cubicBezTo>
                  <a:pt x="2405953" y="5766127"/>
                  <a:pt x="2324165" y="5837756"/>
                  <a:pt x="2280258" y="5881210"/>
                </a:cubicBezTo>
                <a:cubicBezTo>
                  <a:pt x="2230623" y="5930332"/>
                  <a:pt x="2166359" y="5984861"/>
                  <a:pt x="1881187" y="6219825"/>
                </a:cubicBezTo>
                <a:cubicBezTo>
                  <a:pt x="1792128" y="6293203"/>
                  <a:pt x="1677123" y="6388500"/>
                  <a:pt x="1625620" y="6431596"/>
                </a:cubicBezTo>
                <a:cubicBezTo>
                  <a:pt x="1482067" y="6551713"/>
                  <a:pt x="1428750" y="6583233"/>
                  <a:pt x="1428750" y="6547979"/>
                </a:cubicBezTo>
                <a:cubicBezTo>
                  <a:pt x="1428750" y="6531986"/>
                  <a:pt x="1364630" y="6571446"/>
                  <a:pt x="1309687" y="6621252"/>
                </a:cubicBezTo>
                <a:cubicBezTo>
                  <a:pt x="1273796" y="6653787"/>
                  <a:pt x="1226432" y="6687670"/>
                  <a:pt x="1172756" y="6719209"/>
                </a:cubicBezTo>
                <a:cubicBezTo>
                  <a:pt x="1129489" y="6744631"/>
                  <a:pt x="1126962" y="6745333"/>
                  <a:pt x="1107281" y="6737391"/>
                </a:cubicBezTo>
                <a:close/>
                <a:moveTo>
                  <a:pt x="6957752" y="6603567"/>
                </a:moveTo>
                <a:cubicBezTo>
                  <a:pt x="6931415" y="6578484"/>
                  <a:pt x="6877836" y="6530106"/>
                  <a:pt x="6838689" y="6496060"/>
                </a:cubicBezTo>
                <a:cubicBezTo>
                  <a:pt x="6799542" y="6462014"/>
                  <a:pt x="6765365" y="6432010"/>
                  <a:pt x="6762740" y="6429385"/>
                </a:cubicBezTo>
                <a:cubicBezTo>
                  <a:pt x="6760116" y="6426760"/>
                  <a:pt x="6730112" y="6399249"/>
                  <a:pt x="6696065" y="6368251"/>
                </a:cubicBezTo>
                <a:cubicBezTo>
                  <a:pt x="6662018" y="6337252"/>
                  <a:pt x="6597729" y="6277205"/>
                  <a:pt x="6553200" y="6234813"/>
                </a:cubicBezTo>
                <a:cubicBezTo>
                  <a:pt x="6508670" y="6192422"/>
                  <a:pt x="6452949" y="6141027"/>
                  <a:pt x="6429375" y="6120604"/>
                </a:cubicBezTo>
                <a:cubicBezTo>
                  <a:pt x="6388591" y="6085270"/>
                  <a:pt x="6046896" y="5761023"/>
                  <a:pt x="6005909" y="5718760"/>
                </a:cubicBezTo>
                <a:cubicBezTo>
                  <a:pt x="5717595" y="5421475"/>
                  <a:pt x="5405738" y="5053525"/>
                  <a:pt x="5392827" y="4995405"/>
                </a:cubicBezTo>
                <a:cubicBezTo>
                  <a:pt x="5387387" y="4970917"/>
                  <a:pt x="5420446" y="4968604"/>
                  <a:pt x="5465188" y="4990341"/>
                </a:cubicBezTo>
                <a:cubicBezTo>
                  <a:pt x="5504656" y="5009516"/>
                  <a:pt x="5733550" y="5158660"/>
                  <a:pt x="5791200" y="5202765"/>
                </a:cubicBezTo>
                <a:cubicBezTo>
                  <a:pt x="5804296" y="5212785"/>
                  <a:pt x="5839189" y="5238910"/>
                  <a:pt x="5868738" y="5260822"/>
                </a:cubicBezTo>
                <a:cubicBezTo>
                  <a:pt x="6124395" y="5450401"/>
                  <a:pt x="6326858" y="5610663"/>
                  <a:pt x="6518405" y="5775071"/>
                </a:cubicBezTo>
                <a:cubicBezTo>
                  <a:pt x="6590946" y="5837335"/>
                  <a:pt x="6663836" y="5897510"/>
                  <a:pt x="6680382" y="5908795"/>
                </a:cubicBezTo>
                <a:cubicBezTo>
                  <a:pt x="6808453" y="5996137"/>
                  <a:pt x="7156724" y="6320275"/>
                  <a:pt x="7225671" y="6416297"/>
                </a:cubicBezTo>
                <a:cubicBezTo>
                  <a:pt x="7273677" y="6483155"/>
                  <a:pt x="7275156" y="6489659"/>
                  <a:pt x="7246853" y="6509483"/>
                </a:cubicBezTo>
                <a:cubicBezTo>
                  <a:pt x="7228720" y="6522184"/>
                  <a:pt x="7227535" y="6527079"/>
                  <a:pt x="7237372" y="6548668"/>
                </a:cubicBezTo>
                <a:cubicBezTo>
                  <a:pt x="7251810" y="6580356"/>
                  <a:pt x="7240562" y="6601926"/>
                  <a:pt x="7195839" y="6628313"/>
                </a:cubicBezTo>
                <a:cubicBezTo>
                  <a:pt x="7161940" y="6648314"/>
                  <a:pt x="7124700" y="6655068"/>
                  <a:pt x="7124700" y="6641216"/>
                </a:cubicBezTo>
                <a:cubicBezTo>
                  <a:pt x="7124700" y="6637237"/>
                  <a:pt x="7115370" y="6628156"/>
                  <a:pt x="7103968" y="6621035"/>
                </a:cubicBezTo>
                <a:cubicBezTo>
                  <a:pt x="7086078" y="6609862"/>
                  <a:pt x="7081693" y="6610196"/>
                  <a:pt x="7071985" y="6623473"/>
                </a:cubicBezTo>
                <a:cubicBezTo>
                  <a:pt x="7046233" y="6658692"/>
                  <a:pt x="7008780" y="6652165"/>
                  <a:pt x="6957752" y="6603567"/>
                </a:cubicBezTo>
                <a:close/>
                <a:moveTo>
                  <a:pt x="5414962" y="6600825"/>
                </a:moveTo>
                <a:cubicBezTo>
                  <a:pt x="5411724" y="6595586"/>
                  <a:pt x="5396675" y="6591300"/>
                  <a:pt x="5381520" y="6591300"/>
                </a:cubicBezTo>
                <a:cubicBezTo>
                  <a:pt x="5347605" y="6591300"/>
                  <a:pt x="5309442" y="6540073"/>
                  <a:pt x="5266303" y="6436645"/>
                </a:cubicBezTo>
                <a:cubicBezTo>
                  <a:pt x="5250432" y="6398594"/>
                  <a:pt x="5231645" y="6354603"/>
                  <a:pt x="5224554" y="6338887"/>
                </a:cubicBezTo>
                <a:cubicBezTo>
                  <a:pt x="5196833" y="6277450"/>
                  <a:pt x="5168280" y="6199405"/>
                  <a:pt x="5120014" y="6053137"/>
                </a:cubicBezTo>
                <a:cubicBezTo>
                  <a:pt x="5045154" y="5826281"/>
                  <a:pt x="5029200" y="5774452"/>
                  <a:pt x="5029200" y="5758122"/>
                </a:cubicBezTo>
                <a:cubicBezTo>
                  <a:pt x="5029200" y="5749979"/>
                  <a:pt x="5025420" y="5735873"/>
                  <a:pt x="5020800" y="5726777"/>
                </a:cubicBezTo>
                <a:cubicBezTo>
                  <a:pt x="5016180" y="5717680"/>
                  <a:pt x="5007112" y="5688806"/>
                  <a:pt x="5000650" y="5662612"/>
                </a:cubicBezTo>
                <a:cubicBezTo>
                  <a:pt x="4966913" y="5525867"/>
                  <a:pt x="4988351" y="5496071"/>
                  <a:pt x="5057189" y="5584031"/>
                </a:cubicBezTo>
                <a:cubicBezTo>
                  <a:pt x="5078714" y="5611534"/>
                  <a:pt x="5105362" y="5643802"/>
                  <a:pt x="5116408" y="5655737"/>
                </a:cubicBezTo>
                <a:cubicBezTo>
                  <a:pt x="5138781" y="5679911"/>
                  <a:pt x="5200650" y="5779706"/>
                  <a:pt x="5200650" y="5791621"/>
                </a:cubicBezTo>
                <a:cubicBezTo>
                  <a:pt x="5200650" y="5795822"/>
                  <a:pt x="5212717" y="5811376"/>
                  <a:pt x="5227467" y="5826186"/>
                </a:cubicBezTo>
                <a:cubicBezTo>
                  <a:pt x="5242216" y="5840995"/>
                  <a:pt x="5268387" y="5880973"/>
                  <a:pt x="5285625" y="5915025"/>
                </a:cubicBezTo>
                <a:cubicBezTo>
                  <a:pt x="5302862" y="5949076"/>
                  <a:pt x="5327246" y="5996225"/>
                  <a:pt x="5339812" y="6019800"/>
                </a:cubicBezTo>
                <a:cubicBezTo>
                  <a:pt x="5376953" y="6089482"/>
                  <a:pt x="5481598" y="6309852"/>
                  <a:pt x="5495857" y="6348412"/>
                </a:cubicBezTo>
                <a:cubicBezTo>
                  <a:pt x="5499732" y="6358890"/>
                  <a:pt x="5512047" y="6391119"/>
                  <a:pt x="5523226" y="6420034"/>
                </a:cubicBezTo>
                <a:cubicBezTo>
                  <a:pt x="5553040" y="6497154"/>
                  <a:pt x="5544647" y="6572250"/>
                  <a:pt x="5506212" y="6572250"/>
                </a:cubicBezTo>
                <a:cubicBezTo>
                  <a:pt x="5497835" y="6572250"/>
                  <a:pt x="5485628" y="6580822"/>
                  <a:pt x="5479085" y="6591300"/>
                </a:cubicBezTo>
                <a:cubicBezTo>
                  <a:pt x="5466660" y="6611194"/>
                  <a:pt x="5425179" y="6617356"/>
                  <a:pt x="5414962" y="6600825"/>
                </a:cubicBezTo>
                <a:close/>
                <a:moveTo>
                  <a:pt x="2930033" y="6548618"/>
                </a:moveTo>
                <a:cubicBezTo>
                  <a:pt x="2907988" y="6528188"/>
                  <a:pt x="2905908" y="6521908"/>
                  <a:pt x="2915345" y="6504274"/>
                </a:cubicBezTo>
                <a:cubicBezTo>
                  <a:pt x="2924301" y="6487540"/>
                  <a:pt x="2923490" y="6482136"/>
                  <a:pt x="2910970" y="6475129"/>
                </a:cubicBezTo>
                <a:cubicBezTo>
                  <a:pt x="2888209" y="6462392"/>
                  <a:pt x="2892121" y="6436112"/>
                  <a:pt x="2925107" y="6380169"/>
                </a:cubicBezTo>
                <a:cubicBezTo>
                  <a:pt x="2941335" y="6352644"/>
                  <a:pt x="2956262" y="6321563"/>
                  <a:pt x="2958278" y="6311098"/>
                </a:cubicBezTo>
                <a:cubicBezTo>
                  <a:pt x="2963681" y="6283042"/>
                  <a:pt x="3024627" y="6167994"/>
                  <a:pt x="3067644" y="6104650"/>
                </a:cubicBezTo>
                <a:cubicBezTo>
                  <a:pt x="3088272" y="6074273"/>
                  <a:pt x="3105150" y="6046806"/>
                  <a:pt x="3105150" y="6043612"/>
                </a:cubicBezTo>
                <a:cubicBezTo>
                  <a:pt x="3105150" y="6033095"/>
                  <a:pt x="3178608" y="5929694"/>
                  <a:pt x="3199241" y="5911167"/>
                </a:cubicBezTo>
                <a:cubicBezTo>
                  <a:pt x="3210356" y="5901187"/>
                  <a:pt x="3219450" y="5889029"/>
                  <a:pt x="3219450" y="5884149"/>
                </a:cubicBezTo>
                <a:cubicBezTo>
                  <a:pt x="3219450" y="5862517"/>
                  <a:pt x="3366112" y="5668693"/>
                  <a:pt x="3456643" y="5570682"/>
                </a:cubicBezTo>
                <a:cubicBezTo>
                  <a:pt x="3557081" y="5461945"/>
                  <a:pt x="3559943" y="5501470"/>
                  <a:pt x="3470964" y="5768516"/>
                </a:cubicBezTo>
                <a:cubicBezTo>
                  <a:pt x="3453302" y="5821524"/>
                  <a:pt x="3425375" y="5894391"/>
                  <a:pt x="3408903" y="5930441"/>
                </a:cubicBezTo>
                <a:cubicBezTo>
                  <a:pt x="3392432" y="5966491"/>
                  <a:pt x="3375273" y="6014578"/>
                  <a:pt x="3370772" y="6037299"/>
                </a:cubicBezTo>
                <a:cubicBezTo>
                  <a:pt x="3351171" y="6136260"/>
                  <a:pt x="3136153" y="6524456"/>
                  <a:pt x="3083075" y="6556711"/>
                </a:cubicBezTo>
                <a:cubicBezTo>
                  <a:pt x="3044350" y="6580244"/>
                  <a:pt x="2959305" y="6575747"/>
                  <a:pt x="2930033" y="6548618"/>
                </a:cubicBezTo>
                <a:close/>
                <a:moveTo>
                  <a:pt x="1600200" y="5176837"/>
                </a:moveTo>
                <a:cubicBezTo>
                  <a:pt x="1595220" y="5163740"/>
                  <a:pt x="1584519" y="5153025"/>
                  <a:pt x="1576419" y="5153025"/>
                </a:cubicBezTo>
                <a:cubicBezTo>
                  <a:pt x="1553745" y="5153025"/>
                  <a:pt x="1536657" y="5108298"/>
                  <a:pt x="1550724" y="5085773"/>
                </a:cubicBezTo>
                <a:cubicBezTo>
                  <a:pt x="1556981" y="5075755"/>
                  <a:pt x="1562100" y="5059287"/>
                  <a:pt x="1562100" y="5049179"/>
                </a:cubicBezTo>
                <a:cubicBezTo>
                  <a:pt x="1562100" y="5024661"/>
                  <a:pt x="1629834" y="4972050"/>
                  <a:pt x="1661400" y="4972050"/>
                </a:cubicBezTo>
                <a:cubicBezTo>
                  <a:pt x="1675649" y="4972050"/>
                  <a:pt x="1689055" y="4965449"/>
                  <a:pt x="1692374" y="4956799"/>
                </a:cubicBezTo>
                <a:cubicBezTo>
                  <a:pt x="1697769" y="4942742"/>
                  <a:pt x="1826064" y="4876800"/>
                  <a:pt x="1848019" y="4876800"/>
                </a:cubicBezTo>
                <a:cubicBezTo>
                  <a:pt x="1853307" y="4876800"/>
                  <a:pt x="1865076" y="4872743"/>
                  <a:pt x="1874172" y="4867784"/>
                </a:cubicBezTo>
                <a:cubicBezTo>
                  <a:pt x="1945617" y="4828842"/>
                  <a:pt x="2191610" y="4749774"/>
                  <a:pt x="2424112" y="4691020"/>
                </a:cubicBezTo>
                <a:cubicBezTo>
                  <a:pt x="2726443" y="4614620"/>
                  <a:pt x="2742731" y="4638271"/>
                  <a:pt x="2496436" y="4796032"/>
                </a:cubicBezTo>
                <a:cubicBezTo>
                  <a:pt x="2424184" y="4842312"/>
                  <a:pt x="2394661" y="4859346"/>
                  <a:pt x="2324100" y="4895466"/>
                </a:cubicBezTo>
                <a:cubicBezTo>
                  <a:pt x="2279570" y="4918260"/>
                  <a:pt x="2231374" y="4946663"/>
                  <a:pt x="2216997" y="4958582"/>
                </a:cubicBezTo>
                <a:cubicBezTo>
                  <a:pt x="2170379" y="4997232"/>
                  <a:pt x="1884663" y="5126777"/>
                  <a:pt x="1762125" y="5164824"/>
                </a:cubicBezTo>
                <a:cubicBezTo>
                  <a:pt x="1728073" y="5175397"/>
                  <a:pt x="1696140" y="5187783"/>
                  <a:pt x="1691163" y="5192348"/>
                </a:cubicBezTo>
                <a:cubicBezTo>
                  <a:pt x="1669871" y="5211881"/>
                  <a:pt x="1609617" y="5201607"/>
                  <a:pt x="1600200" y="5176837"/>
                </a:cubicBezTo>
                <a:close/>
                <a:moveTo>
                  <a:pt x="6800850" y="5172075"/>
                </a:moveTo>
                <a:cubicBezTo>
                  <a:pt x="6792991" y="5166996"/>
                  <a:pt x="6773203" y="5162776"/>
                  <a:pt x="6756876" y="5162695"/>
                </a:cubicBezTo>
                <a:cubicBezTo>
                  <a:pt x="6740549" y="5162615"/>
                  <a:pt x="6704115" y="5153099"/>
                  <a:pt x="6675913" y="5141548"/>
                </a:cubicBezTo>
                <a:cubicBezTo>
                  <a:pt x="6606509" y="5113123"/>
                  <a:pt x="6325848" y="4974136"/>
                  <a:pt x="6296102" y="4953461"/>
                </a:cubicBezTo>
                <a:cubicBezTo>
                  <a:pt x="6282963" y="4944329"/>
                  <a:pt x="6246495" y="4922935"/>
                  <a:pt x="6215062" y="4905920"/>
                </a:cubicBezTo>
                <a:cubicBezTo>
                  <a:pt x="6161759" y="4877066"/>
                  <a:pt x="5984764" y="4756118"/>
                  <a:pt x="5936456" y="4715537"/>
                </a:cubicBezTo>
                <a:cubicBezTo>
                  <a:pt x="5913216" y="4696014"/>
                  <a:pt x="5907777" y="4667864"/>
                  <a:pt x="5926931" y="4666240"/>
                </a:cubicBezTo>
                <a:cubicBezTo>
                  <a:pt x="5953140" y="4664018"/>
                  <a:pt x="5996530" y="4669468"/>
                  <a:pt x="6005512" y="4676109"/>
                </a:cubicBezTo>
                <a:cubicBezTo>
                  <a:pt x="6010751" y="4679983"/>
                  <a:pt x="6040755" y="4688483"/>
                  <a:pt x="6072187" y="4694999"/>
                </a:cubicBezTo>
                <a:cubicBezTo>
                  <a:pt x="6103620" y="4701515"/>
                  <a:pt x="6142196" y="4710845"/>
                  <a:pt x="6157912" y="4715732"/>
                </a:cubicBezTo>
                <a:cubicBezTo>
                  <a:pt x="6173628" y="4720620"/>
                  <a:pt x="6238976" y="4739610"/>
                  <a:pt x="6303129" y="4757933"/>
                </a:cubicBezTo>
                <a:cubicBezTo>
                  <a:pt x="6367283" y="4776255"/>
                  <a:pt x="6455151" y="4804464"/>
                  <a:pt x="6498392" y="4820619"/>
                </a:cubicBezTo>
                <a:cubicBezTo>
                  <a:pt x="6541633" y="4836774"/>
                  <a:pt x="6598443" y="4857846"/>
                  <a:pt x="6624637" y="4867445"/>
                </a:cubicBezTo>
                <a:cubicBezTo>
                  <a:pt x="6791905" y="4928744"/>
                  <a:pt x="6895699" y="5005899"/>
                  <a:pt x="6909332" y="5079072"/>
                </a:cubicBezTo>
                <a:cubicBezTo>
                  <a:pt x="6916503" y="5117555"/>
                  <a:pt x="6903702" y="5153025"/>
                  <a:pt x="6882643" y="5153025"/>
                </a:cubicBezTo>
                <a:cubicBezTo>
                  <a:pt x="6875611" y="5153025"/>
                  <a:pt x="6864521" y="5159454"/>
                  <a:pt x="6858000" y="5167312"/>
                </a:cubicBezTo>
                <a:cubicBezTo>
                  <a:pt x="6844454" y="5183633"/>
                  <a:pt x="6821673" y="5185532"/>
                  <a:pt x="6800850" y="5172075"/>
                </a:cubicBezTo>
                <a:close/>
                <a:moveTo>
                  <a:pt x="8018113" y="4252563"/>
                </a:moveTo>
                <a:cubicBezTo>
                  <a:pt x="8015301" y="4249751"/>
                  <a:pt x="7932077" y="4245614"/>
                  <a:pt x="7833169" y="4243368"/>
                </a:cubicBezTo>
                <a:cubicBezTo>
                  <a:pt x="7474782" y="4235232"/>
                  <a:pt x="7080790" y="4218903"/>
                  <a:pt x="7034212" y="4210256"/>
                </a:cubicBezTo>
                <a:cubicBezTo>
                  <a:pt x="7008018" y="4205392"/>
                  <a:pt x="6952297" y="4199121"/>
                  <a:pt x="6910387" y="4196318"/>
                </a:cubicBezTo>
                <a:cubicBezTo>
                  <a:pt x="6868477" y="4193515"/>
                  <a:pt x="6814899" y="4189020"/>
                  <a:pt x="6791325" y="4186327"/>
                </a:cubicBezTo>
                <a:cubicBezTo>
                  <a:pt x="6767750" y="4183635"/>
                  <a:pt x="6669166" y="4174821"/>
                  <a:pt x="6572250" y="4166741"/>
                </a:cubicBezTo>
                <a:cubicBezTo>
                  <a:pt x="6426199" y="4154566"/>
                  <a:pt x="6300201" y="4139467"/>
                  <a:pt x="6176962" y="4119372"/>
                </a:cubicBezTo>
                <a:cubicBezTo>
                  <a:pt x="6166485" y="4117664"/>
                  <a:pt x="6115777" y="4109560"/>
                  <a:pt x="6064279" y="4101363"/>
                </a:cubicBezTo>
                <a:cubicBezTo>
                  <a:pt x="6012780" y="4093167"/>
                  <a:pt x="5951551" y="4079978"/>
                  <a:pt x="5928214" y="4072055"/>
                </a:cubicBezTo>
                <a:cubicBezTo>
                  <a:pt x="5904878" y="4064132"/>
                  <a:pt x="5880323" y="4057650"/>
                  <a:pt x="5873650" y="4057650"/>
                </a:cubicBezTo>
                <a:cubicBezTo>
                  <a:pt x="5851539" y="4057650"/>
                  <a:pt x="5828032" y="4033936"/>
                  <a:pt x="5834202" y="4017856"/>
                </a:cubicBezTo>
                <a:cubicBezTo>
                  <a:pt x="5841465" y="3998931"/>
                  <a:pt x="5865708" y="3989986"/>
                  <a:pt x="5934075" y="3981006"/>
                </a:cubicBezTo>
                <a:cubicBezTo>
                  <a:pt x="5962888" y="3977222"/>
                  <a:pt x="6033611" y="3967486"/>
                  <a:pt x="6091237" y="3959371"/>
                </a:cubicBezTo>
                <a:cubicBezTo>
                  <a:pt x="6148863" y="3951256"/>
                  <a:pt x="6236731" y="3942029"/>
                  <a:pt x="6286500" y="3938868"/>
                </a:cubicBezTo>
                <a:cubicBezTo>
                  <a:pt x="6336268" y="3935706"/>
                  <a:pt x="6434851" y="3929291"/>
                  <a:pt x="6505575" y="3924612"/>
                </a:cubicBezTo>
                <a:cubicBezTo>
                  <a:pt x="6865383" y="3900807"/>
                  <a:pt x="8023240" y="3885194"/>
                  <a:pt x="8170504" y="3902163"/>
                </a:cubicBezTo>
                <a:cubicBezTo>
                  <a:pt x="8225681" y="3908520"/>
                  <a:pt x="8237158" y="3931645"/>
                  <a:pt x="8191449" y="3944364"/>
                </a:cubicBezTo>
                <a:cubicBezTo>
                  <a:pt x="8158129" y="3953635"/>
                  <a:pt x="8161155" y="3954007"/>
                  <a:pt x="8313981" y="3959406"/>
                </a:cubicBezTo>
                <a:cubicBezTo>
                  <a:pt x="8429710" y="3963495"/>
                  <a:pt x="8456712" y="3967394"/>
                  <a:pt x="8489501" y="3984750"/>
                </a:cubicBezTo>
                <a:cubicBezTo>
                  <a:pt x="8539248" y="4011083"/>
                  <a:pt x="8541960" y="4021866"/>
                  <a:pt x="8503631" y="4040936"/>
                </a:cubicBezTo>
                <a:lnTo>
                  <a:pt x="8472487" y="4056431"/>
                </a:lnTo>
                <a:lnTo>
                  <a:pt x="8505825" y="4057343"/>
                </a:lnTo>
                <a:cubicBezTo>
                  <a:pt x="8545292" y="4058423"/>
                  <a:pt x="8572500" y="4076504"/>
                  <a:pt x="8572500" y="4101652"/>
                </a:cubicBezTo>
                <a:cubicBezTo>
                  <a:pt x="8572500" y="4126208"/>
                  <a:pt x="8545494" y="4141247"/>
                  <a:pt x="8487606" y="4148926"/>
                </a:cubicBezTo>
                <a:cubicBezTo>
                  <a:pt x="8433094" y="4156157"/>
                  <a:pt x="8425098" y="4166758"/>
                  <a:pt x="8467725" y="4175283"/>
                </a:cubicBezTo>
                <a:cubicBezTo>
                  <a:pt x="8501254" y="4181989"/>
                  <a:pt x="8504286" y="4199893"/>
                  <a:pt x="8476185" y="4225242"/>
                </a:cubicBezTo>
                <a:cubicBezTo>
                  <a:pt x="8459021" y="4240724"/>
                  <a:pt x="8440969" y="4243387"/>
                  <a:pt x="8353169" y="4243387"/>
                </a:cubicBezTo>
                <a:cubicBezTo>
                  <a:pt x="8296573" y="4243387"/>
                  <a:pt x="8247046" y="4246602"/>
                  <a:pt x="8243108" y="4250531"/>
                </a:cubicBezTo>
                <a:cubicBezTo>
                  <a:pt x="8235029" y="4258593"/>
                  <a:pt x="8026030" y="4260480"/>
                  <a:pt x="8018113" y="4252563"/>
                </a:cubicBezTo>
                <a:close/>
                <a:moveTo>
                  <a:pt x="414337" y="4229670"/>
                </a:moveTo>
                <a:cubicBezTo>
                  <a:pt x="403860" y="4224716"/>
                  <a:pt x="337008" y="4220921"/>
                  <a:pt x="265778" y="4221235"/>
                </a:cubicBezTo>
                <a:cubicBezTo>
                  <a:pt x="136297" y="4221807"/>
                  <a:pt x="112317" y="4217112"/>
                  <a:pt x="73972" y="4183676"/>
                </a:cubicBezTo>
                <a:cubicBezTo>
                  <a:pt x="63021" y="4174127"/>
                  <a:pt x="59358" y="4161704"/>
                  <a:pt x="63099" y="4146800"/>
                </a:cubicBezTo>
                <a:cubicBezTo>
                  <a:pt x="67194" y="4130485"/>
                  <a:pt x="64727" y="4124325"/>
                  <a:pt x="54100" y="4124325"/>
                </a:cubicBezTo>
                <a:cubicBezTo>
                  <a:pt x="7418" y="4124325"/>
                  <a:pt x="-9400" y="4035798"/>
                  <a:pt x="34136" y="4019246"/>
                </a:cubicBezTo>
                <a:cubicBezTo>
                  <a:pt x="47673" y="4014099"/>
                  <a:pt x="62378" y="4012132"/>
                  <a:pt x="66816" y="4014874"/>
                </a:cubicBezTo>
                <a:cubicBezTo>
                  <a:pt x="87419" y="4027608"/>
                  <a:pt x="83511" y="3999489"/>
                  <a:pt x="62790" y="3985912"/>
                </a:cubicBezTo>
                <a:cubicBezTo>
                  <a:pt x="32939" y="3966352"/>
                  <a:pt x="38469" y="3952710"/>
                  <a:pt x="85383" y="3930179"/>
                </a:cubicBezTo>
                <a:cubicBezTo>
                  <a:pt x="113030" y="3916901"/>
                  <a:pt x="134613" y="3913656"/>
                  <a:pt x="168518" y="3917679"/>
                </a:cubicBezTo>
                <a:cubicBezTo>
                  <a:pt x="246693" y="3926956"/>
                  <a:pt x="329707" y="3933048"/>
                  <a:pt x="306624" y="3927814"/>
                </a:cubicBezTo>
                <a:cubicBezTo>
                  <a:pt x="277438" y="3921197"/>
                  <a:pt x="283037" y="3894331"/>
                  <a:pt x="315406" y="3885675"/>
                </a:cubicBezTo>
                <a:cubicBezTo>
                  <a:pt x="355340" y="3874995"/>
                  <a:pt x="1615348" y="3876242"/>
                  <a:pt x="1819275" y="3887163"/>
                </a:cubicBezTo>
                <a:cubicBezTo>
                  <a:pt x="1921430" y="3892634"/>
                  <a:pt x="2060733" y="3898828"/>
                  <a:pt x="2128837" y="3900927"/>
                </a:cubicBezTo>
                <a:cubicBezTo>
                  <a:pt x="2196941" y="3903027"/>
                  <a:pt x="2274093" y="3909143"/>
                  <a:pt x="2300287" y="3914519"/>
                </a:cubicBezTo>
                <a:cubicBezTo>
                  <a:pt x="2326481" y="3919894"/>
                  <a:pt x="2380059" y="3926596"/>
                  <a:pt x="2419350" y="3929410"/>
                </a:cubicBezTo>
                <a:cubicBezTo>
                  <a:pt x="2592236" y="3941794"/>
                  <a:pt x="2624664" y="3945475"/>
                  <a:pt x="2633186" y="3953684"/>
                </a:cubicBezTo>
                <a:cubicBezTo>
                  <a:pt x="2638163" y="3958477"/>
                  <a:pt x="2655856" y="3962400"/>
                  <a:pt x="2672504" y="3962400"/>
                </a:cubicBezTo>
                <a:cubicBezTo>
                  <a:pt x="2712760" y="3962400"/>
                  <a:pt x="2771775" y="3987757"/>
                  <a:pt x="2771775" y="4005055"/>
                </a:cubicBezTo>
                <a:cubicBezTo>
                  <a:pt x="2771775" y="4023348"/>
                  <a:pt x="2745154" y="4036751"/>
                  <a:pt x="2683925" y="4049283"/>
                </a:cubicBezTo>
                <a:cubicBezTo>
                  <a:pt x="2656280" y="4054941"/>
                  <a:pt x="2618660" y="4062964"/>
                  <a:pt x="2600325" y="4067110"/>
                </a:cubicBezTo>
                <a:cubicBezTo>
                  <a:pt x="2493330" y="4091309"/>
                  <a:pt x="2368470" y="4113788"/>
                  <a:pt x="2314575" y="4118557"/>
                </a:cubicBezTo>
                <a:cubicBezTo>
                  <a:pt x="2251977" y="4124095"/>
                  <a:pt x="2144333" y="4136146"/>
                  <a:pt x="2005012" y="4153213"/>
                </a:cubicBezTo>
                <a:cubicBezTo>
                  <a:pt x="1963102" y="4158347"/>
                  <a:pt x="1847373" y="4166833"/>
                  <a:pt x="1747837" y="4172072"/>
                </a:cubicBezTo>
                <a:cubicBezTo>
                  <a:pt x="1648301" y="4177311"/>
                  <a:pt x="1534715" y="4185678"/>
                  <a:pt x="1495425" y="4190666"/>
                </a:cubicBezTo>
                <a:cubicBezTo>
                  <a:pt x="1410307" y="4201472"/>
                  <a:pt x="1066653" y="4221468"/>
                  <a:pt x="919162" y="4224197"/>
                </a:cubicBezTo>
                <a:cubicBezTo>
                  <a:pt x="861536" y="4225263"/>
                  <a:pt x="728662" y="4228957"/>
                  <a:pt x="623887" y="4232406"/>
                </a:cubicBezTo>
                <a:cubicBezTo>
                  <a:pt x="509815" y="4236161"/>
                  <a:pt x="425744" y="4235063"/>
                  <a:pt x="414337" y="4229670"/>
                </a:cubicBezTo>
                <a:close/>
                <a:moveTo>
                  <a:pt x="5969296" y="3384846"/>
                </a:moveTo>
                <a:cubicBezTo>
                  <a:pt x="5953419" y="3368969"/>
                  <a:pt x="5966233" y="3351076"/>
                  <a:pt x="6019277" y="3315054"/>
                </a:cubicBezTo>
                <a:cubicBezTo>
                  <a:pt x="6050422" y="3293904"/>
                  <a:pt x="6078582" y="3276600"/>
                  <a:pt x="6081854" y="3276600"/>
                </a:cubicBezTo>
                <a:cubicBezTo>
                  <a:pt x="6085127" y="3276600"/>
                  <a:pt x="6106494" y="3263741"/>
                  <a:pt x="6129337" y="3248025"/>
                </a:cubicBezTo>
                <a:cubicBezTo>
                  <a:pt x="6152180" y="3232308"/>
                  <a:pt x="6174046" y="3219450"/>
                  <a:pt x="6177928" y="3219450"/>
                </a:cubicBezTo>
                <a:cubicBezTo>
                  <a:pt x="6181811" y="3219450"/>
                  <a:pt x="6191754" y="3213534"/>
                  <a:pt x="6200024" y="3206305"/>
                </a:cubicBezTo>
                <a:cubicBezTo>
                  <a:pt x="6208295" y="3199075"/>
                  <a:pt x="6245066" y="3176985"/>
                  <a:pt x="6281737" y="3157215"/>
                </a:cubicBezTo>
                <a:cubicBezTo>
                  <a:pt x="6318408" y="3137445"/>
                  <a:pt x="6359128" y="3114428"/>
                  <a:pt x="6372225" y="3106066"/>
                </a:cubicBezTo>
                <a:cubicBezTo>
                  <a:pt x="6427006" y="3071089"/>
                  <a:pt x="6750521" y="2919283"/>
                  <a:pt x="6850750" y="2881522"/>
                </a:cubicBezTo>
                <a:cubicBezTo>
                  <a:pt x="6886184" y="2868173"/>
                  <a:pt x="6898836" y="2866963"/>
                  <a:pt x="6909597" y="2875894"/>
                </a:cubicBezTo>
                <a:cubicBezTo>
                  <a:pt x="6920310" y="2884785"/>
                  <a:pt x="6929180" y="2884264"/>
                  <a:pt x="6950184" y="2873512"/>
                </a:cubicBezTo>
                <a:cubicBezTo>
                  <a:pt x="7001451" y="2847267"/>
                  <a:pt x="7055422" y="2843819"/>
                  <a:pt x="7062567" y="2866333"/>
                </a:cubicBezTo>
                <a:cubicBezTo>
                  <a:pt x="7066014" y="2877191"/>
                  <a:pt x="7074286" y="2886075"/>
                  <a:pt x="7080950" y="2886075"/>
                </a:cubicBezTo>
                <a:cubicBezTo>
                  <a:pt x="7101916" y="2886075"/>
                  <a:pt x="7119234" y="2935749"/>
                  <a:pt x="7102527" y="2947966"/>
                </a:cubicBezTo>
                <a:cubicBezTo>
                  <a:pt x="7093811" y="2954339"/>
                  <a:pt x="7090255" y="2967576"/>
                  <a:pt x="7093166" y="2982805"/>
                </a:cubicBezTo>
                <a:cubicBezTo>
                  <a:pt x="7099030" y="3013479"/>
                  <a:pt x="7055688" y="3048000"/>
                  <a:pt x="7011310" y="3048000"/>
                </a:cubicBezTo>
                <a:cubicBezTo>
                  <a:pt x="6991830" y="3048000"/>
                  <a:pt x="6981825" y="3052711"/>
                  <a:pt x="6981825" y="3061885"/>
                </a:cubicBezTo>
                <a:cubicBezTo>
                  <a:pt x="6981825" y="3075664"/>
                  <a:pt x="6909074" y="3124200"/>
                  <a:pt x="6888421" y="3124200"/>
                </a:cubicBezTo>
                <a:cubicBezTo>
                  <a:pt x="6879519" y="3124200"/>
                  <a:pt x="6815380" y="3149675"/>
                  <a:pt x="6672262" y="3210057"/>
                </a:cubicBezTo>
                <a:cubicBezTo>
                  <a:pt x="6630022" y="3227878"/>
                  <a:pt x="6508281" y="3269610"/>
                  <a:pt x="6477000" y="3276991"/>
                </a:cubicBezTo>
                <a:cubicBezTo>
                  <a:pt x="6458664" y="3281318"/>
                  <a:pt x="6428660" y="3289085"/>
                  <a:pt x="6410325" y="3294252"/>
                </a:cubicBezTo>
                <a:cubicBezTo>
                  <a:pt x="6308440" y="3322963"/>
                  <a:pt x="6248134" y="3339008"/>
                  <a:pt x="6153150" y="3362679"/>
                </a:cubicBezTo>
                <a:cubicBezTo>
                  <a:pt x="6134814" y="3367249"/>
                  <a:pt x="6092734" y="3373570"/>
                  <a:pt x="6059638" y="3376727"/>
                </a:cubicBezTo>
                <a:cubicBezTo>
                  <a:pt x="6026542" y="3379883"/>
                  <a:pt x="5994171" y="3384497"/>
                  <a:pt x="5987703" y="3386979"/>
                </a:cubicBezTo>
                <a:cubicBezTo>
                  <a:pt x="5981234" y="3389461"/>
                  <a:pt x="5972951" y="3388501"/>
                  <a:pt x="5969296" y="3384846"/>
                </a:cubicBezTo>
                <a:close/>
                <a:moveTo>
                  <a:pt x="2595562" y="3362419"/>
                </a:moveTo>
                <a:cubicBezTo>
                  <a:pt x="2585085" y="3357865"/>
                  <a:pt x="2563958" y="3353837"/>
                  <a:pt x="2548613" y="3353469"/>
                </a:cubicBezTo>
                <a:cubicBezTo>
                  <a:pt x="2533269" y="3353101"/>
                  <a:pt x="2507551" y="3348842"/>
                  <a:pt x="2491463" y="3344005"/>
                </a:cubicBezTo>
                <a:cubicBezTo>
                  <a:pt x="2475375" y="3339168"/>
                  <a:pt x="2438638" y="3330240"/>
                  <a:pt x="2409825" y="3324164"/>
                </a:cubicBezTo>
                <a:cubicBezTo>
                  <a:pt x="2381011" y="3318089"/>
                  <a:pt x="2324413" y="3302225"/>
                  <a:pt x="2284049" y="3288912"/>
                </a:cubicBezTo>
                <a:cubicBezTo>
                  <a:pt x="2243686" y="3275598"/>
                  <a:pt x="2204805" y="3266953"/>
                  <a:pt x="2197648" y="3269699"/>
                </a:cubicBezTo>
                <a:cubicBezTo>
                  <a:pt x="2190490" y="3272446"/>
                  <a:pt x="2161364" y="3268270"/>
                  <a:pt x="2132923" y="3260419"/>
                </a:cubicBezTo>
                <a:cubicBezTo>
                  <a:pt x="2104482" y="3252568"/>
                  <a:pt x="2070496" y="3244101"/>
                  <a:pt x="2057400" y="3241604"/>
                </a:cubicBezTo>
                <a:cubicBezTo>
                  <a:pt x="2044303" y="3239108"/>
                  <a:pt x="2025015" y="3233281"/>
                  <a:pt x="2014537" y="3228657"/>
                </a:cubicBezTo>
                <a:cubicBezTo>
                  <a:pt x="2004060" y="3224032"/>
                  <a:pt x="1963017" y="3209635"/>
                  <a:pt x="1923330" y="3196662"/>
                </a:cubicBezTo>
                <a:cubicBezTo>
                  <a:pt x="1843186" y="3170464"/>
                  <a:pt x="1740463" y="3131570"/>
                  <a:pt x="1678885" y="3104107"/>
                </a:cubicBezTo>
                <a:cubicBezTo>
                  <a:pt x="1656677" y="3094203"/>
                  <a:pt x="1634699" y="3086100"/>
                  <a:pt x="1630045" y="3086100"/>
                </a:cubicBezTo>
                <a:cubicBezTo>
                  <a:pt x="1625390" y="3086100"/>
                  <a:pt x="1616205" y="3079620"/>
                  <a:pt x="1609632" y="3071701"/>
                </a:cubicBezTo>
                <a:cubicBezTo>
                  <a:pt x="1603060" y="3063782"/>
                  <a:pt x="1580033" y="3049402"/>
                  <a:pt x="1558460" y="3039746"/>
                </a:cubicBezTo>
                <a:cubicBezTo>
                  <a:pt x="1505228" y="3015920"/>
                  <a:pt x="1489457" y="2994732"/>
                  <a:pt x="1482203" y="2937295"/>
                </a:cubicBezTo>
                <a:cubicBezTo>
                  <a:pt x="1475089" y="2880973"/>
                  <a:pt x="1481407" y="2857500"/>
                  <a:pt x="1503677" y="2857500"/>
                </a:cubicBezTo>
                <a:cubicBezTo>
                  <a:pt x="1512334" y="2857500"/>
                  <a:pt x="1524771" y="2848927"/>
                  <a:pt x="1531314" y="2838450"/>
                </a:cubicBezTo>
                <a:cubicBezTo>
                  <a:pt x="1539349" y="2825583"/>
                  <a:pt x="1553527" y="2819400"/>
                  <a:pt x="1574991" y="2819400"/>
                </a:cubicBezTo>
                <a:cubicBezTo>
                  <a:pt x="1594675" y="2819400"/>
                  <a:pt x="1613334" y="2826651"/>
                  <a:pt x="1624012" y="2838450"/>
                </a:cubicBezTo>
                <a:cubicBezTo>
                  <a:pt x="1633494" y="2848927"/>
                  <a:pt x="1648303" y="2857500"/>
                  <a:pt x="1656921" y="2857500"/>
                </a:cubicBezTo>
                <a:cubicBezTo>
                  <a:pt x="1665539" y="2857500"/>
                  <a:pt x="1677551" y="2862461"/>
                  <a:pt x="1683616" y="2868526"/>
                </a:cubicBezTo>
                <a:cubicBezTo>
                  <a:pt x="1691968" y="2876878"/>
                  <a:pt x="1698358" y="2876468"/>
                  <a:pt x="1709960" y="2866839"/>
                </a:cubicBezTo>
                <a:cubicBezTo>
                  <a:pt x="1728778" y="2851222"/>
                  <a:pt x="1791428" y="2870700"/>
                  <a:pt x="1897727" y="2925217"/>
                </a:cubicBezTo>
                <a:cubicBezTo>
                  <a:pt x="1906823" y="2929882"/>
                  <a:pt x="1918880" y="2933700"/>
                  <a:pt x="1924520" y="2933700"/>
                </a:cubicBezTo>
                <a:cubicBezTo>
                  <a:pt x="1930160" y="2933700"/>
                  <a:pt x="1963437" y="2946977"/>
                  <a:pt x="1998468" y="2963205"/>
                </a:cubicBezTo>
                <a:cubicBezTo>
                  <a:pt x="2033500" y="2979434"/>
                  <a:pt x="2070735" y="2996166"/>
                  <a:pt x="2081212" y="3000389"/>
                </a:cubicBezTo>
                <a:cubicBezTo>
                  <a:pt x="2200979" y="3048657"/>
                  <a:pt x="2594627" y="3264502"/>
                  <a:pt x="2662640" y="3319197"/>
                </a:cubicBezTo>
                <a:cubicBezTo>
                  <a:pt x="2704021" y="3352475"/>
                  <a:pt x="2651115" y="3386565"/>
                  <a:pt x="2595562" y="3362419"/>
                </a:cubicBezTo>
                <a:close/>
                <a:moveTo>
                  <a:pt x="5416550" y="3022600"/>
                </a:moveTo>
                <a:cubicBezTo>
                  <a:pt x="5396011" y="3002061"/>
                  <a:pt x="5447613" y="2911092"/>
                  <a:pt x="5528400" y="2825418"/>
                </a:cubicBezTo>
                <a:cubicBezTo>
                  <a:pt x="5552449" y="2799916"/>
                  <a:pt x="5572125" y="2775576"/>
                  <a:pt x="5572125" y="2771330"/>
                </a:cubicBezTo>
                <a:cubicBezTo>
                  <a:pt x="5572125" y="2767084"/>
                  <a:pt x="5577544" y="2757946"/>
                  <a:pt x="5584168" y="2751024"/>
                </a:cubicBezTo>
                <a:cubicBezTo>
                  <a:pt x="5590792" y="2744101"/>
                  <a:pt x="5611040" y="2719149"/>
                  <a:pt x="5629165" y="2695575"/>
                </a:cubicBezTo>
                <a:cubicBezTo>
                  <a:pt x="5647290" y="2672000"/>
                  <a:pt x="5664374" y="2650569"/>
                  <a:pt x="5667128" y="2647950"/>
                </a:cubicBezTo>
                <a:cubicBezTo>
                  <a:pt x="5669883" y="2645330"/>
                  <a:pt x="5695579" y="2615326"/>
                  <a:pt x="5724231" y="2581275"/>
                </a:cubicBezTo>
                <a:cubicBezTo>
                  <a:pt x="5752882" y="2547223"/>
                  <a:pt x="5793601" y="2501687"/>
                  <a:pt x="5814718" y="2480084"/>
                </a:cubicBezTo>
                <a:cubicBezTo>
                  <a:pt x="5835835" y="2458481"/>
                  <a:pt x="5878830" y="2410640"/>
                  <a:pt x="5910262" y="2373770"/>
                </a:cubicBezTo>
                <a:cubicBezTo>
                  <a:pt x="5999733" y="2268822"/>
                  <a:pt x="6964157" y="1311171"/>
                  <a:pt x="6996112" y="1295546"/>
                </a:cubicBezTo>
                <a:cubicBezTo>
                  <a:pt x="7011828" y="1287861"/>
                  <a:pt x="7054691" y="1259684"/>
                  <a:pt x="7091362" y="1232930"/>
                </a:cubicBezTo>
                <a:cubicBezTo>
                  <a:pt x="7197085" y="1155800"/>
                  <a:pt x="7203178" y="1152525"/>
                  <a:pt x="7240937" y="1152525"/>
                </a:cubicBezTo>
                <a:cubicBezTo>
                  <a:pt x="7270561" y="1152525"/>
                  <a:pt x="7277705" y="1156382"/>
                  <a:pt x="7282350" y="1174888"/>
                </a:cubicBezTo>
                <a:cubicBezTo>
                  <a:pt x="7286659" y="1192057"/>
                  <a:pt x="7293045" y="1196281"/>
                  <a:pt x="7309839" y="1193070"/>
                </a:cubicBezTo>
                <a:cubicBezTo>
                  <a:pt x="7341363" y="1187044"/>
                  <a:pt x="7376160" y="1237317"/>
                  <a:pt x="7367561" y="1276466"/>
                </a:cubicBezTo>
                <a:cubicBezTo>
                  <a:pt x="7362773" y="1298269"/>
                  <a:pt x="7364679" y="1304924"/>
                  <a:pt x="7375713" y="1304925"/>
                </a:cubicBezTo>
                <a:cubicBezTo>
                  <a:pt x="7395423" y="1304925"/>
                  <a:pt x="7403424" y="1335210"/>
                  <a:pt x="7391795" y="1365796"/>
                </a:cubicBezTo>
                <a:cubicBezTo>
                  <a:pt x="7378539" y="1400664"/>
                  <a:pt x="7146079" y="1631705"/>
                  <a:pt x="6934838" y="1819964"/>
                </a:cubicBezTo>
                <a:cubicBezTo>
                  <a:pt x="6838272" y="1906024"/>
                  <a:pt x="6724686" y="2009019"/>
                  <a:pt x="6682425" y="2048841"/>
                </a:cubicBezTo>
                <a:cubicBezTo>
                  <a:pt x="6541207" y="2181911"/>
                  <a:pt x="6322539" y="2372465"/>
                  <a:pt x="6300974" y="2381250"/>
                </a:cubicBezTo>
                <a:cubicBezTo>
                  <a:pt x="6294544" y="2383869"/>
                  <a:pt x="6259724" y="2412636"/>
                  <a:pt x="6223597" y="2445177"/>
                </a:cubicBezTo>
                <a:cubicBezTo>
                  <a:pt x="6143892" y="2516971"/>
                  <a:pt x="6122682" y="2535277"/>
                  <a:pt x="6067437" y="2579957"/>
                </a:cubicBezTo>
                <a:cubicBezTo>
                  <a:pt x="6043870" y="2599017"/>
                  <a:pt x="6018853" y="2620035"/>
                  <a:pt x="6011844" y="2626662"/>
                </a:cubicBezTo>
                <a:cubicBezTo>
                  <a:pt x="6004835" y="2633290"/>
                  <a:pt x="5983398" y="2650411"/>
                  <a:pt x="5964206" y="2664708"/>
                </a:cubicBezTo>
                <a:cubicBezTo>
                  <a:pt x="5945014" y="2679006"/>
                  <a:pt x="5927169" y="2692964"/>
                  <a:pt x="5924550" y="2695727"/>
                </a:cubicBezTo>
                <a:cubicBezTo>
                  <a:pt x="5892208" y="2729836"/>
                  <a:pt x="5559612" y="2960754"/>
                  <a:pt x="5471726" y="3010116"/>
                </a:cubicBezTo>
                <a:cubicBezTo>
                  <a:pt x="5435626" y="3030393"/>
                  <a:pt x="5426424" y="3032474"/>
                  <a:pt x="5416550" y="3022600"/>
                </a:cubicBezTo>
                <a:close/>
                <a:moveTo>
                  <a:pt x="3152775" y="3001421"/>
                </a:moveTo>
                <a:cubicBezTo>
                  <a:pt x="3144916" y="2997235"/>
                  <a:pt x="3128256" y="2988455"/>
                  <a:pt x="3115751" y="2981909"/>
                </a:cubicBezTo>
                <a:cubicBezTo>
                  <a:pt x="3067057" y="2956421"/>
                  <a:pt x="3023105" y="2930701"/>
                  <a:pt x="2998904" y="2913534"/>
                </a:cubicBezTo>
                <a:cubicBezTo>
                  <a:pt x="2984999" y="2903670"/>
                  <a:pt x="2970884" y="2895600"/>
                  <a:pt x="2967539" y="2895600"/>
                </a:cubicBezTo>
                <a:cubicBezTo>
                  <a:pt x="2964194" y="2895600"/>
                  <a:pt x="2938749" y="2878455"/>
                  <a:pt x="2910994" y="2857500"/>
                </a:cubicBezTo>
                <a:cubicBezTo>
                  <a:pt x="2883239" y="2836545"/>
                  <a:pt x="2856634" y="2819381"/>
                  <a:pt x="2851871" y="2819359"/>
                </a:cubicBezTo>
                <a:cubicBezTo>
                  <a:pt x="2847109" y="2819336"/>
                  <a:pt x="2821781" y="2803024"/>
                  <a:pt x="2795587" y="2783110"/>
                </a:cubicBezTo>
                <a:cubicBezTo>
                  <a:pt x="2769393" y="2763197"/>
                  <a:pt x="2726531" y="2730622"/>
                  <a:pt x="2700337" y="2710724"/>
                </a:cubicBezTo>
                <a:cubicBezTo>
                  <a:pt x="2674143" y="2690825"/>
                  <a:pt x="2637710" y="2660937"/>
                  <a:pt x="2619375" y="2644306"/>
                </a:cubicBezTo>
                <a:cubicBezTo>
                  <a:pt x="2601039" y="2627675"/>
                  <a:pt x="2571035" y="2603681"/>
                  <a:pt x="2552700" y="2590986"/>
                </a:cubicBezTo>
                <a:cubicBezTo>
                  <a:pt x="2534364" y="2578291"/>
                  <a:pt x="2517219" y="2565555"/>
                  <a:pt x="2514600" y="2562683"/>
                </a:cubicBezTo>
                <a:cubicBezTo>
                  <a:pt x="2511980" y="2559812"/>
                  <a:pt x="2490549" y="2542519"/>
                  <a:pt x="2466975" y="2524255"/>
                </a:cubicBezTo>
                <a:cubicBezTo>
                  <a:pt x="2443400" y="2505992"/>
                  <a:pt x="2415782" y="2484561"/>
                  <a:pt x="2405601" y="2476630"/>
                </a:cubicBezTo>
                <a:cubicBezTo>
                  <a:pt x="2395420" y="2468700"/>
                  <a:pt x="2362886" y="2439709"/>
                  <a:pt x="2333302" y="2412206"/>
                </a:cubicBezTo>
                <a:cubicBezTo>
                  <a:pt x="2303719" y="2384702"/>
                  <a:pt x="2272062" y="2362200"/>
                  <a:pt x="2262954" y="2362200"/>
                </a:cubicBezTo>
                <a:cubicBezTo>
                  <a:pt x="2246536" y="2362200"/>
                  <a:pt x="2150085" y="2283160"/>
                  <a:pt x="2046393" y="2184733"/>
                </a:cubicBezTo>
                <a:cubicBezTo>
                  <a:pt x="2016766" y="2156610"/>
                  <a:pt x="1984355" y="2133600"/>
                  <a:pt x="1974371" y="2133600"/>
                </a:cubicBezTo>
                <a:cubicBezTo>
                  <a:pt x="1964386" y="2133600"/>
                  <a:pt x="1947907" y="2126072"/>
                  <a:pt x="1937752" y="2116872"/>
                </a:cubicBezTo>
                <a:cubicBezTo>
                  <a:pt x="1927596" y="2107673"/>
                  <a:pt x="1878568" y="2066249"/>
                  <a:pt x="1828800" y="2024820"/>
                </a:cubicBezTo>
                <a:cubicBezTo>
                  <a:pt x="1717215" y="1931933"/>
                  <a:pt x="1625171" y="1851500"/>
                  <a:pt x="1543514" y="1775523"/>
                </a:cubicBezTo>
                <a:cubicBezTo>
                  <a:pt x="1509207" y="1743602"/>
                  <a:pt x="1466364" y="1705026"/>
                  <a:pt x="1448308" y="1689798"/>
                </a:cubicBezTo>
                <a:cubicBezTo>
                  <a:pt x="1359426" y="1614838"/>
                  <a:pt x="1321256" y="1562540"/>
                  <a:pt x="1354931" y="1561859"/>
                </a:cubicBezTo>
                <a:cubicBezTo>
                  <a:pt x="1361479" y="1561726"/>
                  <a:pt x="1330404" y="1526278"/>
                  <a:pt x="1285875" y="1483085"/>
                </a:cubicBezTo>
                <a:cubicBezTo>
                  <a:pt x="1173704" y="1374281"/>
                  <a:pt x="1133475" y="1327165"/>
                  <a:pt x="1133474" y="1304598"/>
                </a:cubicBezTo>
                <a:cubicBezTo>
                  <a:pt x="1133474" y="1277352"/>
                  <a:pt x="1159050" y="1270791"/>
                  <a:pt x="1183113" y="1291863"/>
                </a:cubicBezTo>
                <a:cubicBezTo>
                  <a:pt x="1196960" y="1303989"/>
                  <a:pt x="1193479" y="1294966"/>
                  <a:pt x="1172222" y="1263639"/>
                </a:cubicBezTo>
                <a:lnTo>
                  <a:pt x="1140977" y="1217590"/>
                </a:lnTo>
                <a:lnTo>
                  <a:pt x="1167583" y="1189820"/>
                </a:lnTo>
                <a:cubicBezTo>
                  <a:pt x="1198823" y="1157212"/>
                  <a:pt x="1206500" y="1156264"/>
                  <a:pt x="1238250" y="1181100"/>
                </a:cubicBezTo>
                <a:cubicBezTo>
                  <a:pt x="1266451" y="1203159"/>
                  <a:pt x="1283604" y="1206080"/>
                  <a:pt x="1266925" y="1185983"/>
                </a:cubicBezTo>
                <a:cubicBezTo>
                  <a:pt x="1230930" y="1142611"/>
                  <a:pt x="1293006" y="1129402"/>
                  <a:pt x="1345826" y="1169193"/>
                </a:cubicBezTo>
                <a:cubicBezTo>
                  <a:pt x="1382442" y="1196777"/>
                  <a:pt x="1466850" y="1291388"/>
                  <a:pt x="1466850" y="1304846"/>
                </a:cubicBezTo>
                <a:cubicBezTo>
                  <a:pt x="1466850" y="1318377"/>
                  <a:pt x="1609783" y="1441391"/>
                  <a:pt x="1617056" y="1434118"/>
                </a:cubicBezTo>
                <a:cubicBezTo>
                  <a:pt x="1620844" y="1430330"/>
                  <a:pt x="1594766" y="1399724"/>
                  <a:pt x="1559105" y="1366105"/>
                </a:cubicBezTo>
                <a:cubicBezTo>
                  <a:pt x="1497713" y="1308229"/>
                  <a:pt x="1484444" y="1282066"/>
                  <a:pt x="1521628" y="1292206"/>
                </a:cubicBezTo>
                <a:cubicBezTo>
                  <a:pt x="1542562" y="1297915"/>
                  <a:pt x="1636376" y="1378142"/>
                  <a:pt x="1814950" y="1543050"/>
                </a:cubicBezTo>
                <a:cubicBezTo>
                  <a:pt x="1891534" y="1613773"/>
                  <a:pt x="1991921" y="1705927"/>
                  <a:pt x="2038031" y="1747837"/>
                </a:cubicBezTo>
                <a:cubicBezTo>
                  <a:pt x="2165081" y="1863315"/>
                  <a:pt x="2543255" y="2220426"/>
                  <a:pt x="2571063" y="2251182"/>
                </a:cubicBezTo>
                <a:cubicBezTo>
                  <a:pt x="2584538" y="2266084"/>
                  <a:pt x="2653426" y="2336964"/>
                  <a:pt x="2724150" y="2408693"/>
                </a:cubicBezTo>
                <a:cubicBezTo>
                  <a:pt x="2964109" y="2652066"/>
                  <a:pt x="3206366" y="2948071"/>
                  <a:pt x="3198598" y="2988406"/>
                </a:cubicBezTo>
                <a:cubicBezTo>
                  <a:pt x="3195025" y="3006960"/>
                  <a:pt x="3174252" y="3012860"/>
                  <a:pt x="3152775" y="3001421"/>
                </a:cubicBezTo>
                <a:close/>
                <a:moveTo>
                  <a:pt x="4291648" y="2663880"/>
                </a:moveTo>
                <a:cubicBezTo>
                  <a:pt x="4259186" y="2640143"/>
                  <a:pt x="4202617" y="2289905"/>
                  <a:pt x="4186769" y="2014537"/>
                </a:cubicBezTo>
                <a:cubicBezTo>
                  <a:pt x="4183453" y="1956911"/>
                  <a:pt x="4176689" y="1856184"/>
                  <a:pt x="4171738" y="1790700"/>
                </a:cubicBezTo>
                <a:cubicBezTo>
                  <a:pt x="4166787" y="1725215"/>
                  <a:pt x="4160485" y="1607343"/>
                  <a:pt x="4157733" y="1528762"/>
                </a:cubicBezTo>
                <a:cubicBezTo>
                  <a:pt x="4154981" y="1450181"/>
                  <a:pt x="4149854" y="1325880"/>
                  <a:pt x="4146341" y="1252537"/>
                </a:cubicBezTo>
                <a:cubicBezTo>
                  <a:pt x="4133951" y="993930"/>
                  <a:pt x="4137577" y="278786"/>
                  <a:pt x="4151788" y="178264"/>
                </a:cubicBezTo>
                <a:cubicBezTo>
                  <a:pt x="4167011" y="70578"/>
                  <a:pt x="4187521" y="33393"/>
                  <a:pt x="4227479" y="41031"/>
                </a:cubicBezTo>
                <a:cubicBezTo>
                  <a:pt x="4245190" y="44417"/>
                  <a:pt x="4256547" y="39518"/>
                  <a:pt x="4269672" y="22832"/>
                </a:cubicBezTo>
                <a:cubicBezTo>
                  <a:pt x="4306417" y="-23881"/>
                  <a:pt x="4391025" y="8610"/>
                  <a:pt x="4391025" y="69435"/>
                </a:cubicBezTo>
                <a:cubicBezTo>
                  <a:pt x="4391025" y="87736"/>
                  <a:pt x="4391910" y="87876"/>
                  <a:pt x="4409122" y="72299"/>
                </a:cubicBezTo>
                <a:cubicBezTo>
                  <a:pt x="4426440" y="56627"/>
                  <a:pt x="4428340" y="57392"/>
                  <a:pt x="4453271" y="90078"/>
                </a:cubicBezTo>
                <a:cubicBezTo>
                  <a:pt x="4478319" y="122917"/>
                  <a:pt x="4479146" y="127637"/>
                  <a:pt x="4474711" y="212414"/>
                </a:cubicBezTo>
                <a:cubicBezTo>
                  <a:pt x="4471209" y="279373"/>
                  <a:pt x="4473229" y="303516"/>
                  <a:pt x="4483104" y="312741"/>
                </a:cubicBezTo>
                <a:cubicBezTo>
                  <a:pt x="4498492" y="327115"/>
                  <a:pt x="4501301" y="890662"/>
                  <a:pt x="4486165" y="926825"/>
                </a:cubicBezTo>
                <a:cubicBezTo>
                  <a:pt x="4481352" y="938327"/>
                  <a:pt x="4473180" y="1197492"/>
                  <a:pt x="4468007" y="1502749"/>
                </a:cubicBezTo>
                <a:cubicBezTo>
                  <a:pt x="4462834" y="1808005"/>
                  <a:pt x="4455183" y="2063037"/>
                  <a:pt x="4451006" y="2069486"/>
                </a:cubicBezTo>
                <a:cubicBezTo>
                  <a:pt x="4446829" y="2075935"/>
                  <a:pt x="4440312" y="2124075"/>
                  <a:pt x="4436522" y="2176462"/>
                </a:cubicBezTo>
                <a:cubicBezTo>
                  <a:pt x="4425179" y="2333277"/>
                  <a:pt x="4419201" y="2385012"/>
                  <a:pt x="4410108" y="2405062"/>
                </a:cubicBezTo>
                <a:cubicBezTo>
                  <a:pt x="4405356" y="2415540"/>
                  <a:pt x="4399347" y="2445543"/>
                  <a:pt x="4396754" y="2471737"/>
                </a:cubicBezTo>
                <a:cubicBezTo>
                  <a:pt x="4389403" y="2545999"/>
                  <a:pt x="4380168" y="2590498"/>
                  <a:pt x="4370922" y="2596212"/>
                </a:cubicBezTo>
                <a:cubicBezTo>
                  <a:pt x="4366262" y="2599092"/>
                  <a:pt x="4362450" y="2613904"/>
                  <a:pt x="4362450" y="2629127"/>
                </a:cubicBezTo>
                <a:cubicBezTo>
                  <a:pt x="4362450" y="2669692"/>
                  <a:pt x="4324843" y="2688152"/>
                  <a:pt x="4291648" y="2663880"/>
                </a:cubicBezTo>
                <a:close/>
                <a:moveTo>
                  <a:pt x="5107626" y="2404616"/>
                </a:moveTo>
                <a:cubicBezTo>
                  <a:pt x="5102741" y="2395886"/>
                  <a:pt x="5104234" y="2367749"/>
                  <a:pt x="5111290" y="2335560"/>
                </a:cubicBezTo>
                <a:cubicBezTo>
                  <a:pt x="5117840" y="2305682"/>
                  <a:pt x="5128140" y="2250255"/>
                  <a:pt x="5134177" y="2212389"/>
                </a:cubicBezTo>
                <a:cubicBezTo>
                  <a:pt x="5140215" y="2174522"/>
                  <a:pt x="5164409" y="2088797"/>
                  <a:pt x="5187940" y="2021889"/>
                </a:cubicBezTo>
                <a:cubicBezTo>
                  <a:pt x="5211472" y="1954980"/>
                  <a:pt x="5234124" y="1880949"/>
                  <a:pt x="5238278" y="1857375"/>
                </a:cubicBezTo>
                <a:cubicBezTo>
                  <a:pt x="5261161" y="1727507"/>
                  <a:pt x="5448875" y="1284307"/>
                  <a:pt x="5513551" y="1207444"/>
                </a:cubicBezTo>
                <a:cubicBezTo>
                  <a:pt x="5532486" y="1184941"/>
                  <a:pt x="5541405" y="1181207"/>
                  <a:pt x="5564242" y="1186223"/>
                </a:cubicBezTo>
                <a:cubicBezTo>
                  <a:pt x="5580359" y="1189763"/>
                  <a:pt x="5597563" y="1187655"/>
                  <a:pt x="5605358" y="1181186"/>
                </a:cubicBezTo>
                <a:cubicBezTo>
                  <a:pt x="5624551" y="1165257"/>
                  <a:pt x="5671222" y="1189147"/>
                  <a:pt x="5675183" y="1216928"/>
                </a:cubicBezTo>
                <a:cubicBezTo>
                  <a:pt x="5676859" y="1228678"/>
                  <a:pt x="5686503" y="1242719"/>
                  <a:pt x="5696615" y="1248131"/>
                </a:cubicBezTo>
                <a:cubicBezTo>
                  <a:pt x="5721701" y="1261556"/>
                  <a:pt x="5720468" y="1308592"/>
                  <a:pt x="5694057" y="1345683"/>
                </a:cubicBezTo>
                <a:cubicBezTo>
                  <a:pt x="5682538" y="1361859"/>
                  <a:pt x="5673989" y="1386586"/>
                  <a:pt x="5675060" y="1400632"/>
                </a:cubicBezTo>
                <a:cubicBezTo>
                  <a:pt x="5677228" y="1429086"/>
                  <a:pt x="5665258" y="1461085"/>
                  <a:pt x="5591504" y="1624012"/>
                </a:cubicBezTo>
                <a:cubicBezTo>
                  <a:pt x="5577275" y="1655445"/>
                  <a:pt x="5559782" y="1696164"/>
                  <a:pt x="5552631" y="1714500"/>
                </a:cubicBezTo>
                <a:cubicBezTo>
                  <a:pt x="5545481" y="1732835"/>
                  <a:pt x="5528240" y="1769268"/>
                  <a:pt x="5514318" y="1795462"/>
                </a:cubicBezTo>
                <a:cubicBezTo>
                  <a:pt x="5439477" y="1936278"/>
                  <a:pt x="5416014" y="1977911"/>
                  <a:pt x="5396565" y="2004406"/>
                </a:cubicBezTo>
                <a:cubicBezTo>
                  <a:pt x="5384784" y="2020455"/>
                  <a:pt x="5369424" y="2048589"/>
                  <a:pt x="5362434" y="2066925"/>
                </a:cubicBezTo>
                <a:cubicBezTo>
                  <a:pt x="5355443" y="2085260"/>
                  <a:pt x="5341899" y="2111639"/>
                  <a:pt x="5332336" y="2125545"/>
                </a:cubicBezTo>
                <a:cubicBezTo>
                  <a:pt x="5322774" y="2139450"/>
                  <a:pt x="5314950" y="2153545"/>
                  <a:pt x="5314950" y="2156867"/>
                </a:cubicBezTo>
                <a:cubicBezTo>
                  <a:pt x="5314950" y="2163256"/>
                  <a:pt x="5201466" y="2335020"/>
                  <a:pt x="5191873" y="2343150"/>
                </a:cubicBezTo>
                <a:cubicBezTo>
                  <a:pt x="5188782" y="2345769"/>
                  <a:pt x="5174273" y="2363985"/>
                  <a:pt x="5159629" y="2383631"/>
                </a:cubicBezTo>
                <a:cubicBezTo>
                  <a:pt x="5130474" y="2422745"/>
                  <a:pt x="5120111" y="2426927"/>
                  <a:pt x="5107626" y="2404616"/>
                </a:cubicBezTo>
                <a:close/>
                <a:moveTo>
                  <a:pt x="3558678" y="2350293"/>
                </a:moveTo>
                <a:cubicBezTo>
                  <a:pt x="3539924" y="2322790"/>
                  <a:pt x="3505281" y="2275348"/>
                  <a:pt x="3481693" y="2244868"/>
                </a:cubicBezTo>
                <a:cubicBezTo>
                  <a:pt x="3458106" y="2214388"/>
                  <a:pt x="3408333" y="2127778"/>
                  <a:pt x="3371087" y="2052403"/>
                </a:cubicBezTo>
                <a:cubicBezTo>
                  <a:pt x="3333841" y="1977028"/>
                  <a:pt x="3296618" y="1909812"/>
                  <a:pt x="3288368" y="1903035"/>
                </a:cubicBezTo>
                <a:cubicBezTo>
                  <a:pt x="3275457" y="1892428"/>
                  <a:pt x="3218392" y="1779134"/>
                  <a:pt x="3138231" y="1604962"/>
                </a:cubicBezTo>
                <a:cubicBezTo>
                  <a:pt x="3126176" y="1578768"/>
                  <a:pt x="3105228" y="1534032"/>
                  <a:pt x="3091681" y="1505548"/>
                </a:cubicBezTo>
                <a:cubicBezTo>
                  <a:pt x="3078134" y="1477064"/>
                  <a:pt x="3067050" y="1442560"/>
                  <a:pt x="3067050" y="1428872"/>
                </a:cubicBezTo>
                <a:cubicBezTo>
                  <a:pt x="3067050" y="1415184"/>
                  <a:pt x="3063316" y="1399913"/>
                  <a:pt x="3058752" y="1394936"/>
                </a:cubicBezTo>
                <a:cubicBezTo>
                  <a:pt x="3049039" y="1384343"/>
                  <a:pt x="3038726" y="1296103"/>
                  <a:pt x="3045170" y="1278731"/>
                </a:cubicBezTo>
                <a:cubicBezTo>
                  <a:pt x="3047599" y="1272182"/>
                  <a:pt x="3057344" y="1266825"/>
                  <a:pt x="3066824" y="1266825"/>
                </a:cubicBezTo>
                <a:cubicBezTo>
                  <a:pt x="3076305" y="1266825"/>
                  <a:pt x="3086433" y="1260645"/>
                  <a:pt x="3089331" y="1253092"/>
                </a:cubicBezTo>
                <a:cubicBezTo>
                  <a:pt x="3092229" y="1245539"/>
                  <a:pt x="3105547" y="1232187"/>
                  <a:pt x="3118925" y="1223422"/>
                </a:cubicBezTo>
                <a:cubicBezTo>
                  <a:pt x="3141836" y="1208410"/>
                  <a:pt x="3144772" y="1208513"/>
                  <a:pt x="3169443" y="1225188"/>
                </a:cubicBezTo>
                <a:cubicBezTo>
                  <a:pt x="3183850" y="1234926"/>
                  <a:pt x="3206134" y="1242920"/>
                  <a:pt x="3218964" y="1242952"/>
                </a:cubicBezTo>
                <a:cubicBezTo>
                  <a:pt x="3246426" y="1243023"/>
                  <a:pt x="3286125" y="1294939"/>
                  <a:pt x="3286125" y="1330781"/>
                </a:cubicBezTo>
                <a:cubicBezTo>
                  <a:pt x="3286125" y="1343453"/>
                  <a:pt x="3296562" y="1367505"/>
                  <a:pt x="3309319" y="1384230"/>
                </a:cubicBezTo>
                <a:cubicBezTo>
                  <a:pt x="3354223" y="1443103"/>
                  <a:pt x="3461113" y="1700519"/>
                  <a:pt x="3509744" y="1866900"/>
                </a:cubicBezTo>
                <a:cubicBezTo>
                  <a:pt x="3516634" y="1890474"/>
                  <a:pt x="3538023" y="1959054"/>
                  <a:pt x="3557274" y="2019300"/>
                </a:cubicBezTo>
                <a:cubicBezTo>
                  <a:pt x="3651636" y="2314594"/>
                  <a:pt x="3652370" y="2487694"/>
                  <a:pt x="3558678" y="2350293"/>
                </a:cubicBezTo>
                <a:close/>
                <a:moveTo>
                  <a:pt x="1733550" y="1548769"/>
                </a:moveTo>
                <a:cubicBezTo>
                  <a:pt x="1709975" y="1525807"/>
                  <a:pt x="1688822" y="1508776"/>
                  <a:pt x="1686543" y="1510922"/>
                </a:cubicBezTo>
                <a:cubicBezTo>
                  <a:pt x="1680465" y="1516647"/>
                  <a:pt x="1754712" y="1590688"/>
                  <a:pt x="1766439" y="1590597"/>
                </a:cubicBezTo>
                <a:cubicBezTo>
                  <a:pt x="1771924" y="1590554"/>
                  <a:pt x="1757124" y="1571731"/>
                  <a:pt x="1733550" y="1548769"/>
                </a:cubicBezTo>
                <a:close/>
              </a:path>
            </a:pathLst>
          </a:custGeom>
          <a:solidFill>
            <a:srgbClr val="BFD9F2"/>
          </a:solidFill>
          <a:ln>
            <a:noFill/>
          </a:ln>
        </p:spPr>
      </p:sp>
      <p:pic>
        <p:nvPicPr>
          <p:cNvPr id="4" name="balance scale" descr="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4543425"/>
            <a:ext cx="9639300" cy="8058150"/>
          </a:xfrm>
          <a:prstGeom prst="rect">
            <a:avLst/>
          </a:prstGeom>
        </p:spPr>
      </p:pic>
      <p:sp>
        <p:nvSpPr>
          <p:cNvPr id="5" name="balance scale pattern"/>
          <p:cNvSpPr/>
          <p:nvPr/>
        </p:nvSpPr>
        <p:spPr>
          <a:xfrm rot="0">
            <a:off x="323850" y="4543425"/>
            <a:ext cx="9639300" cy="8058150"/>
          </a:xfrm>
          <a:custGeom>
            <a:avLst/>
            <a:gdLst/>
            <a:ahLst/>
            <a:cxnLst/>
            <a:rect l="0" t="0" r="r" b="b"/>
            <a:pathLst>
              <a:path w="9639300" h="8058150">
                <a:moveTo>
                  <a:pt x="4517183" y="7484268"/>
                </a:moveTo>
                <a:cubicBezTo>
                  <a:pt x="4523058" y="7466428"/>
                  <a:pt x="4557670" y="7464622"/>
                  <a:pt x="4571618" y="7481427"/>
                </a:cubicBezTo>
                <a:cubicBezTo>
                  <a:pt x="4582292" y="7494289"/>
                  <a:pt x="4579344" y="7496175"/>
                  <a:pt x="4548560" y="7496175"/>
                </a:cubicBezTo>
                <a:cubicBezTo>
                  <a:pt x="4524580" y="7496175"/>
                  <a:pt x="4514519" y="7492357"/>
                  <a:pt x="4517183" y="7484268"/>
                </a:cubicBezTo>
                <a:close/>
                <a:moveTo>
                  <a:pt x="4930973" y="7490023"/>
                </a:moveTo>
                <a:cubicBezTo>
                  <a:pt x="4916300" y="7475350"/>
                  <a:pt x="4924806" y="7448550"/>
                  <a:pt x="4944137" y="7448550"/>
                </a:cubicBezTo>
                <a:cubicBezTo>
                  <a:pt x="4958953" y="7448550"/>
                  <a:pt x="4963093" y="7453687"/>
                  <a:pt x="4960806" y="7469235"/>
                </a:cubicBezTo>
                <a:cubicBezTo>
                  <a:pt x="4957645" y="7490716"/>
                  <a:pt x="4942335" y="7501385"/>
                  <a:pt x="4930973" y="7490023"/>
                </a:cubicBezTo>
                <a:close/>
                <a:moveTo>
                  <a:pt x="5163791" y="7473858"/>
                </a:moveTo>
                <a:cubicBezTo>
                  <a:pt x="5150599" y="7457963"/>
                  <a:pt x="5166364" y="7434795"/>
                  <a:pt x="5185401" y="7442100"/>
                </a:cubicBezTo>
                <a:cubicBezTo>
                  <a:pt x="5193788" y="7445318"/>
                  <a:pt x="5200650" y="7454057"/>
                  <a:pt x="5200650" y="7461519"/>
                </a:cubicBezTo>
                <a:cubicBezTo>
                  <a:pt x="5200650" y="7479936"/>
                  <a:pt x="5175753" y="7488271"/>
                  <a:pt x="5163791" y="7473858"/>
                </a:cubicBezTo>
                <a:close/>
                <a:moveTo>
                  <a:pt x="5295900" y="7464607"/>
                </a:moveTo>
                <a:cubicBezTo>
                  <a:pt x="5295900" y="7430906"/>
                  <a:pt x="5317642" y="7415573"/>
                  <a:pt x="5343083" y="7431334"/>
                </a:cubicBezTo>
                <a:cubicBezTo>
                  <a:pt x="5374008" y="7450493"/>
                  <a:pt x="5364693" y="7481224"/>
                  <a:pt x="5326856" y="7484872"/>
                </a:cubicBezTo>
                <a:cubicBezTo>
                  <a:pt x="5299570" y="7487503"/>
                  <a:pt x="5295900" y="7485099"/>
                  <a:pt x="5295900" y="7464607"/>
                </a:cubicBezTo>
                <a:close/>
                <a:moveTo>
                  <a:pt x="4271962" y="7467600"/>
                </a:moveTo>
                <a:cubicBezTo>
                  <a:pt x="4275200" y="7462361"/>
                  <a:pt x="4284025" y="7458075"/>
                  <a:pt x="4291574" y="7458075"/>
                </a:cubicBezTo>
                <a:cubicBezTo>
                  <a:pt x="4299123" y="7458075"/>
                  <a:pt x="4305300" y="7462361"/>
                  <a:pt x="4305300" y="7467600"/>
                </a:cubicBezTo>
                <a:cubicBezTo>
                  <a:pt x="4305300" y="7472838"/>
                  <a:pt x="4296474" y="7477125"/>
                  <a:pt x="4285687" y="7477125"/>
                </a:cubicBezTo>
                <a:cubicBezTo>
                  <a:pt x="4274901" y="7477125"/>
                  <a:pt x="4268724" y="7472838"/>
                  <a:pt x="4271962" y="7467600"/>
                </a:cubicBezTo>
                <a:close/>
                <a:moveTo>
                  <a:pt x="5452549" y="7457245"/>
                </a:moveTo>
                <a:cubicBezTo>
                  <a:pt x="5442733" y="7441362"/>
                  <a:pt x="5464810" y="7423150"/>
                  <a:pt x="5477950" y="7436290"/>
                </a:cubicBezTo>
                <a:cubicBezTo>
                  <a:pt x="5488941" y="7447281"/>
                  <a:pt x="5482062" y="7467600"/>
                  <a:pt x="5467350" y="7467600"/>
                </a:cubicBezTo>
                <a:cubicBezTo>
                  <a:pt x="5462729" y="7467600"/>
                  <a:pt x="5456069" y="7462940"/>
                  <a:pt x="5452549" y="7457245"/>
                </a:cubicBezTo>
                <a:close/>
                <a:moveTo>
                  <a:pt x="4802981" y="7451766"/>
                </a:moveTo>
                <a:cubicBezTo>
                  <a:pt x="4785255" y="7444614"/>
                  <a:pt x="4788586" y="7403917"/>
                  <a:pt x="4807492" y="7396663"/>
                </a:cubicBezTo>
                <a:cubicBezTo>
                  <a:pt x="4830446" y="7387854"/>
                  <a:pt x="4850623" y="7416745"/>
                  <a:pt x="4837995" y="7440340"/>
                </a:cubicBezTo>
                <a:cubicBezTo>
                  <a:pt x="4828250" y="7458550"/>
                  <a:pt x="4823574" y="7460076"/>
                  <a:pt x="4802981" y="7451766"/>
                </a:cubicBezTo>
                <a:close/>
                <a:moveTo>
                  <a:pt x="4632618" y="7434326"/>
                </a:moveTo>
                <a:cubicBezTo>
                  <a:pt x="4629319" y="7425728"/>
                  <a:pt x="4631187" y="7414127"/>
                  <a:pt x="4636770" y="7408545"/>
                </a:cubicBezTo>
                <a:cubicBezTo>
                  <a:pt x="4651282" y="7394032"/>
                  <a:pt x="4678779" y="7407296"/>
                  <a:pt x="4674988" y="7426980"/>
                </a:cubicBezTo>
                <a:cubicBezTo>
                  <a:pt x="4670765" y="7448905"/>
                  <a:pt x="4640244" y="7454197"/>
                  <a:pt x="4632618" y="7434326"/>
                </a:cubicBezTo>
                <a:close/>
                <a:moveTo>
                  <a:pt x="3991354" y="7425194"/>
                </a:moveTo>
                <a:cubicBezTo>
                  <a:pt x="3961696" y="7389458"/>
                  <a:pt x="4012881" y="7341896"/>
                  <a:pt x="4049279" y="7371369"/>
                </a:cubicBezTo>
                <a:cubicBezTo>
                  <a:pt x="4068653" y="7387057"/>
                  <a:pt x="4069908" y="7392111"/>
                  <a:pt x="4059892" y="7414093"/>
                </a:cubicBezTo>
                <a:cubicBezTo>
                  <a:pt x="4047088" y="7442196"/>
                  <a:pt x="4010396" y="7448139"/>
                  <a:pt x="3991354" y="7425194"/>
                </a:cubicBezTo>
                <a:close/>
                <a:moveTo>
                  <a:pt x="4375514" y="7413730"/>
                </a:moveTo>
                <a:cubicBezTo>
                  <a:pt x="4364500" y="7369849"/>
                  <a:pt x="4427060" y="7342422"/>
                  <a:pt x="4448175" y="7381875"/>
                </a:cubicBezTo>
                <a:cubicBezTo>
                  <a:pt x="4463594" y="7410686"/>
                  <a:pt x="4444626" y="7439025"/>
                  <a:pt x="4409921" y="7439025"/>
                </a:cubicBezTo>
                <a:cubicBezTo>
                  <a:pt x="4387497" y="7439025"/>
                  <a:pt x="4380588" y="7433945"/>
                  <a:pt x="4375514" y="7413730"/>
                </a:cubicBezTo>
                <a:close/>
                <a:moveTo>
                  <a:pt x="3783238" y="7393781"/>
                </a:moveTo>
                <a:cubicBezTo>
                  <a:pt x="3785003" y="7384613"/>
                  <a:pt x="3792760" y="7377112"/>
                  <a:pt x="3800475" y="7377112"/>
                </a:cubicBezTo>
                <a:cubicBezTo>
                  <a:pt x="3808189" y="7377112"/>
                  <a:pt x="3815946" y="7384613"/>
                  <a:pt x="3817711" y="7393781"/>
                </a:cubicBezTo>
                <a:cubicBezTo>
                  <a:pt x="3819964" y="7405476"/>
                  <a:pt x="3814821" y="7410450"/>
                  <a:pt x="3800475" y="7410450"/>
                </a:cubicBezTo>
                <a:cubicBezTo>
                  <a:pt x="3786128" y="7410450"/>
                  <a:pt x="3780985" y="7405476"/>
                  <a:pt x="3783238" y="7393781"/>
                </a:cubicBezTo>
                <a:close/>
                <a:moveTo>
                  <a:pt x="5543315" y="7395880"/>
                </a:moveTo>
                <a:cubicBezTo>
                  <a:pt x="5534070" y="7384739"/>
                  <a:pt x="5533747" y="7375772"/>
                  <a:pt x="5541945" y="7357780"/>
                </a:cubicBezTo>
                <a:cubicBezTo>
                  <a:pt x="5562207" y="7313310"/>
                  <a:pt x="5618422" y="7338392"/>
                  <a:pt x="5606344" y="7386513"/>
                </a:cubicBezTo>
                <a:cubicBezTo>
                  <a:pt x="5599378" y="7414270"/>
                  <a:pt x="5563057" y="7419668"/>
                  <a:pt x="5543315" y="7395880"/>
                </a:cubicBezTo>
                <a:close/>
                <a:moveTo>
                  <a:pt x="6015968" y="7393918"/>
                </a:moveTo>
                <a:cubicBezTo>
                  <a:pt x="6002301" y="7380251"/>
                  <a:pt x="6011163" y="7353300"/>
                  <a:pt x="6029325" y="7353300"/>
                </a:cubicBezTo>
                <a:cubicBezTo>
                  <a:pt x="6041666" y="7353300"/>
                  <a:pt x="6048375" y="7359650"/>
                  <a:pt x="6048375" y="7371330"/>
                </a:cubicBezTo>
                <a:cubicBezTo>
                  <a:pt x="6048375" y="7389423"/>
                  <a:pt x="6026630" y="7404580"/>
                  <a:pt x="6015968" y="7393918"/>
                </a:cubicBezTo>
                <a:close/>
                <a:moveTo>
                  <a:pt x="4966144" y="7377568"/>
                </a:moveTo>
                <a:cubicBezTo>
                  <a:pt x="4959509" y="7360277"/>
                  <a:pt x="4969146" y="7343775"/>
                  <a:pt x="4985880" y="7343775"/>
                </a:cubicBezTo>
                <a:cubicBezTo>
                  <a:pt x="5000450" y="7343775"/>
                  <a:pt x="5009288" y="7362012"/>
                  <a:pt x="5003190" y="7379493"/>
                </a:cubicBezTo>
                <a:cubicBezTo>
                  <a:pt x="4997499" y="7395809"/>
                  <a:pt x="4972648" y="7394518"/>
                  <a:pt x="4966144" y="7377568"/>
                </a:cubicBezTo>
                <a:close/>
                <a:moveTo>
                  <a:pt x="5112079" y="7385379"/>
                </a:moveTo>
                <a:cubicBezTo>
                  <a:pt x="5102528" y="7375828"/>
                  <a:pt x="5103826" y="7345871"/>
                  <a:pt x="5114065" y="7339543"/>
                </a:cubicBezTo>
                <a:cubicBezTo>
                  <a:pt x="5130798" y="7329202"/>
                  <a:pt x="5154060" y="7346000"/>
                  <a:pt x="5151147" y="7366321"/>
                </a:cubicBezTo>
                <a:cubicBezTo>
                  <a:pt x="5148261" y="7386450"/>
                  <a:pt x="5124662" y="7397962"/>
                  <a:pt x="5112079" y="7385379"/>
                </a:cubicBezTo>
                <a:close/>
                <a:moveTo>
                  <a:pt x="3524956" y="7373519"/>
                </a:moveTo>
                <a:cubicBezTo>
                  <a:pt x="3493573" y="7364749"/>
                  <a:pt x="3489240" y="7345592"/>
                  <a:pt x="3516308" y="7335293"/>
                </a:cubicBezTo>
                <a:cubicBezTo>
                  <a:pt x="3540480" y="7326095"/>
                  <a:pt x="3571875" y="7345175"/>
                  <a:pt x="3571875" y="7369063"/>
                </a:cubicBezTo>
                <a:cubicBezTo>
                  <a:pt x="3571875" y="7382782"/>
                  <a:pt x="3561597" y="7383758"/>
                  <a:pt x="3524956" y="7373519"/>
                </a:cubicBezTo>
                <a:close/>
                <a:moveTo>
                  <a:pt x="4162794" y="7363515"/>
                </a:moveTo>
                <a:cubicBezTo>
                  <a:pt x="4151410" y="7342243"/>
                  <a:pt x="4157970" y="7318947"/>
                  <a:pt x="4177448" y="7311472"/>
                </a:cubicBezTo>
                <a:cubicBezTo>
                  <a:pt x="4197363" y="7303831"/>
                  <a:pt x="4218025" y="7314361"/>
                  <a:pt x="4224761" y="7335587"/>
                </a:cubicBezTo>
                <a:cubicBezTo>
                  <a:pt x="4237273" y="7375008"/>
                  <a:pt x="4182223" y="7399818"/>
                  <a:pt x="4162794" y="7363515"/>
                </a:cubicBezTo>
                <a:close/>
                <a:moveTo>
                  <a:pt x="4302125" y="7375524"/>
                </a:moveTo>
                <a:cubicBezTo>
                  <a:pt x="4291165" y="7364565"/>
                  <a:pt x="4295188" y="7353300"/>
                  <a:pt x="4310062" y="7353300"/>
                </a:cubicBezTo>
                <a:cubicBezTo>
                  <a:pt x="4317920" y="7353300"/>
                  <a:pt x="4324350" y="7359729"/>
                  <a:pt x="4324350" y="7367587"/>
                </a:cubicBezTo>
                <a:cubicBezTo>
                  <a:pt x="4324350" y="7382461"/>
                  <a:pt x="4313084" y="7386484"/>
                  <a:pt x="4302125" y="7375524"/>
                </a:cubicBezTo>
                <a:close/>
                <a:moveTo>
                  <a:pt x="5831572" y="7375530"/>
                </a:moveTo>
                <a:cubicBezTo>
                  <a:pt x="5813770" y="7368358"/>
                  <a:pt x="5799957" y="7337807"/>
                  <a:pt x="5806642" y="7320387"/>
                </a:cubicBezTo>
                <a:cubicBezTo>
                  <a:pt x="5824248" y="7274507"/>
                  <a:pt x="5886450" y="7285311"/>
                  <a:pt x="5886450" y="7334250"/>
                </a:cubicBezTo>
                <a:cubicBezTo>
                  <a:pt x="5886450" y="7357485"/>
                  <a:pt x="5862887" y="7385196"/>
                  <a:pt x="5846594" y="7381123"/>
                </a:cubicBezTo>
                <a:cubicBezTo>
                  <a:pt x="5844940" y="7380709"/>
                  <a:pt x="5838180" y="7378192"/>
                  <a:pt x="5831572" y="7375530"/>
                </a:cubicBezTo>
                <a:close/>
                <a:moveTo>
                  <a:pt x="4536281" y="7365651"/>
                </a:moveTo>
                <a:cubicBezTo>
                  <a:pt x="4520548" y="7359818"/>
                  <a:pt x="4521124" y="7339280"/>
                  <a:pt x="4537398" y="7325773"/>
                </a:cubicBezTo>
                <a:cubicBezTo>
                  <a:pt x="4557340" y="7309223"/>
                  <a:pt x="4580616" y="7339567"/>
                  <a:pt x="4561656" y="7357398"/>
                </a:cubicBezTo>
                <a:cubicBezTo>
                  <a:pt x="4554248" y="7364365"/>
                  <a:pt x="4542829" y="7368079"/>
                  <a:pt x="4536281" y="7365651"/>
                </a:cubicBezTo>
                <a:close/>
                <a:moveTo>
                  <a:pt x="5707657" y="7361039"/>
                </a:moveTo>
                <a:cubicBezTo>
                  <a:pt x="5713544" y="7343377"/>
                  <a:pt x="5734050" y="7340448"/>
                  <a:pt x="5734050" y="7357268"/>
                </a:cubicBezTo>
                <a:cubicBezTo>
                  <a:pt x="5734050" y="7365563"/>
                  <a:pt x="5727263" y="7372350"/>
                  <a:pt x="5718968" y="7372350"/>
                </a:cubicBezTo>
                <a:cubicBezTo>
                  <a:pt x="5710674" y="7372350"/>
                  <a:pt x="5705584" y="7367260"/>
                  <a:pt x="5707657" y="7361039"/>
                </a:cubicBezTo>
                <a:close/>
                <a:moveTo>
                  <a:pt x="3877255" y="7353658"/>
                </a:moveTo>
                <a:cubicBezTo>
                  <a:pt x="3859061" y="7342414"/>
                  <a:pt x="3869299" y="7310437"/>
                  <a:pt x="3891092" y="7310437"/>
                </a:cubicBezTo>
                <a:cubicBezTo>
                  <a:pt x="3903121" y="7310437"/>
                  <a:pt x="3911063" y="7317802"/>
                  <a:pt x="3912897" y="7330656"/>
                </a:cubicBezTo>
                <a:cubicBezTo>
                  <a:pt x="3916043" y="7352708"/>
                  <a:pt x="3896317" y="7365439"/>
                  <a:pt x="3877255" y="7353658"/>
                </a:cubicBezTo>
                <a:close/>
                <a:moveTo>
                  <a:pt x="5386038" y="7342674"/>
                </a:moveTo>
                <a:cubicBezTo>
                  <a:pt x="5381322" y="7327815"/>
                  <a:pt x="5384222" y="7317807"/>
                  <a:pt x="5395671" y="7309436"/>
                </a:cubicBezTo>
                <a:cubicBezTo>
                  <a:pt x="5419722" y="7291849"/>
                  <a:pt x="5440321" y="7303662"/>
                  <a:pt x="5436909" y="7333085"/>
                </a:cubicBezTo>
                <a:cubicBezTo>
                  <a:pt x="5433040" y="7366443"/>
                  <a:pt x="5395809" y="7373461"/>
                  <a:pt x="5386038" y="7342674"/>
                </a:cubicBezTo>
                <a:close/>
                <a:moveTo>
                  <a:pt x="3699168" y="7329551"/>
                </a:moveTo>
                <a:cubicBezTo>
                  <a:pt x="3695869" y="7320953"/>
                  <a:pt x="3697737" y="7309352"/>
                  <a:pt x="3703320" y="7303770"/>
                </a:cubicBezTo>
                <a:cubicBezTo>
                  <a:pt x="3717832" y="7289257"/>
                  <a:pt x="3745329" y="7302521"/>
                  <a:pt x="3741538" y="7322205"/>
                </a:cubicBezTo>
                <a:cubicBezTo>
                  <a:pt x="3737315" y="7344130"/>
                  <a:pt x="3706794" y="7349422"/>
                  <a:pt x="3699168" y="7329551"/>
                </a:cubicBezTo>
                <a:close/>
                <a:moveTo>
                  <a:pt x="4691235" y="7328300"/>
                </a:moveTo>
                <a:cubicBezTo>
                  <a:pt x="4672311" y="7309376"/>
                  <a:pt x="4675711" y="7277935"/>
                  <a:pt x="4698206" y="7263833"/>
                </a:cubicBezTo>
                <a:cubicBezTo>
                  <a:pt x="4735520" y="7240443"/>
                  <a:pt x="4773488" y="7305218"/>
                  <a:pt x="4737771" y="7331335"/>
                </a:cubicBezTo>
                <a:cubicBezTo>
                  <a:pt x="4715804" y="7347397"/>
                  <a:pt x="4709952" y="7347016"/>
                  <a:pt x="4691235" y="7328300"/>
                </a:cubicBezTo>
                <a:close/>
                <a:moveTo>
                  <a:pt x="5234849" y="7328300"/>
                </a:moveTo>
                <a:cubicBezTo>
                  <a:pt x="5226770" y="7307246"/>
                  <a:pt x="5251232" y="7282066"/>
                  <a:pt x="5272016" y="7290042"/>
                </a:cubicBezTo>
                <a:cubicBezTo>
                  <a:pt x="5281685" y="7293752"/>
                  <a:pt x="5286540" y="7304309"/>
                  <a:pt x="5284661" y="7317538"/>
                </a:cubicBezTo>
                <a:cubicBezTo>
                  <a:pt x="5280863" y="7344285"/>
                  <a:pt x="5244037" y="7352241"/>
                  <a:pt x="5234849" y="7328300"/>
                </a:cubicBezTo>
                <a:close/>
                <a:moveTo>
                  <a:pt x="6248400" y="7314901"/>
                </a:moveTo>
                <a:cubicBezTo>
                  <a:pt x="6248400" y="7295172"/>
                  <a:pt x="6252449" y="7292546"/>
                  <a:pt x="6298406" y="7282476"/>
                </a:cubicBezTo>
                <a:cubicBezTo>
                  <a:pt x="6334843" y="7274492"/>
                  <a:pt x="6333506" y="7300579"/>
                  <a:pt x="6296498" y="7319717"/>
                </a:cubicBezTo>
                <a:cubicBezTo>
                  <a:pt x="6259011" y="7339102"/>
                  <a:pt x="6248400" y="7338040"/>
                  <a:pt x="6248400" y="7314901"/>
                </a:cubicBezTo>
                <a:close/>
                <a:moveTo>
                  <a:pt x="4861464" y="7301616"/>
                </a:moveTo>
                <a:cubicBezTo>
                  <a:pt x="4852798" y="7279033"/>
                  <a:pt x="4865060" y="7256226"/>
                  <a:pt x="4883914" y="7259857"/>
                </a:cubicBezTo>
                <a:cubicBezTo>
                  <a:pt x="4894459" y="7261888"/>
                  <a:pt x="4900612" y="7271752"/>
                  <a:pt x="4900612" y="7286625"/>
                </a:cubicBezTo>
                <a:cubicBezTo>
                  <a:pt x="4900612" y="7313777"/>
                  <a:pt x="4870548" y="7325289"/>
                  <a:pt x="4861464" y="7301616"/>
                </a:cubicBezTo>
                <a:close/>
                <a:moveTo>
                  <a:pt x="6118248" y="7300272"/>
                </a:moveTo>
                <a:cubicBezTo>
                  <a:pt x="6110310" y="7279584"/>
                  <a:pt x="6130464" y="7260129"/>
                  <a:pt x="6144889" y="7274554"/>
                </a:cubicBezTo>
                <a:cubicBezTo>
                  <a:pt x="6157082" y="7286747"/>
                  <a:pt x="6149528" y="7315200"/>
                  <a:pt x="6134100" y="7315200"/>
                </a:cubicBezTo>
                <a:cubicBezTo>
                  <a:pt x="6128532" y="7315200"/>
                  <a:pt x="6121399" y="7308482"/>
                  <a:pt x="6118248" y="7300272"/>
                </a:cubicBezTo>
                <a:close/>
                <a:moveTo>
                  <a:pt x="3326546" y="7299346"/>
                </a:moveTo>
                <a:cubicBezTo>
                  <a:pt x="3319965" y="7296693"/>
                  <a:pt x="3317004" y="7290602"/>
                  <a:pt x="3319965" y="7285811"/>
                </a:cubicBezTo>
                <a:cubicBezTo>
                  <a:pt x="3328059" y="7272714"/>
                  <a:pt x="3340553" y="7275318"/>
                  <a:pt x="3346719" y="7291387"/>
                </a:cubicBezTo>
                <a:cubicBezTo>
                  <a:pt x="3352328" y="7306004"/>
                  <a:pt x="3347643" y="7307852"/>
                  <a:pt x="3326546" y="7299346"/>
                </a:cubicBezTo>
                <a:close/>
                <a:moveTo>
                  <a:pt x="3448413" y="7272776"/>
                </a:moveTo>
                <a:cubicBezTo>
                  <a:pt x="3432770" y="7253926"/>
                  <a:pt x="3443270" y="7227157"/>
                  <a:pt x="3464689" y="7231282"/>
                </a:cubicBezTo>
                <a:cubicBezTo>
                  <a:pt x="3475078" y="7233283"/>
                  <a:pt x="3481387" y="7243146"/>
                  <a:pt x="3481387" y="7257386"/>
                </a:cubicBezTo>
                <a:cubicBezTo>
                  <a:pt x="3481387" y="7284987"/>
                  <a:pt x="3464925" y="7292670"/>
                  <a:pt x="3448413" y="7272776"/>
                </a:cubicBezTo>
                <a:close/>
                <a:moveTo>
                  <a:pt x="3973643" y="7265193"/>
                </a:moveTo>
                <a:cubicBezTo>
                  <a:pt x="3975317" y="7253406"/>
                  <a:pt x="3983116" y="7243762"/>
                  <a:pt x="3990975" y="7243762"/>
                </a:cubicBezTo>
                <a:cubicBezTo>
                  <a:pt x="3998833" y="7243762"/>
                  <a:pt x="4006632" y="7253406"/>
                  <a:pt x="4008306" y="7265193"/>
                </a:cubicBezTo>
                <a:cubicBezTo>
                  <a:pt x="4010648" y="7281688"/>
                  <a:pt x="4006656" y="7286625"/>
                  <a:pt x="3990975" y="7286625"/>
                </a:cubicBezTo>
                <a:cubicBezTo>
                  <a:pt x="3975293" y="7286625"/>
                  <a:pt x="3971301" y="7281688"/>
                  <a:pt x="3973643" y="7265193"/>
                </a:cubicBezTo>
                <a:close/>
                <a:moveTo>
                  <a:pt x="4342533" y="7271293"/>
                </a:moveTo>
                <a:cubicBezTo>
                  <a:pt x="4333046" y="7259862"/>
                  <a:pt x="4333660" y="7254182"/>
                  <a:pt x="4345685" y="7242157"/>
                </a:cubicBezTo>
                <a:cubicBezTo>
                  <a:pt x="4363146" y="7224695"/>
                  <a:pt x="4381500" y="7232605"/>
                  <a:pt x="4381500" y="7257593"/>
                </a:cubicBezTo>
                <a:cubicBezTo>
                  <a:pt x="4381500" y="7280703"/>
                  <a:pt x="4357381" y="7289183"/>
                  <a:pt x="4342533" y="7271293"/>
                </a:cubicBezTo>
                <a:close/>
                <a:moveTo>
                  <a:pt x="5648267" y="7272267"/>
                </a:moveTo>
                <a:cubicBezTo>
                  <a:pt x="5637727" y="7259568"/>
                  <a:pt x="5638138" y="7254629"/>
                  <a:pt x="5650785" y="7241981"/>
                </a:cubicBezTo>
                <a:cubicBezTo>
                  <a:pt x="5671212" y="7221555"/>
                  <a:pt x="5698143" y="7232904"/>
                  <a:pt x="5694236" y="7260291"/>
                </a:cubicBezTo>
                <a:cubicBezTo>
                  <a:pt x="5690515" y="7286379"/>
                  <a:pt x="5665408" y="7292921"/>
                  <a:pt x="5648267" y="7272267"/>
                </a:cubicBezTo>
                <a:close/>
                <a:moveTo>
                  <a:pt x="3594086" y="7262073"/>
                </a:moveTo>
                <a:cubicBezTo>
                  <a:pt x="3590914" y="7253809"/>
                  <a:pt x="3595335" y="7240032"/>
                  <a:pt x="3603910" y="7231457"/>
                </a:cubicBezTo>
                <a:cubicBezTo>
                  <a:pt x="3618346" y="7217021"/>
                  <a:pt x="3620653" y="7217021"/>
                  <a:pt x="3635089" y="7231457"/>
                </a:cubicBezTo>
                <a:cubicBezTo>
                  <a:pt x="3654563" y="7250931"/>
                  <a:pt x="3645625" y="7277100"/>
                  <a:pt x="3619500" y="7277100"/>
                </a:cubicBezTo>
                <a:cubicBezTo>
                  <a:pt x="3608693" y="7277100"/>
                  <a:pt x="3597257" y="7270338"/>
                  <a:pt x="3594086" y="7262073"/>
                </a:cubicBezTo>
                <a:close/>
                <a:moveTo>
                  <a:pt x="5002530" y="7265670"/>
                </a:moveTo>
                <a:cubicBezTo>
                  <a:pt x="4976857" y="7239997"/>
                  <a:pt x="4996871" y="7200900"/>
                  <a:pt x="5035686" y="7200900"/>
                </a:cubicBezTo>
                <a:cubicBezTo>
                  <a:pt x="5050946" y="7200900"/>
                  <a:pt x="5059199" y="7208023"/>
                  <a:pt x="5063419" y="7224836"/>
                </a:cubicBezTo>
                <a:cubicBezTo>
                  <a:pt x="5073721" y="7265883"/>
                  <a:pt x="5031235" y="7294375"/>
                  <a:pt x="5002530" y="7265670"/>
                </a:cubicBezTo>
                <a:close/>
                <a:moveTo>
                  <a:pt x="5498347" y="7266187"/>
                </a:moveTo>
                <a:cubicBezTo>
                  <a:pt x="5485600" y="7253440"/>
                  <a:pt x="5493345" y="7229475"/>
                  <a:pt x="5510212" y="7229475"/>
                </a:cubicBezTo>
                <a:cubicBezTo>
                  <a:pt x="5527798" y="7229475"/>
                  <a:pt x="5535061" y="7254857"/>
                  <a:pt x="5520849" y="7266651"/>
                </a:cubicBezTo>
                <a:cubicBezTo>
                  <a:pt x="5512412" y="7273654"/>
                  <a:pt x="5505675" y="7273515"/>
                  <a:pt x="5498347" y="7266187"/>
                </a:cubicBezTo>
                <a:close/>
                <a:moveTo>
                  <a:pt x="5972554" y="7263270"/>
                </a:moveTo>
                <a:cubicBezTo>
                  <a:pt x="5949315" y="7235268"/>
                  <a:pt x="5980054" y="7190920"/>
                  <a:pt x="6013742" y="7203847"/>
                </a:cubicBezTo>
                <a:cubicBezTo>
                  <a:pt x="6042948" y="7215054"/>
                  <a:pt x="6027283" y="7277100"/>
                  <a:pt x="5995248" y="7277100"/>
                </a:cubicBezTo>
                <a:cubicBezTo>
                  <a:pt x="5989079" y="7277100"/>
                  <a:pt x="5978867" y="7270876"/>
                  <a:pt x="5972554" y="7263270"/>
                </a:cubicBezTo>
                <a:close/>
                <a:moveTo>
                  <a:pt x="5159116" y="7260966"/>
                </a:moveTo>
                <a:cubicBezTo>
                  <a:pt x="5147732" y="7249582"/>
                  <a:pt x="5152965" y="7229475"/>
                  <a:pt x="5167312" y="7229475"/>
                </a:cubicBezTo>
                <a:cubicBezTo>
                  <a:pt x="5175170" y="7229475"/>
                  <a:pt x="5181600" y="7235651"/>
                  <a:pt x="5181600" y="7243200"/>
                </a:cubicBezTo>
                <a:cubicBezTo>
                  <a:pt x="5181600" y="7259113"/>
                  <a:pt x="5168005" y="7269855"/>
                  <a:pt x="5159116" y="7260966"/>
                </a:cubicBezTo>
                <a:close/>
                <a:moveTo>
                  <a:pt x="3771229" y="7240372"/>
                </a:moveTo>
                <a:cubicBezTo>
                  <a:pt x="3751373" y="7224294"/>
                  <a:pt x="3750088" y="7219300"/>
                  <a:pt x="3760132" y="7197256"/>
                </a:cubicBezTo>
                <a:cubicBezTo>
                  <a:pt x="3772936" y="7169154"/>
                  <a:pt x="3809628" y="7163210"/>
                  <a:pt x="3828670" y="7186154"/>
                </a:cubicBezTo>
                <a:cubicBezTo>
                  <a:pt x="3858983" y="7222680"/>
                  <a:pt x="3808374" y="7270450"/>
                  <a:pt x="3771229" y="7240372"/>
                </a:cubicBezTo>
                <a:close/>
                <a:moveTo>
                  <a:pt x="4083451" y="7242576"/>
                </a:moveTo>
                <a:cubicBezTo>
                  <a:pt x="4070837" y="7229962"/>
                  <a:pt x="4076631" y="7193439"/>
                  <a:pt x="4092194" y="7187467"/>
                </a:cubicBezTo>
                <a:cubicBezTo>
                  <a:pt x="4113304" y="7179366"/>
                  <a:pt x="4135395" y="7199611"/>
                  <a:pt x="4131928" y="7223879"/>
                </a:cubicBezTo>
                <a:cubicBezTo>
                  <a:pt x="4129111" y="7243593"/>
                  <a:pt x="4096894" y="7256019"/>
                  <a:pt x="4083451" y="7242576"/>
                </a:cubicBezTo>
                <a:close/>
                <a:moveTo>
                  <a:pt x="4206798" y="7234741"/>
                </a:moveTo>
                <a:cubicBezTo>
                  <a:pt x="4197648" y="7210896"/>
                  <a:pt x="4210626" y="7190104"/>
                  <a:pt x="4232693" y="7193252"/>
                </a:cubicBezTo>
                <a:cubicBezTo>
                  <a:pt x="4247141" y="7195314"/>
                  <a:pt x="4252912" y="7202934"/>
                  <a:pt x="4252912" y="7219950"/>
                </a:cubicBezTo>
                <a:cubicBezTo>
                  <a:pt x="4252912" y="7247702"/>
                  <a:pt x="4216281" y="7259452"/>
                  <a:pt x="4206798" y="7234741"/>
                </a:cubicBezTo>
                <a:close/>
                <a:moveTo>
                  <a:pt x="4477129" y="7234695"/>
                </a:moveTo>
                <a:cubicBezTo>
                  <a:pt x="4458868" y="7212692"/>
                  <a:pt x="4468995" y="7186612"/>
                  <a:pt x="4495800" y="7186612"/>
                </a:cubicBezTo>
                <a:cubicBezTo>
                  <a:pt x="4510896" y="7186612"/>
                  <a:pt x="4520535" y="7192760"/>
                  <a:pt x="4522649" y="7203738"/>
                </a:cubicBezTo>
                <a:cubicBezTo>
                  <a:pt x="4525947" y="7220864"/>
                  <a:pt x="4509364" y="7248525"/>
                  <a:pt x="4495800" y="7248525"/>
                </a:cubicBezTo>
                <a:cubicBezTo>
                  <a:pt x="4491844" y="7248525"/>
                  <a:pt x="4483442" y="7242301"/>
                  <a:pt x="4477129" y="7234695"/>
                </a:cubicBezTo>
                <a:close/>
                <a:moveTo>
                  <a:pt x="5292725" y="7242174"/>
                </a:moveTo>
                <a:cubicBezTo>
                  <a:pt x="5281765" y="7231215"/>
                  <a:pt x="5285788" y="7219950"/>
                  <a:pt x="5300662" y="7219950"/>
                </a:cubicBezTo>
                <a:cubicBezTo>
                  <a:pt x="5308520" y="7219950"/>
                  <a:pt x="5314950" y="7226379"/>
                  <a:pt x="5314950" y="7234237"/>
                </a:cubicBezTo>
                <a:cubicBezTo>
                  <a:pt x="5314950" y="7249111"/>
                  <a:pt x="5303684" y="7253134"/>
                  <a:pt x="5292725" y="7242174"/>
                </a:cubicBezTo>
                <a:close/>
                <a:moveTo>
                  <a:pt x="4782082" y="7196778"/>
                </a:moveTo>
                <a:cubicBezTo>
                  <a:pt x="4768171" y="7180017"/>
                  <a:pt x="4780045" y="7151596"/>
                  <a:pt x="4799417" y="7155285"/>
                </a:cubicBezTo>
                <a:cubicBezTo>
                  <a:pt x="4819427" y="7159096"/>
                  <a:pt x="4824973" y="7196818"/>
                  <a:pt x="4806562" y="7203884"/>
                </a:cubicBezTo>
                <a:cubicBezTo>
                  <a:pt x="4798810" y="7206858"/>
                  <a:pt x="4787794" y="7203661"/>
                  <a:pt x="4782082" y="7196778"/>
                </a:cubicBezTo>
                <a:close/>
                <a:moveTo>
                  <a:pt x="5791200" y="7192073"/>
                </a:moveTo>
                <a:cubicBezTo>
                  <a:pt x="5791200" y="7178442"/>
                  <a:pt x="5797317" y="7172325"/>
                  <a:pt x="5810948" y="7172325"/>
                </a:cubicBezTo>
                <a:cubicBezTo>
                  <a:pt x="5824579" y="7172325"/>
                  <a:pt x="5829708" y="7177454"/>
                  <a:pt x="5827507" y="7188884"/>
                </a:cubicBezTo>
                <a:cubicBezTo>
                  <a:pt x="5822726" y="7213713"/>
                  <a:pt x="5791200" y="7216482"/>
                  <a:pt x="5791200" y="7192073"/>
                </a:cubicBezTo>
                <a:close/>
                <a:moveTo>
                  <a:pt x="4610100" y="7181151"/>
                </a:moveTo>
                <a:cubicBezTo>
                  <a:pt x="4610100" y="7156742"/>
                  <a:pt x="4641626" y="7159511"/>
                  <a:pt x="4646407" y="7184340"/>
                </a:cubicBezTo>
                <a:cubicBezTo>
                  <a:pt x="4648608" y="7195770"/>
                  <a:pt x="4643479" y="7200900"/>
                  <a:pt x="4629848" y="7200900"/>
                </a:cubicBezTo>
                <a:cubicBezTo>
                  <a:pt x="4616217" y="7200900"/>
                  <a:pt x="4610100" y="7194782"/>
                  <a:pt x="4610100" y="7181151"/>
                </a:cubicBezTo>
                <a:close/>
                <a:moveTo>
                  <a:pt x="6191350" y="7186733"/>
                </a:moveTo>
                <a:cubicBezTo>
                  <a:pt x="6167767" y="7158317"/>
                  <a:pt x="6200869" y="7128604"/>
                  <a:pt x="6226999" y="7154734"/>
                </a:cubicBezTo>
                <a:cubicBezTo>
                  <a:pt x="6234556" y="7162291"/>
                  <a:pt x="6235046" y="7171206"/>
                  <a:pt x="6228569" y="7183309"/>
                </a:cubicBezTo>
                <a:cubicBezTo>
                  <a:pt x="6217175" y="7204597"/>
                  <a:pt x="6206956" y="7205538"/>
                  <a:pt x="6191350" y="7186733"/>
                </a:cubicBezTo>
                <a:close/>
                <a:moveTo>
                  <a:pt x="3507581" y="7185066"/>
                </a:moveTo>
                <a:cubicBezTo>
                  <a:pt x="3491629" y="7178630"/>
                  <a:pt x="3492408" y="7139268"/>
                  <a:pt x="3508755" y="7125701"/>
                </a:cubicBezTo>
                <a:cubicBezTo>
                  <a:pt x="3537375" y="7101948"/>
                  <a:pt x="3576578" y="7148466"/>
                  <a:pt x="3552445" y="7177544"/>
                </a:cubicBezTo>
                <a:cubicBezTo>
                  <a:pt x="3540746" y="7191640"/>
                  <a:pt x="3528826" y="7193639"/>
                  <a:pt x="3507581" y="7185066"/>
                </a:cubicBezTo>
                <a:close/>
                <a:moveTo>
                  <a:pt x="3890962" y="7181850"/>
                </a:moveTo>
                <a:cubicBezTo>
                  <a:pt x="3882989" y="7168949"/>
                  <a:pt x="3893747" y="7153275"/>
                  <a:pt x="3910574" y="7153275"/>
                </a:cubicBezTo>
                <a:cubicBezTo>
                  <a:pt x="3918123" y="7153275"/>
                  <a:pt x="3924300" y="7161847"/>
                  <a:pt x="3924300" y="7172325"/>
                </a:cubicBezTo>
                <a:cubicBezTo>
                  <a:pt x="3924300" y="7192044"/>
                  <a:pt x="3901320" y="7198610"/>
                  <a:pt x="3890962" y="7181850"/>
                </a:cubicBezTo>
                <a:close/>
                <a:moveTo>
                  <a:pt x="5387005" y="7173007"/>
                </a:moveTo>
                <a:cubicBezTo>
                  <a:pt x="5357359" y="7140249"/>
                  <a:pt x="5390450" y="7095014"/>
                  <a:pt x="5432308" y="7111076"/>
                </a:cubicBezTo>
                <a:cubicBezTo>
                  <a:pt x="5467388" y="7124537"/>
                  <a:pt x="5452950" y="7191375"/>
                  <a:pt x="5414962" y="7191375"/>
                </a:cubicBezTo>
                <a:cubicBezTo>
                  <a:pt x="5408728" y="7191375"/>
                  <a:pt x="5396147" y="7183109"/>
                  <a:pt x="5387005" y="7173007"/>
                </a:cubicBezTo>
                <a:close/>
                <a:moveTo>
                  <a:pt x="3347850" y="7172022"/>
                </a:moveTo>
                <a:cubicBezTo>
                  <a:pt x="3344151" y="7166037"/>
                  <a:pt x="3345606" y="7156658"/>
                  <a:pt x="3351084" y="7151180"/>
                </a:cubicBezTo>
                <a:cubicBezTo>
                  <a:pt x="3363885" y="7138379"/>
                  <a:pt x="3393729" y="7149545"/>
                  <a:pt x="3388521" y="7165186"/>
                </a:cubicBezTo>
                <a:cubicBezTo>
                  <a:pt x="3383219" y="7181109"/>
                  <a:pt x="3356266" y="7185639"/>
                  <a:pt x="3347850" y="7172022"/>
                </a:cubicBezTo>
                <a:close/>
                <a:moveTo>
                  <a:pt x="6329175" y="7172022"/>
                </a:moveTo>
                <a:cubicBezTo>
                  <a:pt x="6325476" y="7166037"/>
                  <a:pt x="6326931" y="7156658"/>
                  <a:pt x="6332409" y="7151180"/>
                </a:cubicBezTo>
                <a:cubicBezTo>
                  <a:pt x="6345210" y="7138379"/>
                  <a:pt x="6375054" y="7149545"/>
                  <a:pt x="6369846" y="7165186"/>
                </a:cubicBezTo>
                <a:cubicBezTo>
                  <a:pt x="6364544" y="7181109"/>
                  <a:pt x="6337591" y="7185639"/>
                  <a:pt x="6329175" y="7172022"/>
                </a:cubicBezTo>
                <a:close/>
                <a:moveTo>
                  <a:pt x="5569351" y="7166376"/>
                </a:moveTo>
                <a:cubicBezTo>
                  <a:pt x="5557872" y="7154897"/>
                  <a:pt x="5561886" y="7127624"/>
                  <a:pt x="5576887" y="7115175"/>
                </a:cubicBezTo>
                <a:cubicBezTo>
                  <a:pt x="5595989" y="7099321"/>
                  <a:pt x="5621808" y="7119819"/>
                  <a:pt x="5617828" y="7147679"/>
                </a:cubicBezTo>
                <a:cubicBezTo>
                  <a:pt x="5615011" y="7167393"/>
                  <a:pt x="5582794" y="7179819"/>
                  <a:pt x="5569351" y="7166376"/>
                </a:cubicBezTo>
                <a:close/>
                <a:moveTo>
                  <a:pt x="5092700" y="7156449"/>
                </a:moveTo>
                <a:cubicBezTo>
                  <a:pt x="5089207" y="7152957"/>
                  <a:pt x="5086350" y="7142241"/>
                  <a:pt x="5086350" y="7132637"/>
                </a:cubicBezTo>
                <a:cubicBezTo>
                  <a:pt x="5086350" y="7112697"/>
                  <a:pt x="5120376" y="7108048"/>
                  <a:pt x="5127015" y="7127081"/>
                </a:cubicBezTo>
                <a:cubicBezTo>
                  <a:pt x="5136149" y="7153265"/>
                  <a:pt x="5111020" y="7174770"/>
                  <a:pt x="5092700" y="7156449"/>
                </a:cubicBezTo>
                <a:close/>
                <a:moveTo>
                  <a:pt x="6051573" y="7147872"/>
                </a:moveTo>
                <a:cubicBezTo>
                  <a:pt x="6044066" y="7128309"/>
                  <a:pt x="6059133" y="7113689"/>
                  <a:pt x="6076036" y="7124135"/>
                </a:cubicBezTo>
                <a:cubicBezTo>
                  <a:pt x="6090431" y="7133031"/>
                  <a:pt x="6083801" y="7162800"/>
                  <a:pt x="6067425" y="7162800"/>
                </a:cubicBezTo>
                <a:cubicBezTo>
                  <a:pt x="6061857" y="7162800"/>
                  <a:pt x="6054724" y="7156082"/>
                  <a:pt x="6051573" y="7147872"/>
                </a:cubicBezTo>
                <a:close/>
                <a:moveTo>
                  <a:pt x="4013407" y="7138826"/>
                </a:moveTo>
                <a:cubicBezTo>
                  <a:pt x="4010426" y="7131057"/>
                  <a:pt x="4010426" y="7118342"/>
                  <a:pt x="4013407" y="7110573"/>
                </a:cubicBezTo>
                <a:cubicBezTo>
                  <a:pt x="4020633" y="7091744"/>
                  <a:pt x="4048125" y="7102931"/>
                  <a:pt x="4048125" y="7124700"/>
                </a:cubicBezTo>
                <a:cubicBezTo>
                  <a:pt x="4048125" y="7146468"/>
                  <a:pt x="4020633" y="7157655"/>
                  <a:pt x="4013407" y="7138826"/>
                </a:cubicBezTo>
                <a:close/>
                <a:moveTo>
                  <a:pt x="4908994" y="7139443"/>
                </a:moveTo>
                <a:cubicBezTo>
                  <a:pt x="4901726" y="7120502"/>
                  <a:pt x="4912493" y="7105650"/>
                  <a:pt x="4933493" y="7105650"/>
                </a:cubicBezTo>
                <a:cubicBezTo>
                  <a:pt x="4952217" y="7105650"/>
                  <a:pt x="4962321" y="7122000"/>
                  <a:pt x="4955565" y="7141368"/>
                </a:cubicBezTo>
                <a:cubicBezTo>
                  <a:pt x="4949836" y="7157794"/>
                  <a:pt x="4915491" y="7156374"/>
                  <a:pt x="4908994" y="7139443"/>
                </a:cubicBezTo>
                <a:close/>
                <a:moveTo>
                  <a:pt x="5225586" y="7129226"/>
                </a:moveTo>
                <a:cubicBezTo>
                  <a:pt x="5206166" y="7109806"/>
                  <a:pt x="5220804" y="7077075"/>
                  <a:pt x="5248909" y="7077075"/>
                </a:cubicBezTo>
                <a:cubicBezTo>
                  <a:pt x="5271653" y="7077075"/>
                  <a:pt x="5283568" y="7102395"/>
                  <a:pt x="5270541" y="7123046"/>
                </a:cubicBezTo>
                <a:cubicBezTo>
                  <a:pt x="5256885" y="7144695"/>
                  <a:pt x="5242969" y="7146608"/>
                  <a:pt x="5225586" y="7129226"/>
                </a:cubicBezTo>
                <a:close/>
                <a:moveTo>
                  <a:pt x="5897593" y="7123081"/>
                </a:moveTo>
                <a:cubicBezTo>
                  <a:pt x="5899689" y="7108285"/>
                  <a:pt x="5907087" y="7100887"/>
                  <a:pt x="5919787" y="7100887"/>
                </a:cubicBezTo>
                <a:cubicBezTo>
                  <a:pt x="5948154" y="7100887"/>
                  <a:pt x="5945320" y="7138069"/>
                  <a:pt x="5916643" y="7142131"/>
                </a:cubicBezTo>
                <a:cubicBezTo>
                  <a:pt x="5898176" y="7144746"/>
                  <a:pt x="5894978" y="7141548"/>
                  <a:pt x="5897593" y="7123081"/>
                </a:cubicBezTo>
                <a:close/>
                <a:moveTo>
                  <a:pt x="3644897" y="7120633"/>
                </a:moveTo>
                <a:cubicBezTo>
                  <a:pt x="3637634" y="7101706"/>
                  <a:pt x="3664565" y="7080230"/>
                  <a:pt x="3678318" y="7093983"/>
                </a:cubicBezTo>
                <a:cubicBezTo>
                  <a:pt x="3691470" y="7107135"/>
                  <a:pt x="3681617" y="7134225"/>
                  <a:pt x="3663680" y="7134225"/>
                </a:cubicBezTo>
                <a:cubicBezTo>
                  <a:pt x="3656218" y="7134225"/>
                  <a:pt x="3647766" y="7128109"/>
                  <a:pt x="3644897" y="7120633"/>
                </a:cubicBezTo>
                <a:close/>
                <a:moveTo>
                  <a:pt x="4354830" y="7122795"/>
                </a:moveTo>
                <a:cubicBezTo>
                  <a:pt x="4322499" y="7090464"/>
                  <a:pt x="4360520" y="7036601"/>
                  <a:pt x="4400550" y="7058025"/>
                </a:cubicBezTo>
                <a:cubicBezTo>
                  <a:pt x="4434169" y="7076017"/>
                  <a:pt x="4419618" y="7134225"/>
                  <a:pt x="4381500" y="7134225"/>
                </a:cubicBezTo>
                <a:cubicBezTo>
                  <a:pt x="4373118" y="7134225"/>
                  <a:pt x="4361116" y="7129081"/>
                  <a:pt x="4354830" y="7122795"/>
                </a:cubicBezTo>
                <a:close/>
                <a:moveTo>
                  <a:pt x="5716808" y="7122116"/>
                </a:moveTo>
                <a:cubicBezTo>
                  <a:pt x="5699449" y="7101199"/>
                  <a:pt x="5719919" y="7077921"/>
                  <a:pt x="5738946" y="7096943"/>
                </a:cubicBezTo>
                <a:cubicBezTo>
                  <a:pt x="5751916" y="7109909"/>
                  <a:pt x="5752143" y="7113635"/>
                  <a:pt x="5740554" y="7123254"/>
                </a:cubicBezTo>
                <a:cubicBezTo>
                  <a:pt x="5730132" y="7131904"/>
                  <a:pt x="5724715" y="7131644"/>
                  <a:pt x="5716808" y="7122116"/>
                </a:cubicBezTo>
                <a:close/>
                <a:moveTo>
                  <a:pt x="3758469" y="7107036"/>
                </a:moveTo>
                <a:cubicBezTo>
                  <a:pt x="3749011" y="7091733"/>
                  <a:pt x="3763734" y="7066414"/>
                  <a:pt x="3780242" y="7069594"/>
                </a:cubicBezTo>
                <a:cubicBezTo>
                  <a:pt x="3800536" y="7073502"/>
                  <a:pt x="3800282" y="7109271"/>
                  <a:pt x="3779931" y="7113190"/>
                </a:cubicBezTo>
                <a:cubicBezTo>
                  <a:pt x="3771252" y="7114862"/>
                  <a:pt x="3761594" y="7112092"/>
                  <a:pt x="3758469" y="7107036"/>
                </a:cubicBezTo>
                <a:close/>
                <a:moveTo>
                  <a:pt x="4110348" y="7106152"/>
                </a:moveTo>
                <a:cubicBezTo>
                  <a:pt x="4101973" y="7092602"/>
                  <a:pt x="4112653" y="7077075"/>
                  <a:pt x="4130348" y="7077075"/>
                </a:cubicBezTo>
                <a:cubicBezTo>
                  <a:pt x="4138693" y="7077075"/>
                  <a:pt x="4143473" y="7083766"/>
                  <a:pt x="4141692" y="7092954"/>
                </a:cubicBezTo>
                <a:cubicBezTo>
                  <a:pt x="4137981" y="7112085"/>
                  <a:pt x="4118963" y="7120093"/>
                  <a:pt x="4110348" y="7106152"/>
                </a:cubicBezTo>
                <a:close/>
                <a:moveTo>
                  <a:pt x="4229028" y="7100801"/>
                </a:moveTo>
                <a:cubicBezTo>
                  <a:pt x="4220035" y="7089965"/>
                  <a:pt x="4219460" y="7082904"/>
                  <a:pt x="4226958" y="7075406"/>
                </a:cubicBezTo>
                <a:cubicBezTo>
                  <a:pt x="4241408" y="7060956"/>
                  <a:pt x="4269268" y="7073613"/>
                  <a:pt x="4265522" y="7092925"/>
                </a:cubicBezTo>
                <a:cubicBezTo>
                  <a:pt x="4261245" y="7114980"/>
                  <a:pt x="4243902" y="7118723"/>
                  <a:pt x="4229028" y="7100801"/>
                </a:cubicBezTo>
                <a:close/>
                <a:moveTo>
                  <a:pt x="4680689" y="7102111"/>
                </a:moveTo>
                <a:cubicBezTo>
                  <a:pt x="4670100" y="7074517"/>
                  <a:pt x="4680887" y="7053262"/>
                  <a:pt x="4705480" y="7053262"/>
                </a:cubicBezTo>
                <a:cubicBezTo>
                  <a:pt x="4725443" y="7053262"/>
                  <a:pt x="4729162" y="7057749"/>
                  <a:pt x="4729162" y="7081837"/>
                </a:cubicBezTo>
                <a:cubicBezTo>
                  <a:pt x="4729162" y="7113792"/>
                  <a:pt x="4691255" y="7129647"/>
                  <a:pt x="4680689" y="7102111"/>
                </a:cubicBezTo>
                <a:close/>
                <a:moveTo>
                  <a:pt x="3276600" y="7077075"/>
                </a:moveTo>
                <a:cubicBezTo>
                  <a:pt x="3276600" y="7066597"/>
                  <a:pt x="3280886" y="7058025"/>
                  <a:pt x="3286125" y="7058025"/>
                </a:cubicBezTo>
                <a:cubicBezTo>
                  <a:pt x="3291363" y="7058025"/>
                  <a:pt x="3295650" y="7066597"/>
                  <a:pt x="3295650" y="7077075"/>
                </a:cubicBezTo>
                <a:cubicBezTo>
                  <a:pt x="3295650" y="7087552"/>
                  <a:pt x="3291363" y="7096125"/>
                  <a:pt x="3286125" y="7096125"/>
                </a:cubicBezTo>
                <a:cubicBezTo>
                  <a:pt x="3280886" y="7096125"/>
                  <a:pt x="3276600" y="7087552"/>
                  <a:pt x="3276600" y="7077075"/>
                </a:cubicBezTo>
                <a:close/>
                <a:moveTo>
                  <a:pt x="6243637" y="7086600"/>
                </a:moveTo>
                <a:cubicBezTo>
                  <a:pt x="6235664" y="7073699"/>
                  <a:pt x="6246422" y="7058025"/>
                  <a:pt x="6263249" y="7058025"/>
                </a:cubicBezTo>
                <a:cubicBezTo>
                  <a:pt x="6270798" y="7058025"/>
                  <a:pt x="6276975" y="7066597"/>
                  <a:pt x="6276975" y="7077075"/>
                </a:cubicBezTo>
                <a:cubicBezTo>
                  <a:pt x="6276975" y="7096794"/>
                  <a:pt x="6253995" y="7103360"/>
                  <a:pt x="6243637" y="7086600"/>
                </a:cubicBezTo>
                <a:close/>
                <a:moveTo>
                  <a:pt x="4527573" y="7071672"/>
                </a:moveTo>
                <a:cubicBezTo>
                  <a:pt x="4524423" y="7063461"/>
                  <a:pt x="4526731" y="7051858"/>
                  <a:pt x="4532703" y="7045886"/>
                </a:cubicBezTo>
                <a:cubicBezTo>
                  <a:pt x="4546109" y="7032480"/>
                  <a:pt x="4577868" y="7059874"/>
                  <a:pt x="4567802" y="7076160"/>
                </a:cubicBezTo>
                <a:cubicBezTo>
                  <a:pt x="4558295" y="7091543"/>
                  <a:pt x="4534165" y="7088851"/>
                  <a:pt x="4527573" y="7071672"/>
                </a:cubicBezTo>
                <a:close/>
                <a:moveTo>
                  <a:pt x="3921918" y="7066787"/>
                </a:moveTo>
                <a:cubicBezTo>
                  <a:pt x="3886859" y="7046366"/>
                  <a:pt x="3913365" y="6993097"/>
                  <a:pt x="3952417" y="7005492"/>
                </a:cubicBezTo>
                <a:cubicBezTo>
                  <a:pt x="3974233" y="7012416"/>
                  <a:pt x="3978908" y="7047231"/>
                  <a:pt x="3960495" y="7065645"/>
                </a:cubicBezTo>
                <a:cubicBezTo>
                  <a:pt x="3946846" y="7079293"/>
                  <a:pt x="3943557" y="7079390"/>
                  <a:pt x="3921918" y="7066787"/>
                </a:cubicBezTo>
                <a:close/>
                <a:moveTo>
                  <a:pt x="3378637" y="7061637"/>
                </a:moveTo>
                <a:cubicBezTo>
                  <a:pt x="3353424" y="7036424"/>
                  <a:pt x="3388558" y="6979200"/>
                  <a:pt x="3417892" y="6997702"/>
                </a:cubicBezTo>
                <a:cubicBezTo>
                  <a:pt x="3444450" y="7014455"/>
                  <a:pt x="3438613" y="7062221"/>
                  <a:pt x="3409593" y="7065606"/>
                </a:cubicBezTo>
                <a:cubicBezTo>
                  <a:pt x="3396300" y="7067156"/>
                  <a:pt x="3382370" y="7065370"/>
                  <a:pt x="3378637" y="7061637"/>
                </a:cubicBezTo>
                <a:close/>
                <a:moveTo>
                  <a:pt x="6100425" y="7047437"/>
                </a:moveTo>
                <a:cubicBezTo>
                  <a:pt x="6091060" y="7017930"/>
                  <a:pt x="6116010" y="6995621"/>
                  <a:pt x="6142513" y="7009805"/>
                </a:cubicBezTo>
                <a:cubicBezTo>
                  <a:pt x="6165103" y="7021894"/>
                  <a:pt x="6168333" y="7039031"/>
                  <a:pt x="6151245" y="7056120"/>
                </a:cubicBezTo>
                <a:cubicBezTo>
                  <a:pt x="6133375" y="7073989"/>
                  <a:pt x="6107446" y="7069560"/>
                  <a:pt x="6100425" y="7047437"/>
                </a:cubicBezTo>
                <a:close/>
                <a:moveTo>
                  <a:pt x="6356832" y="7053818"/>
                </a:moveTo>
                <a:cubicBezTo>
                  <a:pt x="6349247" y="7034052"/>
                  <a:pt x="6355985" y="7007866"/>
                  <a:pt x="6369843" y="7003251"/>
                </a:cubicBezTo>
                <a:cubicBezTo>
                  <a:pt x="6377891" y="7000572"/>
                  <a:pt x="6381750" y="7010349"/>
                  <a:pt x="6381750" y="7033418"/>
                </a:cubicBezTo>
                <a:cubicBezTo>
                  <a:pt x="6381750" y="7067516"/>
                  <a:pt x="6366789" y="7079765"/>
                  <a:pt x="6356832" y="7053818"/>
                </a:cubicBezTo>
                <a:close/>
                <a:moveTo>
                  <a:pt x="3575319" y="7043737"/>
                </a:moveTo>
                <a:cubicBezTo>
                  <a:pt x="3567511" y="7023389"/>
                  <a:pt x="3578210" y="7000875"/>
                  <a:pt x="3595687" y="7000875"/>
                </a:cubicBezTo>
                <a:cubicBezTo>
                  <a:pt x="3615882" y="7000875"/>
                  <a:pt x="3624323" y="7026448"/>
                  <a:pt x="3609874" y="7043858"/>
                </a:cubicBezTo>
                <a:cubicBezTo>
                  <a:pt x="3594873" y="7061933"/>
                  <a:pt x="3582285" y="7061889"/>
                  <a:pt x="3575319" y="7043737"/>
                </a:cubicBezTo>
                <a:close/>
                <a:moveTo>
                  <a:pt x="5490148" y="7044529"/>
                </a:moveTo>
                <a:cubicBezTo>
                  <a:pt x="5483644" y="7027579"/>
                  <a:pt x="5491413" y="7000798"/>
                  <a:pt x="5502769" y="7001020"/>
                </a:cubicBezTo>
                <a:cubicBezTo>
                  <a:pt x="5524671" y="7001450"/>
                  <a:pt x="5538427" y="7019960"/>
                  <a:pt x="5528582" y="7035755"/>
                </a:cubicBezTo>
                <a:cubicBezTo>
                  <a:pt x="5514403" y="7058502"/>
                  <a:pt x="5497032" y="7062467"/>
                  <a:pt x="5490148" y="7044529"/>
                </a:cubicBezTo>
                <a:close/>
                <a:moveTo>
                  <a:pt x="5791579" y="7044194"/>
                </a:moveTo>
                <a:cubicBezTo>
                  <a:pt x="5777964" y="7027789"/>
                  <a:pt x="5786176" y="6995315"/>
                  <a:pt x="5805850" y="6987766"/>
                </a:cubicBezTo>
                <a:cubicBezTo>
                  <a:pt x="5837152" y="6975754"/>
                  <a:pt x="5863717" y="7005560"/>
                  <a:pt x="5852686" y="7040316"/>
                </a:cubicBezTo>
                <a:cubicBezTo>
                  <a:pt x="5845927" y="7061613"/>
                  <a:pt x="5808031" y="7064018"/>
                  <a:pt x="5791579" y="7044194"/>
                </a:cubicBezTo>
                <a:close/>
                <a:moveTo>
                  <a:pt x="4829601" y="7030246"/>
                </a:moveTo>
                <a:cubicBezTo>
                  <a:pt x="4821160" y="7014475"/>
                  <a:pt x="4823023" y="7007026"/>
                  <a:pt x="4839540" y="6990509"/>
                </a:cubicBezTo>
                <a:lnTo>
                  <a:pt x="4859866" y="6970183"/>
                </a:lnTo>
                <a:lnTo>
                  <a:pt x="4880107" y="6990424"/>
                </a:lnTo>
                <a:cubicBezTo>
                  <a:pt x="4896083" y="7006399"/>
                  <a:pt x="4898163" y="7014149"/>
                  <a:pt x="4889982" y="7027201"/>
                </a:cubicBezTo>
                <a:cubicBezTo>
                  <a:pt x="4874698" y="7051584"/>
                  <a:pt x="4841905" y="7053237"/>
                  <a:pt x="4829601" y="7030246"/>
                </a:cubicBezTo>
                <a:close/>
                <a:moveTo>
                  <a:pt x="5003786" y="7033473"/>
                </a:moveTo>
                <a:cubicBezTo>
                  <a:pt x="5000614" y="7025209"/>
                  <a:pt x="5005035" y="7011432"/>
                  <a:pt x="5013610" y="7002857"/>
                </a:cubicBezTo>
                <a:cubicBezTo>
                  <a:pt x="5033103" y="6983364"/>
                  <a:pt x="5062552" y="7005918"/>
                  <a:pt x="5052343" y="7032521"/>
                </a:cubicBezTo>
                <a:cubicBezTo>
                  <a:pt x="5044588" y="7052730"/>
                  <a:pt x="5011425" y="7053381"/>
                  <a:pt x="5003786" y="7033473"/>
                </a:cubicBezTo>
                <a:close/>
                <a:moveTo>
                  <a:pt x="5308893" y="7034276"/>
                </a:moveTo>
                <a:cubicBezTo>
                  <a:pt x="5305594" y="7025678"/>
                  <a:pt x="5307462" y="7014077"/>
                  <a:pt x="5313045" y="7008495"/>
                </a:cubicBezTo>
                <a:cubicBezTo>
                  <a:pt x="5327557" y="6993982"/>
                  <a:pt x="5355054" y="7007246"/>
                  <a:pt x="5351263" y="7026930"/>
                </a:cubicBezTo>
                <a:cubicBezTo>
                  <a:pt x="5347040" y="7048855"/>
                  <a:pt x="5316519" y="7054147"/>
                  <a:pt x="5308893" y="7034276"/>
                </a:cubicBezTo>
                <a:close/>
                <a:moveTo>
                  <a:pt x="5972275" y="7024808"/>
                </a:moveTo>
                <a:cubicBezTo>
                  <a:pt x="5956448" y="7005738"/>
                  <a:pt x="5966991" y="6981825"/>
                  <a:pt x="5991225" y="6981825"/>
                </a:cubicBezTo>
                <a:cubicBezTo>
                  <a:pt x="6002031" y="6981825"/>
                  <a:pt x="6013361" y="6988308"/>
                  <a:pt x="6016402" y="6996233"/>
                </a:cubicBezTo>
                <a:cubicBezTo>
                  <a:pt x="6021875" y="7010496"/>
                  <a:pt x="6005100" y="7038975"/>
                  <a:pt x="5991225" y="7038975"/>
                </a:cubicBezTo>
                <a:cubicBezTo>
                  <a:pt x="5987269" y="7038975"/>
                  <a:pt x="5978741" y="7032600"/>
                  <a:pt x="5972275" y="7024808"/>
                </a:cubicBezTo>
                <a:close/>
                <a:moveTo>
                  <a:pt x="5138550" y="7019622"/>
                </a:moveTo>
                <a:cubicBezTo>
                  <a:pt x="5134851" y="7013637"/>
                  <a:pt x="5136306" y="7004258"/>
                  <a:pt x="5141784" y="6998780"/>
                </a:cubicBezTo>
                <a:cubicBezTo>
                  <a:pt x="5154585" y="6985979"/>
                  <a:pt x="5184429" y="6997145"/>
                  <a:pt x="5179221" y="7012786"/>
                </a:cubicBezTo>
                <a:cubicBezTo>
                  <a:pt x="5173919" y="7028709"/>
                  <a:pt x="5146966" y="7033239"/>
                  <a:pt x="5138550" y="7019622"/>
                </a:cubicBezTo>
                <a:close/>
                <a:moveTo>
                  <a:pt x="3816349" y="7013574"/>
                </a:moveTo>
                <a:cubicBezTo>
                  <a:pt x="3806349" y="7003574"/>
                  <a:pt x="3808936" y="6974081"/>
                  <a:pt x="3820439" y="6966972"/>
                </a:cubicBezTo>
                <a:cubicBezTo>
                  <a:pt x="3839022" y="6955487"/>
                  <a:pt x="3862829" y="6987889"/>
                  <a:pt x="3848496" y="7005159"/>
                </a:cubicBezTo>
                <a:cubicBezTo>
                  <a:pt x="3835217" y="7021159"/>
                  <a:pt x="3826275" y="7023500"/>
                  <a:pt x="3816349" y="7013574"/>
                </a:cubicBezTo>
                <a:close/>
                <a:moveTo>
                  <a:pt x="5634717" y="7004957"/>
                </a:moveTo>
                <a:cubicBezTo>
                  <a:pt x="5626485" y="6996724"/>
                  <a:pt x="5619750" y="6986315"/>
                  <a:pt x="5619750" y="6981825"/>
                </a:cubicBezTo>
                <a:cubicBezTo>
                  <a:pt x="5619750" y="6973993"/>
                  <a:pt x="5646156" y="6943725"/>
                  <a:pt x="5652988" y="6943725"/>
                </a:cubicBezTo>
                <a:cubicBezTo>
                  <a:pt x="5672306" y="6943725"/>
                  <a:pt x="5686425" y="6959813"/>
                  <a:pt x="5686425" y="6981825"/>
                </a:cubicBezTo>
                <a:cubicBezTo>
                  <a:pt x="5686425" y="6997236"/>
                  <a:pt x="5680108" y="7010785"/>
                  <a:pt x="5671358" y="7014143"/>
                </a:cubicBezTo>
                <a:cubicBezTo>
                  <a:pt x="5651192" y="7021881"/>
                  <a:pt x="5651793" y="7022032"/>
                  <a:pt x="5634717" y="7004957"/>
                </a:cubicBezTo>
                <a:close/>
                <a:moveTo>
                  <a:pt x="4128926" y="6990841"/>
                </a:moveTo>
                <a:cubicBezTo>
                  <a:pt x="4119834" y="6962195"/>
                  <a:pt x="4146676" y="6935134"/>
                  <a:pt x="4169747" y="6949687"/>
                </a:cubicBezTo>
                <a:cubicBezTo>
                  <a:pt x="4178816" y="6955407"/>
                  <a:pt x="4186237" y="6970337"/>
                  <a:pt x="4186237" y="6982863"/>
                </a:cubicBezTo>
                <a:cubicBezTo>
                  <a:pt x="4186237" y="7014776"/>
                  <a:pt x="4138626" y="7021404"/>
                  <a:pt x="4128926" y="6990841"/>
                </a:cubicBezTo>
                <a:close/>
                <a:moveTo>
                  <a:pt x="4292798" y="7004248"/>
                </a:moveTo>
                <a:cubicBezTo>
                  <a:pt x="4278125" y="6989575"/>
                  <a:pt x="4286631" y="6962775"/>
                  <a:pt x="4305962" y="6962775"/>
                </a:cubicBezTo>
                <a:cubicBezTo>
                  <a:pt x="4320778" y="6962775"/>
                  <a:pt x="4324918" y="6967912"/>
                  <a:pt x="4322631" y="6983460"/>
                </a:cubicBezTo>
                <a:cubicBezTo>
                  <a:pt x="4319470" y="7004941"/>
                  <a:pt x="4304160" y="7015610"/>
                  <a:pt x="4292798" y="7004248"/>
                </a:cubicBezTo>
                <a:close/>
                <a:moveTo>
                  <a:pt x="4435804" y="6994854"/>
                </a:moveTo>
                <a:cubicBezTo>
                  <a:pt x="4419474" y="6978524"/>
                  <a:pt x="4429303" y="6951950"/>
                  <a:pt x="4450556" y="6954968"/>
                </a:cubicBezTo>
                <a:cubicBezTo>
                  <a:pt x="4464566" y="6956958"/>
                  <a:pt x="4471987" y="6964563"/>
                  <a:pt x="4471987" y="6976932"/>
                </a:cubicBezTo>
                <a:cubicBezTo>
                  <a:pt x="4471987" y="6995825"/>
                  <a:pt x="4448439" y="7007489"/>
                  <a:pt x="4435804" y="6994854"/>
                </a:cubicBezTo>
                <a:close/>
                <a:moveTo>
                  <a:pt x="3682328" y="6978910"/>
                </a:moveTo>
                <a:cubicBezTo>
                  <a:pt x="3653946" y="6958157"/>
                  <a:pt x="3665702" y="6919912"/>
                  <a:pt x="3700462" y="6919912"/>
                </a:cubicBezTo>
                <a:cubicBezTo>
                  <a:pt x="3732330" y="6919912"/>
                  <a:pt x="3745250" y="6951788"/>
                  <a:pt x="3723839" y="6977586"/>
                </a:cubicBezTo>
                <a:cubicBezTo>
                  <a:pt x="3709779" y="6994528"/>
                  <a:pt x="3703942" y="6994714"/>
                  <a:pt x="3682328" y="6978910"/>
                </a:cubicBezTo>
                <a:close/>
                <a:moveTo>
                  <a:pt x="4049950" y="6981110"/>
                </a:moveTo>
                <a:cubicBezTo>
                  <a:pt x="4051827" y="6975478"/>
                  <a:pt x="4057435" y="6970871"/>
                  <a:pt x="4062412" y="6970871"/>
                </a:cubicBezTo>
                <a:cubicBezTo>
                  <a:pt x="4067389" y="6970871"/>
                  <a:pt x="4072997" y="6975478"/>
                  <a:pt x="4074874" y="6981110"/>
                </a:cubicBezTo>
                <a:cubicBezTo>
                  <a:pt x="4076751" y="6986742"/>
                  <a:pt x="4071143" y="6991350"/>
                  <a:pt x="4062412" y="6991350"/>
                </a:cubicBezTo>
                <a:cubicBezTo>
                  <a:pt x="4053681" y="6991350"/>
                  <a:pt x="4048073" y="6986742"/>
                  <a:pt x="4049950" y="6981110"/>
                </a:cubicBezTo>
                <a:close/>
                <a:moveTo>
                  <a:pt x="3509666" y="6971821"/>
                </a:moveTo>
                <a:cubicBezTo>
                  <a:pt x="3500616" y="6957177"/>
                  <a:pt x="3513013" y="6947728"/>
                  <a:pt x="3525238" y="6959953"/>
                </a:cubicBezTo>
                <a:cubicBezTo>
                  <a:pt x="3532079" y="6966794"/>
                  <a:pt x="3532243" y="6972122"/>
                  <a:pt x="3525738" y="6976142"/>
                </a:cubicBezTo>
                <a:cubicBezTo>
                  <a:pt x="3520404" y="6979438"/>
                  <a:pt x="3513172" y="6977494"/>
                  <a:pt x="3509666" y="6971821"/>
                </a:cubicBezTo>
                <a:close/>
                <a:moveTo>
                  <a:pt x="4660923" y="6966897"/>
                </a:moveTo>
                <a:cubicBezTo>
                  <a:pt x="4657773" y="6958686"/>
                  <a:pt x="4659869" y="6947295"/>
                  <a:pt x="4665581" y="6941583"/>
                </a:cubicBezTo>
                <a:cubicBezTo>
                  <a:pt x="4679334" y="6927830"/>
                  <a:pt x="4706265" y="6949306"/>
                  <a:pt x="4699002" y="6968233"/>
                </a:cubicBezTo>
                <a:cubicBezTo>
                  <a:pt x="4692034" y="6986391"/>
                  <a:pt x="4668081" y="6985550"/>
                  <a:pt x="4660923" y="6966897"/>
                </a:cubicBezTo>
                <a:close/>
                <a:moveTo>
                  <a:pt x="5393124" y="6969916"/>
                </a:moveTo>
                <a:cubicBezTo>
                  <a:pt x="5379004" y="6952903"/>
                  <a:pt x="5394430" y="6929765"/>
                  <a:pt x="5414705" y="6937545"/>
                </a:cubicBezTo>
                <a:cubicBezTo>
                  <a:pt x="5431814" y="6944111"/>
                  <a:pt x="5431327" y="6973206"/>
                  <a:pt x="5414010" y="6978971"/>
                </a:cubicBezTo>
                <a:cubicBezTo>
                  <a:pt x="5408248" y="6980889"/>
                  <a:pt x="5398849" y="6976815"/>
                  <a:pt x="5393124" y="6969916"/>
                </a:cubicBezTo>
                <a:close/>
                <a:moveTo>
                  <a:pt x="6229350" y="6953250"/>
                </a:moveTo>
                <a:cubicBezTo>
                  <a:pt x="6229350" y="6940550"/>
                  <a:pt x="6235700" y="6934200"/>
                  <a:pt x="6248400" y="6934200"/>
                </a:cubicBezTo>
                <a:cubicBezTo>
                  <a:pt x="6261100" y="6934200"/>
                  <a:pt x="6267450" y="6940550"/>
                  <a:pt x="6267450" y="6953250"/>
                </a:cubicBezTo>
                <a:cubicBezTo>
                  <a:pt x="6267450" y="6965950"/>
                  <a:pt x="6261100" y="6972300"/>
                  <a:pt x="6248400" y="6972300"/>
                </a:cubicBezTo>
                <a:cubicBezTo>
                  <a:pt x="6235700" y="6972300"/>
                  <a:pt x="6229350" y="6965950"/>
                  <a:pt x="6229350" y="6953250"/>
                </a:cubicBezTo>
                <a:close/>
                <a:moveTo>
                  <a:pt x="5215763" y="6935112"/>
                </a:moveTo>
                <a:cubicBezTo>
                  <a:pt x="5199286" y="6916905"/>
                  <a:pt x="5210529" y="6877050"/>
                  <a:pt x="5232142" y="6877050"/>
                </a:cubicBezTo>
                <a:cubicBezTo>
                  <a:pt x="5271006" y="6877050"/>
                  <a:pt x="5287021" y="6912517"/>
                  <a:pt x="5259431" y="6937486"/>
                </a:cubicBezTo>
                <a:cubicBezTo>
                  <a:pt x="5237553" y="6957285"/>
                  <a:pt x="5235740" y="6957187"/>
                  <a:pt x="5215763" y="6935112"/>
                </a:cubicBezTo>
                <a:close/>
                <a:moveTo>
                  <a:pt x="4549684" y="6931449"/>
                </a:moveTo>
                <a:cubicBezTo>
                  <a:pt x="4512046" y="6903292"/>
                  <a:pt x="4539935" y="6839221"/>
                  <a:pt x="4579143" y="6863771"/>
                </a:cubicBezTo>
                <a:cubicBezTo>
                  <a:pt x="4603377" y="6878945"/>
                  <a:pt x="4605970" y="6921117"/>
                  <a:pt x="4583411" y="6933190"/>
                </a:cubicBezTo>
                <a:cubicBezTo>
                  <a:pt x="4570384" y="6940161"/>
                  <a:pt x="4560659" y="6939660"/>
                  <a:pt x="4549684" y="6931449"/>
                </a:cubicBezTo>
                <a:close/>
                <a:moveTo>
                  <a:pt x="4937148" y="6928797"/>
                </a:moveTo>
                <a:cubicBezTo>
                  <a:pt x="4929210" y="6908109"/>
                  <a:pt x="4949364" y="6888654"/>
                  <a:pt x="4963789" y="6903079"/>
                </a:cubicBezTo>
                <a:cubicBezTo>
                  <a:pt x="4975982" y="6915272"/>
                  <a:pt x="4968428" y="6943725"/>
                  <a:pt x="4953000" y="6943725"/>
                </a:cubicBezTo>
                <a:cubicBezTo>
                  <a:pt x="4947432" y="6943725"/>
                  <a:pt x="4940299" y="6937007"/>
                  <a:pt x="4937148" y="6928797"/>
                </a:cubicBezTo>
                <a:close/>
                <a:moveTo>
                  <a:pt x="5899689" y="6930141"/>
                </a:moveTo>
                <a:cubicBezTo>
                  <a:pt x="5891023" y="6907558"/>
                  <a:pt x="5903285" y="6884751"/>
                  <a:pt x="5922139" y="6888382"/>
                </a:cubicBezTo>
                <a:cubicBezTo>
                  <a:pt x="5932684" y="6890413"/>
                  <a:pt x="5938837" y="6900277"/>
                  <a:pt x="5938837" y="6915150"/>
                </a:cubicBezTo>
                <a:cubicBezTo>
                  <a:pt x="5938837" y="6942302"/>
                  <a:pt x="5908773" y="6953814"/>
                  <a:pt x="5899689" y="6930141"/>
                </a:cubicBezTo>
                <a:close/>
                <a:moveTo>
                  <a:pt x="3986873" y="6909688"/>
                </a:moveTo>
                <a:cubicBezTo>
                  <a:pt x="3968261" y="6891075"/>
                  <a:pt x="3967819" y="6873264"/>
                  <a:pt x="3985603" y="6858505"/>
                </a:cubicBezTo>
                <a:cubicBezTo>
                  <a:pt x="4003989" y="6843246"/>
                  <a:pt x="4038600" y="6861578"/>
                  <a:pt x="4038600" y="6886575"/>
                </a:cubicBezTo>
                <a:cubicBezTo>
                  <a:pt x="4038600" y="6913820"/>
                  <a:pt x="4005705" y="6928519"/>
                  <a:pt x="3986873" y="6909688"/>
                </a:cubicBezTo>
                <a:close/>
                <a:moveTo>
                  <a:pt x="3356268" y="6900926"/>
                </a:moveTo>
                <a:cubicBezTo>
                  <a:pt x="3352969" y="6892328"/>
                  <a:pt x="3354837" y="6880727"/>
                  <a:pt x="3360420" y="6875145"/>
                </a:cubicBezTo>
                <a:cubicBezTo>
                  <a:pt x="3374932" y="6860632"/>
                  <a:pt x="3402429" y="6873896"/>
                  <a:pt x="3398638" y="6893580"/>
                </a:cubicBezTo>
                <a:cubicBezTo>
                  <a:pt x="3394415" y="6915505"/>
                  <a:pt x="3363894" y="6920797"/>
                  <a:pt x="3356268" y="6900926"/>
                </a:cubicBezTo>
                <a:close/>
                <a:moveTo>
                  <a:pt x="4784981" y="6900827"/>
                </a:moveTo>
                <a:cubicBezTo>
                  <a:pt x="4776880" y="6879718"/>
                  <a:pt x="4805942" y="6850007"/>
                  <a:pt x="4820475" y="6864540"/>
                </a:cubicBezTo>
                <a:cubicBezTo>
                  <a:pt x="4835297" y="6879362"/>
                  <a:pt x="4827337" y="6909563"/>
                  <a:pt x="4807605" y="6913363"/>
                </a:cubicBezTo>
                <a:cubicBezTo>
                  <a:pt x="4798482" y="6915120"/>
                  <a:pt x="4788301" y="6909479"/>
                  <a:pt x="4784981" y="6900827"/>
                </a:cubicBezTo>
                <a:close/>
                <a:moveTo>
                  <a:pt x="5768892" y="6908717"/>
                </a:moveTo>
                <a:cubicBezTo>
                  <a:pt x="5765445" y="6905270"/>
                  <a:pt x="5762625" y="6896734"/>
                  <a:pt x="5762625" y="6889749"/>
                </a:cubicBezTo>
                <a:cubicBezTo>
                  <a:pt x="5762625" y="6875560"/>
                  <a:pt x="5787179" y="6872363"/>
                  <a:pt x="5795295" y="6885495"/>
                </a:cubicBezTo>
                <a:cubicBezTo>
                  <a:pt x="5801777" y="6895984"/>
                  <a:pt x="5777506" y="6917331"/>
                  <a:pt x="5768892" y="6908717"/>
                </a:cubicBezTo>
                <a:close/>
                <a:moveTo>
                  <a:pt x="6337411" y="6900451"/>
                </a:moveTo>
                <a:cubicBezTo>
                  <a:pt x="6329698" y="6880350"/>
                  <a:pt x="6342572" y="6869498"/>
                  <a:pt x="6353547" y="6886850"/>
                </a:cubicBezTo>
                <a:cubicBezTo>
                  <a:pt x="6365207" y="6905288"/>
                  <a:pt x="6364973" y="6915150"/>
                  <a:pt x="6352876" y="6915150"/>
                </a:cubicBezTo>
                <a:cubicBezTo>
                  <a:pt x="6347472" y="6915150"/>
                  <a:pt x="6340514" y="6908535"/>
                  <a:pt x="6337411" y="6900451"/>
                </a:cubicBezTo>
                <a:close/>
                <a:moveTo>
                  <a:pt x="4216400" y="6899274"/>
                </a:moveTo>
                <a:cubicBezTo>
                  <a:pt x="4206399" y="6889274"/>
                  <a:pt x="4208986" y="6859781"/>
                  <a:pt x="4220489" y="6852672"/>
                </a:cubicBezTo>
                <a:cubicBezTo>
                  <a:pt x="4239072" y="6841187"/>
                  <a:pt x="4262879" y="6873589"/>
                  <a:pt x="4248546" y="6890859"/>
                </a:cubicBezTo>
                <a:cubicBezTo>
                  <a:pt x="4235267" y="6906859"/>
                  <a:pt x="4226325" y="6909200"/>
                  <a:pt x="4216400" y="6899274"/>
                </a:cubicBezTo>
                <a:close/>
                <a:moveTo>
                  <a:pt x="5559422" y="6892033"/>
                </a:moveTo>
                <a:cubicBezTo>
                  <a:pt x="5551326" y="6870935"/>
                  <a:pt x="5576512" y="6854620"/>
                  <a:pt x="5590731" y="6871752"/>
                </a:cubicBezTo>
                <a:cubicBezTo>
                  <a:pt x="5597116" y="6879446"/>
                  <a:pt x="5599574" y="6890214"/>
                  <a:pt x="5596195" y="6895682"/>
                </a:cubicBezTo>
                <a:cubicBezTo>
                  <a:pt x="5587312" y="6910054"/>
                  <a:pt x="5565507" y="6907891"/>
                  <a:pt x="5559422" y="6892033"/>
                </a:cubicBezTo>
                <a:close/>
                <a:moveTo>
                  <a:pt x="6083300" y="6899274"/>
                </a:moveTo>
                <a:cubicBezTo>
                  <a:pt x="6070801" y="6886776"/>
                  <a:pt x="6077214" y="6839748"/>
                  <a:pt x="6092590" y="6831143"/>
                </a:cubicBezTo>
                <a:cubicBezTo>
                  <a:pt x="6130170" y="6810112"/>
                  <a:pt x="6170952" y="6858409"/>
                  <a:pt x="6143522" y="6891461"/>
                </a:cubicBezTo>
                <a:cubicBezTo>
                  <a:pt x="6131510" y="6905934"/>
                  <a:pt x="6094731" y="6910706"/>
                  <a:pt x="6083300" y="6899274"/>
                </a:cubicBezTo>
                <a:close/>
                <a:moveTo>
                  <a:pt x="3825874" y="6889749"/>
                </a:moveTo>
                <a:cubicBezTo>
                  <a:pt x="3815874" y="6879749"/>
                  <a:pt x="3818461" y="6850256"/>
                  <a:pt x="3829964" y="6843147"/>
                </a:cubicBezTo>
                <a:cubicBezTo>
                  <a:pt x="3844784" y="6833987"/>
                  <a:pt x="3870890" y="6863087"/>
                  <a:pt x="3863988" y="6881073"/>
                </a:cubicBezTo>
                <a:cubicBezTo>
                  <a:pt x="3858097" y="6896425"/>
                  <a:pt x="3837287" y="6901162"/>
                  <a:pt x="3825874" y="6889749"/>
                </a:cubicBezTo>
                <a:close/>
                <a:moveTo>
                  <a:pt x="3493293" y="6876287"/>
                </a:moveTo>
                <a:cubicBezTo>
                  <a:pt x="3474159" y="6865142"/>
                  <a:pt x="3471211" y="6829123"/>
                  <a:pt x="3488055" y="6812280"/>
                </a:cubicBezTo>
                <a:cubicBezTo>
                  <a:pt x="3504906" y="6795428"/>
                  <a:pt x="3528556" y="6798346"/>
                  <a:pt x="3547841" y="6819655"/>
                </a:cubicBezTo>
                <a:cubicBezTo>
                  <a:pt x="3579154" y="6854256"/>
                  <a:pt x="3534703" y="6900405"/>
                  <a:pt x="3493293" y="6876287"/>
                </a:cubicBezTo>
                <a:close/>
                <a:moveTo>
                  <a:pt x="4359676" y="6880626"/>
                </a:moveTo>
                <a:cubicBezTo>
                  <a:pt x="4347062" y="6868012"/>
                  <a:pt x="4352856" y="6831489"/>
                  <a:pt x="4368419" y="6825517"/>
                </a:cubicBezTo>
                <a:cubicBezTo>
                  <a:pt x="4389529" y="6817416"/>
                  <a:pt x="4411620" y="6837661"/>
                  <a:pt x="4408153" y="6861929"/>
                </a:cubicBezTo>
                <a:cubicBezTo>
                  <a:pt x="4405336" y="6881643"/>
                  <a:pt x="4373119" y="6894069"/>
                  <a:pt x="4359676" y="6880626"/>
                </a:cubicBezTo>
                <a:close/>
                <a:moveTo>
                  <a:pt x="5047968" y="6871948"/>
                </a:moveTo>
                <a:cubicBezTo>
                  <a:pt x="5030662" y="6851095"/>
                  <a:pt x="5047373" y="6824662"/>
                  <a:pt x="5077863" y="6824662"/>
                </a:cubicBezTo>
                <a:cubicBezTo>
                  <a:pt x="5096817" y="6824662"/>
                  <a:pt x="5100637" y="6829454"/>
                  <a:pt x="5100637" y="6853237"/>
                </a:cubicBezTo>
                <a:cubicBezTo>
                  <a:pt x="5100637" y="6886690"/>
                  <a:pt x="5069410" y="6897784"/>
                  <a:pt x="5047968" y="6871948"/>
                </a:cubicBezTo>
                <a:close/>
                <a:moveTo>
                  <a:pt x="5411086" y="6854306"/>
                </a:moveTo>
                <a:cubicBezTo>
                  <a:pt x="5402316" y="6843738"/>
                  <a:pt x="5402010" y="6835202"/>
                  <a:pt x="5409874" y="6820508"/>
                </a:cubicBezTo>
                <a:cubicBezTo>
                  <a:pt x="5428083" y="6786483"/>
                  <a:pt x="5471243" y="6801545"/>
                  <a:pt x="5465802" y="6840027"/>
                </a:cubicBezTo>
                <a:cubicBezTo>
                  <a:pt x="5462002" y="6866899"/>
                  <a:pt x="5428742" y="6875579"/>
                  <a:pt x="5411086" y="6854306"/>
                </a:cubicBezTo>
                <a:close/>
                <a:moveTo>
                  <a:pt x="5826125" y="6842124"/>
                </a:moveTo>
                <a:cubicBezTo>
                  <a:pt x="5812169" y="6828169"/>
                  <a:pt x="5820203" y="6800850"/>
                  <a:pt x="5838262" y="6800850"/>
                </a:cubicBezTo>
                <a:cubicBezTo>
                  <a:pt x="5862576" y="6800850"/>
                  <a:pt x="5871934" y="6817246"/>
                  <a:pt x="5857528" y="6834604"/>
                </a:cubicBezTo>
                <a:cubicBezTo>
                  <a:pt x="5844954" y="6849756"/>
                  <a:pt x="5835919" y="6851919"/>
                  <a:pt x="5826125" y="6842124"/>
                </a:cubicBezTo>
                <a:close/>
                <a:moveTo>
                  <a:pt x="3654424" y="6832599"/>
                </a:moveTo>
                <a:cubicBezTo>
                  <a:pt x="3640681" y="6818856"/>
                  <a:pt x="3648472" y="6791325"/>
                  <a:pt x="3666105" y="6791325"/>
                </a:cubicBezTo>
                <a:cubicBezTo>
                  <a:pt x="3687884" y="6791325"/>
                  <a:pt x="3698324" y="6813465"/>
                  <a:pt x="3683525" y="6828264"/>
                </a:cubicBezTo>
                <a:cubicBezTo>
                  <a:pt x="3671295" y="6840494"/>
                  <a:pt x="3663483" y="6841658"/>
                  <a:pt x="3654424" y="6832599"/>
                </a:cubicBezTo>
                <a:close/>
                <a:moveTo>
                  <a:pt x="4099218" y="6824726"/>
                </a:moveTo>
                <a:cubicBezTo>
                  <a:pt x="4095919" y="6816128"/>
                  <a:pt x="4097787" y="6804527"/>
                  <a:pt x="4103370" y="6798945"/>
                </a:cubicBezTo>
                <a:cubicBezTo>
                  <a:pt x="4117882" y="6784432"/>
                  <a:pt x="4145379" y="6797696"/>
                  <a:pt x="4141588" y="6817380"/>
                </a:cubicBezTo>
                <a:cubicBezTo>
                  <a:pt x="4137365" y="6839305"/>
                  <a:pt x="4106844" y="6844597"/>
                  <a:pt x="4099218" y="6824726"/>
                </a:cubicBezTo>
                <a:close/>
                <a:moveTo>
                  <a:pt x="4699269" y="6824662"/>
                </a:moveTo>
                <a:cubicBezTo>
                  <a:pt x="4690910" y="6802878"/>
                  <a:pt x="4702620" y="6781800"/>
                  <a:pt x="4723081" y="6781800"/>
                </a:cubicBezTo>
                <a:cubicBezTo>
                  <a:pt x="4745610" y="6781800"/>
                  <a:pt x="4757177" y="6808121"/>
                  <a:pt x="4742448" y="6825869"/>
                </a:cubicBezTo>
                <a:cubicBezTo>
                  <a:pt x="4728117" y="6843136"/>
                  <a:pt x="4706122" y="6842522"/>
                  <a:pt x="4699269" y="6824662"/>
                </a:cubicBezTo>
                <a:close/>
                <a:moveTo>
                  <a:pt x="5661294" y="6824662"/>
                </a:moveTo>
                <a:cubicBezTo>
                  <a:pt x="5653721" y="6804927"/>
                  <a:pt x="5664000" y="6781800"/>
                  <a:pt x="5680344" y="6781800"/>
                </a:cubicBezTo>
                <a:cubicBezTo>
                  <a:pt x="5687806" y="6781800"/>
                  <a:pt x="5696379" y="6788229"/>
                  <a:pt x="5699394" y="6796087"/>
                </a:cubicBezTo>
                <a:cubicBezTo>
                  <a:pt x="5706967" y="6815822"/>
                  <a:pt x="5696688" y="6838950"/>
                  <a:pt x="5680344" y="6838950"/>
                </a:cubicBezTo>
                <a:cubicBezTo>
                  <a:pt x="5672882" y="6838950"/>
                  <a:pt x="5664309" y="6832520"/>
                  <a:pt x="5661294" y="6824662"/>
                </a:cubicBezTo>
                <a:close/>
                <a:moveTo>
                  <a:pt x="4898122" y="6812757"/>
                </a:moveTo>
                <a:cubicBezTo>
                  <a:pt x="4854743" y="6798163"/>
                  <a:pt x="4868156" y="6734175"/>
                  <a:pt x="4914593" y="6734175"/>
                </a:cubicBezTo>
                <a:cubicBezTo>
                  <a:pt x="4933825" y="6734175"/>
                  <a:pt x="4944023" y="6739949"/>
                  <a:pt x="4948237" y="6753225"/>
                </a:cubicBezTo>
                <a:cubicBezTo>
                  <a:pt x="4960554" y="6792031"/>
                  <a:pt x="4933178" y="6824551"/>
                  <a:pt x="4898122" y="6812757"/>
                </a:cubicBezTo>
                <a:close/>
                <a:moveTo>
                  <a:pt x="5299098" y="6795447"/>
                </a:moveTo>
                <a:cubicBezTo>
                  <a:pt x="5291160" y="6774759"/>
                  <a:pt x="5311314" y="6755304"/>
                  <a:pt x="5325739" y="6769729"/>
                </a:cubicBezTo>
                <a:cubicBezTo>
                  <a:pt x="5337932" y="6781922"/>
                  <a:pt x="5330378" y="6810375"/>
                  <a:pt x="5314950" y="6810375"/>
                </a:cubicBezTo>
                <a:cubicBezTo>
                  <a:pt x="5309382" y="6810375"/>
                  <a:pt x="5302249" y="6803657"/>
                  <a:pt x="5299098" y="6795447"/>
                </a:cubicBezTo>
                <a:close/>
                <a:moveTo>
                  <a:pt x="5959876" y="6804426"/>
                </a:moveTo>
                <a:cubicBezTo>
                  <a:pt x="5947494" y="6792044"/>
                  <a:pt x="5952922" y="6745815"/>
                  <a:pt x="5967412" y="6740255"/>
                </a:cubicBezTo>
                <a:cubicBezTo>
                  <a:pt x="5994580" y="6729830"/>
                  <a:pt x="6011459" y="6744495"/>
                  <a:pt x="6008406" y="6775872"/>
                </a:cubicBezTo>
                <a:cubicBezTo>
                  <a:pt x="6005577" y="6804943"/>
                  <a:pt x="5977131" y="6821681"/>
                  <a:pt x="5959876" y="6804426"/>
                </a:cubicBezTo>
                <a:close/>
                <a:moveTo>
                  <a:pt x="3897407" y="6786059"/>
                </a:moveTo>
                <a:cubicBezTo>
                  <a:pt x="3901715" y="6765370"/>
                  <a:pt x="3918620" y="6764104"/>
                  <a:pt x="3922486" y="6784181"/>
                </a:cubicBezTo>
                <a:cubicBezTo>
                  <a:pt x="3924494" y="6794607"/>
                  <a:pt x="3919822" y="6800850"/>
                  <a:pt x="3910012" y="6800850"/>
                </a:cubicBezTo>
                <a:cubicBezTo>
                  <a:pt x="3900861" y="6800850"/>
                  <a:pt x="3895611" y="6794688"/>
                  <a:pt x="3897407" y="6786059"/>
                </a:cubicBezTo>
                <a:close/>
                <a:moveTo>
                  <a:pt x="5166747" y="6790410"/>
                </a:moveTo>
                <a:cubicBezTo>
                  <a:pt x="5155113" y="6771585"/>
                  <a:pt x="5185772" y="6749586"/>
                  <a:pt x="5199906" y="6766617"/>
                </a:cubicBezTo>
                <a:cubicBezTo>
                  <a:pt x="5206456" y="6774508"/>
                  <a:pt x="5209049" y="6785439"/>
                  <a:pt x="5205670" y="6790907"/>
                </a:cubicBezTo>
                <a:cubicBezTo>
                  <a:pt x="5197619" y="6803933"/>
                  <a:pt x="5174926" y="6803644"/>
                  <a:pt x="5166747" y="6790410"/>
                </a:cubicBezTo>
                <a:close/>
                <a:moveTo>
                  <a:pt x="3757817" y="6775881"/>
                </a:moveTo>
                <a:cubicBezTo>
                  <a:pt x="3728338" y="6746402"/>
                  <a:pt x="3763140" y="6698944"/>
                  <a:pt x="3798093" y="6720957"/>
                </a:cubicBezTo>
                <a:cubicBezTo>
                  <a:pt x="3827284" y="6739339"/>
                  <a:pt x="3814969" y="6791325"/>
                  <a:pt x="3781425" y="6791325"/>
                </a:cubicBezTo>
                <a:cubicBezTo>
                  <a:pt x="3776934" y="6791325"/>
                  <a:pt x="3766311" y="6784375"/>
                  <a:pt x="3757817" y="6775881"/>
                </a:cubicBezTo>
                <a:close/>
                <a:moveTo>
                  <a:pt x="4230647" y="6782958"/>
                </a:moveTo>
                <a:cubicBezTo>
                  <a:pt x="4208284" y="6768782"/>
                  <a:pt x="4221057" y="6729412"/>
                  <a:pt x="4248019" y="6729412"/>
                </a:cubicBezTo>
                <a:cubicBezTo>
                  <a:pt x="4274951" y="6729412"/>
                  <a:pt x="4285127" y="6755436"/>
                  <a:pt x="4266820" y="6777495"/>
                </a:cubicBezTo>
                <a:cubicBezTo>
                  <a:pt x="4253648" y="6793366"/>
                  <a:pt x="4248334" y="6794168"/>
                  <a:pt x="4230647" y="6782958"/>
                </a:cubicBezTo>
                <a:close/>
                <a:moveTo>
                  <a:pt x="4449619" y="6782695"/>
                </a:moveTo>
                <a:cubicBezTo>
                  <a:pt x="4432302" y="6771989"/>
                  <a:pt x="4439572" y="6739937"/>
                  <a:pt x="4460219" y="6735961"/>
                </a:cubicBezTo>
                <a:cubicBezTo>
                  <a:pt x="4469342" y="6734204"/>
                  <a:pt x="4479523" y="6739845"/>
                  <a:pt x="4482843" y="6748497"/>
                </a:cubicBezTo>
                <a:cubicBezTo>
                  <a:pt x="4490637" y="6768807"/>
                  <a:pt x="4466816" y="6793327"/>
                  <a:pt x="4449619" y="6782695"/>
                </a:cubicBezTo>
                <a:close/>
                <a:moveTo>
                  <a:pt x="4568822" y="6758683"/>
                </a:moveTo>
                <a:cubicBezTo>
                  <a:pt x="4561586" y="6739826"/>
                  <a:pt x="4584417" y="6721827"/>
                  <a:pt x="4598152" y="6735562"/>
                </a:cubicBezTo>
                <a:cubicBezTo>
                  <a:pt x="4610899" y="6748309"/>
                  <a:pt x="4603154" y="6772275"/>
                  <a:pt x="4586287" y="6772275"/>
                </a:cubicBezTo>
                <a:cubicBezTo>
                  <a:pt x="4579550" y="6772275"/>
                  <a:pt x="4571691" y="6766159"/>
                  <a:pt x="4568822" y="6758683"/>
                </a:cubicBezTo>
                <a:close/>
                <a:moveTo>
                  <a:pt x="4005573" y="6753727"/>
                </a:moveTo>
                <a:cubicBezTo>
                  <a:pt x="3997198" y="6740177"/>
                  <a:pt x="4007878" y="6724650"/>
                  <a:pt x="4025573" y="6724650"/>
                </a:cubicBezTo>
                <a:cubicBezTo>
                  <a:pt x="4033918" y="6724650"/>
                  <a:pt x="4038698" y="6731341"/>
                  <a:pt x="4036917" y="6740529"/>
                </a:cubicBezTo>
                <a:cubicBezTo>
                  <a:pt x="4033206" y="6759660"/>
                  <a:pt x="4014188" y="6767668"/>
                  <a:pt x="4005573" y="6753727"/>
                </a:cubicBezTo>
                <a:close/>
                <a:moveTo>
                  <a:pt x="5529209" y="6753139"/>
                </a:moveTo>
                <a:cubicBezTo>
                  <a:pt x="5517356" y="6733960"/>
                  <a:pt x="5534871" y="6704376"/>
                  <a:pt x="5556274" y="6707425"/>
                </a:cubicBezTo>
                <a:cubicBezTo>
                  <a:pt x="5588826" y="6712063"/>
                  <a:pt x="5591353" y="6762750"/>
                  <a:pt x="5559032" y="6762750"/>
                </a:cubicBezTo>
                <a:cubicBezTo>
                  <a:pt x="5545896" y="6762750"/>
                  <a:pt x="5532476" y="6758425"/>
                  <a:pt x="5529209" y="6753139"/>
                </a:cubicBezTo>
                <a:close/>
                <a:moveTo>
                  <a:pt x="5781351" y="6729022"/>
                </a:moveTo>
                <a:cubicBezTo>
                  <a:pt x="5765266" y="6709640"/>
                  <a:pt x="5780110" y="6681787"/>
                  <a:pt x="5806525" y="6681787"/>
                </a:cubicBezTo>
                <a:cubicBezTo>
                  <a:pt x="5820170" y="6681787"/>
                  <a:pt x="5824537" y="6688683"/>
                  <a:pt x="5824537" y="6710232"/>
                </a:cubicBezTo>
                <a:cubicBezTo>
                  <a:pt x="5824537" y="6743104"/>
                  <a:pt x="5801395" y="6753173"/>
                  <a:pt x="5781351" y="6729022"/>
                </a:cubicBezTo>
                <a:close/>
                <a:moveTo>
                  <a:pt x="6069250" y="6733460"/>
                </a:moveTo>
                <a:cubicBezTo>
                  <a:pt x="6071127" y="6727828"/>
                  <a:pt x="6076735" y="6723221"/>
                  <a:pt x="6081712" y="6723221"/>
                </a:cubicBezTo>
                <a:cubicBezTo>
                  <a:pt x="6086689" y="6723221"/>
                  <a:pt x="6092297" y="6727828"/>
                  <a:pt x="6094174" y="6733460"/>
                </a:cubicBezTo>
                <a:cubicBezTo>
                  <a:pt x="6096051" y="6739092"/>
                  <a:pt x="6090443" y="6743700"/>
                  <a:pt x="6081712" y="6743700"/>
                </a:cubicBezTo>
                <a:cubicBezTo>
                  <a:pt x="6072981" y="6743700"/>
                  <a:pt x="6067373" y="6739092"/>
                  <a:pt x="6069250" y="6733460"/>
                </a:cubicBezTo>
                <a:close/>
                <a:moveTo>
                  <a:pt x="3549647" y="6720583"/>
                </a:moveTo>
                <a:cubicBezTo>
                  <a:pt x="3542384" y="6701656"/>
                  <a:pt x="3569315" y="6680180"/>
                  <a:pt x="3583068" y="6693933"/>
                </a:cubicBezTo>
                <a:cubicBezTo>
                  <a:pt x="3596220" y="6707085"/>
                  <a:pt x="3586367" y="6734175"/>
                  <a:pt x="3568430" y="6734175"/>
                </a:cubicBezTo>
                <a:cubicBezTo>
                  <a:pt x="3560968" y="6734175"/>
                  <a:pt x="3552516" y="6728059"/>
                  <a:pt x="3549647" y="6720583"/>
                </a:cubicBezTo>
                <a:close/>
                <a:moveTo>
                  <a:pt x="6157520" y="6724016"/>
                </a:moveTo>
                <a:cubicBezTo>
                  <a:pt x="6147269" y="6707429"/>
                  <a:pt x="6158945" y="6703916"/>
                  <a:pt x="6172008" y="6719657"/>
                </a:cubicBezTo>
                <a:cubicBezTo>
                  <a:pt x="6179521" y="6728709"/>
                  <a:pt x="6180244" y="6734175"/>
                  <a:pt x="6173928" y="6734175"/>
                </a:cubicBezTo>
                <a:cubicBezTo>
                  <a:pt x="6168357" y="6734175"/>
                  <a:pt x="6160973" y="6729603"/>
                  <a:pt x="6157520" y="6724016"/>
                </a:cubicBezTo>
                <a:close/>
                <a:moveTo>
                  <a:pt x="5061243" y="6710426"/>
                </a:moveTo>
                <a:cubicBezTo>
                  <a:pt x="5057944" y="6701828"/>
                  <a:pt x="5059812" y="6690227"/>
                  <a:pt x="5065395" y="6684645"/>
                </a:cubicBezTo>
                <a:cubicBezTo>
                  <a:pt x="5079907" y="6670132"/>
                  <a:pt x="5107404" y="6683396"/>
                  <a:pt x="5103613" y="6703080"/>
                </a:cubicBezTo>
                <a:cubicBezTo>
                  <a:pt x="5099390" y="6725005"/>
                  <a:pt x="5068869" y="6730297"/>
                  <a:pt x="5061243" y="6710426"/>
                </a:cubicBezTo>
                <a:close/>
                <a:moveTo>
                  <a:pt x="4766214" y="6701541"/>
                </a:moveTo>
                <a:cubicBezTo>
                  <a:pt x="4757548" y="6678958"/>
                  <a:pt x="4769810" y="6656151"/>
                  <a:pt x="4788664" y="6659782"/>
                </a:cubicBezTo>
                <a:cubicBezTo>
                  <a:pt x="4799209" y="6661813"/>
                  <a:pt x="4805362" y="6671677"/>
                  <a:pt x="4805362" y="6686550"/>
                </a:cubicBezTo>
                <a:cubicBezTo>
                  <a:pt x="4805362" y="6713702"/>
                  <a:pt x="4775298" y="6725214"/>
                  <a:pt x="4766214" y="6701541"/>
                </a:cubicBezTo>
                <a:close/>
                <a:moveTo>
                  <a:pt x="4664075" y="6699249"/>
                </a:moveTo>
                <a:cubicBezTo>
                  <a:pt x="4653115" y="6688290"/>
                  <a:pt x="4657138" y="6677025"/>
                  <a:pt x="4672012" y="6677025"/>
                </a:cubicBezTo>
                <a:cubicBezTo>
                  <a:pt x="4679870" y="6677025"/>
                  <a:pt x="4686300" y="6683454"/>
                  <a:pt x="4686300" y="6691312"/>
                </a:cubicBezTo>
                <a:cubicBezTo>
                  <a:pt x="4686300" y="6706186"/>
                  <a:pt x="4675034" y="6710209"/>
                  <a:pt x="4664075" y="6699249"/>
                </a:cubicBezTo>
                <a:close/>
                <a:moveTo>
                  <a:pt x="4133850" y="6677587"/>
                </a:moveTo>
                <a:cubicBezTo>
                  <a:pt x="4133850" y="6651939"/>
                  <a:pt x="4151868" y="6643336"/>
                  <a:pt x="4169228" y="6660696"/>
                </a:cubicBezTo>
                <a:cubicBezTo>
                  <a:pt x="4186588" y="6678056"/>
                  <a:pt x="4177985" y="6696075"/>
                  <a:pt x="4152337" y="6696075"/>
                </a:cubicBezTo>
                <a:cubicBezTo>
                  <a:pt x="4140387" y="6696075"/>
                  <a:pt x="4133850" y="6689537"/>
                  <a:pt x="4133850" y="6677587"/>
                </a:cubicBezTo>
                <a:close/>
                <a:moveTo>
                  <a:pt x="4348842" y="6681107"/>
                </a:moveTo>
                <a:cubicBezTo>
                  <a:pt x="4328430" y="6660694"/>
                  <a:pt x="4330022" y="6632131"/>
                  <a:pt x="4352234" y="6620244"/>
                </a:cubicBezTo>
                <a:cubicBezTo>
                  <a:pt x="4378704" y="6606078"/>
                  <a:pt x="4397968" y="6617016"/>
                  <a:pt x="4402643" y="6648867"/>
                </a:cubicBezTo>
                <a:cubicBezTo>
                  <a:pt x="4409103" y="6692883"/>
                  <a:pt x="4378786" y="6711050"/>
                  <a:pt x="4348842" y="6681107"/>
                </a:cubicBezTo>
                <a:close/>
                <a:moveTo>
                  <a:pt x="5212080" y="6684645"/>
                </a:moveTo>
                <a:cubicBezTo>
                  <a:pt x="5183374" y="6655939"/>
                  <a:pt x="5211866" y="6613453"/>
                  <a:pt x="5252913" y="6623755"/>
                </a:cubicBezTo>
                <a:cubicBezTo>
                  <a:pt x="5292486" y="6633687"/>
                  <a:pt x="5280268" y="6696075"/>
                  <a:pt x="5238750" y="6696075"/>
                </a:cubicBezTo>
                <a:cubicBezTo>
                  <a:pt x="5230368" y="6696075"/>
                  <a:pt x="5218366" y="6690931"/>
                  <a:pt x="5212080" y="6684645"/>
                </a:cubicBezTo>
                <a:close/>
                <a:moveTo>
                  <a:pt x="5369254" y="6690054"/>
                </a:moveTo>
                <a:cubicBezTo>
                  <a:pt x="5357995" y="6678795"/>
                  <a:pt x="5361834" y="6650772"/>
                  <a:pt x="5375345" y="6645587"/>
                </a:cubicBezTo>
                <a:cubicBezTo>
                  <a:pt x="5394543" y="6638220"/>
                  <a:pt x="5412520" y="6653177"/>
                  <a:pt x="5408646" y="6673294"/>
                </a:cubicBezTo>
                <a:cubicBezTo>
                  <a:pt x="5405113" y="6691640"/>
                  <a:pt x="5381070" y="6701870"/>
                  <a:pt x="5369254" y="6690054"/>
                </a:cubicBezTo>
                <a:close/>
                <a:moveTo>
                  <a:pt x="5650230" y="6684645"/>
                </a:moveTo>
                <a:cubicBezTo>
                  <a:pt x="5618764" y="6653179"/>
                  <a:pt x="5647266" y="6608443"/>
                  <a:pt x="5685680" y="6629001"/>
                </a:cubicBezTo>
                <a:cubicBezTo>
                  <a:pt x="5716169" y="6645318"/>
                  <a:pt x="5705920" y="6696075"/>
                  <a:pt x="5672137" y="6696075"/>
                </a:cubicBezTo>
                <a:cubicBezTo>
                  <a:pt x="5666374" y="6696075"/>
                  <a:pt x="5656516" y="6690931"/>
                  <a:pt x="5650230" y="6684645"/>
                </a:cubicBezTo>
                <a:close/>
                <a:moveTo>
                  <a:pt x="3861293" y="6672845"/>
                </a:moveTo>
                <a:cubicBezTo>
                  <a:pt x="3853760" y="6653214"/>
                  <a:pt x="3874029" y="6628982"/>
                  <a:pt x="3892162" y="6635940"/>
                </a:cubicBezTo>
                <a:cubicBezTo>
                  <a:pt x="3911168" y="6643234"/>
                  <a:pt x="3904730" y="6680784"/>
                  <a:pt x="3883789" y="6684775"/>
                </a:cubicBezTo>
                <a:cubicBezTo>
                  <a:pt x="3874606" y="6686525"/>
                  <a:pt x="3864482" y="6681157"/>
                  <a:pt x="3861293" y="6672845"/>
                </a:cubicBezTo>
                <a:close/>
                <a:moveTo>
                  <a:pt x="5920967" y="6662376"/>
                </a:moveTo>
                <a:cubicBezTo>
                  <a:pt x="5917709" y="6653888"/>
                  <a:pt x="5921555" y="6645345"/>
                  <a:pt x="5930113" y="6642062"/>
                </a:cubicBezTo>
                <a:cubicBezTo>
                  <a:pt x="5947899" y="6635236"/>
                  <a:pt x="5967362" y="6652168"/>
                  <a:pt x="5958400" y="6666670"/>
                </a:cubicBezTo>
                <a:cubicBezTo>
                  <a:pt x="5949053" y="6681793"/>
                  <a:pt x="5927467" y="6679317"/>
                  <a:pt x="5920967" y="6662376"/>
                </a:cubicBezTo>
                <a:close/>
                <a:moveTo>
                  <a:pt x="3651823" y="6654004"/>
                </a:moveTo>
                <a:cubicBezTo>
                  <a:pt x="3643082" y="6631226"/>
                  <a:pt x="3654619" y="6609804"/>
                  <a:pt x="3672030" y="6616485"/>
                </a:cubicBezTo>
                <a:cubicBezTo>
                  <a:pt x="3689419" y="6623158"/>
                  <a:pt x="3687553" y="6659223"/>
                  <a:pt x="3669511" y="6665164"/>
                </a:cubicBezTo>
                <a:cubicBezTo>
                  <a:pt x="3662965" y="6667320"/>
                  <a:pt x="3655006" y="6662298"/>
                  <a:pt x="3651823" y="6654004"/>
                </a:cubicBezTo>
                <a:close/>
                <a:moveTo>
                  <a:pt x="3991280" y="6649020"/>
                </a:moveTo>
                <a:cubicBezTo>
                  <a:pt x="3969735" y="6608764"/>
                  <a:pt x="4018939" y="6570421"/>
                  <a:pt x="4047689" y="6605063"/>
                </a:cubicBezTo>
                <a:cubicBezTo>
                  <a:pt x="4053972" y="6612632"/>
                  <a:pt x="4057711" y="6628706"/>
                  <a:pt x="4055999" y="6640781"/>
                </a:cubicBezTo>
                <a:cubicBezTo>
                  <a:pt x="4051711" y="6671034"/>
                  <a:pt x="4006165" y="6676832"/>
                  <a:pt x="3991280" y="6649020"/>
                </a:cubicBezTo>
                <a:close/>
                <a:moveTo>
                  <a:pt x="4947094" y="6653668"/>
                </a:moveTo>
                <a:cubicBezTo>
                  <a:pt x="4940459" y="6636377"/>
                  <a:pt x="4950096" y="6619875"/>
                  <a:pt x="4966830" y="6619875"/>
                </a:cubicBezTo>
                <a:cubicBezTo>
                  <a:pt x="4981400" y="6619875"/>
                  <a:pt x="4990238" y="6638112"/>
                  <a:pt x="4984140" y="6655593"/>
                </a:cubicBezTo>
                <a:cubicBezTo>
                  <a:pt x="4978449" y="6671909"/>
                  <a:pt x="4953598" y="6670618"/>
                  <a:pt x="4947094" y="6653668"/>
                </a:cubicBezTo>
                <a:close/>
                <a:moveTo>
                  <a:pt x="5486843" y="6644222"/>
                </a:moveTo>
                <a:cubicBezTo>
                  <a:pt x="5473797" y="6628502"/>
                  <a:pt x="5480972" y="6610350"/>
                  <a:pt x="5500230" y="6610350"/>
                </a:cubicBezTo>
                <a:cubicBezTo>
                  <a:pt x="5518428" y="6610350"/>
                  <a:pt x="5525630" y="6635653"/>
                  <a:pt x="5510910" y="6647871"/>
                </a:cubicBezTo>
                <a:cubicBezTo>
                  <a:pt x="5501750" y="6655473"/>
                  <a:pt x="5495379" y="6654507"/>
                  <a:pt x="5486843" y="6644222"/>
                </a:cubicBezTo>
                <a:close/>
                <a:moveTo>
                  <a:pt x="4514850" y="6634162"/>
                </a:moveTo>
                <a:cubicBezTo>
                  <a:pt x="4514850" y="6625431"/>
                  <a:pt x="4519457" y="6619823"/>
                  <a:pt x="4525089" y="6621700"/>
                </a:cubicBezTo>
                <a:cubicBezTo>
                  <a:pt x="4530721" y="6623577"/>
                  <a:pt x="4535328" y="6629185"/>
                  <a:pt x="4535328" y="6634162"/>
                </a:cubicBezTo>
                <a:cubicBezTo>
                  <a:pt x="4535328" y="6639139"/>
                  <a:pt x="4530721" y="6644747"/>
                  <a:pt x="4525089" y="6646624"/>
                </a:cubicBezTo>
                <a:cubicBezTo>
                  <a:pt x="4519457" y="6648501"/>
                  <a:pt x="4514850" y="6642893"/>
                  <a:pt x="4514850" y="6634162"/>
                </a:cubicBezTo>
                <a:close/>
                <a:moveTo>
                  <a:pt x="4600460" y="6610135"/>
                </a:moveTo>
                <a:cubicBezTo>
                  <a:pt x="4591631" y="6593639"/>
                  <a:pt x="4592653" y="6586265"/>
                  <a:pt x="4605777" y="6571764"/>
                </a:cubicBezTo>
                <a:cubicBezTo>
                  <a:pt x="4628725" y="6546406"/>
                  <a:pt x="4660029" y="6563465"/>
                  <a:pt x="4655914" y="6599084"/>
                </a:cubicBezTo>
                <a:cubicBezTo>
                  <a:pt x="4652057" y="6632470"/>
                  <a:pt x="4616234" y="6639609"/>
                  <a:pt x="4600460" y="6610135"/>
                </a:cubicBezTo>
                <a:close/>
                <a:moveTo>
                  <a:pt x="4816733" y="6613783"/>
                </a:moveTo>
                <a:cubicBezTo>
                  <a:pt x="4809124" y="6606174"/>
                  <a:pt x="4817726" y="6591300"/>
                  <a:pt x="4829737" y="6591300"/>
                </a:cubicBezTo>
                <a:cubicBezTo>
                  <a:pt x="4834666" y="6591300"/>
                  <a:pt x="4838700" y="6597729"/>
                  <a:pt x="4838700" y="6605587"/>
                </a:cubicBezTo>
                <a:cubicBezTo>
                  <a:pt x="4838700" y="6620317"/>
                  <a:pt x="4827460" y="6624510"/>
                  <a:pt x="4816733" y="6613783"/>
                </a:cubicBezTo>
                <a:close/>
                <a:moveTo>
                  <a:pt x="3750468" y="6590537"/>
                </a:moveTo>
                <a:cubicBezTo>
                  <a:pt x="3715409" y="6570116"/>
                  <a:pt x="3741915" y="6516847"/>
                  <a:pt x="3780967" y="6529242"/>
                </a:cubicBezTo>
                <a:cubicBezTo>
                  <a:pt x="3802783" y="6536166"/>
                  <a:pt x="3807458" y="6570981"/>
                  <a:pt x="3789045" y="6589395"/>
                </a:cubicBezTo>
                <a:cubicBezTo>
                  <a:pt x="3775396" y="6603043"/>
                  <a:pt x="3772107" y="6603140"/>
                  <a:pt x="3750468" y="6590537"/>
                </a:cubicBezTo>
                <a:close/>
                <a:moveTo>
                  <a:pt x="4231005" y="6589395"/>
                </a:moveTo>
                <a:cubicBezTo>
                  <a:pt x="4205589" y="6563979"/>
                  <a:pt x="4235129" y="6521011"/>
                  <a:pt x="4262437" y="6543675"/>
                </a:cubicBezTo>
                <a:cubicBezTo>
                  <a:pt x="4281149" y="6559204"/>
                  <a:pt x="4280716" y="6587730"/>
                  <a:pt x="4261658" y="6595043"/>
                </a:cubicBezTo>
                <a:cubicBezTo>
                  <a:pt x="4242475" y="6602404"/>
                  <a:pt x="4244362" y="6602752"/>
                  <a:pt x="4231005" y="6589395"/>
                </a:cubicBezTo>
                <a:close/>
                <a:moveTo>
                  <a:pt x="5064818" y="6590100"/>
                </a:moveTo>
                <a:cubicBezTo>
                  <a:pt x="5044982" y="6579000"/>
                  <a:pt x="5043157" y="6550234"/>
                  <a:pt x="5061330" y="6535151"/>
                </a:cubicBezTo>
                <a:cubicBezTo>
                  <a:pt x="5080145" y="6519536"/>
                  <a:pt x="5105400" y="6532523"/>
                  <a:pt x="5105400" y="6557815"/>
                </a:cubicBezTo>
                <a:cubicBezTo>
                  <a:pt x="5105400" y="6586792"/>
                  <a:pt x="5086200" y="6602066"/>
                  <a:pt x="5064818" y="6590100"/>
                </a:cubicBezTo>
                <a:close/>
                <a:moveTo>
                  <a:pt x="5773151" y="6587744"/>
                </a:moveTo>
                <a:cubicBezTo>
                  <a:pt x="5757283" y="6568623"/>
                  <a:pt x="5770812" y="6542128"/>
                  <a:pt x="5794696" y="6545552"/>
                </a:cubicBezTo>
                <a:cubicBezTo>
                  <a:pt x="5818084" y="6548905"/>
                  <a:pt x="5827597" y="6580485"/>
                  <a:pt x="5808805" y="6592394"/>
                </a:cubicBezTo>
                <a:cubicBezTo>
                  <a:pt x="5791150" y="6603582"/>
                  <a:pt x="5785707" y="6602873"/>
                  <a:pt x="5773151" y="6587744"/>
                </a:cubicBezTo>
                <a:close/>
                <a:moveTo>
                  <a:pt x="4097194" y="6563810"/>
                </a:moveTo>
                <a:cubicBezTo>
                  <a:pt x="4078362" y="6551889"/>
                  <a:pt x="4087817" y="6519862"/>
                  <a:pt x="4110167" y="6519862"/>
                </a:cubicBezTo>
                <a:cubicBezTo>
                  <a:pt x="4123824" y="6519862"/>
                  <a:pt x="4129087" y="6526265"/>
                  <a:pt x="4129087" y="6542881"/>
                </a:cubicBezTo>
                <a:cubicBezTo>
                  <a:pt x="4129087" y="6568285"/>
                  <a:pt x="4116898" y="6576283"/>
                  <a:pt x="4097194" y="6563810"/>
                </a:cubicBezTo>
                <a:close/>
                <a:moveTo>
                  <a:pt x="4479399" y="6561564"/>
                </a:moveTo>
                <a:cubicBezTo>
                  <a:pt x="4464835" y="6547000"/>
                  <a:pt x="4474907" y="6524625"/>
                  <a:pt x="4496025" y="6524625"/>
                </a:cubicBezTo>
                <a:cubicBezTo>
                  <a:pt x="4514546" y="6524625"/>
                  <a:pt x="4524282" y="6541056"/>
                  <a:pt x="4517190" y="6560343"/>
                </a:cubicBezTo>
                <a:cubicBezTo>
                  <a:pt x="4511750" y="6575134"/>
                  <a:pt x="4493557" y="6575722"/>
                  <a:pt x="4479399" y="6561564"/>
                </a:cubicBezTo>
                <a:close/>
                <a:moveTo>
                  <a:pt x="5321300" y="6565899"/>
                </a:moveTo>
                <a:cubicBezTo>
                  <a:pt x="5311299" y="6555899"/>
                  <a:pt x="5313886" y="6526406"/>
                  <a:pt x="5325389" y="6519297"/>
                </a:cubicBezTo>
                <a:cubicBezTo>
                  <a:pt x="5343972" y="6507812"/>
                  <a:pt x="5367779" y="6540214"/>
                  <a:pt x="5353446" y="6557484"/>
                </a:cubicBezTo>
                <a:cubicBezTo>
                  <a:pt x="5340167" y="6573484"/>
                  <a:pt x="5331225" y="6575825"/>
                  <a:pt x="5321300" y="6565899"/>
                </a:cubicBezTo>
                <a:close/>
                <a:moveTo>
                  <a:pt x="4870743" y="6548501"/>
                </a:moveTo>
                <a:cubicBezTo>
                  <a:pt x="4867444" y="6539903"/>
                  <a:pt x="4869312" y="6528302"/>
                  <a:pt x="4874895" y="6522720"/>
                </a:cubicBezTo>
                <a:cubicBezTo>
                  <a:pt x="4889407" y="6508207"/>
                  <a:pt x="4916904" y="6521471"/>
                  <a:pt x="4913113" y="6541155"/>
                </a:cubicBezTo>
                <a:cubicBezTo>
                  <a:pt x="4908890" y="6563080"/>
                  <a:pt x="4878369" y="6568372"/>
                  <a:pt x="4870743" y="6548501"/>
                </a:cubicBezTo>
                <a:close/>
                <a:moveTo>
                  <a:pt x="5595098" y="6549685"/>
                </a:moveTo>
                <a:cubicBezTo>
                  <a:pt x="5587949" y="6531055"/>
                  <a:pt x="5597689" y="6515100"/>
                  <a:pt x="5616212" y="6515100"/>
                </a:cubicBezTo>
                <a:cubicBezTo>
                  <a:pt x="5625563" y="6515100"/>
                  <a:pt x="5629534" y="6522340"/>
                  <a:pt x="5627556" y="6535785"/>
                </a:cubicBezTo>
                <a:cubicBezTo>
                  <a:pt x="5623860" y="6560902"/>
                  <a:pt x="5602854" y="6569898"/>
                  <a:pt x="5595098" y="6549685"/>
                </a:cubicBezTo>
                <a:close/>
                <a:moveTo>
                  <a:pt x="5906029" y="6544204"/>
                </a:moveTo>
                <a:cubicBezTo>
                  <a:pt x="5889490" y="6527665"/>
                  <a:pt x="5887512" y="6513616"/>
                  <a:pt x="5894888" y="6465093"/>
                </a:cubicBezTo>
                <a:cubicBezTo>
                  <a:pt x="5896872" y="6452045"/>
                  <a:pt x="5942000" y="6457711"/>
                  <a:pt x="5957207" y="6472917"/>
                </a:cubicBezTo>
                <a:cubicBezTo>
                  <a:pt x="5983824" y="6499535"/>
                  <a:pt x="5967070" y="6562725"/>
                  <a:pt x="5933394" y="6562725"/>
                </a:cubicBezTo>
                <a:cubicBezTo>
                  <a:pt x="5928530" y="6562725"/>
                  <a:pt x="5916215" y="6554390"/>
                  <a:pt x="5906029" y="6544204"/>
                </a:cubicBezTo>
                <a:close/>
                <a:moveTo>
                  <a:pt x="3959072" y="6539217"/>
                </a:moveTo>
                <a:cubicBezTo>
                  <a:pt x="3952355" y="6521712"/>
                  <a:pt x="3970213" y="6509578"/>
                  <a:pt x="3983355" y="6522720"/>
                </a:cubicBezTo>
                <a:cubicBezTo>
                  <a:pt x="3993522" y="6532887"/>
                  <a:pt x="3986209" y="6553200"/>
                  <a:pt x="3972381" y="6553200"/>
                </a:cubicBezTo>
                <a:cubicBezTo>
                  <a:pt x="3968012" y="6553200"/>
                  <a:pt x="3962023" y="6546907"/>
                  <a:pt x="3959072" y="6539217"/>
                </a:cubicBezTo>
                <a:close/>
                <a:moveTo>
                  <a:pt x="5156739" y="6539616"/>
                </a:moveTo>
                <a:cubicBezTo>
                  <a:pt x="5148073" y="6517033"/>
                  <a:pt x="5160335" y="6494226"/>
                  <a:pt x="5179189" y="6497857"/>
                </a:cubicBezTo>
                <a:cubicBezTo>
                  <a:pt x="5189734" y="6499888"/>
                  <a:pt x="5195887" y="6509752"/>
                  <a:pt x="5195887" y="6524625"/>
                </a:cubicBezTo>
                <a:cubicBezTo>
                  <a:pt x="5195887" y="6551777"/>
                  <a:pt x="5165823" y="6563289"/>
                  <a:pt x="5156739" y="6539616"/>
                </a:cubicBezTo>
                <a:close/>
                <a:moveTo>
                  <a:pt x="5450205" y="6541770"/>
                </a:moveTo>
                <a:cubicBezTo>
                  <a:pt x="5422579" y="6514144"/>
                  <a:pt x="5456953" y="6450343"/>
                  <a:pt x="5493255" y="6461865"/>
                </a:cubicBezTo>
                <a:cubicBezTo>
                  <a:pt x="5513594" y="6468320"/>
                  <a:pt x="5531213" y="6496050"/>
                  <a:pt x="5514975" y="6496050"/>
                </a:cubicBezTo>
                <a:cubicBezTo>
                  <a:pt x="5510065" y="6496050"/>
                  <a:pt x="5508536" y="6502533"/>
                  <a:pt x="5511577" y="6510458"/>
                </a:cubicBezTo>
                <a:cubicBezTo>
                  <a:pt x="5523708" y="6542073"/>
                  <a:pt x="5475237" y="6566802"/>
                  <a:pt x="5450205" y="6541770"/>
                </a:cubicBezTo>
                <a:close/>
                <a:moveTo>
                  <a:pt x="4711311" y="6519551"/>
                </a:moveTo>
                <a:cubicBezTo>
                  <a:pt x="4702563" y="6496756"/>
                  <a:pt x="4703121" y="6496050"/>
                  <a:pt x="4729860" y="6496050"/>
                </a:cubicBezTo>
                <a:cubicBezTo>
                  <a:pt x="4748015" y="6496050"/>
                  <a:pt x="4753544" y="6500344"/>
                  <a:pt x="4751182" y="6512609"/>
                </a:cubicBezTo>
                <a:cubicBezTo>
                  <a:pt x="4746979" y="6534437"/>
                  <a:pt x="4718899" y="6539325"/>
                  <a:pt x="4711311" y="6519551"/>
                </a:cubicBezTo>
                <a:close/>
                <a:moveTo>
                  <a:pt x="3850481" y="6518316"/>
                </a:moveTo>
                <a:cubicBezTo>
                  <a:pt x="3835798" y="6512392"/>
                  <a:pt x="3834794" y="6480460"/>
                  <a:pt x="3849014" y="6471672"/>
                </a:cubicBezTo>
                <a:cubicBezTo>
                  <a:pt x="3863834" y="6462512"/>
                  <a:pt x="3889940" y="6491612"/>
                  <a:pt x="3883038" y="6509598"/>
                </a:cubicBezTo>
                <a:cubicBezTo>
                  <a:pt x="3877111" y="6525044"/>
                  <a:pt x="3871126" y="6526647"/>
                  <a:pt x="3850481" y="6518316"/>
                </a:cubicBezTo>
                <a:close/>
                <a:moveTo>
                  <a:pt x="4352925" y="6510999"/>
                </a:moveTo>
                <a:cubicBezTo>
                  <a:pt x="4352925" y="6501274"/>
                  <a:pt x="4361524" y="6496050"/>
                  <a:pt x="4377531" y="6496050"/>
                </a:cubicBezTo>
                <a:cubicBezTo>
                  <a:pt x="4407370" y="6496050"/>
                  <a:pt x="4404104" y="6518419"/>
                  <a:pt x="4373610" y="6522906"/>
                </a:cubicBezTo>
                <a:cubicBezTo>
                  <a:pt x="4359873" y="6524927"/>
                  <a:pt x="4352925" y="6520928"/>
                  <a:pt x="4352925" y="6510999"/>
                </a:cubicBezTo>
                <a:close/>
                <a:moveTo>
                  <a:pt x="4124325" y="6488112"/>
                </a:moveTo>
                <a:cubicBezTo>
                  <a:pt x="4124325" y="6474691"/>
                  <a:pt x="4135053" y="6468534"/>
                  <a:pt x="4149068" y="6473912"/>
                </a:cubicBezTo>
                <a:cubicBezTo>
                  <a:pt x="4168946" y="6481540"/>
                  <a:pt x="4165215" y="6496050"/>
                  <a:pt x="4143375" y="6496050"/>
                </a:cubicBezTo>
                <a:cubicBezTo>
                  <a:pt x="4132897" y="6496050"/>
                  <a:pt x="4124325" y="6492478"/>
                  <a:pt x="4124325" y="6488112"/>
                </a:cubicBezTo>
                <a:close/>
                <a:moveTo>
                  <a:pt x="4467225" y="6487205"/>
                </a:moveTo>
                <a:cubicBezTo>
                  <a:pt x="4467225" y="6478000"/>
                  <a:pt x="4493645" y="6448425"/>
                  <a:pt x="4501869" y="6448425"/>
                </a:cubicBezTo>
                <a:cubicBezTo>
                  <a:pt x="4516583" y="6448425"/>
                  <a:pt x="4543425" y="6470174"/>
                  <a:pt x="4543425" y="6482097"/>
                </a:cubicBezTo>
                <a:cubicBezTo>
                  <a:pt x="4543425" y="6492025"/>
                  <a:pt x="4532434" y="6496050"/>
                  <a:pt x="4505325" y="6496050"/>
                </a:cubicBezTo>
                <a:cubicBezTo>
                  <a:pt x="4484370" y="6496050"/>
                  <a:pt x="4467225" y="6492069"/>
                  <a:pt x="4467225" y="6487205"/>
                </a:cubicBezTo>
                <a:close/>
                <a:moveTo>
                  <a:pt x="4792757" y="6480402"/>
                </a:moveTo>
                <a:cubicBezTo>
                  <a:pt x="4797710" y="6455236"/>
                  <a:pt x="4824976" y="6442607"/>
                  <a:pt x="4842664" y="6457287"/>
                </a:cubicBezTo>
                <a:cubicBezTo>
                  <a:pt x="4869008" y="6479151"/>
                  <a:pt x="4860747" y="6496050"/>
                  <a:pt x="4823714" y="6496050"/>
                </a:cubicBezTo>
                <a:cubicBezTo>
                  <a:pt x="4797245" y="6496050"/>
                  <a:pt x="4790362" y="6492571"/>
                  <a:pt x="4792757" y="6480402"/>
                </a:cubicBezTo>
                <a:close/>
                <a:moveTo>
                  <a:pt x="5657850" y="6487087"/>
                </a:moveTo>
                <a:cubicBezTo>
                  <a:pt x="5657850" y="6469314"/>
                  <a:pt x="5679052" y="6465545"/>
                  <a:pt x="5694142" y="6480635"/>
                </a:cubicBezTo>
                <a:cubicBezTo>
                  <a:pt x="5708345" y="6494838"/>
                  <a:pt x="5707524" y="6496050"/>
                  <a:pt x="5683703" y="6496050"/>
                </a:cubicBezTo>
                <a:cubicBezTo>
                  <a:pt x="5669484" y="6496050"/>
                  <a:pt x="5657850" y="6492016"/>
                  <a:pt x="5657850" y="6487087"/>
                </a:cubicBezTo>
                <a:close/>
                <a:moveTo>
                  <a:pt x="4260873" y="6452547"/>
                </a:moveTo>
                <a:cubicBezTo>
                  <a:pt x="4252935" y="6431859"/>
                  <a:pt x="4273089" y="6412404"/>
                  <a:pt x="4287514" y="6426829"/>
                </a:cubicBezTo>
                <a:cubicBezTo>
                  <a:pt x="4299707" y="6439022"/>
                  <a:pt x="4292153" y="6467475"/>
                  <a:pt x="4276725" y="6467475"/>
                </a:cubicBezTo>
                <a:cubicBezTo>
                  <a:pt x="4271157" y="6467475"/>
                  <a:pt x="4264024" y="6460757"/>
                  <a:pt x="4260873" y="6452547"/>
                </a:cubicBezTo>
                <a:close/>
                <a:moveTo>
                  <a:pt x="5210935" y="6454104"/>
                </a:moveTo>
                <a:cubicBezTo>
                  <a:pt x="5191379" y="6430540"/>
                  <a:pt x="5207372" y="6399179"/>
                  <a:pt x="5237186" y="6402627"/>
                </a:cubicBezTo>
                <a:cubicBezTo>
                  <a:pt x="5258379" y="6405078"/>
                  <a:pt x="5262562" y="6410272"/>
                  <a:pt x="5262562" y="6434137"/>
                </a:cubicBezTo>
                <a:cubicBezTo>
                  <a:pt x="5262562" y="6466862"/>
                  <a:pt x="5231495" y="6478877"/>
                  <a:pt x="5210935" y="6454104"/>
                </a:cubicBezTo>
                <a:close/>
                <a:moveTo>
                  <a:pt x="4010008" y="6438869"/>
                </a:moveTo>
                <a:cubicBezTo>
                  <a:pt x="3996167" y="6413007"/>
                  <a:pt x="4012205" y="6391275"/>
                  <a:pt x="4045132" y="6391275"/>
                </a:cubicBezTo>
                <a:cubicBezTo>
                  <a:pt x="4065624" y="6391275"/>
                  <a:pt x="4068028" y="6394945"/>
                  <a:pt x="4065397" y="6422231"/>
                </a:cubicBezTo>
                <a:cubicBezTo>
                  <a:pt x="4061694" y="6460634"/>
                  <a:pt x="4027202" y="6470995"/>
                  <a:pt x="4010008" y="6438869"/>
                </a:cubicBezTo>
                <a:close/>
                <a:moveTo>
                  <a:pt x="4692650" y="6451599"/>
                </a:moveTo>
                <a:cubicBezTo>
                  <a:pt x="4681374" y="6440324"/>
                  <a:pt x="4685904" y="6412514"/>
                  <a:pt x="4699891" y="6407147"/>
                </a:cubicBezTo>
                <a:cubicBezTo>
                  <a:pt x="4721028" y="6399036"/>
                  <a:pt x="4739095" y="6425955"/>
                  <a:pt x="4724400" y="6443662"/>
                </a:cubicBezTo>
                <a:cubicBezTo>
                  <a:pt x="4711497" y="6459209"/>
                  <a:pt x="4702506" y="6461456"/>
                  <a:pt x="4692650" y="6451599"/>
                </a:cubicBezTo>
                <a:close/>
                <a:moveTo>
                  <a:pt x="5045476" y="6452001"/>
                </a:moveTo>
                <a:cubicBezTo>
                  <a:pt x="5034483" y="6441008"/>
                  <a:pt x="5037762" y="6413456"/>
                  <a:pt x="5051412" y="6402127"/>
                </a:cubicBezTo>
                <a:cubicBezTo>
                  <a:pt x="5068961" y="6387563"/>
                  <a:pt x="5099078" y="6410413"/>
                  <a:pt x="5094432" y="6434767"/>
                </a:cubicBezTo>
                <a:cubicBezTo>
                  <a:pt x="5090915" y="6453199"/>
                  <a:pt x="5058194" y="6464719"/>
                  <a:pt x="5045476" y="6452001"/>
                </a:cubicBezTo>
                <a:close/>
                <a:moveTo>
                  <a:pt x="3926125" y="6438185"/>
                </a:moveTo>
                <a:cubicBezTo>
                  <a:pt x="3928002" y="6432553"/>
                  <a:pt x="3933610" y="6427946"/>
                  <a:pt x="3938587" y="6427946"/>
                </a:cubicBezTo>
                <a:cubicBezTo>
                  <a:pt x="3943564" y="6427946"/>
                  <a:pt x="3949172" y="6432553"/>
                  <a:pt x="3951049" y="6438185"/>
                </a:cubicBezTo>
                <a:cubicBezTo>
                  <a:pt x="3952926" y="6443817"/>
                  <a:pt x="3947318" y="6448425"/>
                  <a:pt x="3938587" y="6448425"/>
                </a:cubicBezTo>
                <a:cubicBezTo>
                  <a:pt x="3929856" y="6448425"/>
                  <a:pt x="3924248" y="6443817"/>
                  <a:pt x="3926125" y="6438185"/>
                </a:cubicBezTo>
                <a:close/>
                <a:moveTo>
                  <a:pt x="4899048" y="6433497"/>
                </a:moveTo>
                <a:cubicBezTo>
                  <a:pt x="4895898" y="6425286"/>
                  <a:pt x="4897994" y="6413895"/>
                  <a:pt x="4903706" y="6408183"/>
                </a:cubicBezTo>
                <a:cubicBezTo>
                  <a:pt x="4917459" y="6394430"/>
                  <a:pt x="4944390" y="6415906"/>
                  <a:pt x="4937127" y="6434833"/>
                </a:cubicBezTo>
                <a:cubicBezTo>
                  <a:pt x="4930159" y="6452991"/>
                  <a:pt x="4906206" y="6452150"/>
                  <a:pt x="4899048" y="6433497"/>
                </a:cubicBezTo>
                <a:close/>
                <a:moveTo>
                  <a:pt x="5783580" y="6436995"/>
                </a:moveTo>
                <a:cubicBezTo>
                  <a:pt x="5763771" y="6417186"/>
                  <a:pt x="5771090" y="6410946"/>
                  <a:pt x="5801642" y="6421597"/>
                </a:cubicBezTo>
                <a:cubicBezTo>
                  <a:pt x="5823286" y="6429142"/>
                  <a:pt x="5827722" y="6434041"/>
                  <a:pt x="5818311" y="6440005"/>
                </a:cubicBezTo>
                <a:cubicBezTo>
                  <a:pt x="5801239" y="6450825"/>
                  <a:pt x="5797047" y="6450462"/>
                  <a:pt x="5783580" y="6436995"/>
                </a:cubicBezTo>
                <a:close/>
                <a:moveTo>
                  <a:pt x="5363318" y="6425507"/>
                </a:moveTo>
                <a:cubicBezTo>
                  <a:pt x="5349889" y="6409326"/>
                  <a:pt x="5357031" y="6391275"/>
                  <a:pt x="5376862" y="6391275"/>
                </a:cubicBezTo>
                <a:cubicBezTo>
                  <a:pt x="5397486" y="6391275"/>
                  <a:pt x="5404335" y="6410747"/>
                  <a:pt x="5389077" y="6426004"/>
                </a:cubicBezTo>
                <a:cubicBezTo>
                  <a:pt x="5376958" y="6438123"/>
                  <a:pt x="5373736" y="6438061"/>
                  <a:pt x="5363318" y="6425507"/>
                </a:cubicBezTo>
                <a:close/>
                <a:moveTo>
                  <a:pt x="4384944" y="6415087"/>
                </a:moveTo>
                <a:cubicBezTo>
                  <a:pt x="4377398" y="6395423"/>
                  <a:pt x="4387629" y="6372225"/>
                  <a:pt x="4403847" y="6372225"/>
                </a:cubicBezTo>
                <a:cubicBezTo>
                  <a:pt x="4427326" y="6372225"/>
                  <a:pt x="4442850" y="6398549"/>
                  <a:pt x="4429125" y="6415087"/>
                </a:cubicBezTo>
                <a:cubicBezTo>
                  <a:pt x="4422603" y="6422945"/>
                  <a:pt x="4411228" y="6429375"/>
                  <a:pt x="4403847" y="6429375"/>
                </a:cubicBezTo>
                <a:cubicBezTo>
                  <a:pt x="4396466" y="6429375"/>
                  <a:pt x="4387959" y="6422945"/>
                  <a:pt x="4384944" y="6415087"/>
                </a:cubicBezTo>
                <a:close/>
                <a:moveTo>
                  <a:pt x="5549900" y="6423024"/>
                </a:moveTo>
                <a:cubicBezTo>
                  <a:pt x="5532513" y="6405638"/>
                  <a:pt x="5544457" y="6381750"/>
                  <a:pt x="5570537" y="6381750"/>
                </a:cubicBezTo>
                <a:cubicBezTo>
                  <a:pt x="5604696" y="6381750"/>
                  <a:pt x="5612025" y="6389162"/>
                  <a:pt x="5600029" y="6411577"/>
                </a:cubicBezTo>
                <a:cubicBezTo>
                  <a:pt x="5590673" y="6429059"/>
                  <a:pt x="5562392" y="6435517"/>
                  <a:pt x="5549900" y="6423024"/>
                </a:cubicBezTo>
                <a:close/>
                <a:moveTo>
                  <a:pt x="4549180" y="6389802"/>
                </a:moveTo>
                <a:cubicBezTo>
                  <a:pt x="4526546" y="6357487"/>
                  <a:pt x="4553879" y="6317564"/>
                  <a:pt x="4590648" y="6329234"/>
                </a:cubicBezTo>
                <a:cubicBezTo>
                  <a:pt x="4617432" y="6337735"/>
                  <a:pt x="4624655" y="6369929"/>
                  <a:pt x="4604719" y="6391957"/>
                </a:cubicBezTo>
                <a:cubicBezTo>
                  <a:pt x="4583131" y="6415811"/>
                  <a:pt x="4566958" y="6415184"/>
                  <a:pt x="4549180" y="6389802"/>
                </a:cubicBezTo>
                <a:close/>
                <a:moveTo>
                  <a:pt x="4164032" y="6380216"/>
                </a:moveTo>
                <a:cubicBezTo>
                  <a:pt x="4165767" y="6367962"/>
                  <a:pt x="4173616" y="6357937"/>
                  <a:pt x="4181475" y="6357937"/>
                </a:cubicBezTo>
                <a:cubicBezTo>
                  <a:pt x="4202132" y="6357937"/>
                  <a:pt x="4199286" y="6395097"/>
                  <a:pt x="4178320" y="6399135"/>
                </a:cubicBezTo>
                <a:cubicBezTo>
                  <a:pt x="4164794" y="6401740"/>
                  <a:pt x="4161586" y="6397492"/>
                  <a:pt x="4164032" y="6380216"/>
                </a:cubicBezTo>
                <a:close/>
                <a:moveTo>
                  <a:pt x="4806950" y="6365874"/>
                </a:moveTo>
                <a:cubicBezTo>
                  <a:pt x="4792994" y="6351919"/>
                  <a:pt x="4801028" y="6324600"/>
                  <a:pt x="4819087" y="6324600"/>
                </a:cubicBezTo>
                <a:cubicBezTo>
                  <a:pt x="4841530" y="6324600"/>
                  <a:pt x="4850276" y="6336745"/>
                  <a:pt x="4842474" y="6357077"/>
                </a:cubicBezTo>
                <a:cubicBezTo>
                  <a:pt x="4836506" y="6372629"/>
                  <a:pt x="4818230" y="6377155"/>
                  <a:pt x="4806950" y="6365874"/>
                </a:cubicBezTo>
                <a:close/>
                <a:moveTo>
                  <a:pt x="5430968" y="6350793"/>
                </a:moveTo>
                <a:cubicBezTo>
                  <a:pt x="5432642" y="6339006"/>
                  <a:pt x="5440441" y="6329362"/>
                  <a:pt x="5448300" y="6329362"/>
                </a:cubicBezTo>
                <a:cubicBezTo>
                  <a:pt x="5456158" y="6329362"/>
                  <a:pt x="5463957" y="6339006"/>
                  <a:pt x="5465631" y="6350793"/>
                </a:cubicBezTo>
                <a:cubicBezTo>
                  <a:pt x="5467973" y="6367288"/>
                  <a:pt x="5463981" y="6372225"/>
                  <a:pt x="5448300" y="6372225"/>
                </a:cubicBezTo>
                <a:cubicBezTo>
                  <a:pt x="5432618" y="6372225"/>
                  <a:pt x="5428626" y="6367288"/>
                  <a:pt x="5430968" y="6350793"/>
                </a:cubicBezTo>
                <a:close/>
                <a:moveTo>
                  <a:pt x="5282019" y="6344308"/>
                </a:moveTo>
                <a:cubicBezTo>
                  <a:pt x="5275513" y="6333780"/>
                  <a:pt x="5290538" y="6322413"/>
                  <a:pt x="5299333" y="6331208"/>
                </a:cubicBezTo>
                <a:cubicBezTo>
                  <a:pt x="5308390" y="6340265"/>
                  <a:pt x="5306702" y="6353175"/>
                  <a:pt x="5296462" y="6353175"/>
                </a:cubicBezTo>
                <a:cubicBezTo>
                  <a:pt x="5291532" y="6353175"/>
                  <a:pt x="5285033" y="6349184"/>
                  <a:pt x="5282019" y="6344308"/>
                </a:cubicBezTo>
                <a:close/>
                <a:moveTo>
                  <a:pt x="4278630" y="6322695"/>
                </a:moveTo>
                <a:cubicBezTo>
                  <a:pt x="4252957" y="6297022"/>
                  <a:pt x="4272971" y="6257925"/>
                  <a:pt x="4311786" y="6257925"/>
                </a:cubicBezTo>
                <a:cubicBezTo>
                  <a:pt x="4327046" y="6257925"/>
                  <a:pt x="4335299" y="6265048"/>
                  <a:pt x="4339519" y="6281861"/>
                </a:cubicBezTo>
                <a:cubicBezTo>
                  <a:pt x="4349821" y="6322908"/>
                  <a:pt x="4307335" y="6351400"/>
                  <a:pt x="4278630" y="6322695"/>
                </a:cubicBezTo>
                <a:close/>
                <a:moveTo>
                  <a:pt x="5129881" y="6318146"/>
                </a:moveTo>
                <a:cubicBezTo>
                  <a:pt x="5126412" y="6309106"/>
                  <a:pt x="5130106" y="6295811"/>
                  <a:pt x="5138387" y="6287530"/>
                </a:cubicBezTo>
                <a:cubicBezTo>
                  <a:pt x="5159617" y="6266300"/>
                  <a:pt x="5191667" y="6296229"/>
                  <a:pt x="5172471" y="6319359"/>
                </a:cubicBezTo>
                <a:cubicBezTo>
                  <a:pt x="5156435" y="6338682"/>
                  <a:pt x="5137555" y="6338144"/>
                  <a:pt x="5129881" y="6318146"/>
                </a:cubicBezTo>
                <a:close/>
                <a:moveTo>
                  <a:pt x="4948653" y="6311794"/>
                </a:moveTo>
                <a:cubicBezTo>
                  <a:pt x="4923521" y="6293417"/>
                  <a:pt x="4935725" y="6250707"/>
                  <a:pt x="4968454" y="6242493"/>
                </a:cubicBezTo>
                <a:cubicBezTo>
                  <a:pt x="5009178" y="6232272"/>
                  <a:pt x="5029269" y="6294647"/>
                  <a:pt x="4991726" y="6314739"/>
                </a:cubicBezTo>
                <a:cubicBezTo>
                  <a:pt x="4968660" y="6327084"/>
                  <a:pt x="4969656" y="6327152"/>
                  <a:pt x="4948653" y="6311794"/>
                </a:cubicBezTo>
                <a:close/>
                <a:moveTo>
                  <a:pt x="4688570" y="6294485"/>
                </a:moveTo>
                <a:cubicBezTo>
                  <a:pt x="4673133" y="6279048"/>
                  <a:pt x="4673688" y="6271897"/>
                  <a:pt x="4691723" y="6253861"/>
                </a:cubicBezTo>
                <a:cubicBezTo>
                  <a:pt x="4712264" y="6233321"/>
                  <a:pt x="4745792" y="6250876"/>
                  <a:pt x="4741646" y="6280000"/>
                </a:cubicBezTo>
                <a:cubicBezTo>
                  <a:pt x="4738255" y="6303820"/>
                  <a:pt x="4706555" y="6312470"/>
                  <a:pt x="4688570" y="6294485"/>
                </a:cubicBezTo>
                <a:close/>
                <a:moveTo>
                  <a:pt x="5329917" y="6281057"/>
                </a:moveTo>
                <a:cubicBezTo>
                  <a:pt x="5310952" y="6262091"/>
                  <a:pt x="5313471" y="6240084"/>
                  <a:pt x="5336248" y="6225740"/>
                </a:cubicBezTo>
                <a:cubicBezTo>
                  <a:pt x="5349391" y="6217464"/>
                  <a:pt x="5357183" y="6219725"/>
                  <a:pt x="5374216" y="6236758"/>
                </a:cubicBezTo>
                <a:cubicBezTo>
                  <a:pt x="5391249" y="6253791"/>
                  <a:pt x="5393510" y="6261583"/>
                  <a:pt x="5385234" y="6274726"/>
                </a:cubicBezTo>
                <a:cubicBezTo>
                  <a:pt x="5370890" y="6297503"/>
                  <a:pt x="5348883" y="6300022"/>
                  <a:pt x="5329917" y="6281057"/>
                </a:cubicBezTo>
                <a:close/>
                <a:moveTo>
                  <a:pt x="4476750" y="6267450"/>
                </a:moveTo>
                <a:cubicBezTo>
                  <a:pt x="4476750" y="6254750"/>
                  <a:pt x="4483100" y="6248400"/>
                  <a:pt x="4495800" y="6248400"/>
                </a:cubicBezTo>
                <a:cubicBezTo>
                  <a:pt x="4508500" y="6248400"/>
                  <a:pt x="4514850" y="6254750"/>
                  <a:pt x="4514850" y="6267450"/>
                </a:cubicBezTo>
                <a:cubicBezTo>
                  <a:pt x="4514850" y="6280150"/>
                  <a:pt x="4508500" y="6286500"/>
                  <a:pt x="4495800" y="6286500"/>
                </a:cubicBezTo>
                <a:cubicBezTo>
                  <a:pt x="4483100" y="6286500"/>
                  <a:pt x="4476750" y="6280150"/>
                  <a:pt x="4476750" y="6267450"/>
                </a:cubicBezTo>
                <a:close/>
                <a:moveTo>
                  <a:pt x="4832461" y="6233701"/>
                </a:moveTo>
                <a:cubicBezTo>
                  <a:pt x="4825274" y="6214972"/>
                  <a:pt x="4833779" y="6206373"/>
                  <a:pt x="4852416" y="6213525"/>
                </a:cubicBezTo>
                <a:cubicBezTo>
                  <a:pt x="4860787" y="6216737"/>
                  <a:pt x="4864569" y="6225317"/>
                  <a:pt x="4861332" y="6233751"/>
                </a:cubicBezTo>
                <a:cubicBezTo>
                  <a:pt x="4854112" y="6252568"/>
                  <a:pt x="4839692" y="6252543"/>
                  <a:pt x="4832461" y="6233701"/>
                </a:cubicBezTo>
                <a:close/>
                <a:moveTo>
                  <a:pt x="4391025" y="6219825"/>
                </a:moveTo>
                <a:cubicBezTo>
                  <a:pt x="4391025" y="6214586"/>
                  <a:pt x="4395058" y="6210300"/>
                  <a:pt x="4399987" y="6210300"/>
                </a:cubicBezTo>
                <a:cubicBezTo>
                  <a:pt x="4404917" y="6210300"/>
                  <a:pt x="4411599" y="6214586"/>
                  <a:pt x="4414837" y="6219825"/>
                </a:cubicBezTo>
                <a:cubicBezTo>
                  <a:pt x="4418075" y="6225063"/>
                  <a:pt x="4414041" y="6229350"/>
                  <a:pt x="4405874" y="6229350"/>
                </a:cubicBezTo>
                <a:cubicBezTo>
                  <a:pt x="4397707" y="6229350"/>
                  <a:pt x="4391025" y="6225063"/>
                  <a:pt x="4391025" y="6219825"/>
                </a:cubicBezTo>
                <a:close/>
                <a:moveTo>
                  <a:pt x="4572379" y="6205995"/>
                </a:moveTo>
                <a:cubicBezTo>
                  <a:pt x="4555692" y="6185888"/>
                  <a:pt x="4564177" y="6158378"/>
                  <a:pt x="4588121" y="6154953"/>
                </a:cubicBezTo>
                <a:cubicBezTo>
                  <a:pt x="4617151" y="6150801"/>
                  <a:pt x="4634664" y="6184374"/>
                  <a:pt x="4614163" y="6204876"/>
                </a:cubicBezTo>
                <a:cubicBezTo>
                  <a:pt x="4595621" y="6223417"/>
                  <a:pt x="4587029" y="6223647"/>
                  <a:pt x="4572379" y="6205995"/>
                </a:cubicBezTo>
                <a:close/>
                <a:moveTo>
                  <a:pt x="5202674" y="6208514"/>
                </a:moveTo>
                <a:cubicBezTo>
                  <a:pt x="5175434" y="6181274"/>
                  <a:pt x="5204085" y="6144252"/>
                  <a:pt x="5234768" y="6167041"/>
                </a:cubicBezTo>
                <a:cubicBezTo>
                  <a:pt x="5249095" y="6177681"/>
                  <a:pt x="5250835" y="6184203"/>
                  <a:pt x="5242832" y="6197268"/>
                </a:cubicBezTo>
                <a:cubicBezTo>
                  <a:pt x="5229418" y="6219165"/>
                  <a:pt x="5216846" y="6222686"/>
                  <a:pt x="5202674" y="6208514"/>
                </a:cubicBezTo>
                <a:close/>
                <a:moveTo>
                  <a:pt x="5038591" y="6186326"/>
                </a:moveTo>
                <a:cubicBezTo>
                  <a:pt x="5028129" y="6173720"/>
                  <a:pt x="5028665" y="6168652"/>
                  <a:pt x="5041856" y="6155461"/>
                </a:cubicBezTo>
                <a:cubicBezTo>
                  <a:pt x="5060403" y="6136913"/>
                  <a:pt x="5080627" y="6150252"/>
                  <a:pt x="5075337" y="6177542"/>
                </a:cubicBezTo>
                <a:cubicBezTo>
                  <a:pt x="5070883" y="6200516"/>
                  <a:pt x="5053764" y="6204609"/>
                  <a:pt x="5038591" y="6186326"/>
                </a:cubicBezTo>
                <a:close/>
                <a:moveTo>
                  <a:pt x="4441031" y="6156366"/>
                </a:moveTo>
                <a:cubicBezTo>
                  <a:pt x="4417671" y="6146940"/>
                  <a:pt x="4433151" y="6086475"/>
                  <a:pt x="4458924" y="6086475"/>
                </a:cubicBezTo>
                <a:cubicBezTo>
                  <a:pt x="4468551" y="6086475"/>
                  <a:pt x="4495800" y="6114628"/>
                  <a:pt x="4495800" y="6124575"/>
                </a:cubicBezTo>
                <a:cubicBezTo>
                  <a:pt x="4495800" y="6134665"/>
                  <a:pt x="4468233" y="6162950"/>
                  <a:pt x="4459400" y="6161923"/>
                </a:cubicBezTo>
                <a:cubicBezTo>
                  <a:pt x="4455846" y="6161509"/>
                  <a:pt x="4447579" y="6159009"/>
                  <a:pt x="4441031" y="6156366"/>
                </a:cubicBezTo>
                <a:close/>
                <a:moveTo>
                  <a:pt x="4899469" y="6148843"/>
                </a:moveTo>
                <a:cubicBezTo>
                  <a:pt x="4892834" y="6131552"/>
                  <a:pt x="4902471" y="6115050"/>
                  <a:pt x="4919205" y="6115050"/>
                </a:cubicBezTo>
                <a:cubicBezTo>
                  <a:pt x="4936584" y="6115050"/>
                  <a:pt x="4944392" y="6138897"/>
                  <a:pt x="4931300" y="6151989"/>
                </a:cubicBezTo>
                <a:cubicBezTo>
                  <a:pt x="4916791" y="6166498"/>
                  <a:pt x="4905828" y="6165415"/>
                  <a:pt x="4899469" y="6148843"/>
                </a:cubicBezTo>
                <a:close/>
                <a:moveTo>
                  <a:pt x="4728057" y="6139418"/>
                </a:moveTo>
                <a:cubicBezTo>
                  <a:pt x="4717726" y="6112495"/>
                  <a:pt x="4728940" y="6091281"/>
                  <a:pt x="4755105" y="6088255"/>
                </a:cubicBezTo>
                <a:cubicBezTo>
                  <a:pt x="4781710" y="6085178"/>
                  <a:pt x="4801343" y="6119304"/>
                  <a:pt x="4786647" y="6143083"/>
                </a:cubicBezTo>
                <a:cubicBezTo>
                  <a:pt x="4777430" y="6157996"/>
                  <a:pt x="4734148" y="6155289"/>
                  <a:pt x="4728057" y="6139418"/>
                </a:cubicBezTo>
                <a:close/>
                <a:moveTo>
                  <a:pt x="5116830" y="6084570"/>
                </a:moveTo>
                <a:cubicBezTo>
                  <a:pt x="5084499" y="6052239"/>
                  <a:pt x="5122520" y="5998376"/>
                  <a:pt x="5162550" y="6019800"/>
                </a:cubicBezTo>
                <a:cubicBezTo>
                  <a:pt x="5181661" y="6030028"/>
                  <a:pt x="5186607" y="6052816"/>
                  <a:pt x="5175818" y="6080933"/>
                </a:cubicBezTo>
                <a:cubicBezTo>
                  <a:pt x="5169004" y="6098690"/>
                  <a:pt x="5133160" y="6100900"/>
                  <a:pt x="5116830" y="6084570"/>
                </a:cubicBezTo>
                <a:close/>
                <a:moveTo>
                  <a:pt x="4626481" y="6064683"/>
                </a:moveTo>
                <a:cubicBezTo>
                  <a:pt x="4618928" y="6045002"/>
                  <a:pt x="4633676" y="6026965"/>
                  <a:pt x="4654103" y="6030899"/>
                </a:cubicBezTo>
                <a:cubicBezTo>
                  <a:pt x="4679410" y="6035773"/>
                  <a:pt x="4677547" y="6071397"/>
                  <a:pt x="4651793" y="6075072"/>
                </a:cubicBezTo>
                <a:cubicBezTo>
                  <a:pt x="4640673" y="6076659"/>
                  <a:pt x="4629282" y="6071984"/>
                  <a:pt x="4626481" y="6064683"/>
                </a:cubicBezTo>
                <a:close/>
                <a:moveTo>
                  <a:pt x="4969073" y="6051748"/>
                </a:moveTo>
                <a:cubicBezTo>
                  <a:pt x="4955061" y="6037736"/>
                  <a:pt x="4962430" y="6008859"/>
                  <a:pt x="4979193" y="6012088"/>
                </a:cubicBezTo>
                <a:cubicBezTo>
                  <a:pt x="4988361" y="6013853"/>
                  <a:pt x="4995862" y="6023455"/>
                  <a:pt x="4995862" y="6033424"/>
                </a:cubicBezTo>
                <a:cubicBezTo>
                  <a:pt x="4995862" y="6052374"/>
                  <a:pt x="4980326" y="6063001"/>
                  <a:pt x="4969073" y="6051748"/>
                </a:cubicBezTo>
                <a:close/>
                <a:moveTo>
                  <a:pt x="4495991" y="6014807"/>
                </a:moveTo>
                <a:cubicBezTo>
                  <a:pt x="4502617" y="6006822"/>
                  <a:pt x="4510001" y="6002251"/>
                  <a:pt x="4512398" y="6004648"/>
                </a:cubicBezTo>
                <a:cubicBezTo>
                  <a:pt x="4519004" y="6011254"/>
                  <a:pt x="4505583" y="6029325"/>
                  <a:pt x="4494071" y="6029325"/>
                </a:cubicBezTo>
                <a:cubicBezTo>
                  <a:pt x="4487755" y="6029325"/>
                  <a:pt x="4488478" y="6023859"/>
                  <a:pt x="4495991" y="6014807"/>
                </a:cubicBezTo>
                <a:close/>
                <a:moveTo>
                  <a:pt x="4804300" y="6015705"/>
                </a:moveTo>
                <a:cubicBezTo>
                  <a:pt x="4794817" y="5990991"/>
                  <a:pt x="4808109" y="5970564"/>
                  <a:pt x="4831513" y="5973888"/>
                </a:cubicBezTo>
                <a:cubicBezTo>
                  <a:pt x="4847255" y="5976123"/>
                  <a:pt x="4852987" y="5983293"/>
                  <a:pt x="4852987" y="6000750"/>
                </a:cubicBezTo>
                <a:cubicBezTo>
                  <a:pt x="4852987" y="6028866"/>
                  <a:pt x="4813952" y="6040857"/>
                  <a:pt x="4804300" y="6015705"/>
                </a:cubicBezTo>
                <a:close/>
                <a:moveTo>
                  <a:pt x="4562777" y="5951442"/>
                </a:moveTo>
                <a:cubicBezTo>
                  <a:pt x="4562944" y="5944509"/>
                  <a:pt x="4569389" y="5930495"/>
                  <a:pt x="4577101" y="5920299"/>
                </a:cubicBezTo>
                <a:cubicBezTo>
                  <a:pt x="4595657" y="5895763"/>
                  <a:pt x="4620580" y="5915314"/>
                  <a:pt x="4604102" y="5941480"/>
                </a:cubicBezTo>
                <a:cubicBezTo>
                  <a:pt x="4591384" y="5961676"/>
                  <a:pt x="4562363" y="5968672"/>
                  <a:pt x="4562777" y="5951442"/>
                </a:cubicBezTo>
                <a:close/>
                <a:moveTo>
                  <a:pt x="4700400" y="5952822"/>
                </a:moveTo>
                <a:cubicBezTo>
                  <a:pt x="4696701" y="5946837"/>
                  <a:pt x="4698156" y="5937458"/>
                  <a:pt x="4703634" y="5931980"/>
                </a:cubicBezTo>
                <a:cubicBezTo>
                  <a:pt x="4716435" y="5919179"/>
                  <a:pt x="4746279" y="5930345"/>
                  <a:pt x="4741071" y="5945986"/>
                </a:cubicBezTo>
                <a:cubicBezTo>
                  <a:pt x="4735769" y="5961909"/>
                  <a:pt x="4708816" y="5966439"/>
                  <a:pt x="4700400" y="5952822"/>
                </a:cubicBezTo>
                <a:close/>
                <a:moveTo>
                  <a:pt x="5023119" y="5919787"/>
                </a:moveTo>
                <a:cubicBezTo>
                  <a:pt x="5015641" y="5900300"/>
                  <a:pt x="5025753" y="5876925"/>
                  <a:pt x="5041659" y="5876925"/>
                </a:cubicBezTo>
                <a:cubicBezTo>
                  <a:pt x="5055930" y="5876925"/>
                  <a:pt x="5079057" y="5919142"/>
                  <a:pt x="5069837" y="5928362"/>
                </a:cubicBezTo>
                <a:cubicBezTo>
                  <a:pt x="5058755" y="5939444"/>
                  <a:pt x="5028533" y="5933897"/>
                  <a:pt x="5023119" y="5919787"/>
                </a:cubicBezTo>
                <a:close/>
                <a:moveTo>
                  <a:pt x="4895950" y="5900858"/>
                </a:moveTo>
                <a:cubicBezTo>
                  <a:pt x="4880123" y="5881788"/>
                  <a:pt x="4890666" y="5857875"/>
                  <a:pt x="4914900" y="5857875"/>
                </a:cubicBezTo>
                <a:cubicBezTo>
                  <a:pt x="4925706" y="5857875"/>
                  <a:pt x="4937036" y="5864358"/>
                  <a:pt x="4940077" y="5872283"/>
                </a:cubicBezTo>
                <a:cubicBezTo>
                  <a:pt x="4945550" y="5886546"/>
                  <a:pt x="4928775" y="5915025"/>
                  <a:pt x="4914900" y="5915025"/>
                </a:cubicBezTo>
                <a:cubicBezTo>
                  <a:pt x="4910944" y="5915025"/>
                  <a:pt x="4902416" y="5908650"/>
                  <a:pt x="4895950" y="5900858"/>
                </a:cubicBezTo>
                <a:close/>
                <a:moveTo>
                  <a:pt x="1473200" y="5851524"/>
                </a:moveTo>
                <a:cubicBezTo>
                  <a:pt x="1459244" y="5837569"/>
                  <a:pt x="1467278" y="5810250"/>
                  <a:pt x="1485337" y="5810250"/>
                </a:cubicBezTo>
                <a:cubicBezTo>
                  <a:pt x="1509651" y="5810250"/>
                  <a:pt x="1519009" y="5826646"/>
                  <a:pt x="1504603" y="5844004"/>
                </a:cubicBezTo>
                <a:cubicBezTo>
                  <a:pt x="1492029" y="5859156"/>
                  <a:pt x="1482994" y="5861319"/>
                  <a:pt x="1473200" y="5851524"/>
                </a:cubicBezTo>
                <a:close/>
                <a:moveTo>
                  <a:pt x="1643469" y="5849008"/>
                </a:moveTo>
                <a:cubicBezTo>
                  <a:pt x="1636425" y="5837610"/>
                  <a:pt x="1654343" y="5826317"/>
                  <a:pt x="1667030" y="5834158"/>
                </a:cubicBezTo>
                <a:cubicBezTo>
                  <a:pt x="1677682" y="5840742"/>
                  <a:pt x="1670689" y="5857875"/>
                  <a:pt x="1657350" y="5857875"/>
                </a:cubicBezTo>
                <a:cubicBezTo>
                  <a:pt x="1652729" y="5857875"/>
                  <a:pt x="1646483" y="5853884"/>
                  <a:pt x="1643469" y="5849008"/>
                </a:cubicBezTo>
                <a:close/>
                <a:moveTo>
                  <a:pt x="4624794" y="5849008"/>
                </a:moveTo>
                <a:cubicBezTo>
                  <a:pt x="4617750" y="5837610"/>
                  <a:pt x="4635668" y="5826317"/>
                  <a:pt x="4648355" y="5834158"/>
                </a:cubicBezTo>
                <a:cubicBezTo>
                  <a:pt x="4659007" y="5840742"/>
                  <a:pt x="4652014" y="5857875"/>
                  <a:pt x="4638675" y="5857875"/>
                </a:cubicBezTo>
                <a:cubicBezTo>
                  <a:pt x="4634054" y="5857875"/>
                  <a:pt x="4627808" y="5853884"/>
                  <a:pt x="4624794" y="5849008"/>
                </a:cubicBezTo>
                <a:close/>
                <a:moveTo>
                  <a:pt x="7435850" y="5851524"/>
                </a:moveTo>
                <a:cubicBezTo>
                  <a:pt x="7421894" y="5837569"/>
                  <a:pt x="7429928" y="5810250"/>
                  <a:pt x="7447987" y="5810250"/>
                </a:cubicBezTo>
                <a:cubicBezTo>
                  <a:pt x="7472301" y="5810250"/>
                  <a:pt x="7481659" y="5826646"/>
                  <a:pt x="7467253" y="5844004"/>
                </a:cubicBezTo>
                <a:cubicBezTo>
                  <a:pt x="7454679" y="5859156"/>
                  <a:pt x="7445644" y="5861319"/>
                  <a:pt x="7435850" y="5851524"/>
                </a:cubicBezTo>
                <a:close/>
                <a:moveTo>
                  <a:pt x="7606119" y="5849008"/>
                </a:moveTo>
                <a:cubicBezTo>
                  <a:pt x="7599075" y="5837610"/>
                  <a:pt x="7616993" y="5826317"/>
                  <a:pt x="7629680" y="5834158"/>
                </a:cubicBezTo>
                <a:cubicBezTo>
                  <a:pt x="7640332" y="5840742"/>
                  <a:pt x="7633339" y="5857875"/>
                  <a:pt x="7620000" y="5857875"/>
                </a:cubicBezTo>
                <a:cubicBezTo>
                  <a:pt x="7615379" y="5857875"/>
                  <a:pt x="7609133" y="5853884"/>
                  <a:pt x="7606119" y="5849008"/>
                </a:cubicBezTo>
                <a:close/>
                <a:moveTo>
                  <a:pt x="1768475" y="5841999"/>
                </a:moveTo>
                <a:cubicBezTo>
                  <a:pt x="1754599" y="5828124"/>
                  <a:pt x="1762552" y="5782116"/>
                  <a:pt x="1780484" y="5772519"/>
                </a:cubicBezTo>
                <a:cubicBezTo>
                  <a:pt x="1817895" y="5752497"/>
                  <a:pt x="1856021" y="5801263"/>
                  <a:pt x="1828697" y="5834186"/>
                </a:cubicBezTo>
                <a:cubicBezTo>
                  <a:pt x="1816685" y="5848659"/>
                  <a:pt x="1779906" y="5853431"/>
                  <a:pt x="1768475" y="5841999"/>
                </a:cubicBezTo>
                <a:close/>
                <a:moveTo>
                  <a:pt x="4749800" y="5841999"/>
                </a:moveTo>
                <a:cubicBezTo>
                  <a:pt x="4735924" y="5828124"/>
                  <a:pt x="4743877" y="5782116"/>
                  <a:pt x="4761809" y="5772519"/>
                </a:cubicBezTo>
                <a:cubicBezTo>
                  <a:pt x="4799220" y="5752497"/>
                  <a:pt x="4837346" y="5801263"/>
                  <a:pt x="4810022" y="5834186"/>
                </a:cubicBezTo>
                <a:cubicBezTo>
                  <a:pt x="4798010" y="5848659"/>
                  <a:pt x="4761231" y="5853431"/>
                  <a:pt x="4749800" y="5841999"/>
                </a:cubicBezTo>
                <a:close/>
                <a:moveTo>
                  <a:pt x="7731125" y="5841999"/>
                </a:moveTo>
                <a:cubicBezTo>
                  <a:pt x="7717249" y="5828124"/>
                  <a:pt x="7725202" y="5782116"/>
                  <a:pt x="7743134" y="5772519"/>
                </a:cubicBezTo>
                <a:cubicBezTo>
                  <a:pt x="7780545" y="5752497"/>
                  <a:pt x="7818671" y="5801263"/>
                  <a:pt x="7791347" y="5834186"/>
                </a:cubicBezTo>
                <a:cubicBezTo>
                  <a:pt x="7779335" y="5848659"/>
                  <a:pt x="7742556" y="5853431"/>
                  <a:pt x="7731125" y="5841999"/>
                </a:cubicBezTo>
                <a:close/>
                <a:moveTo>
                  <a:pt x="1308123" y="5814372"/>
                </a:moveTo>
                <a:cubicBezTo>
                  <a:pt x="1304973" y="5806161"/>
                  <a:pt x="1307069" y="5794770"/>
                  <a:pt x="1312781" y="5789058"/>
                </a:cubicBezTo>
                <a:cubicBezTo>
                  <a:pt x="1326534" y="5775305"/>
                  <a:pt x="1353465" y="5796781"/>
                  <a:pt x="1346202" y="5815708"/>
                </a:cubicBezTo>
                <a:cubicBezTo>
                  <a:pt x="1339234" y="5833866"/>
                  <a:pt x="1315281" y="5833025"/>
                  <a:pt x="1308123" y="5814372"/>
                </a:cubicBezTo>
                <a:close/>
                <a:moveTo>
                  <a:pt x="2169072" y="5818494"/>
                </a:moveTo>
                <a:cubicBezTo>
                  <a:pt x="2149105" y="5807319"/>
                  <a:pt x="2147682" y="5778605"/>
                  <a:pt x="2166328" y="5763130"/>
                </a:cubicBezTo>
                <a:cubicBezTo>
                  <a:pt x="2184714" y="5747871"/>
                  <a:pt x="2219325" y="5766203"/>
                  <a:pt x="2219325" y="5791200"/>
                </a:cubicBezTo>
                <a:cubicBezTo>
                  <a:pt x="2219325" y="5815158"/>
                  <a:pt x="2190798" y="5830652"/>
                  <a:pt x="2169072" y="5818494"/>
                </a:cubicBezTo>
                <a:close/>
                <a:moveTo>
                  <a:pt x="2628900" y="5811696"/>
                </a:moveTo>
                <a:cubicBezTo>
                  <a:pt x="2628900" y="5785525"/>
                  <a:pt x="2663025" y="5766519"/>
                  <a:pt x="2681896" y="5782180"/>
                </a:cubicBezTo>
                <a:cubicBezTo>
                  <a:pt x="2698731" y="5796152"/>
                  <a:pt x="2699839" y="5819728"/>
                  <a:pt x="2683668" y="5819905"/>
                </a:cubicBezTo>
                <a:cubicBezTo>
                  <a:pt x="2677120" y="5819976"/>
                  <a:pt x="2662118" y="5822619"/>
                  <a:pt x="2650331" y="5825778"/>
                </a:cubicBezTo>
                <a:cubicBezTo>
                  <a:pt x="2633130" y="5830387"/>
                  <a:pt x="2628900" y="5827607"/>
                  <a:pt x="2628900" y="5811696"/>
                </a:cubicBezTo>
                <a:close/>
                <a:moveTo>
                  <a:pt x="7270773" y="5814372"/>
                </a:moveTo>
                <a:cubicBezTo>
                  <a:pt x="7267623" y="5806161"/>
                  <a:pt x="7269719" y="5794770"/>
                  <a:pt x="7275431" y="5789058"/>
                </a:cubicBezTo>
                <a:cubicBezTo>
                  <a:pt x="7289184" y="5775305"/>
                  <a:pt x="7316115" y="5796781"/>
                  <a:pt x="7308852" y="5815708"/>
                </a:cubicBezTo>
                <a:cubicBezTo>
                  <a:pt x="7301884" y="5833866"/>
                  <a:pt x="7277931" y="5833025"/>
                  <a:pt x="7270773" y="5814372"/>
                </a:cubicBezTo>
                <a:close/>
                <a:moveTo>
                  <a:pt x="8131722" y="5818494"/>
                </a:moveTo>
                <a:cubicBezTo>
                  <a:pt x="8111755" y="5807319"/>
                  <a:pt x="8110332" y="5778605"/>
                  <a:pt x="8128978" y="5763130"/>
                </a:cubicBezTo>
                <a:cubicBezTo>
                  <a:pt x="8147364" y="5747871"/>
                  <a:pt x="8181975" y="5766203"/>
                  <a:pt x="8181975" y="5791200"/>
                </a:cubicBezTo>
                <a:cubicBezTo>
                  <a:pt x="8181975" y="5815158"/>
                  <a:pt x="8153448" y="5830652"/>
                  <a:pt x="8131722" y="5818494"/>
                </a:cubicBezTo>
                <a:close/>
                <a:moveTo>
                  <a:pt x="2365361" y="5804748"/>
                </a:moveTo>
                <a:cubicBezTo>
                  <a:pt x="2362189" y="5796484"/>
                  <a:pt x="2366610" y="5782707"/>
                  <a:pt x="2375185" y="5774132"/>
                </a:cubicBezTo>
                <a:cubicBezTo>
                  <a:pt x="2394678" y="5754639"/>
                  <a:pt x="2424127" y="5777193"/>
                  <a:pt x="2413918" y="5803796"/>
                </a:cubicBezTo>
                <a:cubicBezTo>
                  <a:pt x="2406163" y="5824005"/>
                  <a:pt x="2373000" y="5824656"/>
                  <a:pt x="2365361" y="5804748"/>
                </a:cubicBezTo>
                <a:close/>
                <a:moveTo>
                  <a:pt x="7115672" y="5806086"/>
                </a:moveTo>
                <a:cubicBezTo>
                  <a:pt x="7100891" y="5788277"/>
                  <a:pt x="7109030" y="5762625"/>
                  <a:pt x="7129462" y="5762625"/>
                </a:cubicBezTo>
                <a:cubicBezTo>
                  <a:pt x="7150693" y="5762625"/>
                  <a:pt x="7158425" y="5790131"/>
                  <a:pt x="7141853" y="5806704"/>
                </a:cubicBezTo>
                <a:cubicBezTo>
                  <a:pt x="7129500" y="5819056"/>
                  <a:pt x="7126375" y="5818983"/>
                  <a:pt x="7115672" y="5806086"/>
                </a:cubicBezTo>
                <a:close/>
                <a:moveTo>
                  <a:pt x="8328011" y="5804748"/>
                </a:moveTo>
                <a:cubicBezTo>
                  <a:pt x="8324839" y="5796484"/>
                  <a:pt x="8329260" y="5782707"/>
                  <a:pt x="8337835" y="5774132"/>
                </a:cubicBezTo>
                <a:cubicBezTo>
                  <a:pt x="8357328" y="5754639"/>
                  <a:pt x="8386777" y="5777193"/>
                  <a:pt x="8376568" y="5803796"/>
                </a:cubicBezTo>
                <a:cubicBezTo>
                  <a:pt x="8368813" y="5824005"/>
                  <a:pt x="8335650" y="5824656"/>
                  <a:pt x="8328011" y="5804748"/>
                </a:cubicBezTo>
                <a:close/>
                <a:moveTo>
                  <a:pt x="1146468" y="5796026"/>
                </a:moveTo>
                <a:cubicBezTo>
                  <a:pt x="1143169" y="5787428"/>
                  <a:pt x="1145037" y="5775827"/>
                  <a:pt x="1150620" y="5770245"/>
                </a:cubicBezTo>
                <a:cubicBezTo>
                  <a:pt x="1165132" y="5755732"/>
                  <a:pt x="1192629" y="5768996"/>
                  <a:pt x="1188838" y="5788680"/>
                </a:cubicBezTo>
                <a:cubicBezTo>
                  <a:pt x="1184615" y="5810605"/>
                  <a:pt x="1154094" y="5815897"/>
                  <a:pt x="1146468" y="5796026"/>
                </a:cubicBezTo>
                <a:close/>
                <a:moveTo>
                  <a:pt x="6890019" y="5795962"/>
                </a:moveTo>
                <a:cubicBezTo>
                  <a:pt x="6882473" y="5776298"/>
                  <a:pt x="6892704" y="5753100"/>
                  <a:pt x="6908922" y="5753100"/>
                </a:cubicBezTo>
                <a:cubicBezTo>
                  <a:pt x="6916303" y="5753100"/>
                  <a:pt x="6927678" y="5759529"/>
                  <a:pt x="6934200" y="5767387"/>
                </a:cubicBezTo>
                <a:cubicBezTo>
                  <a:pt x="6947925" y="5783925"/>
                  <a:pt x="6932401" y="5810250"/>
                  <a:pt x="6908922" y="5810250"/>
                </a:cubicBezTo>
                <a:cubicBezTo>
                  <a:pt x="6901541" y="5810250"/>
                  <a:pt x="6893034" y="5803820"/>
                  <a:pt x="6890019" y="5795962"/>
                </a:cubicBezTo>
                <a:close/>
                <a:moveTo>
                  <a:pt x="6777669" y="5773123"/>
                </a:moveTo>
                <a:cubicBezTo>
                  <a:pt x="6764452" y="5767947"/>
                  <a:pt x="6762564" y="5763864"/>
                  <a:pt x="6770982" y="5758661"/>
                </a:cubicBezTo>
                <a:cubicBezTo>
                  <a:pt x="6785224" y="5749859"/>
                  <a:pt x="6810375" y="5758280"/>
                  <a:pt x="6810375" y="5771851"/>
                </a:cubicBezTo>
                <a:cubicBezTo>
                  <a:pt x="6810375" y="5783068"/>
                  <a:pt x="6803726" y="5783327"/>
                  <a:pt x="6777669" y="5773123"/>
                </a:cubicBezTo>
                <a:close/>
                <a:moveTo>
                  <a:pt x="1554480" y="5760720"/>
                </a:moveTo>
                <a:cubicBezTo>
                  <a:pt x="1527393" y="5733633"/>
                  <a:pt x="1553889" y="5689037"/>
                  <a:pt x="1590217" y="5700567"/>
                </a:cubicBezTo>
                <a:cubicBezTo>
                  <a:pt x="1603814" y="5704882"/>
                  <a:pt x="1609725" y="5714913"/>
                  <a:pt x="1609725" y="5733672"/>
                </a:cubicBezTo>
                <a:cubicBezTo>
                  <a:pt x="1609725" y="5768508"/>
                  <a:pt x="1577866" y="5784106"/>
                  <a:pt x="1554480" y="5760720"/>
                </a:cubicBezTo>
                <a:close/>
                <a:moveTo>
                  <a:pt x="2021205" y="5760720"/>
                </a:moveTo>
                <a:cubicBezTo>
                  <a:pt x="2001303" y="5740818"/>
                  <a:pt x="2014029" y="5695950"/>
                  <a:pt x="2039574" y="5695950"/>
                </a:cubicBezTo>
                <a:cubicBezTo>
                  <a:pt x="2049201" y="5695950"/>
                  <a:pt x="2076450" y="5724103"/>
                  <a:pt x="2076450" y="5734050"/>
                </a:cubicBezTo>
                <a:cubicBezTo>
                  <a:pt x="2076450" y="5743996"/>
                  <a:pt x="2049201" y="5772150"/>
                  <a:pt x="2039574" y="5772150"/>
                </a:cubicBezTo>
                <a:cubicBezTo>
                  <a:pt x="2035757" y="5772150"/>
                  <a:pt x="2027491" y="5767006"/>
                  <a:pt x="2021205" y="5760720"/>
                </a:cubicBezTo>
                <a:close/>
                <a:moveTo>
                  <a:pt x="7517130" y="5760720"/>
                </a:moveTo>
                <a:cubicBezTo>
                  <a:pt x="7490043" y="5733633"/>
                  <a:pt x="7516539" y="5689037"/>
                  <a:pt x="7552867" y="5700567"/>
                </a:cubicBezTo>
                <a:cubicBezTo>
                  <a:pt x="7566464" y="5704882"/>
                  <a:pt x="7572375" y="5714913"/>
                  <a:pt x="7572375" y="5733672"/>
                </a:cubicBezTo>
                <a:cubicBezTo>
                  <a:pt x="7572375" y="5768508"/>
                  <a:pt x="7540516" y="5784106"/>
                  <a:pt x="7517130" y="5760720"/>
                </a:cubicBezTo>
                <a:close/>
                <a:moveTo>
                  <a:pt x="7983855" y="5760720"/>
                </a:moveTo>
                <a:cubicBezTo>
                  <a:pt x="7963953" y="5740818"/>
                  <a:pt x="7976679" y="5695950"/>
                  <a:pt x="8002224" y="5695950"/>
                </a:cubicBezTo>
                <a:cubicBezTo>
                  <a:pt x="8011851" y="5695950"/>
                  <a:pt x="8039100" y="5724103"/>
                  <a:pt x="8039100" y="5734050"/>
                </a:cubicBezTo>
                <a:cubicBezTo>
                  <a:pt x="8039100" y="5743996"/>
                  <a:pt x="8011851" y="5772150"/>
                  <a:pt x="8002224" y="5772150"/>
                </a:cubicBezTo>
                <a:cubicBezTo>
                  <a:pt x="7998407" y="5772150"/>
                  <a:pt x="7990141" y="5767006"/>
                  <a:pt x="7983855" y="5760720"/>
                </a:cubicBezTo>
                <a:close/>
                <a:moveTo>
                  <a:pt x="1908619" y="5748793"/>
                </a:moveTo>
                <a:cubicBezTo>
                  <a:pt x="1901793" y="5731005"/>
                  <a:pt x="1911765" y="5715000"/>
                  <a:pt x="1929673" y="5715000"/>
                </a:cubicBezTo>
                <a:cubicBezTo>
                  <a:pt x="1949137" y="5715000"/>
                  <a:pt x="1958295" y="5743664"/>
                  <a:pt x="1942106" y="5753915"/>
                </a:cubicBezTo>
                <a:cubicBezTo>
                  <a:pt x="1923168" y="5765907"/>
                  <a:pt x="1914688" y="5764610"/>
                  <a:pt x="1908619" y="5748793"/>
                </a:cubicBezTo>
                <a:close/>
                <a:moveTo>
                  <a:pt x="2505075" y="5744137"/>
                </a:moveTo>
                <a:cubicBezTo>
                  <a:pt x="2505075" y="5718489"/>
                  <a:pt x="2523093" y="5709886"/>
                  <a:pt x="2540453" y="5727246"/>
                </a:cubicBezTo>
                <a:cubicBezTo>
                  <a:pt x="2557813" y="5744606"/>
                  <a:pt x="2549210" y="5762625"/>
                  <a:pt x="2523562" y="5762625"/>
                </a:cubicBezTo>
                <a:cubicBezTo>
                  <a:pt x="2511612" y="5762625"/>
                  <a:pt x="2505075" y="5756087"/>
                  <a:pt x="2505075" y="5744137"/>
                </a:cubicBezTo>
                <a:close/>
                <a:moveTo>
                  <a:pt x="4889944" y="5748793"/>
                </a:moveTo>
                <a:cubicBezTo>
                  <a:pt x="4883118" y="5731005"/>
                  <a:pt x="4893090" y="5715000"/>
                  <a:pt x="4910998" y="5715000"/>
                </a:cubicBezTo>
                <a:cubicBezTo>
                  <a:pt x="4930462" y="5715000"/>
                  <a:pt x="4939620" y="5743664"/>
                  <a:pt x="4923431" y="5753915"/>
                </a:cubicBezTo>
                <a:cubicBezTo>
                  <a:pt x="4904493" y="5765907"/>
                  <a:pt x="4896013" y="5764610"/>
                  <a:pt x="4889944" y="5748793"/>
                </a:cubicBezTo>
                <a:close/>
                <a:moveTo>
                  <a:pt x="4997450" y="5756274"/>
                </a:moveTo>
                <a:cubicBezTo>
                  <a:pt x="4988257" y="5747082"/>
                  <a:pt x="4989654" y="5717017"/>
                  <a:pt x="4999558" y="5710896"/>
                </a:cubicBezTo>
                <a:cubicBezTo>
                  <a:pt x="5004210" y="5708021"/>
                  <a:pt x="5009897" y="5718484"/>
                  <a:pt x="5012196" y="5734147"/>
                </a:cubicBezTo>
                <a:cubicBezTo>
                  <a:pt x="5016218" y="5761553"/>
                  <a:pt x="5010823" y="5769648"/>
                  <a:pt x="4997450" y="5756274"/>
                </a:cubicBezTo>
                <a:close/>
                <a:moveTo>
                  <a:pt x="7871269" y="5748793"/>
                </a:moveTo>
                <a:cubicBezTo>
                  <a:pt x="7864443" y="5731005"/>
                  <a:pt x="7874415" y="5715000"/>
                  <a:pt x="7892323" y="5715000"/>
                </a:cubicBezTo>
                <a:cubicBezTo>
                  <a:pt x="7911787" y="5715000"/>
                  <a:pt x="7920945" y="5743664"/>
                  <a:pt x="7904756" y="5753915"/>
                </a:cubicBezTo>
                <a:cubicBezTo>
                  <a:pt x="7885818" y="5765907"/>
                  <a:pt x="7877338" y="5764610"/>
                  <a:pt x="7871269" y="5748793"/>
                </a:cubicBezTo>
                <a:close/>
                <a:moveTo>
                  <a:pt x="8467725" y="5744137"/>
                </a:moveTo>
                <a:cubicBezTo>
                  <a:pt x="8467725" y="5718489"/>
                  <a:pt x="8485743" y="5709886"/>
                  <a:pt x="8503103" y="5727246"/>
                </a:cubicBezTo>
                <a:cubicBezTo>
                  <a:pt x="8520463" y="5744606"/>
                  <a:pt x="8511860" y="5762625"/>
                  <a:pt x="8486212" y="5762625"/>
                </a:cubicBezTo>
                <a:cubicBezTo>
                  <a:pt x="8474262" y="5762625"/>
                  <a:pt x="8467725" y="5756087"/>
                  <a:pt x="8467725" y="5744137"/>
                </a:cubicBezTo>
                <a:close/>
                <a:moveTo>
                  <a:pt x="2746398" y="5738172"/>
                </a:moveTo>
                <a:cubicBezTo>
                  <a:pt x="2738460" y="5717484"/>
                  <a:pt x="2758614" y="5698029"/>
                  <a:pt x="2773039" y="5712454"/>
                </a:cubicBezTo>
                <a:cubicBezTo>
                  <a:pt x="2785232" y="5724647"/>
                  <a:pt x="2777678" y="5753100"/>
                  <a:pt x="2762250" y="5753100"/>
                </a:cubicBezTo>
                <a:cubicBezTo>
                  <a:pt x="2756682" y="5753100"/>
                  <a:pt x="2749549" y="5746382"/>
                  <a:pt x="2746398" y="5738172"/>
                </a:cubicBezTo>
                <a:close/>
                <a:moveTo>
                  <a:pt x="1383030" y="5732145"/>
                </a:moveTo>
                <a:cubicBezTo>
                  <a:pt x="1356110" y="5705225"/>
                  <a:pt x="1379846" y="5663842"/>
                  <a:pt x="1416680" y="5673474"/>
                </a:cubicBezTo>
                <a:cubicBezTo>
                  <a:pt x="1441684" y="5680013"/>
                  <a:pt x="1447711" y="5694217"/>
                  <a:pt x="1437330" y="5722143"/>
                </a:cubicBezTo>
                <a:cubicBezTo>
                  <a:pt x="1428690" y="5745387"/>
                  <a:pt x="1401314" y="5750429"/>
                  <a:pt x="1383030" y="5732145"/>
                </a:cubicBezTo>
                <a:close/>
                <a:moveTo>
                  <a:pt x="2914795" y="5736431"/>
                </a:moveTo>
                <a:cubicBezTo>
                  <a:pt x="2915190" y="5717086"/>
                  <a:pt x="2933061" y="5703196"/>
                  <a:pt x="2949407" y="5709529"/>
                </a:cubicBezTo>
                <a:cubicBezTo>
                  <a:pt x="2966403" y="5716114"/>
                  <a:pt x="2966372" y="5716850"/>
                  <a:pt x="2948548" y="5729967"/>
                </a:cubicBezTo>
                <a:cubicBezTo>
                  <a:pt x="2928255" y="5744902"/>
                  <a:pt x="2914569" y="5747523"/>
                  <a:pt x="2914795" y="5736431"/>
                </a:cubicBezTo>
                <a:close/>
                <a:moveTo>
                  <a:pt x="7345680" y="5732145"/>
                </a:moveTo>
                <a:cubicBezTo>
                  <a:pt x="7318760" y="5705225"/>
                  <a:pt x="7342496" y="5663842"/>
                  <a:pt x="7379330" y="5673474"/>
                </a:cubicBezTo>
                <a:cubicBezTo>
                  <a:pt x="7404334" y="5680013"/>
                  <a:pt x="7410361" y="5694217"/>
                  <a:pt x="7399980" y="5722143"/>
                </a:cubicBezTo>
                <a:cubicBezTo>
                  <a:pt x="7391340" y="5745387"/>
                  <a:pt x="7363964" y="5750429"/>
                  <a:pt x="7345680" y="5732145"/>
                </a:cubicBezTo>
                <a:close/>
                <a:moveTo>
                  <a:pt x="8705850" y="5729849"/>
                </a:moveTo>
                <a:cubicBezTo>
                  <a:pt x="8705850" y="5712777"/>
                  <a:pt x="8721587" y="5702303"/>
                  <a:pt x="8734887" y="5710523"/>
                </a:cubicBezTo>
                <a:cubicBezTo>
                  <a:pt x="8741715" y="5714743"/>
                  <a:pt x="8741346" y="5720948"/>
                  <a:pt x="8733721" y="5730135"/>
                </a:cubicBezTo>
                <a:cubicBezTo>
                  <a:pt x="8719329" y="5747476"/>
                  <a:pt x="8705850" y="5747338"/>
                  <a:pt x="8705850" y="5729849"/>
                </a:cubicBezTo>
                <a:close/>
                <a:moveTo>
                  <a:pt x="1025524" y="5718174"/>
                </a:moveTo>
                <a:cubicBezTo>
                  <a:pt x="1015175" y="5707825"/>
                  <a:pt x="1018284" y="5672075"/>
                  <a:pt x="1030605" y="5659755"/>
                </a:cubicBezTo>
                <a:cubicBezTo>
                  <a:pt x="1061402" y="5628957"/>
                  <a:pt x="1113890" y="5676451"/>
                  <a:pt x="1086084" y="5709955"/>
                </a:cubicBezTo>
                <a:cubicBezTo>
                  <a:pt x="1073798" y="5724759"/>
                  <a:pt x="1037091" y="5729741"/>
                  <a:pt x="1025524" y="5718174"/>
                </a:cubicBezTo>
                <a:close/>
                <a:moveTo>
                  <a:pt x="6988175" y="5718174"/>
                </a:moveTo>
                <a:cubicBezTo>
                  <a:pt x="6977825" y="5707825"/>
                  <a:pt x="6980934" y="5672075"/>
                  <a:pt x="6993255" y="5659755"/>
                </a:cubicBezTo>
                <a:cubicBezTo>
                  <a:pt x="7024052" y="5628957"/>
                  <a:pt x="7076540" y="5676451"/>
                  <a:pt x="7048734" y="5709955"/>
                </a:cubicBezTo>
                <a:cubicBezTo>
                  <a:pt x="7036448" y="5724759"/>
                  <a:pt x="6999741" y="5729741"/>
                  <a:pt x="6988175" y="5718174"/>
                </a:cubicBezTo>
                <a:close/>
                <a:moveTo>
                  <a:pt x="1210676" y="5701919"/>
                </a:moveTo>
                <a:cubicBezTo>
                  <a:pt x="1194966" y="5682989"/>
                  <a:pt x="1208107" y="5657850"/>
                  <a:pt x="1233712" y="5657850"/>
                </a:cubicBezTo>
                <a:cubicBezTo>
                  <a:pt x="1259079" y="5657850"/>
                  <a:pt x="1268021" y="5674330"/>
                  <a:pt x="1255677" y="5698331"/>
                </a:cubicBezTo>
                <a:cubicBezTo>
                  <a:pt x="1245400" y="5718313"/>
                  <a:pt x="1225593" y="5719893"/>
                  <a:pt x="1210676" y="5701919"/>
                </a:cubicBezTo>
                <a:close/>
                <a:moveTo>
                  <a:pt x="1708689" y="5701416"/>
                </a:moveTo>
                <a:cubicBezTo>
                  <a:pt x="1700023" y="5678833"/>
                  <a:pt x="1712285" y="5656026"/>
                  <a:pt x="1731139" y="5659657"/>
                </a:cubicBezTo>
                <a:cubicBezTo>
                  <a:pt x="1741684" y="5661688"/>
                  <a:pt x="1747837" y="5671552"/>
                  <a:pt x="1747837" y="5686425"/>
                </a:cubicBezTo>
                <a:cubicBezTo>
                  <a:pt x="1747837" y="5713577"/>
                  <a:pt x="1717773" y="5725089"/>
                  <a:pt x="1708689" y="5701416"/>
                </a:cubicBezTo>
                <a:close/>
                <a:moveTo>
                  <a:pt x="4690014" y="5701416"/>
                </a:moveTo>
                <a:cubicBezTo>
                  <a:pt x="4681348" y="5678833"/>
                  <a:pt x="4693610" y="5656026"/>
                  <a:pt x="4712464" y="5659657"/>
                </a:cubicBezTo>
                <a:cubicBezTo>
                  <a:pt x="4723009" y="5661688"/>
                  <a:pt x="4729162" y="5671552"/>
                  <a:pt x="4729162" y="5686425"/>
                </a:cubicBezTo>
                <a:cubicBezTo>
                  <a:pt x="4729162" y="5713577"/>
                  <a:pt x="4699098" y="5725089"/>
                  <a:pt x="4690014" y="5701416"/>
                </a:cubicBezTo>
                <a:close/>
                <a:moveTo>
                  <a:pt x="7173326" y="5701919"/>
                </a:moveTo>
                <a:cubicBezTo>
                  <a:pt x="7157616" y="5682989"/>
                  <a:pt x="7170757" y="5657850"/>
                  <a:pt x="7196362" y="5657850"/>
                </a:cubicBezTo>
                <a:cubicBezTo>
                  <a:pt x="7221729" y="5657850"/>
                  <a:pt x="7230671" y="5674330"/>
                  <a:pt x="7218327" y="5698331"/>
                </a:cubicBezTo>
                <a:cubicBezTo>
                  <a:pt x="7208050" y="5718313"/>
                  <a:pt x="7188243" y="5719893"/>
                  <a:pt x="7173326" y="5701919"/>
                </a:cubicBezTo>
                <a:close/>
                <a:moveTo>
                  <a:pt x="7671339" y="5701416"/>
                </a:moveTo>
                <a:cubicBezTo>
                  <a:pt x="7662673" y="5678833"/>
                  <a:pt x="7674935" y="5656026"/>
                  <a:pt x="7693789" y="5659657"/>
                </a:cubicBezTo>
                <a:cubicBezTo>
                  <a:pt x="7704334" y="5661688"/>
                  <a:pt x="7710487" y="5671552"/>
                  <a:pt x="7710487" y="5686425"/>
                </a:cubicBezTo>
                <a:cubicBezTo>
                  <a:pt x="7710487" y="5713577"/>
                  <a:pt x="7680423" y="5725089"/>
                  <a:pt x="7671339" y="5701416"/>
                </a:cubicBezTo>
                <a:close/>
                <a:moveTo>
                  <a:pt x="2625722" y="5691883"/>
                </a:moveTo>
                <a:cubicBezTo>
                  <a:pt x="2619500" y="5675667"/>
                  <a:pt x="2642907" y="5653609"/>
                  <a:pt x="2657057" y="5662354"/>
                </a:cubicBezTo>
                <a:cubicBezTo>
                  <a:pt x="2662525" y="5665734"/>
                  <a:pt x="2667000" y="5676818"/>
                  <a:pt x="2667000" y="5686987"/>
                </a:cubicBezTo>
                <a:cubicBezTo>
                  <a:pt x="2667000" y="5708815"/>
                  <a:pt x="2633734" y="5712761"/>
                  <a:pt x="2625722" y="5691883"/>
                </a:cubicBezTo>
                <a:close/>
                <a:moveTo>
                  <a:pt x="8588372" y="5691883"/>
                </a:moveTo>
                <a:cubicBezTo>
                  <a:pt x="8582150" y="5675667"/>
                  <a:pt x="8605557" y="5653609"/>
                  <a:pt x="8619707" y="5662354"/>
                </a:cubicBezTo>
                <a:cubicBezTo>
                  <a:pt x="8625175" y="5665734"/>
                  <a:pt x="8629650" y="5676818"/>
                  <a:pt x="8629650" y="5686987"/>
                </a:cubicBezTo>
                <a:cubicBezTo>
                  <a:pt x="8629650" y="5708815"/>
                  <a:pt x="8596384" y="5712761"/>
                  <a:pt x="8588372" y="5691883"/>
                </a:cubicBezTo>
                <a:close/>
                <a:moveTo>
                  <a:pt x="2251098" y="5681022"/>
                </a:moveTo>
                <a:cubicBezTo>
                  <a:pt x="2247948" y="5672811"/>
                  <a:pt x="2249937" y="5661527"/>
                  <a:pt x="2255520" y="5655945"/>
                </a:cubicBezTo>
                <a:cubicBezTo>
                  <a:pt x="2270335" y="5641129"/>
                  <a:pt x="2295525" y="5654135"/>
                  <a:pt x="2295525" y="5676601"/>
                </a:cubicBezTo>
                <a:cubicBezTo>
                  <a:pt x="2295525" y="5700091"/>
                  <a:pt x="2259781" y="5703648"/>
                  <a:pt x="2251098" y="5681022"/>
                </a:cubicBezTo>
                <a:close/>
                <a:moveTo>
                  <a:pt x="8213748" y="5681022"/>
                </a:moveTo>
                <a:cubicBezTo>
                  <a:pt x="8210598" y="5672811"/>
                  <a:pt x="8212587" y="5661527"/>
                  <a:pt x="8218170" y="5655945"/>
                </a:cubicBezTo>
                <a:cubicBezTo>
                  <a:pt x="8232985" y="5641129"/>
                  <a:pt x="8258175" y="5654135"/>
                  <a:pt x="8258175" y="5676601"/>
                </a:cubicBezTo>
                <a:cubicBezTo>
                  <a:pt x="8258175" y="5700091"/>
                  <a:pt x="8222431" y="5703648"/>
                  <a:pt x="8213748" y="5681022"/>
                </a:cubicBezTo>
                <a:close/>
                <a:moveTo>
                  <a:pt x="2414618" y="5657946"/>
                </a:moveTo>
                <a:cubicBezTo>
                  <a:pt x="2406497" y="5632360"/>
                  <a:pt x="2425941" y="5608444"/>
                  <a:pt x="2451854" y="5612146"/>
                </a:cubicBezTo>
                <a:cubicBezTo>
                  <a:pt x="2484599" y="5616825"/>
                  <a:pt x="2479853" y="5671198"/>
                  <a:pt x="2446361" y="5675072"/>
                </a:cubicBezTo>
                <a:cubicBezTo>
                  <a:pt x="2427447" y="5677260"/>
                  <a:pt x="2419363" y="5672898"/>
                  <a:pt x="2414618" y="5657946"/>
                </a:cubicBezTo>
                <a:close/>
                <a:moveTo>
                  <a:pt x="8377268" y="5657946"/>
                </a:moveTo>
                <a:cubicBezTo>
                  <a:pt x="8369147" y="5632360"/>
                  <a:pt x="8388591" y="5608444"/>
                  <a:pt x="8414504" y="5612146"/>
                </a:cubicBezTo>
                <a:cubicBezTo>
                  <a:pt x="8447249" y="5616825"/>
                  <a:pt x="8442503" y="5671198"/>
                  <a:pt x="8409011" y="5675072"/>
                </a:cubicBezTo>
                <a:cubicBezTo>
                  <a:pt x="8390097" y="5677260"/>
                  <a:pt x="8382013" y="5672898"/>
                  <a:pt x="8377268" y="5657946"/>
                </a:cubicBezTo>
                <a:close/>
                <a:moveTo>
                  <a:pt x="866775" y="5644787"/>
                </a:moveTo>
                <a:cubicBezTo>
                  <a:pt x="866775" y="5617077"/>
                  <a:pt x="877614" y="5607672"/>
                  <a:pt x="899756" y="5616168"/>
                </a:cubicBezTo>
                <a:cubicBezTo>
                  <a:pt x="922931" y="5625061"/>
                  <a:pt x="914322" y="5661947"/>
                  <a:pt x="888206" y="5665656"/>
                </a:cubicBezTo>
                <a:cubicBezTo>
                  <a:pt x="870864" y="5668119"/>
                  <a:pt x="866775" y="5664137"/>
                  <a:pt x="866775" y="5644787"/>
                </a:cubicBezTo>
                <a:close/>
                <a:moveTo>
                  <a:pt x="6829425" y="5644787"/>
                </a:moveTo>
                <a:cubicBezTo>
                  <a:pt x="6829425" y="5617077"/>
                  <a:pt x="6840264" y="5607672"/>
                  <a:pt x="6862406" y="5616168"/>
                </a:cubicBezTo>
                <a:cubicBezTo>
                  <a:pt x="6885581" y="5625061"/>
                  <a:pt x="6876972" y="5661947"/>
                  <a:pt x="6850856" y="5665656"/>
                </a:cubicBezTo>
                <a:cubicBezTo>
                  <a:pt x="6833514" y="5668119"/>
                  <a:pt x="6829425" y="5664137"/>
                  <a:pt x="6829425" y="5644787"/>
                </a:cubicBezTo>
                <a:close/>
                <a:moveTo>
                  <a:pt x="2099168" y="5644145"/>
                </a:moveTo>
                <a:cubicBezTo>
                  <a:pt x="2091635" y="5624514"/>
                  <a:pt x="2111904" y="5600282"/>
                  <a:pt x="2130037" y="5607240"/>
                </a:cubicBezTo>
                <a:cubicBezTo>
                  <a:pt x="2149043" y="5614534"/>
                  <a:pt x="2142605" y="5652084"/>
                  <a:pt x="2121664" y="5656075"/>
                </a:cubicBezTo>
                <a:cubicBezTo>
                  <a:pt x="2112481" y="5657825"/>
                  <a:pt x="2102357" y="5652457"/>
                  <a:pt x="2099168" y="5644145"/>
                </a:cubicBezTo>
                <a:close/>
                <a:moveTo>
                  <a:pt x="2819905" y="5644171"/>
                </a:moveTo>
                <a:cubicBezTo>
                  <a:pt x="2806343" y="5627830"/>
                  <a:pt x="2821889" y="5591175"/>
                  <a:pt x="2842381" y="5591175"/>
                </a:cubicBezTo>
                <a:cubicBezTo>
                  <a:pt x="2862558" y="5591175"/>
                  <a:pt x="2878717" y="5616966"/>
                  <a:pt x="2871932" y="5638342"/>
                </a:cubicBezTo>
                <a:cubicBezTo>
                  <a:pt x="2864770" y="5660907"/>
                  <a:pt x="2836430" y="5664082"/>
                  <a:pt x="2819905" y="5644171"/>
                </a:cubicBezTo>
                <a:close/>
                <a:moveTo>
                  <a:pt x="6678930" y="5646420"/>
                </a:moveTo>
                <a:cubicBezTo>
                  <a:pt x="6655005" y="5622495"/>
                  <a:pt x="6672814" y="5581650"/>
                  <a:pt x="6707169" y="5581650"/>
                </a:cubicBezTo>
                <a:cubicBezTo>
                  <a:pt x="6716415" y="5581650"/>
                  <a:pt x="6728567" y="5590222"/>
                  <a:pt x="6734175" y="5600700"/>
                </a:cubicBezTo>
                <a:cubicBezTo>
                  <a:pt x="6754754" y="5639153"/>
                  <a:pt x="6709289" y="5676779"/>
                  <a:pt x="6678930" y="5646420"/>
                </a:cubicBezTo>
                <a:close/>
                <a:moveTo>
                  <a:pt x="8061818" y="5644145"/>
                </a:moveTo>
                <a:cubicBezTo>
                  <a:pt x="8054285" y="5624514"/>
                  <a:pt x="8074554" y="5600282"/>
                  <a:pt x="8092687" y="5607240"/>
                </a:cubicBezTo>
                <a:cubicBezTo>
                  <a:pt x="8111693" y="5614534"/>
                  <a:pt x="8105255" y="5652084"/>
                  <a:pt x="8084314" y="5656075"/>
                </a:cubicBezTo>
                <a:cubicBezTo>
                  <a:pt x="8075131" y="5657825"/>
                  <a:pt x="8065007" y="5652457"/>
                  <a:pt x="8061818" y="5644145"/>
                </a:cubicBezTo>
                <a:close/>
                <a:moveTo>
                  <a:pt x="8782894" y="5644579"/>
                </a:moveTo>
                <a:cubicBezTo>
                  <a:pt x="8769029" y="5627873"/>
                  <a:pt x="8784240" y="5591175"/>
                  <a:pt x="8805031" y="5591175"/>
                </a:cubicBezTo>
                <a:cubicBezTo>
                  <a:pt x="8827168" y="5591175"/>
                  <a:pt x="8844158" y="5619280"/>
                  <a:pt x="8832864" y="5637217"/>
                </a:cubicBezTo>
                <a:cubicBezTo>
                  <a:pt x="8819443" y="5658529"/>
                  <a:pt x="8797192" y="5661807"/>
                  <a:pt x="8782894" y="5644579"/>
                </a:cubicBezTo>
                <a:close/>
                <a:moveTo>
                  <a:pt x="1848229" y="5624970"/>
                </a:moveTo>
                <a:cubicBezTo>
                  <a:pt x="1823010" y="5594582"/>
                  <a:pt x="1860220" y="5546818"/>
                  <a:pt x="1889914" y="5571462"/>
                </a:cubicBezTo>
                <a:cubicBezTo>
                  <a:pt x="1907832" y="5586333"/>
                  <a:pt x="1909475" y="5611464"/>
                  <a:pt x="1893570" y="5627370"/>
                </a:cubicBezTo>
                <a:cubicBezTo>
                  <a:pt x="1878298" y="5642641"/>
                  <a:pt x="1862187" y="5641788"/>
                  <a:pt x="1848229" y="5624970"/>
                </a:cubicBezTo>
                <a:close/>
                <a:moveTo>
                  <a:pt x="3000475" y="5624633"/>
                </a:moveTo>
                <a:cubicBezTo>
                  <a:pt x="2985008" y="5605997"/>
                  <a:pt x="2994995" y="5581650"/>
                  <a:pt x="3018106" y="5581650"/>
                </a:cubicBezTo>
                <a:cubicBezTo>
                  <a:pt x="3042490" y="5581650"/>
                  <a:pt x="3050810" y="5606053"/>
                  <a:pt x="3032627" y="5624236"/>
                </a:cubicBezTo>
                <a:cubicBezTo>
                  <a:pt x="3014788" y="5642076"/>
                  <a:pt x="3014949" y="5642074"/>
                  <a:pt x="3000475" y="5624633"/>
                </a:cubicBezTo>
                <a:close/>
                <a:moveTo>
                  <a:pt x="4829554" y="5624970"/>
                </a:moveTo>
                <a:cubicBezTo>
                  <a:pt x="4804335" y="5594582"/>
                  <a:pt x="4841545" y="5546818"/>
                  <a:pt x="4871239" y="5571462"/>
                </a:cubicBezTo>
                <a:cubicBezTo>
                  <a:pt x="4889157" y="5586333"/>
                  <a:pt x="4890800" y="5611464"/>
                  <a:pt x="4874895" y="5627370"/>
                </a:cubicBezTo>
                <a:cubicBezTo>
                  <a:pt x="4859623" y="5642641"/>
                  <a:pt x="4843512" y="5641788"/>
                  <a:pt x="4829554" y="5624970"/>
                </a:cubicBezTo>
                <a:close/>
                <a:moveTo>
                  <a:pt x="7810879" y="5624970"/>
                </a:moveTo>
                <a:cubicBezTo>
                  <a:pt x="7785660" y="5594582"/>
                  <a:pt x="7822870" y="5546818"/>
                  <a:pt x="7852564" y="5571462"/>
                </a:cubicBezTo>
                <a:cubicBezTo>
                  <a:pt x="7870482" y="5586333"/>
                  <a:pt x="7872125" y="5611464"/>
                  <a:pt x="7856220" y="5627370"/>
                </a:cubicBezTo>
                <a:cubicBezTo>
                  <a:pt x="7840948" y="5642641"/>
                  <a:pt x="7824837" y="5641788"/>
                  <a:pt x="7810879" y="5624970"/>
                </a:cubicBezTo>
                <a:close/>
                <a:moveTo>
                  <a:pt x="1485900" y="5610225"/>
                </a:moveTo>
                <a:cubicBezTo>
                  <a:pt x="1485900" y="5597525"/>
                  <a:pt x="1492250" y="5591175"/>
                  <a:pt x="1504950" y="5591175"/>
                </a:cubicBezTo>
                <a:cubicBezTo>
                  <a:pt x="1517650" y="5591175"/>
                  <a:pt x="1524000" y="5597525"/>
                  <a:pt x="1524000" y="5610225"/>
                </a:cubicBezTo>
                <a:cubicBezTo>
                  <a:pt x="1524000" y="5622925"/>
                  <a:pt x="1517650" y="5629275"/>
                  <a:pt x="1504950" y="5629275"/>
                </a:cubicBezTo>
                <a:cubicBezTo>
                  <a:pt x="1492250" y="5629275"/>
                  <a:pt x="1485900" y="5622925"/>
                  <a:pt x="1485900" y="5610225"/>
                </a:cubicBezTo>
                <a:close/>
                <a:moveTo>
                  <a:pt x="7448550" y="5610225"/>
                </a:moveTo>
                <a:cubicBezTo>
                  <a:pt x="7448550" y="5597525"/>
                  <a:pt x="7454900" y="5591175"/>
                  <a:pt x="7467600" y="5591175"/>
                </a:cubicBezTo>
                <a:cubicBezTo>
                  <a:pt x="7480300" y="5591175"/>
                  <a:pt x="7486650" y="5597525"/>
                  <a:pt x="7486650" y="5610225"/>
                </a:cubicBezTo>
                <a:cubicBezTo>
                  <a:pt x="7486650" y="5622925"/>
                  <a:pt x="7480300" y="5629275"/>
                  <a:pt x="7467600" y="5629275"/>
                </a:cubicBezTo>
                <a:cubicBezTo>
                  <a:pt x="7454900" y="5629275"/>
                  <a:pt x="7448550" y="5622925"/>
                  <a:pt x="7448550" y="5610225"/>
                </a:cubicBezTo>
                <a:close/>
                <a:moveTo>
                  <a:pt x="1626393" y="5609242"/>
                </a:moveTo>
                <a:cubicBezTo>
                  <a:pt x="1605743" y="5597486"/>
                  <a:pt x="1604806" y="5569014"/>
                  <a:pt x="1624531" y="5552643"/>
                </a:cubicBezTo>
                <a:cubicBezTo>
                  <a:pt x="1636910" y="5542370"/>
                  <a:pt x="1642724" y="5543740"/>
                  <a:pt x="1659986" y="5561002"/>
                </a:cubicBezTo>
                <a:cubicBezTo>
                  <a:pt x="1680532" y="5581548"/>
                  <a:pt x="1680541" y="5581740"/>
                  <a:pt x="1661847" y="5600190"/>
                </a:cubicBezTo>
                <a:cubicBezTo>
                  <a:pt x="1647695" y="5614158"/>
                  <a:pt x="1638951" y="5616391"/>
                  <a:pt x="1626393" y="5609242"/>
                </a:cubicBezTo>
                <a:close/>
                <a:moveTo>
                  <a:pt x="2559049" y="5613399"/>
                </a:moveTo>
                <a:cubicBezTo>
                  <a:pt x="2545938" y="5600288"/>
                  <a:pt x="2553393" y="5581650"/>
                  <a:pt x="2571750" y="5581650"/>
                </a:cubicBezTo>
                <a:cubicBezTo>
                  <a:pt x="2584450" y="5581650"/>
                  <a:pt x="2590800" y="5588000"/>
                  <a:pt x="2590800" y="5600700"/>
                </a:cubicBezTo>
                <a:cubicBezTo>
                  <a:pt x="2590800" y="5619056"/>
                  <a:pt x="2572161" y="5626511"/>
                  <a:pt x="2559049" y="5613399"/>
                </a:cubicBezTo>
                <a:close/>
                <a:moveTo>
                  <a:pt x="7589043" y="5609242"/>
                </a:moveTo>
                <a:cubicBezTo>
                  <a:pt x="7568393" y="5597486"/>
                  <a:pt x="7567456" y="5569014"/>
                  <a:pt x="7587181" y="5552643"/>
                </a:cubicBezTo>
                <a:cubicBezTo>
                  <a:pt x="7599560" y="5542370"/>
                  <a:pt x="7605374" y="5543740"/>
                  <a:pt x="7622636" y="5561002"/>
                </a:cubicBezTo>
                <a:cubicBezTo>
                  <a:pt x="7643182" y="5581548"/>
                  <a:pt x="7643191" y="5581740"/>
                  <a:pt x="7624497" y="5600190"/>
                </a:cubicBezTo>
                <a:cubicBezTo>
                  <a:pt x="7610345" y="5614158"/>
                  <a:pt x="7601601" y="5616391"/>
                  <a:pt x="7589043" y="5609242"/>
                </a:cubicBezTo>
                <a:close/>
                <a:moveTo>
                  <a:pt x="8521700" y="5613399"/>
                </a:moveTo>
                <a:cubicBezTo>
                  <a:pt x="8508588" y="5600288"/>
                  <a:pt x="8516043" y="5581650"/>
                  <a:pt x="8534400" y="5581650"/>
                </a:cubicBezTo>
                <a:cubicBezTo>
                  <a:pt x="8547100" y="5581650"/>
                  <a:pt x="8553450" y="5588000"/>
                  <a:pt x="8553450" y="5600700"/>
                </a:cubicBezTo>
                <a:cubicBezTo>
                  <a:pt x="8553450" y="5619056"/>
                  <a:pt x="8534811" y="5626511"/>
                  <a:pt x="8521700" y="5613399"/>
                </a:cubicBezTo>
                <a:close/>
                <a:moveTo>
                  <a:pt x="1119000" y="5600397"/>
                </a:moveTo>
                <a:cubicBezTo>
                  <a:pt x="1115301" y="5594412"/>
                  <a:pt x="1116756" y="5585033"/>
                  <a:pt x="1122234" y="5579555"/>
                </a:cubicBezTo>
                <a:cubicBezTo>
                  <a:pt x="1135035" y="5566754"/>
                  <a:pt x="1164879" y="5577920"/>
                  <a:pt x="1159671" y="5593561"/>
                </a:cubicBezTo>
                <a:cubicBezTo>
                  <a:pt x="1154369" y="5609484"/>
                  <a:pt x="1127416" y="5614014"/>
                  <a:pt x="1119000" y="5600397"/>
                </a:cubicBezTo>
                <a:close/>
                <a:moveTo>
                  <a:pt x="1317881" y="5595902"/>
                </a:moveTo>
                <a:cubicBezTo>
                  <a:pt x="1309780" y="5574793"/>
                  <a:pt x="1338842" y="5545082"/>
                  <a:pt x="1353375" y="5559615"/>
                </a:cubicBezTo>
                <a:cubicBezTo>
                  <a:pt x="1368197" y="5574437"/>
                  <a:pt x="1360237" y="5604638"/>
                  <a:pt x="1340505" y="5608438"/>
                </a:cubicBezTo>
                <a:cubicBezTo>
                  <a:pt x="1331382" y="5610195"/>
                  <a:pt x="1321201" y="5604554"/>
                  <a:pt x="1317881" y="5595902"/>
                </a:cubicBezTo>
                <a:close/>
                <a:moveTo>
                  <a:pt x="4609318" y="5592230"/>
                </a:moveTo>
                <a:cubicBezTo>
                  <a:pt x="4587342" y="5574218"/>
                  <a:pt x="4587053" y="5572575"/>
                  <a:pt x="4602994" y="5556373"/>
                </a:cubicBezTo>
                <a:cubicBezTo>
                  <a:pt x="4619012" y="5540092"/>
                  <a:pt x="4620569" y="5540261"/>
                  <a:pt x="4640791" y="5560483"/>
                </a:cubicBezTo>
                <a:cubicBezTo>
                  <a:pt x="4659843" y="5579534"/>
                  <a:pt x="4660454" y="5583002"/>
                  <a:pt x="4647116" y="5596340"/>
                </a:cubicBezTo>
                <a:cubicBezTo>
                  <a:pt x="4633777" y="5609679"/>
                  <a:pt x="4630122" y="5609281"/>
                  <a:pt x="4609318" y="5592230"/>
                </a:cubicBezTo>
                <a:close/>
                <a:moveTo>
                  <a:pt x="7081650" y="5600397"/>
                </a:moveTo>
                <a:cubicBezTo>
                  <a:pt x="7077951" y="5594412"/>
                  <a:pt x="7079406" y="5585033"/>
                  <a:pt x="7084884" y="5579555"/>
                </a:cubicBezTo>
                <a:cubicBezTo>
                  <a:pt x="7097685" y="5566754"/>
                  <a:pt x="7127529" y="5577920"/>
                  <a:pt x="7122321" y="5593561"/>
                </a:cubicBezTo>
                <a:cubicBezTo>
                  <a:pt x="7117019" y="5609484"/>
                  <a:pt x="7090066" y="5614014"/>
                  <a:pt x="7081650" y="5600397"/>
                </a:cubicBezTo>
                <a:close/>
                <a:moveTo>
                  <a:pt x="7280531" y="5595902"/>
                </a:moveTo>
                <a:cubicBezTo>
                  <a:pt x="7272430" y="5574793"/>
                  <a:pt x="7301492" y="5545082"/>
                  <a:pt x="7316025" y="5559615"/>
                </a:cubicBezTo>
                <a:cubicBezTo>
                  <a:pt x="7330847" y="5574437"/>
                  <a:pt x="7322887" y="5604638"/>
                  <a:pt x="7303155" y="5608438"/>
                </a:cubicBezTo>
                <a:cubicBezTo>
                  <a:pt x="7294032" y="5610195"/>
                  <a:pt x="7283851" y="5604554"/>
                  <a:pt x="7280531" y="5595902"/>
                </a:cubicBezTo>
                <a:close/>
                <a:moveTo>
                  <a:pt x="2325013" y="5591739"/>
                </a:moveTo>
                <a:cubicBezTo>
                  <a:pt x="2310618" y="5582843"/>
                  <a:pt x="2317248" y="5553075"/>
                  <a:pt x="2333625" y="5553075"/>
                </a:cubicBezTo>
                <a:cubicBezTo>
                  <a:pt x="2347571" y="5553075"/>
                  <a:pt x="2357112" y="5581022"/>
                  <a:pt x="2346716" y="5591418"/>
                </a:cubicBezTo>
                <a:cubicBezTo>
                  <a:pt x="2341939" y="5596195"/>
                  <a:pt x="2332450" y="5596335"/>
                  <a:pt x="2325013" y="5591739"/>
                </a:cubicBezTo>
                <a:close/>
                <a:moveTo>
                  <a:pt x="8287663" y="5591739"/>
                </a:moveTo>
                <a:cubicBezTo>
                  <a:pt x="8273268" y="5582843"/>
                  <a:pt x="8279898" y="5553075"/>
                  <a:pt x="8296275" y="5553075"/>
                </a:cubicBezTo>
                <a:cubicBezTo>
                  <a:pt x="8310221" y="5553075"/>
                  <a:pt x="8319762" y="5581022"/>
                  <a:pt x="8309366" y="5591418"/>
                </a:cubicBezTo>
                <a:cubicBezTo>
                  <a:pt x="8304589" y="5596195"/>
                  <a:pt x="8295100" y="5596335"/>
                  <a:pt x="8287663" y="5591739"/>
                </a:cubicBezTo>
                <a:close/>
                <a:moveTo>
                  <a:pt x="1012848" y="5576247"/>
                </a:moveTo>
                <a:cubicBezTo>
                  <a:pt x="1004910" y="5555559"/>
                  <a:pt x="1025064" y="5536104"/>
                  <a:pt x="1039489" y="5550529"/>
                </a:cubicBezTo>
                <a:cubicBezTo>
                  <a:pt x="1051682" y="5562722"/>
                  <a:pt x="1044128" y="5591175"/>
                  <a:pt x="1028700" y="5591175"/>
                </a:cubicBezTo>
                <a:cubicBezTo>
                  <a:pt x="1023132" y="5591175"/>
                  <a:pt x="1015999" y="5584457"/>
                  <a:pt x="1012848" y="5576247"/>
                </a:cubicBezTo>
                <a:close/>
                <a:moveTo>
                  <a:pt x="2691017" y="5575731"/>
                </a:moveTo>
                <a:cubicBezTo>
                  <a:pt x="2661538" y="5546252"/>
                  <a:pt x="2696340" y="5498794"/>
                  <a:pt x="2731293" y="5520807"/>
                </a:cubicBezTo>
                <a:cubicBezTo>
                  <a:pt x="2760484" y="5539189"/>
                  <a:pt x="2748169" y="5591175"/>
                  <a:pt x="2714625" y="5591175"/>
                </a:cubicBezTo>
                <a:cubicBezTo>
                  <a:pt x="2710134" y="5591175"/>
                  <a:pt x="2699511" y="5584225"/>
                  <a:pt x="2691017" y="5575731"/>
                </a:cubicBezTo>
                <a:close/>
                <a:moveTo>
                  <a:pt x="6975498" y="5576247"/>
                </a:moveTo>
                <a:cubicBezTo>
                  <a:pt x="6967560" y="5555559"/>
                  <a:pt x="6987714" y="5536104"/>
                  <a:pt x="7002139" y="5550529"/>
                </a:cubicBezTo>
                <a:cubicBezTo>
                  <a:pt x="7014332" y="5562722"/>
                  <a:pt x="7006778" y="5591175"/>
                  <a:pt x="6991350" y="5591175"/>
                </a:cubicBezTo>
                <a:cubicBezTo>
                  <a:pt x="6985782" y="5591175"/>
                  <a:pt x="6978649" y="5584457"/>
                  <a:pt x="6975498" y="5576247"/>
                </a:cubicBezTo>
                <a:close/>
                <a:moveTo>
                  <a:pt x="8653667" y="5575731"/>
                </a:moveTo>
                <a:cubicBezTo>
                  <a:pt x="8624188" y="5546252"/>
                  <a:pt x="8658990" y="5498794"/>
                  <a:pt x="8693943" y="5520807"/>
                </a:cubicBezTo>
                <a:cubicBezTo>
                  <a:pt x="8723134" y="5539189"/>
                  <a:pt x="8710819" y="5591175"/>
                  <a:pt x="8677275" y="5591175"/>
                </a:cubicBezTo>
                <a:cubicBezTo>
                  <a:pt x="8672784" y="5591175"/>
                  <a:pt x="8662161" y="5584225"/>
                  <a:pt x="8653667" y="5575731"/>
                </a:cubicBezTo>
                <a:close/>
                <a:moveTo>
                  <a:pt x="1985989" y="5562685"/>
                </a:moveTo>
                <a:cubicBezTo>
                  <a:pt x="1977883" y="5537144"/>
                  <a:pt x="1987259" y="5524500"/>
                  <a:pt x="2014305" y="5524500"/>
                </a:cubicBezTo>
                <a:cubicBezTo>
                  <a:pt x="2040088" y="5524500"/>
                  <a:pt x="2049141" y="5540845"/>
                  <a:pt x="2036727" y="5564981"/>
                </a:cubicBezTo>
                <a:cubicBezTo>
                  <a:pt x="2025126" y="5587537"/>
                  <a:pt x="1993421" y="5586102"/>
                  <a:pt x="1985989" y="5562685"/>
                </a:cubicBezTo>
                <a:close/>
                <a:moveTo>
                  <a:pt x="4967314" y="5562685"/>
                </a:moveTo>
                <a:cubicBezTo>
                  <a:pt x="4959208" y="5537144"/>
                  <a:pt x="4968584" y="5524500"/>
                  <a:pt x="4995630" y="5524500"/>
                </a:cubicBezTo>
                <a:cubicBezTo>
                  <a:pt x="5021413" y="5524500"/>
                  <a:pt x="5030466" y="5540845"/>
                  <a:pt x="5018052" y="5564981"/>
                </a:cubicBezTo>
                <a:cubicBezTo>
                  <a:pt x="5006451" y="5587537"/>
                  <a:pt x="4974746" y="5586102"/>
                  <a:pt x="4967314" y="5562685"/>
                </a:cubicBezTo>
                <a:close/>
                <a:moveTo>
                  <a:pt x="7948639" y="5562685"/>
                </a:moveTo>
                <a:cubicBezTo>
                  <a:pt x="7940533" y="5537144"/>
                  <a:pt x="7949909" y="5524500"/>
                  <a:pt x="7976955" y="5524500"/>
                </a:cubicBezTo>
                <a:cubicBezTo>
                  <a:pt x="8002738" y="5524500"/>
                  <a:pt x="8011791" y="5540845"/>
                  <a:pt x="7999377" y="5564981"/>
                </a:cubicBezTo>
                <a:cubicBezTo>
                  <a:pt x="7987776" y="5587537"/>
                  <a:pt x="7956071" y="5586102"/>
                  <a:pt x="7948639" y="5562685"/>
                </a:cubicBezTo>
                <a:close/>
                <a:moveTo>
                  <a:pt x="1736981" y="5538752"/>
                </a:moveTo>
                <a:cubicBezTo>
                  <a:pt x="1728880" y="5517643"/>
                  <a:pt x="1757942" y="5487932"/>
                  <a:pt x="1772475" y="5502465"/>
                </a:cubicBezTo>
                <a:cubicBezTo>
                  <a:pt x="1787297" y="5517287"/>
                  <a:pt x="1779337" y="5547488"/>
                  <a:pt x="1759605" y="5551288"/>
                </a:cubicBezTo>
                <a:cubicBezTo>
                  <a:pt x="1750482" y="5553045"/>
                  <a:pt x="1740301" y="5547404"/>
                  <a:pt x="1736981" y="5538752"/>
                </a:cubicBezTo>
                <a:close/>
                <a:moveTo>
                  <a:pt x="2164445" y="5542010"/>
                </a:moveTo>
                <a:cubicBezTo>
                  <a:pt x="2136742" y="5514307"/>
                  <a:pt x="2157366" y="5467350"/>
                  <a:pt x="2197236" y="5467350"/>
                </a:cubicBezTo>
                <a:cubicBezTo>
                  <a:pt x="2222389" y="5467350"/>
                  <a:pt x="2237814" y="5508091"/>
                  <a:pt x="2222136" y="5533117"/>
                </a:cubicBezTo>
                <a:cubicBezTo>
                  <a:pt x="2209955" y="5552560"/>
                  <a:pt x="2179664" y="5557229"/>
                  <a:pt x="2164445" y="5542010"/>
                </a:cubicBezTo>
                <a:close/>
                <a:moveTo>
                  <a:pt x="4718306" y="5538752"/>
                </a:moveTo>
                <a:cubicBezTo>
                  <a:pt x="4710205" y="5517643"/>
                  <a:pt x="4739267" y="5487932"/>
                  <a:pt x="4753800" y="5502465"/>
                </a:cubicBezTo>
                <a:cubicBezTo>
                  <a:pt x="4768622" y="5517287"/>
                  <a:pt x="4760662" y="5547488"/>
                  <a:pt x="4740930" y="5551288"/>
                </a:cubicBezTo>
                <a:cubicBezTo>
                  <a:pt x="4731807" y="5553045"/>
                  <a:pt x="4721626" y="5547404"/>
                  <a:pt x="4718306" y="5538752"/>
                </a:cubicBezTo>
                <a:close/>
                <a:moveTo>
                  <a:pt x="7699631" y="5538752"/>
                </a:moveTo>
                <a:cubicBezTo>
                  <a:pt x="7691530" y="5517643"/>
                  <a:pt x="7720592" y="5487932"/>
                  <a:pt x="7735125" y="5502465"/>
                </a:cubicBezTo>
                <a:cubicBezTo>
                  <a:pt x="7749947" y="5517287"/>
                  <a:pt x="7741987" y="5547488"/>
                  <a:pt x="7722255" y="5551288"/>
                </a:cubicBezTo>
                <a:cubicBezTo>
                  <a:pt x="7713132" y="5553045"/>
                  <a:pt x="7702951" y="5547404"/>
                  <a:pt x="7699631" y="5538752"/>
                </a:cubicBezTo>
                <a:close/>
                <a:moveTo>
                  <a:pt x="8127095" y="5542010"/>
                </a:moveTo>
                <a:cubicBezTo>
                  <a:pt x="8099392" y="5514307"/>
                  <a:pt x="8120016" y="5467350"/>
                  <a:pt x="8159886" y="5467350"/>
                </a:cubicBezTo>
                <a:cubicBezTo>
                  <a:pt x="8185039" y="5467350"/>
                  <a:pt x="8200464" y="5508091"/>
                  <a:pt x="8184786" y="5533117"/>
                </a:cubicBezTo>
                <a:cubicBezTo>
                  <a:pt x="8172605" y="5552560"/>
                  <a:pt x="8142314" y="5557229"/>
                  <a:pt x="8127095" y="5542010"/>
                </a:cubicBezTo>
                <a:close/>
                <a:moveTo>
                  <a:pt x="1216025" y="5537199"/>
                </a:moveTo>
                <a:cubicBezTo>
                  <a:pt x="1204368" y="5525543"/>
                  <a:pt x="1209493" y="5495396"/>
                  <a:pt x="1224083" y="5489797"/>
                </a:cubicBezTo>
                <a:cubicBezTo>
                  <a:pt x="1247162" y="5480941"/>
                  <a:pt x="1268270" y="5504001"/>
                  <a:pt x="1256764" y="5525500"/>
                </a:cubicBezTo>
                <a:cubicBezTo>
                  <a:pt x="1247082" y="5543591"/>
                  <a:pt x="1227919" y="5549094"/>
                  <a:pt x="1216025" y="5537199"/>
                </a:cubicBezTo>
                <a:close/>
                <a:moveTo>
                  <a:pt x="7178675" y="5537199"/>
                </a:moveTo>
                <a:cubicBezTo>
                  <a:pt x="7167018" y="5525543"/>
                  <a:pt x="7172143" y="5495396"/>
                  <a:pt x="7186733" y="5489797"/>
                </a:cubicBezTo>
                <a:cubicBezTo>
                  <a:pt x="7209812" y="5480941"/>
                  <a:pt x="7230920" y="5504001"/>
                  <a:pt x="7219414" y="5525500"/>
                </a:cubicBezTo>
                <a:cubicBezTo>
                  <a:pt x="7209732" y="5543591"/>
                  <a:pt x="7190569" y="5549094"/>
                  <a:pt x="7178675" y="5537199"/>
                </a:cubicBezTo>
                <a:close/>
                <a:moveTo>
                  <a:pt x="906422" y="5525658"/>
                </a:moveTo>
                <a:cubicBezTo>
                  <a:pt x="884059" y="5511482"/>
                  <a:pt x="896832" y="5472112"/>
                  <a:pt x="923794" y="5472112"/>
                </a:cubicBezTo>
                <a:cubicBezTo>
                  <a:pt x="950726" y="5472112"/>
                  <a:pt x="960902" y="5498136"/>
                  <a:pt x="942595" y="5520195"/>
                </a:cubicBezTo>
                <a:cubicBezTo>
                  <a:pt x="929423" y="5536066"/>
                  <a:pt x="924109" y="5536868"/>
                  <a:pt x="906422" y="5525658"/>
                </a:cubicBezTo>
                <a:close/>
                <a:moveTo>
                  <a:pt x="6869072" y="5525658"/>
                </a:moveTo>
                <a:cubicBezTo>
                  <a:pt x="6846709" y="5511482"/>
                  <a:pt x="6859482" y="5472112"/>
                  <a:pt x="6886444" y="5472112"/>
                </a:cubicBezTo>
                <a:cubicBezTo>
                  <a:pt x="6913376" y="5472112"/>
                  <a:pt x="6923552" y="5498136"/>
                  <a:pt x="6905245" y="5520195"/>
                </a:cubicBezTo>
                <a:cubicBezTo>
                  <a:pt x="6892073" y="5536066"/>
                  <a:pt x="6886759" y="5536868"/>
                  <a:pt x="6869072" y="5525658"/>
                </a:cubicBezTo>
                <a:close/>
                <a:moveTo>
                  <a:pt x="776598" y="5515477"/>
                </a:moveTo>
                <a:cubicBezTo>
                  <a:pt x="768223" y="5501927"/>
                  <a:pt x="778903" y="5486400"/>
                  <a:pt x="796598" y="5486400"/>
                </a:cubicBezTo>
                <a:cubicBezTo>
                  <a:pt x="804943" y="5486400"/>
                  <a:pt x="809723" y="5493091"/>
                  <a:pt x="807942" y="5502279"/>
                </a:cubicBezTo>
                <a:cubicBezTo>
                  <a:pt x="804231" y="5521410"/>
                  <a:pt x="785213" y="5529418"/>
                  <a:pt x="776598" y="5515477"/>
                </a:cubicBezTo>
                <a:close/>
                <a:moveTo>
                  <a:pt x="2475878" y="5504289"/>
                </a:moveTo>
                <a:cubicBezTo>
                  <a:pt x="2466924" y="5487557"/>
                  <a:pt x="2468505" y="5480636"/>
                  <a:pt x="2485068" y="5464072"/>
                </a:cubicBezTo>
                <a:lnTo>
                  <a:pt x="2505075" y="5444066"/>
                </a:lnTo>
                <a:lnTo>
                  <a:pt x="2525081" y="5464072"/>
                </a:lnTo>
                <a:cubicBezTo>
                  <a:pt x="2548744" y="5487736"/>
                  <a:pt x="2536573" y="5524500"/>
                  <a:pt x="2505075" y="5524500"/>
                </a:cubicBezTo>
                <a:cubicBezTo>
                  <a:pt x="2494966" y="5524500"/>
                  <a:pt x="2481827" y="5515405"/>
                  <a:pt x="2475878" y="5504289"/>
                </a:cubicBezTo>
                <a:close/>
                <a:moveTo>
                  <a:pt x="2939618" y="5510007"/>
                </a:moveTo>
                <a:cubicBezTo>
                  <a:pt x="2921362" y="5491751"/>
                  <a:pt x="2919645" y="5466164"/>
                  <a:pt x="2935605" y="5450205"/>
                </a:cubicBezTo>
                <a:cubicBezTo>
                  <a:pt x="2967128" y="5418681"/>
                  <a:pt x="3021361" y="5463080"/>
                  <a:pt x="2996729" y="5500245"/>
                </a:cubicBezTo>
                <a:cubicBezTo>
                  <a:pt x="2979894" y="5525647"/>
                  <a:pt x="2958854" y="5529243"/>
                  <a:pt x="2939618" y="5510007"/>
                </a:cubicBezTo>
                <a:close/>
                <a:moveTo>
                  <a:pt x="6739248" y="5515477"/>
                </a:moveTo>
                <a:cubicBezTo>
                  <a:pt x="6730873" y="5501927"/>
                  <a:pt x="6741553" y="5486400"/>
                  <a:pt x="6759248" y="5486400"/>
                </a:cubicBezTo>
                <a:cubicBezTo>
                  <a:pt x="6767593" y="5486400"/>
                  <a:pt x="6772373" y="5493091"/>
                  <a:pt x="6770592" y="5502279"/>
                </a:cubicBezTo>
                <a:cubicBezTo>
                  <a:pt x="6766881" y="5521410"/>
                  <a:pt x="6747863" y="5529418"/>
                  <a:pt x="6739248" y="5515477"/>
                </a:cubicBezTo>
                <a:close/>
                <a:moveTo>
                  <a:pt x="8438528" y="5504289"/>
                </a:moveTo>
                <a:cubicBezTo>
                  <a:pt x="8429574" y="5487557"/>
                  <a:pt x="8431155" y="5480636"/>
                  <a:pt x="8447718" y="5464072"/>
                </a:cubicBezTo>
                <a:lnTo>
                  <a:pt x="8467725" y="5444066"/>
                </a:lnTo>
                <a:lnTo>
                  <a:pt x="8487731" y="5464072"/>
                </a:lnTo>
                <a:cubicBezTo>
                  <a:pt x="8511394" y="5487736"/>
                  <a:pt x="8499223" y="5524500"/>
                  <a:pt x="8467725" y="5524500"/>
                </a:cubicBezTo>
                <a:cubicBezTo>
                  <a:pt x="8457616" y="5524500"/>
                  <a:pt x="8444477" y="5515405"/>
                  <a:pt x="8438528" y="5504289"/>
                </a:cubicBezTo>
                <a:close/>
                <a:moveTo>
                  <a:pt x="8890875" y="5491718"/>
                </a:moveTo>
                <a:cubicBezTo>
                  <a:pt x="8878695" y="5443189"/>
                  <a:pt x="8931485" y="5420715"/>
                  <a:pt x="8959170" y="5462643"/>
                </a:cubicBezTo>
                <a:cubicBezTo>
                  <a:pt x="8975398" y="5487221"/>
                  <a:pt x="8965903" y="5501399"/>
                  <a:pt x="8927658" y="5509695"/>
                </a:cubicBezTo>
                <a:cubicBezTo>
                  <a:pt x="8900249" y="5515640"/>
                  <a:pt x="8896408" y="5513763"/>
                  <a:pt x="8890875" y="5491718"/>
                </a:cubicBezTo>
                <a:close/>
                <a:moveTo>
                  <a:pt x="1557337" y="5495925"/>
                </a:moveTo>
                <a:cubicBezTo>
                  <a:pt x="1549364" y="5483024"/>
                  <a:pt x="1560122" y="5467350"/>
                  <a:pt x="1576949" y="5467350"/>
                </a:cubicBezTo>
                <a:cubicBezTo>
                  <a:pt x="1584498" y="5467350"/>
                  <a:pt x="1590675" y="5475922"/>
                  <a:pt x="1590675" y="5486400"/>
                </a:cubicBezTo>
                <a:cubicBezTo>
                  <a:pt x="1590675" y="5506119"/>
                  <a:pt x="1567695" y="5512685"/>
                  <a:pt x="1557337" y="5495925"/>
                </a:cubicBezTo>
                <a:close/>
                <a:moveTo>
                  <a:pt x="2820546" y="5492543"/>
                </a:moveTo>
                <a:cubicBezTo>
                  <a:pt x="2812245" y="5482542"/>
                  <a:pt x="2812779" y="5476796"/>
                  <a:pt x="2822781" y="5468496"/>
                </a:cubicBezTo>
                <a:cubicBezTo>
                  <a:pt x="2832782" y="5460195"/>
                  <a:pt x="2838528" y="5460729"/>
                  <a:pt x="2846828" y="5470731"/>
                </a:cubicBezTo>
                <a:cubicBezTo>
                  <a:pt x="2855129" y="5480732"/>
                  <a:pt x="2854595" y="5486478"/>
                  <a:pt x="2844593" y="5494778"/>
                </a:cubicBezTo>
                <a:cubicBezTo>
                  <a:pt x="2834592" y="5503079"/>
                  <a:pt x="2828846" y="5502545"/>
                  <a:pt x="2820546" y="5492543"/>
                </a:cubicBezTo>
                <a:close/>
                <a:moveTo>
                  <a:pt x="3099874" y="5495095"/>
                </a:moveTo>
                <a:cubicBezTo>
                  <a:pt x="3096354" y="5489399"/>
                  <a:pt x="3097209" y="5481005"/>
                  <a:pt x="3101773" y="5476441"/>
                </a:cubicBezTo>
                <a:cubicBezTo>
                  <a:pt x="3113038" y="5465176"/>
                  <a:pt x="3137831" y="5481574"/>
                  <a:pt x="3129620" y="5494860"/>
                </a:cubicBezTo>
                <a:cubicBezTo>
                  <a:pt x="3121300" y="5508322"/>
                  <a:pt x="3108114" y="5508427"/>
                  <a:pt x="3099874" y="5495095"/>
                </a:cubicBezTo>
                <a:close/>
                <a:moveTo>
                  <a:pt x="6479360" y="5498065"/>
                </a:moveTo>
                <a:cubicBezTo>
                  <a:pt x="6446517" y="5492751"/>
                  <a:pt x="6435551" y="5464070"/>
                  <a:pt x="6456481" y="5438223"/>
                </a:cubicBezTo>
                <a:cubicBezTo>
                  <a:pt x="6487085" y="5400428"/>
                  <a:pt x="6543948" y="5430996"/>
                  <a:pt x="6529240" y="5477336"/>
                </a:cubicBezTo>
                <a:cubicBezTo>
                  <a:pt x="6522980" y="5497062"/>
                  <a:pt x="6509018" y="5502864"/>
                  <a:pt x="6479360" y="5498065"/>
                </a:cubicBezTo>
                <a:close/>
                <a:moveTo>
                  <a:pt x="6639025" y="5491283"/>
                </a:moveTo>
                <a:cubicBezTo>
                  <a:pt x="6623558" y="5472647"/>
                  <a:pt x="6633545" y="5448300"/>
                  <a:pt x="6656656" y="5448300"/>
                </a:cubicBezTo>
                <a:cubicBezTo>
                  <a:pt x="6681040" y="5448300"/>
                  <a:pt x="6689360" y="5472703"/>
                  <a:pt x="6671177" y="5490886"/>
                </a:cubicBezTo>
                <a:cubicBezTo>
                  <a:pt x="6653338" y="5508726"/>
                  <a:pt x="6653499" y="5508724"/>
                  <a:pt x="6639025" y="5491283"/>
                </a:cubicBezTo>
                <a:close/>
                <a:moveTo>
                  <a:pt x="7519987" y="5495925"/>
                </a:moveTo>
                <a:cubicBezTo>
                  <a:pt x="7512014" y="5483024"/>
                  <a:pt x="7522772" y="5467350"/>
                  <a:pt x="7539599" y="5467350"/>
                </a:cubicBezTo>
                <a:cubicBezTo>
                  <a:pt x="7547148" y="5467350"/>
                  <a:pt x="7553325" y="5475922"/>
                  <a:pt x="7553325" y="5486400"/>
                </a:cubicBezTo>
                <a:cubicBezTo>
                  <a:pt x="7553325" y="5506119"/>
                  <a:pt x="7530345" y="5512685"/>
                  <a:pt x="7519987" y="5495925"/>
                </a:cubicBezTo>
                <a:close/>
                <a:moveTo>
                  <a:pt x="8783196" y="5492543"/>
                </a:moveTo>
                <a:cubicBezTo>
                  <a:pt x="8774895" y="5482542"/>
                  <a:pt x="8775429" y="5476796"/>
                  <a:pt x="8785431" y="5468496"/>
                </a:cubicBezTo>
                <a:cubicBezTo>
                  <a:pt x="8795432" y="5460195"/>
                  <a:pt x="8801178" y="5460729"/>
                  <a:pt x="8809478" y="5470731"/>
                </a:cubicBezTo>
                <a:cubicBezTo>
                  <a:pt x="8817779" y="5480732"/>
                  <a:pt x="8817245" y="5486478"/>
                  <a:pt x="8807243" y="5494778"/>
                </a:cubicBezTo>
                <a:cubicBezTo>
                  <a:pt x="8797242" y="5503079"/>
                  <a:pt x="8791496" y="5502545"/>
                  <a:pt x="8783196" y="5492543"/>
                </a:cubicBezTo>
                <a:close/>
                <a:moveTo>
                  <a:pt x="672043" y="5487259"/>
                </a:moveTo>
                <a:cubicBezTo>
                  <a:pt x="662938" y="5472527"/>
                  <a:pt x="677416" y="5448300"/>
                  <a:pt x="695325" y="5448300"/>
                </a:cubicBezTo>
                <a:cubicBezTo>
                  <a:pt x="713648" y="5448300"/>
                  <a:pt x="723640" y="5464811"/>
                  <a:pt x="716940" y="5484018"/>
                </a:cubicBezTo>
                <a:cubicBezTo>
                  <a:pt x="712144" y="5497768"/>
                  <a:pt x="679973" y="5500090"/>
                  <a:pt x="672043" y="5487259"/>
                </a:cubicBezTo>
                <a:close/>
                <a:moveTo>
                  <a:pt x="1404200" y="5472567"/>
                </a:moveTo>
                <a:cubicBezTo>
                  <a:pt x="1396199" y="5440687"/>
                  <a:pt x="1415302" y="5417941"/>
                  <a:pt x="1446984" y="5421624"/>
                </a:cubicBezTo>
                <a:cubicBezTo>
                  <a:pt x="1468235" y="5424094"/>
                  <a:pt x="1471612" y="5429058"/>
                  <a:pt x="1471612" y="5457825"/>
                </a:cubicBezTo>
                <a:cubicBezTo>
                  <a:pt x="1471612" y="5488399"/>
                  <a:pt x="1469074" y="5491407"/>
                  <a:pt x="1440983" y="5494122"/>
                </a:cubicBezTo>
                <a:cubicBezTo>
                  <a:pt x="1414896" y="5496644"/>
                  <a:pt x="1409441" y="5493447"/>
                  <a:pt x="1404200" y="5472567"/>
                </a:cubicBezTo>
                <a:close/>
                <a:moveTo>
                  <a:pt x="2354146" y="5482231"/>
                </a:moveTo>
                <a:cubicBezTo>
                  <a:pt x="2355956" y="5473493"/>
                  <a:pt x="2361723" y="5466570"/>
                  <a:pt x="2366962" y="5466846"/>
                </a:cubicBezTo>
                <a:cubicBezTo>
                  <a:pt x="2381100" y="5467593"/>
                  <a:pt x="2378503" y="5488903"/>
                  <a:pt x="2363671" y="5493846"/>
                </a:cubicBezTo>
                <a:cubicBezTo>
                  <a:pt x="2355659" y="5496517"/>
                  <a:pt x="2352089" y="5492163"/>
                  <a:pt x="2354146" y="5482231"/>
                </a:cubicBezTo>
                <a:close/>
                <a:moveTo>
                  <a:pt x="3224212" y="5486400"/>
                </a:moveTo>
                <a:cubicBezTo>
                  <a:pt x="3227450" y="5481161"/>
                  <a:pt x="3237347" y="5476940"/>
                  <a:pt x="3246205" y="5477020"/>
                </a:cubicBezTo>
                <a:cubicBezTo>
                  <a:pt x="3260086" y="5477146"/>
                  <a:pt x="3260337" y="5478442"/>
                  <a:pt x="3248025" y="5486400"/>
                </a:cubicBezTo>
                <a:cubicBezTo>
                  <a:pt x="3229371" y="5498454"/>
                  <a:pt x="3216762" y="5498454"/>
                  <a:pt x="3224212" y="5486400"/>
                </a:cubicBezTo>
                <a:close/>
                <a:moveTo>
                  <a:pt x="7366850" y="5472567"/>
                </a:moveTo>
                <a:cubicBezTo>
                  <a:pt x="7358849" y="5440687"/>
                  <a:pt x="7377952" y="5417941"/>
                  <a:pt x="7409634" y="5421624"/>
                </a:cubicBezTo>
                <a:cubicBezTo>
                  <a:pt x="7430885" y="5424094"/>
                  <a:pt x="7434262" y="5429058"/>
                  <a:pt x="7434262" y="5457825"/>
                </a:cubicBezTo>
                <a:cubicBezTo>
                  <a:pt x="7434262" y="5488399"/>
                  <a:pt x="7431724" y="5491407"/>
                  <a:pt x="7403633" y="5494122"/>
                </a:cubicBezTo>
                <a:cubicBezTo>
                  <a:pt x="7377546" y="5496644"/>
                  <a:pt x="7372091" y="5493447"/>
                  <a:pt x="7366850" y="5472567"/>
                </a:cubicBezTo>
                <a:close/>
                <a:moveTo>
                  <a:pt x="8316796" y="5482231"/>
                </a:moveTo>
                <a:cubicBezTo>
                  <a:pt x="8318606" y="5473493"/>
                  <a:pt x="8324373" y="5466570"/>
                  <a:pt x="8329612" y="5466846"/>
                </a:cubicBezTo>
                <a:cubicBezTo>
                  <a:pt x="8343750" y="5467593"/>
                  <a:pt x="8341153" y="5488903"/>
                  <a:pt x="8326321" y="5493846"/>
                </a:cubicBezTo>
                <a:cubicBezTo>
                  <a:pt x="8318309" y="5496517"/>
                  <a:pt x="8314739" y="5492163"/>
                  <a:pt x="8316796" y="5482231"/>
                </a:cubicBezTo>
                <a:close/>
                <a:moveTo>
                  <a:pt x="1058035" y="5463504"/>
                </a:moveTo>
                <a:cubicBezTo>
                  <a:pt x="1038479" y="5439940"/>
                  <a:pt x="1054472" y="5408579"/>
                  <a:pt x="1084286" y="5412027"/>
                </a:cubicBezTo>
                <a:cubicBezTo>
                  <a:pt x="1105479" y="5414478"/>
                  <a:pt x="1109662" y="5419672"/>
                  <a:pt x="1109662" y="5443537"/>
                </a:cubicBezTo>
                <a:cubicBezTo>
                  <a:pt x="1109662" y="5476262"/>
                  <a:pt x="1078595" y="5488277"/>
                  <a:pt x="1058035" y="5463504"/>
                </a:cubicBezTo>
                <a:close/>
                <a:moveTo>
                  <a:pt x="1895475" y="5457825"/>
                </a:moveTo>
                <a:cubicBezTo>
                  <a:pt x="1895475" y="5443478"/>
                  <a:pt x="1900448" y="5438335"/>
                  <a:pt x="1912143" y="5440588"/>
                </a:cubicBezTo>
                <a:cubicBezTo>
                  <a:pt x="1921311" y="5442353"/>
                  <a:pt x="1928812" y="5450110"/>
                  <a:pt x="1928812" y="5457825"/>
                </a:cubicBezTo>
                <a:cubicBezTo>
                  <a:pt x="1928812" y="5465539"/>
                  <a:pt x="1921311" y="5473296"/>
                  <a:pt x="1912143" y="5475061"/>
                </a:cubicBezTo>
                <a:cubicBezTo>
                  <a:pt x="1900448" y="5477314"/>
                  <a:pt x="1895475" y="5472171"/>
                  <a:pt x="1895475" y="5457825"/>
                </a:cubicBezTo>
                <a:close/>
                <a:moveTo>
                  <a:pt x="4876800" y="5457825"/>
                </a:moveTo>
                <a:cubicBezTo>
                  <a:pt x="4876800" y="5443478"/>
                  <a:pt x="4881773" y="5438335"/>
                  <a:pt x="4893468" y="5440588"/>
                </a:cubicBezTo>
                <a:cubicBezTo>
                  <a:pt x="4902636" y="5442353"/>
                  <a:pt x="4910137" y="5450110"/>
                  <a:pt x="4910137" y="5457825"/>
                </a:cubicBezTo>
                <a:cubicBezTo>
                  <a:pt x="4910137" y="5465539"/>
                  <a:pt x="4902636" y="5473296"/>
                  <a:pt x="4893468" y="5475061"/>
                </a:cubicBezTo>
                <a:cubicBezTo>
                  <a:pt x="4881773" y="5477314"/>
                  <a:pt x="4876800" y="5472171"/>
                  <a:pt x="4876800" y="5457825"/>
                </a:cubicBezTo>
                <a:close/>
                <a:moveTo>
                  <a:pt x="7020685" y="5463504"/>
                </a:moveTo>
                <a:cubicBezTo>
                  <a:pt x="7001129" y="5439940"/>
                  <a:pt x="7017122" y="5408579"/>
                  <a:pt x="7046936" y="5412027"/>
                </a:cubicBezTo>
                <a:cubicBezTo>
                  <a:pt x="7068129" y="5414478"/>
                  <a:pt x="7072312" y="5419672"/>
                  <a:pt x="7072312" y="5443537"/>
                </a:cubicBezTo>
                <a:cubicBezTo>
                  <a:pt x="7072312" y="5476262"/>
                  <a:pt x="7041245" y="5488277"/>
                  <a:pt x="7020685" y="5463504"/>
                </a:cubicBezTo>
                <a:close/>
                <a:moveTo>
                  <a:pt x="7858125" y="5457825"/>
                </a:moveTo>
                <a:cubicBezTo>
                  <a:pt x="7858125" y="5443478"/>
                  <a:pt x="7863098" y="5438335"/>
                  <a:pt x="7874793" y="5440588"/>
                </a:cubicBezTo>
                <a:cubicBezTo>
                  <a:pt x="7883961" y="5442353"/>
                  <a:pt x="7891462" y="5450110"/>
                  <a:pt x="7891462" y="5457825"/>
                </a:cubicBezTo>
                <a:cubicBezTo>
                  <a:pt x="7891462" y="5465539"/>
                  <a:pt x="7883961" y="5473296"/>
                  <a:pt x="7874793" y="5475061"/>
                </a:cubicBezTo>
                <a:cubicBezTo>
                  <a:pt x="7863098" y="5477314"/>
                  <a:pt x="7858125" y="5472171"/>
                  <a:pt x="7858125" y="5457825"/>
                </a:cubicBezTo>
                <a:close/>
                <a:moveTo>
                  <a:pt x="1676400" y="5438775"/>
                </a:moveTo>
                <a:cubicBezTo>
                  <a:pt x="1676400" y="5424428"/>
                  <a:pt x="1681373" y="5419285"/>
                  <a:pt x="1693068" y="5421538"/>
                </a:cubicBezTo>
                <a:cubicBezTo>
                  <a:pt x="1702236" y="5423303"/>
                  <a:pt x="1709737" y="5431060"/>
                  <a:pt x="1709737" y="5438775"/>
                </a:cubicBezTo>
                <a:cubicBezTo>
                  <a:pt x="1709737" y="5446489"/>
                  <a:pt x="1702236" y="5454246"/>
                  <a:pt x="1693068" y="5456011"/>
                </a:cubicBezTo>
                <a:cubicBezTo>
                  <a:pt x="1681373" y="5458264"/>
                  <a:pt x="1676400" y="5453121"/>
                  <a:pt x="1676400" y="5438775"/>
                </a:cubicBezTo>
                <a:close/>
                <a:moveTo>
                  <a:pt x="2622819" y="5443537"/>
                </a:moveTo>
                <a:cubicBezTo>
                  <a:pt x="2615273" y="5423873"/>
                  <a:pt x="2625504" y="5400675"/>
                  <a:pt x="2641722" y="5400675"/>
                </a:cubicBezTo>
                <a:cubicBezTo>
                  <a:pt x="2649103" y="5400675"/>
                  <a:pt x="2660478" y="5407104"/>
                  <a:pt x="2667000" y="5414962"/>
                </a:cubicBezTo>
                <a:cubicBezTo>
                  <a:pt x="2680725" y="5431500"/>
                  <a:pt x="2665201" y="5457825"/>
                  <a:pt x="2641722" y="5457825"/>
                </a:cubicBezTo>
                <a:cubicBezTo>
                  <a:pt x="2634341" y="5457825"/>
                  <a:pt x="2625834" y="5451395"/>
                  <a:pt x="2622819" y="5443537"/>
                </a:cubicBezTo>
                <a:close/>
                <a:moveTo>
                  <a:pt x="4659371" y="5442021"/>
                </a:moveTo>
                <a:cubicBezTo>
                  <a:pt x="4663386" y="5421176"/>
                  <a:pt x="4691062" y="5418227"/>
                  <a:pt x="4691062" y="5438644"/>
                </a:cubicBezTo>
                <a:cubicBezTo>
                  <a:pt x="4691062" y="5446430"/>
                  <a:pt x="4683172" y="5454321"/>
                  <a:pt x="4673528" y="5456178"/>
                </a:cubicBezTo>
                <a:cubicBezTo>
                  <a:pt x="4660799" y="5458629"/>
                  <a:pt x="4656920" y="5454750"/>
                  <a:pt x="4659371" y="5442021"/>
                </a:cubicBezTo>
                <a:close/>
                <a:moveTo>
                  <a:pt x="7639050" y="5438775"/>
                </a:moveTo>
                <a:cubicBezTo>
                  <a:pt x="7639050" y="5424428"/>
                  <a:pt x="7644023" y="5419285"/>
                  <a:pt x="7655718" y="5421538"/>
                </a:cubicBezTo>
                <a:cubicBezTo>
                  <a:pt x="7664886" y="5423303"/>
                  <a:pt x="7672387" y="5431060"/>
                  <a:pt x="7672387" y="5438775"/>
                </a:cubicBezTo>
                <a:cubicBezTo>
                  <a:pt x="7672387" y="5446489"/>
                  <a:pt x="7664886" y="5454246"/>
                  <a:pt x="7655718" y="5456011"/>
                </a:cubicBezTo>
                <a:cubicBezTo>
                  <a:pt x="7644023" y="5458264"/>
                  <a:pt x="7639050" y="5453121"/>
                  <a:pt x="7639050" y="5438775"/>
                </a:cubicBezTo>
                <a:close/>
                <a:moveTo>
                  <a:pt x="8585469" y="5443537"/>
                </a:moveTo>
                <a:cubicBezTo>
                  <a:pt x="8577923" y="5423873"/>
                  <a:pt x="8588154" y="5400675"/>
                  <a:pt x="8604372" y="5400675"/>
                </a:cubicBezTo>
                <a:cubicBezTo>
                  <a:pt x="8611753" y="5400675"/>
                  <a:pt x="8623128" y="5407104"/>
                  <a:pt x="8629650" y="5414962"/>
                </a:cubicBezTo>
                <a:cubicBezTo>
                  <a:pt x="8643375" y="5431500"/>
                  <a:pt x="8627851" y="5457825"/>
                  <a:pt x="8604372" y="5457825"/>
                </a:cubicBezTo>
                <a:cubicBezTo>
                  <a:pt x="8596991" y="5457825"/>
                  <a:pt x="8588484" y="5451395"/>
                  <a:pt x="8585469" y="5443537"/>
                </a:cubicBezTo>
                <a:close/>
                <a:moveTo>
                  <a:pt x="2289468" y="5415026"/>
                </a:moveTo>
                <a:cubicBezTo>
                  <a:pt x="2286169" y="5406428"/>
                  <a:pt x="2288037" y="5394827"/>
                  <a:pt x="2293620" y="5389245"/>
                </a:cubicBezTo>
                <a:cubicBezTo>
                  <a:pt x="2308132" y="5374732"/>
                  <a:pt x="2335629" y="5387996"/>
                  <a:pt x="2331838" y="5407680"/>
                </a:cubicBezTo>
                <a:cubicBezTo>
                  <a:pt x="2327615" y="5429605"/>
                  <a:pt x="2297094" y="5434897"/>
                  <a:pt x="2289468" y="5415026"/>
                </a:cubicBezTo>
                <a:close/>
                <a:moveTo>
                  <a:pt x="3165744" y="5414962"/>
                </a:moveTo>
                <a:cubicBezTo>
                  <a:pt x="3158198" y="5395298"/>
                  <a:pt x="3168429" y="5372100"/>
                  <a:pt x="3184647" y="5372100"/>
                </a:cubicBezTo>
                <a:cubicBezTo>
                  <a:pt x="3208126" y="5372100"/>
                  <a:pt x="3223650" y="5398424"/>
                  <a:pt x="3209925" y="5414962"/>
                </a:cubicBezTo>
                <a:cubicBezTo>
                  <a:pt x="3203403" y="5422820"/>
                  <a:pt x="3192028" y="5429250"/>
                  <a:pt x="3184647" y="5429250"/>
                </a:cubicBezTo>
                <a:cubicBezTo>
                  <a:pt x="3177266" y="5429250"/>
                  <a:pt x="3168759" y="5422820"/>
                  <a:pt x="3165744" y="5414962"/>
                </a:cubicBezTo>
                <a:close/>
                <a:moveTo>
                  <a:pt x="8252118" y="5415026"/>
                </a:moveTo>
                <a:cubicBezTo>
                  <a:pt x="8248819" y="5406428"/>
                  <a:pt x="8250687" y="5394827"/>
                  <a:pt x="8256270" y="5389245"/>
                </a:cubicBezTo>
                <a:cubicBezTo>
                  <a:pt x="8270782" y="5374732"/>
                  <a:pt x="8298279" y="5387996"/>
                  <a:pt x="8294488" y="5407680"/>
                </a:cubicBezTo>
                <a:cubicBezTo>
                  <a:pt x="8290265" y="5429605"/>
                  <a:pt x="8259744" y="5434897"/>
                  <a:pt x="8252118" y="5415026"/>
                </a:cubicBezTo>
                <a:close/>
                <a:moveTo>
                  <a:pt x="1266455" y="5404992"/>
                </a:moveTo>
                <a:cubicBezTo>
                  <a:pt x="1251414" y="5386869"/>
                  <a:pt x="1262511" y="5360355"/>
                  <a:pt x="1283464" y="5364349"/>
                </a:cubicBezTo>
                <a:cubicBezTo>
                  <a:pt x="1304405" y="5368340"/>
                  <a:pt x="1310843" y="5405890"/>
                  <a:pt x="1291837" y="5413184"/>
                </a:cubicBezTo>
                <a:cubicBezTo>
                  <a:pt x="1284085" y="5416158"/>
                  <a:pt x="1272663" y="5412472"/>
                  <a:pt x="1266455" y="5404992"/>
                </a:cubicBezTo>
                <a:close/>
                <a:moveTo>
                  <a:pt x="1783080" y="5408295"/>
                </a:moveTo>
                <a:cubicBezTo>
                  <a:pt x="1755167" y="5380382"/>
                  <a:pt x="1778957" y="5335961"/>
                  <a:pt x="1814512" y="5349605"/>
                </a:cubicBezTo>
                <a:cubicBezTo>
                  <a:pt x="1838975" y="5358992"/>
                  <a:pt x="1826600" y="5419725"/>
                  <a:pt x="1800225" y="5419725"/>
                </a:cubicBezTo>
                <a:cubicBezTo>
                  <a:pt x="1797081" y="5419725"/>
                  <a:pt x="1789366" y="5414581"/>
                  <a:pt x="1783080" y="5408295"/>
                </a:cubicBezTo>
                <a:close/>
                <a:moveTo>
                  <a:pt x="4764405" y="5408295"/>
                </a:moveTo>
                <a:cubicBezTo>
                  <a:pt x="4736492" y="5380382"/>
                  <a:pt x="4760282" y="5335961"/>
                  <a:pt x="4795837" y="5349605"/>
                </a:cubicBezTo>
                <a:cubicBezTo>
                  <a:pt x="4820300" y="5358992"/>
                  <a:pt x="4807925" y="5419725"/>
                  <a:pt x="4781550" y="5419725"/>
                </a:cubicBezTo>
                <a:cubicBezTo>
                  <a:pt x="4778406" y="5419725"/>
                  <a:pt x="4770691" y="5414581"/>
                  <a:pt x="4764405" y="5408295"/>
                </a:cubicBezTo>
                <a:close/>
                <a:moveTo>
                  <a:pt x="7229105" y="5404992"/>
                </a:moveTo>
                <a:cubicBezTo>
                  <a:pt x="7214064" y="5386869"/>
                  <a:pt x="7225161" y="5360355"/>
                  <a:pt x="7246114" y="5364349"/>
                </a:cubicBezTo>
                <a:cubicBezTo>
                  <a:pt x="7267055" y="5368340"/>
                  <a:pt x="7273493" y="5405890"/>
                  <a:pt x="7254487" y="5413184"/>
                </a:cubicBezTo>
                <a:cubicBezTo>
                  <a:pt x="7246735" y="5416158"/>
                  <a:pt x="7235313" y="5412472"/>
                  <a:pt x="7229105" y="5404992"/>
                </a:cubicBezTo>
                <a:close/>
                <a:moveTo>
                  <a:pt x="7745730" y="5408295"/>
                </a:moveTo>
                <a:cubicBezTo>
                  <a:pt x="7717817" y="5380382"/>
                  <a:pt x="7741607" y="5335961"/>
                  <a:pt x="7777162" y="5349605"/>
                </a:cubicBezTo>
                <a:cubicBezTo>
                  <a:pt x="7801625" y="5358992"/>
                  <a:pt x="7789250" y="5419725"/>
                  <a:pt x="7762875" y="5419725"/>
                </a:cubicBezTo>
                <a:cubicBezTo>
                  <a:pt x="7759731" y="5419725"/>
                  <a:pt x="7752016" y="5414581"/>
                  <a:pt x="7745730" y="5408295"/>
                </a:cubicBezTo>
                <a:close/>
                <a:moveTo>
                  <a:pt x="1997075" y="5403849"/>
                </a:moveTo>
                <a:cubicBezTo>
                  <a:pt x="1986725" y="5393500"/>
                  <a:pt x="1989834" y="5357750"/>
                  <a:pt x="2002155" y="5345430"/>
                </a:cubicBezTo>
                <a:cubicBezTo>
                  <a:pt x="2032514" y="5315070"/>
                  <a:pt x="2077979" y="5352696"/>
                  <a:pt x="2057400" y="5391150"/>
                </a:cubicBezTo>
                <a:cubicBezTo>
                  <a:pt x="2047632" y="5409401"/>
                  <a:pt x="2010453" y="5417228"/>
                  <a:pt x="1997075" y="5403849"/>
                </a:cubicBezTo>
                <a:close/>
                <a:moveTo>
                  <a:pt x="2139950" y="5403849"/>
                </a:moveTo>
                <a:cubicBezTo>
                  <a:pt x="2119499" y="5383399"/>
                  <a:pt x="2139649" y="5348658"/>
                  <a:pt x="2166077" y="5358800"/>
                </a:cubicBezTo>
                <a:cubicBezTo>
                  <a:pt x="2185630" y="5366303"/>
                  <a:pt x="2185685" y="5396925"/>
                  <a:pt x="2166158" y="5404418"/>
                </a:cubicBezTo>
                <a:cubicBezTo>
                  <a:pt x="2147502" y="5411577"/>
                  <a:pt x="2147681" y="5411581"/>
                  <a:pt x="2139950" y="5403849"/>
                </a:cubicBezTo>
                <a:close/>
                <a:moveTo>
                  <a:pt x="7959725" y="5403849"/>
                </a:moveTo>
                <a:cubicBezTo>
                  <a:pt x="7949375" y="5393500"/>
                  <a:pt x="7952484" y="5357750"/>
                  <a:pt x="7964805" y="5345430"/>
                </a:cubicBezTo>
                <a:cubicBezTo>
                  <a:pt x="7995164" y="5315070"/>
                  <a:pt x="8040629" y="5352696"/>
                  <a:pt x="8020050" y="5391150"/>
                </a:cubicBezTo>
                <a:cubicBezTo>
                  <a:pt x="8010282" y="5409401"/>
                  <a:pt x="7973103" y="5417228"/>
                  <a:pt x="7959725" y="5403849"/>
                </a:cubicBezTo>
                <a:close/>
                <a:moveTo>
                  <a:pt x="8102600" y="5403849"/>
                </a:moveTo>
                <a:cubicBezTo>
                  <a:pt x="8082149" y="5383399"/>
                  <a:pt x="8102299" y="5348658"/>
                  <a:pt x="8128727" y="5358800"/>
                </a:cubicBezTo>
                <a:cubicBezTo>
                  <a:pt x="8148280" y="5366303"/>
                  <a:pt x="8148335" y="5396925"/>
                  <a:pt x="8128808" y="5404418"/>
                </a:cubicBezTo>
                <a:cubicBezTo>
                  <a:pt x="8110152" y="5411577"/>
                  <a:pt x="8110331" y="5411581"/>
                  <a:pt x="8102600" y="5403849"/>
                </a:cubicBezTo>
                <a:close/>
                <a:moveTo>
                  <a:pt x="781429" y="5386844"/>
                </a:moveTo>
                <a:cubicBezTo>
                  <a:pt x="762729" y="5364312"/>
                  <a:pt x="778168" y="5336604"/>
                  <a:pt x="812319" y="5331406"/>
                </a:cubicBezTo>
                <a:cubicBezTo>
                  <a:pt x="850322" y="5325623"/>
                  <a:pt x="857250" y="5329487"/>
                  <a:pt x="857250" y="5356469"/>
                </a:cubicBezTo>
                <a:cubicBezTo>
                  <a:pt x="857250" y="5397098"/>
                  <a:pt x="806735" y="5417336"/>
                  <a:pt x="781429" y="5386844"/>
                </a:cubicBezTo>
                <a:close/>
                <a:moveTo>
                  <a:pt x="2730829" y="5394654"/>
                </a:moveTo>
                <a:cubicBezTo>
                  <a:pt x="2719898" y="5383723"/>
                  <a:pt x="2723225" y="5356149"/>
                  <a:pt x="2736837" y="5344852"/>
                </a:cubicBezTo>
                <a:cubicBezTo>
                  <a:pt x="2757228" y="5327929"/>
                  <a:pt x="2789374" y="5356048"/>
                  <a:pt x="2775516" y="5378685"/>
                </a:cubicBezTo>
                <a:cubicBezTo>
                  <a:pt x="2764105" y="5397325"/>
                  <a:pt x="2741557" y="5405382"/>
                  <a:pt x="2730829" y="5394654"/>
                </a:cubicBezTo>
                <a:close/>
                <a:moveTo>
                  <a:pt x="3023622" y="5390235"/>
                </a:moveTo>
                <a:cubicBezTo>
                  <a:pt x="3013556" y="5373949"/>
                  <a:pt x="3045315" y="5346555"/>
                  <a:pt x="3058721" y="5359961"/>
                </a:cubicBezTo>
                <a:cubicBezTo>
                  <a:pt x="3064693" y="5365933"/>
                  <a:pt x="3067001" y="5377536"/>
                  <a:pt x="3063851" y="5385747"/>
                </a:cubicBezTo>
                <a:cubicBezTo>
                  <a:pt x="3057259" y="5402926"/>
                  <a:pt x="3033129" y="5405618"/>
                  <a:pt x="3023622" y="5390235"/>
                </a:cubicBezTo>
                <a:close/>
                <a:moveTo>
                  <a:pt x="6744079" y="5386844"/>
                </a:moveTo>
                <a:cubicBezTo>
                  <a:pt x="6729508" y="5369288"/>
                  <a:pt x="6739474" y="5336931"/>
                  <a:pt x="6763395" y="5324129"/>
                </a:cubicBezTo>
                <a:cubicBezTo>
                  <a:pt x="6802833" y="5303023"/>
                  <a:pt x="6840409" y="5357305"/>
                  <a:pt x="6808470" y="5389245"/>
                </a:cubicBezTo>
                <a:cubicBezTo>
                  <a:pt x="6792803" y="5404911"/>
                  <a:pt x="6757997" y="5403614"/>
                  <a:pt x="6744079" y="5386844"/>
                </a:cubicBezTo>
                <a:close/>
                <a:moveTo>
                  <a:pt x="8693479" y="5394654"/>
                </a:moveTo>
                <a:cubicBezTo>
                  <a:pt x="8682548" y="5383723"/>
                  <a:pt x="8685875" y="5356149"/>
                  <a:pt x="8699487" y="5344852"/>
                </a:cubicBezTo>
                <a:cubicBezTo>
                  <a:pt x="8719878" y="5327929"/>
                  <a:pt x="8752024" y="5356048"/>
                  <a:pt x="8738166" y="5378685"/>
                </a:cubicBezTo>
                <a:cubicBezTo>
                  <a:pt x="8726755" y="5397325"/>
                  <a:pt x="8704207" y="5405382"/>
                  <a:pt x="8693479" y="5394654"/>
                </a:cubicBezTo>
                <a:close/>
                <a:moveTo>
                  <a:pt x="8991600" y="5391150"/>
                </a:moveTo>
                <a:cubicBezTo>
                  <a:pt x="8991600" y="5385911"/>
                  <a:pt x="8995633" y="5381625"/>
                  <a:pt x="9000562" y="5381625"/>
                </a:cubicBezTo>
                <a:cubicBezTo>
                  <a:pt x="9005492" y="5381625"/>
                  <a:pt x="9012174" y="5385911"/>
                  <a:pt x="9015412" y="5391150"/>
                </a:cubicBezTo>
                <a:cubicBezTo>
                  <a:pt x="9018650" y="5396388"/>
                  <a:pt x="9014616" y="5400675"/>
                  <a:pt x="9006449" y="5400675"/>
                </a:cubicBezTo>
                <a:cubicBezTo>
                  <a:pt x="8998282" y="5400675"/>
                  <a:pt x="8991600" y="5396388"/>
                  <a:pt x="8991600" y="5391150"/>
                </a:cubicBezTo>
                <a:close/>
                <a:moveTo>
                  <a:pt x="6546056" y="5384308"/>
                </a:moveTo>
                <a:cubicBezTo>
                  <a:pt x="6526841" y="5377415"/>
                  <a:pt x="6532409" y="5353050"/>
                  <a:pt x="6553200" y="5353050"/>
                </a:cubicBezTo>
                <a:cubicBezTo>
                  <a:pt x="6563677" y="5353050"/>
                  <a:pt x="6572250" y="5359226"/>
                  <a:pt x="6572250" y="5366775"/>
                </a:cubicBezTo>
                <a:cubicBezTo>
                  <a:pt x="6572250" y="5383341"/>
                  <a:pt x="6562170" y="5390088"/>
                  <a:pt x="6546056" y="5384308"/>
                </a:cubicBezTo>
                <a:close/>
                <a:moveTo>
                  <a:pt x="573578" y="5370628"/>
                </a:moveTo>
                <a:cubicBezTo>
                  <a:pt x="578521" y="5355796"/>
                  <a:pt x="599831" y="5353199"/>
                  <a:pt x="600578" y="5367337"/>
                </a:cubicBezTo>
                <a:cubicBezTo>
                  <a:pt x="600854" y="5372576"/>
                  <a:pt x="593931" y="5378343"/>
                  <a:pt x="585193" y="5380153"/>
                </a:cubicBezTo>
                <a:cubicBezTo>
                  <a:pt x="575261" y="5382210"/>
                  <a:pt x="570907" y="5378640"/>
                  <a:pt x="573578" y="5370628"/>
                </a:cubicBezTo>
                <a:close/>
                <a:moveTo>
                  <a:pt x="1533525" y="5367337"/>
                </a:moveTo>
                <a:cubicBezTo>
                  <a:pt x="1519799" y="5350799"/>
                  <a:pt x="1535323" y="5324475"/>
                  <a:pt x="1558802" y="5324475"/>
                </a:cubicBezTo>
                <a:cubicBezTo>
                  <a:pt x="1577765" y="5324475"/>
                  <a:pt x="1585502" y="5350616"/>
                  <a:pt x="1571524" y="5367458"/>
                </a:cubicBezTo>
                <a:cubicBezTo>
                  <a:pt x="1556695" y="5385326"/>
                  <a:pt x="1548432" y="5385300"/>
                  <a:pt x="1533525" y="5367337"/>
                </a:cubicBezTo>
                <a:close/>
                <a:moveTo>
                  <a:pt x="2520542" y="5366976"/>
                </a:moveTo>
                <a:cubicBezTo>
                  <a:pt x="2517284" y="5358488"/>
                  <a:pt x="2521130" y="5349945"/>
                  <a:pt x="2529688" y="5346662"/>
                </a:cubicBezTo>
                <a:cubicBezTo>
                  <a:pt x="2547474" y="5339836"/>
                  <a:pt x="2566937" y="5356768"/>
                  <a:pt x="2557975" y="5371270"/>
                </a:cubicBezTo>
                <a:cubicBezTo>
                  <a:pt x="2548628" y="5386393"/>
                  <a:pt x="2527042" y="5383917"/>
                  <a:pt x="2520542" y="5366976"/>
                </a:cubicBezTo>
                <a:close/>
                <a:moveTo>
                  <a:pt x="2867025" y="5367337"/>
                </a:moveTo>
                <a:cubicBezTo>
                  <a:pt x="2867025" y="5357527"/>
                  <a:pt x="2873267" y="5352855"/>
                  <a:pt x="2883693" y="5354863"/>
                </a:cubicBezTo>
                <a:cubicBezTo>
                  <a:pt x="2903770" y="5358729"/>
                  <a:pt x="2902504" y="5375634"/>
                  <a:pt x="2881815" y="5379942"/>
                </a:cubicBezTo>
                <a:cubicBezTo>
                  <a:pt x="2873186" y="5381738"/>
                  <a:pt x="2867025" y="5376488"/>
                  <a:pt x="2867025" y="5367337"/>
                </a:cubicBezTo>
                <a:close/>
                <a:moveTo>
                  <a:pt x="6336506" y="5374781"/>
                </a:moveTo>
                <a:cubicBezTo>
                  <a:pt x="6309373" y="5365052"/>
                  <a:pt x="6331309" y="5295814"/>
                  <a:pt x="6360211" y="5299960"/>
                </a:cubicBezTo>
                <a:cubicBezTo>
                  <a:pt x="6384415" y="5303431"/>
                  <a:pt x="6388657" y="5358325"/>
                  <a:pt x="6365637" y="5370180"/>
                </a:cubicBezTo>
                <a:cubicBezTo>
                  <a:pt x="6356163" y="5375058"/>
                  <a:pt x="6343054" y="5377129"/>
                  <a:pt x="6336506" y="5374781"/>
                </a:cubicBezTo>
                <a:close/>
                <a:moveTo>
                  <a:pt x="7496175" y="5367337"/>
                </a:moveTo>
                <a:cubicBezTo>
                  <a:pt x="7482449" y="5350799"/>
                  <a:pt x="7497973" y="5324475"/>
                  <a:pt x="7521452" y="5324475"/>
                </a:cubicBezTo>
                <a:cubicBezTo>
                  <a:pt x="7540415" y="5324475"/>
                  <a:pt x="7548152" y="5350616"/>
                  <a:pt x="7534174" y="5367458"/>
                </a:cubicBezTo>
                <a:cubicBezTo>
                  <a:pt x="7519345" y="5385326"/>
                  <a:pt x="7511082" y="5385300"/>
                  <a:pt x="7496175" y="5367337"/>
                </a:cubicBezTo>
                <a:close/>
                <a:moveTo>
                  <a:pt x="8483192" y="5366976"/>
                </a:moveTo>
                <a:cubicBezTo>
                  <a:pt x="8479934" y="5358488"/>
                  <a:pt x="8483780" y="5349945"/>
                  <a:pt x="8492338" y="5346662"/>
                </a:cubicBezTo>
                <a:cubicBezTo>
                  <a:pt x="8510124" y="5339836"/>
                  <a:pt x="8529587" y="5356768"/>
                  <a:pt x="8520625" y="5371270"/>
                </a:cubicBezTo>
                <a:cubicBezTo>
                  <a:pt x="8511278" y="5386393"/>
                  <a:pt x="8489692" y="5383917"/>
                  <a:pt x="8483192" y="5366976"/>
                </a:cubicBezTo>
                <a:close/>
                <a:moveTo>
                  <a:pt x="8829675" y="5367337"/>
                </a:moveTo>
                <a:cubicBezTo>
                  <a:pt x="8829675" y="5357527"/>
                  <a:pt x="8835917" y="5352855"/>
                  <a:pt x="8846343" y="5354863"/>
                </a:cubicBezTo>
                <a:cubicBezTo>
                  <a:pt x="8866420" y="5358729"/>
                  <a:pt x="8865154" y="5375634"/>
                  <a:pt x="8844465" y="5379942"/>
                </a:cubicBezTo>
                <a:cubicBezTo>
                  <a:pt x="8835836" y="5381738"/>
                  <a:pt x="8829675" y="5376488"/>
                  <a:pt x="8829675" y="5367337"/>
                </a:cubicBezTo>
                <a:close/>
                <a:moveTo>
                  <a:pt x="945244" y="5361034"/>
                </a:moveTo>
                <a:cubicBezTo>
                  <a:pt x="932267" y="5348057"/>
                  <a:pt x="940676" y="5324475"/>
                  <a:pt x="958281" y="5324475"/>
                </a:cubicBezTo>
                <a:cubicBezTo>
                  <a:pt x="972548" y="5324475"/>
                  <a:pt x="976788" y="5358213"/>
                  <a:pt x="963549" y="5366395"/>
                </a:cubicBezTo>
                <a:cubicBezTo>
                  <a:pt x="959149" y="5369114"/>
                  <a:pt x="950912" y="5366702"/>
                  <a:pt x="945244" y="5361034"/>
                </a:cubicBezTo>
                <a:close/>
                <a:moveTo>
                  <a:pt x="6905884" y="5358124"/>
                </a:moveTo>
                <a:cubicBezTo>
                  <a:pt x="6892717" y="5342259"/>
                  <a:pt x="6900428" y="5324475"/>
                  <a:pt x="6920474" y="5324475"/>
                </a:cubicBezTo>
                <a:cubicBezTo>
                  <a:pt x="6935344" y="5324475"/>
                  <a:pt x="6939556" y="5358140"/>
                  <a:pt x="6925754" y="5366670"/>
                </a:cubicBezTo>
                <a:cubicBezTo>
                  <a:pt x="6921109" y="5369541"/>
                  <a:pt x="6912167" y="5365695"/>
                  <a:pt x="6905884" y="5358124"/>
                </a:cubicBezTo>
                <a:close/>
                <a:moveTo>
                  <a:pt x="2373630" y="5341620"/>
                </a:moveTo>
                <a:cubicBezTo>
                  <a:pt x="2367343" y="5335333"/>
                  <a:pt x="2362200" y="5322999"/>
                  <a:pt x="2362200" y="5314211"/>
                </a:cubicBezTo>
                <a:cubicBezTo>
                  <a:pt x="2362200" y="5273133"/>
                  <a:pt x="2431042" y="5263305"/>
                  <a:pt x="2436749" y="5303568"/>
                </a:cubicBezTo>
                <a:cubicBezTo>
                  <a:pt x="2442452" y="5343793"/>
                  <a:pt x="2400870" y="5368860"/>
                  <a:pt x="2373630" y="5341620"/>
                </a:cubicBezTo>
                <a:close/>
                <a:moveTo>
                  <a:pt x="8334754" y="5339220"/>
                </a:moveTo>
                <a:cubicBezTo>
                  <a:pt x="8313496" y="5313604"/>
                  <a:pt x="8326844" y="5291380"/>
                  <a:pt x="8365410" y="5288181"/>
                </a:cubicBezTo>
                <a:cubicBezTo>
                  <a:pt x="8397348" y="5285532"/>
                  <a:pt x="8401050" y="5287559"/>
                  <a:pt x="8401050" y="5307707"/>
                </a:cubicBezTo>
                <a:cubicBezTo>
                  <a:pt x="8401050" y="5348636"/>
                  <a:pt x="8359113" y="5368570"/>
                  <a:pt x="8334754" y="5339220"/>
                </a:cubicBezTo>
                <a:close/>
                <a:moveTo>
                  <a:pt x="1382159" y="5334639"/>
                </a:moveTo>
                <a:cubicBezTo>
                  <a:pt x="1375435" y="5330483"/>
                  <a:pt x="1371379" y="5316852"/>
                  <a:pt x="1373147" y="5304347"/>
                </a:cubicBezTo>
                <a:cubicBezTo>
                  <a:pt x="1377550" y="5273211"/>
                  <a:pt x="1422559" y="5271581"/>
                  <a:pt x="1426946" y="5302399"/>
                </a:cubicBezTo>
                <a:cubicBezTo>
                  <a:pt x="1430296" y="5325929"/>
                  <a:pt x="1401549" y="5346623"/>
                  <a:pt x="1382159" y="5334639"/>
                </a:cubicBezTo>
                <a:close/>
                <a:moveTo>
                  <a:pt x="7346156" y="5336681"/>
                </a:moveTo>
                <a:cubicBezTo>
                  <a:pt x="7331206" y="5331321"/>
                  <a:pt x="7330605" y="5293829"/>
                  <a:pt x="7345234" y="5279200"/>
                </a:cubicBezTo>
                <a:cubicBezTo>
                  <a:pt x="7360392" y="5264042"/>
                  <a:pt x="7391400" y="5281656"/>
                  <a:pt x="7391400" y="5305425"/>
                </a:cubicBezTo>
                <a:cubicBezTo>
                  <a:pt x="7391400" y="5325423"/>
                  <a:pt x="7365213" y="5343514"/>
                  <a:pt x="7346156" y="5336681"/>
                </a:cubicBezTo>
                <a:close/>
                <a:moveTo>
                  <a:pt x="673934" y="5322093"/>
                </a:moveTo>
                <a:cubicBezTo>
                  <a:pt x="666713" y="5302457"/>
                  <a:pt x="676702" y="5286375"/>
                  <a:pt x="696118" y="5286375"/>
                </a:cubicBezTo>
                <a:cubicBezTo>
                  <a:pt x="709242" y="5286375"/>
                  <a:pt x="714375" y="5293070"/>
                  <a:pt x="714375" y="5310187"/>
                </a:cubicBezTo>
                <a:cubicBezTo>
                  <a:pt x="714375" y="5335690"/>
                  <a:pt x="682397" y="5345105"/>
                  <a:pt x="673934" y="5322093"/>
                </a:cubicBezTo>
                <a:close/>
                <a:moveTo>
                  <a:pt x="1142808" y="5319482"/>
                </a:moveTo>
                <a:cubicBezTo>
                  <a:pt x="1127908" y="5301527"/>
                  <a:pt x="1129663" y="5299977"/>
                  <a:pt x="1173956" y="5291969"/>
                </a:cubicBezTo>
                <a:cubicBezTo>
                  <a:pt x="1200731" y="5287128"/>
                  <a:pt x="1209675" y="5288720"/>
                  <a:pt x="1209675" y="5298325"/>
                </a:cubicBezTo>
                <a:cubicBezTo>
                  <a:pt x="1209675" y="5331085"/>
                  <a:pt x="1164342" y="5345428"/>
                  <a:pt x="1142808" y="5319482"/>
                </a:cubicBezTo>
                <a:close/>
                <a:moveTo>
                  <a:pt x="1882862" y="5320643"/>
                </a:moveTo>
                <a:cubicBezTo>
                  <a:pt x="1876885" y="5305066"/>
                  <a:pt x="1883909" y="5295900"/>
                  <a:pt x="1901825" y="5295900"/>
                </a:cubicBezTo>
                <a:cubicBezTo>
                  <a:pt x="1908810" y="5295900"/>
                  <a:pt x="1914525" y="5304472"/>
                  <a:pt x="1914525" y="5314950"/>
                </a:cubicBezTo>
                <a:cubicBezTo>
                  <a:pt x="1914525" y="5336608"/>
                  <a:pt x="1890637" y="5340903"/>
                  <a:pt x="1882862" y="5320643"/>
                </a:cubicBezTo>
                <a:close/>
                <a:moveTo>
                  <a:pt x="4864187" y="5320643"/>
                </a:moveTo>
                <a:cubicBezTo>
                  <a:pt x="4858210" y="5305066"/>
                  <a:pt x="4865234" y="5295900"/>
                  <a:pt x="4883150" y="5295900"/>
                </a:cubicBezTo>
                <a:cubicBezTo>
                  <a:pt x="4890135" y="5295900"/>
                  <a:pt x="4895850" y="5304472"/>
                  <a:pt x="4895850" y="5314950"/>
                </a:cubicBezTo>
                <a:cubicBezTo>
                  <a:pt x="4895850" y="5336608"/>
                  <a:pt x="4871962" y="5340903"/>
                  <a:pt x="4864187" y="5320643"/>
                </a:cubicBezTo>
                <a:close/>
                <a:moveTo>
                  <a:pt x="6634835" y="5325564"/>
                </a:moveTo>
                <a:cubicBezTo>
                  <a:pt x="6631968" y="5320924"/>
                  <a:pt x="6640287" y="5315089"/>
                  <a:pt x="6653323" y="5312597"/>
                </a:cubicBezTo>
                <a:cubicBezTo>
                  <a:pt x="6669187" y="5309564"/>
                  <a:pt x="6677025" y="5312354"/>
                  <a:pt x="6677025" y="5321033"/>
                </a:cubicBezTo>
                <a:cubicBezTo>
                  <a:pt x="6677025" y="5335335"/>
                  <a:pt x="6643124" y="5338976"/>
                  <a:pt x="6634835" y="5325564"/>
                </a:cubicBezTo>
                <a:close/>
                <a:moveTo>
                  <a:pt x="7104987" y="5318914"/>
                </a:moveTo>
                <a:cubicBezTo>
                  <a:pt x="7086994" y="5297234"/>
                  <a:pt x="7105741" y="5272087"/>
                  <a:pt x="7139895" y="5272087"/>
                </a:cubicBezTo>
                <a:cubicBezTo>
                  <a:pt x="7158702" y="5272087"/>
                  <a:pt x="7168336" y="5277461"/>
                  <a:pt x="7170599" y="5289213"/>
                </a:cubicBezTo>
                <a:cubicBezTo>
                  <a:pt x="7177908" y="5327164"/>
                  <a:pt x="7129878" y="5348906"/>
                  <a:pt x="7104987" y="5318914"/>
                </a:cubicBezTo>
                <a:close/>
                <a:moveTo>
                  <a:pt x="7845512" y="5320643"/>
                </a:moveTo>
                <a:cubicBezTo>
                  <a:pt x="7839535" y="5305066"/>
                  <a:pt x="7846559" y="5295900"/>
                  <a:pt x="7864475" y="5295900"/>
                </a:cubicBezTo>
                <a:cubicBezTo>
                  <a:pt x="7871460" y="5295900"/>
                  <a:pt x="7877175" y="5304472"/>
                  <a:pt x="7877175" y="5314950"/>
                </a:cubicBezTo>
                <a:cubicBezTo>
                  <a:pt x="7877175" y="5336608"/>
                  <a:pt x="7853287" y="5340903"/>
                  <a:pt x="7845512" y="5320643"/>
                </a:cubicBezTo>
                <a:close/>
                <a:moveTo>
                  <a:pt x="1654968" y="5314187"/>
                </a:moveTo>
                <a:cubicBezTo>
                  <a:pt x="1621781" y="5294857"/>
                  <a:pt x="1634372" y="5267325"/>
                  <a:pt x="1676400" y="5267325"/>
                </a:cubicBezTo>
                <a:cubicBezTo>
                  <a:pt x="1717917" y="5267325"/>
                  <a:pt x="1726345" y="5282693"/>
                  <a:pt x="1699532" y="5309507"/>
                </a:cubicBezTo>
                <a:cubicBezTo>
                  <a:pt x="1682182" y="5326856"/>
                  <a:pt x="1677555" y="5327342"/>
                  <a:pt x="1654968" y="5314187"/>
                </a:cubicBezTo>
                <a:close/>
                <a:moveTo>
                  <a:pt x="4645360" y="5318460"/>
                </a:moveTo>
                <a:cubicBezTo>
                  <a:pt x="4642051" y="5315151"/>
                  <a:pt x="4643721" y="5304267"/>
                  <a:pt x="4649070" y="5294273"/>
                </a:cubicBezTo>
                <a:cubicBezTo>
                  <a:pt x="4654419" y="5284279"/>
                  <a:pt x="4658061" y="5268769"/>
                  <a:pt x="4657163" y="5259807"/>
                </a:cubicBezTo>
                <a:cubicBezTo>
                  <a:pt x="4654322" y="5231440"/>
                  <a:pt x="4657247" y="5228299"/>
                  <a:pt x="4676775" y="5238750"/>
                </a:cubicBezTo>
                <a:cubicBezTo>
                  <a:pt x="4699675" y="5251005"/>
                  <a:pt x="4701839" y="5288524"/>
                  <a:pt x="4680857" y="5309507"/>
                </a:cubicBezTo>
                <a:cubicBezTo>
                  <a:pt x="4664803" y="5325560"/>
                  <a:pt x="4654946" y="5328046"/>
                  <a:pt x="4645360" y="5318460"/>
                </a:cubicBezTo>
                <a:close/>
                <a:moveTo>
                  <a:pt x="7617618" y="5314187"/>
                </a:moveTo>
                <a:cubicBezTo>
                  <a:pt x="7599239" y="5303481"/>
                  <a:pt x="7594529" y="5257800"/>
                  <a:pt x="7611806" y="5257800"/>
                </a:cubicBezTo>
                <a:cubicBezTo>
                  <a:pt x="7617777" y="5257800"/>
                  <a:pt x="7627711" y="5250895"/>
                  <a:pt x="7633882" y="5242456"/>
                </a:cubicBezTo>
                <a:cubicBezTo>
                  <a:pt x="7644167" y="5228389"/>
                  <a:pt x="7646435" y="5228446"/>
                  <a:pt x="7661125" y="5243136"/>
                </a:cubicBezTo>
                <a:cubicBezTo>
                  <a:pt x="7698635" y="5280646"/>
                  <a:pt x="7662197" y="5340151"/>
                  <a:pt x="7617618" y="5314187"/>
                </a:cubicBezTo>
                <a:close/>
                <a:moveTo>
                  <a:pt x="2206622" y="5301358"/>
                </a:moveTo>
                <a:cubicBezTo>
                  <a:pt x="2199710" y="5283346"/>
                  <a:pt x="2221112" y="5266181"/>
                  <a:pt x="2237701" y="5276433"/>
                </a:cubicBezTo>
                <a:cubicBezTo>
                  <a:pt x="2253472" y="5286180"/>
                  <a:pt x="2244288" y="5314950"/>
                  <a:pt x="2225405" y="5314950"/>
                </a:cubicBezTo>
                <a:cubicBezTo>
                  <a:pt x="2217943" y="5314950"/>
                  <a:pt x="2209491" y="5308834"/>
                  <a:pt x="2206622" y="5301358"/>
                </a:cubicBezTo>
                <a:close/>
                <a:moveTo>
                  <a:pt x="3233224" y="5304595"/>
                </a:moveTo>
                <a:cubicBezTo>
                  <a:pt x="3224912" y="5291145"/>
                  <a:pt x="3243270" y="5272787"/>
                  <a:pt x="3256720" y="5281099"/>
                </a:cubicBezTo>
                <a:cubicBezTo>
                  <a:pt x="3271826" y="5290436"/>
                  <a:pt x="3269386" y="5314950"/>
                  <a:pt x="3253349" y="5314950"/>
                </a:cubicBezTo>
                <a:cubicBezTo>
                  <a:pt x="3245800" y="5314950"/>
                  <a:pt x="3236744" y="5310290"/>
                  <a:pt x="3233224" y="5304595"/>
                </a:cubicBezTo>
                <a:close/>
                <a:moveTo>
                  <a:pt x="6486453" y="5300576"/>
                </a:moveTo>
                <a:cubicBezTo>
                  <a:pt x="6478229" y="5290667"/>
                  <a:pt x="6477202" y="5282362"/>
                  <a:pt x="6483430" y="5276134"/>
                </a:cubicBezTo>
                <a:cubicBezTo>
                  <a:pt x="6496687" y="5262877"/>
                  <a:pt x="6526147" y="5276223"/>
                  <a:pt x="6522711" y="5293927"/>
                </a:cubicBezTo>
                <a:cubicBezTo>
                  <a:pt x="6518645" y="5314880"/>
                  <a:pt x="6501008" y="5318114"/>
                  <a:pt x="6486453" y="5300576"/>
                </a:cubicBezTo>
                <a:close/>
                <a:moveTo>
                  <a:pt x="6986994" y="5306083"/>
                </a:moveTo>
                <a:cubicBezTo>
                  <a:pt x="6979950" y="5294685"/>
                  <a:pt x="6997868" y="5283392"/>
                  <a:pt x="7010555" y="5291233"/>
                </a:cubicBezTo>
                <a:cubicBezTo>
                  <a:pt x="7021207" y="5297817"/>
                  <a:pt x="7014214" y="5314950"/>
                  <a:pt x="7000875" y="5314950"/>
                </a:cubicBezTo>
                <a:cubicBezTo>
                  <a:pt x="6996254" y="5314950"/>
                  <a:pt x="6990008" y="5310959"/>
                  <a:pt x="6986994" y="5306083"/>
                </a:cubicBezTo>
                <a:close/>
                <a:moveTo>
                  <a:pt x="8169542" y="5302061"/>
                </a:moveTo>
                <a:cubicBezTo>
                  <a:pt x="8162890" y="5284728"/>
                  <a:pt x="8170466" y="5276850"/>
                  <a:pt x="8193785" y="5276850"/>
                </a:cubicBezTo>
                <a:cubicBezTo>
                  <a:pt x="8205909" y="5276850"/>
                  <a:pt x="8210886" y="5282355"/>
                  <a:pt x="8208757" y="5293409"/>
                </a:cubicBezTo>
                <a:cubicBezTo>
                  <a:pt x="8204737" y="5314285"/>
                  <a:pt x="8176614" y="5320490"/>
                  <a:pt x="8169542" y="5302061"/>
                </a:cubicBezTo>
                <a:close/>
                <a:moveTo>
                  <a:pt x="8877491" y="5300892"/>
                </a:moveTo>
                <a:cubicBezTo>
                  <a:pt x="8867813" y="5289232"/>
                  <a:pt x="8868575" y="5285469"/>
                  <a:pt x="8881630" y="5280460"/>
                </a:cubicBezTo>
                <a:cubicBezTo>
                  <a:pt x="8903897" y="5271915"/>
                  <a:pt x="8919939" y="5289800"/>
                  <a:pt x="8902779" y="5304041"/>
                </a:cubicBezTo>
                <a:cubicBezTo>
                  <a:pt x="8892358" y="5312690"/>
                  <a:pt x="8886697" y="5311985"/>
                  <a:pt x="8877491" y="5300892"/>
                </a:cubicBezTo>
                <a:close/>
                <a:moveTo>
                  <a:pt x="2600325" y="5292029"/>
                </a:moveTo>
                <a:cubicBezTo>
                  <a:pt x="2600325" y="5283322"/>
                  <a:pt x="2606993" y="5280377"/>
                  <a:pt x="2619375" y="5283615"/>
                </a:cubicBezTo>
                <a:cubicBezTo>
                  <a:pt x="2629852" y="5286355"/>
                  <a:pt x="2638425" y="5292383"/>
                  <a:pt x="2638425" y="5297010"/>
                </a:cubicBezTo>
                <a:cubicBezTo>
                  <a:pt x="2638425" y="5301638"/>
                  <a:pt x="2629852" y="5305425"/>
                  <a:pt x="2619375" y="5305425"/>
                </a:cubicBezTo>
                <a:cubicBezTo>
                  <a:pt x="2608897" y="5305425"/>
                  <a:pt x="2600325" y="5299396"/>
                  <a:pt x="2600325" y="5292029"/>
                </a:cubicBezTo>
                <a:close/>
                <a:moveTo>
                  <a:pt x="4927623" y="5252397"/>
                </a:moveTo>
                <a:cubicBezTo>
                  <a:pt x="4920749" y="5234483"/>
                  <a:pt x="4937605" y="5214948"/>
                  <a:pt x="4952170" y="5223949"/>
                </a:cubicBezTo>
                <a:cubicBezTo>
                  <a:pt x="4967870" y="5233652"/>
                  <a:pt x="4964585" y="5267325"/>
                  <a:pt x="4947938" y="5267325"/>
                </a:cubicBezTo>
                <a:cubicBezTo>
                  <a:pt x="4939916" y="5267325"/>
                  <a:pt x="4930774" y="5260607"/>
                  <a:pt x="4927623" y="5252397"/>
                </a:cubicBezTo>
                <a:close/>
                <a:moveTo>
                  <a:pt x="4786312" y="5238750"/>
                </a:moveTo>
                <a:cubicBezTo>
                  <a:pt x="4778339" y="5225849"/>
                  <a:pt x="4789097" y="5210175"/>
                  <a:pt x="4805924" y="5210175"/>
                </a:cubicBezTo>
                <a:cubicBezTo>
                  <a:pt x="4813473" y="5210175"/>
                  <a:pt x="4819650" y="5218747"/>
                  <a:pt x="4819650" y="5229225"/>
                </a:cubicBezTo>
                <a:cubicBezTo>
                  <a:pt x="4819650" y="5248944"/>
                  <a:pt x="4796670" y="5255510"/>
                  <a:pt x="4786312" y="5238750"/>
                </a:cubicBezTo>
                <a:close/>
                <a:moveTo>
                  <a:pt x="762000" y="5178658"/>
                </a:moveTo>
                <a:cubicBezTo>
                  <a:pt x="762000" y="5161666"/>
                  <a:pt x="787598" y="5127823"/>
                  <a:pt x="794915" y="5135140"/>
                </a:cubicBezTo>
                <a:cubicBezTo>
                  <a:pt x="802360" y="5142585"/>
                  <a:pt x="780755" y="5191125"/>
                  <a:pt x="769996" y="5191125"/>
                </a:cubicBezTo>
                <a:cubicBezTo>
                  <a:pt x="765598" y="5191125"/>
                  <a:pt x="762000" y="5185514"/>
                  <a:pt x="762000" y="5178658"/>
                </a:cubicBezTo>
                <a:close/>
                <a:moveTo>
                  <a:pt x="1931644" y="5130259"/>
                </a:moveTo>
                <a:cubicBezTo>
                  <a:pt x="1933842" y="5111432"/>
                  <a:pt x="1939462" y="5098389"/>
                  <a:pt x="1944133" y="5101276"/>
                </a:cubicBezTo>
                <a:cubicBezTo>
                  <a:pt x="1956256" y="5108768"/>
                  <a:pt x="1954626" y="5127597"/>
                  <a:pt x="1940136" y="5147412"/>
                </a:cubicBezTo>
                <a:cubicBezTo>
                  <a:pt x="1929146" y="5162442"/>
                  <a:pt x="1928128" y="5160384"/>
                  <a:pt x="1931644" y="5130259"/>
                </a:cubicBezTo>
                <a:close/>
                <a:moveTo>
                  <a:pt x="4869180" y="5151120"/>
                </a:moveTo>
                <a:cubicBezTo>
                  <a:pt x="4845566" y="5127506"/>
                  <a:pt x="4862982" y="5086350"/>
                  <a:pt x="4896588" y="5086350"/>
                </a:cubicBezTo>
                <a:cubicBezTo>
                  <a:pt x="4923974" y="5086350"/>
                  <a:pt x="4938327" y="5112027"/>
                  <a:pt x="4926029" y="5139019"/>
                </a:cubicBezTo>
                <a:cubicBezTo>
                  <a:pt x="4914574" y="5164161"/>
                  <a:pt x="4887899" y="5169839"/>
                  <a:pt x="4869180" y="5151120"/>
                </a:cubicBezTo>
                <a:close/>
                <a:moveTo>
                  <a:pt x="4651398" y="5138097"/>
                </a:moveTo>
                <a:cubicBezTo>
                  <a:pt x="4648248" y="5129886"/>
                  <a:pt x="4650344" y="5118495"/>
                  <a:pt x="4656056" y="5112783"/>
                </a:cubicBezTo>
                <a:cubicBezTo>
                  <a:pt x="4669809" y="5099030"/>
                  <a:pt x="4696740" y="5120506"/>
                  <a:pt x="4689477" y="5139433"/>
                </a:cubicBezTo>
                <a:cubicBezTo>
                  <a:pt x="4682509" y="5157591"/>
                  <a:pt x="4658556" y="5156750"/>
                  <a:pt x="4651398" y="5138097"/>
                </a:cubicBezTo>
                <a:close/>
                <a:moveTo>
                  <a:pt x="4754419" y="5096770"/>
                </a:moveTo>
                <a:cubicBezTo>
                  <a:pt x="4737102" y="5086064"/>
                  <a:pt x="4744372" y="5054012"/>
                  <a:pt x="4765019" y="5050036"/>
                </a:cubicBezTo>
                <a:cubicBezTo>
                  <a:pt x="4774142" y="5048279"/>
                  <a:pt x="4784323" y="5053920"/>
                  <a:pt x="4787643" y="5062572"/>
                </a:cubicBezTo>
                <a:cubicBezTo>
                  <a:pt x="4795437" y="5082882"/>
                  <a:pt x="4771616" y="5107402"/>
                  <a:pt x="4754419" y="5096770"/>
                </a:cubicBezTo>
                <a:close/>
                <a:moveTo>
                  <a:pt x="5019675" y="5067862"/>
                </a:moveTo>
                <a:cubicBezTo>
                  <a:pt x="5019675" y="5042214"/>
                  <a:pt x="5037693" y="5033611"/>
                  <a:pt x="5055053" y="5050971"/>
                </a:cubicBezTo>
                <a:cubicBezTo>
                  <a:pt x="5072413" y="5068331"/>
                  <a:pt x="5063810" y="5086350"/>
                  <a:pt x="5038162" y="5086350"/>
                </a:cubicBezTo>
                <a:cubicBezTo>
                  <a:pt x="5026212" y="5086350"/>
                  <a:pt x="5019675" y="5079812"/>
                  <a:pt x="5019675" y="5067862"/>
                </a:cubicBezTo>
                <a:close/>
                <a:moveTo>
                  <a:pt x="6531150" y="5054173"/>
                </a:moveTo>
                <a:cubicBezTo>
                  <a:pt x="6528380" y="5046953"/>
                  <a:pt x="6530587" y="5036572"/>
                  <a:pt x="6536055" y="5031105"/>
                </a:cubicBezTo>
                <a:cubicBezTo>
                  <a:pt x="6548383" y="5018776"/>
                  <a:pt x="6572250" y="5026941"/>
                  <a:pt x="6572250" y="5043487"/>
                </a:cubicBezTo>
                <a:cubicBezTo>
                  <a:pt x="6572250" y="5050224"/>
                  <a:pt x="6565470" y="5058338"/>
                  <a:pt x="6557183" y="5061518"/>
                </a:cubicBezTo>
                <a:cubicBezTo>
                  <a:pt x="6537028" y="5069252"/>
                  <a:pt x="6536926" y="5069223"/>
                  <a:pt x="6531150" y="5054173"/>
                </a:cubicBezTo>
                <a:close/>
                <a:moveTo>
                  <a:pt x="8838864" y="5052608"/>
                </a:moveTo>
                <a:cubicBezTo>
                  <a:pt x="8821779" y="5032021"/>
                  <a:pt x="8839385" y="5017578"/>
                  <a:pt x="8861585" y="5033969"/>
                </a:cubicBezTo>
                <a:cubicBezTo>
                  <a:pt x="8871277" y="5041126"/>
                  <a:pt x="8876382" y="5051553"/>
                  <a:pt x="8872929" y="5057141"/>
                </a:cubicBezTo>
                <a:cubicBezTo>
                  <a:pt x="8864184" y="5071290"/>
                  <a:pt x="8853150" y="5069822"/>
                  <a:pt x="8838864" y="5052608"/>
                </a:cubicBezTo>
                <a:close/>
                <a:moveTo>
                  <a:pt x="4568489" y="5051089"/>
                </a:moveTo>
                <a:cubicBezTo>
                  <a:pt x="4561025" y="5043625"/>
                  <a:pt x="4560458" y="4972050"/>
                  <a:pt x="4567863" y="4972050"/>
                </a:cubicBezTo>
                <a:cubicBezTo>
                  <a:pt x="4587272" y="4972050"/>
                  <a:pt x="4610100" y="4995216"/>
                  <a:pt x="4610100" y="5014912"/>
                </a:cubicBezTo>
                <a:cubicBezTo>
                  <a:pt x="4610100" y="5037484"/>
                  <a:pt x="4580564" y="5063164"/>
                  <a:pt x="4568489" y="5051089"/>
                </a:cubicBezTo>
                <a:close/>
                <a:moveTo>
                  <a:pt x="794978" y="4983956"/>
                </a:moveTo>
                <a:cubicBezTo>
                  <a:pt x="803450" y="4949655"/>
                  <a:pt x="816292" y="4936807"/>
                  <a:pt x="829202" y="4949717"/>
                </a:cubicBezTo>
                <a:cubicBezTo>
                  <a:pt x="845395" y="4965910"/>
                  <a:pt x="829552" y="5010150"/>
                  <a:pt x="807559" y="5010150"/>
                </a:cubicBezTo>
                <a:cubicBezTo>
                  <a:pt x="791559" y="5010150"/>
                  <a:pt x="789545" y="5005956"/>
                  <a:pt x="794978" y="4983956"/>
                </a:cubicBezTo>
                <a:close/>
                <a:moveTo>
                  <a:pt x="4833937" y="4991100"/>
                </a:moveTo>
                <a:cubicBezTo>
                  <a:pt x="4825964" y="4978199"/>
                  <a:pt x="4836722" y="4962525"/>
                  <a:pt x="4853549" y="4962525"/>
                </a:cubicBezTo>
                <a:cubicBezTo>
                  <a:pt x="4861098" y="4962525"/>
                  <a:pt x="4867275" y="4971097"/>
                  <a:pt x="4867275" y="4981575"/>
                </a:cubicBezTo>
                <a:cubicBezTo>
                  <a:pt x="4867275" y="5001294"/>
                  <a:pt x="4844295" y="5007860"/>
                  <a:pt x="4833937" y="4991100"/>
                </a:cubicBezTo>
                <a:close/>
                <a:moveTo>
                  <a:pt x="3035299" y="4984749"/>
                </a:moveTo>
                <a:cubicBezTo>
                  <a:pt x="3031807" y="4981257"/>
                  <a:pt x="3029080" y="4971613"/>
                  <a:pt x="3029239" y="4963318"/>
                </a:cubicBezTo>
                <a:cubicBezTo>
                  <a:pt x="3029477" y="4950933"/>
                  <a:pt x="3031336" y="4951344"/>
                  <a:pt x="3039637" y="4965620"/>
                </a:cubicBezTo>
                <a:cubicBezTo>
                  <a:pt x="3049894" y="4983257"/>
                  <a:pt x="3046920" y="4996370"/>
                  <a:pt x="3035299" y="4984749"/>
                </a:cubicBezTo>
                <a:close/>
                <a:moveTo>
                  <a:pt x="1973421" y="4969986"/>
                </a:moveTo>
                <a:cubicBezTo>
                  <a:pt x="1960024" y="4956589"/>
                  <a:pt x="1958566" y="4927764"/>
                  <a:pt x="1970899" y="4920141"/>
                </a:cubicBezTo>
                <a:cubicBezTo>
                  <a:pt x="1975712" y="4917167"/>
                  <a:pt x="1982549" y="4927936"/>
                  <a:pt x="1986093" y="4944072"/>
                </a:cubicBezTo>
                <a:cubicBezTo>
                  <a:pt x="1993510" y="4977840"/>
                  <a:pt x="1989492" y="4986057"/>
                  <a:pt x="1973421" y="4969986"/>
                </a:cubicBezTo>
                <a:close/>
                <a:moveTo>
                  <a:pt x="4696204" y="4967744"/>
                </a:moveTo>
                <a:cubicBezTo>
                  <a:pt x="4683743" y="4952730"/>
                  <a:pt x="4691198" y="4914900"/>
                  <a:pt x="4706618" y="4914900"/>
                </a:cubicBezTo>
                <a:cubicBezTo>
                  <a:pt x="4721866" y="4914900"/>
                  <a:pt x="4752975" y="4933843"/>
                  <a:pt x="4752975" y="4943129"/>
                </a:cubicBezTo>
                <a:cubicBezTo>
                  <a:pt x="4752975" y="4953732"/>
                  <a:pt x="4725734" y="4981575"/>
                  <a:pt x="4715360" y="4981575"/>
                </a:cubicBezTo>
                <a:cubicBezTo>
                  <a:pt x="4711137" y="4981575"/>
                  <a:pt x="4702517" y="4975351"/>
                  <a:pt x="4696204" y="4967744"/>
                </a:cubicBezTo>
                <a:close/>
                <a:moveTo>
                  <a:pt x="4949825" y="4975224"/>
                </a:moveTo>
                <a:cubicBezTo>
                  <a:pt x="4938765" y="4964165"/>
                  <a:pt x="4942960" y="4927184"/>
                  <a:pt x="4956555" y="4915901"/>
                </a:cubicBezTo>
                <a:cubicBezTo>
                  <a:pt x="4977034" y="4898905"/>
                  <a:pt x="5000625" y="4913665"/>
                  <a:pt x="5000625" y="4943475"/>
                </a:cubicBezTo>
                <a:cubicBezTo>
                  <a:pt x="5000625" y="4973627"/>
                  <a:pt x="4968380" y="4993780"/>
                  <a:pt x="4949825" y="4975224"/>
                </a:cubicBezTo>
                <a:close/>
                <a:moveTo>
                  <a:pt x="7693818" y="4964273"/>
                </a:moveTo>
                <a:cubicBezTo>
                  <a:pt x="7666770" y="4961161"/>
                  <a:pt x="7663527" y="4955710"/>
                  <a:pt x="7673406" y="4929966"/>
                </a:cubicBezTo>
                <a:cubicBezTo>
                  <a:pt x="7680632" y="4911136"/>
                  <a:pt x="7699794" y="4910564"/>
                  <a:pt x="7714870" y="4928729"/>
                </a:cubicBezTo>
                <a:cubicBezTo>
                  <a:pt x="7733050" y="4950635"/>
                  <a:pt x="7722985" y="4967629"/>
                  <a:pt x="7693818" y="4964273"/>
                </a:cubicBezTo>
                <a:close/>
                <a:moveTo>
                  <a:pt x="8745074" y="4925549"/>
                </a:moveTo>
                <a:cubicBezTo>
                  <a:pt x="8723871" y="4904346"/>
                  <a:pt x="8718022" y="4876800"/>
                  <a:pt x="8734723" y="4876800"/>
                </a:cubicBezTo>
                <a:cubicBezTo>
                  <a:pt x="8740127" y="4876800"/>
                  <a:pt x="8747015" y="4883229"/>
                  <a:pt x="8750030" y="4891087"/>
                </a:cubicBezTo>
                <a:cubicBezTo>
                  <a:pt x="8753045" y="4898945"/>
                  <a:pt x="8761483" y="4905375"/>
                  <a:pt x="8768781" y="4905375"/>
                </a:cubicBezTo>
                <a:cubicBezTo>
                  <a:pt x="8783929" y="4905375"/>
                  <a:pt x="8785403" y="4913907"/>
                  <a:pt x="8773503" y="4932693"/>
                </a:cubicBezTo>
                <a:cubicBezTo>
                  <a:pt x="8766839" y="4943212"/>
                  <a:pt x="8761360" y="4941835"/>
                  <a:pt x="8745074" y="4925549"/>
                </a:cubicBezTo>
                <a:close/>
                <a:moveTo>
                  <a:pt x="6619989" y="4915114"/>
                </a:moveTo>
                <a:cubicBezTo>
                  <a:pt x="6611928" y="4900051"/>
                  <a:pt x="6612642" y="4897327"/>
                  <a:pt x="6623556" y="4901515"/>
                </a:cubicBezTo>
                <a:cubicBezTo>
                  <a:pt x="6631884" y="4904711"/>
                  <a:pt x="6639646" y="4899058"/>
                  <a:pt x="6643468" y="4887013"/>
                </a:cubicBezTo>
                <a:cubicBezTo>
                  <a:pt x="6651361" y="4862147"/>
                  <a:pt x="6667500" y="4861227"/>
                  <a:pt x="6667500" y="4885644"/>
                </a:cubicBezTo>
                <a:cubicBezTo>
                  <a:pt x="6667500" y="4901501"/>
                  <a:pt x="6644873" y="4933950"/>
                  <a:pt x="6633817" y="4933950"/>
                </a:cubicBezTo>
                <a:cubicBezTo>
                  <a:pt x="6631756" y="4933950"/>
                  <a:pt x="6625534" y="4925473"/>
                  <a:pt x="6619989" y="4915114"/>
                </a:cubicBezTo>
                <a:close/>
                <a:moveTo>
                  <a:pt x="4592494" y="4887220"/>
                </a:moveTo>
                <a:cubicBezTo>
                  <a:pt x="4575177" y="4876514"/>
                  <a:pt x="4582447" y="4844462"/>
                  <a:pt x="4603094" y="4840486"/>
                </a:cubicBezTo>
                <a:cubicBezTo>
                  <a:pt x="4612217" y="4838729"/>
                  <a:pt x="4622398" y="4844370"/>
                  <a:pt x="4625718" y="4853022"/>
                </a:cubicBezTo>
                <a:cubicBezTo>
                  <a:pt x="4633512" y="4873332"/>
                  <a:pt x="4609691" y="4897852"/>
                  <a:pt x="4592494" y="4887220"/>
                </a:cubicBezTo>
                <a:close/>
                <a:moveTo>
                  <a:pt x="4859357" y="4865741"/>
                </a:moveTo>
                <a:cubicBezTo>
                  <a:pt x="4861092" y="4853487"/>
                  <a:pt x="4868941" y="4843462"/>
                  <a:pt x="4876800" y="4843462"/>
                </a:cubicBezTo>
                <a:cubicBezTo>
                  <a:pt x="4897457" y="4843462"/>
                  <a:pt x="4894611" y="4880622"/>
                  <a:pt x="4873645" y="4884660"/>
                </a:cubicBezTo>
                <a:cubicBezTo>
                  <a:pt x="4860119" y="4887265"/>
                  <a:pt x="4856911" y="4883017"/>
                  <a:pt x="4859357" y="4865741"/>
                </a:cubicBezTo>
                <a:close/>
                <a:moveTo>
                  <a:pt x="895350" y="4858312"/>
                </a:moveTo>
                <a:cubicBezTo>
                  <a:pt x="895350" y="4839358"/>
                  <a:pt x="907766" y="4825716"/>
                  <a:pt x="916797" y="4834747"/>
                </a:cubicBezTo>
                <a:cubicBezTo>
                  <a:pt x="924268" y="4842218"/>
                  <a:pt x="913550" y="4876800"/>
                  <a:pt x="903764" y="4876800"/>
                </a:cubicBezTo>
                <a:cubicBezTo>
                  <a:pt x="899136" y="4876800"/>
                  <a:pt x="895350" y="4868480"/>
                  <a:pt x="895350" y="4858312"/>
                </a:cubicBezTo>
                <a:close/>
                <a:moveTo>
                  <a:pt x="4994386" y="4833526"/>
                </a:moveTo>
                <a:cubicBezTo>
                  <a:pt x="4987199" y="4814797"/>
                  <a:pt x="4995704" y="4806198"/>
                  <a:pt x="5014341" y="4813350"/>
                </a:cubicBezTo>
                <a:cubicBezTo>
                  <a:pt x="5022712" y="4816562"/>
                  <a:pt x="5026494" y="4825142"/>
                  <a:pt x="5023257" y="4833576"/>
                </a:cubicBezTo>
                <a:cubicBezTo>
                  <a:pt x="5016037" y="4852393"/>
                  <a:pt x="5001617" y="4852368"/>
                  <a:pt x="4994386" y="4833526"/>
                </a:cubicBezTo>
                <a:close/>
                <a:moveTo>
                  <a:pt x="4737129" y="4823785"/>
                </a:moveTo>
                <a:cubicBezTo>
                  <a:pt x="4728873" y="4802271"/>
                  <a:pt x="4745775" y="4776787"/>
                  <a:pt x="4768300" y="4776787"/>
                </a:cubicBezTo>
                <a:cubicBezTo>
                  <a:pt x="4796844" y="4776787"/>
                  <a:pt x="4793617" y="4832900"/>
                  <a:pt x="4764838" y="4836986"/>
                </a:cubicBezTo>
                <a:cubicBezTo>
                  <a:pt x="4751367" y="4838899"/>
                  <a:pt x="4741041" y="4833980"/>
                  <a:pt x="4737129" y="4823785"/>
                </a:cubicBezTo>
                <a:close/>
                <a:moveTo>
                  <a:pt x="2948048" y="4753167"/>
                </a:moveTo>
                <a:cubicBezTo>
                  <a:pt x="2935701" y="4714264"/>
                  <a:pt x="2957282" y="4702279"/>
                  <a:pt x="2974534" y="4738457"/>
                </a:cubicBezTo>
                <a:cubicBezTo>
                  <a:pt x="2989936" y="4770755"/>
                  <a:pt x="2989851" y="4772025"/>
                  <a:pt x="2972287" y="4772025"/>
                </a:cubicBezTo>
                <a:cubicBezTo>
                  <a:pt x="2962248" y="4772025"/>
                  <a:pt x="2951340" y="4763538"/>
                  <a:pt x="2948048" y="4753167"/>
                </a:cubicBezTo>
                <a:close/>
                <a:moveTo>
                  <a:pt x="1921668" y="4757060"/>
                </a:moveTo>
                <a:cubicBezTo>
                  <a:pt x="1911237" y="4746458"/>
                  <a:pt x="1912933" y="4697932"/>
                  <a:pt x="1923974" y="4691109"/>
                </a:cubicBezTo>
                <a:cubicBezTo>
                  <a:pt x="1929171" y="4687897"/>
                  <a:pt x="1940959" y="4689656"/>
                  <a:pt x="1950168" y="4695019"/>
                </a:cubicBezTo>
                <a:cubicBezTo>
                  <a:pt x="1965436" y="4703911"/>
                  <a:pt x="1965496" y="4704796"/>
                  <a:pt x="1950847" y="4705060"/>
                </a:cubicBezTo>
                <a:cubicBezTo>
                  <a:pt x="1939961" y="4705256"/>
                  <a:pt x="1933819" y="4714855"/>
                  <a:pt x="1931797" y="4734835"/>
                </a:cubicBezTo>
                <a:cubicBezTo>
                  <a:pt x="1930155" y="4751052"/>
                  <a:pt x="1925597" y="4761053"/>
                  <a:pt x="1921668" y="4757060"/>
                </a:cubicBezTo>
                <a:close/>
                <a:moveTo>
                  <a:pt x="4660106" y="4755664"/>
                </a:moveTo>
                <a:cubicBezTo>
                  <a:pt x="4653557" y="4753312"/>
                  <a:pt x="4648200" y="4741487"/>
                  <a:pt x="4648200" y="4729387"/>
                </a:cubicBezTo>
                <a:cubicBezTo>
                  <a:pt x="4648200" y="4706663"/>
                  <a:pt x="4663139" y="4695536"/>
                  <a:pt x="4683918" y="4702784"/>
                </a:cubicBezTo>
                <a:cubicBezTo>
                  <a:pt x="4690467" y="4705068"/>
                  <a:pt x="4695825" y="4714627"/>
                  <a:pt x="4695825" y="4724027"/>
                </a:cubicBezTo>
                <a:cubicBezTo>
                  <a:pt x="4695825" y="4744562"/>
                  <a:pt x="4676600" y="4761590"/>
                  <a:pt x="4660106" y="4755664"/>
                </a:cubicBezTo>
                <a:close/>
                <a:moveTo>
                  <a:pt x="4888230" y="4751070"/>
                </a:moveTo>
                <a:cubicBezTo>
                  <a:pt x="4874106" y="4736946"/>
                  <a:pt x="4873252" y="4699141"/>
                  <a:pt x="4886866" y="4690727"/>
                </a:cubicBezTo>
                <a:cubicBezTo>
                  <a:pt x="4892402" y="4687306"/>
                  <a:pt x="4907404" y="4687134"/>
                  <a:pt x="4920203" y="4690347"/>
                </a:cubicBezTo>
                <a:cubicBezTo>
                  <a:pt x="4949291" y="4697647"/>
                  <a:pt x="4952430" y="4737986"/>
                  <a:pt x="4925051" y="4752639"/>
                </a:cubicBezTo>
                <a:cubicBezTo>
                  <a:pt x="4902090" y="4764928"/>
                  <a:pt x="4902088" y="4764928"/>
                  <a:pt x="4888230" y="4751070"/>
                </a:cubicBezTo>
                <a:close/>
                <a:moveTo>
                  <a:pt x="7659956" y="4729162"/>
                </a:moveTo>
                <a:cubicBezTo>
                  <a:pt x="7660151" y="4713446"/>
                  <a:pt x="7662285" y="4708170"/>
                  <a:pt x="7664700" y="4717437"/>
                </a:cubicBezTo>
                <a:cubicBezTo>
                  <a:pt x="7667115" y="4726705"/>
                  <a:pt x="7666956" y="4739563"/>
                  <a:pt x="7664347" y="4746012"/>
                </a:cubicBezTo>
                <a:cubicBezTo>
                  <a:pt x="7661738" y="4752461"/>
                  <a:pt x="7659762" y="4744878"/>
                  <a:pt x="7659956" y="4729162"/>
                </a:cubicBezTo>
                <a:close/>
                <a:moveTo>
                  <a:pt x="4782256" y="4705786"/>
                </a:moveTo>
                <a:cubicBezTo>
                  <a:pt x="4767220" y="4696494"/>
                  <a:pt x="4776834" y="4676775"/>
                  <a:pt x="4796399" y="4676775"/>
                </a:cubicBezTo>
                <a:cubicBezTo>
                  <a:pt x="4810877" y="4676775"/>
                  <a:pt x="4815478" y="4700916"/>
                  <a:pt x="4802526" y="4708921"/>
                </a:cubicBezTo>
                <a:cubicBezTo>
                  <a:pt x="4798347" y="4711504"/>
                  <a:pt x="4789225" y="4710093"/>
                  <a:pt x="4782256" y="4705786"/>
                </a:cubicBezTo>
                <a:close/>
                <a:moveTo>
                  <a:pt x="4982736" y="4663887"/>
                </a:moveTo>
                <a:cubicBezTo>
                  <a:pt x="4971158" y="4649936"/>
                  <a:pt x="4977730" y="4638675"/>
                  <a:pt x="4997450" y="4638675"/>
                </a:cubicBezTo>
                <a:cubicBezTo>
                  <a:pt x="5011639" y="4638675"/>
                  <a:pt x="5014836" y="4663229"/>
                  <a:pt x="5001704" y="4671345"/>
                </a:cubicBezTo>
                <a:cubicBezTo>
                  <a:pt x="4997059" y="4674216"/>
                  <a:pt x="4988523" y="4670860"/>
                  <a:pt x="4982736" y="4663887"/>
                </a:cubicBezTo>
                <a:close/>
                <a:moveTo>
                  <a:pt x="2880920" y="4657091"/>
                </a:moveTo>
                <a:cubicBezTo>
                  <a:pt x="2877467" y="4651504"/>
                  <a:pt x="2876929" y="4644645"/>
                  <a:pt x="2879725" y="4641850"/>
                </a:cubicBezTo>
                <a:cubicBezTo>
                  <a:pt x="2886547" y="4635027"/>
                  <a:pt x="2905125" y="4647048"/>
                  <a:pt x="2905125" y="4658287"/>
                </a:cubicBezTo>
                <a:cubicBezTo>
                  <a:pt x="2905125" y="4670459"/>
                  <a:pt x="2888680" y="4669647"/>
                  <a:pt x="2880920" y="4657091"/>
                </a:cubicBezTo>
                <a:close/>
                <a:moveTo>
                  <a:pt x="8696470" y="4646380"/>
                </a:moveTo>
                <a:cubicBezTo>
                  <a:pt x="8696390" y="4637522"/>
                  <a:pt x="8700611" y="4627625"/>
                  <a:pt x="8705850" y="4624387"/>
                </a:cubicBezTo>
                <a:cubicBezTo>
                  <a:pt x="8717904" y="4616937"/>
                  <a:pt x="8717904" y="4629546"/>
                  <a:pt x="8705850" y="4648200"/>
                </a:cubicBezTo>
                <a:cubicBezTo>
                  <a:pt x="8697892" y="4660512"/>
                  <a:pt x="8696596" y="4660261"/>
                  <a:pt x="8696470" y="4646380"/>
                </a:cubicBezTo>
                <a:close/>
                <a:moveTo>
                  <a:pt x="6680469" y="4633912"/>
                </a:moveTo>
                <a:cubicBezTo>
                  <a:pt x="6673434" y="4615580"/>
                  <a:pt x="6682778" y="4591050"/>
                  <a:pt x="6696795" y="4591050"/>
                </a:cubicBezTo>
                <a:cubicBezTo>
                  <a:pt x="6702758" y="4591050"/>
                  <a:pt x="6705170" y="4597479"/>
                  <a:pt x="6702155" y="4605337"/>
                </a:cubicBezTo>
                <a:cubicBezTo>
                  <a:pt x="6698697" y="4614348"/>
                  <a:pt x="6702270" y="4619625"/>
                  <a:pt x="6711827" y="4619625"/>
                </a:cubicBezTo>
                <a:cubicBezTo>
                  <a:pt x="6724218" y="4619625"/>
                  <a:pt x="6724820" y="4622230"/>
                  <a:pt x="6715125" y="4633912"/>
                </a:cubicBezTo>
                <a:cubicBezTo>
                  <a:pt x="6708603" y="4641770"/>
                  <a:pt x="6699371" y="4648200"/>
                  <a:pt x="6694609" y="4648200"/>
                </a:cubicBezTo>
                <a:cubicBezTo>
                  <a:pt x="6689848" y="4648200"/>
                  <a:pt x="6683484" y="4641770"/>
                  <a:pt x="6680469" y="4633912"/>
                </a:cubicBezTo>
                <a:close/>
                <a:moveTo>
                  <a:pt x="4707255" y="4598670"/>
                </a:moveTo>
                <a:cubicBezTo>
                  <a:pt x="4674924" y="4566339"/>
                  <a:pt x="4712945" y="4512476"/>
                  <a:pt x="4752975" y="4533900"/>
                </a:cubicBezTo>
                <a:cubicBezTo>
                  <a:pt x="4786594" y="4551892"/>
                  <a:pt x="4772043" y="4610100"/>
                  <a:pt x="4733925" y="4610100"/>
                </a:cubicBezTo>
                <a:cubicBezTo>
                  <a:pt x="4725543" y="4610100"/>
                  <a:pt x="4713541" y="4604956"/>
                  <a:pt x="4707255" y="4598670"/>
                </a:cubicBezTo>
                <a:close/>
                <a:moveTo>
                  <a:pt x="4870473" y="4595172"/>
                </a:moveTo>
                <a:cubicBezTo>
                  <a:pt x="4862966" y="4575609"/>
                  <a:pt x="4878033" y="4560989"/>
                  <a:pt x="4894936" y="4571435"/>
                </a:cubicBezTo>
                <a:cubicBezTo>
                  <a:pt x="4909331" y="4580331"/>
                  <a:pt x="4902701" y="4610100"/>
                  <a:pt x="4886325" y="4610100"/>
                </a:cubicBezTo>
                <a:cubicBezTo>
                  <a:pt x="4880757" y="4610100"/>
                  <a:pt x="4873624" y="4603382"/>
                  <a:pt x="4870473" y="4595172"/>
                </a:cubicBezTo>
                <a:close/>
                <a:moveTo>
                  <a:pt x="7696054" y="4588668"/>
                </a:moveTo>
                <a:cubicBezTo>
                  <a:pt x="7695936" y="4571338"/>
                  <a:pt x="7694141" y="4569971"/>
                  <a:pt x="7686675" y="4581525"/>
                </a:cubicBezTo>
                <a:cubicBezTo>
                  <a:pt x="7679029" y="4593356"/>
                  <a:pt x="7677441" y="4592537"/>
                  <a:pt x="7677441" y="4576762"/>
                </a:cubicBezTo>
                <a:cubicBezTo>
                  <a:pt x="7677441" y="4552856"/>
                  <a:pt x="7686749" y="4539002"/>
                  <a:pt x="7708106" y="4531122"/>
                </a:cubicBezTo>
                <a:cubicBezTo>
                  <a:pt x="7725389" y="4524746"/>
                  <a:pt x="7732641" y="4546963"/>
                  <a:pt x="7716527" y="4556923"/>
                </a:cubicBezTo>
                <a:cubicBezTo>
                  <a:pt x="7711991" y="4559726"/>
                  <a:pt x="7710347" y="4572838"/>
                  <a:pt x="7712875" y="4586060"/>
                </a:cubicBezTo>
                <a:cubicBezTo>
                  <a:pt x="7715569" y="4600153"/>
                  <a:pt x="7713070" y="4610100"/>
                  <a:pt x="7706835" y="4610100"/>
                </a:cubicBezTo>
                <a:cubicBezTo>
                  <a:pt x="7700985" y="4610100"/>
                  <a:pt x="7696134" y="4600455"/>
                  <a:pt x="7696054" y="4588668"/>
                </a:cubicBezTo>
                <a:close/>
                <a:moveTo>
                  <a:pt x="2928424" y="4590220"/>
                </a:moveTo>
                <a:cubicBezTo>
                  <a:pt x="2924904" y="4584524"/>
                  <a:pt x="2926220" y="4575669"/>
                  <a:pt x="2931349" y="4570540"/>
                </a:cubicBezTo>
                <a:cubicBezTo>
                  <a:pt x="2937432" y="4564457"/>
                  <a:pt x="2942463" y="4568057"/>
                  <a:pt x="2945820" y="4580895"/>
                </a:cubicBezTo>
                <a:cubicBezTo>
                  <a:pt x="2951228" y="4601577"/>
                  <a:pt x="2939371" y="4607932"/>
                  <a:pt x="2928424" y="4590220"/>
                </a:cubicBezTo>
                <a:close/>
                <a:moveTo>
                  <a:pt x="6781800" y="4548749"/>
                </a:moveTo>
                <a:cubicBezTo>
                  <a:pt x="6781800" y="4535343"/>
                  <a:pt x="6786086" y="4524375"/>
                  <a:pt x="6791325" y="4524375"/>
                </a:cubicBezTo>
                <a:cubicBezTo>
                  <a:pt x="6796563" y="4524375"/>
                  <a:pt x="6800850" y="4532694"/>
                  <a:pt x="6800850" y="4542862"/>
                </a:cubicBezTo>
                <a:cubicBezTo>
                  <a:pt x="6800850" y="4553031"/>
                  <a:pt x="6796563" y="4563999"/>
                  <a:pt x="6791325" y="4567237"/>
                </a:cubicBezTo>
                <a:cubicBezTo>
                  <a:pt x="6785922" y="4570576"/>
                  <a:pt x="6781800" y="4562573"/>
                  <a:pt x="6781800" y="4548749"/>
                </a:cubicBezTo>
                <a:close/>
                <a:moveTo>
                  <a:pt x="2829594" y="4550568"/>
                </a:moveTo>
                <a:cubicBezTo>
                  <a:pt x="2829962" y="4544020"/>
                  <a:pt x="2833509" y="4530374"/>
                  <a:pt x="2837476" y="4520244"/>
                </a:cubicBezTo>
                <a:cubicBezTo>
                  <a:pt x="2846787" y="4496467"/>
                  <a:pt x="2858286" y="4514548"/>
                  <a:pt x="2851167" y="4541772"/>
                </a:cubicBezTo>
                <a:cubicBezTo>
                  <a:pt x="2845418" y="4563754"/>
                  <a:pt x="2828464" y="4570667"/>
                  <a:pt x="2829594" y="4550568"/>
                </a:cubicBezTo>
                <a:close/>
                <a:moveTo>
                  <a:pt x="952936" y="4523559"/>
                </a:moveTo>
                <a:cubicBezTo>
                  <a:pt x="958784" y="4512633"/>
                  <a:pt x="965893" y="4506018"/>
                  <a:pt x="968735" y="4508860"/>
                </a:cubicBezTo>
                <a:cubicBezTo>
                  <a:pt x="976587" y="4516712"/>
                  <a:pt x="964011" y="4543425"/>
                  <a:pt x="952463" y="4543425"/>
                </a:cubicBezTo>
                <a:cubicBezTo>
                  <a:pt x="945419" y="4543425"/>
                  <a:pt x="945564" y="4537334"/>
                  <a:pt x="952936" y="4523559"/>
                </a:cubicBezTo>
                <a:close/>
                <a:moveTo>
                  <a:pt x="4930775" y="4508500"/>
                </a:moveTo>
                <a:cubicBezTo>
                  <a:pt x="4917031" y="4494756"/>
                  <a:pt x="4924822" y="4467225"/>
                  <a:pt x="4942455" y="4467225"/>
                </a:cubicBezTo>
                <a:cubicBezTo>
                  <a:pt x="4964234" y="4467225"/>
                  <a:pt x="4974674" y="4489365"/>
                  <a:pt x="4959875" y="4504164"/>
                </a:cubicBezTo>
                <a:cubicBezTo>
                  <a:pt x="4947645" y="4516394"/>
                  <a:pt x="4939833" y="4517558"/>
                  <a:pt x="4930775" y="4508500"/>
                </a:cubicBezTo>
                <a:close/>
                <a:moveTo>
                  <a:pt x="8643937" y="4505325"/>
                </a:moveTo>
                <a:cubicBezTo>
                  <a:pt x="8640699" y="4500086"/>
                  <a:pt x="8644733" y="4495800"/>
                  <a:pt x="8652900" y="4495800"/>
                </a:cubicBezTo>
                <a:cubicBezTo>
                  <a:pt x="8661067" y="4495800"/>
                  <a:pt x="8667750" y="4500086"/>
                  <a:pt x="8667750" y="4505325"/>
                </a:cubicBezTo>
                <a:cubicBezTo>
                  <a:pt x="8667750" y="4510563"/>
                  <a:pt x="8663716" y="4514850"/>
                  <a:pt x="8658787" y="4514850"/>
                </a:cubicBezTo>
                <a:cubicBezTo>
                  <a:pt x="8653857" y="4514850"/>
                  <a:pt x="8647175" y="4510563"/>
                  <a:pt x="8643937" y="4505325"/>
                </a:cubicBezTo>
                <a:close/>
                <a:moveTo>
                  <a:pt x="4802981" y="4470441"/>
                </a:moveTo>
                <a:cubicBezTo>
                  <a:pt x="4785255" y="4463289"/>
                  <a:pt x="4788586" y="4422592"/>
                  <a:pt x="4807492" y="4415338"/>
                </a:cubicBezTo>
                <a:cubicBezTo>
                  <a:pt x="4830446" y="4406529"/>
                  <a:pt x="4850623" y="4435420"/>
                  <a:pt x="4837995" y="4459015"/>
                </a:cubicBezTo>
                <a:cubicBezTo>
                  <a:pt x="4828250" y="4477225"/>
                  <a:pt x="4823574" y="4478751"/>
                  <a:pt x="4802981" y="4470441"/>
                </a:cubicBezTo>
                <a:close/>
                <a:moveTo>
                  <a:pt x="4655521" y="4442745"/>
                </a:moveTo>
                <a:cubicBezTo>
                  <a:pt x="4658649" y="4426379"/>
                  <a:pt x="4663366" y="4421431"/>
                  <a:pt x="4669752" y="4427817"/>
                </a:cubicBezTo>
                <a:cubicBezTo>
                  <a:pt x="4680333" y="4438398"/>
                  <a:pt x="4672719" y="4467225"/>
                  <a:pt x="4659344" y="4467225"/>
                </a:cubicBezTo>
                <a:cubicBezTo>
                  <a:pt x="4654668" y="4467225"/>
                  <a:pt x="4652947" y="4456209"/>
                  <a:pt x="4655521" y="4442745"/>
                </a:cubicBezTo>
                <a:close/>
                <a:moveTo>
                  <a:pt x="1019175" y="4443860"/>
                </a:moveTo>
                <a:cubicBezTo>
                  <a:pt x="1019175" y="4421285"/>
                  <a:pt x="1040406" y="4381500"/>
                  <a:pt x="1052453" y="4381500"/>
                </a:cubicBezTo>
                <a:cubicBezTo>
                  <a:pt x="1073268" y="4381500"/>
                  <a:pt x="1075136" y="4392870"/>
                  <a:pt x="1059656" y="4425333"/>
                </a:cubicBezTo>
                <a:cubicBezTo>
                  <a:pt x="1044071" y="4458015"/>
                  <a:pt x="1019175" y="4469409"/>
                  <a:pt x="1019175" y="4443860"/>
                </a:cubicBezTo>
                <a:close/>
                <a:moveTo>
                  <a:pt x="6781800" y="4414837"/>
                </a:moveTo>
                <a:cubicBezTo>
                  <a:pt x="6781800" y="4406979"/>
                  <a:pt x="6786086" y="4400550"/>
                  <a:pt x="6791325" y="4400550"/>
                </a:cubicBezTo>
                <a:cubicBezTo>
                  <a:pt x="6796563" y="4400550"/>
                  <a:pt x="6800850" y="4406979"/>
                  <a:pt x="6800850" y="4414837"/>
                </a:cubicBezTo>
                <a:cubicBezTo>
                  <a:pt x="6800850" y="4422695"/>
                  <a:pt x="6796563" y="4429125"/>
                  <a:pt x="6791325" y="4429125"/>
                </a:cubicBezTo>
                <a:cubicBezTo>
                  <a:pt x="6786086" y="4429125"/>
                  <a:pt x="6781800" y="4422695"/>
                  <a:pt x="6781800" y="4414837"/>
                </a:cubicBezTo>
                <a:close/>
                <a:moveTo>
                  <a:pt x="8551068" y="4398272"/>
                </a:moveTo>
                <a:cubicBezTo>
                  <a:pt x="8520306" y="4364575"/>
                  <a:pt x="8520732" y="4366077"/>
                  <a:pt x="8539852" y="4358740"/>
                </a:cubicBezTo>
                <a:cubicBezTo>
                  <a:pt x="8560434" y="4350842"/>
                  <a:pt x="8591581" y="4369112"/>
                  <a:pt x="8591404" y="4388978"/>
                </a:cubicBezTo>
                <a:cubicBezTo>
                  <a:pt x="8591090" y="4424097"/>
                  <a:pt x="8577503" y="4427228"/>
                  <a:pt x="8551068" y="4398272"/>
                </a:cubicBezTo>
                <a:close/>
                <a:moveTo>
                  <a:pt x="4966144" y="4396243"/>
                </a:moveTo>
                <a:cubicBezTo>
                  <a:pt x="4959578" y="4379132"/>
                  <a:pt x="4970221" y="4360195"/>
                  <a:pt x="4982233" y="4367619"/>
                </a:cubicBezTo>
                <a:cubicBezTo>
                  <a:pt x="4994302" y="4375078"/>
                  <a:pt x="4993513" y="4410075"/>
                  <a:pt x="4981276" y="4410075"/>
                </a:cubicBezTo>
                <a:cubicBezTo>
                  <a:pt x="4975872" y="4410075"/>
                  <a:pt x="4969063" y="4403850"/>
                  <a:pt x="4966144" y="4396243"/>
                </a:cubicBezTo>
                <a:close/>
                <a:moveTo>
                  <a:pt x="2828925" y="4348724"/>
                </a:moveTo>
                <a:cubicBezTo>
                  <a:pt x="2828925" y="4335318"/>
                  <a:pt x="2833211" y="4324350"/>
                  <a:pt x="2838450" y="4324350"/>
                </a:cubicBezTo>
                <a:cubicBezTo>
                  <a:pt x="2843688" y="4324350"/>
                  <a:pt x="2847975" y="4332669"/>
                  <a:pt x="2847975" y="4342837"/>
                </a:cubicBezTo>
                <a:cubicBezTo>
                  <a:pt x="2847975" y="4353006"/>
                  <a:pt x="2843688" y="4363974"/>
                  <a:pt x="2838450" y="4367212"/>
                </a:cubicBezTo>
                <a:cubicBezTo>
                  <a:pt x="2833047" y="4370551"/>
                  <a:pt x="2828925" y="4362548"/>
                  <a:pt x="2828925" y="4348724"/>
                </a:cubicBezTo>
                <a:close/>
                <a:moveTo>
                  <a:pt x="6848475" y="4364270"/>
                </a:moveTo>
                <a:cubicBezTo>
                  <a:pt x="6848475" y="4350375"/>
                  <a:pt x="6875343" y="4319468"/>
                  <a:pt x="6881805" y="4325930"/>
                </a:cubicBezTo>
                <a:cubicBezTo>
                  <a:pt x="6889833" y="4333958"/>
                  <a:pt x="6869901" y="4371975"/>
                  <a:pt x="6857664" y="4371975"/>
                </a:cubicBezTo>
                <a:cubicBezTo>
                  <a:pt x="6852610" y="4371975"/>
                  <a:pt x="6848475" y="4368507"/>
                  <a:pt x="6848475" y="4364270"/>
                </a:cubicBezTo>
                <a:close/>
                <a:moveTo>
                  <a:pt x="4691235" y="4346975"/>
                </a:moveTo>
                <a:cubicBezTo>
                  <a:pt x="4672311" y="4328051"/>
                  <a:pt x="4675711" y="4296610"/>
                  <a:pt x="4698206" y="4282508"/>
                </a:cubicBezTo>
                <a:cubicBezTo>
                  <a:pt x="4735520" y="4259118"/>
                  <a:pt x="4773488" y="4323893"/>
                  <a:pt x="4737771" y="4350010"/>
                </a:cubicBezTo>
                <a:cubicBezTo>
                  <a:pt x="4715804" y="4366072"/>
                  <a:pt x="4709952" y="4365691"/>
                  <a:pt x="4691235" y="4346975"/>
                </a:cubicBezTo>
                <a:close/>
                <a:moveTo>
                  <a:pt x="7697174" y="4345781"/>
                </a:moveTo>
                <a:cubicBezTo>
                  <a:pt x="7696034" y="4320702"/>
                  <a:pt x="7677536" y="4316476"/>
                  <a:pt x="7676331" y="4341018"/>
                </a:cubicBezTo>
                <a:cubicBezTo>
                  <a:pt x="7675881" y="4350186"/>
                  <a:pt x="7671747" y="4345084"/>
                  <a:pt x="7667145" y="4329680"/>
                </a:cubicBezTo>
                <a:cubicBezTo>
                  <a:pt x="7661756" y="4311642"/>
                  <a:pt x="7662400" y="4297307"/>
                  <a:pt x="7668954" y="4289410"/>
                </a:cubicBezTo>
                <a:cubicBezTo>
                  <a:pt x="7682114" y="4273554"/>
                  <a:pt x="7721194" y="4279873"/>
                  <a:pt x="7716374" y="4297078"/>
                </a:cubicBezTo>
                <a:cubicBezTo>
                  <a:pt x="7714374" y="4304219"/>
                  <a:pt x="7709455" y="4322921"/>
                  <a:pt x="7705443" y="4338637"/>
                </a:cubicBezTo>
                <a:cubicBezTo>
                  <a:pt x="7699594" y="4361552"/>
                  <a:pt x="7697956" y="4362967"/>
                  <a:pt x="7697174" y="4345781"/>
                </a:cubicBezTo>
                <a:close/>
                <a:moveTo>
                  <a:pt x="4861464" y="4320291"/>
                </a:moveTo>
                <a:cubicBezTo>
                  <a:pt x="4852798" y="4297708"/>
                  <a:pt x="4865060" y="4274901"/>
                  <a:pt x="4883914" y="4278532"/>
                </a:cubicBezTo>
                <a:cubicBezTo>
                  <a:pt x="4894459" y="4280563"/>
                  <a:pt x="4900612" y="4290427"/>
                  <a:pt x="4900612" y="4305300"/>
                </a:cubicBezTo>
                <a:cubicBezTo>
                  <a:pt x="4900612" y="4332452"/>
                  <a:pt x="4870548" y="4343964"/>
                  <a:pt x="4861464" y="4320291"/>
                </a:cubicBezTo>
                <a:close/>
                <a:moveTo>
                  <a:pt x="8481480" y="4283536"/>
                </a:moveTo>
                <a:cubicBezTo>
                  <a:pt x="8472524" y="4260197"/>
                  <a:pt x="8487233" y="4241812"/>
                  <a:pt x="8498605" y="4262132"/>
                </a:cubicBezTo>
                <a:cubicBezTo>
                  <a:pt x="8504690" y="4273006"/>
                  <a:pt x="8504350" y="4282009"/>
                  <a:pt x="8497599" y="4288760"/>
                </a:cubicBezTo>
                <a:cubicBezTo>
                  <a:pt x="8490349" y="4296010"/>
                  <a:pt x="8485687" y="4294499"/>
                  <a:pt x="8481480" y="4283536"/>
                </a:cubicBezTo>
                <a:close/>
                <a:moveTo>
                  <a:pt x="1098051" y="4241385"/>
                </a:moveTo>
                <a:cubicBezTo>
                  <a:pt x="1095146" y="4233816"/>
                  <a:pt x="1100047" y="4220454"/>
                  <a:pt x="1108942" y="4211692"/>
                </a:cubicBezTo>
                <a:cubicBezTo>
                  <a:pt x="1124066" y="4196794"/>
                  <a:pt x="1126010" y="4196971"/>
                  <a:pt x="1138948" y="4214427"/>
                </a:cubicBezTo>
                <a:cubicBezTo>
                  <a:pt x="1146556" y="4224693"/>
                  <a:pt x="1151297" y="4237551"/>
                  <a:pt x="1149483" y="4243002"/>
                </a:cubicBezTo>
                <a:cubicBezTo>
                  <a:pt x="1144423" y="4258203"/>
                  <a:pt x="1104017" y="4256933"/>
                  <a:pt x="1098051" y="4241385"/>
                </a:cubicBezTo>
                <a:close/>
                <a:moveTo>
                  <a:pt x="4782082" y="4215453"/>
                </a:moveTo>
                <a:cubicBezTo>
                  <a:pt x="4768171" y="4198692"/>
                  <a:pt x="4780045" y="4170271"/>
                  <a:pt x="4799417" y="4173960"/>
                </a:cubicBezTo>
                <a:cubicBezTo>
                  <a:pt x="4819427" y="4177771"/>
                  <a:pt x="4824973" y="4215493"/>
                  <a:pt x="4806562" y="4222559"/>
                </a:cubicBezTo>
                <a:cubicBezTo>
                  <a:pt x="4798810" y="4225533"/>
                  <a:pt x="4787794" y="4222336"/>
                  <a:pt x="4782082" y="4215453"/>
                </a:cubicBezTo>
                <a:close/>
                <a:moveTo>
                  <a:pt x="6877050" y="4191793"/>
                </a:moveTo>
                <a:cubicBezTo>
                  <a:pt x="6877050" y="4180093"/>
                  <a:pt x="6883200" y="4171950"/>
                  <a:pt x="6892035" y="4171950"/>
                </a:cubicBezTo>
                <a:cubicBezTo>
                  <a:pt x="6900905" y="4171950"/>
                  <a:pt x="6905764" y="4178430"/>
                  <a:pt x="6903942" y="4187829"/>
                </a:cubicBezTo>
                <a:cubicBezTo>
                  <a:pt x="6899307" y="4211725"/>
                  <a:pt x="6877050" y="4215006"/>
                  <a:pt x="6877050" y="4191793"/>
                </a:cubicBezTo>
                <a:close/>
                <a:moveTo>
                  <a:pt x="1934679" y="4145756"/>
                </a:moveTo>
                <a:cubicBezTo>
                  <a:pt x="1935359" y="4129640"/>
                  <a:pt x="1937460" y="4125976"/>
                  <a:pt x="1940140" y="4136231"/>
                </a:cubicBezTo>
                <a:cubicBezTo>
                  <a:pt x="1945212" y="4155639"/>
                  <a:pt x="1958448" y="4158138"/>
                  <a:pt x="1965366" y="4140993"/>
                </a:cubicBezTo>
                <a:cubicBezTo>
                  <a:pt x="1968009" y="4134445"/>
                  <a:pt x="1970509" y="4138731"/>
                  <a:pt x="1970923" y="4150518"/>
                </a:cubicBezTo>
                <a:cubicBezTo>
                  <a:pt x="1971460" y="4165850"/>
                  <a:pt x="1966253" y="4171950"/>
                  <a:pt x="1952625" y="4171950"/>
                </a:cubicBezTo>
                <a:cubicBezTo>
                  <a:pt x="1937925" y="4171950"/>
                  <a:pt x="1933827" y="4165968"/>
                  <a:pt x="1934679" y="4145756"/>
                </a:cubicBezTo>
                <a:close/>
                <a:moveTo>
                  <a:pt x="4908994" y="4158118"/>
                </a:moveTo>
                <a:cubicBezTo>
                  <a:pt x="4901726" y="4139177"/>
                  <a:pt x="4912493" y="4124325"/>
                  <a:pt x="4933493" y="4124325"/>
                </a:cubicBezTo>
                <a:cubicBezTo>
                  <a:pt x="4952217" y="4124325"/>
                  <a:pt x="4962321" y="4140675"/>
                  <a:pt x="4955565" y="4160043"/>
                </a:cubicBezTo>
                <a:cubicBezTo>
                  <a:pt x="4949836" y="4176469"/>
                  <a:pt x="4915491" y="4175049"/>
                  <a:pt x="4908994" y="4158118"/>
                </a:cubicBezTo>
                <a:close/>
                <a:moveTo>
                  <a:pt x="1143000" y="4120124"/>
                </a:moveTo>
                <a:cubicBezTo>
                  <a:pt x="1143000" y="4111957"/>
                  <a:pt x="1147286" y="4105275"/>
                  <a:pt x="1152525" y="4105275"/>
                </a:cubicBezTo>
                <a:cubicBezTo>
                  <a:pt x="1157763" y="4105275"/>
                  <a:pt x="1162050" y="4109308"/>
                  <a:pt x="1162050" y="4114237"/>
                </a:cubicBezTo>
                <a:cubicBezTo>
                  <a:pt x="1162050" y="4119167"/>
                  <a:pt x="1157763" y="4125849"/>
                  <a:pt x="1152525" y="4129087"/>
                </a:cubicBezTo>
                <a:cubicBezTo>
                  <a:pt x="1147286" y="4132325"/>
                  <a:pt x="1143000" y="4128291"/>
                  <a:pt x="1143000" y="4120124"/>
                </a:cubicBezTo>
                <a:close/>
                <a:moveTo>
                  <a:pt x="4680689" y="4120786"/>
                </a:moveTo>
                <a:cubicBezTo>
                  <a:pt x="4670100" y="4093192"/>
                  <a:pt x="4680887" y="4071937"/>
                  <a:pt x="4705480" y="4071937"/>
                </a:cubicBezTo>
                <a:cubicBezTo>
                  <a:pt x="4725443" y="4071937"/>
                  <a:pt x="4729162" y="4076424"/>
                  <a:pt x="4729162" y="4100512"/>
                </a:cubicBezTo>
                <a:cubicBezTo>
                  <a:pt x="4729162" y="4132467"/>
                  <a:pt x="4691255" y="4148322"/>
                  <a:pt x="4680689" y="4120786"/>
                </a:cubicBezTo>
                <a:close/>
                <a:moveTo>
                  <a:pt x="7664450" y="4127500"/>
                </a:moveTo>
                <a:cubicBezTo>
                  <a:pt x="7654685" y="4117735"/>
                  <a:pt x="7656924" y="4078550"/>
                  <a:pt x="7667625" y="4071937"/>
                </a:cubicBezTo>
                <a:cubicBezTo>
                  <a:pt x="7673293" y="4068434"/>
                  <a:pt x="7677150" y="4079776"/>
                  <a:pt x="7677150" y="4099950"/>
                </a:cubicBezTo>
                <a:cubicBezTo>
                  <a:pt x="7677150" y="4134760"/>
                  <a:pt x="7675433" y="4138483"/>
                  <a:pt x="7664450" y="4127500"/>
                </a:cubicBezTo>
                <a:close/>
                <a:moveTo>
                  <a:pt x="7698602" y="4100512"/>
                </a:moveTo>
                <a:cubicBezTo>
                  <a:pt x="7698707" y="4079557"/>
                  <a:pt x="7700658" y="4072106"/>
                  <a:pt x="7702936" y="4083954"/>
                </a:cubicBezTo>
                <a:cubicBezTo>
                  <a:pt x="7705214" y="4095803"/>
                  <a:pt x="7705128" y="4112948"/>
                  <a:pt x="7702744" y="4122054"/>
                </a:cubicBezTo>
                <a:cubicBezTo>
                  <a:pt x="7700360" y="4131161"/>
                  <a:pt x="7698496" y="4121467"/>
                  <a:pt x="7698602" y="4100512"/>
                </a:cubicBezTo>
                <a:close/>
                <a:moveTo>
                  <a:pt x="6893608" y="4074318"/>
                </a:moveTo>
                <a:cubicBezTo>
                  <a:pt x="6887475" y="4058199"/>
                  <a:pt x="6902588" y="4019550"/>
                  <a:pt x="6915024" y="4019550"/>
                </a:cubicBezTo>
                <a:cubicBezTo>
                  <a:pt x="6920990" y="4019550"/>
                  <a:pt x="6922584" y="4029326"/>
                  <a:pt x="6918967" y="4043738"/>
                </a:cubicBezTo>
                <a:cubicBezTo>
                  <a:pt x="6914760" y="4060497"/>
                  <a:pt x="6916533" y="4067079"/>
                  <a:pt x="6924738" y="4065169"/>
                </a:cubicBezTo>
                <a:cubicBezTo>
                  <a:pt x="6931252" y="4063653"/>
                  <a:pt x="6938545" y="4067770"/>
                  <a:pt x="6940946" y="4074318"/>
                </a:cubicBezTo>
                <a:cubicBezTo>
                  <a:pt x="6943695" y="4081813"/>
                  <a:pt x="6936573" y="4086225"/>
                  <a:pt x="6921725" y="4086225"/>
                </a:cubicBezTo>
                <a:cubicBezTo>
                  <a:pt x="6908752" y="4086225"/>
                  <a:pt x="6896099" y="4080867"/>
                  <a:pt x="6893608" y="4074318"/>
                </a:cubicBezTo>
                <a:close/>
                <a:moveTo>
                  <a:pt x="8474075" y="4070350"/>
                </a:moveTo>
                <a:cubicBezTo>
                  <a:pt x="8464194" y="4060469"/>
                  <a:pt x="8466608" y="4029075"/>
                  <a:pt x="8477250" y="4029075"/>
                </a:cubicBezTo>
                <a:cubicBezTo>
                  <a:pt x="8482488" y="4029075"/>
                  <a:pt x="8486775" y="4033010"/>
                  <a:pt x="8486775" y="4037820"/>
                </a:cubicBezTo>
                <a:cubicBezTo>
                  <a:pt x="8486775" y="4042631"/>
                  <a:pt x="8489376" y="4053346"/>
                  <a:pt x="8492556" y="4061633"/>
                </a:cubicBezTo>
                <a:cubicBezTo>
                  <a:pt x="8498321" y="4076655"/>
                  <a:pt x="8486130" y="4082405"/>
                  <a:pt x="8474075" y="4070350"/>
                </a:cubicBezTo>
                <a:close/>
                <a:moveTo>
                  <a:pt x="4829601" y="4048921"/>
                </a:moveTo>
                <a:cubicBezTo>
                  <a:pt x="4821160" y="4033150"/>
                  <a:pt x="4823023" y="4025701"/>
                  <a:pt x="4839540" y="4009184"/>
                </a:cubicBezTo>
                <a:lnTo>
                  <a:pt x="4859866" y="3988858"/>
                </a:lnTo>
                <a:lnTo>
                  <a:pt x="4880107" y="4009099"/>
                </a:lnTo>
                <a:cubicBezTo>
                  <a:pt x="4896083" y="4025074"/>
                  <a:pt x="4898163" y="4032824"/>
                  <a:pt x="4889982" y="4045876"/>
                </a:cubicBezTo>
                <a:cubicBezTo>
                  <a:pt x="4874698" y="4070259"/>
                  <a:pt x="4841905" y="4071912"/>
                  <a:pt x="4829601" y="4048921"/>
                </a:cubicBezTo>
                <a:close/>
                <a:moveTo>
                  <a:pt x="1152525" y="4025733"/>
                </a:moveTo>
                <a:cubicBezTo>
                  <a:pt x="1152525" y="4011106"/>
                  <a:pt x="1175216" y="3962400"/>
                  <a:pt x="1182031" y="3962400"/>
                </a:cubicBezTo>
                <a:cubicBezTo>
                  <a:pt x="1193094" y="3962400"/>
                  <a:pt x="1192899" y="3974226"/>
                  <a:pt x="1181335" y="4004642"/>
                </a:cubicBezTo>
                <a:cubicBezTo>
                  <a:pt x="1173900" y="4024198"/>
                  <a:pt x="1152525" y="4039846"/>
                  <a:pt x="1152525" y="4025733"/>
                </a:cubicBezTo>
                <a:close/>
                <a:moveTo>
                  <a:pt x="4663194" y="3984619"/>
                </a:moveTo>
                <a:cubicBezTo>
                  <a:pt x="4659842" y="3975885"/>
                  <a:pt x="4661345" y="3964494"/>
                  <a:pt x="4666534" y="3959305"/>
                </a:cubicBezTo>
                <a:cubicBezTo>
                  <a:pt x="4679347" y="3946492"/>
                  <a:pt x="4705861" y="3969033"/>
                  <a:pt x="4699002" y="3986908"/>
                </a:cubicBezTo>
                <a:cubicBezTo>
                  <a:pt x="4691897" y="4005422"/>
                  <a:pt x="4670655" y="4004064"/>
                  <a:pt x="4663194" y="3984619"/>
                </a:cubicBezTo>
                <a:close/>
                <a:moveTo>
                  <a:pt x="7648575" y="3976687"/>
                </a:moveTo>
                <a:cubicBezTo>
                  <a:pt x="7648575" y="3963590"/>
                  <a:pt x="7652861" y="3952875"/>
                  <a:pt x="7658100" y="3952875"/>
                </a:cubicBezTo>
                <a:cubicBezTo>
                  <a:pt x="7663338" y="3952875"/>
                  <a:pt x="7667625" y="3963590"/>
                  <a:pt x="7667625" y="3976687"/>
                </a:cubicBezTo>
                <a:cubicBezTo>
                  <a:pt x="7667625" y="3989784"/>
                  <a:pt x="7663338" y="4000500"/>
                  <a:pt x="7658100" y="4000500"/>
                </a:cubicBezTo>
                <a:cubicBezTo>
                  <a:pt x="7652861" y="4000500"/>
                  <a:pt x="7648575" y="3989784"/>
                  <a:pt x="7648575" y="3976687"/>
                </a:cubicBezTo>
                <a:close/>
                <a:moveTo>
                  <a:pt x="8379618" y="3995004"/>
                </a:moveTo>
                <a:cubicBezTo>
                  <a:pt x="8375689" y="3991042"/>
                  <a:pt x="8372475" y="3979941"/>
                  <a:pt x="8372475" y="3970337"/>
                </a:cubicBezTo>
                <a:cubicBezTo>
                  <a:pt x="8372475" y="3951858"/>
                  <a:pt x="8395856" y="3946291"/>
                  <a:pt x="8405812" y="3962400"/>
                </a:cubicBezTo>
                <a:cubicBezTo>
                  <a:pt x="8409050" y="3967638"/>
                  <a:pt x="8407474" y="3971925"/>
                  <a:pt x="8402310" y="3971925"/>
                </a:cubicBezTo>
                <a:cubicBezTo>
                  <a:pt x="8397146" y="3971925"/>
                  <a:pt x="8391535" y="3978738"/>
                  <a:pt x="8389842" y="3987067"/>
                </a:cubicBezTo>
                <a:cubicBezTo>
                  <a:pt x="8388148" y="3995395"/>
                  <a:pt x="8383547" y="3998966"/>
                  <a:pt x="8379618" y="3995004"/>
                </a:cubicBezTo>
                <a:close/>
                <a:moveTo>
                  <a:pt x="4937148" y="3947472"/>
                </a:moveTo>
                <a:cubicBezTo>
                  <a:pt x="4929210" y="3926784"/>
                  <a:pt x="4949364" y="3907329"/>
                  <a:pt x="4963789" y="3921754"/>
                </a:cubicBezTo>
                <a:cubicBezTo>
                  <a:pt x="4975982" y="3933947"/>
                  <a:pt x="4968428" y="3962400"/>
                  <a:pt x="4953000" y="3962400"/>
                </a:cubicBezTo>
                <a:cubicBezTo>
                  <a:pt x="4947432" y="3962400"/>
                  <a:pt x="4940299" y="3955682"/>
                  <a:pt x="4937148" y="3947472"/>
                </a:cubicBezTo>
                <a:close/>
                <a:moveTo>
                  <a:pt x="1962229" y="3943600"/>
                </a:moveTo>
                <a:cubicBezTo>
                  <a:pt x="1951490" y="3936811"/>
                  <a:pt x="1950706" y="3931933"/>
                  <a:pt x="1959018" y="3923621"/>
                </a:cubicBezTo>
                <a:cubicBezTo>
                  <a:pt x="1972057" y="3910582"/>
                  <a:pt x="1990725" y="3919724"/>
                  <a:pt x="1990725" y="3939149"/>
                </a:cubicBezTo>
                <a:cubicBezTo>
                  <a:pt x="1990725" y="3954996"/>
                  <a:pt x="1982328" y="3956307"/>
                  <a:pt x="1962229" y="3943600"/>
                </a:cubicBezTo>
                <a:close/>
                <a:moveTo>
                  <a:pt x="6977292" y="3934197"/>
                </a:moveTo>
                <a:cubicBezTo>
                  <a:pt x="6965382" y="3914927"/>
                  <a:pt x="6980871" y="3875073"/>
                  <a:pt x="6998834" y="3878768"/>
                </a:cubicBezTo>
                <a:cubicBezTo>
                  <a:pt x="7017376" y="3882583"/>
                  <a:pt x="7016084" y="3912117"/>
                  <a:pt x="6996490" y="3932357"/>
                </a:cubicBezTo>
                <a:cubicBezTo>
                  <a:pt x="6987367" y="3941781"/>
                  <a:pt x="6982281" y="3942268"/>
                  <a:pt x="6977292" y="3934197"/>
                </a:cubicBezTo>
                <a:close/>
                <a:moveTo>
                  <a:pt x="4784981" y="3919502"/>
                </a:moveTo>
                <a:cubicBezTo>
                  <a:pt x="4776880" y="3898393"/>
                  <a:pt x="4805942" y="3868682"/>
                  <a:pt x="4820475" y="3883215"/>
                </a:cubicBezTo>
                <a:cubicBezTo>
                  <a:pt x="4835297" y="3898037"/>
                  <a:pt x="4827337" y="3928238"/>
                  <a:pt x="4807605" y="3932038"/>
                </a:cubicBezTo>
                <a:cubicBezTo>
                  <a:pt x="4798482" y="3933795"/>
                  <a:pt x="4788301" y="3928154"/>
                  <a:pt x="4784981" y="3919502"/>
                </a:cubicBezTo>
                <a:close/>
                <a:moveTo>
                  <a:pt x="1239193" y="3915357"/>
                </a:moveTo>
                <a:cubicBezTo>
                  <a:pt x="1229508" y="3909372"/>
                  <a:pt x="1229187" y="3903133"/>
                  <a:pt x="1237744" y="3887144"/>
                </a:cubicBezTo>
                <a:cubicBezTo>
                  <a:pt x="1250192" y="3863885"/>
                  <a:pt x="1266825" y="3868792"/>
                  <a:pt x="1266825" y="3895725"/>
                </a:cubicBezTo>
                <a:cubicBezTo>
                  <a:pt x="1266825" y="3917713"/>
                  <a:pt x="1255743" y="3925586"/>
                  <a:pt x="1239193" y="3915357"/>
                </a:cubicBezTo>
                <a:close/>
                <a:moveTo>
                  <a:pt x="5047961" y="3890614"/>
                </a:moveTo>
                <a:cubicBezTo>
                  <a:pt x="5034310" y="3874166"/>
                  <a:pt x="5043531" y="3848085"/>
                  <a:pt x="5065599" y="3840729"/>
                </a:cubicBezTo>
                <a:cubicBezTo>
                  <a:pt x="5078452" y="3836444"/>
                  <a:pt x="5080694" y="3874877"/>
                  <a:pt x="5068694" y="3893794"/>
                </a:cubicBezTo>
                <a:cubicBezTo>
                  <a:pt x="5062476" y="3903596"/>
                  <a:pt x="5058189" y="3902938"/>
                  <a:pt x="5047961" y="3890614"/>
                </a:cubicBezTo>
                <a:close/>
                <a:moveTo>
                  <a:pt x="4699269" y="3843337"/>
                </a:moveTo>
                <a:cubicBezTo>
                  <a:pt x="4690910" y="3821553"/>
                  <a:pt x="4702620" y="3800475"/>
                  <a:pt x="4723081" y="3800475"/>
                </a:cubicBezTo>
                <a:cubicBezTo>
                  <a:pt x="4745610" y="3800475"/>
                  <a:pt x="4757177" y="3826796"/>
                  <a:pt x="4742448" y="3844544"/>
                </a:cubicBezTo>
                <a:cubicBezTo>
                  <a:pt x="4728117" y="3861811"/>
                  <a:pt x="4706122" y="3861197"/>
                  <a:pt x="4699269" y="3843337"/>
                </a:cubicBezTo>
                <a:close/>
                <a:moveTo>
                  <a:pt x="7693025" y="3851275"/>
                </a:moveTo>
                <a:cubicBezTo>
                  <a:pt x="7683053" y="3841303"/>
                  <a:pt x="7685605" y="3800475"/>
                  <a:pt x="7696200" y="3800475"/>
                </a:cubicBezTo>
                <a:cubicBezTo>
                  <a:pt x="7701438" y="3800475"/>
                  <a:pt x="7705725" y="3813333"/>
                  <a:pt x="7705725" y="3829050"/>
                </a:cubicBezTo>
                <a:cubicBezTo>
                  <a:pt x="7705725" y="3858642"/>
                  <a:pt x="7703786" y="3862036"/>
                  <a:pt x="7693025" y="3851275"/>
                </a:cubicBezTo>
                <a:close/>
                <a:moveTo>
                  <a:pt x="4898122" y="3831432"/>
                </a:moveTo>
                <a:cubicBezTo>
                  <a:pt x="4854743" y="3816838"/>
                  <a:pt x="4868156" y="3752850"/>
                  <a:pt x="4914593" y="3752850"/>
                </a:cubicBezTo>
                <a:cubicBezTo>
                  <a:pt x="4933825" y="3752850"/>
                  <a:pt x="4944023" y="3758624"/>
                  <a:pt x="4948237" y="3771900"/>
                </a:cubicBezTo>
                <a:cubicBezTo>
                  <a:pt x="4960554" y="3810706"/>
                  <a:pt x="4933178" y="3843226"/>
                  <a:pt x="4898122" y="3831432"/>
                </a:cubicBezTo>
                <a:close/>
                <a:moveTo>
                  <a:pt x="1927341" y="3790950"/>
                </a:moveTo>
                <a:cubicBezTo>
                  <a:pt x="1917744" y="3754996"/>
                  <a:pt x="1921413" y="3743863"/>
                  <a:pt x="1937543" y="3759993"/>
                </a:cubicBezTo>
                <a:cubicBezTo>
                  <a:pt x="1941472" y="3763922"/>
                  <a:pt x="1949629" y="3767137"/>
                  <a:pt x="1955669" y="3767137"/>
                </a:cubicBezTo>
                <a:cubicBezTo>
                  <a:pt x="1972669" y="3767137"/>
                  <a:pt x="1974726" y="3798784"/>
                  <a:pt x="1958763" y="3814747"/>
                </a:cubicBezTo>
                <a:cubicBezTo>
                  <a:pt x="1939193" y="3834316"/>
                  <a:pt x="1938846" y="3834053"/>
                  <a:pt x="1927341" y="3790950"/>
                </a:cubicBezTo>
                <a:close/>
                <a:moveTo>
                  <a:pt x="8296950" y="3806051"/>
                </a:moveTo>
                <a:cubicBezTo>
                  <a:pt x="8289847" y="3797492"/>
                  <a:pt x="8286860" y="3787664"/>
                  <a:pt x="8290313" y="3784211"/>
                </a:cubicBezTo>
                <a:cubicBezTo>
                  <a:pt x="8299209" y="3775315"/>
                  <a:pt x="8318237" y="3796499"/>
                  <a:pt x="8313667" y="3810211"/>
                </a:cubicBezTo>
                <a:cubicBezTo>
                  <a:pt x="8311040" y="3818092"/>
                  <a:pt x="8305877" y="3816807"/>
                  <a:pt x="8296950" y="3806051"/>
                </a:cubicBezTo>
                <a:close/>
                <a:moveTo>
                  <a:pt x="1252904" y="3801068"/>
                </a:moveTo>
                <a:cubicBezTo>
                  <a:pt x="1245550" y="3789169"/>
                  <a:pt x="1256916" y="3743325"/>
                  <a:pt x="1267220" y="3743325"/>
                </a:cubicBezTo>
                <a:cubicBezTo>
                  <a:pt x="1277114" y="3743325"/>
                  <a:pt x="1276036" y="3799544"/>
                  <a:pt x="1266023" y="3805732"/>
                </a:cubicBezTo>
                <a:cubicBezTo>
                  <a:pt x="1261949" y="3808250"/>
                  <a:pt x="1256045" y="3806151"/>
                  <a:pt x="1252904" y="3801068"/>
                </a:cubicBezTo>
                <a:close/>
                <a:moveTo>
                  <a:pt x="6991495" y="3774281"/>
                </a:moveTo>
                <a:cubicBezTo>
                  <a:pt x="6991576" y="3770352"/>
                  <a:pt x="6995629" y="3760832"/>
                  <a:pt x="7000502" y="3753125"/>
                </a:cubicBezTo>
                <a:cubicBezTo>
                  <a:pt x="7011477" y="3735773"/>
                  <a:pt x="7024351" y="3746625"/>
                  <a:pt x="7016638" y="3766726"/>
                </a:cubicBezTo>
                <a:cubicBezTo>
                  <a:pt x="7010941" y="3781572"/>
                  <a:pt x="6991226" y="3787496"/>
                  <a:pt x="6991495" y="3774281"/>
                </a:cubicBezTo>
                <a:close/>
                <a:moveTo>
                  <a:pt x="4766214" y="3720216"/>
                </a:moveTo>
                <a:cubicBezTo>
                  <a:pt x="4757548" y="3697633"/>
                  <a:pt x="4769810" y="3674826"/>
                  <a:pt x="4788664" y="3678457"/>
                </a:cubicBezTo>
                <a:cubicBezTo>
                  <a:pt x="4799209" y="3680488"/>
                  <a:pt x="4805362" y="3690352"/>
                  <a:pt x="4805362" y="3705225"/>
                </a:cubicBezTo>
                <a:cubicBezTo>
                  <a:pt x="4805362" y="3732377"/>
                  <a:pt x="4775298" y="3743889"/>
                  <a:pt x="4766214" y="3720216"/>
                </a:cubicBezTo>
                <a:close/>
                <a:moveTo>
                  <a:pt x="1358900" y="3689350"/>
                </a:moveTo>
                <a:cubicBezTo>
                  <a:pt x="1355407" y="3685857"/>
                  <a:pt x="1352680" y="3676213"/>
                  <a:pt x="1352839" y="3667918"/>
                </a:cubicBezTo>
                <a:cubicBezTo>
                  <a:pt x="1353077" y="3655533"/>
                  <a:pt x="1354936" y="3655944"/>
                  <a:pt x="1363237" y="3670220"/>
                </a:cubicBezTo>
                <a:cubicBezTo>
                  <a:pt x="1373494" y="3687857"/>
                  <a:pt x="1370520" y="3700970"/>
                  <a:pt x="1358900" y="3689350"/>
                </a:cubicBezTo>
                <a:close/>
                <a:moveTo>
                  <a:pt x="1965769" y="3672343"/>
                </a:moveTo>
                <a:cubicBezTo>
                  <a:pt x="1957996" y="3652086"/>
                  <a:pt x="1971780" y="3632923"/>
                  <a:pt x="1982244" y="3649439"/>
                </a:cubicBezTo>
                <a:cubicBezTo>
                  <a:pt x="1993476" y="3667165"/>
                  <a:pt x="1992781" y="3686175"/>
                  <a:pt x="1980901" y="3686175"/>
                </a:cubicBezTo>
                <a:cubicBezTo>
                  <a:pt x="1975497" y="3686175"/>
                  <a:pt x="1968688" y="3679950"/>
                  <a:pt x="1965769" y="3672343"/>
                </a:cubicBezTo>
                <a:close/>
                <a:moveTo>
                  <a:pt x="4947094" y="3672343"/>
                </a:moveTo>
                <a:cubicBezTo>
                  <a:pt x="4944175" y="3664736"/>
                  <a:pt x="4944562" y="3654020"/>
                  <a:pt x="4947955" y="3648531"/>
                </a:cubicBezTo>
                <a:cubicBezTo>
                  <a:pt x="4959049" y="3630580"/>
                  <a:pt x="4972050" y="3638043"/>
                  <a:pt x="4972050" y="3662362"/>
                </a:cubicBezTo>
                <a:cubicBezTo>
                  <a:pt x="4972050" y="3688183"/>
                  <a:pt x="4955684" y="3694729"/>
                  <a:pt x="4947094" y="3672343"/>
                </a:cubicBezTo>
                <a:close/>
                <a:moveTo>
                  <a:pt x="4816733" y="3632458"/>
                </a:moveTo>
                <a:cubicBezTo>
                  <a:pt x="4809124" y="3624849"/>
                  <a:pt x="4817726" y="3609975"/>
                  <a:pt x="4829737" y="3609975"/>
                </a:cubicBezTo>
                <a:cubicBezTo>
                  <a:pt x="4834666" y="3609975"/>
                  <a:pt x="4838700" y="3616404"/>
                  <a:pt x="4838700" y="3624262"/>
                </a:cubicBezTo>
                <a:cubicBezTo>
                  <a:pt x="4838700" y="3638992"/>
                  <a:pt x="4827460" y="3643185"/>
                  <a:pt x="4816733" y="3632458"/>
                </a:cubicBezTo>
                <a:close/>
                <a:moveTo>
                  <a:pt x="4870743" y="3567176"/>
                </a:moveTo>
                <a:cubicBezTo>
                  <a:pt x="4867444" y="3558578"/>
                  <a:pt x="4869312" y="3546977"/>
                  <a:pt x="4874895" y="3541395"/>
                </a:cubicBezTo>
                <a:cubicBezTo>
                  <a:pt x="4889407" y="3526882"/>
                  <a:pt x="4916904" y="3540146"/>
                  <a:pt x="4913113" y="3559830"/>
                </a:cubicBezTo>
                <a:cubicBezTo>
                  <a:pt x="4908890" y="3581755"/>
                  <a:pt x="4878369" y="3587047"/>
                  <a:pt x="4870743" y="3567176"/>
                </a:cubicBezTo>
                <a:close/>
                <a:moveTo>
                  <a:pt x="7096270" y="3574818"/>
                </a:moveTo>
                <a:cubicBezTo>
                  <a:pt x="7096351" y="3570580"/>
                  <a:pt x="7100571" y="3560683"/>
                  <a:pt x="7105650" y="3552825"/>
                </a:cubicBezTo>
                <a:cubicBezTo>
                  <a:pt x="7113607" y="3540512"/>
                  <a:pt x="7114903" y="3540763"/>
                  <a:pt x="7115029" y="3554644"/>
                </a:cubicBezTo>
                <a:cubicBezTo>
                  <a:pt x="7115109" y="3563502"/>
                  <a:pt x="7110888" y="3573399"/>
                  <a:pt x="7105650" y="3576637"/>
                </a:cubicBezTo>
                <a:cubicBezTo>
                  <a:pt x="7100411" y="3579875"/>
                  <a:pt x="7096190" y="3579056"/>
                  <a:pt x="7096270" y="3574818"/>
                </a:cubicBezTo>
                <a:close/>
                <a:moveTo>
                  <a:pt x="2479037" y="3549639"/>
                </a:moveTo>
                <a:cubicBezTo>
                  <a:pt x="2457831" y="3528703"/>
                  <a:pt x="2457825" y="3528598"/>
                  <a:pt x="2477044" y="3516595"/>
                </a:cubicBezTo>
                <a:cubicBezTo>
                  <a:pt x="2487648" y="3509973"/>
                  <a:pt x="2501165" y="3507546"/>
                  <a:pt x="2507081" y="3511202"/>
                </a:cubicBezTo>
                <a:cubicBezTo>
                  <a:pt x="2514238" y="3515625"/>
                  <a:pt x="2515700" y="3512280"/>
                  <a:pt x="2511449" y="3501204"/>
                </a:cubicBezTo>
                <a:cubicBezTo>
                  <a:pt x="2507183" y="3490087"/>
                  <a:pt x="2509018" y="3485953"/>
                  <a:pt x="2516974" y="3488760"/>
                </a:cubicBezTo>
                <a:cubicBezTo>
                  <a:pt x="2523526" y="3491071"/>
                  <a:pt x="2527561" y="3501074"/>
                  <a:pt x="2525940" y="3510987"/>
                </a:cubicBezTo>
                <a:cubicBezTo>
                  <a:pt x="2524318" y="3520901"/>
                  <a:pt x="2521838" y="3537340"/>
                  <a:pt x="2520428" y="3547518"/>
                </a:cubicBezTo>
                <a:cubicBezTo>
                  <a:pt x="2516835" y="3573446"/>
                  <a:pt x="2503827" y="3574113"/>
                  <a:pt x="2479037" y="3549639"/>
                </a:cubicBezTo>
                <a:close/>
                <a:moveTo>
                  <a:pt x="4711311" y="3538226"/>
                </a:moveTo>
                <a:cubicBezTo>
                  <a:pt x="4702563" y="3515431"/>
                  <a:pt x="4703121" y="3514725"/>
                  <a:pt x="4729860" y="3514725"/>
                </a:cubicBezTo>
                <a:cubicBezTo>
                  <a:pt x="4748015" y="3514725"/>
                  <a:pt x="4753544" y="3519019"/>
                  <a:pt x="4751182" y="3531284"/>
                </a:cubicBezTo>
                <a:cubicBezTo>
                  <a:pt x="4746979" y="3553112"/>
                  <a:pt x="4718899" y="3558000"/>
                  <a:pt x="4711311" y="3538226"/>
                </a:cubicBezTo>
                <a:close/>
                <a:moveTo>
                  <a:pt x="7693313" y="3539555"/>
                </a:moveTo>
                <a:cubicBezTo>
                  <a:pt x="7689415" y="3529637"/>
                  <a:pt x="7688470" y="3519279"/>
                  <a:pt x="7691213" y="3516536"/>
                </a:cubicBezTo>
                <a:cubicBezTo>
                  <a:pt x="7699900" y="3507849"/>
                  <a:pt x="7707544" y="3522085"/>
                  <a:pt x="7703904" y="3540173"/>
                </a:cubicBezTo>
                <a:cubicBezTo>
                  <a:pt x="7700568" y="3556749"/>
                  <a:pt x="7700058" y="3556720"/>
                  <a:pt x="7693313" y="3539555"/>
                </a:cubicBezTo>
                <a:close/>
                <a:moveTo>
                  <a:pt x="1377608" y="3528823"/>
                </a:moveTo>
                <a:cubicBezTo>
                  <a:pt x="1373179" y="3517283"/>
                  <a:pt x="1376562" y="3514175"/>
                  <a:pt x="1391074" y="3516449"/>
                </a:cubicBezTo>
                <a:cubicBezTo>
                  <a:pt x="1413266" y="3519928"/>
                  <a:pt x="1417432" y="3537127"/>
                  <a:pt x="1397114" y="3541386"/>
                </a:cubicBezTo>
                <a:cubicBezTo>
                  <a:pt x="1389638" y="3542953"/>
                  <a:pt x="1380860" y="3537300"/>
                  <a:pt x="1377608" y="3528823"/>
                </a:cubicBezTo>
                <a:close/>
                <a:moveTo>
                  <a:pt x="4792757" y="3499077"/>
                </a:moveTo>
                <a:cubicBezTo>
                  <a:pt x="4797710" y="3473911"/>
                  <a:pt x="4824976" y="3461282"/>
                  <a:pt x="4842664" y="3475962"/>
                </a:cubicBezTo>
                <a:cubicBezTo>
                  <a:pt x="4869008" y="3497826"/>
                  <a:pt x="4860747" y="3514725"/>
                  <a:pt x="4823714" y="3514725"/>
                </a:cubicBezTo>
                <a:cubicBezTo>
                  <a:pt x="4797245" y="3514725"/>
                  <a:pt x="4790362" y="3511246"/>
                  <a:pt x="4792757" y="3499077"/>
                </a:cubicBezTo>
                <a:close/>
                <a:moveTo>
                  <a:pt x="7105650" y="3506091"/>
                </a:moveTo>
                <a:cubicBezTo>
                  <a:pt x="7105650" y="3501343"/>
                  <a:pt x="7114222" y="3499700"/>
                  <a:pt x="7124700" y="3502440"/>
                </a:cubicBezTo>
                <a:cubicBezTo>
                  <a:pt x="7135177" y="3505180"/>
                  <a:pt x="7143750" y="3509065"/>
                  <a:pt x="7143750" y="3511073"/>
                </a:cubicBezTo>
                <a:cubicBezTo>
                  <a:pt x="7143750" y="3513081"/>
                  <a:pt x="7135177" y="3514725"/>
                  <a:pt x="7124700" y="3514725"/>
                </a:cubicBezTo>
                <a:cubicBezTo>
                  <a:pt x="7114222" y="3514725"/>
                  <a:pt x="7105650" y="3510840"/>
                  <a:pt x="7105650" y="3506091"/>
                </a:cubicBezTo>
                <a:close/>
                <a:moveTo>
                  <a:pt x="4692650" y="3470275"/>
                </a:moveTo>
                <a:cubicBezTo>
                  <a:pt x="4681374" y="3458999"/>
                  <a:pt x="4685904" y="3431189"/>
                  <a:pt x="4699891" y="3425822"/>
                </a:cubicBezTo>
                <a:cubicBezTo>
                  <a:pt x="4721028" y="3417711"/>
                  <a:pt x="4739095" y="3444630"/>
                  <a:pt x="4724400" y="3462337"/>
                </a:cubicBezTo>
                <a:cubicBezTo>
                  <a:pt x="4711497" y="3477884"/>
                  <a:pt x="4702506" y="3480131"/>
                  <a:pt x="4692650" y="3470275"/>
                </a:cubicBezTo>
                <a:close/>
                <a:moveTo>
                  <a:pt x="1924050" y="3442725"/>
                </a:moveTo>
                <a:cubicBezTo>
                  <a:pt x="1924050" y="3428901"/>
                  <a:pt x="1928172" y="3420898"/>
                  <a:pt x="1933575" y="3424237"/>
                </a:cubicBezTo>
                <a:cubicBezTo>
                  <a:pt x="1938813" y="3427475"/>
                  <a:pt x="1943100" y="3438443"/>
                  <a:pt x="1943100" y="3448612"/>
                </a:cubicBezTo>
                <a:cubicBezTo>
                  <a:pt x="1943100" y="3458780"/>
                  <a:pt x="1938813" y="3467100"/>
                  <a:pt x="1933575" y="3467100"/>
                </a:cubicBezTo>
                <a:cubicBezTo>
                  <a:pt x="1928336" y="3467100"/>
                  <a:pt x="1924050" y="3456131"/>
                  <a:pt x="1924050" y="3442725"/>
                </a:cubicBezTo>
                <a:close/>
                <a:moveTo>
                  <a:pt x="4899048" y="3452172"/>
                </a:moveTo>
                <a:cubicBezTo>
                  <a:pt x="4895898" y="3443961"/>
                  <a:pt x="4897994" y="3432570"/>
                  <a:pt x="4903706" y="3426858"/>
                </a:cubicBezTo>
                <a:cubicBezTo>
                  <a:pt x="4917459" y="3413105"/>
                  <a:pt x="4944390" y="3434581"/>
                  <a:pt x="4937127" y="3453508"/>
                </a:cubicBezTo>
                <a:cubicBezTo>
                  <a:pt x="4930159" y="3471666"/>
                  <a:pt x="4906206" y="3470825"/>
                  <a:pt x="4899048" y="3452172"/>
                </a:cubicBezTo>
                <a:close/>
                <a:moveTo>
                  <a:pt x="7696200" y="3448050"/>
                </a:moveTo>
                <a:cubicBezTo>
                  <a:pt x="7696200" y="3430270"/>
                  <a:pt x="7698740" y="3427730"/>
                  <a:pt x="7707630" y="3436620"/>
                </a:cubicBezTo>
                <a:cubicBezTo>
                  <a:pt x="7716520" y="3445510"/>
                  <a:pt x="7716520" y="3450590"/>
                  <a:pt x="7707630" y="3459480"/>
                </a:cubicBezTo>
                <a:cubicBezTo>
                  <a:pt x="7698740" y="3468370"/>
                  <a:pt x="7696200" y="3465829"/>
                  <a:pt x="7696200" y="3448050"/>
                </a:cubicBezTo>
                <a:close/>
                <a:moveTo>
                  <a:pt x="8232161" y="3448050"/>
                </a:moveTo>
                <a:cubicBezTo>
                  <a:pt x="8221030" y="3421183"/>
                  <a:pt x="8224817" y="3410882"/>
                  <a:pt x="8240177" y="3426242"/>
                </a:cubicBezTo>
                <a:cubicBezTo>
                  <a:pt x="8245819" y="3431884"/>
                  <a:pt x="8248544" y="3444457"/>
                  <a:pt x="8246231" y="3454182"/>
                </a:cubicBezTo>
                <a:cubicBezTo>
                  <a:pt x="8242589" y="3469494"/>
                  <a:pt x="8240705" y="3468673"/>
                  <a:pt x="8232161" y="3448050"/>
                </a:cubicBezTo>
                <a:close/>
                <a:moveTo>
                  <a:pt x="1419225" y="3400425"/>
                </a:moveTo>
                <a:cubicBezTo>
                  <a:pt x="1406912" y="3392467"/>
                  <a:pt x="1407163" y="3391171"/>
                  <a:pt x="1421044" y="3391045"/>
                </a:cubicBezTo>
                <a:cubicBezTo>
                  <a:pt x="1429902" y="3390965"/>
                  <a:pt x="1439799" y="3395186"/>
                  <a:pt x="1443037" y="3400425"/>
                </a:cubicBezTo>
                <a:cubicBezTo>
                  <a:pt x="1450487" y="3412479"/>
                  <a:pt x="1437878" y="3412479"/>
                  <a:pt x="1419225" y="3400425"/>
                </a:cubicBezTo>
                <a:close/>
                <a:moveTo>
                  <a:pt x="7145958" y="3391231"/>
                </a:moveTo>
                <a:cubicBezTo>
                  <a:pt x="7149768" y="3371447"/>
                  <a:pt x="7176055" y="3372610"/>
                  <a:pt x="7179931" y="3392733"/>
                </a:cubicBezTo>
                <a:cubicBezTo>
                  <a:pt x="7182113" y="3404066"/>
                  <a:pt x="7177110" y="3408409"/>
                  <a:pt x="7163089" y="3407352"/>
                </a:cubicBezTo>
                <a:cubicBezTo>
                  <a:pt x="7150731" y="3406421"/>
                  <a:pt x="7144213" y="3400288"/>
                  <a:pt x="7145958" y="3391231"/>
                </a:cubicBezTo>
                <a:close/>
                <a:moveTo>
                  <a:pt x="4806950" y="3384550"/>
                </a:moveTo>
                <a:cubicBezTo>
                  <a:pt x="4792994" y="3370594"/>
                  <a:pt x="4801028" y="3343275"/>
                  <a:pt x="4819087" y="3343275"/>
                </a:cubicBezTo>
                <a:cubicBezTo>
                  <a:pt x="4841530" y="3343275"/>
                  <a:pt x="4850276" y="3355420"/>
                  <a:pt x="4842474" y="3375752"/>
                </a:cubicBezTo>
                <a:cubicBezTo>
                  <a:pt x="4836506" y="3391304"/>
                  <a:pt x="4818230" y="3395830"/>
                  <a:pt x="4806950" y="3384550"/>
                </a:cubicBezTo>
                <a:close/>
                <a:moveTo>
                  <a:pt x="8140110" y="3328153"/>
                </a:moveTo>
                <a:cubicBezTo>
                  <a:pt x="8132448" y="3308186"/>
                  <a:pt x="8132808" y="3305175"/>
                  <a:pt x="8142855" y="3305175"/>
                </a:cubicBezTo>
                <a:cubicBezTo>
                  <a:pt x="8154763" y="3305175"/>
                  <a:pt x="8163834" y="3332063"/>
                  <a:pt x="8153982" y="3338152"/>
                </a:cubicBezTo>
                <a:cubicBezTo>
                  <a:pt x="8149521" y="3340909"/>
                  <a:pt x="8143278" y="3336410"/>
                  <a:pt x="8140110" y="3328153"/>
                </a:cubicBezTo>
                <a:close/>
                <a:moveTo>
                  <a:pt x="1969461" y="3310553"/>
                </a:moveTo>
                <a:cubicBezTo>
                  <a:pt x="1967022" y="3297795"/>
                  <a:pt x="1968600" y="3281721"/>
                  <a:pt x="1972967" y="3274834"/>
                </a:cubicBezTo>
                <a:cubicBezTo>
                  <a:pt x="1978029" y="3266852"/>
                  <a:pt x="1980961" y="3275263"/>
                  <a:pt x="1981054" y="3298031"/>
                </a:cubicBezTo>
                <a:cubicBezTo>
                  <a:pt x="1981220" y="3338865"/>
                  <a:pt x="1975960" y="3344548"/>
                  <a:pt x="1969461" y="3310553"/>
                </a:cubicBezTo>
                <a:close/>
                <a:moveTo>
                  <a:pt x="4938377" y="3323683"/>
                </a:moveTo>
                <a:cubicBezTo>
                  <a:pt x="4930470" y="3310888"/>
                  <a:pt x="4941121" y="3267075"/>
                  <a:pt x="4952139" y="3267075"/>
                </a:cubicBezTo>
                <a:cubicBezTo>
                  <a:pt x="4956705" y="3267075"/>
                  <a:pt x="4962192" y="3282076"/>
                  <a:pt x="4964332" y="3300412"/>
                </a:cubicBezTo>
                <a:cubicBezTo>
                  <a:pt x="4968153" y="3333143"/>
                  <a:pt x="4952756" y="3346948"/>
                  <a:pt x="4938377" y="3323683"/>
                </a:cubicBezTo>
                <a:close/>
                <a:moveTo>
                  <a:pt x="4693051" y="3318276"/>
                </a:moveTo>
                <a:cubicBezTo>
                  <a:pt x="4681254" y="3306479"/>
                  <a:pt x="4685779" y="3269312"/>
                  <a:pt x="4699661" y="3263985"/>
                </a:cubicBezTo>
                <a:cubicBezTo>
                  <a:pt x="4719351" y="3256430"/>
                  <a:pt x="4746059" y="3279802"/>
                  <a:pt x="4742007" y="3301042"/>
                </a:cubicBezTo>
                <a:cubicBezTo>
                  <a:pt x="4738490" y="3319474"/>
                  <a:pt x="4705769" y="3330994"/>
                  <a:pt x="4693051" y="3318276"/>
                </a:cubicBezTo>
                <a:close/>
                <a:moveTo>
                  <a:pt x="7686675" y="3290325"/>
                </a:moveTo>
                <a:cubicBezTo>
                  <a:pt x="7686675" y="3270151"/>
                  <a:pt x="7690531" y="3258809"/>
                  <a:pt x="7696200" y="3262312"/>
                </a:cubicBezTo>
                <a:cubicBezTo>
                  <a:pt x="7701438" y="3265550"/>
                  <a:pt x="7705725" y="3280805"/>
                  <a:pt x="7705725" y="3296212"/>
                </a:cubicBezTo>
                <a:cubicBezTo>
                  <a:pt x="7705725" y="3311619"/>
                  <a:pt x="7701438" y="3324225"/>
                  <a:pt x="7696200" y="3324225"/>
                </a:cubicBezTo>
                <a:cubicBezTo>
                  <a:pt x="7690961" y="3324225"/>
                  <a:pt x="7686675" y="3308970"/>
                  <a:pt x="7686675" y="3290325"/>
                </a:cubicBezTo>
                <a:close/>
                <a:moveTo>
                  <a:pt x="2390775" y="3286429"/>
                </a:moveTo>
                <a:cubicBezTo>
                  <a:pt x="2390775" y="3281357"/>
                  <a:pt x="2378987" y="3270972"/>
                  <a:pt x="2364581" y="3263351"/>
                </a:cubicBezTo>
                <a:cubicBezTo>
                  <a:pt x="2341917" y="3251361"/>
                  <a:pt x="2340650" y="3248609"/>
                  <a:pt x="2355177" y="3242931"/>
                </a:cubicBezTo>
                <a:cubicBezTo>
                  <a:pt x="2364412" y="3239321"/>
                  <a:pt x="2377665" y="3241097"/>
                  <a:pt x="2384628" y="3246876"/>
                </a:cubicBezTo>
                <a:cubicBezTo>
                  <a:pt x="2391592" y="3252656"/>
                  <a:pt x="2400110" y="3254564"/>
                  <a:pt x="2403557" y="3251117"/>
                </a:cubicBezTo>
                <a:cubicBezTo>
                  <a:pt x="2407004" y="3247670"/>
                  <a:pt x="2409825" y="3256280"/>
                  <a:pt x="2409825" y="3270250"/>
                </a:cubicBezTo>
                <a:cubicBezTo>
                  <a:pt x="2409825" y="3284220"/>
                  <a:pt x="2405538" y="3295650"/>
                  <a:pt x="2400300" y="3295650"/>
                </a:cubicBezTo>
                <a:cubicBezTo>
                  <a:pt x="2395061" y="3295650"/>
                  <a:pt x="2390775" y="3291500"/>
                  <a:pt x="2390775" y="3286429"/>
                </a:cubicBezTo>
                <a:close/>
                <a:moveTo>
                  <a:pt x="4832461" y="3252376"/>
                </a:moveTo>
                <a:cubicBezTo>
                  <a:pt x="4825274" y="3233647"/>
                  <a:pt x="4833779" y="3225048"/>
                  <a:pt x="4852416" y="3232200"/>
                </a:cubicBezTo>
                <a:cubicBezTo>
                  <a:pt x="4860787" y="3235412"/>
                  <a:pt x="4864569" y="3243992"/>
                  <a:pt x="4861332" y="3252426"/>
                </a:cubicBezTo>
                <a:cubicBezTo>
                  <a:pt x="4854112" y="3271243"/>
                  <a:pt x="4839692" y="3271218"/>
                  <a:pt x="4832461" y="3252376"/>
                </a:cubicBezTo>
                <a:close/>
                <a:moveTo>
                  <a:pt x="1924050" y="3158099"/>
                </a:moveTo>
                <a:cubicBezTo>
                  <a:pt x="1924050" y="3144693"/>
                  <a:pt x="1928336" y="3133725"/>
                  <a:pt x="1933575" y="3133725"/>
                </a:cubicBezTo>
                <a:cubicBezTo>
                  <a:pt x="1938813" y="3133725"/>
                  <a:pt x="1943100" y="3142044"/>
                  <a:pt x="1943100" y="3152212"/>
                </a:cubicBezTo>
                <a:cubicBezTo>
                  <a:pt x="1943100" y="3162381"/>
                  <a:pt x="1938813" y="3173349"/>
                  <a:pt x="1933575" y="3176587"/>
                </a:cubicBezTo>
                <a:cubicBezTo>
                  <a:pt x="1928172" y="3179926"/>
                  <a:pt x="1924050" y="3171923"/>
                  <a:pt x="1924050" y="3158099"/>
                </a:cubicBezTo>
                <a:close/>
                <a:moveTo>
                  <a:pt x="4899469" y="3167518"/>
                </a:moveTo>
                <a:cubicBezTo>
                  <a:pt x="4892834" y="3150227"/>
                  <a:pt x="4902471" y="3133725"/>
                  <a:pt x="4919205" y="3133725"/>
                </a:cubicBezTo>
                <a:cubicBezTo>
                  <a:pt x="4936584" y="3133725"/>
                  <a:pt x="4944392" y="3157572"/>
                  <a:pt x="4931300" y="3170664"/>
                </a:cubicBezTo>
                <a:cubicBezTo>
                  <a:pt x="4916791" y="3185173"/>
                  <a:pt x="4905828" y="3184090"/>
                  <a:pt x="4899469" y="3167518"/>
                </a:cubicBezTo>
                <a:close/>
                <a:moveTo>
                  <a:pt x="1492665" y="3152775"/>
                </a:moveTo>
                <a:cubicBezTo>
                  <a:pt x="1495405" y="3142297"/>
                  <a:pt x="1501433" y="3133725"/>
                  <a:pt x="1506060" y="3133725"/>
                </a:cubicBezTo>
                <a:cubicBezTo>
                  <a:pt x="1516018" y="3133725"/>
                  <a:pt x="1516366" y="3136763"/>
                  <a:pt x="1508693" y="3156758"/>
                </a:cubicBezTo>
                <a:cubicBezTo>
                  <a:pt x="1500301" y="3178628"/>
                  <a:pt x="1486782" y="3175268"/>
                  <a:pt x="1492665" y="3152775"/>
                </a:cubicBezTo>
                <a:close/>
                <a:moveTo>
                  <a:pt x="2397125" y="3165475"/>
                </a:moveTo>
                <a:cubicBezTo>
                  <a:pt x="2393632" y="3161982"/>
                  <a:pt x="2390905" y="3152338"/>
                  <a:pt x="2391064" y="3144043"/>
                </a:cubicBezTo>
                <a:cubicBezTo>
                  <a:pt x="2391302" y="3131658"/>
                  <a:pt x="2393161" y="3132069"/>
                  <a:pt x="2401462" y="3146345"/>
                </a:cubicBezTo>
                <a:cubicBezTo>
                  <a:pt x="2411719" y="3163982"/>
                  <a:pt x="2408745" y="3177095"/>
                  <a:pt x="2397125" y="3165475"/>
                </a:cubicBezTo>
                <a:close/>
                <a:moveTo>
                  <a:pt x="4728057" y="3158093"/>
                </a:moveTo>
                <a:cubicBezTo>
                  <a:pt x="4717726" y="3131170"/>
                  <a:pt x="4728940" y="3109956"/>
                  <a:pt x="4755105" y="3106930"/>
                </a:cubicBezTo>
                <a:cubicBezTo>
                  <a:pt x="4781710" y="3103853"/>
                  <a:pt x="4801343" y="3137979"/>
                  <a:pt x="4786647" y="3161758"/>
                </a:cubicBezTo>
                <a:cubicBezTo>
                  <a:pt x="4777430" y="3176671"/>
                  <a:pt x="4734148" y="3173964"/>
                  <a:pt x="4728057" y="3158093"/>
                </a:cubicBezTo>
                <a:close/>
                <a:moveTo>
                  <a:pt x="8096250" y="3100387"/>
                </a:moveTo>
                <a:cubicBezTo>
                  <a:pt x="8089635" y="3092417"/>
                  <a:pt x="8088604" y="3086100"/>
                  <a:pt x="8093917" y="3086100"/>
                </a:cubicBezTo>
                <a:cubicBezTo>
                  <a:pt x="8099156" y="3086100"/>
                  <a:pt x="8108778" y="3092529"/>
                  <a:pt x="8115300" y="3100387"/>
                </a:cubicBezTo>
                <a:cubicBezTo>
                  <a:pt x="8121914" y="3108357"/>
                  <a:pt x="8122945" y="3114675"/>
                  <a:pt x="8117632" y="3114675"/>
                </a:cubicBezTo>
                <a:cubicBezTo>
                  <a:pt x="8112393" y="3114675"/>
                  <a:pt x="8102771" y="3108245"/>
                  <a:pt x="8096250" y="3100387"/>
                </a:cubicBezTo>
                <a:close/>
                <a:moveTo>
                  <a:pt x="7291698" y="3067552"/>
                </a:moveTo>
                <a:cubicBezTo>
                  <a:pt x="7283323" y="3054002"/>
                  <a:pt x="7294003" y="3038475"/>
                  <a:pt x="7311698" y="3038475"/>
                </a:cubicBezTo>
                <a:cubicBezTo>
                  <a:pt x="7320043" y="3038475"/>
                  <a:pt x="7324823" y="3045166"/>
                  <a:pt x="7323042" y="3054354"/>
                </a:cubicBezTo>
                <a:cubicBezTo>
                  <a:pt x="7319331" y="3073485"/>
                  <a:pt x="7300313" y="3081493"/>
                  <a:pt x="7291698" y="3067552"/>
                </a:cubicBezTo>
                <a:close/>
                <a:moveTo>
                  <a:pt x="2308669" y="3053218"/>
                </a:moveTo>
                <a:cubicBezTo>
                  <a:pt x="2300896" y="3032961"/>
                  <a:pt x="2314680" y="3013798"/>
                  <a:pt x="2325144" y="3030314"/>
                </a:cubicBezTo>
                <a:cubicBezTo>
                  <a:pt x="2336376" y="3048040"/>
                  <a:pt x="2335681" y="3067050"/>
                  <a:pt x="2323801" y="3067050"/>
                </a:cubicBezTo>
                <a:cubicBezTo>
                  <a:pt x="2318397" y="3067050"/>
                  <a:pt x="2311588" y="3060825"/>
                  <a:pt x="2308669" y="3053218"/>
                </a:cubicBezTo>
                <a:close/>
                <a:moveTo>
                  <a:pt x="4804300" y="3034380"/>
                </a:moveTo>
                <a:cubicBezTo>
                  <a:pt x="4794817" y="3009666"/>
                  <a:pt x="4808109" y="2989239"/>
                  <a:pt x="4831513" y="2992563"/>
                </a:cubicBezTo>
                <a:cubicBezTo>
                  <a:pt x="4847255" y="2994798"/>
                  <a:pt x="4852987" y="3001968"/>
                  <a:pt x="4852987" y="3019425"/>
                </a:cubicBezTo>
                <a:cubicBezTo>
                  <a:pt x="4852987" y="3047541"/>
                  <a:pt x="4813952" y="3059532"/>
                  <a:pt x="4804300" y="3034380"/>
                </a:cubicBezTo>
                <a:close/>
                <a:moveTo>
                  <a:pt x="1581529" y="2967494"/>
                </a:moveTo>
                <a:cubicBezTo>
                  <a:pt x="1575216" y="2959887"/>
                  <a:pt x="1572837" y="2944885"/>
                  <a:pt x="1576242" y="2934157"/>
                </a:cubicBezTo>
                <a:cubicBezTo>
                  <a:pt x="1583240" y="2912108"/>
                  <a:pt x="1600200" y="2907691"/>
                  <a:pt x="1600200" y="2927918"/>
                </a:cubicBezTo>
                <a:cubicBezTo>
                  <a:pt x="1600200" y="2935216"/>
                  <a:pt x="1607112" y="2943839"/>
                  <a:pt x="1615560" y="2947081"/>
                </a:cubicBezTo>
                <a:cubicBezTo>
                  <a:pt x="1627999" y="2951854"/>
                  <a:pt x="1628683" y="2955670"/>
                  <a:pt x="1619156" y="2967150"/>
                </a:cubicBezTo>
                <a:cubicBezTo>
                  <a:pt x="1604405" y="2984923"/>
                  <a:pt x="1596057" y="2985000"/>
                  <a:pt x="1581529" y="2967494"/>
                </a:cubicBezTo>
                <a:close/>
                <a:moveTo>
                  <a:pt x="4700400" y="2971497"/>
                </a:moveTo>
                <a:cubicBezTo>
                  <a:pt x="4696701" y="2965512"/>
                  <a:pt x="4698156" y="2956133"/>
                  <a:pt x="4703634" y="2950655"/>
                </a:cubicBezTo>
                <a:cubicBezTo>
                  <a:pt x="4716435" y="2937854"/>
                  <a:pt x="4746279" y="2949020"/>
                  <a:pt x="4741071" y="2964661"/>
                </a:cubicBezTo>
                <a:cubicBezTo>
                  <a:pt x="4735769" y="2980584"/>
                  <a:pt x="4708816" y="2985114"/>
                  <a:pt x="4700400" y="2971497"/>
                </a:cubicBezTo>
                <a:close/>
                <a:moveTo>
                  <a:pt x="7683994" y="2975169"/>
                </a:moveTo>
                <a:cubicBezTo>
                  <a:pt x="7676229" y="2962605"/>
                  <a:pt x="7691627" y="2940113"/>
                  <a:pt x="7704953" y="2944555"/>
                </a:cubicBezTo>
                <a:cubicBezTo>
                  <a:pt x="7712794" y="2947168"/>
                  <a:pt x="7712166" y="2953325"/>
                  <a:pt x="7702746" y="2966209"/>
                </a:cubicBezTo>
                <a:cubicBezTo>
                  <a:pt x="7695506" y="2976110"/>
                  <a:pt x="7687068" y="2980142"/>
                  <a:pt x="7683994" y="2975169"/>
                </a:cubicBezTo>
                <a:close/>
                <a:moveTo>
                  <a:pt x="7353119" y="2957294"/>
                </a:moveTo>
                <a:cubicBezTo>
                  <a:pt x="7343124" y="2945251"/>
                  <a:pt x="7343588" y="2943751"/>
                  <a:pt x="7355854" y="2948458"/>
                </a:cubicBezTo>
                <a:cubicBezTo>
                  <a:pt x="7365606" y="2952200"/>
                  <a:pt x="7372862" y="2947091"/>
                  <a:pt x="7377198" y="2933430"/>
                </a:cubicBezTo>
                <a:cubicBezTo>
                  <a:pt x="7381548" y="2919724"/>
                  <a:pt x="7386963" y="2915928"/>
                  <a:pt x="7393228" y="2922193"/>
                </a:cubicBezTo>
                <a:cubicBezTo>
                  <a:pt x="7399493" y="2928458"/>
                  <a:pt x="7399060" y="2938435"/>
                  <a:pt x="7391947" y="2951727"/>
                </a:cubicBezTo>
                <a:cubicBezTo>
                  <a:pt x="7379201" y="2975542"/>
                  <a:pt x="7369426" y="2976943"/>
                  <a:pt x="7353119" y="2957294"/>
                </a:cubicBezTo>
                <a:close/>
                <a:moveTo>
                  <a:pt x="8022761" y="2923472"/>
                </a:moveTo>
                <a:cubicBezTo>
                  <a:pt x="8021403" y="2904117"/>
                  <a:pt x="8024623" y="2895516"/>
                  <a:pt x="8032286" y="2898031"/>
                </a:cubicBezTo>
                <a:cubicBezTo>
                  <a:pt x="8048656" y="2903405"/>
                  <a:pt x="8053226" y="2952755"/>
                  <a:pt x="8037351" y="2952731"/>
                </a:cubicBezTo>
                <a:cubicBezTo>
                  <a:pt x="8030156" y="2952720"/>
                  <a:pt x="8023938" y="2940250"/>
                  <a:pt x="8022761" y="2923472"/>
                </a:cubicBezTo>
                <a:close/>
                <a:moveTo>
                  <a:pt x="1924050" y="2905687"/>
                </a:moveTo>
                <a:cubicBezTo>
                  <a:pt x="1924050" y="2889661"/>
                  <a:pt x="1928336" y="2876550"/>
                  <a:pt x="1933575" y="2876550"/>
                </a:cubicBezTo>
                <a:cubicBezTo>
                  <a:pt x="1938813" y="2876550"/>
                  <a:pt x="1943100" y="2887012"/>
                  <a:pt x="1943100" y="2899800"/>
                </a:cubicBezTo>
                <a:cubicBezTo>
                  <a:pt x="1943100" y="2912588"/>
                  <a:pt x="1938813" y="2925699"/>
                  <a:pt x="1933575" y="2928937"/>
                </a:cubicBezTo>
                <a:cubicBezTo>
                  <a:pt x="1928017" y="2932371"/>
                  <a:pt x="1924050" y="2922686"/>
                  <a:pt x="1924050" y="2905687"/>
                </a:cubicBezTo>
                <a:close/>
                <a:moveTo>
                  <a:pt x="2295507" y="2909840"/>
                </a:moveTo>
                <a:cubicBezTo>
                  <a:pt x="2283730" y="2878864"/>
                  <a:pt x="2283477" y="2867025"/>
                  <a:pt x="2294593" y="2867025"/>
                </a:cubicBezTo>
                <a:cubicBezTo>
                  <a:pt x="2299319" y="2867025"/>
                  <a:pt x="2307635" y="2879789"/>
                  <a:pt x="2313074" y="2895389"/>
                </a:cubicBezTo>
                <a:cubicBezTo>
                  <a:pt x="2325575" y="2931250"/>
                  <a:pt x="2308871" y="2944991"/>
                  <a:pt x="2295507" y="2909840"/>
                </a:cubicBezTo>
                <a:close/>
                <a:moveTo>
                  <a:pt x="4895950" y="2919533"/>
                </a:moveTo>
                <a:cubicBezTo>
                  <a:pt x="4880123" y="2900463"/>
                  <a:pt x="4890666" y="2876550"/>
                  <a:pt x="4914900" y="2876550"/>
                </a:cubicBezTo>
                <a:cubicBezTo>
                  <a:pt x="4925706" y="2876550"/>
                  <a:pt x="4937036" y="2883033"/>
                  <a:pt x="4940077" y="2890958"/>
                </a:cubicBezTo>
                <a:cubicBezTo>
                  <a:pt x="4945550" y="2905221"/>
                  <a:pt x="4928775" y="2933700"/>
                  <a:pt x="4914900" y="2933700"/>
                </a:cubicBezTo>
                <a:cubicBezTo>
                  <a:pt x="4910944" y="2933700"/>
                  <a:pt x="4902416" y="2927325"/>
                  <a:pt x="4895950" y="2919533"/>
                </a:cubicBezTo>
                <a:close/>
                <a:moveTo>
                  <a:pt x="4749800" y="2860675"/>
                </a:moveTo>
                <a:cubicBezTo>
                  <a:pt x="4735924" y="2846799"/>
                  <a:pt x="4743877" y="2800791"/>
                  <a:pt x="4761809" y="2791194"/>
                </a:cubicBezTo>
                <a:cubicBezTo>
                  <a:pt x="4799220" y="2771172"/>
                  <a:pt x="4837346" y="2819938"/>
                  <a:pt x="4810022" y="2852861"/>
                </a:cubicBezTo>
                <a:cubicBezTo>
                  <a:pt x="4798010" y="2867334"/>
                  <a:pt x="4761231" y="2872106"/>
                  <a:pt x="4749800" y="2860675"/>
                </a:cubicBezTo>
                <a:close/>
                <a:moveTo>
                  <a:pt x="4889944" y="2767468"/>
                </a:moveTo>
                <a:cubicBezTo>
                  <a:pt x="4883118" y="2749680"/>
                  <a:pt x="4893090" y="2733675"/>
                  <a:pt x="4910998" y="2733675"/>
                </a:cubicBezTo>
                <a:cubicBezTo>
                  <a:pt x="4930462" y="2733675"/>
                  <a:pt x="4939620" y="2762339"/>
                  <a:pt x="4923431" y="2772590"/>
                </a:cubicBezTo>
                <a:cubicBezTo>
                  <a:pt x="4904493" y="2784582"/>
                  <a:pt x="4896013" y="2783285"/>
                  <a:pt x="4889944" y="2767468"/>
                </a:cubicBezTo>
                <a:close/>
                <a:moveTo>
                  <a:pt x="1933575" y="2752725"/>
                </a:moveTo>
                <a:cubicBezTo>
                  <a:pt x="1933575" y="2734945"/>
                  <a:pt x="1936115" y="2732405"/>
                  <a:pt x="1945005" y="2741295"/>
                </a:cubicBezTo>
                <a:cubicBezTo>
                  <a:pt x="1953895" y="2750185"/>
                  <a:pt x="1953895" y="2755265"/>
                  <a:pt x="1945005" y="2764155"/>
                </a:cubicBezTo>
                <a:cubicBezTo>
                  <a:pt x="1936115" y="2773045"/>
                  <a:pt x="1933575" y="2770504"/>
                  <a:pt x="1933575" y="2752725"/>
                </a:cubicBezTo>
                <a:close/>
                <a:moveTo>
                  <a:pt x="1711369" y="2727369"/>
                </a:moveTo>
                <a:cubicBezTo>
                  <a:pt x="1699296" y="2715296"/>
                  <a:pt x="1704984" y="2688084"/>
                  <a:pt x="1720855" y="2681994"/>
                </a:cubicBezTo>
                <a:cubicBezTo>
                  <a:pt x="1747217" y="2671877"/>
                  <a:pt x="1756862" y="2691796"/>
                  <a:pt x="1736292" y="2713875"/>
                </a:cubicBezTo>
                <a:cubicBezTo>
                  <a:pt x="1726101" y="2724813"/>
                  <a:pt x="1714886" y="2730886"/>
                  <a:pt x="1711369" y="2727369"/>
                </a:cubicBezTo>
                <a:close/>
                <a:moveTo>
                  <a:pt x="4690014" y="2720091"/>
                </a:moveTo>
                <a:cubicBezTo>
                  <a:pt x="4681348" y="2697508"/>
                  <a:pt x="4693610" y="2674701"/>
                  <a:pt x="4712464" y="2678332"/>
                </a:cubicBezTo>
                <a:cubicBezTo>
                  <a:pt x="4723009" y="2680363"/>
                  <a:pt x="4729162" y="2690227"/>
                  <a:pt x="4729162" y="2705100"/>
                </a:cubicBezTo>
                <a:cubicBezTo>
                  <a:pt x="4729162" y="2732252"/>
                  <a:pt x="4699098" y="2743764"/>
                  <a:pt x="4690014" y="2720091"/>
                </a:cubicBezTo>
                <a:close/>
                <a:moveTo>
                  <a:pt x="7672010" y="2713435"/>
                </a:moveTo>
                <a:cubicBezTo>
                  <a:pt x="7667979" y="2700737"/>
                  <a:pt x="7670402" y="2690145"/>
                  <a:pt x="7678511" y="2685006"/>
                </a:cubicBezTo>
                <a:cubicBezTo>
                  <a:pt x="7698568" y="2672298"/>
                  <a:pt x="7708333" y="2675038"/>
                  <a:pt x="7701981" y="2691591"/>
                </a:cubicBezTo>
                <a:cubicBezTo>
                  <a:pt x="7698801" y="2699878"/>
                  <a:pt x="7696200" y="2712736"/>
                  <a:pt x="7696200" y="2720166"/>
                </a:cubicBezTo>
                <a:cubicBezTo>
                  <a:pt x="7696200" y="2740910"/>
                  <a:pt x="7679231" y="2736189"/>
                  <a:pt x="7672010" y="2713435"/>
                </a:cubicBezTo>
                <a:close/>
                <a:moveTo>
                  <a:pt x="2121172" y="2647406"/>
                </a:moveTo>
                <a:cubicBezTo>
                  <a:pt x="2117913" y="2634941"/>
                  <a:pt x="2120108" y="2629163"/>
                  <a:pt x="2127205" y="2631526"/>
                </a:cubicBezTo>
                <a:cubicBezTo>
                  <a:pt x="2140905" y="2636087"/>
                  <a:pt x="2148054" y="2667000"/>
                  <a:pt x="2135409" y="2667000"/>
                </a:cubicBezTo>
                <a:cubicBezTo>
                  <a:pt x="2130397" y="2667000"/>
                  <a:pt x="2123991" y="2658182"/>
                  <a:pt x="2121172" y="2647406"/>
                </a:cubicBezTo>
                <a:close/>
                <a:moveTo>
                  <a:pt x="4829554" y="2643645"/>
                </a:moveTo>
                <a:cubicBezTo>
                  <a:pt x="4804335" y="2613257"/>
                  <a:pt x="4841545" y="2565493"/>
                  <a:pt x="4871239" y="2590137"/>
                </a:cubicBezTo>
                <a:cubicBezTo>
                  <a:pt x="4889157" y="2605008"/>
                  <a:pt x="4890800" y="2630139"/>
                  <a:pt x="4874895" y="2646045"/>
                </a:cubicBezTo>
                <a:cubicBezTo>
                  <a:pt x="4859623" y="2661316"/>
                  <a:pt x="4843512" y="2660463"/>
                  <a:pt x="4829554" y="2643645"/>
                </a:cubicBezTo>
                <a:close/>
                <a:moveTo>
                  <a:pt x="7835553" y="2626518"/>
                </a:moveTo>
                <a:cubicBezTo>
                  <a:pt x="7825086" y="2587461"/>
                  <a:pt x="7828622" y="2574484"/>
                  <a:pt x="7844140" y="2595001"/>
                </a:cubicBezTo>
                <a:cubicBezTo>
                  <a:pt x="7859535" y="2615355"/>
                  <a:pt x="7862964" y="2647950"/>
                  <a:pt x="7849710" y="2647950"/>
                </a:cubicBezTo>
                <a:cubicBezTo>
                  <a:pt x="7845083" y="2647950"/>
                  <a:pt x="7838712" y="2638305"/>
                  <a:pt x="7835553" y="2626518"/>
                </a:cubicBezTo>
                <a:close/>
                <a:moveTo>
                  <a:pt x="1987838" y="2587055"/>
                </a:moveTo>
                <a:cubicBezTo>
                  <a:pt x="1983940" y="2577137"/>
                  <a:pt x="1982995" y="2566779"/>
                  <a:pt x="1985738" y="2564036"/>
                </a:cubicBezTo>
                <a:cubicBezTo>
                  <a:pt x="1994425" y="2555349"/>
                  <a:pt x="2002069" y="2569585"/>
                  <a:pt x="1998429" y="2587673"/>
                </a:cubicBezTo>
                <a:cubicBezTo>
                  <a:pt x="1995093" y="2604249"/>
                  <a:pt x="1994583" y="2604220"/>
                  <a:pt x="1987838" y="2587055"/>
                </a:cubicBezTo>
                <a:close/>
                <a:moveTo>
                  <a:pt x="1743075" y="2561889"/>
                </a:moveTo>
                <a:cubicBezTo>
                  <a:pt x="1730709" y="2553622"/>
                  <a:pt x="1731274" y="2550440"/>
                  <a:pt x="1747276" y="2538231"/>
                </a:cubicBezTo>
                <a:cubicBezTo>
                  <a:pt x="1773036" y="2518577"/>
                  <a:pt x="1783015" y="2520617"/>
                  <a:pt x="1779456" y="2544810"/>
                </a:cubicBezTo>
                <a:cubicBezTo>
                  <a:pt x="1775877" y="2569131"/>
                  <a:pt x="1762971" y="2575189"/>
                  <a:pt x="1743075" y="2561889"/>
                </a:cubicBezTo>
                <a:close/>
                <a:moveTo>
                  <a:pt x="2161983" y="2557232"/>
                </a:moveTo>
                <a:cubicBezTo>
                  <a:pt x="2155357" y="2549247"/>
                  <a:pt x="2152585" y="2540064"/>
                  <a:pt x="2155825" y="2536825"/>
                </a:cubicBezTo>
                <a:cubicBezTo>
                  <a:pt x="2162742" y="2529907"/>
                  <a:pt x="2190750" y="2551211"/>
                  <a:pt x="2190750" y="2563391"/>
                </a:cubicBezTo>
                <a:cubicBezTo>
                  <a:pt x="2190750" y="2576511"/>
                  <a:pt x="2175225" y="2573187"/>
                  <a:pt x="2161983" y="2557232"/>
                </a:cubicBezTo>
                <a:close/>
                <a:moveTo>
                  <a:pt x="4718306" y="2557427"/>
                </a:moveTo>
                <a:cubicBezTo>
                  <a:pt x="4710205" y="2536318"/>
                  <a:pt x="4739267" y="2506607"/>
                  <a:pt x="4753800" y="2521140"/>
                </a:cubicBezTo>
                <a:cubicBezTo>
                  <a:pt x="4768622" y="2535962"/>
                  <a:pt x="4760662" y="2566163"/>
                  <a:pt x="4740930" y="2569963"/>
                </a:cubicBezTo>
                <a:cubicBezTo>
                  <a:pt x="4731807" y="2571720"/>
                  <a:pt x="4721626" y="2566079"/>
                  <a:pt x="4718306" y="2557427"/>
                </a:cubicBezTo>
                <a:close/>
                <a:moveTo>
                  <a:pt x="4876800" y="2476500"/>
                </a:moveTo>
                <a:cubicBezTo>
                  <a:pt x="4876800" y="2462153"/>
                  <a:pt x="4881773" y="2457010"/>
                  <a:pt x="4893468" y="2459263"/>
                </a:cubicBezTo>
                <a:cubicBezTo>
                  <a:pt x="4902636" y="2461028"/>
                  <a:pt x="4910137" y="2468785"/>
                  <a:pt x="4910137" y="2476500"/>
                </a:cubicBezTo>
                <a:cubicBezTo>
                  <a:pt x="4910137" y="2484214"/>
                  <a:pt x="4902636" y="2491971"/>
                  <a:pt x="4893468" y="2493736"/>
                </a:cubicBezTo>
                <a:cubicBezTo>
                  <a:pt x="4881773" y="2495989"/>
                  <a:pt x="4876800" y="2490846"/>
                  <a:pt x="4876800" y="2476500"/>
                </a:cubicBezTo>
                <a:close/>
                <a:moveTo>
                  <a:pt x="7644109" y="2464182"/>
                </a:moveTo>
                <a:cubicBezTo>
                  <a:pt x="7640032" y="2454789"/>
                  <a:pt x="7639369" y="2444430"/>
                  <a:pt x="7642635" y="2441164"/>
                </a:cubicBezTo>
                <a:cubicBezTo>
                  <a:pt x="7652308" y="2431491"/>
                  <a:pt x="7660105" y="2445078"/>
                  <a:pt x="7655653" y="2463848"/>
                </a:cubicBezTo>
                <a:cubicBezTo>
                  <a:pt x="7651706" y="2480487"/>
                  <a:pt x="7651193" y="2480502"/>
                  <a:pt x="7644109" y="2464182"/>
                </a:cubicBezTo>
                <a:close/>
                <a:moveTo>
                  <a:pt x="4764405" y="2426970"/>
                </a:moveTo>
                <a:cubicBezTo>
                  <a:pt x="4736492" y="2399057"/>
                  <a:pt x="4760282" y="2354636"/>
                  <a:pt x="4795837" y="2368280"/>
                </a:cubicBezTo>
                <a:cubicBezTo>
                  <a:pt x="4820300" y="2377667"/>
                  <a:pt x="4807925" y="2438400"/>
                  <a:pt x="4781550" y="2438400"/>
                </a:cubicBezTo>
                <a:cubicBezTo>
                  <a:pt x="4778406" y="2438400"/>
                  <a:pt x="4770691" y="2433256"/>
                  <a:pt x="4764405" y="2426970"/>
                </a:cubicBezTo>
                <a:close/>
                <a:moveTo>
                  <a:pt x="1800225" y="2400300"/>
                </a:moveTo>
                <a:cubicBezTo>
                  <a:pt x="1800225" y="2380403"/>
                  <a:pt x="1804277" y="2371488"/>
                  <a:pt x="1812131" y="2374106"/>
                </a:cubicBezTo>
                <a:cubicBezTo>
                  <a:pt x="1818679" y="2376289"/>
                  <a:pt x="1824037" y="2388076"/>
                  <a:pt x="1824037" y="2400300"/>
                </a:cubicBezTo>
                <a:cubicBezTo>
                  <a:pt x="1824037" y="2412523"/>
                  <a:pt x="1818679" y="2424310"/>
                  <a:pt x="1812131" y="2426493"/>
                </a:cubicBezTo>
                <a:cubicBezTo>
                  <a:pt x="1804277" y="2429111"/>
                  <a:pt x="1800225" y="2420196"/>
                  <a:pt x="1800225" y="2400300"/>
                </a:cubicBezTo>
                <a:close/>
                <a:moveTo>
                  <a:pt x="7759385" y="2411231"/>
                </a:moveTo>
                <a:cubicBezTo>
                  <a:pt x="7742237" y="2392283"/>
                  <a:pt x="7738804" y="2371725"/>
                  <a:pt x="7752787" y="2371725"/>
                </a:cubicBezTo>
                <a:cubicBezTo>
                  <a:pt x="7757717" y="2371725"/>
                  <a:pt x="7764442" y="2376081"/>
                  <a:pt x="7767733" y="2381405"/>
                </a:cubicBezTo>
                <a:cubicBezTo>
                  <a:pt x="7771024" y="2386729"/>
                  <a:pt x="7777706" y="2388619"/>
                  <a:pt x="7782583" y="2385605"/>
                </a:cubicBezTo>
                <a:cubicBezTo>
                  <a:pt x="7787459" y="2382591"/>
                  <a:pt x="7791450" y="2388698"/>
                  <a:pt x="7791450" y="2399175"/>
                </a:cubicBezTo>
                <a:cubicBezTo>
                  <a:pt x="7791450" y="2426142"/>
                  <a:pt x="7777594" y="2431352"/>
                  <a:pt x="7759385" y="2411231"/>
                </a:cubicBezTo>
                <a:close/>
                <a:moveTo>
                  <a:pt x="2028698" y="2390469"/>
                </a:moveTo>
                <a:cubicBezTo>
                  <a:pt x="2016550" y="2361142"/>
                  <a:pt x="2021987" y="2341864"/>
                  <a:pt x="2037834" y="2358072"/>
                </a:cubicBezTo>
                <a:cubicBezTo>
                  <a:pt x="2051303" y="2371847"/>
                  <a:pt x="2060782" y="2419350"/>
                  <a:pt x="2050063" y="2419350"/>
                </a:cubicBezTo>
                <a:cubicBezTo>
                  <a:pt x="2044892" y="2419350"/>
                  <a:pt x="2035277" y="2406353"/>
                  <a:pt x="2028698" y="2390469"/>
                </a:cubicBezTo>
                <a:close/>
                <a:moveTo>
                  <a:pt x="7505700" y="2387585"/>
                </a:moveTo>
                <a:cubicBezTo>
                  <a:pt x="7505700" y="2365958"/>
                  <a:pt x="7516168" y="2343150"/>
                  <a:pt x="7526094" y="2343150"/>
                </a:cubicBezTo>
                <a:cubicBezTo>
                  <a:pt x="7538744" y="2343150"/>
                  <a:pt x="7530276" y="2393695"/>
                  <a:pt x="7516879" y="2398161"/>
                </a:cubicBezTo>
                <a:cubicBezTo>
                  <a:pt x="7510730" y="2400210"/>
                  <a:pt x="7505700" y="2395451"/>
                  <a:pt x="7505700" y="2387585"/>
                </a:cubicBezTo>
                <a:close/>
                <a:moveTo>
                  <a:pt x="1885950" y="2333625"/>
                </a:moveTo>
                <a:cubicBezTo>
                  <a:pt x="1885950" y="2323041"/>
                  <a:pt x="1892300" y="2314575"/>
                  <a:pt x="1900237" y="2314575"/>
                </a:cubicBezTo>
                <a:cubicBezTo>
                  <a:pt x="1916268" y="2314575"/>
                  <a:pt x="1916912" y="2316319"/>
                  <a:pt x="1908743" y="2337608"/>
                </a:cubicBezTo>
                <a:cubicBezTo>
                  <a:pt x="1900576" y="2358891"/>
                  <a:pt x="1885950" y="2356334"/>
                  <a:pt x="1885950" y="2333625"/>
                </a:cubicBezTo>
                <a:close/>
                <a:moveTo>
                  <a:pt x="4864187" y="2339318"/>
                </a:moveTo>
                <a:cubicBezTo>
                  <a:pt x="4858210" y="2323741"/>
                  <a:pt x="4865234" y="2314575"/>
                  <a:pt x="4883150" y="2314575"/>
                </a:cubicBezTo>
                <a:cubicBezTo>
                  <a:pt x="4890135" y="2314575"/>
                  <a:pt x="4895850" y="2323147"/>
                  <a:pt x="4895850" y="2333625"/>
                </a:cubicBezTo>
                <a:cubicBezTo>
                  <a:pt x="4895850" y="2355283"/>
                  <a:pt x="4871962" y="2359578"/>
                  <a:pt x="4864187" y="2339318"/>
                </a:cubicBezTo>
                <a:close/>
                <a:moveTo>
                  <a:pt x="7629525" y="2334187"/>
                </a:moveTo>
                <a:cubicBezTo>
                  <a:pt x="7629525" y="2328639"/>
                  <a:pt x="7624268" y="2325171"/>
                  <a:pt x="7617844" y="2326481"/>
                </a:cubicBezTo>
                <a:cubicBezTo>
                  <a:pt x="7611420" y="2327790"/>
                  <a:pt x="7604594" y="2318464"/>
                  <a:pt x="7602675" y="2305756"/>
                </a:cubicBezTo>
                <a:cubicBezTo>
                  <a:pt x="7598114" y="2275553"/>
                  <a:pt x="7635146" y="2245140"/>
                  <a:pt x="7660174" y="2258535"/>
                </a:cubicBezTo>
                <a:cubicBezTo>
                  <a:pt x="7681064" y="2269715"/>
                  <a:pt x="7683490" y="2299996"/>
                  <a:pt x="7662862" y="2292080"/>
                </a:cubicBezTo>
                <a:cubicBezTo>
                  <a:pt x="7652598" y="2288141"/>
                  <a:pt x="7648575" y="2293061"/>
                  <a:pt x="7648575" y="2309549"/>
                </a:cubicBezTo>
                <a:cubicBezTo>
                  <a:pt x="7648575" y="2322172"/>
                  <a:pt x="7644288" y="2335149"/>
                  <a:pt x="7639050" y="2338387"/>
                </a:cubicBezTo>
                <a:cubicBezTo>
                  <a:pt x="7633811" y="2341625"/>
                  <a:pt x="7629525" y="2339735"/>
                  <a:pt x="7629525" y="2334187"/>
                </a:cubicBezTo>
                <a:close/>
                <a:moveTo>
                  <a:pt x="1949450" y="2279650"/>
                </a:moveTo>
                <a:cubicBezTo>
                  <a:pt x="1936338" y="2266538"/>
                  <a:pt x="1943793" y="2247900"/>
                  <a:pt x="1962150" y="2247900"/>
                </a:cubicBezTo>
                <a:cubicBezTo>
                  <a:pt x="1974850" y="2247900"/>
                  <a:pt x="1981200" y="2254250"/>
                  <a:pt x="1981200" y="2266950"/>
                </a:cubicBezTo>
                <a:cubicBezTo>
                  <a:pt x="1981200" y="2285306"/>
                  <a:pt x="1962561" y="2292761"/>
                  <a:pt x="1949450" y="2279650"/>
                </a:cubicBezTo>
                <a:close/>
                <a:moveTo>
                  <a:pt x="4928044" y="2272168"/>
                </a:moveTo>
                <a:cubicBezTo>
                  <a:pt x="4921478" y="2255057"/>
                  <a:pt x="4932121" y="2236120"/>
                  <a:pt x="4944133" y="2243544"/>
                </a:cubicBezTo>
                <a:cubicBezTo>
                  <a:pt x="4956202" y="2251003"/>
                  <a:pt x="4955413" y="2286000"/>
                  <a:pt x="4943176" y="2286000"/>
                </a:cubicBezTo>
                <a:cubicBezTo>
                  <a:pt x="4937772" y="2286000"/>
                  <a:pt x="4930963" y="2279775"/>
                  <a:pt x="4928044" y="2272168"/>
                </a:cubicBezTo>
                <a:close/>
                <a:moveTo>
                  <a:pt x="4786312" y="2257425"/>
                </a:moveTo>
                <a:cubicBezTo>
                  <a:pt x="4778339" y="2244524"/>
                  <a:pt x="4789097" y="2228850"/>
                  <a:pt x="4805924" y="2228850"/>
                </a:cubicBezTo>
                <a:cubicBezTo>
                  <a:pt x="4813473" y="2228850"/>
                  <a:pt x="4819650" y="2237422"/>
                  <a:pt x="4819650" y="2247900"/>
                </a:cubicBezTo>
                <a:cubicBezTo>
                  <a:pt x="4819650" y="2267619"/>
                  <a:pt x="4796670" y="2274185"/>
                  <a:pt x="4786312" y="2257425"/>
                </a:cubicBezTo>
                <a:close/>
                <a:moveTo>
                  <a:pt x="1902495" y="2161200"/>
                </a:moveTo>
                <a:cubicBezTo>
                  <a:pt x="1905418" y="2150019"/>
                  <a:pt x="1902382" y="2137868"/>
                  <a:pt x="1895620" y="2133689"/>
                </a:cubicBezTo>
                <a:cubicBezTo>
                  <a:pt x="1879763" y="2123889"/>
                  <a:pt x="1891807" y="2105025"/>
                  <a:pt x="1913920" y="2105025"/>
                </a:cubicBezTo>
                <a:cubicBezTo>
                  <a:pt x="1942515" y="2105025"/>
                  <a:pt x="1957230" y="2130202"/>
                  <a:pt x="1944704" y="2157694"/>
                </a:cubicBezTo>
                <a:cubicBezTo>
                  <a:pt x="1931011" y="2187746"/>
                  <a:pt x="1894765" y="2190757"/>
                  <a:pt x="1902495" y="2161200"/>
                </a:cubicBezTo>
                <a:close/>
                <a:moveTo>
                  <a:pt x="4869180" y="2169795"/>
                </a:moveTo>
                <a:cubicBezTo>
                  <a:pt x="4845566" y="2146181"/>
                  <a:pt x="4862982" y="2105025"/>
                  <a:pt x="4896588" y="2105025"/>
                </a:cubicBezTo>
                <a:cubicBezTo>
                  <a:pt x="4923974" y="2105025"/>
                  <a:pt x="4938327" y="2130702"/>
                  <a:pt x="4926029" y="2157694"/>
                </a:cubicBezTo>
                <a:cubicBezTo>
                  <a:pt x="4914574" y="2182836"/>
                  <a:pt x="4887899" y="2188514"/>
                  <a:pt x="4869180" y="2169795"/>
                </a:cubicBezTo>
                <a:close/>
                <a:moveTo>
                  <a:pt x="7632723" y="2156772"/>
                </a:moveTo>
                <a:cubicBezTo>
                  <a:pt x="7624152" y="2134436"/>
                  <a:pt x="7644312" y="2118204"/>
                  <a:pt x="7662193" y="2133044"/>
                </a:cubicBezTo>
                <a:cubicBezTo>
                  <a:pt x="7674561" y="2143309"/>
                  <a:pt x="7674716" y="2146919"/>
                  <a:pt x="7663277" y="2158358"/>
                </a:cubicBezTo>
                <a:cubicBezTo>
                  <a:pt x="7646131" y="2175504"/>
                  <a:pt x="7639785" y="2175175"/>
                  <a:pt x="7632723" y="2156772"/>
                </a:cubicBezTo>
                <a:close/>
                <a:moveTo>
                  <a:pt x="4754419" y="2115445"/>
                </a:moveTo>
                <a:cubicBezTo>
                  <a:pt x="4737102" y="2104739"/>
                  <a:pt x="4744372" y="2072687"/>
                  <a:pt x="4765019" y="2068711"/>
                </a:cubicBezTo>
                <a:cubicBezTo>
                  <a:pt x="4774142" y="2066954"/>
                  <a:pt x="4784323" y="2072595"/>
                  <a:pt x="4787643" y="2081247"/>
                </a:cubicBezTo>
                <a:cubicBezTo>
                  <a:pt x="4795437" y="2101557"/>
                  <a:pt x="4771616" y="2126077"/>
                  <a:pt x="4754419" y="2115445"/>
                </a:cubicBezTo>
                <a:close/>
                <a:moveTo>
                  <a:pt x="7730068" y="2105884"/>
                </a:moveTo>
                <a:cubicBezTo>
                  <a:pt x="7721993" y="2092818"/>
                  <a:pt x="7734604" y="2066925"/>
                  <a:pt x="7749044" y="2066925"/>
                </a:cubicBezTo>
                <a:cubicBezTo>
                  <a:pt x="7768246" y="2066925"/>
                  <a:pt x="7775491" y="2085060"/>
                  <a:pt x="7762528" y="2100679"/>
                </a:cubicBezTo>
                <a:cubicBezTo>
                  <a:pt x="7749352" y="2116555"/>
                  <a:pt x="7737808" y="2118407"/>
                  <a:pt x="7730068" y="2105884"/>
                </a:cubicBezTo>
                <a:close/>
                <a:moveTo>
                  <a:pt x="2038350" y="2097320"/>
                </a:moveTo>
                <a:cubicBezTo>
                  <a:pt x="2038350" y="2093083"/>
                  <a:pt x="2044125" y="2081718"/>
                  <a:pt x="2051183" y="2072065"/>
                </a:cubicBezTo>
                <a:cubicBezTo>
                  <a:pt x="2065708" y="2052201"/>
                  <a:pt x="2080112" y="2065348"/>
                  <a:pt x="2070699" y="2089877"/>
                </a:cubicBezTo>
                <a:cubicBezTo>
                  <a:pt x="2064784" y="2105291"/>
                  <a:pt x="2038350" y="2111373"/>
                  <a:pt x="2038350" y="2097320"/>
                </a:cubicBezTo>
                <a:close/>
                <a:moveTo>
                  <a:pt x="7543945" y="2057671"/>
                </a:moveTo>
                <a:cubicBezTo>
                  <a:pt x="7531275" y="2033998"/>
                  <a:pt x="7531614" y="2003018"/>
                  <a:pt x="7544629" y="1994974"/>
                </a:cubicBezTo>
                <a:cubicBezTo>
                  <a:pt x="7558764" y="1986239"/>
                  <a:pt x="7568787" y="1999284"/>
                  <a:pt x="7575467" y="2035107"/>
                </a:cubicBezTo>
                <a:cubicBezTo>
                  <a:pt x="7582096" y="2070655"/>
                  <a:pt x="7559536" y="2086804"/>
                  <a:pt x="7543945" y="2057671"/>
                </a:cubicBezTo>
                <a:close/>
                <a:moveTo>
                  <a:pt x="1852855" y="2010168"/>
                </a:moveTo>
                <a:cubicBezTo>
                  <a:pt x="1848919" y="2003800"/>
                  <a:pt x="1850398" y="1993891"/>
                  <a:pt x="1856141" y="1988148"/>
                </a:cubicBezTo>
                <a:cubicBezTo>
                  <a:pt x="1870772" y="1973517"/>
                  <a:pt x="1880042" y="1985952"/>
                  <a:pt x="1869091" y="2005521"/>
                </a:cubicBezTo>
                <a:cubicBezTo>
                  <a:pt x="1862427" y="2017429"/>
                  <a:pt x="1858107" y="2018665"/>
                  <a:pt x="1852855" y="2010168"/>
                </a:cubicBezTo>
                <a:close/>
                <a:moveTo>
                  <a:pt x="4833937" y="2009775"/>
                </a:moveTo>
                <a:cubicBezTo>
                  <a:pt x="4825964" y="1996874"/>
                  <a:pt x="4836722" y="1981200"/>
                  <a:pt x="4853549" y="1981200"/>
                </a:cubicBezTo>
                <a:cubicBezTo>
                  <a:pt x="4861098" y="1981200"/>
                  <a:pt x="4867275" y="1989772"/>
                  <a:pt x="4867275" y="2000250"/>
                </a:cubicBezTo>
                <a:cubicBezTo>
                  <a:pt x="4867275" y="2019969"/>
                  <a:pt x="4844295" y="2026535"/>
                  <a:pt x="4833937" y="2009775"/>
                </a:cubicBezTo>
                <a:close/>
                <a:moveTo>
                  <a:pt x="4696204" y="1986419"/>
                </a:moveTo>
                <a:cubicBezTo>
                  <a:pt x="4683743" y="1971405"/>
                  <a:pt x="4691198" y="1933575"/>
                  <a:pt x="4706618" y="1933575"/>
                </a:cubicBezTo>
                <a:cubicBezTo>
                  <a:pt x="4721866" y="1933575"/>
                  <a:pt x="4752975" y="1952518"/>
                  <a:pt x="4752975" y="1961804"/>
                </a:cubicBezTo>
                <a:cubicBezTo>
                  <a:pt x="4752975" y="1972407"/>
                  <a:pt x="4725734" y="2000250"/>
                  <a:pt x="4715360" y="2000250"/>
                </a:cubicBezTo>
                <a:cubicBezTo>
                  <a:pt x="4711137" y="2000250"/>
                  <a:pt x="4702517" y="1994026"/>
                  <a:pt x="4696204" y="1986419"/>
                </a:cubicBezTo>
                <a:close/>
                <a:moveTo>
                  <a:pt x="4949825" y="1993899"/>
                </a:moveTo>
                <a:cubicBezTo>
                  <a:pt x="4939475" y="1983550"/>
                  <a:pt x="4942584" y="1947800"/>
                  <a:pt x="4954905" y="1935480"/>
                </a:cubicBezTo>
                <a:cubicBezTo>
                  <a:pt x="4974207" y="1916177"/>
                  <a:pt x="4979730" y="1922476"/>
                  <a:pt x="4978242" y="1962096"/>
                </a:cubicBezTo>
                <a:cubicBezTo>
                  <a:pt x="4976928" y="1997053"/>
                  <a:pt x="4965626" y="2009701"/>
                  <a:pt x="4949825" y="1993899"/>
                </a:cubicBezTo>
                <a:close/>
                <a:moveTo>
                  <a:pt x="1962452" y="1956172"/>
                </a:moveTo>
                <a:cubicBezTo>
                  <a:pt x="1961858" y="1935107"/>
                  <a:pt x="1988310" y="1921637"/>
                  <a:pt x="2006895" y="1933541"/>
                </a:cubicBezTo>
                <a:cubicBezTo>
                  <a:pt x="2023155" y="1943957"/>
                  <a:pt x="2023117" y="1944239"/>
                  <a:pt x="2006183" y="1938891"/>
                </a:cubicBezTo>
                <a:cubicBezTo>
                  <a:pt x="1995076" y="1935382"/>
                  <a:pt x="1983466" y="1939619"/>
                  <a:pt x="1975530" y="1950078"/>
                </a:cubicBezTo>
                <a:cubicBezTo>
                  <a:pt x="1968504" y="1959337"/>
                  <a:pt x="1962619" y="1962079"/>
                  <a:pt x="1962452" y="1956172"/>
                </a:cubicBezTo>
                <a:close/>
                <a:moveTo>
                  <a:pt x="4859357" y="1884416"/>
                </a:moveTo>
                <a:cubicBezTo>
                  <a:pt x="4861092" y="1872162"/>
                  <a:pt x="4868941" y="1862137"/>
                  <a:pt x="4876800" y="1862137"/>
                </a:cubicBezTo>
                <a:cubicBezTo>
                  <a:pt x="4897457" y="1862137"/>
                  <a:pt x="4894611" y="1899297"/>
                  <a:pt x="4873645" y="1903335"/>
                </a:cubicBezTo>
                <a:cubicBezTo>
                  <a:pt x="4860119" y="1905940"/>
                  <a:pt x="4856911" y="1901692"/>
                  <a:pt x="4859357" y="1884416"/>
                </a:cubicBezTo>
                <a:close/>
                <a:moveTo>
                  <a:pt x="4583189" y="1879579"/>
                </a:moveTo>
                <a:cubicBezTo>
                  <a:pt x="4587227" y="1858613"/>
                  <a:pt x="4624387" y="1855767"/>
                  <a:pt x="4624387" y="1876425"/>
                </a:cubicBezTo>
                <a:cubicBezTo>
                  <a:pt x="4624387" y="1884283"/>
                  <a:pt x="4614362" y="1892132"/>
                  <a:pt x="4602108" y="1893867"/>
                </a:cubicBezTo>
                <a:cubicBezTo>
                  <a:pt x="4584832" y="1896313"/>
                  <a:pt x="4580584" y="1893105"/>
                  <a:pt x="4583189" y="1879579"/>
                </a:cubicBezTo>
                <a:close/>
                <a:moveTo>
                  <a:pt x="4994386" y="1852201"/>
                </a:moveTo>
                <a:cubicBezTo>
                  <a:pt x="4987199" y="1833472"/>
                  <a:pt x="4995704" y="1824873"/>
                  <a:pt x="5014341" y="1832025"/>
                </a:cubicBezTo>
                <a:cubicBezTo>
                  <a:pt x="5022712" y="1835237"/>
                  <a:pt x="5026494" y="1843817"/>
                  <a:pt x="5023257" y="1852251"/>
                </a:cubicBezTo>
                <a:cubicBezTo>
                  <a:pt x="5016037" y="1871068"/>
                  <a:pt x="5001617" y="1871043"/>
                  <a:pt x="4994386" y="1852201"/>
                </a:cubicBezTo>
                <a:close/>
                <a:moveTo>
                  <a:pt x="4737129" y="1842460"/>
                </a:moveTo>
                <a:cubicBezTo>
                  <a:pt x="4728873" y="1820946"/>
                  <a:pt x="4745775" y="1795462"/>
                  <a:pt x="4768300" y="1795462"/>
                </a:cubicBezTo>
                <a:cubicBezTo>
                  <a:pt x="4796844" y="1795462"/>
                  <a:pt x="4793617" y="1851575"/>
                  <a:pt x="4764838" y="1855661"/>
                </a:cubicBezTo>
                <a:cubicBezTo>
                  <a:pt x="4751367" y="1857574"/>
                  <a:pt x="4741041" y="1852655"/>
                  <a:pt x="4737129" y="1842460"/>
                </a:cubicBezTo>
                <a:close/>
                <a:moveTo>
                  <a:pt x="4472667" y="1813832"/>
                </a:moveTo>
                <a:cubicBezTo>
                  <a:pt x="4454477" y="1795642"/>
                  <a:pt x="4454149" y="1789671"/>
                  <a:pt x="4470139" y="1767803"/>
                </a:cubicBezTo>
                <a:cubicBezTo>
                  <a:pt x="4487898" y="1743517"/>
                  <a:pt x="4528234" y="1750995"/>
                  <a:pt x="4532249" y="1779318"/>
                </a:cubicBezTo>
                <a:cubicBezTo>
                  <a:pt x="4538222" y="1821447"/>
                  <a:pt x="4501534" y="1842699"/>
                  <a:pt x="4472667" y="1813832"/>
                </a:cubicBezTo>
                <a:close/>
                <a:moveTo>
                  <a:pt x="4233862" y="1781175"/>
                </a:moveTo>
                <a:cubicBezTo>
                  <a:pt x="4237100" y="1775936"/>
                  <a:pt x="4245672" y="1771650"/>
                  <a:pt x="4252912" y="1771650"/>
                </a:cubicBezTo>
                <a:cubicBezTo>
                  <a:pt x="4260152" y="1771650"/>
                  <a:pt x="4268724" y="1775936"/>
                  <a:pt x="4271962" y="1781175"/>
                </a:cubicBezTo>
                <a:cubicBezTo>
                  <a:pt x="4275314" y="1786598"/>
                  <a:pt x="4267111" y="1790700"/>
                  <a:pt x="4252912" y="1790700"/>
                </a:cubicBezTo>
                <a:cubicBezTo>
                  <a:pt x="4238713" y="1790700"/>
                  <a:pt x="4230510" y="1786598"/>
                  <a:pt x="4233862" y="1781175"/>
                </a:cubicBezTo>
                <a:close/>
                <a:moveTo>
                  <a:pt x="1910961" y="1763449"/>
                </a:moveTo>
                <a:cubicBezTo>
                  <a:pt x="1880289" y="1729557"/>
                  <a:pt x="1896303" y="1698336"/>
                  <a:pt x="1938878" y="1709022"/>
                </a:cubicBezTo>
                <a:cubicBezTo>
                  <a:pt x="1955621" y="1713224"/>
                  <a:pt x="1962150" y="1721398"/>
                  <a:pt x="1962150" y="1738158"/>
                </a:cubicBezTo>
                <a:cubicBezTo>
                  <a:pt x="1962150" y="1770801"/>
                  <a:pt x="1931375" y="1786006"/>
                  <a:pt x="1910961" y="1763449"/>
                </a:cubicBezTo>
                <a:close/>
                <a:moveTo>
                  <a:pt x="4660106" y="1774339"/>
                </a:moveTo>
                <a:cubicBezTo>
                  <a:pt x="4653557" y="1771987"/>
                  <a:pt x="4648200" y="1760162"/>
                  <a:pt x="4648200" y="1748062"/>
                </a:cubicBezTo>
                <a:cubicBezTo>
                  <a:pt x="4648200" y="1725338"/>
                  <a:pt x="4663139" y="1714211"/>
                  <a:pt x="4683918" y="1721459"/>
                </a:cubicBezTo>
                <a:cubicBezTo>
                  <a:pt x="4690467" y="1723743"/>
                  <a:pt x="4695825" y="1733302"/>
                  <a:pt x="4695825" y="1742702"/>
                </a:cubicBezTo>
                <a:cubicBezTo>
                  <a:pt x="4695825" y="1763237"/>
                  <a:pt x="4676600" y="1780265"/>
                  <a:pt x="4660106" y="1774339"/>
                </a:cubicBezTo>
                <a:close/>
                <a:moveTo>
                  <a:pt x="4888230" y="1769745"/>
                </a:moveTo>
                <a:cubicBezTo>
                  <a:pt x="4874106" y="1755621"/>
                  <a:pt x="4873252" y="1717816"/>
                  <a:pt x="4886866" y="1709402"/>
                </a:cubicBezTo>
                <a:cubicBezTo>
                  <a:pt x="4892402" y="1705981"/>
                  <a:pt x="4907404" y="1705809"/>
                  <a:pt x="4920203" y="1709022"/>
                </a:cubicBezTo>
                <a:cubicBezTo>
                  <a:pt x="4949291" y="1716322"/>
                  <a:pt x="4952430" y="1756661"/>
                  <a:pt x="4925051" y="1771314"/>
                </a:cubicBezTo>
                <a:cubicBezTo>
                  <a:pt x="4902090" y="1783603"/>
                  <a:pt x="4902088" y="1783603"/>
                  <a:pt x="4888230" y="1769745"/>
                </a:cubicBezTo>
                <a:close/>
                <a:moveTo>
                  <a:pt x="5051411" y="1766148"/>
                </a:moveTo>
                <a:cubicBezTo>
                  <a:pt x="5048239" y="1757884"/>
                  <a:pt x="5052660" y="1744107"/>
                  <a:pt x="5061235" y="1735532"/>
                </a:cubicBezTo>
                <a:cubicBezTo>
                  <a:pt x="5075671" y="1721096"/>
                  <a:pt x="5077978" y="1721096"/>
                  <a:pt x="5092414" y="1735532"/>
                </a:cubicBezTo>
                <a:cubicBezTo>
                  <a:pt x="5111888" y="1755006"/>
                  <a:pt x="5102950" y="1781175"/>
                  <a:pt x="5076825" y="1781175"/>
                </a:cubicBezTo>
                <a:cubicBezTo>
                  <a:pt x="5066018" y="1781175"/>
                  <a:pt x="5054582" y="1774413"/>
                  <a:pt x="5051411" y="1766148"/>
                </a:cubicBezTo>
                <a:close/>
                <a:moveTo>
                  <a:pt x="7641431" y="1774339"/>
                </a:moveTo>
                <a:cubicBezTo>
                  <a:pt x="7634882" y="1771987"/>
                  <a:pt x="7629525" y="1760162"/>
                  <a:pt x="7629525" y="1748062"/>
                </a:cubicBezTo>
                <a:cubicBezTo>
                  <a:pt x="7629525" y="1725338"/>
                  <a:pt x="7644464" y="1714211"/>
                  <a:pt x="7665243" y="1721459"/>
                </a:cubicBezTo>
                <a:cubicBezTo>
                  <a:pt x="7671792" y="1723743"/>
                  <a:pt x="7677150" y="1733302"/>
                  <a:pt x="7677150" y="1742702"/>
                </a:cubicBezTo>
                <a:cubicBezTo>
                  <a:pt x="7677150" y="1763237"/>
                  <a:pt x="7657925" y="1780265"/>
                  <a:pt x="7641431" y="1774339"/>
                </a:cubicBezTo>
                <a:close/>
                <a:moveTo>
                  <a:pt x="5242369" y="1757818"/>
                </a:moveTo>
                <a:cubicBezTo>
                  <a:pt x="5235734" y="1740527"/>
                  <a:pt x="5245371" y="1724025"/>
                  <a:pt x="5262105" y="1724025"/>
                </a:cubicBezTo>
                <a:cubicBezTo>
                  <a:pt x="5276545" y="1724025"/>
                  <a:pt x="5289156" y="1749918"/>
                  <a:pt x="5281081" y="1762984"/>
                </a:cubicBezTo>
                <a:cubicBezTo>
                  <a:pt x="5272755" y="1776455"/>
                  <a:pt x="5248267" y="1773187"/>
                  <a:pt x="5242369" y="1757818"/>
                </a:cubicBezTo>
                <a:close/>
                <a:moveTo>
                  <a:pt x="5410579" y="1757820"/>
                </a:moveTo>
                <a:cubicBezTo>
                  <a:pt x="5385277" y="1727332"/>
                  <a:pt x="5422440" y="1680498"/>
                  <a:pt x="5455443" y="1701282"/>
                </a:cubicBezTo>
                <a:cubicBezTo>
                  <a:pt x="5488422" y="1722050"/>
                  <a:pt x="5476673" y="1771650"/>
                  <a:pt x="5438775" y="1771650"/>
                </a:cubicBezTo>
                <a:cubicBezTo>
                  <a:pt x="5429580" y="1771650"/>
                  <a:pt x="5416892" y="1765426"/>
                  <a:pt x="5410579" y="1757820"/>
                </a:cubicBezTo>
                <a:close/>
                <a:moveTo>
                  <a:pt x="5612038" y="1754981"/>
                </a:moveTo>
                <a:cubicBezTo>
                  <a:pt x="5614063" y="1744466"/>
                  <a:pt x="5623942" y="1738312"/>
                  <a:pt x="5638800" y="1738312"/>
                </a:cubicBezTo>
                <a:cubicBezTo>
                  <a:pt x="5653657" y="1738312"/>
                  <a:pt x="5663536" y="1744466"/>
                  <a:pt x="5665561" y="1754981"/>
                </a:cubicBezTo>
                <a:cubicBezTo>
                  <a:pt x="5668069" y="1768004"/>
                  <a:pt x="5662217" y="1771650"/>
                  <a:pt x="5638800" y="1771650"/>
                </a:cubicBezTo>
                <a:cubicBezTo>
                  <a:pt x="5615382" y="1771650"/>
                  <a:pt x="5609530" y="1768004"/>
                  <a:pt x="5612038" y="1754981"/>
                </a:cubicBezTo>
                <a:close/>
                <a:moveTo>
                  <a:pt x="3631406" y="1750218"/>
                </a:moveTo>
                <a:cubicBezTo>
                  <a:pt x="3633589" y="1743670"/>
                  <a:pt x="3643233" y="1738312"/>
                  <a:pt x="3652837" y="1738312"/>
                </a:cubicBezTo>
                <a:cubicBezTo>
                  <a:pt x="3662441" y="1738312"/>
                  <a:pt x="3672085" y="1743670"/>
                  <a:pt x="3674268" y="1750218"/>
                </a:cubicBezTo>
                <a:cubicBezTo>
                  <a:pt x="3676782" y="1757759"/>
                  <a:pt x="3668924" y="1762125"/>
                  <a:pt x="3652837" y="1762125"/>
                </a:cubicBezTo>
                <a:cubicBezTo>
                  <a:pt x="3636750" y="1762125"/>
                  <a:pt x="3628892" y="1757759"/>
                  <a:pt x="3631406" y="1750218"/>
                </a:cubicBezTo>
                <a:close/>
                <a:moveTo>
                  <a:pt x="4128172" y="1748888"/>
                </a:moveTo>
                <a:cubicBezTo>
                  <a:pt x="4119509" y="1726312"/>
                  <a:pt x="4139253" y="1706568"/>
                  <a:pt x="4154873" y="1722188"/>
                </a:cubicBezTo>
                <a:cubicBezTo>
                  <a:pt x="4163853" y="1731168"/>
                  <a:pt x="4162887" y="1737169"/>
                  <a:pt x="4150460" y="1749596"/>
                </a:cubicBezTo>
                <a:cubicBezTo>
                  <a:pt x="4135596" y="1764460"/>
                  <a:pt x="4134130" y="1764414"/>
                  <a:pt x="4128172" y="1748888"/>
                </a:cubicBezTo>
                <a:close/>
                <a:moveTo>
                  <a:pt x="4365894" y="1747837"/>
                </a:moveTo>
                <a:cubicBezTo>
                  <a:pt x="4358086" y="1727489"/>
                  <a:pt x="4368785" y="1704975"/>
                  <a:pt x="4386262" y="1704975"/>
                </a:cubicBezTo>
                <a:cubicBezTo>
                  <a:pt x="4406457" y="1704975"/>
                  <a:pt x="4414898" y="1730548"/>
                  <a:pt x="4400449" y="1747958"/>
                </a:cubicBezTo>
                <a:cubicBezTo>
                  <a:pt x="4385448" y="1766033"/>
                  <a:pt x="4372860" y="1765989"/>
                  <a:pt x="4365894" y="1747837"/>
                </a:cubicBezTo>
                <a:close/>
                <a:moveTo>
                  <a:pt x="5926637" y="1744375"/>
                </a:moveTo>
                <a:cubicBezTo>
                  <a:pt x="5932256" y="1715921"/>
                  <a:pt x="5961018" y="1708635"/>
                  <a:pt x="5982586" y="1730203"/>
                </a:cubicBezTo>
                <a:lnTo>
                  <a:pt x="6002788" y="1750404"/>
                </a:lnTo>
                <a:lnTo>
                  <a:pt x="5963375" y="1754163"/>
                </a:lnTo>
                <a:cubicBezTo>
                  <a:pt x="5933053" y="1757055"/>
                  <a:pt x="5924579" y="1754797"/>
                  <a:pt x="5926637" y="1744375"/>
                </a:cubicBezTo>
                <a:close/>
                <a:moveTo>
                  <a:pt x="3424237" y="1743075"/>
                </a:moveTo>
                <a:cubicBezTo>
                  <a:pt x="3427475" y="1737836"/>
                  <a:pt x="3436300" y="1733550"/>
                  <a:pt x="3443849" y="1733550"/>
                </a:cubicBezTo>
                <a:cubicBezTo>
                  <a:pt x="3451398" y="1733550"/>
                  <a:pt x="3457575" y="1737836"/>
                  <a:pt x="3457575" y="1743075"/>
                </a:cubicBezTo>
                <a:cubicBezTo>
                  <a:pt x="3457575" y="1748313"/>
                  <a:pt x="3448749" y="1752600"/>
                  <a:pt x="3437962" y="1752600"/>
                </a:cubicBezTo>
                <a:cubicBezTo>
                  <a:pt x="3427176" y="1752600"/>
                  <a:pt x="3420999" y="1748313"/>
                  <a:pt x="3424237" y="1743075"/>
                </a:cubicBezTo>
                <a:close/>
                <a:moveTo>
                  <a:pt x="3148296" y="1734009"/>
                </a:moveTo>
                <a:cubicBezTo>
                  <a:pt x="3136163" y="1714377"/>
                  <a:pt x="3153333" y="1684660"/>
                  <a:pt x="3175024" y="1687750"/>
                </a:cubicBezTo>
                <a:cubicBezTo>
                  <a:pt x="3204116" y="1691895"/>
                  <a:pt x="3204184" y="1737094"/>
                  <a:pt x="3175105" y="1741238"/>
                </a:cubicBezTo>
                <a:cubicBezTo>
                  <a:pt x="3163812" y="1742847"/>
                  <a:pt x="3151748" y="1739594"/>
                  <a:pt x="3148296" y="1734009"/>
                </a:cubicBezTo>
                <a:close/>
                <a:moveTo>
                  <a:pt x="6129621" y="1734009"/>
                </a:moveTo>
                <a:cubicBezTo>
                  <a:pt x="6117488" y="1714377"/>
                  <a:pt x="6134658" y="1684660"/>
                  <a:pt x="6156349" y="1687750"/>
                </a:cubicBezTo>
                <a:cubicBezTo>
                  <a:pt x="6185441" y="1691895"/>
                  <a:pt x="6185509" y="1737094"/>
                  <a:pt x="6156430" y="1741238"/>
                </a:cubicBezTo>
                <a:cubicBezTo>
                  <a:pt x="6145137" y="1742847"/>
                  <a:pt x="6133073" y="1739594"/>
                  <a:pt x="6129621" y="1734009"/>
                </a:cubicBezTo>
                <a:close/>
                <a:moveTo>
                  <a:pt x="2957512" y="1724025"/>
                </a:moveTo>
                <a:cubicBezTo>
                  <a:pt x="2960750" y="1718786"/>
                  <a:pt x="2969322" y="1714500"/>
                  <a:pt x="2976562" y="1714500"/>
                </a:cubicBezTo>
                <a:cubicBezTo>
                  <a:pt x="2983802" y="1714500"/>
                  <a:pt x="2992374" y="1718786"/>
                  <a:pt x="2995612" y="1724025"/>
                </a:cubicBezTo>
                <a:cubicBezTo>
                  <a:pt x="2998964" y="1729448"/>
                  <a:pt x="2990761" y="1733550"/>
                  <a:pt x="2976562" y="1733550"/>
                </a:cubicBezTo>
                <a:cubicBezTo>
                  <a:pt x="2962363" y="1733550"/>
                  <a:pt x="2954160" y="1729448"/>
                  <a:pt x="2957512" y="1724025"/>
                </a:cubicBezTo>
                <a:close/>
                <a:moveTo>
                  <a:pt x="3824713" y="1715841"/>
                </a:moveTo>
                <a:cubicBezTo>
                  <a:pt x="3815832" y="1687861"/>
                  <a:pt x="3827877" y="1669490"/>
                  <a:pt x="3859212" y="1663223"/>
                </a:cubicBezTo>
                <a:cubicBezTo>
                  <a:pt x="3893511" y="1656363"/>
                  <a:pt x="3905250" y="1661918"/>
                  <a:pt x="3905250" y="1685010"/>
                </a:cubicBezTo>
                <a:cubicBezTo>
                  <a:pt x="3905250" y="1724935"/>
                  <a:pt x="3836012" y="1751441"/>
                  <a:pt x="3824713" y="1715841"/>
                </a:cubicBezTo>
                <a:close/>
                <a:moveTo>
                  <a:pt x="4782256" y="1724461"/>
                </a:moveTo>
                <a:cubicBezTo>
                  <a:pt x="4767220" y="1715169"/>
                  <a:pt x="4776834" y="1695450"/>
                  <a:pt x="4796399" y="1695450"/>
                </a:cubicBezTo>
                <a:cubicBezTo>
                  <a:pt x="4810877" y="1695450"/>
                  <a:pt x="4815478" y="1719591"/>
                  <a:pt x="4802526" y="1727596"/>
                </a:cubicBezTo>
                <a:cubicBezTo>
                  <a:pt x="4798347" y="1730179"/>
                  <a:pt x="4789225" y="1728768"/>
                  <a:pt x="4782256" y="1724461"/>
                </a:cubicBezTo>
                <a:close/>
                <a:moveTo>
                  <a:pt x="5535707" y="1718759"/>
                </a:moveTo>
                <a:cubicBezTo>
                  <a:pt x="5540015" y="1698070"/>
                  <a:pt x="5556920" y="1696804"/>
                  <a:pt x="5560786" y="1716881"/>
                </a:cubicBezTo>
                <a:cubicBezTo>
                  <a:pt x="5562794" y="1727307"/>
                  <a:pt x="5558122" y="1733550"/>
                  <a:pt x="5548312" y="1733550"/>
                </a:cubicBezTo>
                <a:cubicBezTo>
                  <a:pt x="5539161" y="1733550"/>
                  <a:pt x="5533911" y="1727388"/>
                  <a:pt x="5535707" y="1718759"/>
                </a:cubicBezTo>
                <a:close/>
                <a:moveTo>
                  <a:pt x="2428875" y="1709737"/>
                </a:moveTo>
                <a:cubicBezTo>
                  <a:pt x="2435396" y="1701879"/>
                  <a:pt x="2448255" y="1695450"/>
                  <a:pt x="2457450" y="1695450"/>
                </a:cubicBezTo>
                <a:cubicBezTo>
                  <a:pt x="2466644" y="1695450"/>
                  <a:pt x="2479503" y="1701879"/>
                  <a:pt x="2486025" y="1709737"/>
                </a:cubicBezTo>
                <a:cubicBezTo>
                  <a:pt x="2496248" y="1722055"/>
                  <a:pt x="2492310" y="1724025"/>
                  <a:pt x="2457450" y="1724025"/>
                </a:cubicBezTo>
                <a:cubicBezTo>
                  <a:pt x="2422589" y="1724025"/>
                  <a:pt x="2418651" y="1722055"/>
                  <a:pt x="2428875" y="1709737"/>
                </a:cubicBezTo>
                <a:close/>
                <a:moveTo>
                  <a:pt x="2554525" y="1713785"/>
                </a:moveTo>
                <a:cubicBezTo>
                  <a:pt x="2556402" y="1708153"/>
                  <a:pt x="2562010" y="1703546"/>
                  <a:pt x="2566987" y="1703546"/>
                </a:cubicBezTo>
                <a:cubicBezTo>
                  <a:pt x="2571964" y="1703546"/>
                  <a:pt x="2577572" y="1708153"/>
                  <a:pt x="2579449" y="1713785"/>
                </a:cubicBezTo>
                <a:cubicBezTo>
                  <a:pt x="2581326" y="1719417"/>
                  <a:pt x="2575718" y="1724025"/>
                  <a:pt x="2566987" y="1724025"/>
                </a:cubicBezTo>
                <a:cubicBezTo>
                  <a:pt x="2558256" y="1724025"/>
                  <a:pt x="2552648" y="1719417"/>
                  <a:pt x="2554525" y="1713785"/>
                </a:cubicBezTo>
                <a:close/>
                <a:moveTo>
                  <a:pt x="6805559" y="1714414"/>
                </a:moveTo>
                <a:cubicBezTo>
                  <a:pt x="6788131" y="1686214"/>
                  <a:pt x="6847509" y="1643855"/>
                  <a:pt x="6878028" y="1662717"/>
                </a:cubicBezTo>
                <a:cubicBezTo>
                  <a:pt x="6890249" y="1670270"/>
                  <a:pt x="6888579" y="1699160"/>
                  <a:pt x="6875145" y="1712595"/>
                </a:cubicBezTo>
                <a:cubicBezTo>
                  <a:pt x="6861255" y="1726484"/>
                  <a:pt x="6813786" y="1727726"/>
                  <a:pt x="6805559" y="1714414"/>
                </a:cubicBezTo>
                <a:close/>
                <a:moveTo>
                  <a:pt x="7755135" y="1713904"/>
                </a:moveTo>
                <a:cubicBezTo>
                  <a:pt x="7757427" y="1707028"/>
                  <a:pt x="7764928" y="1699527"/>
                  <a:pt x="7771804" y="1697235"/>
                </a:cubicBezTo>
                <a:cubicBezTo>
                  <a:pt x="7778948" y="1694854"/>
                  <a:pt x="7782520" y="1698426"/>
                  <a:pt x="7780139" y="1705570"/>
                </a:cubicBezTo>
                <a:cubicBezTo>
                  <a:pt x="7777847" y="1712446"/>
                  <a:pt x="7770346" y="1719947"/>
                  <a:pt x="7763470" y="1722239"/>
                </a:cubicBezTo>
                <a:cubicBezTo>
                  <a:pt x="7756326" y="1724620"/>
                  <a:pt x="7752754" y="1721048"/>
                  <a:pt x="7755135" y="1713904"/>
                </a:cubicBezTo>
                <a:close/>
                <a:moveTo>
                  <a:pt x="3334751" y="1701419"/>
                </a:moveTo>
                <a:cubicBezTo>
                  <a:pt x="3320022" y="1683671"/>
                  <a:pt x="3331589" y="1657350"/>
                  <a:pt x="3354118" y="1657350"/>
                </a:cubicBezTo>
                <a:cubicBezTo>
                  <a:pt x="3377229" y="1657350"/>
                  <a:pt x="3387216" y="1681697"/>
                  <a:pt x="3371749" y="1700333"/>
                </a:cubicBezTo>
                <a:cubicBezTo>
                  <a:pt x="3357153" y="1717920"/>
                  <a:pt x="3348653" y="1718170"/>
                  <a:pt x="3334751" y="1701419"/>
                </a:cubicBezTo>
                <a:close/>
                <a:moveTo>
                  <a:pt x="6316076" y="1701419"/>
                </a:moveTo>
                <a:cubicBezTo>
                  <a:pt x="6301347" y="1683671"/>
                  <a:pt x="6312914" y="1657350"/>
                  <a:pt x="6335443" y="1657350"/>
                </a:cubicBezTo>
                <a:cubicBezTo>
                  <a:pt x="6358554" y="1657350"/>
                  <a:pt x="6368541" y="1681697"/>
                  <a:pt x="6353074" y="1700333"/>
                </a:cubicBezTo>
                <a:cubicBezTo>
                  <a:pt x="6338478" y="1717920"/>
                  <a:pt x="6329978" y="1718170"/>
                  <a:pt x="6316076" y="1701419"/>
                </a:cubicBezTo>
                <a:close/>
                <a:moveTo>
                  <a:pt x="2860968" y="1690751"/>
                </a:moveTo>
                <a:cubicBezTo>
                  <a:pt x="2857669" y="1682153"/>
                  <a:pt x="2859537" y="1670552"/>
                  <a:pt x="2865120" y="1664970"/>
                </a:cubicBezTo>
                <a:cubicBezTo>
                  <a:pt x="2879632" y="1650457"/>
                  <a:pt x="2907129" y="1663721"/>
                  <a:pt x="2903338" y="1683405"/>
                </a:cubicBezTo>
                <a:cubicBezTo>
                  <a:pt x="2899115" y="1705330"/>
                  <a:pt x="2868594" y="1710622"/>
                  <a:pt x="2860968" y="1690751"/>
                </a:cubicBezTo>
                <a:close/>
                <a:moveTo>
                  <a:pt x="3512343" y="1694687"/>
                </a:moveTo>
                <a:cubicBezTo>
                  <a:pt x="3489964" y="1681652"/>
                  <a:pt x="3491040" y="1641450"/>
                  <a:pt x="3514098" y="1629110"/>
                </a:cubicBezTo>
                <a:cubicBezTo>
                  <a:pt x="3539129" y="1615714"/>
                  <a:pt x="3548880" y="1616665"/>
                  <a:pt x="3566432" y="1634217"/>
                </a:cubicBezTo>
                <a:cubicBezTo>
                  <a:pt x="3603661" y="1671447"/>
                  <a:pt x="3558715" y="1721695"/>
                  <a:pt x="3512343" y="1694687"/>
                </a:cubicBezTo>
                <a:close/>
                <a:moveTo>
                  <a:pt x="5842293" y="1690751"/>
                </a:moveTo>
                <a:cubicBezTo>
                  <a:pt x="5838994" y="1682153"/>
                  <a:pt x="5840862" y="1670552"/>
                  <a:pt x="5846445" y="1664970"/>
                </a:cubicBezTo>
                <a:cubicBezTo>
                  <a:pt x="5860957" y="1650457"/>
                  <a:pt x="5888454" y="1663721"/>
                  <a:pt x="5884663" y="1683405"/>
                </a:cubicBezTo>
                <a:cubicBezTo>
                  <a:pt x="5880440" y="1705330"/>
                  <a:pt x="5849919" y="1710622"/>
                  <a:pt x="5842293" y="1690751"/>
                </a:cubicBezTo>
                <a:close/>
                <a:moveTo>
                  <a:pt x="6493668" y="1694687"/>
                </a:moveTo>
                <a:cubicBezTo>
                  <a:pt x="6471289" y="1681652"/>
                  <a:pt x="6472365" y="1641450"/>
                  <a:pt x="6495423" y="1629110"/>
                </a:cubicBezTo>
                <a:cubicBezTo>
                  <a:pt x="6520454" y="1615714"/>
                  <a:pt x="6530205" y="1616665"/>
                  <a:pt x="6547757" y="1634217"/>
                </a:cubicBezTo>
                <a:cubicBezTo>
                  <a:pt x="6584986" y="1671447"/>
                  <a:pt x="6540040" y="1721695"/>
                  <a:pt x="6493668" y="1694687"/>
                </a:cubicBezTo>
                <a:close/>
                <a:moveTo>
                  <a:pt x="2001411" y="1682562"/>
                </a:moveTo>
                <a:cubicBezTo>
                  <a:pt x="1989833" y="1668611"/>
                  <a:pt x="1996405" y="1657350"/>
                  <a:pt x="2016125" y="1657350"/>
                </a:cubicBezTo>
                <a:cubicBezTo>
                  <a:pt x="2030314" y="1657350"/>
                  <a:pt x="2033511" y="1681904"/>
                  <a:pt x="2020379" y="1690020"/>
                </a:cubicBezTo>
                <a:cubicBezTo>
                  <a:pt x="2015734" y="1692891"/>
                  <a:pt x="2007198" y="1689535"/>
                  <a:pt x="2001411" y="1682562"/>
                </a:cubicBezTo>
                <a:close/>
                <a:moveTo>
                  <a:pt x="3045023" y="1689298"/>
                </a:moveTo>
                <a:cubicBezTo>
                  <a:pt x="3031937" y="1676212"/>
                  <a:pt x="3038725" y="1656001"/>
                  <a:pt x="3055143" y="1659163"/>
                </a:cubicBezTo>
                <a:cubicBezTo>
                  <a:pt x="3064311" y="1660928"/>
                  <a:pt x="3071812" y="1668386"/>
                  <a:pt x="3071812" y="1675736"/>
                </a:cubicBezTo>
                <a:cubicBezTo>
                  <a:pt x="3071812" y="1690775"/>
                  <a:pt x="3055007" y="1699282"/>
                  <a:pt x="3045023" y="1689298"/>
                </a:cubicBezTo>
                <a:close/>
                <a:moveTo>
                  <a:pt x="4224358" y="1682355"/>
                </a:moveTo>
                <a:cubicBezTo>
                  <a:pt x="4196919" y="1662291"/>
                  <a:pt x="4209368" y="1624542"/>
                  <a:pt x="4244552" y="1621118"/>
                </a:cubicBezTo>
                <a:cubicBezTo>
                  <a:pt x="4278083" y="1617855"/>
                  <a:pt x="4292309" y="1637755"/>
                  <a:pt x="4276955" y="1666444"/>
                </a:cubicBezTo>
                <a:cubicBezTo>
                  <a:pt x="4264268" y="1690149"/>
                  <a:pt x="4243577" y="1696409"/>
                  <a:pt x="4224358" y="1682355"/>
                </a:cubicBezTo>
                <a:close/>
                <a:moveTo>
                  <a:pt x="4982736" y="1682562"/>
                </a:moveTo>
                <a:cubicBezTo>
                  <a:pt x="4971158" y="1668611"/>
                  <a:pt x="4977730" y="1657350"/>
                  <a:pt x="4997450" y="1657350"/>
                </a:cubicBezTo>
                <a:cubicBezTo>
                  <a:pt x="5011639" y="1657350"/>
                  <a:pt x="5014836" y="1681904"/>
                  <a:pt x="5001704" y="1690020"/>
                </a:cubicBezTo>
                <a:cubicBezTo>
                  <a:pt x="4997059" y="1692891"/>
                  <a:pt x="4988523" y="1689535"/>
                  <a:pt x="4982736" y="1682562"/>
                </a:cubicBezTo>
                <a:close/>
                <a:moveTo>
                  <a:pt x="6026348" y="1689298"/>
                </a:moveTo>
                <a:cubicBezTo>
                  <a:pt x="6013262" y="1676212"/>
                  <a:pt x="6020050" y="1656001"/>
                  <a:pt x="6036468" y="1659163"/>
                </a:cubicBezTo>
                <a:cubicBezTo>
                  <a:pt x="6045636" y="1660928"/>
                  <a:pt x="6053137" y="1668386"/>
                  <a:pt x="6053137" y="1675736"/>
                </a:cubicBezTo>
                <a:cubicBezTo>
                  <a:pt x="6053137" y="1690775"/>
                  <a:pt x="6036332" y="1699282"/>
                  <a:pt x="6026348" y="1689298"/>
                </a:cubicBezTo>
                <a:close/>
                <a:moveTo>
                  <a:pt x="2735483" y="1673816"/>
                </a:moveTo>
                <a:cubicBezTo>
                  <a:pt x="2721819" y="1657351"/>
                  <a:pt x="2737033" y="1633895"/>
                  <a:pt x="2756526" y="1641375"/>
                </a:cubicBezTo>
                <a:cubicBezTo>
                  <a:pt x="2775211" y="1648545"/>
                  <a:pt x="2776028" y="1661012"/>
                  <a:pt x="2758751" y="1675351"/>
                </a:cubicBezTo>
                <a:cubicBezTo>
                  <a:pt x="2748941" y="1683492"/>
                  <a:pt x="2743199" y="1683113"/>
                  <a:pt x="2735483" y="1673816"/>
                </a:cubicBezTo>
                <a:close/>
                <a:moveTo>
                  <a:pt x="4557454" y="1675982"/>
                </a:moveTo>
                <a:cubicBezTo>
                  <a:pt x="4548528" y="1661539"/>
                  <a:pt x="4572722" y="1635212"/>
                  <a:pt x="4584291" y="1646781"/>
                </a:cubicBezTo>
                <a:cubicBezTo>
                  <a:pt x="4594973" y="1657463"/>
                  <a:pt x="4586662" y="1685925"/>
                  <a:pt x="4572861" y="1685925"/>
                </a:cubicBezTo>
                <a:cubicBezTo>
                  <a:pt x="4567767" y="1685925"/>
                  <a:pt x="4560834" y="1681450"/>
                  <a:pt x="4557454" y="1675982"/>
                </a:cubicBezTo>
                <a:close/>
                <a:moveTo>
                  <a:pt x="5716808" y="1673816"/>
                </a:moveTo>
                <a:cubicBezTo>
                  <a:pt x="5703144" y="1657351"/>
                  <a:pt x="5718358" y="1633895"/>
                  <a:pt x="5737851" y="1641375"/>
                </a:cubicBezTo>
                <a:cubicBezTo>
                  <a:pt x="5756536" y="1648545"/>
                  <a:pt x="5757353" y="1661012"/>
                  <a:pt x="5740076" y="1675351"/>
                </a:cubicBezTo>
                <a:cubicBezTo>
                  <a:pt x="5730266" y="1683492"/>
                  <a:pt x="5724524" y="1683113"/>
                  <a:pt x="5716808" y="1673816"/>
                </a:cubicBezTo>
                <a:close/>
                <a:moveTo>
                  <a:pt x="7195032" y="1672193"/>
                </a:moveTo>
                <a:cubicBezTo>
                  <a:pt x="7184032" y="1643526"/>
                  <a:pt x="7195818" y="1624058"/>
                  <a:pt x="7225955" y="1621118"/>
                </a:cubicBezTo>
                <a:cubicBezTo>
                  <a:pt x="7259873" y="1617809"/>
                  <a:pt x="7273574" y="1637867"/>
                  <a:pt x="7257680" y="1667565"/>
                </a:cubicBezTo>
                <a:cubicBezTo>
                  <a:pt x="7246122" y="1689162"/>
                  <a:pt x="7202773" y="1692365"/>
                  <a:pt x="7195032" y="1672193"/>
                </a:cubicBezTo>
                <a:close/>
                <a:moveTo>
                  <a:pt x="7538779" y="1675982"/>
                </a:moveTo>
                <a:cubicBezTo>
                  <a:pt x="7529853" y="1661539"/>
                  <a:pt x="7554047" y="1635212"/>
                  <a:pt x="7565616" y="1646781"/>
                </a:cubicBezTo>
                <a:cubicBezTo>
                  <a:pt x="7576298" y="1657463"/>
                  <a:pt x="7567987" y="1685925"/>
                  <a:pt x="7554186" y="1685925"/>
                </a:cubicBezTo>
                <a:cubicBezTo>
                  <a:pt x="7549092" y="1685925"/>
                  <a:pt x="7542159" y="1681450"/>
                  <a:pt x="7538779" y="1675982"/>
                </a:cubicBezTo>
                <a:close/>
                <a:moveTo>
                  <a:pt x="2211705" y="1655445"/>
                </a:moveTo>
                <a:cubicBezTo>
                  <a:pt x="2182731" y="1626471"/>
                  <a:pt x="2211984" y="1590503"/>
                  <a:pt x="2248590" y="1610094"/>
                </a:cubicBezTo>
                <a:cubicBezTo>
                  <a:pt x="2269830" y="1621462"/>
                  <a:pt x="2270329" y="1623712"/>
                  <a:pt x="2257089" y="1648451"/>
                </a:cubicBezTo>
                <a:cubicBezTo>
                  <a:pt x="2245854" y="1669444"/>
                  <a:pt x="2228395" y="1672135"/>
                  <a:pt x="2211705" y="1655445"/>
                </a:cubicBezTo>
                <a:close/>
                <a:moveTo>
                  <a:pt x="3702049" y="1660524"/>
                </a:moveTo>
                <a:cubicBezTo>
                  <a:pt x="3692049" y="1650524"/>
                  <a:pt x="3694636" y="1621031"/>
                  <a:pt x="3706139" y="1613922"/>
                </a:cubicBezTo>
                <a:cubicBezTo>
                  <a:pt x="3724722" y="1602437"/>
                  <a:pt x="3748529" y="1634839"/>
                  <a:pt x="3734196" y="1652109"/>
                </a:cubicBezTo>
                <a:cubicBezTo>
                  <a:pt x="3720917" y="1668109"/>
                  <a:pt x="3711975" y="1670450"/>
                  <a:pt x="3702049" y="1660524"/>
                </a:cubicBezTo>
                <a:close/>
                <a:moveTo>
                  <a:pt x="4021455" y="1655445"/>
                </a:moveTo>
                <a:cubicBezTo>
                  <a:pt x="3993346" y="1627336"/>
                  <a:pt x="4013953" y="1594339"/>
                  <a:pt x="4053428" y="1604247"/>
                </a:cubicBezTo>
                <a:cubicBezTo>
                  <a:pt x="4087815" y="1612877"/>
                  <a:pt x="4079136" y="1666875"/>
                  <a:pt x="4043362" y="1666875"/>
                </a:cubicBezTo>
                <a:cubicBezTo>
                  <a:pt x="4037599" y="1666875"/>
                  <a:pt x="4027741" y="1661731"/>
                  <a:pt x="4021455" y="1655445"/>
                </a:cubicBezTo>
                <a:close/>
                <a:moveTo>
                  <a:pt x="5191504" y="1653045"/>
                </a:moveTo>
                <a:cubicBezTo>
                  <a:pt x="5175070" y="1633243"/>
                  <a:pt x="5183169" y="1605448"/>
                  <a:pt x="5206343" y="1602121"/>
                </a:cubicBezTo>
                <a:cubicBezTo>
                  <a:pt x="5234854" y="1598027"/>
                  <a:pt x="5252437" y="1622250"/>
                  <a:pt x="5239075" y="1647216"/>
                </a:cubicBezTo>
                <a:cubicBezTo>
                  <a:pt x="5226767" y="1670215"/>
                  <a:pt x="5207694" y="1672552"/>
                  <a:pt x="5191504" y="1653045"/>
                </a:cubicBezTo>
                <a:close/>
                <a:moveTo>
                  <a:pt x="6683375" y="1660524"/>
                </a:moveTo>
                <a:cubicBezTo>
                  <a:pt x="6673374" y="1650524"/>
                  <a:pt x="6675961" y="1621031"/>
                  <a:pt x="6687464" y="1613922"/>
                </a:cubicBezTo>
                <a:cubicBezTo>
                  <a:pt x="6706047" y="1602437"/>
                  <a:pt x="6729854" y="1634839"/>
                  <a:pt x="6715521" y="1652109"/>
                </a:cubicBezTo>
                <a:cubicBezTo>
                  <a:pt x="6702242" y="1668109"/>
                  <a:pt x="6693300" y="1670450"/>
                  <a:pt x="6683375" y="1660524"/>
                </a:cubicBezTo>
                <a:close/>
                <a:moveTo>
                  <a:pt x="7002780" y="1655445"/>
                </a:moveTo>
                <a:cubicBezTo>
                  <a:pt x="6974671" y="1627336"/>
                  <a:pt x="6995278" y="1594339"/>
                  <a:pt x="7034753" y="1604247"/>
                </a:cubicBezTo>
                <a:cubicBezTo>
                  <a:pt x="7069140" y="1612877"/>
                  <a:pt x="7060461" y="1666875"/>
                  <a:pt x="7024687" y="1666875"/>
                </a:cubicBezTo>
                <a:cubicBezTo>
                  <a:pt x="7018924" y="1666875"/>
                  <a:pt x="7009066" y="1661731"/>
                  <a:pt x="7002780" y="1655445"/>
                </a:cubicBezTo>
                <a:close/>
                <a:moveTo>
                  <a:pt x="2357748" y="1638802"/>
                </a:moveTo>
                <a:cubicBezTo>
                  <a:pt x="2349373" y="1625252"/>
                  <a:pt x="2360053" y="1609725"/>
                  <a:pt x="2377748" y="1609725"/>
                </a:cubicBezTo>
                <a:cubicBezTo>
                  <a:pt x="2386093" y="1609725"/>
                  <a:pt x="2390873" y="1616416"/>
                  <a:pt x="2389092" y="1625604"/>
                </a:cubicBezTo>
                <a:cubicBezTo>
                  <a:pt x="2385381" y="1644735"/>
                  <a:pt x="2366363" y="1652743"/>
                  <a:pt x="2357748" y="1638802"/>
                </a:cubicBezTo>
                <a:close/>
                <a:moveTo>
                  <a:pt x="5339073" y="1638802"/>
                </a:moveTo>
                <a:cubicBezTo>
                  <a:pt x="5330698" y="1625252"/>
                  <a:pt x="5341378" y="1609725"/>
                  <a:pt x="5359073" y="1609725"/>
                </a:cubicBezTo>
                <a:cubicBezTo>
                  <a:pt x="5367418" y="1609725"/>
                  <a:pt x="5372198" y="1616416"/>
                  <a:pt x="5370417" y="1625604"/>
                </a:cubicBezTo>
                <a:cubicBezTo>
                  <a:pt x="5366706" y="1644735"/>
                  <a:pt x="5347688" y="1652743"/>
                  <a:pt x="5339073" y="1638802"/>
                </a:cubicBezTo>
                <a:close/>
                <a:moveTo>
                  <a:pt x="3230880" y="1626870"/>
                </a:moveTo>
                <a:cubicBezTo>
                  <a:pt x="3210549" y="1606539"/>
                  <a:pt x="3218064" y="1590675"/>
                  <a:pt x="3248025" y="1590675"/>
                </a:cubicBezTo>
                <a:cubicBezTo>
                  <a:pt x="3265121" y="1590675"/>
                  <a:pt x="3276600" y="1595649"/>
                  <a:pt x="3276600" y="1603057"/>
                </a:cubicBezTo>
                <a:cubicBezTo>
                  <a:pt x="3276600" y="1615726"/>
                  <a:pt x="3258296" y="1638300"/>
                  <a:pt x="3248025" y="1638300"/>
                </a:cubicBezTo>
                <a:cubicBezTo>
                  <a:pt x="3244881" y="1638300"/>
                  <a:pt x="3237166" y="1633156"/>
                  <a:pt x="3230880" y="1626870"/>
                </a:cubicBezTo>
                <a:close/>
                <a:moveTo>
                  <a:pt x="6212205" y="1626870"/>
                </a:moveTo>
                <a:cubicBezTo>
                  <a:pt x="6185760" y="1600425"/>
                  <a:pt x="6204532" y="1569524"/>
                  <a:pt x="6241256" y="1579048"/>
                </a:cubicBezTo>
                <a:cubicBezTo>
                  <a:pt x="6266891" y="1585697"/>
                  <a:pt x="6256321" y="1638300"/>
                  <a:pt x="6229350" y="1638300"/>
                </a:cubicBezTo>
                <a:cubicBezTo>
                  <a:pt x="6226206" y="1638300"/>
                  <a:pt x="6218491" y="1633156"/>
                  <a:pt x="6212205" y="1626870"/>
                </a:cubicBezTo>
                <a:close/>
                <a:moveTo>
                  <a:pt x="1892498" y="1622623"/>
                </a:moveTo>
                <a:cubicBezTo>
                  <a:pt x="1879015" y="1609140"/>
                  <a:pt x="1886645" y="1590675"/>
                  <a:pt x="1905698" y="1590675"/>
                </a:cubicBezTo>
                <a:cubicBezTo>
                  <a:pt x="1919013" y="1590675"/>
                  <a:pt x="1924443" y="1595847"/>
                  <a:pt x="1922367" y="1606554"/>
                </a:cubicBezTo>
                <a:cubicBezTo>
                  <a:pt x="1918967" y="1624085"/>
                  <a:pt x="1902707" y="1632832"/>
                  <a:pt x="1892498" y="1622623"/>
                </a:cubicBezTo>
                <a:close/>
                <a:moveTo>
                  <a:pt x="2581275" y="1614487"/>
                </a:moveTo>
                <a:cubicBezTo>
                  <a:pt x="2571165" y="1602306"/>
                  <a:pt x="2573801" y="1600200"/>
                  <a:pt x="2599158" y="1600200"/>
                </a:cubicBezTo>
                <a:cubicBezTo>
                  <a:pt x="2630661" y="1600200"/>
                  <a:pt x="2639094" y="1613299"/>
                  <a:pt x="2613833" y="1622993"/>
                </a:cubicBezTo>
                <a:cubicBezTo>
                  <a:pt x="2593928" y="1630631"/>
                  <a:pt x="2594879" y="1630880"/>
                  <a:pt x="2581275" y="1614487"/>
                </a:cubicBezTo>
                <a:close/>
                <a:moveTo>
                  <a:pt x="4394493" y="1614551"/>
                </a:moveTo>
                <a:cubicBezTo>
                  <a:pt x="4391194" y="1605953"/>
                  <a:pt x="4393062" y="1594352"/>
                  <a:pt x="4398645" y="1588770"/>
                </a:cubicBezTo>
                <a:cubicBezTo>
                  <a:pt x="4413157" y="1574257"/>
                  <a:pt x="4440654" y="1587521"/>
                  <a:pt x="4436863" y="1607205"/>
                </a:cubicBezTo>
                <a:cubicBezTo>
                  <a:pt x="4432640" y="1629130"/>
                  <a:pt x="4402119" y="1634422"/>
                  <a:pt x="4394493" y="1614551"/>
                </a:cubicBezTo>
                <a:close/>
                <a:moveTo>
                  <a:pt x="4707255" y="1617345"/>
                </a:moveTo>
                <a:cubicBezTo>
                  <a:pt x="4674924" y="1585014"/>
                  <a:pt x="4712945" y="1531151"/>
                  <a:pt x="4752975" y="1552575"/>
                </a:cubicBezTo>
                <a:cubicBezTo>
                  <a:pt x="4786594" y="1570567"/>
                  <a:pt x="4772043" y="1628775"/>
                  <a:pt x="4733925" y="1628775"/>
                </a:cubicBezTo>
                <a:cubicBezTo>
                  <a:pt x="4725543" y="1628775"/>
                  <a:pt x="4713541" y="1623631"/>
                  <a:pt x="4707255" y="1617345"/>
                </a:cubicBezTo>
                <a:close/>
                <a:moveTo>
                  <a:pt x="4870473" y="1613847"/>
                </a:moveTo>
                <a:cubicBezTo>
                  <a:pt x="4862966" y="1594284"/>
                  <a:pt x="4878033" y="1579664"/>
                  <a:pt x="4894936" y="1590110"/>
                </a:cubicBezTo>
                <a:cubicBezTo>
                  <a:pt x="4909331" y="1599006"/>
                  <a:pt x="4902701" y="1628775"/>
                  <a:pt x="4886325" y="1628775"/>
                </a:cubicBezTo>
                <a:cubicBezTo>
                  <a:pt x="4880757" y="1628775"/>
                  <a:pt x="4873624" y="1622057"/>
                  <a:pt x="4870473" y="1613847"/>
                </a:cubicBezTo>
                <a:close/>
                <a:moveTo>
                  <a:pt x="5562979" y="1614945"/>
                </a:moveTo>
                <a:cubicBezTo>
                  <a:pt x="5551090" y="1600619"/>
                  <a:pt x="5552749" y="1565046"/>
                  <a:pt x="5565111" y="1569243"/>
                </a:cubicBezTo>
                <a:cubicBezTo>
                  <a:pt x="5568969" y="1570553"/>
                  <a:pt x="5582840" y="1571625"/>
                  <a:pt x="5595937" y="1571625"/>
                </a:cubicBezTo>
                <a:cubicBezTo>
                  <a:pt x="5623272" y="1571625"/>
                  <a:pt x="5627379" y="1591210"/>
                  <a:pt x="5604782" y="1613807"/>
                </a:cubicBezTo>
                <a:cubicBezTo>
                  <a:pt x="5586221" y="1632367"/>
                  <a:pt x="5577633" y="1632601"/>
                  <a:pt x="5562979" y="1614945"/>
                </a:cubicBezTo>
                <a:close/>
                <a:moveTo>
                  <a:pt x="7379029" y="1622754"/>
                </a:moveTo>
                <a:cubicBezTo>
                  <a:pt x="7364062" y="1607787"/>
                  <a:pt x="7373575" y="1590675"/>
                  <a:pt x="7396860" y="1590675"/>
                </a:cubicBezTo>
                <a:cubicBezTo>
                  <a:pt x="7415015" y="1590675"/>
                  <a:pt x="7420544" y="1594969"/>
                  <a:pt x="7418182" y="1607234"/>
                </a:cubicBezTo>
                <a:cubicBezTo>
                  <a:pt x="7414843" y="1624573"/>
                  <a:pt x="7390498" y="1634223"/>
                  <a:pt x="7379029" y="1622754"/>
                </a:cubicBezTo>
                <a:close/>
                <a:moveTo>
                  <a:pt x="7688580" y="1617345"/>
                </a:moveTo>
                <a:cubicBezTo>
                  <a:pt x="7656249" y="1585014"/>
                  <a:pt x="7694270" y="1531151"/>
                  <a:pt x="7734300" y="1552575"/>
                </a:cubicBezTo>
                <a:cubicBezTo>
                  <a:pt x="7767919" y="1570567"/>
                  <a:pt x="7753368" y="1628775"/>
                  <a:pt x="7715250" y="1628775"/>
                </a:cubicBezTo>
                <a:cubicBezTo>
                  <a:pt x="7706868" y="1628775"/>
                  <a:pt x="7694866" y="1623631"/>
                  <a:pt x="7688580" y="1617345"/>
                </a:cubicBezTo>
                <a:close/>
                <a:moveTo>
                  <a:pt x="2457450" y="1609725"/>
                </a:moveTo>
                <a:cubicBezTo>
                  <a:pt x="2457450" y="1604486"/>
                  <a:pt x="2463879" y="1600200"/>
                  <a:pt x="2471737" y="1600200"/>
                </a:cubicBezTo>
                <a:cubicBezTo>
                  <a:pt x="2479595" y="1600200"/>
                  <a:pt x="2486025" y="1604486"/>
                  <a:pt x="2486025" y="1609725"/>
                </a:cubicBezTo>
                <a:cubicBezTo>
                  <a:pt x="2486025" y="1614963"/>
                  <a:pt x="2479595" y="1619250"/>
                  <a:pt x="2471737" y="1619250"/>
                </a:cubicBezTo>
                <a:cubicBezTo>
                  <a:pt x="2463879" y="1619250"/>
                  <a:pt x="2457450" y="1614963"/>
                  <a:pt x="2457450" y="1609725"/>
                </a:cubicBezTo>
                <a:close/>
                <a:moveTo>
                  <a:pt x="2930524" y="1612899"/>
                </a:moveTo>
                <a:cubicBezTo>
                  <a:pt x="2918449" y="1600824"/>
                  <a:pt x="2924248" y="1590675"/>
                  <a:pt x="2943225" y="1590675"/>
                </a:cubicBezTo>
                <a:cubicBezTo>
                  <a:pt x="2953808" y="1590675"/>
                  <a:pt x="2962275" y="1597025"/>
                  <a:pt x="2962275" y="1604962"/>
                </a:cubicBezTo>
                <a:cubicBezTo>
                  <a:pt x="2962275" y="1619463"/>
                  <a:pt x="2942125" y="1624500"/>
                  <a:pt x="2930524" y="1612899"/>
                </a:cubicBezTo>
                <a:close/>
                <a:moveTo>
                  <a:pt x="5435597" y="1605658"/>
                </a:moveTo>
                <a:cubicBezTo>
                  <a:pt x="5429892" y="1590790"/>
                  <a:pt x="5450978" y="1567953"/>
                  <a:pt x="5461082" y="1578057"/>
                </a:cubicBezTo>
                <a:cubicBezTo>
                  <a:pt x="5464529" y="1581504"/>
                  <a:pt x="5467350" y="1592183"/>
                  <a:pt x="5467350" y="1601787"/>
                </a:cubicBezTo>
                <a:cubicBezTo>
                  <a:pt x="5467350" y="1622369"/>
                  <a:pt x="5443142" y="1625321"/>
                  <a:pt x="5435597" y="1605658"/>
                </a:cubicBezTo>
                <a:close/>
                <a:moveTo>
                  <a:pt x="5910262" y="1609725"/>
                </a:moveTo>
                <a:cubicBezTo>
                  <a:pt x="5902289" y="1596824"/>
                  <a:pt x="5913047" y="1581150"/>
                  <a:pt x="5929874" y="1581150"/>
                </a:cubicBezTo>
                <a:cubicBezTo>
                  <a:pt x="5937423" y="1581150"/>
                  <a:pt x="5943600" y="1589722"/>
                  <a:pt x="5943600" y="1600200"/>
                </a:cubicBezTo>
                <a:cubicBezTo>
                  <a:pt x="5943600" y="1619919"/>
                  <a:pt x="5920620" y="1626485"/>
                  <a:pt x="5910262" y="1609725"/>
                </a:cubicBezTo>
                <a:close/>
                <a:moveTo>
                  <a:pt x="5039686" y="1587071"/>
                </a:moveTo>
                <a:cubicBezTo>
                  <a:pt x="5025760" y="1570291"/>
                  <a:pt x="5041859" y="1524000"/>
                  <a:pt x="5061621" y="1524000"/>
                </a:cubicBezTo>
                <a:cubicBezTo>
                  <a:pt x="5074638" y="1524000"/>
                  <a:pt x="5105400" y="1548343"/>
                  <a:pt x="5105400" y="1558644"/>
                </a:cubicBezTo>
                <a:cubicBezTo>
                  <a:pt x="5105400" y="1592583"/>
                  <a:pt x="5060412" y="1612044"/>
                  <a:pt x="5039686" y="1587071"/>
                </a:cubicBezTo>
                <a:close/>
                <a:moveTo>
                  <a:pt x="5781675" y="1581150"/>
                </a:moveTo>
                <a:cubicBezTo>
                  <a:pt x="5770961" y="1574226"/>
                  <a:pt x="5775726" y="1571916"/>
                  <a:pt x="5800725" y="1571916"/>
                </a:cubicBezTo>
                <a:cubicBezTo>
                  <a:pt x="5825723" y="1571916"/>
                  <a:pt x="5830488" y="1574226"/>
                  <a:pt x="5819775" y="1581150"/>
                </a:cubicBezTo>
                <a:cubicBezTo>
                  <a:pt x="5811916" y="1586228"/>
                  <a:pt x="5803344" y="1590383"/>
                  <a:pt x="5800725" y="1590383"/>
                </a:cubicBezTo>
                <a:cubicBezTo>
                  <a:pt x="5798105" y="1590383"/>
                  <a:pt x="5789533" y="1586228"/>
                  <a:pt x="5781675" y="1581150"/>
                </a:cubicBezTo>
                <a:close/>
                <a:moveTo>
                  <a:pt x="6067425" y="1581150"/>
                </a:moveTo>
                <a:cubicBezTo>
                  <a:pt x="6056331" y="1573980"/>
                  <a:pt x="6059118" y="1571884"/>
                  <a:pt x="6079893" y="1571770"/>
                </a:cubicBezTo>
                <a:cubicBezTo>
                  <a:pt x="6095334" y="1571686"/>
                  <a:pt x="6104159" y="1575653"/>
                  <a:pt x="6100762" y="1581150"/>
                </a:cubicBezTo>
                <a:cubicBezTo>
                  <a:pt x="6093453" y="1592976"/>
                  <a:pt x="6085725" y="1592976"/>
                  <a:pt x="6067425" y="1581150"/>
                </a:cubicBezTo>
                <a:close/>
                <a:moveTo>
                  <a:pt x="4520985" y="1557480"/>
                </a:moveTo>
                <a:cubicBezTo>
                  <a:pt x="4517362" y="1548039"/>
                  <a:pt x="4521392" y="1540034"/>
                  <a:pt x="4531679" y="1536240"/>
                </a:cubicBezTo>
                <a:cubicBezTo>
                  <a:pt x="4540758" y="1532891"/>
                  <a:pt x="4551223" y="1525588"/>
                  <a:pt x="4554934" y="1520011"/>
                </a:cubicBezTo>
                <a:cubicBezTo>
                  <a:pt x="4567264" y="1501480"/>
                  <a:pt x="4587534" y="1531376"/>
                  <a:pt x="4575575" y="1550455"/>
                </a:cubicBezTo>
                <a:cubicBezTo>
                  <a:pt x="4561893" y="1572283"/>
                  <a:pt x="4528323" y="1576603"/>
                  <a:pt x="4520985" y="1557480"/>
                </a:cubicBezTo>
                <a:close/>
                <a:moveTo>
                  <a:pt x="4930775" y="1527174"/>
                </a:moveTo>
                <a:cubicBezTo>
                  <a:pt x="4917031" y="1513431"/>
                  <a:pt x="4924822" y="1485900"/>
                  <a:pt x="4942455" y="1485900"/>
                </a:cubicBezTo>
                <a:cubicBezTo>
                  <a:pt x="4964234" y="1485900"/>
                  <a:pt x="4974674" y="1508040"/>
                  <a:pt x="4959875" y="1522839"/>
                </a:cubicBezTo>
                <a:cubicBezTo>
                  <a:pt x="4947645" y="1535069"/>
                  <a:pt x="4939833" y="1536233"/>
                  <a:pt x="4930775" y="1527174"/>
                </a:cubicBezTo>
                <a:close/>
                <a:moveTo>
                  <a:pt x="4802981" y="1489116"/>
                </a:moveTo>
                <a:cubicBezTo>
                  <a:pt x="4785255" y="1481964"/>
                  <a:pt x="4788586" y="1441267"/>
                  <a:pt x="4807492" y="1434013"/>
                </a:cubicBezTo>
                <a:cubicBezTo>
                  <a:pt x="4830446" y="1425204"/>
                  <a:pt x="4850623" y="1454095"/>
                  <a:pt x="4837995" y="1477690"/>
                </a:cubicBezTo>
                <a:cubicBezTo>
                  <a:pt x="4828250" y="1495900"/>
                  <a:pt x="4823574" y="1497426"/>
                  <a:pt x="4802981" y="1489116"/>
                </a:cubicBezTo>
                <a:close/>
                <a:moveTo>
                  <a:pt x="4633867" y="1476301"/>
                </a:moveTo>
                <a:cubicBezTo>
                  <a:pt x="4630604" y="1471023"/>
                  <a:pt x="4634913" y="1459725"/>
                  <a:pt x="4643442" y="1451196"/>
                </a:cubicBezTo>
                <a:cubicBezTo>
                  <a:pt x="4661647" y="1432991"/>
                  <a:pt x="4682819" y="1446885"/>
                  <a:pt x="4673576" y="1470972"/>
                </a:cubicBezTo>
                <a:cubicBezTo>
                  <a:pt x="4667147" y="1487724"/>
                  <a:pt x="4642935" y="1490974"/>
                  <a:pt x="4633867" y="1476301"/>
                </a:cubicBezTo>
                <a:close/>
                <a:moveTo>
                  <a:pt x="4691235" y="1365650"/>
                </a:moveTo>
                <a:cubicBezTo>
                  <a:pt x="4672311" y="1346726"/>
                  <a:pt x="4675711" y="1315285"/>
                  <a:pt x="4698206" y="1301183"/>
                </a:cubicBezTo>
                <a:cubicBezTo>
                  <a:pt x="4735520" y="1277793"/>
                  <a:pt x="4773488" y="1342568"/>
                  <a:pt x="4737771" y="1368685"/>
                </a:cubicBezTo>
                <a:cubicBezTo>
                  <a:pt x="4715804" y="1384747"/>
                  <a:pt x="4709952" y="1384366"/>
                  <a:pt x="4691235" y="1365650"/>
                </a:cubicBezTo>
                <a:close/>
                <a:moveTo>
                  <a:pt x="4861464" y="1338966"/>
                </a:moveTo>
                <a:cubicBezTo>
                  <a:pt x="4852798" y="1316383"/>
                  <a:pt x="4865060" y="1293576"/>
                  <a:pt x="4883914" y="1297207"/>
                </a:cubicBezTo>
                <a:cubicBezTo>
                  <a:pt x="4894459" y="1299238"/>
                  <a:pt x="4900612" y="1309102"/>
                  <a:pt x="4900612" y="1323975"/>
                </a:cubicBezTo>
                <a:cubicBezTo>
                  <a:pt x="4900612" y="1351127"/>
                  <a:pt x="4870548" y="1362639"/>
                  <a:pt x="4861464" y="1338966"/>
                </a:cubicBezTo>
                <a:close/>
                <a:moveTo>
                  <a:pt x="4782082" y="1234128"/>
                </a:moveTo>
                <a:cubicBezTo>
                  <a:pt x="4768171" y="1217367"/>
                  <a:pt x="4780045" y="1188946"/>
                  <a:pt x="4799417" y="1192635"/>
                </a:cubicBezTo>
                <a:cubicBezTo>
                  <a:pt x="4819427" y="1196446"/>
                  <a:pt x="4824973" y="1234168"/>
                  <a:pt x="4806562" y="1241234"/>
                </a:cubicBezTo>
                <a:cubicBezTo>
                  <a:pt x="4798810" y="1244208"/>
                  <a:pt x="4787794" y="1241011"/>
                  <a:pt x="4782082" y="1234128"/>
                </a:cubicBezTo>
                <a:close/>
                <a:moveTo>
                  <a:pt x="4726256" y="1119187"/>
                </a:moveTo>
                <a:cubicBezTo>
                  <a:pt x="4726451" y="1103471"/>
                  <a:pt x="4728585" y="1098195"/>
                  <a:pt x="4731000" y="1107462"/>
                </a:cubicBezTo>
                <a:cubicBezTo>
                  <a:pt x="4733415" y="1116730"/>
                  <a:pt x="4733256" y="1129588"/>
                  <a:pt x="4730647" y="1136037"/>
                </a:cubicBezTo>
                <a:cubicBezTo>
                  <a:pt x="4728038" y="1142486"/>
                  <a:pt x="4726062" y="1134903"/>
                  <a:pt x="4726256" y="1119187"/>
                </a:cubicBezTo>
                <a:close/>
                <a:moveTo>
                  <a:pt x="4829601" y="1067596"/>
                </a:moveTo>
                <a:cubicBezTo>
                  <a:pt x="4821160" y="1051825"/>
                  <a:pt x="4823023" y="1044376"/>
                  <a:pt x="4839540" y="1027859"/>
                </a:cubicBezTo>
                <a:lnTo>
                  <a:pt x="4859866" y="1007533"/>
                </a:lnTo>
                <a:lnTo>
                  <a:pt x="4880107" y="1027774"/>
                </a:lnTo>
                <a:cubicBezTo>
                  <a:pt x="4896083" y="1043749"/>
                  <a:pt x="4898163" y="1051499"/>
                  <a:pt x="4889982" y="1064551"/>
                </a:cubicBezTo>
                <a:cubicBezTo>
                  <a:pt x="4874698" y="1088934"/>
                  <a:pt x="4841905" y="1090587"/>
                  <a:pt x="4829601" y="1067596"/>
                </a:cubicBezTo>
                <a:close/>
                <a:moveTo>
                  <a:pt x="4676775" y="984671"/>
                </a:moveTo>
                <a:cubicBezTo>
                  <a:pt x="4676775" y="972014"/>
                  <a:pt x="4679360" y="971363"/>
                  <a:pt x="4691062" y="981075"/>
                </a:cubicBezTo>
                <a:cubicBezTo>
                  <a:pt x="4698920" y="987596"/>
                  <a:pt x="4705350" y="994550"/>
                  <a:pt x="4705350" y="996528"/>
                </a:cubicBezTo>
                <a:cubicBezTo>
                  <a:pt x="4705350" y="998506"/>
                  <a:pt x="4698920" y="1000125"/>
                  <a:pt x="4691062" y="1000125"/>
                </a:cubicBezTo>
                <a:cubicBezTo>
                  <a:pt x="4683204" y="1000125"/>
                  <a:pt x="4676775" y="993170"/>
                  <a:pt x="4676775" y="984671"/>
                </a:cubicBezTo>
                <a:close/>
                <a:moveTo>
                  <a:pt x="4940895" y="975320"/>
                </a:moveTo>
                <a:cubicBezTo>
                  <a:pt x="4937075" y="971500"/>
                  <a:pt x="4933950" y="961802"/>
                  <a:pt x="4933950" y="953769"/>
                </a:cubicBezTo>
                <a:cubicBezTo>
                  <a:pt x="4933950" y="943048"/>
                  <a:pt x="4936767" y="941982"/>
                  <a:pt x="4944546" y="949761"/>
                </a:cubicBezTo>
                <a:cubicBezTo>
                  <a:pt x="4950374" y="955589"/>
                  <a:pt x="4953500" y="965287"/>
                  <a:pt x="4951491" y="971311"/>
                </a:cubicBezTo>
                <a:cubicBezTo>
                  <a:pt x="4949483" y="977336"/>
                  <a:pt x="4944715" y="979140"/>
                  <a:pt x="4940895" y="975320"/>
                </a:cubicBezTo>
                <a:close/>
                <a:moveTo>
                  <a:pt x="4784981" y="938177"/>
                </a:moveTo>
                <a:cubicBezTo>
                  <a:pt x="4776880" y="917068"/>
                  <a:pt x="4805942" y="887357"/>
                  <a:pt x="4820475" y="901890"/>
                </a:cubicBezTo>
                <a:cubicBezTo>
                  <a:pt x="4835297" y="916712"/>
                  <a:pt x="4827337" y="946913"/>
                  <a:pt x="4807605" y="950713"/>
                </a:cubicBezTo>
                <a:cubicBezTo>
                  <a:pt x="4798482" y="952470"/>
                  <a:pt x="4788301" y="946829"/>
                  <a:pt x="4784981" y="938177"/>
                </a:cubicBezTo>
                <a:close/>
                <a:moveTo>
                  <a:pt x="4724400" y="864832"/>
                </a:moveTo>
                <a:cubicBezTo>
                  <a:pt x="4724400" y="856280"/>
                  <a:pt x="4721798" y="842503"/>
                  <a:pt x="4718618" y="834216"/>
                </a:cubicBezTo>
                <a:cubicBezTo>
                  <a:pt x="4714929" y="824604"/>
                  <a:pt x="4718009" y="819150"/>
                  <a:pt x="4727124" y="819150"/>
                </a:cubicBezTo>
                <a:cubicBezTo>
                  <a:pt x="4748360" y="819150"/>
                  <a:pt x="4755949" y="848832"/>
                  <a:pt x="4739037" y="865744"/>
                </a:cubicBezTo>
                <a:cubicBezTo>
                  <a:pt x="4725870" y="878911"/>
                  <a:pt x="4724400" y="878819"/>
                  <a:pt x="4724400" y="864832"/>
                </a:cubicBezTo>
                <a:close/>
                <a:moveTo>
                  <a:pt x="4876800" y="828675"/>
                </a:moveTo>
                <a:cubicBezTo>
                  <a:pt x="4862609" y="802159"/>
                  <a:pt x="4880358" y="771525"/>
                  <a:pt x="4909910" y="771525"/>
                </a:cubicBezTo>
                <a:cubicBezTo>
                  <a:pt x="4943442" y="771525"/>
                  <a:pt x="4947655" y="787105"/>
                  <a:pt x="4922675" y="818735"/>
                </a:cubicBezTo>
                <a:cubicBezTo>
                  <a:pt x="4896217" y="852236"/>
                  <a:pt x="4890116" y="853557"/>
                  <a:pt x="4876800" y="828675"/>
                </a:cubicBezTo>
                <a:close/>
                <a:moveTo>
                  <a:pt x="4766214" y="738891"/>
                </a:moveTo>
                <a:cubicBezTo>
                  <a:pt x="4757548" y="716308"/>
                  <a:pt x="4769810" y="693501"/>
                  <a:pt x="4788664" y="697132"/>
                </a:cubicBezTo>
                <a:cubicBezTo>
                  <a:pt x="4799209" y="699163"/>
                  <a:pt x="4805362" y="709027"/>
                  <a:pt x="4805362" y="723900"/>
                </a:cubicBezTo>
                <a:cubicBezTo>
                  <a:pt x="4805362" y="751052"/>
                  <a:pt x="4775298" y="762564"/>
                  <a:pt x="4766214" y="738891"/>
                </a:cubicBezTo>
                <a:close/>
                <a:moveTo>
                  <a:pt x="4664075" y="736600"/>
                </a:moveTo>
                <a:cubicBezTo>
                  <a:pt x="4653115" y="725640"/>
                  <a:pt x="4657138" y="714375"/>
                  <a:pt x="4672012" y="714375"/>
                </a:cubicBezTo>
                <a:cubicBezTo>
                  <a:pt x="4679870" y="714375"/>
                  <a:pt x="4686300" y="720804"/>
                  <a:pt x="4686300" y="728662"/>
                </a:cubicBezTo>
                <a:cubicBezTo>
                  <a:pt x="4686300" y="743536"/>
                  <a:pt x="4675034" y="747559"/>
                  <a:pt x="4664075" y="736600"/>
                </a:cubicBezTo>
                <a:close/>
                <a:moveTo>
                  <a:pt x="4947094" y="691018"/>
                </a:moveTo>
                <a:cubicBezTo>
                  <a:pt x="4940528" y="673907"/>
                  <a:pt x="4951171" y="654970"/>
                  <a:pt x="4963183" y="662394"/>
                </a:cubicBezTo>
                <a:cubicBezTo>
                  <a:pt x="4975252" y="669853"/>
                  <a:pt x="4974463" y="704850"/>
                  <a:pt x="4962226" y="704850"/>
                </a:cubicBezTo>
                <a:cubicBezTo>
                  <a:pt x="4956822" y="704850"/>
                  <a:pt x="4950013" y="698625"/>
                  <a:pt x="4947094" y="691018"/>
                </a:cubicBezTo>
                <a:close/>
                <a:moveTo>
                  <a:pt x="4816733" y="651133"/>
                </a:moveTo>
                <a:cubicBezTo>
                  <a:pt x="4809124" y="643524"/>
                  <a:pt x="4817726" y="628650"/>
                  <a:pt x="4829737" y="628650"/>
                </a:cubicBezTo>
                <a:cubicBezTo>
                  <a:pt x="4834666" y="628650"/>
                  <a:pt x="4838700" y="635079"/>
                  <a:pt x="4838700" y="642937"/>
                </a:cubicBezTo>
                <a:cubicBezTo>
                  <a:pt x="4838700" y="657667"/>
                  <a:pt x="4827460" y="661860"/>
                  <a:pt x="4816733" y="651133"/>
                </a:cubicBezTo>
                <a:close/>
                <a:moveTo>
                  <a:pt x="4873625" y="593725"/>
                </a:moveTo>
                <a:cubicBezTo>
                  <a:pt x="4856250" y="576350"/>
                  <a:pt x="4867708" y="562580"/>
                  <a:pt x="4890788" y="573097"/>
                </a:cubicBezTo>
                <a:cubicBezTo>
                  <a:pt x="4903721" y="578989"/>
                  <a:pt x="4912040" y="587470"/>
                  <a:pt x="4909276" y="591942"/>
                </a:cubicBezTo>
                <a:cubicBezTo>
                  <a:pt x="4903293" y="601624"/>
                  <a:pt x="4882560" y="602660"/>
                  <a:pt x="4873625" y="593725"/>
                </a:cubicBezTo>
                <a:close/>
              </a:path>
            </a:pathLst>
          </a:custGeom>
          <a:solidFill>
            <a:srgbClr val="7A1732">
              <a:alpha val="50000"/>
            </a:srgbClr>
          </a:solidFill>
          <a:ln>
            <a:noFill/>
          </a:ln>
        </p:spPr>
      </p:sp>
      <p:sp>
        <p:nvSpPr>
          <p:cNvPr id="6" name="TEXT: [copper or mint?]"/>
          <p:cNvSpPr/>
          <p:nvPr/>
        </p:nvSpPr>
        <p:spPr>
          <a:xfrm rot="120000">
            <a:off x="3214688" y="966788"/>
            <a:ext cx="5381625" cy="2447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rIns="256032" tIns="109728" bIns="109728"/>
          <a:lstStyle/>
          <a:p>
            <a:pPr algn="r">
              <a:lnSpc>
                <a:spcPts val="8784"/>
              </a:lnSpc>
            </a:pPr>
            <a:r>
              <a:rPr b="1" sz="7200">
                <a:solidFill>
                  <a:srgbClr val="181716"/>
                </a:solidFill>
                <a:latin typeface="Montserrat"/>
              </a:rPr>
              <a:t>[copper or</a:t>
            </a:r>
          </a:p>
          <a:p>
            <a:pPr algn="r">
              <a:lnSpc>
                <a:spcPts val="8784"/>
              </a:lnSpc>
            </a:pPr>
            <a:r>
              <a:rPr b="1" sz="7200">
                <a:solidFill>
                  <a:srgbClr val="181716"/>
                </a:solidFill>
                <a:latin typeface="Montserrat"/>
              </a:rPr>
              <a:t>mint?]</a:t>
            </a:r>
          </a:p>
        </p:txBody>
      </p:sp>
      <p:sp>
        <p:nvSpPr>
          <p:cNvPr id="7" name="TEXT: [help me pick]"/>
          <p:cNvSpPr/>
          <p:nvPr/>
        </p:nvSpPr>
        <p:spPr>
          <a:xfrm rot="120000">
            <a:off x="471488" y="12144375"/>
            <a:ext cx="4772025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[help me pick]</a:t>
            </a:r>
          </a:p>
        </p:txBody>
      </p:sp>
      <p:sp>
        <p:nvSpPr>
          <p:cNvPr id="8" name="arrow"/>
          <p:cNvSpPr/>
          <p:nvPr/>
        </p:nvSpPr>
        <p:spPr>
          <a:xfrm rot="120000">
            <a:off x="5095875" y="12272962"/>
            <a:ext cx="1619250" cy="504825"/>
          </a:xfrm>
          <a:custGeom>
            <a:avLst/>
            <a:gdLst/>
            <a:ahLst/>
            <a:cxnLst/>
            <a:rect l="0" t="0" r="r" b="b"/>
            <a:pathLst>
              <a:path w="1619250" h="504825">
                <a:moveTo>
                  <a:pt x="1257300" y="480450"/>
                </a:moveTo>
                <a:cubicBezTo>
                  <a:pt x="1257300" y="466626"/>
                  <a:pt x="1253177" y="458623"/>
                  <a:pt x="1247775" y="461962"/>
                </a:cubicBezTo>
                <a:cubicBezTo>
                  <a:pt x="1242536" y="465200"/>
                  <a:pt x="1238235" y="460095"/>
                  <a:pt x="1238218" y="450618"/>
                </a:cubicBezTo>
                <a:cubicBezTo>
                  <a:pt x="1238201" y="441141"/>
                  <a:pt x="1271222" y="402197"/>
                  <a:pt x="1311598" y="364076"/>
                </a:cubicBezTo>
                <a:lnTo>
                  <a:pt x="1385010" y="294765"/>
                </a:lnTo>
                <a:lnTo>
                  <a:pt x="1266386" y="300090"/>
                </a:lnTo>
                <a:cubicBezTo>
                  <a:pt x="1201143" y="303019"/>
                  <a:pt x="950595" y="310034"/>
                  <a:pt x="709612" y="315678"/>
                </a:cubicBezTo>
                <a:cubicBezTo>
                  <a:pt x="468630" y="321323"/>
                  <a:pt x="223235" y="328686"/>
                  <a:pt x="164292" y="332039"/>
                </a:cubicBezTo>
                <a:cubicBezTo>
                  <a:pt x="81649" y="336741"/>
                  <a:pt x="57124" y="335412"/>
                  <a:pt x="57135" y="326231"/>
                </a:cubicBezTo>
                <a:cubicBezTo>
                  <a:pt x="57144" y="319190"/>
                  <a:pt x="44728" y="314325"/>
                  <a:pt x="26754" y="314324"/>
                </a:cubicBezTo>
                <a:cubicBezTo>
                  <a:pt x="-1225" y="314324"/>
                  <a:pt x="-2231" y="313294"/>
                  <a:pt x="14096" y="301355"/>
                </a:cubicBezTo>
                <a:cubicBezTo>
                  <a:pt x="39698" y="282634"/>
                  <a:pt x="40970" y="257174"/>
                  <a:pt x="16302" y="257175"/>
                </a:cubicBezTo>
                <a:cubicBezTo>
                  <a:pt x="4858" y="257175"/>
                  <a:pt x="89" y="253819"/>
                  <a:pt x="5238" y="249388"/>
                </a:cubicBezTo>
                <a:cubicBezTo>
                  <a:pt x="38131" y="221084"/>
                  <a:pt x="254251" y="205225"/>
                  <a:pt x="757237" y="194206"/>
                </a:cubicBezTo>
                <a:cubicBezTo>
                  <a:pt x="909161" y="190878"/>
                  <a:pt x="1109402" y="185468"/>
                  <a:pt x="1202217" y="182184"/>
                </a:cubicBezTo>
                <a:lnTo>
                  <a:pt x="1370973" y="176212"/>
                </a:lnTo>
                <a:lnTo>
                  <a:pt x="1306992" y="128587"/>
                </a:lnTo>
                <a:cubicBezTo>
                  <a:pt x="1271803" y="102393"/>
                  <a:pt x="1242899" y="74533"/>
                  <a:pt x="1242760" y="66675"/>
                </a:cubicBezTo>
                <a:cubicBezTo>
                  <a:pt x="1242622" y="58816"/>
                  <a:pt x="1239154" y="47029"/>
                  <a:pt x="1235054" y="40481"/>
                </a:cubicBezTo>
                <a:cubicBezTo>
                  <a:pt x="1224885" y="24237"/>
                  <a:pt x="1235722" y="9152"/>
                  <a:pt x="1252842" y="15722"/>
                </a:cubicBezTo>
                <a:cubicBezTo>
                  <a:pt x="1260532" y="18673"/>
                  <a:pt x="1266825" y="16343"/>
                  <a:pt x="1266825" y="10544"/>
                </a:cubicBezTo>
                <a:cubicBezTo>
                  <a:pt x="1266825" y="-9201"/>
                  <a:pt x="1283898" y="-5"/>
                  <a:pt x="1441695" y="104733"/>
                </a:cubicBezTo>
                <a:cubicBezTo>
                  <a:pt x="1620939" y="223706"/>
                  <a:pt x="1633427" y="237454"/>
                  <a:pt x="1593675" y="272033"/>
                </a:cubicBezTo>
                <a:cubicBezTo>
                  <a:pt x="1563065" y="298659"/>
                  <a:pt x="1336730" y="468567"/>
                  <a:pt x="1320437" y="477150"/>
                </a:cubicBezTo>
                <a:cubicBezTo>
                  <a:pt x="1255250" y="511492"/>
                  <a:pt x="1257300" y="511385"/>
                  <a:pt x="1257300" y="480450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Version A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TEXT: A: [Copper. Cordless.]"/>
          <p:cNvSpPr/>
          <p:nvPr/>
        </p:nvSpPr>
        <p:spPr>
          <a:xfrm rot="120000">
            <a:off x="1704975" y="1762125"/>
            <a:ext cx="6877050" cy="857250"/>
          </a:xfrm>
          <a:prstGeom prst="rect">
            <a:avLst/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ctr">
              <a:lnSpc>
                <a:spcPts val="5673"/>
              </a:lnSpc>
            </a:pPr>
            <a:r>
              <a:rPr b="1" sz="4650">
                <a:solidFill>
                  <a:srgbClr val="FFFFFF"/>
                </a:solidFill>
                <a:latin typeface="Montserrat"/>
              </a:rPr>
              <a:t>A: [Copper. Cordless.]</a:t>
            </a:r>
          </a:p>
        </p:txBody>
      </p:sp>
      <p:pic>
        <p:nvPicPr>
          <p:cNvPr id="5" name="sticky note" descr="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60000">
            <a:off x="923925" y="8853488"/>
            <a:ext cx="3867150" cy="3819525"/>
          </a:xfrm>
          <a:prstGeom prst="rect">
            <a:avLst/>
          </a:prstGeom>
        </p:spPr>
      </p:pic>
      <p:sp>
        <p:nvSpPr>
          <p:cNvPr id="6" name="TEXT: [so light]"/>
          <p:cNvSpPr/>
          <p:nvPr/>
        </p:nvSpPr>
        <p:spPr>
          <a:xfrm rot="360000">
            <a:off x="1492571" y="10600177"/>
            <a:ext cx="2686050" cy="742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18" rIns="144018" tIns="61722" bIns="61722"/>
          <a:lstStyle/>
          <a:p>
            <a:pPr algn="ctr">
              <a:lnSpc>
                <a:spcPts val="4941"/>
              </a:lnSpc>
            </a:pPr>
            <a:r>
              <a:rPr b="1" sz="4050">
                <a:solidFill>
                  <a:srgbClr val="181716"/>
                </a:solidFill>
                <a:latin typeface="Montserrat"/>
              </a:rPr>
              <a:t>[so light]</a:t>
            </a:r>
          </a:p>
        </p:txBody>
      </p:sp>
      <p:sp>
        <p:nvSpPr>
          <p:cNvPr id="7" name="arrow"/>
          <p:cNvSpPr/>
          <p:nvPr/>
        </p:nvSpPr>
        <p:spPr>
          <a:xfrm rot="-1200000">
            <a:off x="4429125" y="9244012"/>
            <a:ext cx="1809750" cy="561975"/>
          </a:xfrm>
          <a:custGeom>
            <a:avLst/>
            <a:gdLst/>
            <a:ahLst/>
            <a:cxnLst/>
            <a:rect l="0" t="0" r="r" b="b"/>
            <a:pathLst>
              <a:path w="1809750" h="561975">
                <a:moveTo>
                  <a:pt x="1405632" y="546063"/>
                </a:moveTo>
                <a:cubicBezTo>
                  <a:pt x="1402596" y="538152"/>
                  <a:pt x="1402523" y="527781"/>
                  <a:pt x="1405468" y="523015"/>
                </a:cubicBezTo>
                <a:cubicBezTo>
                  <a:pt x="1408414" y="518249"/>
                  <a:pt x="1404141" y="514350"/>
                  <a:pt x="1395974" y="514350"/>
                </a:cubicBezTo>
                <a:cubicBezTo>
                  <a:pt x="1357106" y="514350"/>
                  <a:pt x="1410227" y="443882"/>
                  <a:pt x="1509712" y="363471"/>
                </a:cubicBezTo>
                <a:lnTo>
                  <a:pt x="1547812" y="332676"/>
                </a:lnTo>
                <a:lnTo>
                  <a:pt x="1290637" y="338286"/>
                </a:lnTo>
                <a:cubicBezTo>
                  <a:pt x="817825" y="348601"/>
                  <a:pt x="291664" y="363577"/>
                  <a:pt x="178578" y="369940"/>
                </a:cubicBezTo>
                <a:cubicBezTo>
                  <a:pt x="77323" y="375636"/>
                  <a:pt x="45522" y="372072"/>
                  <a:pt x="78581" y="358733"/>
                </a:cubicBezTo>
                <a:cubicBezTo>
                  <a:pt x="90122" y="354076"/>
                  <a:pt x="45472" y="348592"/>
                  <a:pt x="21431" y="351713"/>
                </a:cubicBezTo>
                <a:cubicBezTo>
                  <a:pt x="14882" y="352564"/>
                  <a:pt x="9525" y="348785"/>
                  <a:pt x="9525" y="343317"/>
                </a:cubicBezTo>
                <a:cubicBezTo>
                  <a:pt x="9525" y="337849"/>
                  <a:pt x="15495" y="333375"/>
                  <a:pt x="22793" y="333375"/>
                </a:cubicBezTo>
                <a:cubicBezTo>
                  <a:pt x="30091" y="333375"/>
                  <a:pt x="38529" y="326945"/>
                  <a:pt x="41544" y="319087"/>
                </a:cubicBezTo>
                <a:cubicBezTo>
                  <a:pt x="44559" y="311229"/>
                  <a:pt x="41803" y="304734"/>
                  <a:pt x="35419" y="304654"/>
                </a:cubicBezTo>
                <a:cubicBezTo>
                  <a:pt x="27976" y="304560"/>
                  <a:pt x="28937" y="300990"/>
                  <a:pt x="38100" y="294702"/>
                </a:cubicBezTo>
                <a:cubicBezTo>
                  <a:pt x="49761" y="286699"/>
                  <a:pt x="48716" y="285413"/>
                  <a:pt x="32416" y="287705"/>
                </a:cubicBezTo>
                <a:cubicBezTo>
                  <a:pt x="21432" y="289249"/>
                  <a:pt x="10716" y="286226"/>
                  <a:pt x="8603" y="280987"/>
                </a:cubicBezTo>
                <a:cubicBezTo>
                  <a:pt x="6491" y="275748"/>
                  <a:pt x="17621" y="270011"/>
                  <a:pt x="33337" y="268238"/>
                </a:cubicBezTo>
                <a:cubicBezTo>
                  <a:pt x="49053" y="266465"/>
                  <a:pt x="66324" y="261367"/>
                  <a:pt x="71717" y="256909"/>
                </a:cubicBezTo>
                <a:cubicBezTo>
                  <a:pt x="86390" y="244781"/>
                  <a:pt x="317498" y="230003"/>
                  <a:pt x="585787" y="224038"/>
                </a:cubicBezTo>
                <a:cubicBezTo>
                  <a:pt x="716756" y="221126"/>
                  <a:pt x="877490" y="216741"/>
                  <a:pt x="942975" y="214294"/>
                </a:cubicBezTo>
                <a:cubicBezTo>
                  <a:pt x="1008459" y="211847"/>
                  <a:pt x="1158478" y="209200"/>
                  <a:pt x="1276350" y="208413"/>
                </a:cubicBezTo>
                <a:cubicBezTo>
                  <a:pt x="1394221" y="207626"/>
                  <a:pt x="1501221" y="204189"/>
                  <a:pt x="1514127" y="200775"/>
                </a:cubicBezTo>
                <a:cubicBezTo>
                  <a:pt x="1537055" y="194709"/>
                  <a:pt x="1536728" y="194035"/>
                  <a:pt x="1499840" y="171342"/>
                </a:cubicBezTo>
                <a:cubicBezTo>
                  <a:pt x="1443823" y="136880"/>
                  <a:pt x="1381568" y="76602"/>
                  <a:pt x="1387101" y="62183"/>
                </a:cubicBezTo>
                <a:cubicBezTo>
                  <a:pt x="1389767" y="55236"/>
                  <a:pt x="1387370" y="46722"/>
                  <a:pt x="1381774" y="43263"/>
                </a:cubicBezTo>
                <a:cubicBezTo>
                  <a:pt x="1363652" y="32064"/>
                  <a:pt x="1370982" y="19050"/>
                  <a:pt x="1395412" y="19050"/>
                </a:cubicBezTo>
                <a:cubicBezTo>
                  <a:pt x="1408509" y="19050"/>
                  <a:pt x="1419225" y="14763"/>
                  <a:pt x="1419225" y="9525"/>
                </a:cubicBezTo>
                <a:cubicBezTo>
                  <a:pt x="1419225" y="-9131"/>
                  <a:pt x="1438165" y="1371"/>
                  <a:pt x="1608044" y="114223"/>
                </a:cubicBezTo>
                <a:cubicBezTo>
                  <a:pt x="1788758" y="234273"/>
                  <a:pt x="1815491" y="258195"/>
                  <a:pt x="1798381" y="284550"/>
                </a:cubicBezTo>
                <a:cubicBezTo>
                  <a:pt x="1784017" y="306674"/>
                  <a:pt x="1477572" y="532635"/>
                  <a:pt x="1441381" y="547787"/>
                </a:cubicBezTo>
                <a:cubicBezTo>
                  <a:pt x="1415329" y="558695"/>
                  <a:pt x="1410388" y="558457"/>
                  <a:pt x="1405632" y="5460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burst"/>
          <p:cNvSpPr/>
          <p:nvPr/>
        </p:nvSpPr>
        <p:spPr>
          <a:xfrm rot="0">
            <a:off x="1047750" y="3090862"/>
            <a:ext cx="8191500" cy="7153275"/>
          </a:xfrm>
          <a:custGeom>
            <a:avLst/>
            <a:gdLst/>
            <a:ahLst/>
            <a:cxnLst/>
            <a:rect l="0" t="0" r="r" b="b"/>
            <a:pathLst>
              <a:path w="8191500" h="7153275">
                <a:moveTo>
                  <a:pt x="3969543" y="7112657"/>
                </a:moveTo>
                <a:cubicBezTo>
                  <a:pt x="3960375" y="7090357"/>
                  <a:pt x="3952875" y="7061028"/>
                  <a:pt x="3952875" y="7047482"/>
                </a:cubicBezTo>
                <a:cubicBezTo>
                  <a:pt x="3952875" y="7033935"/>
                  <a:pt x="3946426" y="7009925"/>
                  <a:pt x="3938545" y="6994127"/>
                </a:cubicBezTo>
                <a:cubicBezTo>
                  <a:pt x="3930663" y="6978328"/>
                  <a:pt x="3919738" y="6944451"/>
                  <a:pt x="3914267" y="6918844"/>
                </a:cubicBezTo>
                <a:cubicBezTo>
                  <a:pt x="3893766" y="6822903"/>
                  <a:pt x="3888428" y="6804218"/>
                  <a:pt x="3865588" y="6748462"/>
                </a:cubicBezTo>
                <a:cubicBezTo>
                  <a:pt x="3852713" y="6717030"/>
                  <a:pt x="3832581" y="6659165"/>
                  <a:pt x="3820852" y="6619875"/>
                </a:cubicBezTo>
                <a:cubicBezTo>
                  <a:pt x="3809122" y="6580584"/>
                  <a:pt x="3784962" y="6501288"/>
                  <a:pt x="3767162" y="6443662"/>
                </a:cubicBezTo>
                <a:cubicBezTo>
                  <a:pt x="3749362" y="6386036"/>
                  <a:pt x="3731924" y="6328171"/>
                  <a:pt x="3728410" y="6315075"/>
                </a:cubicBezTo>
                <a:cubicBezTo>
                  <a:pt x="3724896" y="6301978"/>
                  <a:pt x="3716897" y="6284833"/>
                  <a:pt x="3710634" y="6276975"/>
                </a:cubicBezTo>
                <a:cubicBezTo>
                  <a:pt x="3704371" y="6269116"/>
                  <a:pt x="3687249" y="6230540"/>
                  <a:pt x="3672586" y="6191250"/>
                </a:cubicBezTo>
                <a:cubicBezTo>
                  <a:pt x="3581182" y="5946335"/>
                  <a:pt x="3534727" y="5848350"/>
                  <a:pt x="3510018" y="5848350"/>
                </a:cubicBezTo>
                <a:cubicBezTo>
                  <a:pt x="3494548" y="5848350"/>
                  <a:pt x="3450445" y="5909745"/>
                  <a:pt x="3421068" y="5972175"/>
                </a:cubicBezTo>
                <a:cubicBezTo>
                  <a:pt x="3409975" y="5995749"/>
                  <a:pt x="3397026" y="6021466"/>
                  <a:pt x="3392292" y="6029325"/>
                </a:cubicBezTo>
                <a:cubicBezTo>
                  <a:pt x="3387559" y="6037183"/>
                  <a:pt x="3376659" y="6058614"/>
                  <a:pt x="3368070" y="6076950"/>
                </a:cubicBezTo>
                <a:cubicBezTo>
                  <a:pt x="3346248" y="6123537"/>
                  <a:pt x="3286516" y="6240734"/>
                  <a:pt x="3275832" y="6257925"/>
                </a:cubicBezTo>
                <a:cubicBezTo>
                  <a:pt x="3270949" y="6265783"/>
                  <a:pt x="3264449" y="6278641"/>
                  <a:pt x="3261388" y="6286500"/>
                </a:cubicBezTo>
                <a:cubicBezTo>
                  <a:pt x="3258327" y="6294358"/>
                  <a:pt x="3252456" y="6309360"/>
                  <a:pt x="3248342" y="6319837"/>
                </a:cubicBezTo>
                <a:cubicBezTo>
                  <a:pt x="3210256" y="6416836"/>
                  <a:pt x="3155675" y="6510125"/>
                  <a:pt x="3138355" y="6507823"/>
                </a:cubicBezTo>
                <a:cubicBezTo>
                  <a:pt x="3119155" y="6505271"/>
                  <a:pt x="3086100" y="6565315"/>
                  <a:pt x="3086100" y="6602744"/>
                </a:cubicBezTo>
                <a:cubicBezTo>
                  <a:pt x="3086100" y="6611547"/>
                  <a:pt x="3081813" y="6621399"/>
                  <a:pt x="3076575" y="6624637"/>
                </a:cubicBezTo>
                <a:cubicBezTo>
                  <a:pt x="3071336" y="6627875"/>
                  <a:pt x="3067050" y="6640031"/>
                  <a:pt x="3067050" y="6651651"/>
                </a:cubicBezTo>
                <a:cubicBezTo>
                  <a:pt x="3067050" y="6675659"/>
                  <a:pt x="3017822" y="6734175"/>
                  <a:pt x="2997625" y="6734175"/>
                </a:cubicBezTo>
                <a:cubicBezTo>
                  <a:pt x="2960413" y="6734175"/>
                  <a:pt x="2951070" y="6702121"/>
                  <a:pt x="2958024" y="6598311"/>
                </a:cubicBezTo>
                <a:cubicBezTo>
                  <a:pt x="2964553" y="6500839"/>
                  <a:pt x="2964229" y="6498499"/>
                  <a:pt x="2942050" y="6482977"/>
                </a:cubicBezTo>
                <a:cubicBezTo>
                  <a:pt x="2920836" y="6468130"/>
                  <a:pt x="2918985" y="6459208"/>
                  <a:pt x="2912617" y="6341098"/>
                </a:cubicBezTo>
                <a:cubicBezTo>
                  <a:pt x="2908879" y="6271778"/>
                  <a:pt x="2901748" y="6161484"/>
                  <a:pt x="2896770" y="6096000"/>
                </a:cubicBezTo>
                <a:cubicBezTo>
                  <a:pt x="2891792" y="6030515"/>
                  <a:pt x="2884706" y="5912643"/>
                  <a:pt x="2881023" y="5834062"/>
                </a:cubicBezTo>
                <a:cubicBezTo>
                  <a:pt x="2877339" y="5755481"/>
                  <a:pt x="2871818" y="5686982"/>
                  <a:pt x="2868753" y="5681843"/>
                </a:cubicBezTo>
                <a:cubicBezTo>
                  <a:pt x="2863562" y="5673138"/>
                  <a:pt x="2858214" y="5615560"/>
                  <a:pt x="2840542" y="5378093"/>
                </a:cubicBezTo>
                <a:lnTo>
                  <a:pt x="2833545" y="5284073"/>
                </a:lnTo>
                <a:lnTo>
                  <a:pt x="2796310" y="5251886"/>
                </a:lnTo>
                <a:cubicBezTo>
                  <a:pt x="2747586" y="5209768"/>
                  <a:pt x="2705160" y="5208692"/>
                  <a:pt x="2647002" y="5248101"/>
                </a:cubicBezTo>
                <a:cubicBezTo>
                  <a:pt x="2623949" y="5263722"/>
                  <a:pt x="2595828" y="5276581"/>
                  <a:pt x="2584511" y="5276676"/>
                </a:cubicBezTo>
                <a:cubicBezTo>
                  <a:pt x="2573194" y="5276772"/>
                  <a:pt x="2536761" y="5289705"/>
                  <a:pt x="2503548" y="5305417"/>
                </a:cubicBezTo>
                <a:cubicBezTo>
                  <a:pt x="2470336" y="5321129"/>
                  <a:pt x="2437682" y="5333988"/>
                  <a:pt x="2430984" y="5333992"/>
                </a:cubicBezTo>
                <a:cubicBezTo>
                  <a:pt x="2420650" y="5333998"/>
                  <a:pt x="2353603" y="5366469"/>
                  <a:pt x="2293143" y="5400749"/>
                </a:cubicBezTo>
                <a:cubicBezTo>
                  <a:pt x="2283975" y="5405947"/>
                  <a:pt x="2270494" y="5413414"/>
                  <a:pt x="2263185" y="5417343"/>
                </a:cubicBezTo>
                <a:cubicBezTo>
                  <a:pt x="2226891" y="5436853"/>
                  <a:pt x="1866335" y="5684465"/>
                  <a:pt x="1795310" y="5738657"/>
                </a:cubicBezTo>
                <a:cubicBezTo>
                  <a:pt x="1750569" y="5772794"/>
                  <a:pt x="1710462" y="5800725"/>
                  <a:pt x="1706183" y="5800725"/>
                </a:cubicBezTo>
                <a:cubicBezTo>
                  <a:pt x="1701903" y="5800725"/>
                  <a:pt x="1690589" y="5809358"/>
                  <a:pt x="1681040" y="5819909"/>
                </a:cubicBezTo>
                <a:cubicBezTo>
                  <a:pt x="1666037" y="5836488"/>
                  <a:pt x="1620646" y="5869760"/>
                  <a:pt x="1538287" y="5924550"/>
                </a:cubicBezTo>
                <a:cubicBezTo>
                  <a:pt x="1472428" y="5968362"/>
                  <a:pt x="1405459" y="6016623"/>
                  <a:pt x="1333500" y="6072126"/>
                </a:cubicBezTo>
                <a:cubicBezTo>
                  <a:pt x="1252604" y="6134521"/>
                  <a:pt x="1015724" y="6308093"/>
                  <a:pt x="922154" y="6373535"/>
                </a:cubicBezTo>
                <a:cubicBezTo>
                  <a:pt x="882509" y="6401263"/>
                  <a:pt x="869335" y="6406137"/>
                  <a:pt x="856204" y="6397936"/>
                </a:cubicBezTo>
                <a:cubicBezTo>
                  <a:pt x="836351" y="6385538"/>
                  <a:pt x="773635" y="6423089"/>
                  <a:pt x="746015" y="6463912"/>
                </a:cubicBezTo>
                <a:cubicBezTo>
                  <a:pt x="722553" y="6498589"/>
                  <a:pt x="662985" y="6556244"/>
                  <a:pt x="602853" y="6602473"/>
                </a:cubicBezTo>
                <a:cubicBezTo>
                  <a:pt x="561711" y="6634104"/>
                  <a:pt x="548432" y="6639556"/>
                  <a:pt x="525044" y="6634419"/>
                </a:cubicBezTo>
                <a:cubicBezTo>
                  <a:pt x="505557" y="6630139"/>
                  <a:pt x="484949" y="6634293"/>
                  <a:pt x="458351" y="6647862"/>
                </a:cubicBezTo>
                <a:cubicBezTo>
                  <a:pt x="405364" y="6674894"/>
                  <a:pt x="386162" y="6672699"/>
                  <a:pt x="363576" y="6637026"/>
                </a:cubicBezTo>
                <a:cubicBezTo>
                  <a:pt x="347600" y="6611794"/>
                  <a:pt x="346210" y="6602905"/>
                  <a:pt x="355496" y="6585350"/>
                </a:cubicBezTo>
                <a:cubicBezTo>
                  <a:pt x="380917" y="6537294"/>
                  <a:pt x="469159" y="6440781"/>
                  <a:pt x="542488" y="6380831"/>
                </a:cubicBezTo>
                <a:cubicBezTo>
                  <a:pt x="559126" y="6367230"/>
                  <a:pt x="577863" y="6341193"/>
                  <a:pt x="584127" y="6322973"/>
                </a:cubicBezTo>
                <a:cubicBezTo>
                  <a:pt x="596524" y="6286913"/>
                  <a:pt x="635217" y="6238208"/>
                  <a:pt x="766762" y="6093085"/>
                </a:cubicBezTo>
                <a:cubicBezTo>
                  <a:pt x="813911" y="6041069"/>
                  <a:pt x="867060" y="5978654"/>
                  <a:pt x="884871" y="5954386"/>
                </a:cubicBezTo>
                <a:cubicBezTo>
                  <a:pt x="926108" y="5898199"/>
                  <a:pt x="1019294" y="5791364"/>
                  <a:pt x="1123404" y="5680917"/>
                </a:cubicBezTo>
                <a:cubicBezTo>
                  <a:pt x="1168233" y="5633358"/>
                  <a:pt x="1238235" y="5551919"/>
                  <a:pt x="1278962" y="5499942"/>
                </a:cubicBezTo>
                <a:cubicBezTo>
                  <a:pt x="1319690" y="5447964"/>
                  <a:pt x="1380606" y="5373290"/>
                  <a:pt x="1414333" y="5334000"/>
                </a:cubicBezTo>
                <a:cubicBezTo>
                  <a:pt x="1448059" y="5294709"/>
                  <a:pt x="1475816" y="5258680"/>
                  <a:pt x="1476014" y="5253936"/>
                </a:cubicBezTo>
                <a:cubicBezTo>
                  <a:pt x="1476212" y="5249192"/>
                  <a:pt x="1487090" y="5231261"/>
                  <a:pt x="1500187" y="5214090"/>
                </a:cubicBezTo>
                <a:cubicBezTo>
                  <a:pt x="1513284" y="5196919"/>
                  <a:pt x="1524000" y="5179766"/>
                  <a:pt x="1524000" y="5175971"/>
                </a:cubicBezTo>
                <a:cubicBezTo>
                  <a:pt x="1524000" y="5172176"/>
                  <a:pt x="1540578" y="5147244"/>
                  <a:pt x="1560840" y="5120567"/>
                </a:cubicBezTo>
                <a:cubicBezTo>
                  <a:pt x="1581102" y="5093889"/>
                  <a:pt x="1605564" y="5059203"/>
                  <a:pt x="1615200" y="5043487"/>
                </a:cubicBezTo>
                <a:cubicBezTo>
                  <a:pt x="1624836" y="5027771"/>
                  <a:pt x="1642548" y="5002796"/>
                  <a:pt x="1654560" y="4987987"/>
                </a:cubicBezTo>
                <a:cubicBezTo>
                  <a:pt x="1666572" y="4973179"/>
                  <a:pt x="1676400" y="4955036"/>
                  <a:pt x="1676399" y="4947670"/>
                </a:cubicBezTo>
                <a:cubicBezTo>
                  <a:pt x="1676399" y="4930395"/>
                  <a:pt x="1760487" y="4753219"/>
                  <a:pt x="1778689" y="4732143"/>
                </a:cubicBezTo>
                <a:cubicBezTo>
                  <a:pt x="1804853" y="4701847"/>
                  <a:pt x="1782333" y="4696161"/>
                  <a:pt x="1730942" y="4720087"/>
                </a:cubicBezTo>
                <a:cubicBezTo>
                  <a:pt x="1703563" y="4732834"/>
                  <a:pt x="1672590" y="4743396"/>
                  <a:pt x="1662112" y="4743557"/>
                </a:cubicBezTo>
                <a:cubicBezTo>
                  <a:pt x="1651635" y="4743719"/>
                  <a:pt x="1613058" y="4754458"/>
                  <a:pt x="1576387" y="4767421"/>
                </a:cubicBezTo>
                <a:cubicBezTo>
                  <a:pt x="1539716" y="4780385"/>
                  <a:pt x="1489106" y="4791010"/>
                  <a:pt x="1463920" y="4791033"/>
                </a:cubicBezTo>
                <a:cubicBezTo>
                  <a:pt x="1433722" y="4791060"/>
                  <a:pt x="1404529" y="4798657"/>
                  <a:pt x="1378195" y="4813342"/>
                </a:cubicBezTo>
                <a:cubicBezTo>
                  <a:pt x="1356232" y="4825590"/>
                  <a:pt x="1327546" y="4838014"/>
                  <a:pt x="1314450" y="4840952"/>
                </a:cubicBezTo>
                <a:cubicBezTo>
                  <a:pt x="1283755" y="4847838"/>
                  <a:pt x="1237697" y="4864359"/>
                  <a:pt x="1169013" y="4893120"/>
                </a:cubicBezTo>
                <a:cubicBezTo>
                  <a:pt x="1047420" y="4944037"/>
                  <a:pt x="1019674" y="4898022"/>
                  <a:pt x="1115892" y="4805023"/>
                </a:cubicBezTo>
                <a:cubicBezTo>
                  <a:pt x="1149137" y="4772890"/>
                  <a:pt x="1197768" y="4719536"/>
                  <a:pt x="1223962" y="4686458"/>
                </a:cubicBezTo>
                <a:cubicBezTo>
                  <a:pt x="1250156" y="4653380"/>
                  <a:pt x="1283374" y="4613765"/>
                  <a:pt x="1297781" y="4598425"/>
                </a:cubicBezTo>
                <a:cubicBezTo>
                  <a:pt x="1312187" y="4583085"/>
                  <a:pt x="1323975" y="4563177"/>
                  <a:pt x="1323974" y="4554186"/>
                </a:cubicBezTo>
                <a:cubicBezTo>
                  <a:pt x="1323974" y="4545194"/>
                  <a:pt x="1344905" y="4513084"/>
                  <a:pt x="1370486" y="4482829"/>
                </a:cubicBezTo>
                <a:cubicBezTo>
                  <a:pt x="1472832" y="4361785"/>
                  <a:pt x="1497466" y="4277309"/>
                  <a:pt x="1448415" y="4215586"/>
                </a:cubicBezTo>
                <a:cubicBezTo>
                  <a:pt x="1433037" y="4196236"/>
                  <a:pt x="1419107" y="4177430"/>
                  <a:pt x="1417458" y="4173795"/>
                </a:cubicBezTo>
                <a:cubicBezTo>
                  <a:pt x="1397224" y="4129172"/>
                  <a:pt x="1151820" y="4021112"/>
                  <a:pt x="947737" y="3966960"/>
                </a:cubicBezTo>
                <a:cubicBezTo>
                  <a:pt x="845609" y="3939861"/>
                  <a:pt x="805109" y="3928795"/>
                  <a:pt x="752475" y="3913604"/>
                </a:cubicBezTo>
                <a:cubicBezTo>
                  <a:pt x="672113" y="3890412"/>
                  <a:pt x="633988" y="3885619"/>
                  <a:pt x="485775" y="3880079"/>
                </a:cubicBezTo>
                <a:cubicBezTo>
                  <a:pt x="393086" y="3876614"/>
                  <a:pt x="323103" y="3869826"/>
                  <a:pt x="315183" y="3863533"/>
                </a:cubicBezTo>
                <a:cubicBezTo>
                  <a:pt x="307233" y="3857215"/>
                  <a:pt x="258659" y="3852567"/>
                  <a:pt x="196121" y="3852140"/>
                </a:cubicBezTo>
                <a:cubicBezTo>
                  <a:pt x="33623" y="3851029"/>
                  <a:pt x="0" y="3843174"/>
                  <a:pt x="0" y="3806323"/>
                </a:cubicBezTo>
                <a:cubicBezTo>
                  <a:pt x="0" y="3782191"/>
                  <a:pt x="5592" y="3774074"/>
                  <a:pt x="29519" y="3763483"/>
                </a:cubicBezTo>
                <a:cubicBezTo>
                  <a:pt x="77449" y="3742267"/>
                  <a:pt x="143758" y="3724297"/>
                  <a:pt x="175345" y="3723964"/>
                </a:cubicBezTo>
                <a:cubicBezTo>
                  <a:pt x="204254" y="3723658"/>
                  <a:pt x="299231" y="3694918"/>
                  <a:pt x="311337" y="3682812"/>
                </a:cubicBezTo>
                <a:cubicBezTo>
                  <a:pt x="314726" y="3679423"/>
                  <a:pt x="326225" y="3676649"/>
                  <a:pt x="336890" y="3676650"/>
                </a:cubicBezTo>
                <a:cubicBezTo>
                  <a:pt x="347554" y="3676650"/>
                  <a:pt x="369343" y="3664176"/>
                  <a:pt x="385309" y="3648930"/>
                </a:cubicBezTo>
                <a:cubicBezTo>
                  <a:pt x="415738" y="3619873"/>
                  <a:pt x="458347" y="3592727"/>
                  <a:pt x="514350" y="3566721"/>
                </a:cubicBezTo>
                <a:cubicBezTo>
                  <a:pt x="532685" y="3558206"/>
                  <a:pt x="554116" y="3547282"/>
                  <a:pt x="561975" y="3542446"/>
                </a:cubicBezTo>
                <a:cubicBezTo>
                  <a:pt x="569833" y="3537610"/>
                  <a:pt x="582691" y="3530686"/>
                  <a:pt x="590550" y="3527059"/>
                </a:cubicBezTo>
                <a:cubicBezTo>
                  <a:pt x="598408" y="3523432"/>
                  <a:pt x="644743" y="3495599"/>
                  <a:pt x="693518" y="3465207"/>
                </a:cubicBezTo>
                <a:cubicBezTo>
                  <a:pt x="742292" y="3434815"/>
                  <a:pt x="783958" y="3409950"/>
                  <a:pt x="786108" y="3409950"/>
                </a:cubicBezTo>
                <a:cubicBezTo>
                  <a:pt x="793222" y="3409950"/>
                  <a:pt x="881000" y="3348177"/>
                  <a:pt x="884237" y="3340893"/>
                </a:cubicBezTo>
                <a:cubicBezTo>
                  <a:pt x="885983" y="3336964"/>
                  <a:pt x="892413" y="3333635"/>
                  <a:pt x="898525" y="3333495"/>
                </a:cubicBezTo>
                <a:cubicBezTo>
                  <a:pt x="909369" y="3333247"/>
                  <a:pt x="1005504" y="3258848"/>
                  <a:pt x="1084355" y="3189681"/>
                </a:cubicBezTo>
                <a:cubicBezTo>
                  <a:pt x="1131325" y="3148480"/>
                  <a:pt x="1249713" y="3012241"/>
                  <a:pt x="1319213" y="2919412"/>
                </a:cubicBezTo>
                <a:cubicBezTo>
                  <a:pt x="1358182" y="2867363"/>
                  <a:pt x="1370467" y="2842375"/>
                  <a:pt x="1375220" y="2805497"/>
                </a:cubicBezTo>
                <a:cubicBezTo>
                  <a:pt x="1378568" y="2779515"/>
                  <a:pt x="1385552" y="2754012"/>
                  <a:pt x="1390741" y="2748823"/>
                </a:cubicBezTo>
                <a:cubicBezTo>
                  <a:pt x="1395929" y="2743635"/>
                  <a:pt x="1400175" y="2715054"/>
                  <a:pt x="1400174" y="2685311"/>
                </a:cubicBezTo>
                <a:cubicBezTo>
                  <a:pt x="1400174" y="2647840"/>
                  <a:pt x="1404757" y="2627429"/>
                  <a:pt x="1415095" y="2618849"/>
                </a:cubicBezTo>
                <a:cubicBezTo>
                  <a:pt x="1430569" y="2606007"/>
                  <a:pt x="1428850" y="2461679"/>
                  <a:pt x="1412916" y="2435898"/>
                </a:cubicBezTo>
                <a:cubicBezTo>
                  <a:pt x="1409146" y="2429799"/>
                  <a:pt x="1402842" y="2407507"/>
                  <a:pt x="1398907" y="2386360"/>
                </a:cubicBezTo>
                <a:cubicBezTo>
                  <a:pt x="1373723" y="2251043"/>
                  <a:pt x="1358091" y="2201472"/>
                  <a:pt x="1298840" y="2069045"/>
                </a:cubicBezTo>
                <a:cubicBezTo>
                  <a:pt x="1286470" y="2041399"/>
                  <a:pt x="1276350" y="2016487"/>
                  <a:pt x="1276350" y="2013687"/>
                </a:cubicBezTo>
                <a:cubicBezTo>
                  <a:pt x="1276350" y="2007260"/>
                  <a:pt x="1230471" y="1905090"/>
                  <a:pt x="1218991" y="1885950"/>
                </a:cubicBezTo>
                <a:cubicBezTo>
                  <a:pt x="1202622" y="1858659"/>
                  <a:pt x="1120162" y="1709596"/>
                  <a:pt x="1107874" y="1685084"/>
                </a:cubicBezTo>
                <a:cubicBezTo>
                  <a:pt x="1101077" y="1671524"/>
                  <a:pt x="1086912" y="1652643"/>
                  <a:pt x="1076395" y="1643126"/>
                </a:cubicBezTo>
                <a:cubicBezTo>
                  <a:pt x="1065879" y="1633609"/>
                  <a:pt x="1057275" y="1619771"/>
                  <a:pt x="1057275" y="1612375"/>
                </a:cubicBezTo>
                <a:cubicBezTo>
                  <a:pt x="1057275" y="1595402"/>
                  <a:pt x="1034753" y="1564899"/>
                  <a:pt x="892894" y="1389745"/>
                </a:cubicBezTo>
                <a:cubicBezTo>
                  <a:pt x="852390" y="1339734"/>
                  <a:pt x="849497" y="1285875"/>
                  <a:pt x="887315" y="1285875"/>
                </a:cubicBezTo>
                <a:cubicBezTo>
                  <a:pt x="901247" y="1285874"/>
                  <a:pt x="1038764" y="1381232"/>
                  <a:pt x="1089261" y="1425909"/>
                </a:cubicBezTo>
                <a:cubicBezTo>
                  <a:pt x="1114712" y="1448426"/>
                  <a:pt x="1143786" y="1466850"/>
                  <a:pt x="1153871" y="1466850"/>
                </a:cubicBezTo>
                <a:cubicBezTo>
                  <a:pt x="1172701" y="1466850"/>
                  <a:pt x="1238700" y="1497672"/>
                  <a:pt x="1314450" y="1541841"/>
                </a:cubicBezTo>
                <a:cubicBezTo>
                  <a:pt x="1366079" y="1571946"/>
                  <a:pt x="1422543" y="1595841"/>
                  <a:pt x="1585912" y="1656724"/>
                </a:cubicBezTo>
                <a:cubicBezTo>
                  <a:pt x="1800271" y="1736608"/>
                  <a:pt x="1902755" y="1756894"/>
                  <a:pt x="2057400" y="1750053"/>
                </a:cubicBezTo>
                <a:cubicBezTo>
                  <a:pt x="2145707" y="1746147"/>
                  <a:pt x="2167208" y="1741808"/>
                  <a:pt x="2259285" y="1709316"/>
                </a:cubicBezTo>
                <a:cubicBezTo>
                  <a:pt x="2300541" y="1694758"/>
                  <a:pt x="2306396" y="1694726"/>
                  <a:pt x="2334823" y="1708907"/>
                </a:cubicBezTo>
                <a:cubicBezTo>
                  <a:pt x="2370598" y="1726754"/>
                  <a:pt x="2402690" y="1710565"/>
                  <a:pt x="2485990" y="1632647"/>
                </a:cubicBezTo>
                <a:cubicBezTo>
                  <a:pt x="2510087" y="1610107"/>
                  <a:pt x="2541407" y="1587254"/>
                  <a:pt x="2555590" y="1581861"/>
                </a:cubicBezTo>
                <a:cubicBezTo>
                  <a:pt x="2570478" y="1576201"/>
                  <a:pt x="2587018" y="1558883"/>
                  <a:pt x="2594726" y="1540885"/>
                </a:cubicBezTo>
                <a:cubicBezTo>
                  <a:pt x="2646059" y="1421024"/>
                  <a:pt x="2657475" y="1391108"/>
                  <a:pt x="2657475" y="1376449"/>
                </a:cubicBezTo>
                <a:cubicBezTo>
                  <a:pt x="2657475" y="1367330"/>
                  <a:pt x="2663690" y="1340005"/>
                  <a:pt x="2671287" y="1315728"/>
                </a:cubicBezTo>
                <a:cubicBezTo>
                  <a:pt x="2695033" y="1239847"/>
                  <a:pt x="2703467" y="1198276"/>
                  <a:pt x="2714061" y="1104900"/>
                </a:cubicBezTo>
                <a:cubicBezTo>
                  <a:pt x="2719708" y="1055131"/>
                  <a:pt x="2728345" y="988695"/>
                  <a:pt x="2733256" y="957262"/>
                </a:cubicBezTo>
                <a:cubicBezTo>
                  <a:pt x="2747094" y="868686"/>
                  <a:pt x="2750119" y="821481"/>
                  <a:pt x="2757365" y="581025"/>
                </a:cubicBezTo>
                <a:cubicBezTo>
                  <a:pt x="2763405" y="380539"/>
                  <a:pt x="2766058" y="354416"/>
                  <a:pt x="2782788" y="330623"/>
                </a:cubicBezTo>
                <a:cubicBezTo>
                  <a:pt x="2800169" y="305905"/>
                  <a:pt x="2800637" y="299115"/>
                  <a:pt x="2789518" y="232946"/>
                </a:cubicBezTo>
                <a:cubicBezTo>
                  <a:pt x="2778993" y="170303"/>
                  <a:pt x="2779499" y="156449"/>
                  <a:pt x="2793769" y="116635"/>
                </a:cubicBezTo>
                <a:cubicBezTo>
                  <a:pt x="2802679" y="91776"/>
                  <a:pt x="2809948" y="63830"/>
                  <a:pt x="2809922" y="54532"/>
                </a:cubicBezTo>
                <a:cubicBezTo>
                  <a:pt x="2809869" y="35548"/>
                  <a:pt x="2849657" y="16638"/>
                  <a:pt x="2871787" y="25130"/>
                </a:cubicBezTo>
                <a:cubicBezTo>
                  <a:pt x="2879735" y="28180"/>
                  <a:pt x="2889050" y="41990"/>
                  <a:pt x="2892486" y="55819"/>
                </a:cubicBezTo>
                <a:cubicBezTo>
                  <a:pt x="2895922" y="69648"/>
                  <a:pt x="2907101" y="92335"/>
                  <a:pt x="2917327" y="106235"/>
                </a:cubicBezTo>
                <a:cubicBezTo>
                  <a:pt x="2935367" y="130756"/>
                  <a:pt x="2947483" y="173797"/>
                  <a:pt x="2958474" y="252412"/>
                </a:cubicBezTo>
                <a:cubicBezTo>
                  <a:pt x="2961404" y="273367"/>
                  <a:pt x="2967841" y="301277"/>
                  <a:pt x="2972778" y="314435"/>
                </a:cubicBezTo>
                <a:cubicBezTo>
                  <a:pt x="2977715" y="327593"/>
                  <a:pt x="2985537" y="359740"/>
                  <a:pt x="2990161" y="385873"/>
                </a:cubicBezTo>
                <a:cubicBezTo>
                  <a:pt x="3003834" y="463154"/>
                  <a:pt x="3039152" y="602436"/>
                  <a:pt x="3053616" y="636116"/>
                </a:cubicBezTo>
                <a:cubicBezTo>
                  <a:pt x="3061005" y="653320"/>
                  <a:pt x="3067050" y="677713"/>
                  <a:pt x="3067050" y="690323"/>
                </a:cubicBezTo>
                <a:cubicBezTo>
                  <a:pt x="3067050" y="702933"/>
                  <a:pt x="3071336" y="715899"/>
                  <a:pt x="3076575" y="719137"/>
                </a:cubicBezTo>
                <a:cubicBezTo>
                  <a:pt x="3081813" y="722375"/>
                  <a:pt x="3086100" y="735341"/>
                  <a:pt x="3086100" y="747951"/>
                </a:cubicBezTo>
                <a:cubicBezTo>
                  <a:pt x="3086100" y="760561"/>
                  <a:pt x="3092125" y="784954"/>
                  <a:pt x="3099489" y="802158"/>
                </a:cubicBezTo>
                <a:cubicBezTo>
                  <a:pt x="3114761" y="837834"/>
                  <a:pt x="3181480" y="1048338"/>
                  <a:pt x="3181401" y="1060597"/>
                </a:cubicBezTo>
                <a:cubicBezTo>
                  <a:pt x="3181252" y="1083943"/>
                  <a:pt x="3252890" y="1228922"/>
                  <a:pt x="3298017" y="1296601"/>
                </a:cubicBezTo>
                <a:cubicBezTo>
                  <a:pt x="3317670" y="1326074"/>
                  <a:pt x="3333750" y="1353014"/>
                  <a:pt x="3333750" y="1356467"/>
                </a:cubicBezTo>
                <a:cubicBezTo>
                  <a:pt x="3333750" y="1371884"/>
                  <a:pt x="3460965" y="1533968"/>
                  <a:pt x="3507922" y="1578378"/>
                </a:cubicBezTo>
                <a:cubicBezTo>
                  <a:pt x="3555589" y="1623459"/>
                  <a:pt x="3564795" y="1628105"/>
                  <a:pt x="3618497" y="1634181"/>
                </a:cubicBezTo>
                <a:cubicBezTo>
                  <a:pt x="3650715" y="1637826"/>
                  <a:pt x="3679376" y="1644530"/>
                  <a:pt x="3682187" y="1649079"/>
                </a:cubicBezTo>
                <a:cubicBezTo>
                  <a:pt x="3689960" y="1661656"/>
                  <a:pt x="3735459" y="1658851"/>
                  <a:pt x="3763835" y="1644046"/>
                </a:cubicBezTo>
                <a:cubicBezTo>
                  <a:pt x="3777735" y="1636793"/>
                  <a:pt x="3805175" y="1625557"/>
                  <a:pt x="3824812" y="1619076"/>
                </a:cubicBezTo>
                <a:cubicBezTo>
                  <a:pt x="3844449" y="1612595"/>
                  <a:pt x="3878082" y="1594904"/>
                  <a:pt x="3899551" y="1579762"/>
                </a:cubicBezTo>
                <a:cubicBezTo>
                  <a:pt x="3921021" y="1564619"/>
                  <a:pt x="3960624" y="1537198"/>
                  <a:pt x="3987557" y="1518826"/>
                </a:cubicBezTo>
                <a:cubicBezTo>
                  <a:pt x="4071593" y="1461503"/>
                  <a:pt x="4294109" y="1206320"/>
                  <a:pt x="4376737" y="1072511"/>
                </a:cubicBezTo>
                <a:cubicBezTo>
                  <a:pt x="4394604" y="1043577"/>
                  <a:pt x="4459343" y="952094"/>
                  <a:pt x="4478011" y="929401"/>
                </a:cubicBezTo>
                <a:cubicBezTo>
                  <a:pt x="4482644" y="923769"/>
                  <a:pt x="4526084" y="863441"/>
                  <a:pt x="4574546" y="795337"/>
                </a:cubicBezTo>
                <a:cubicBezTo>
                  <a:pt x="4629903" y="717542"/>
                  <a:pt x="4669707" y="670483"/>
                  <a:pt x="4681622" y="668744"/>
                </a:cubicBezTo>
                <a:cubicBezTo>
                  <a:pt x="4693429" y="667021"/>
                  <a:pt x="4723669" y="631745"/>
                  <a:pt x="4761742" y="575280"/>
                </a:cubicBezTo>
                <a:cubicBezTo>
                  <a:pt x="4795378" y="525397"/>
                  <a:pt x="4833954" y="478795"/>
                  <a:pt x="4847467" y="471719"/>
                </a:cubicBezTo>
                <a:cubicBezTo>
                  <a:pt x="4870141" y="459847"/>
                  <a:pt x="4890350" y="428426"/>
                  <a:pt x="4948839" y="314105"/>
                </a:cubicBezTo>
                <a:cubicBezTo>
                  <a:pt x="5001112" y="211933"/>
                  <a:pt x="5050500" y="189224"/>
                  <a:pt x="5055963" y="264848"/>
                </a:cubicBezTo>
                <a:cubicBezTo>
                  <a:pt x="5058286" y="297008"/>
                  <a:pt x="5051973" y="318259"/>
                  <a:pt x="5026276" y="364778"/>
                </a:cubicBezTo>
                <a:cubicBezTo>
                  <a:pt x="4988383" y="433378"/>
                  <a:pt x="4930586" y="622096"/>
                  <a:pt x="4939179" y="649170"/>
                </a:cubicBezTo>
                <a:cubicBezTo>
                  <a:pt x="4942407" y="659342"/>
                  <a:pt x="4940947" y="672816"/>
                  <a:pt x="4935933" y="679113"/>
                </a:cubicBezTo>
                <a:cubicBezTo>
                  <a:pt x="4930920" y="685410"/>
                  <a:pt x="4924447" y="703421"/>
                  <a:pt x="4921550" y="719137"/>
                </a:cubicBezTo>
                <a:cubicBezTo>
                  <a:pt x="4918653" y="734853"/>
                  <a:pt x="4911229" y="768581"/>
                  <a:pt x="4905053" y="794088"/>
                </a:cubicBezTo>
                <a:cubicBezTo>
                  <a:pt x="4897573" y="824982"/>
                  <a:pt x="4896891" y="847241"/>
                  <a:pt x="4903011" y="860763"/>
                </a:cubicBezTo>
                <a:cubicBezTo>
                  <a:pt x="4911844" y="880279"/>
                  <a:pt x="4909013" y="910666"/>
                  <a:pt x="4887809" y="1023937"/>
                </a:cubicBezTo>
                <a:cubicBezTo>
                  <a:pt x="4882905" y="1050131"/>
                  <a:pt x="4880596" y="1074417"/>
                  <a:pt x="4882677" y="1077906"/>
                </a:cubicBezTo>
                <a:cubicBezTo>
                  <a:pt x="4884758" y="1081396"/>
                  <a:pt x="4882256" y="1095309"/>
                  <a:pt x="4877118" y="1108825"/>
                </a:cubicBezTo>
                <a:cubicBezTo>
                  <a:pt x="4871979" y="1122340"/>
                  <a:pt x="4865183" y="1177231"/>
                  <a:pt x="4862016" y="1230804"/>
                </a:cubicBezTo>
                <a:cubicBezTo>
                  <a:pt x="4858848" y="1284377"/>
                  <a:pt x="4854258" y="1331442"/>
                  <a:pt x="4851816" y="1335394"/>
                </a:cubicBezTo>
                <a:cubicBezTo>
                  <a:pt x="4832968" y="1365891"/>
                  <a:pt x="4832380" y="1863900"/>
                  <a:pt x="4851130" y="1916728"/>
                </a:cubicBezTo>
                <a:cubicBezTo>
                  <a:pt x="4868487" y="1965634"/>
                  <a:pt x="4869976" y="1966206"/>
                  <a:pt x="4909740" y="1939221"/>
                </a:cubicBezTo>
                <a:cubicBezTo>
                  <a:pt x="4929086" y="1926093"/>
                  <a:pt x="4953993" y="1912470"/>
                  <a:pt x="4965088" y="1908948"/>
                </a:cubicBezTo>
                <a:cubicBezTo>
                  <a:pt x="4976183" y="1905427"/>
                  <a:pt x="5005819" y="1888096"/>
                  <a:pt x="5030945" y="1870435"/>
                </a:cubicBezTo>
                <a:cubicBezTo>
                  <a:pt x="5056071" y="1852774"/>
                  <a:pt x="5079888" y="1838093"/>
                  <a:pt x="5083871" y="1837809"/>
                </a:cubicBezTo>
                <a:cubicBezTo>
                  <a:pt x="5095927" y="1836951"/>
                  <a:pt x="5275348" y="1705107"/>
                  <a:pt x="5313249" y="1669256"/>
                </a:cubicBezTo>
                <a:cubicBezTo>
                  <a:pt x="5329799" y="1653600"/>
                  <a:pt x="5352395" y="1654087"/>
                  <a:pt x="5358591" y="1670232"/>
                </a:cubicBezTo>
                <a:cubicBezTo>
                  <a:pt x="5363415" y="1682804"/>
                  <a:pt x="5329630" y="1745815"/>
                  <a:pt x="5275287" y="1825594"/>
                </a:cubicBezTo>
                <a:cubicBezTo>
                  <a:pt x="5260430" y="1847406"/>
                  <a:pt x="5248275" y="1868177"/>
                  <a:pt x="5248275" y="1871752"/>
                </a:cubicBezTo>
                <a:cubicBezTo>
                  <a:pt x="5248275" y="1875328"/>
                  <a:pt x="5232812" y="1911060"/>
                  <a:pt x="5213913" y="1951158"/>
                </a:cubicBezTo>
                <a:cubicBezTo>
                  <a:pt x="5195015" y="1991255"/>
                  <a:pt x="5164845" y="2056209"/>
                  <a:pt x="5146870" y="2095500"/>
                </a:cubicBezTo>
                <a:cubicBezTo>
                  <a:pt x="5128895" y="2134790"/>
                  <a:pt x="5107716" y="2179434"/>
                  <a:pt x="5099806" y="2194709"/>
                </a:cubicBezTo>
                <a:cubicBezTo>
                  <a:pt x="5079495" y="2233929"/>
                  <a:pt x="5097170" y="2248465"/>
                  <a:pt x="5182871" y="2263022"/>
                </a:cubicBezTo>
                <a:cubicBezTo>
                  <a:pt x="5239221" y="2272594"/>
                  <a:pt x="5256650" y="2272353"/>
                  <a:pt x="5280804" y="2261669"/>
                </a:cubicBezTo>
                <a:cubicBezTo>
                  <a:pt x="5296965" y="2254521"/>
                  <a:pt x="5344477" y="2244092"/>
                  <a:pt x="5386387" y="2238494"/>
                </a:cubicBezTo>
                <a:cubicBezTo>
                  <a:pt x="5482413" y="2225667"/>
                  <a:pt x="5488590" y="2224456"/>
                  <a:pt x="5557837" y="2204868"/>
                </a:cubicBezTo>
                <a:cubicBezTo>
                  <a:pt x="5645025" y="2180205"/>
                  <a:pt x="5677011" y="2171624"/>
                  <a:pt x="5734050" y="2157597"/>
                </a:cubicBezTo>
                <a:cubicBezTo>
                  <a:pt x="5762863" y="2150511"/>
                  <a:pt x="5831443" y="2128706"/>
                  <a:pt x="5886450" y="2109142"/>
                </a:cubicBezTo>
                <a:cubicBezTo>
                  <a:pt x="5956511" y="2084224"/>
                  <a:pt x="6005003" y="2072971"/>
                  <a:pt x="6048375" y="2071568"/>
                </a:cubicBezTo>
                <a:cubicBezTo>
                  <a:pt x="6129878" y="2068931"/>
                  <a:pt x="6262018" y="2019702"/>
                  <a:pt x="6296710" y="1979050"/>
                </a:cubicBezTo>
                <a:cubicBezTo>
                  <a:pt x="6318218" y="1953847"/>
                  <a:pt x="6323542" y="1951803"/>
                  <a:pt x="6340344" y="1962296"/>
                </a:cubicBezTo>
                <a:cubicBezTo>
                  <a:pt x="6370636" y="1981213"/>
                  <a:pt x="6547077" y="1910391"/>
                  <a:pt x="6556157" y="1875670"/>
                </a:cubicBezTo>
                <a:cubicBezTo>
                  <a:pt x="6561025" y="1857053"/>
                  <a:pt x="6677551" y="1797169"/>
                  <a:pt x="6732081" y="1785260"/>
                </a:cubicBezTo>
                <a:cubicBezTo>
                  <a:pt x="6767146" y="1777603"/>
                  <a:pt x="6860602" y="1742024"/>
                  <a:pt x="6871811" y="1732064"/>
                </a:cubicBezTo>
                <a:cubicBezTo>
                  <a:pt x="6906592" y="1701161"/>
                  <a:pt x="7001771" y="1743903"/>
                  <a:pt x="6981698" y="1781411"/>
                </a:cubicBezTo>
                <a:cubicBezTo>
                  <a:pt x="6974700" y="1794487"/>
                  <a:pt x="6975195" y="1805119"/>
                  <a:pt x="6983415" y="1818282"/>
                </a:cubicBezTo>
                <a:cubicBezTo>
                  <a:pt x="6998757" y="1842849"/>
                  <a:pt x="6989613" y="1853167"/>
                  <a:pt x="6887390" y="1926642"/>
                </a:cubicBezTo>
                <a:cubicBezTo>
                  <a:pt x="6842412" y="1958971"/>
                  <a:pt x="6782038" y="2004286"/>
                  <a:pt x="6753225" y="2027342"/>
                </a:cubicBezTo>
                <a:cubicBezTo>
                  <a:pt x="6724411" y="2050399"/>
                  <a:pt x="6683934" y="2082667"/>
                  <a:pt x="6663276" y="2099050"/>
                </a:cubicBezTo>
                <a:cubicBezTo>
                  <a:pt x="6642617" y="2115433"/>
                  <a:pt x="6599754" y="2150613"/>
                  <a:pt x="6568026" y="2177228"/>
                </a:cubicBezTo>
                <a:cubicBezTo>
                  <a:pt x="6536297" y="2203843"/>
                  <a:pt x="6493192" y="2238165"/>
                  <a:pt x="6472237" y="2253498"/>
                </a:cubicBezTo>
                <a:cubicBezTo>
                  <a:pt x="6328537" y="2358647"/>
                  <a:pt x="6076164" y="2570724"/>
                  <a:pt x="5925966" y="2712546"/>
                </a:cubicBezTo>
                <a:cubicBezTo>
                  <a:pt x="5847024" y="2787085"/>
                  <a:pt x="5808320" y="2816955"/>
                  <a:pt x="5782547" y="2823227"/>
                </a:cubicBezTo>
                <a:cubicBezTo>
                  <a:pt x="5733000" y="2835284"/>
                  <a:pt x="5665514" y="2938189"/>
                  <a:pt x="5669495" y="2995612"/>
                </a:cubicBezTo>
                <a:cubicBezTo>
                  <a:pt x="5671891" y="3030165"/>
                  <a:pt x="5674797" y="3034012"/>
                  <a:pt x="5700712" y="3036936"/>
                </a:cubicBezTo>
                <a:cubicBezTo>
                  <a:pt x="5756658" y="3043248"/>
                  <a:pt x="5770637" y="3080447"/>
                  <a:pt x="5729287" y="3112973"/>
                </a:cubicBezTo>
                <a:cubicBezTo>
                  <a:pt x="5716190" y="3123275"/>
                  <a:pt x="5705475" y="3135620"/>
                  <a:pt x="5705475" y="3140406"/>
                </a:cubicBezTo>
                <a:cubicBezTo>
                  <a:pt x="5705475" y="3150539"/>
                  <a:pt x="5787241" y="3209925"/>
                  <a:pt x="5801192" y="3209925"/>
                </a:cubicBezTo>
                <a:cubicBezTo>
                  <a:pt x="5806382" y="3209925"/>
                  <a:pt x="5827603" y="3220640"/>
                  <a:pt x="5848350" y="3233737"/>
                </a:cubicBezTo>
                <a:cubicBezTo>
                  <a:pt x="5869096" y="3246834"/>
                  <a:pt x="5898490" y="3257550"/>
                  <a:pt x="5913669" y="3257550"/>
                </a:cubicBezTo>
                <a:cubicBezTo>
                  <a:pt x="5928848" y="3257550"/>
                  <a:pt x="5946603" y="3263979"/>
                  <a:pt x="5953125" y="3271837"/>
                </a:cubicBezTo>
                <a:cubicBezTo>
                  <a:pt x="5959646" y="3279695"/>
                  <a:pt x="5974846" y="3286125"/>
                  <a:pt x="5986902" y="3286125"/>
                </a:cubicBezTo>
                <a:cubicBezTo>
                  <a:pt x="6014045" y="3286124"/>
                  <a:pt x="6094658" y="3301917"/>
                  <a:pt x="6157912" y="3319627"/>
                </a:cubicBezTo>
                <a:cubicBezTo>
                  <a:pt x="6184106" y="3326961"/>
                  <a:pt x="6218396" y="3335058"/>
                  <a:pt x="6234112" y="3337621"/>
                </a:cubicBezTo>
                <a:cubicBezTo>
                  <a:pt x="6249828" y="3340184"/>
                  <a:pt x="6294834" y="3349128"/>
                  <a:pt x="6334125" y="3357497"/>
                </a:cubicBezTo>
                <a:cubicBezTo>
                  <a:pt x="6373415" y="3365866"/>
                  <a:pt x="6422864" y="3375987"/>
                  <a:pt x="6444010" y="3379988"/>
                </a:cubicBezTo>
                <a:cubicBezTo>
                  <a:pt x="6465157" y="3383989"/>
                  <a:pt x="6487485" y="3390369"/>
                  <a:pt x="6493628" y="3394165"/>
                </a:cubicBezTo>
                <a:cubicBezTo>
                  <a:pt x="6504150" y="3400668"/>
                  <a:pt x="6566599" y="3411382"/>
                  <a:pt x="6686550" y="3427262"/>
                </a:cubicBezTo>
                <a:cubicBezTo>
                  <a:pt x="6715363" y="3431077"/>
                  <a:pt x="6745366" y="3438316"/>
                  <a:pt x="6753225" y="3443349"/>
                </a:cubicBezTo>
                <a:cubicBezTo>
                  <a:pt x="6761083" y="3448382"/>
                  <a:pt x="6794301" y="3455785"/>
                  <a:pt x="6827043" y="3459800"/>
                </a:cubicBezTo>
                <a:cubicBezTo>
                  <a:pt x="6933139" y="3472809"/>
                  <a:pt x="7004026" y="3483827"/>
                  <a:pt x="7086600" y="3500142"/>
                </a:cubicBezTo>
                <a:cubicBezTo>
                  <a:pt x="7131129" y="3508940"/>
                  <a:pt x="7197566" y="3519547"/>
                  <a:pt x="7234237" y="3523712"/>
                </a:cubicBezTo>
                <a:cubicBezTo>
                  <a:pt x="7320586" y="3533521"/>
                  <a:pt x="7351038" y="3546142"/>
                  <a:pt x="7354951" y="3573743"/>
                </a:cubicBezTo>
                <a:cubicBezTo>
                  <a:pt x="7357834" y="3594079"/>
                  <a:pt x="7363993" y="3596160"/>
                  <a:pt x="7439025" y="3602143"/>
                </a:cubicBezTo>
                <a:cubicBezTo>
                  <a:pt x="7506675" y="3607537"/>
                  <a:pt x="7586424" y="3620495"/>
                  <a:pt x="7635443" y="3634056"/>
                </a:cubicBezTo>
                <a:cubicBezTo>
                  <a:pt x="7674721" y="3644923"/>
                  <a:pt x="7649457" y="3724116"/>
                  <a:pt x="7606617" y="3724413"/>
                </a:cubicBezTo>
                <a:cubicBezTo>
                  <a:pt x="7595642" y="3724489"/>
                  <a:pt x="7567374" y="3731341"/>
                  <a:pt x="7543800" y="3739639"/>
                </a:cubicBezTo>
                <a:cubicBezTo>
                  <a:pt x="7512381" y="3750697"/>
                  <a:pt x="7486949" y="3752844"/>
                  <a:pt x="7448550" y="3747676"/>
                </a:cubicBezTo>
                <a:cubicBezTo>
                  <a:pt x="7359409" y="3735682"/>
                  <a:pt x="7328656" y="3739357"/>
                  <a:pt x="7293449" y="3766210"/>
                </a:cubicBezTo>
                <a:cubicBezTo>
                  <a:pt x="7253665" y="3796555"/>
                  <a:pt x="7219920" y="3803239"/>
                  <a:pt x="6858000" y="3852463"/>
                </a:cubicBezTo>
                <a:cubicBezTo>
                  <a:pt x="6802993" y="3859945"/>
                  <a:pt x="6732270" y="3870551"/>
                  <a:pt x="6700837" y="3876033"/>
                </a:cubicBezTo>
                <a:cubicBezTo>
                  <a:pt x="6669405" y="3881515"/>
                  <a:pt x="6585823" y="3894790"/>
                  <a:pt x="6515100" y="3905532"/>
                </a:cubicBezTo>
                <a:cubicBezTo>
                  <a:pt x="6444376" y="3916275"/>
                  <a:pt x="6375796" y="3928917"/>
                  <a:pt x="6362700" y="3933626"/>
                </a:cubicBezTo>
                <a:cubicBezTo>
                  <a:pt x="6349603" y="3938335"/>
                  <a:pt x="6319599" y="3944909"/>
                  <a:pt x="6296025" y="3948236"/>
                </a:cubicBezTo>
                <a:cubicBezTo>
                  <a:pt x="6217392" y="3959332"/>
                  <a:pt x="5957858" y="4021799"/>
                  <a:pt x="5872162" y="4050255"/>
                </a:cubicBezTo>
                <a:cubicBezTo>
                  <a:pt x="5671136" y="4117006"/>
                  <a:pt x="5516155" y="4189728"/>
                  <a:pt x="5479718" y="4234400"/>
                </a:cubicBezTo>
                <a:cubicBezTo>
                  <a:pt x="5393478" y="4340134"/>
                  <a:pt x="5399272" y="4328482"/>
                  <a:pt x="5410535" y="4373545"/>
                </a:cubicBezTo>
                <a:cubicBezTo>
                  <a:pt x="5416212" y="4396256"/>
                  <a:pt x="5422284" y="4423410"/>
                  <a:pt x="5424029" y="4433887"/>
                </a:cubicBezTo>
                <a:cubicBezTo>
                  <a:pt x="5428647" y="4461610"/>
                  <a:pt x="5475319" y="4564018"/>
                  <a:pt x="5491469" y="4581863"/>
                </a:cubicBezTo>
                <a:cubicBezTo>
                  <a:pt x="5511216" y="4603684"/>
                  <a:pt x="5543039" y="4703853"/>
                  <a:pt x="5543315" y="4745061"/>
                </a:cubicBezTo>
                <a:cubicBezTo>
                  <a:pt x="5543806" y="4818353"/>
                  <a:pt x="5573732" y="4903476"/>
                  <a:pt x="5706704" y="5209813"/>
                </a:cubicBezTo>
                <a:cubicBezTo>
                  <a:pt x="5719125" y="5238428"/>
                  <a:pt x="5777331" y="5358300"/>
                  <a:pt x="5836052" y="5476195"/>
                </a:cubicBezTo>
                <a:cubicBezTo>
                  <a:pt x="5931341" y="5667510"/>
                  <a:pt x="5941315" y="5692212"/>
                  <a:pt x="5928835" y="5706001"/>
                </a:cubicBezTo>
                <a:cubicBezTo>
                  <a:pt x="5911681" y="5724956"/>
                  <a:pt x="5941118" y="5775302"/>
                  <a:pt x="5983800" y="5800011"/>
                </a:cubicBezTo>
                <a:cubicBezTo>
                  <a:pt x="6024277" y="5823443"/>
                  <a:pt x="6074508" y="5905500"/>
                  <a:pt x="6048375" y="5905500"/>
                </a:cubicBezTo>
                <a:cubicBezTo>
                  <a:pt x="6013559" y="5905500"/>
                  <a:pt x="6128256" y="6124689"/>
                  <a:pt x="6223958" y="6241044"/>
                </a:cubicBezTo>
                <a:cubicBezTo>
                  <a:pt x="6342230" y="6384840"/>
                  <a:pt x="6375827" y="6437356"/>
                  <a:pt x="6365019" y="6461538"/>
                </a:cubicBezTo>
                <a:cubicBezTo>
                  <a:pt x="6358036" y="6477158"/>
                  <a:pt x="6361435" y="6490435"/>
                  <a:pt x="6379949" y="6519862"/>
                </a:cubicBezTo>
                <a:cubicBezTo>
                  <a:pt x="6405904" y="6561117"/>
                  <a:pt x="6477893" y="6659767"/>
                  <a:pt x="6487685" y="6667500"/>
                </a:cubicBezTo>
                <a:cubicBezTo>
                  <a:pt x="6491002" y="6670119"/>
                  <a:pt x="6496683" y="6690016"/>
                  <a:pt x="6500309" y="6711715"/>
                </a:cubicBezTo>
                <a:cubicBezTo>
                  <a:pt x="6506534" y="6748970"/>
                  <a:pt x="6505267" y="6751983"/>
                  <a:pt x="6477554" y="6765808"/>
                </a:cubicBezTo>
                <a:cubicBezTo>
                  <a:pt x="6448289" y="6780407"/>
                  <a:pt x="6448094" y="6780328"/>
                  <a:pt x="6407834" y="6737458"/>
                </a:cubicBezTo>
                <a:cubicBezTo>
                  <a:pt x="6385630" y="6713814"/>
                  <a:pt x="6363176" y="6686974"/>
                  <a:pt x="6357937" y="6677814"/>
                </a:cubicBezTo>
                <a:cubicBezTo>
                  <a:pt x="6340081" y="6646592"/>
                  <a:pt x="6272794" y="6567623"/>
                  <a:pt x="6194946" y="6486525"/>
                </a:cubicBezTo>
                <a:cubicBezTo>
                  <a:pt x="6152202" y="6441995"/>
                  <a:pt x="6106295" y="6392703"/>
                  <a:pt x="6092931" y="6376987"/>
                </a:cubicBezTo>
                <a:cubicBezTo>
                  <a:pt x="6069711" y="6349679"/>
                  <a:pt x="6068046" y="6349203"/>
                  <a:pt x="6055397" y="6366248"/>
                </a:cubicBezTo>
                <a:cubicBezTo>
                  <a:pt x="6046785" y="6377852"/>
                  <a:pt x="6035758" y="6382028"/>
                  <a:pt x="6023836" y="6378201"/>
                </a:cubicBezTo>
                <a:cubicBezTo>
                  <a:pt x="6002643" y="6371396"/>
                  <a:pt x="5235292" y="5594520"/>
                  <a:pt x="5202758" y="5546929"/>
                </a:cubicBezTo>
                <a:cubicBezTo>
                  <a:pt x="5190820" y="5529468"/>
                  <a:pt x="5169379" y="5509144"/>
                  <a:pt x="5155110" y="5501766"/>
                </a:cubicBezTo>
                <a:cubicBezTo>
                  <a:pt x="5111088" y="5479001"/>
                  <a:pt x="5088202" y="5448588"/>
                  <a:pt x="5107124" y="5437999"/>
                </a:cubicBezTo>
                <a:cubicBezTo>
                  <a:pt x="5120974" y="5430248"/>
                  <a:pt x="5119904" y="5426028"/>
                  <a:pt x="5097661" y="5400680"/>
                </a:cubicBezTo>
                <a:cubicBezTo>
                  <a:pt x="5067973" y="5366847"/>
                  <a:pt x="5061180" y="5365783"/>
                  <a:pt x="5040209" y="5391682"/>
                </a:cubicBezTo>
                <a:cubicBezTo>
                  <a:pt x="5024424" y="5411175"/>
                  <a:pt x="5024102" y="5411089"/>
                  <a:pt x="4969203" y="5372632"/>
                </a:cubicBezTo>
                <a:cubicBezTo>
                  <a:pt x="4938871" y="5351384"/>
                  <a:pt x="4911895" y="5334000"/>
                  <a:pt x="4909256" y="5334000"/>
                </a:cubicBezTo>
                <a:cubicBezTo>
                  <a:pt x="4906618" y="5334000"/>
                  <a:pt x="4880019" y="5318082"/>
                  <a:pt x="4850148" y="5298626"/>
                </a:cubicBezTo>
                <a:cubicBezTo>
                  <a:pt x="4767233" y="5244623"/>
                  <a:pt x="4753783" y="5238750"/>
                  <a:pt x="4713029" y="5238750"/>
                </a:cubicBezTo>
                <a:cubicBezTo>
                  <a:pt x="4676295" y="5238750"/>
                  <a:pt x="4675427" y="5239507"/>
                  <a:pt x="4681338" y="5266418"/>
                </a:cubicBezTo>
                <a:cubicBezTo>
                  <a:pt x="4690349" y="5307445"/>
                  <a:pt x="4674357" y="5309790"/>
                  <a:pt x="4606476" y="5277393"/>
                </a:cubicBezTo>
                <a:cubicBezTo>
                  <a:pt x="4501881" y="5227475"/>
                  <a:pt x="4428648" y="5259456"/>
                  <a:pt x="4322864" y="5401246"/>
                </a:cubicBezTo>
                <a:cubicBezTo>
                  <a:pt x="4273344" y="5467622"/>
                  <a:pt x="4179965" y="5704961"/>
                  <a:pt x="4158199" y="5819775"/>
                </a:cubicBezTo>
                <a:cubicBezTo>
                  <a:pt x="4154723" y="5838110"/>
                  <a:pt x="4146158" y="5868114"/>
                  <a:pt x="4139166" y="5886450"/>
                </a:cubicBezTo>
                <a:cubicBezTo>
                  <a:pt x="4122150" y="5931073"/>
                  <a:pt x="4095750" y="6082453"/>
                  <a:pt x="4095750" y="6135397"/>
                </a:cubicBezTo>
                <a:cubicBezTo>
                  <a:pt x="4095750" y="6158782"/>
                  <a:pt x="4091000" y="6182664"/>
                  <a:pt x="4085195" y="6188469"/>
                </a:cubicBezTo>
                <a:cubicBezTo>
                  <a:pt x="4079132" y="6194532"/>
                  <a:pt x="4072592" y="6251086"/>
                  <a:pt x="4069828" y="6321343"/>
                </a:cubicBezTo>
                <a:cubicBezTo>
                  <a:pt x="4067182" y="6388619"/>
                  <a:pt x="4061615" y="6450137"/>
                  <a:pt x="4057456" y="6458051"/>
                </a:cubicBezTo>
                <a:cubicBezTo>
                  <a:pt x="4053297" y="6465965"/>
                  <a:pt x="4049353" y="6534022"/>
                  <a:pt x="4048692" y="6609290"/>
                </a:cubicBezTo>
                <a:cubicBezTo>
                  <a:pt x="4048030" y="6684557"/>
                  <a:pt x="4044129" y="6753092"/>
                  <a:pt x="4040023" y="6761588"/>
                </a:cubicBezTo>
                <a:cubicBezTo>
                  <a:pt x="4032038" y="6778111"/>
                  <a:pt x="4033393" y="6876068"/>
                  <a:pt x="4043531" y="7015162"/>
                </a:cubicBezTo>
                <a:cubicBezTo>
                  <a:pt x="4049437" y="7096187"/>
                  <a:pt x="4048543" y="7102323"/>
                  <a:pt x="4027218" y="7127081"/>
                </a:cubicBezTo>
                <a:cubicBezTo>
                  <a:pt x="3996946" y="7162225"/>
                  <a:pt x="3989116" y="7160267"/>
                  <a:pt x="3969543" y="7112657"/>
                </a:cubicBezTo>
                <a:close/>
                <a:moveTo>
                  <a:pt x="3860106" y="6000149"/>
                </a:moveTo>
                <a:cubicBezTo>
                  <a:pt x="3857226" y="5968387"/>
                  <a:pt x="3859579" y="5920167"/>
                  <a:pt x="3865334" y="5892993"/>
                </a:cubicBezTo>
                <a:cubicBezTo>
                  <a:pt x="3871089" y="5865820"/>
                  <a:pt x="3880524" y="5805011"/>
                  <a:pt x="3886301" y="5757862"/>
                </a:cubicBezTo>
                <a:cubicBezTo>
                  <a:pt x="3897074" y="5669934"/>
                  <a:pt x="3934585" y="5513995"/>
                  <a:pt x="3957286" y="5462770"/>
                </a:cubicBezTo>
                <a:cubicBezTo>
                  <a:pt x="3964296" y="5446953"/>
                  <a:pt x="3972238" y="5425440"/>
                  <a:pt x="3974937" y="5414962"/>
                </a:cubicBezTo>
                <a:cubicBezTo>
                  <a:pt x="4020994" y="5236117"/>
                  <a:pt x="4193842" y="5012530"/>
                  <a:pt x="4319492" y="4969264"/>
                </a:cubicBezTo>
                <a:cubicBezTo>
                  <a:pt x="4340499" y="4962031"/>
                  <a:pt x="4372689" y="4950749"/>
                  <a:pt x="4391025" y="4944194"/>
                </a:cubicBezTo>
                <a:cubicBezTo>
                  <a:pt x="4489325" y="4909053"/>
                  <a:pt x="4579501" y="4898913"/>
                  <a:pt x="4617764" y="4918700"/>
                </a:cubicBezTo>
                <a:cubicBezTo>
                  <a:pt x="4632787" y="4926469"/>
                  <a:pt x="4683285" y="4937798"/>
                  <a:pt x="4729983" y="4943875"/>
                </a:cubicBezTo>
                <a:cubicBezTo>
                  <a:pt x="4776680" y="4949953"/>
                  <a:pt x="4818959" y="4958779"/>
                  <a:pt x="4823936" y="4963488"/>
                </a:cubicBezTo>
                <a:cubicBezTo>
                  <a:pt x="4828913" y="4968197"/>
                  <a:pt x="4842590" y="4972050"/>
                  <a:pt x="4854330" y="4972050"/>
                </a:cubicBezTo>
                <a:cubicBezTo>
                  <a:pt x="4866070" y="4972050"/>
                  <a:pt x="4878006" y="4975821"/>
                  <a:pt x="4880855" y="4980431"/>
                </a:cubicBezTo>
                <a:cubicBezTo>
                  <a:pt x="4883704" y="4985041"/>
                  <a:pt x="4907513" y="4995837"/>
                  <a:pt x="4933763" y="5004423"/>
                </a:cubicBezTo>
                <a:cubicBezTo>
                  <a:pt x="5065038" y="5047361"/>
                  <a:pt x="5272646" y="5213415"/>
                  <a:pt x="5505120" y="5461419"/>
                </a:cubicBezTo>
                <a:cubicBezTo>
                  <a:pt x="5565739" y="5526088"/>
                  <a:pt x="5577399" y="5519575"/>
                  <a:pt x="5531192" y="5446856"/>
                </a:cubicBezTo>
                <a:cubicBezTo>
                  <a:pt x="5513388" y="5418837"/>
                  <a:pt x="5480546" y="5357336"/>
                  <a:pt x="5458210" y="5310187"/>
                </a:cubicBezTo>
                <a:cubicBezTo>
                  <a:pt x="5435873" y="5263038"/>
                  <a:pt x="5413061" y="5215890"/>
                  <a:pt x="5407516" y="5205412"/>
                </a:cubicBezTo>
                <a:cubicBezTo>
                  <a:pt x="5401971" y="5194935"/>
                  <a:pt x="5385133" y="5160645"/>
                  <a:pt x="5370097" y="5129212"/>
                </a:cubicBezTo>
                <a:cubicBezTo>
                  <a:pt x="5355061" y="5097780"/>
                  <a:pt x="5338645" y="5064619"/>
                  <a:pt x="5333617" y="5055522"/>
                </a:cubicBezTo>
                <a:cubicBezTo>
                  <a:pt x="5328589" y="5046426"/>
                  <a:pt x="5324475" y="5033849"/>
                  <a:pt x="5324475" y="5027574"/>
                </a:cubicBezTo>
                <a:cubicBezTo>
                  <a:pt x="5324475" y="5021298"/>
                  <a:pt x="5315390" y="4997399"/>
                  <a:pt x="5304288" y="4974463"/>
                </a:cubicBezTo>
                <a:cubicBezTo>
                  <a:pt x="5285174" y="4934981"/>
                  <a:pt x="5278740" y="4914525"/>
                  <a:pt x="5257088" y="4824412"/>
                </a:cubicBezTo>
                <a:cubicBezTo>
                  <a:pt x="5252053" y="4803457"/>
                  <a:pt x="5244066" y="4777740"/>
                  <a:pt x="5239339" y="4767262"/>
                </a:cubicBezTo>
                <a:cubicBezTo>
                  <a:pt x="5225135" y="4735781"/>
                  <a:pt x="5217067" y="4675630"/>
                  <a:pt x="5218385" y="4611033"/>
                </a:cubicBezTo>
                <a:cubicBezTo>
                  <a:pt x="5219069" y="4577494"/>
                  <a:pt x="5215185" y="4544700"/>
                  <a:pt x="5209755" y="4538156"/>
                </a:cubicBezTo>
                <a:cubicBezTo>
                  <a:pt x="5204075" y="4531312"/>
                  <a:pt x="5201055" y="4490454"/>
                  <a:pt x="5202646" y="4441973"/>
                </a:cubicBezTo>
                <a:cubicBezTo>
                  <a:pt x="5205173" y="4364966"/>
                  <a:pt x="5207120" y="4357443"/>
                  <a:pt x="5225189" y="4354860"/>
                </a:cubicBezTo>
                <a:cubicBezTo>
                  <a:pt x="5238029" y="4353025"/>
                  <a:pt x="5248890" y="4359706"/>
                  <a:pt x="5256154" y="4373910"/>
                </a:cubicBezTo>
                <a:cubicBezTo>
                  <a:pt x="5265522" y="4392227"/>
                  <a:pt x="5266404" y="4387263"/>
                  <a:pt x="5261576" y="4343400"/>
                </a:cubicBezTo>
                <a:cubicBezTo>
                  <a:pt x="5257978" y="4310711"/>
                  <a:pt x="5248672" y="4283247"/>
                  <a:pt x="5236827" y="4270360"/>
                </a:cubicBezTo>
                <a:cubicBezTo>
                  <a:pt x="5212068" y="4243425"/>
                  <a:pt x="5218594" y="4211497"/>
                  <a:pt x="5270571" y="4105275"/>
                </a:cubicBezTo>
                <a:cubicBezTo>
                  <a:pt x="5333347" y="3976982"/>
                  <a:pt x="5494528" y="3825430"/>
                  <a:pt x="5634037" y="3763524"/>
                </a:cubicBezTo>
                <a:cubicBezTo>
                  <a:pt x="5705611" y="3731763"/>
                  <a:pt x="5722711" y="3724871"/>
                  <a:pt x="5767387" y="3709776"/>
                </a:cubicBezTo>
                <a:cubicBezTo>
                  <a:pt x="5793581" y="3700926"/>
                  <a:pt x="5823585" y="3690174"/>
                  <a:pt x="5834062" y="3685884"/>
                </a:cubicBezTo>
                <a:cubicBezTo>
                  <a:pt x="5844540" y="3681594"/>
                  <a:pt x="5863828" y="3676053"/>
                  <a:pt x="5876925" y="3673570"/>
                </a:cubicBezTo>
                <a:cubicBezTo>
                  <a:pt x="5890021" y="3671087"/>
                  <a:pt x="5913596" y="3664598"/>
                  <a:pt x="5929312" y="3659151"/>
                </a:cubicBezTo>
                <a:cubicBezTo>
                  <a:pt x="5992185" y="3637361"/>
                  <a:pt x="6122896" y="3609974"/>
                  <a:pt x="6164027" y="3609975"/>
                </a:cubicBezTo>
                <a:cubicBezTo>
                  <a:pt x="6179688" y="3609975"/>
                  <a:pt x="6201769" y="3605015"/>
                  <a:pt x="6213094" y="3598954"/>
                </a:cubicBezTo>
                <a:cubicBezTo>
                  <a:pt x="6233220" y="3588183"/>
                  <a:pt x="6233260" y="3587766"/>
                  <a:pt x="6214850" y="3580573"/>
                </a:cubicBezTo>
                <a:cubicBezTo>
                  <a:pt x="6204489" y="3576525"/>
                  <a:pt x="6177028" y="3572912"/>
                  <a:pt x="6153826" y="3572544"/>
                </a:cubicBezTo>
                <a:cubicBezTo>
                  <a:pt x="6112392" y="3571886"/>
                  <a:pt x="6060883" y="3559347"/>
                  <a:pt x="6025908" y="3541403"/>
                </a:cubicBezTo>
                <a:cubicBezTo>
                  <a:pt x="6016171" y="3536408"/>
                  <a:pt x="5984025" y="3524408"/>
                  <a:pt x="5954471" y="3514738"/>
                </a:cubicBezTo>
                <a:cubicBezTo>
                  <a:pt x="5745672" y="3446417"/>
                  <a:pt x="5572125" y="3329137"/>
                  <a:pt x="5572125" y="3256357"/>
                </a:cubicBezTo>
                <a:cubicBezTo>
                  <a:pt x="5572125" y="3250955"/>
                  <a:pt x="5554980" y="3230547"/>
                  <a:pt x="5534025" y="3211007"/>
                </a:cubicBezTo>
                <a:cubicBezTo>
                  <a:pt x="5511969" y="3190441"/>
                  <a:pt x="5495925" y="3166688"/>
                  <a:pt x="5495925" y="3154602"/>
                </a:cubicBezTo>
                <a:cubicBezTo>
                  <a:pt x="5495925" y="3139086"/>
                  <a:pt x="5490222" y="3133725"/>
                  <a:pt x="5473722" y="3133725"/>
                </a:cubicBezTo>
                <a:cubicBezTo>
                  <a:pt x="5434745" y="3133725"/>
                  <a:pt x="5409345" y="3048075"/>
                  <a:pt x="5434115" y="3000174"/>
                </a:cubicBezTo>
                <a:cubicBezTo>
                  <a:pt x="5441917" y="2985088"/>
                  <a:pt x="5448300" y="2962070"/>
                  <a:pt x="5448300" y="2949022"/>
                </a:cubicBezTo>
                <a:cubicBezTo>
                  <a:pt x="5448300" y="2935974"/>
                  <a:pt x="5452586" y="2922650"/>
                  <a:pt x="5457825" y="2919412"/>
                </a:cubicBezTo>
                <a:cubicBezTo>
                  <a:pt x="5463063" y="2916174"/>
                  <a:pt x="5467350" y="2905157"/>
                  <a:pt x="5467350" y="2894930"/>
                </a:cubicBezTo>
                <a:cubicBezTo>
                  <a:pt x="5467350" y="2884702"/>
                  <a:pt x="5484495" y="2851217"/>
                  <a:pt x="5505450" y="2820518"/>
                </a:cubicBezTo>
                <a:cubicBezTo>
                  <a:pt x="5526405" y="2789818"/>
                  <a:pt x="5543550" y="2761797"/>
                  <a:pt x="5543550" y="2758247"/>
                </a:cubicBezTo>
                <a:cubicBezTo>
                  <a:pt x="5543550" y="2749833"/>
                  <a:pt x="5617679" y="2642664"/>
                  <a:pt x="5648325" y="2606773"/>
                </a:cubicBezTo>
                <a:cubicBezTo>
                  <a:pt x="5680797" y="2568743"/>
                  <a:pt x="5791801" y="2472809"/>
                  <a:pt x="5895150" y="2393459"/>
                </a:cubicBezTo>
                <a:cubicBezTo>
                  <a:pt x="5922791" y="2372236"/>
                  <a:pt x="5884963" y="2379092"/>
                  <a:pt x="5831129" y="2405062"/>
                </a:cubicBezTo>
                <a:cubicBezTo>
                  <a:pt x="5803980" y="2418159"/>
                  <a:pt x="5776952" y="2428874"/>
                  <a:pt x="5771065" y="2428875"/>
                </a:cubicBezTo>
                <a:cubicBezTo>
                  <a:pt x="5765179" y="2428875"/>
                  <a:pt x="5734083" y="2437245"/>
                  <a:pt x="5701962" y="2447476"/>
                </a:cubicBezTo>
                <a:cubicBezTo>
                  <a:pt x="5578626" y="2486761"/>
                  <a:pt x="5543619" y="2495550"/>
                  <a:pt x="5510468" y="2495550"/>
                </a:cubicBezTo>
                <a:cubicBezTo>
                  <a:pt x="5491623" y="2495550"/>
                  <a:pt x="5466711" y="2501517"/>
                  <a:pt x="5455108" y="2508810"/>
                </a:cubicBezTo>
                <a:cubicBezTo>
                  <a:pt x="5442826" y="2516530"/>
                  <a:pt x="5380287" y="2526702"/>
                  <a:pt x="5305425" y="2533157"/>
                </a:cubicBezTo>
                <a:cubicBezTo>
                  <a:pt x="5234701" y="2539254"/>
                  <a:pt x="5163978" y="2545728"/>
                  <a:pt x="5148262" y="2547543"/>
                </a:cubicBezTo>
                <a:cubicBezTo>
                  <a:pt x="5117215" y="2551128"/>
                  <a:pt x="4921674" y="2527751"/>
                  <a:pt x="4866485" y="2513856"/>
                </a:cubicBezTo>
                <a:cubicBezTo>
                  <a:pt x="4783144" y="2492873"/>
                  <a:pt x="4747002" y="2402424"/>
                  <a:pt x="4785317" y="2310724"/>
                </a:cubicBezTo>
                <a:cubicBezTo>
                  <a:pt x="4793722" y="2290607"/>
                  <a:pt x="4800600" y="2272936"/>
                  <a:pt x="4800600" y="2271455"/>
                </a:cubicBezTo>
                <a:cubicBezTo>
                  <a:pt x="4800600" y="2269974"/>
                  <a:pt x="4783682" y="2271031"/>
                  <a:pt x="4763005" y="2273805"/>
                </a:cubicBezTo>
                <a:cubicBezTo>
                  <a:pt x="4735856" y="2277446"/>
                  <a:pt x="4721112" y="2274548"/>
                  <a:pt x="4709938" y="2263373"/>
                </a:cubicBezTo>
                <a:cubicBezTo>
                  <a:pt x="4701427" y="2254863"/>
                  <a:pt x="4689296" y="2247899"/>
                  <a:pt x="4682979" y="2247899"/>
                </a:cubicBezTo>
                <a:cubicBezTo>
                  <a:pt x="4652434" y="2247899"/>
                  <a:pt x="4543425" y="2107813"/>
                  <a:pt x="4543425" y="2068560"/>
                </a:cubicBezTo>
                <a:cubicBezTo>
                  <a:pt x="4543425" y="2059186"/>
                  <a:pt x="4537131" y="2043195"/>
                  <a:pt x="4529440" y="2033026"/>
                </a:cubicBezTo>
                <a:cubicBezTo>
                  <a:pt x="4521748" y="2022857"/>
                  <a:pt x="4515319" y="2003275"/>
                  <a:pt x="4515152" y="1989510"/>
                </a:cubicBezTo>
                <a:cubicBezTo>
                  <a:pt x="4514986" y="1975744"/>
                  <a:pt x="4508838" y="1959493"/>
                  <a:pt x="4501490" y="1953394"/>
                </a:cubicBezTo>
                <a:cubicBezTo>
                  <a:pt x="4494142" y="1947296"/>
                  <a:pt x="4485705" y="1924268"/>
                  <a:pt x="4482742" y="1902222"/>
                </a:cubicBezTo>
                <a:cubicBezTo>
                  <a:pt x="4469226" y="1801654"/>
                  <a:pt x="4464433" y="1781191"/>
                  <a:pt x="4451971" y="1770848"/>
                </a:cubicBezTo>
                <a:cubicBezTo>
                  <a:pt x="4436391" y="1757917"/>
                  <a:pt x="4435196" y="1679820"/>
                  <a:pt x="4449360" y="1600200"/>
                </a:cubicBezTo>
                <a:cubicBezTo>
                  <a:pt x="4454486" y="1571386"/>
                  <a:pt x="4462305" y="1522095"/>
                  <a:pt x="4466735" y="1490662"/>
                </a:cubicBezTo>
                <a:cubicBezTo>
                  <a:pt x="4477798" y="1412178"/>
                  <a:pt x="4492847" y="1358296"/>
                  <a:pt x="4504821" y="1354305"/>
                </a:cubicBezTo>
                <a:cubicBezTo>
                  <a:pt x="4520354" y="1349127"/>
                  <a:pt x="4516649" y="1314450"/>
                  <a:pt x="4500562" y="1314450"/>
                </a:cubicBezTo>
                <a:cubicBezTo>
                  <a:pt x="4492704" y="1314450"/>
                  <a:pt x="4486275" y="1322665"/>
                  <a:pt x="4486275" y="1332706"/>
                </a:cubicBezTo>
                <a:cubicBezTo>
                  <a:pt x="4486275" y="1342747"/>
                  <a:pt x="4483060" y="1352391"/>
                  <a:pt x="4479131" y="1354137"/>
                </a:cubicBezTo>
                <a:cubicBezTo>
                  <a:pt x="4475202" y="1355883"/>
                  <a:pt x="4456486" y="1380886"/>
                  <a:pt x="4437541" y="1409700"/>
                </a:cubicBezTo>
                <a:cubicBezTo>
                  <a:pt x="4381600" y="1494779"/>
                  <a:pt x="4257743" y="1636084"/>
                  <a:pt x="4225575" y="1651526"/>
                </a:cubicBezTo>
                <a:cubicBezTo>
                  <a:pt x="4209178" y="1659397"/>
                  <a:pt x="4152900" y="1709319"/>
                  <a:pt x="4100512" y="1762462"/>
                </a:cubicBezTo>
                <a:cubicBezTo>
                  <a:pt x="3991145" y="1873407"/>
                  <a:pt x="3979839" y="1881330"/>
                  <a:pt x="3952082" y="1866475"/>
                </a:cubicBezTo>
                <a:cubicBezTo>
                  <a:pt x="3936471" y="1858121"/>
                  <a:pt x="3928694" y="1859065"/>
                  <a:pt x="3915613" y="1870903"/>
                </a:cubicBezTo>
                <a:cubicBezTo>
                  <a:pt x="3906469" y="1879178"/>
                  <a:pt x="3895996" y="1885950"/>
                  <a:pt x="3892339" y="1885950"/>
                </a:cubicBezTo>
                <a:cubicBezTo>
                  <a:pt x="3888683" y="1885950"/>
                  <a:pt x="3870406" y="1899880"/>
                  <a:pt x="3851722" y="1916906"/>
                </a:cubicBezTo>
                <a:cubicBezTo>
                  <a:pt x="3739617" y="2019067"/>
                  <a:pt x="3547980" y="2036825"/>
                  <a:pt x="3392022" y="1959504"/>
                </a:cubicBezTo>
                <a:cubicBezTo>
                  <a:pt x="3303423" y="1915578"/>
                  <a:pt x="3059054" y="1625252"/>
                  <a:pt x="3057525" y="1562100"/>
                </a:cubicBezTo>
                <a:cubicBezTo>
                  <a:pt x="3057335" y="1554241"/>
                  <a:pt x="3044398" y="1524624"/>
                  <a:pt x="3028777" y="1496284"/>
                </a:cubicBezTo>
                <a:cubicBezTo>
                  <a:pt x="3013156" y="1467944"/>
                  <a:pt x="3000348" y="1440083"/>
                  <a:pt x="3000316" y="1434371"/>
                </a:cubicBezTo>
                <a:cubicBezTo>
                  <a:pt x="3000284" y="1428660"/>
                  <a:pt x="2994411" y="1412784"/>
                  <a:pt x="2987267" y="1399091"/>
                </a:cubicBezTo>
                <a:cubicBezTo>
                  <a:pt x="2980122" y="1385398"/>
                  <a:pt x="2964497" y="1337178"/>
                  <a:pt x="2952545" y="1291935"/>
                </a:cubicBezTo>
                <a:cubicBezTo>
                  <a:pt x="2928239" y="1199927"/>
                  <a:pt x="2919087" y="1190858"/>
                  <a:pt x="2910380" y="1250156"/>
                </a:cubicBezTo>
                <a:cubicBezTo>
                  <a:pt x="2895429" y="1351975"/>
                  <a:pt x="2883417" y="1416207"/>
                  <a:pt x="2875561" y="1436341"/>
                </a:cubicBezTo>
                <a:cubicBezTo>
                  <a:pt x="2870866" y="1448375"/>
                  <a:pt x="2867025" y="1470388"/>
                  <a:pt x="2867025" y="1485259"/>
                </a:cubicBezTo>
                <a:cubicBezTo>
                  <a:pt x="2867025" y="1500130"/>
                  <a:pt x="2860622" y="1524574"/>
                  <a:pt x="2852796" y="1539579"/>
                </a:cubicBezTo>
                <a:cubicBezTo>
                  <a:pt x="2844970" y="1554585"/>
                  <a:pt x="2838486" y="1573291"/>
                  <a:pt x="2838388" y="1581150"/>
                </a:cubicBezTo>
                <a:cubicBezTo>
                  <a:pt x="2838184" y="1597390"/>
                  <a:pt x="2791908" y="1691463"/>
                  <a:pt x="2764659" y="1731031"/>
                </a:cubicBezTo>
                <a:cubicBezTo>
                  <a:pt x="2754685" y="1745513"/>
                  <a:pt x="2740915" y="1771428"/>
                  <a:pt x="2734057" y="1788621"/>
                </a:cubicBezTo>
                <a:cubicBezTo>
                  <a:pt x="2709541" y="1850081"/>
                  <a:pt x="2584564" y="1962585"/>
                  <a:pt x="2485737" y="2012157"/>
                </a:cubicBezTo>
                <a:cubicBezTo>
                  <a:pt x="2436127" y="2037042"/>
                  <a:pt x="2388289" y="2057402"/>
                  <a:pt x="2379430" y="2057401"/>
                </a:cubicBezTo>
                <a:cubicBezTo>
                  <a:pt x="2370572" y="2057400"/>
                  <a:pt x="2361017" y="2061132"/>
                  <a:pt x="2358198" y="2065694"/>
                </a:cubicBezTo>
                <a:cubicBezTo>
                  <a:pt x="2352012" y="2075702"/>
                  <a:pt x="2283612" y="2085038"/>
                  <a:pt x="2163615" y="2092253"/>
                </a:cubicBezTo>
                <a:cubicBezTo>
                  <a:pt x="2037774" y="2099818"/>
                  <a:pt x="1772297" y="2045043"/>
                  <a:pt x="1664378" y="1989246"/>
                </a:cubicBezTo>
                <a:cubicBezTo>
                  <a:pt x="1619587" y="1966088"/>
                  <a:pt x="1609541" y="1962150"/>
                  <a:pt x="1595267" y="1962150"/>
                </a:cubicBezTo>
                <a:cubicBezTo>
                  <a:pt x="1587174" y="1962150"/>
                  <a:pt x="1578084" y="1955720"/>
                  <a:pt x="1575069" y="1947862"/>
                </a:cubicBezTo>
                <a:cubicBezTo>
                  <a:pt x="1570275" y="1935368"/>
                  <a:pt x="1533525" y="1926520"/>
                  <a:pt x="1533525" y="1937859"/>
                </a:cubicBezTo>
                <a:cubicBezTo>
                  <a:pt x="1533525" y="1940216"/>
                  <a:pt x="1546134" y="1960829"/>
                  <a:pt x="1561547" y="1983666"/>
                </a:cubicBezTo>
                <a:cubicBezTo>
                  <a:pt x="1590948" y="2027230"/>
                  <a:pt x="1649492" y="2140088"/>
                  <a:pt x="1688734" y="2228850"/>
                </a:cubicBezTo>
                <a:cubicBezTo>
                  <a:pt x="1701472" y="2257663"/>
                  <a:pt x="1720761" y="2300929"/>
                  <a:pt x="1731599" y="2324998"/>
                </a:cubicBezTo>
                <a:cubicBezTo>
                  <a:pt x="1751977" y="2370256"/>
                  <a:pt x="1781174" y="2505176"/>
                  <a:pt x="1781174" y="2554087"/>
                </a:cubicBezTo>
                <a:cubicBezTo>
                  <a:pt x="1781174" y="2569409"/>
                  <a:pt x="1787926" y="2592249"/>
                  <a:pt x="1796178" y="2604843"/>
                </a:cubicBezTo>
                <a:cubicBezTo>
                  <a:pt x="1819477" y="2640401"/>
                  <a:pt x="1799727" y="2880777"/>
                  <a:pt x="1771154" y="2909411"/>
                </a:cubicBezTo>
                <a:cubicBezTo>
                  <a:pt x="1766188" y="2914388"/>
                  <a:pt x="1762125" y="2926406"/>
                  <a:pt x="1762125" y="2936119"/>
                </a:cubicBezTo>
                <a:cubicBezTo>
                  <a:pt x="1762125" y="2999237"/>
                  <a:pt x="1555561" y="3285002"/>
                  <a:pt x="1451863" y="3365343"/>
                </a:cubicBezTo>
                <a:cubicBezTo>
                  <a:pt x="1349938" y="3444310"/>
                  <a:pt x="1266699" y="3505199"/>
                  <a:pt x="1260672" y="3505200"/>
                </a:cubicBezTo>
                <a:cubicBezTo>
                  <a:pt x="1257187" y="3505200"/>
                  <a:pt x="1240286" y="3515915"/>
                  <a:pt x="1223115" y="3529012"/>
                </a:cubicBezTo>
                <a:cubicBezTo>
                  <a:pt x="1205944" y="3542109"/>
                  <a:pt x="1187681" y="3552825"/>
                  <a:pt x="1182529" y="3552825"/>
                </a:cubicBezTo>
                <a:cubicBezTo>
                  <a:pt x="1177377" y="3552825"/>
                  <a:pt x="1171733" y="3556039"/>
                  <a:pt x="1169987" y="3559968"/>
                </a:cubicBezTo>
                <a:cubicBezTo>
                  <a:pt x="1163415" y="3574755"/>
                  <a:pt x="1088588" y="3608108"/>
                  <a:pt x="1035408" y="3619954"/>
                </a:cubicBezTo>
                <a:cubicBezTo>
                  <a:pt x="947043" y="3639637"/>
                  <a:pt x="954755" y="3650820"/>
                  <a:pt x="1064418" y="3662018"/>
                </a:cubicBezTo>
                <a:cubicBezTo>
                  <a:pt x="1091922" y="3664827"/>
                  <a:pt x="1136927" y="3669474"/>
                  <a:pt x="1164431" y="3672346"/>
                </a:cubicBezTo>
                <a:cubicBezTo>
                  <a:pt x="1191934" y="3675218"/>
                  <a:pt x="1223010" y="3681077"/>
                  <a:pt x="1233487" y="3685366"/>
                </a:cubicBezTo>
                <a:cubicBezTo>
                  <a:pt x="1243965" y="3689654"/>
                  <a:pt x="1271825" y="3698217"/>
                  <a:pt x="1295400" y="3704393"/>
                </a:cubicBezTo>
                <a:cubicBezTo>
                  <a:pt x="1397750" y="3731209"/>
                  <a:pt x="1466850" y="3755517"/>
                  <a:pt x="1466850" y="3764705"/>
                </a:cubicBezTo>
                <a:cubicBezTo>
                  <a:pt x="1466850" y="3768662"/>
                  <a:pt x="1474897" y="3771900"/>
                  <a:pt x="1484733" y="3771900"/>
                </a:cubicBezTo>
                <a:cubicBezTo>
                  <a:pt x="1494569" y="3771900"/>
                  <a:pt x="1507953" y="3778329"/>
                  <a:pt x="1514475" y="3786187"/>
                </a:cubicBezTo>
                <a:cubicBezTo>
                  <a:pt x="1520996" y="3794045"/>
                  <a:pt x="1531747" y="3800475"/>
                  <a:pt x="1538365" y="3800475"/>
                </a:cubicBezTo>
                <a:cubicBezTo>
                  <a:pt x="1552867" y="3800475"/>
                  <a:pt x="1581060" y="3815241"/>
                  <a:pt x="1638300" y="3852817"/>
                </a:cubicBezTo>
                <a:cubicBezTo>
                  <a:pt x="1818843" y="3971339"/>
                  <a:pt x="1929361" y="4163435"/>
                  <a:pt x="1876556" y="4266941"/>
                </a:cubicBezTo>
                <a:cubicBezTo>
                  <a:pt x="1866006" y="4287621"/>
                  <a:pt x="1857375" y="4312680"/>
                  <a:pt x="1857375" y="4322629"/>
                </a:cubicBezTo>
                <a:cubicBezTo>
                  <a:pt x="1857375" y="4332578"/>
                  <a:pt x="1840230" y="4360195"/>
                  <a:pt x="1819275" y="4384001"/>
                </a:cubicBezTo>
                <a:cubicBezTo>
                  <a:pt x="1798320" y="4407807"/>
                  <a:pt x="1781175" y="4429842"/>
                  <a:pt x="1781175" y="4432967"/>
                </a:cubicBezTo>
                <a:cubicBezTo>
                  <a:pt x="1781175" y="4436093"/>
                  <a:pt x="1813502" y="4438650"/>
                  <a:pt x="1853014" y="4438650"/>
                </a:cubicBezTo>
                <a:cubicBezTo>
                  <a:pt x="1896554" y="4438650"/>
                  <a:pt x="1930454" y="4443340"/>
                  <a:pt x="1939070" y="4450556"/>
                </a:cubicBezTo>
                <a:cubicBezTo>
                  <a:pt x="1976480" y="4481888"/>
                  <a:pt x="1981199" y="4490053"/>
                  <a:pt x="1981200" y="4523445"/>
                </a:cubicBezTo>
                <a:cubicBezTo>
                  <a:pt x="1981200" y="4551996"/>
                  <a:pt x="1986079" y="4561867"/>
                  <a:pt x="2005269" y="4572137"/>
                </a:cubicBezTo>
                <a:cubicBezTo>
                  <a:pt x="2037470" y="4589371"/>
                  <a:pt x="2041025" y="4609783"/>
                  <a:pt x="2028466" y="4705350"/>
                </a:cubicBezTo>
                <a:cubicBezTo>
                  <a:pt x="2022615" y="4749879"/>
                  <a:pt x="2014723" y="4809886"/>
                  <a:pt x="2010928" y="4838700"/>
                </a:cubicBezTo>
                <a:cubicBezTo>
                  <a:pt x="1994881" y="4960558"/>
                  <a:pt x="1889405" y="5162276"/>
                  <a:pt x="1777078" y="5285925"/>
                </a:cubicBezTo>
                <a:cubicBezTo>
                  <a:pt x="1755438" y="5309747"/>
                  <a:pt x="1731980" y="5336738"/>
                  <a:pt x="1724949" y="5345906"/>
                </a:cubicBezTo>
                <a:cubicBezTo>
                  <a:pt x="1703147" y="5374336"/>
                  <a:pt x="1733832" y="5366389"/>
                  <a:pt x="1771650" y="5333811"/>
                </a:cubicBezTo>
                <a:cubicBezTo>
                  <a:pt x="1799360" y="5309939"/>
                  <a:pt x="1876465" y="5259684"/>
                  <a:pt x="1954035" y="5214937"/>
                </a:cubicBezTo>
                <a:cubicBezTo>
                  <a:pt x="2044678" y="5162648"/>
                  <a:pt x="2166665" y="5095875"/>
                  <a:pt x="2171547" y="5095875"/>
                </a:cubicBezTo>
                <a:cubicBezTo>
                  <a:pt x="2174909" y="5095875"/>
                  <a:pt x="2198821" y="5085886"/>
                  <a:pt x="2224686" y="5073678"/>
                </a:cubicBezTo>
                <a:cubicBezTo>
                  <a:pt x="2250550" y="5061470"/>
                  <a:pt x="2297430" y="5043736"/>
                  <a:pt x="2328862" y="5034268"/>
                </a:cubicBezTo>
                <a:cubicBezTo>
                  <a:pt x="2360295" y="5024801"/>
                  <a:pt x="2390298" y="5013896"/>
                  <a:pt x="2395537" y="5010036"/>
                </a:cubicBezTo>
                <a:cubicBezTo>
                  <a:pt x="2405775" y="5002493"/>
                  <a:pt x="2435093" y="4996180"/>
                  <a:pt x="2535850" y="4979824"/>
                </a:cubicBezTo>
                <a:cubicBezTo>
                  <a:pt x="2607112" y="4968257"/>
                  <a:pt x="2628900" y="4976360"/>
                  <a:pt x="2628900" y="5014430"/>
                </a:cubicBezTo>
                <a:cubicBezTo>
                  <a:pt x="2628900" y="5033558"/>
                  <a:pt x="2632928" y="5035156"/>
                  <a:pt x="2674143" y="5032377"/>
                </a:cubicBezTo>
                <a:cubicBezTo>
                  <a:pt x="2699027" y="5030699"/>
                  <a:pt x="2755075" y="5027685"/>
                  <a:pt x="2798694" y="5025679"/>
                </a:cubicBezTo>
                <a:cubicBezTo>
                  <a:pt x="2842313" y="5023673"/>
                  <a:pt x="2882819" y="5017215"/>
                  <a:pt x="2888706" y="5011328"/>
                </a:cubicBezTo>
                <a:cubicBezTo>
                  <a:pt x="2894593" y="5005441"/>
                  <a:pt x="2904558" y="5000625"/>
                  <a:pt x="2910851" y="5000625"/>
                </a:cubicBezTo>
                <a:cubicBezTo>
                  <a:pt x="2926077" y="5000625"/>
                  <a:pt x="2962259" y="5062928"/>
                  <a:pt x="2962333" y="5089275"/>
                </a:cubicBezTo>
                <a:cubicBezTo>
                  <a:pt x="2962365" y="5100763"/>
                  <a:pt x="2968795" y="5122439"/>
                  <a:pt x="2976621" y="5137445"/>
                </a:cubicBezTo>
                <a:cubicBezTo>
                  <a:pt x="2984447" y="5152450"/>
                  <a:pt x="2990850" y="5170879"/>
                  <a:pt x="2990850" y="5178399"/>
                </a:cubicBezTo>
                <a:cubicBezTo>
                  <a:pt x="2990850" y="5205244"/>
                  <a:pt x="3019147" y="5246140"/>
                  <a:pt x="3041626" y="5251782"/>
                </a:cubicBezTo>
                <a:cubicBezTo>
                  <a:pt x="3071210" y="5259207"/>
                  <a:pt x="3124581" y="5367979"/>
                  <a:pt x="3147399" y="5467350"/>
                </a:cubicBezTo>
                <a:cubicBezTo>
                  <a:pt x="3156420" y="5506640"/>
                  <a:pt x="3167630" y="5551646"/>
                  <a:pt x="3172308" y="5567362"/>
                </a:cubicBezTo>
                <a:cubicBezTo>
                  <a:pt x="3176987" y="5583078"/>
                  <a:pt x="3183694" y="5627012"/>
                  <a:pt x="3187212" y="5664993"/>
                </a:cubicBezTo>
                <a:cubicBezTo>
                  <a:pt x="3190731" y="5702974"/>
                  <a:pt x="3196291" y="5734050"/>
                  <a:pt x="3199569" y="5734050"/>
                </a:cubicBezTo>
                <a:cubicBezTo>
                  <a:pt x="3202846" y="5734050"/>
                  <a:pt x="3219156" y="5709404"/>
                  <a:pt x="3235814" y="5679281"/>
                </a:cubicBezTo>
                <a:cubicBezTo>
                  <a:pt x="3270446" y="5616655"/>
                  <a:pt x="3295665" y="5588000"/>
                  <a:pt x="3379241" y="5516313"/>
                </a:cubicBezTo>
                <a:lnTo>
                  <a:pt x="3438755" y="5465265"/>
                </a:lnTo>
                <a:lnTo>
                  <a:pt x="3471342" y="5490120"/>
                </a:lnTo>
                <a:cubicBezTo>
                  <a:pt x="3489265" y="5503790"/>
                  <a:pt x="3511715" y="5515070"/>
                  <a:pt x="3521233" y="5515186"/>
                </a:cubicBezTo>
                <a:cubicBezTo>
                  <a:pt x="3544623" y="5515473"/>
                  <a:pt x="3576174" y="5542183"/>
                  <a:pt x="3594115" y="5576887"/>
                </a:cubicBezTo>
                <a:cubicBezTo>
                  <a:pt x="3602240" y="5592603"/>
                  <a:pt x="3622265" y="5620464"/>
                  <a:pt x="3638615" y="5638800"/>
                </a:cubicBezTo>
                <a:cubicBezTo>
                  <a:pt x="3706894" y="5715369"/>
                  <a:pt x="3777068" y="5836008"/>
                  <a:pt x="3810372" y="5934075"/>
                </a:cubicBezTo>
                <a:cubicBezTo>
                  <a:pt x="3821936" y="5968126"/>
                  <a:pt x="3835156" y="6000059"/>
                  <a:pt x="3839749" y="6005036"/>
                </a:cubicBezTo>
                <a:cubicBezTo>
                  <a:pt x="3844342" y="6010013"/>
                  <a:pt x="3848100" y="6023943"/>
                  <a:pt x="3848100" y="6035992"/>
                </a:cubicBezTo>
                <a:cubicBezTo>
                  <a:pt x="3848100" y="6048041"/>
                  <a:pt x="3851979" y="6057900"/>
                  <a:pt x="3856721" y="6057900"/>
                </a:cubicBezTo>
                <a:cubicBezTo>
                  <a:pt x="3861495" y="6057900"/>
                  <a:pt x="3863006" y="6032123"/>
                  <a:pt x="3860106" y="6000149"/>
                </a:cubicBezTo>
                <a:close/>
                <a:moveTo>
                  <a:pt x="5233987" y="5510507"/>
                </a:moveTo>
                <a:cubicBezTo>
                  <a:pt x="5203717" y="5485696"/>
                  <a:pt x="5191125" y="5481070"/>
                  <a:pt x="5191125" y="5494763"/>
                </a:cubicBezTo>
                <a:cubicBezTo>
                  <a:pt x="5191125" y="5506150"/>
                  <a:pt x="5230640" y="5532919"/>
                  <a:pt x="5248275" y="5533478"/>
                </a:cubicBezTo>
                <a:cubicBezTo>
                  <a:pt x="5256818" y="5533748"/>
                  <a:pt x="5251074" y="5524513"/>
                  <a:pt x="5233987" y="5510507"/>
                </a:cubicBezTo>
                <a:close/>
                <a:moveTo>
                  <a:pt x="2881709" y="5167194"/>
                </a:moveTo>
                <a:cubicBezTo>
                  <a:pt x="2876350" y="5124299"/>
                  <a:pt x="2871916" y="5114462"/>
                  <a:pt x="2859126" y="5117098"/>
                </a:cubicBezTo>
                <a:cubicBezTo>
                  <a:pt x="2838467" y="5121355"/>
                  <a:pt x="2839903" y="5174888"/>
                  <a:pt x="2861249" y="5196235"/>
                </a:cubicBezTo>
                <a:cubicBezTo>
                  <a:pt x="2869664" y="5204650"/>
                  <a:pt x="2876550" y="5216230"/>
                  <a:pt x="2876550" y="5221967"/>
                </a:cubicBezTo>
                <a:cubicBezTo>
                  <a:pt x="2876550" y="5227705"/>
                  <a:pt x="2879211" y="5229738"/>
                  <a:pt x="2882464" y="5226485"/>
                </a:cubicBezTo>
                <a:cubicBezTo>
                  <a:pt x="2885717" y="5223232"/>
                  <a:pt x="2885377" y="5196551"/>
                  <a:pt x="2881709" y="5167194"/>
                </a:cubicBezTo>
                <a:close/>
                <a:moveTo>
                  <a:pt x="8162925" y="4772025"/>
                </a:moveTo>
                <a:cubicBezTo>
                  <a:pt x="8155681" y="4758490"/>
                  <a:pt x="8155681" y="4747459"/>
                  <a:pt x="8162925" y="4733925"/>
                </a:cubicBezTo>
                <a:cubicBezTo>
                  <a:pt x="8179188" y="4703537"/>
                  <a:pt x="8191500" y="4711745"/>
                  <a:pt x="8191500" y="4752975"/>
                </a:cubicBezTo>
                <a:cubicBezTo>
                  <a:pt x="8191500" y="4794204"/>
                  <a:pt x="8179188" y="4802412"/>
                  <a:pt x="8162925" y="4772025"/>
                </a:cubicBezTo>
                <a:close/>
                <a:moveTo>
                  <a:pt x="5276704" y="4465637"/>
                </a:moveTo>
                <a:cubicBezTo>
                  <a:pt x="5276784" y="4451667"/>
                  <a:pt x="5281907" y="4438551"/>
                  <a:pt x="5288088" y="4436491"/>
                </a:cubicBezTo>
                <a:cubicBezTo>
                  <a:pt x="5301261" y="4432100"/>
                  <a:pt x="5291657" y="4400550"/>
                  <a:pt x="5277148" y="4400550"/>
                </a:cubicBezTo>
                <a:cubicBezTo>
                  <a:pt x="5271745" y="4400550"/>
                  <a:pt x="5267325" y="4411012"/>
                  <a:pt x="5267325" y="4423800"/>
                </a:cubicBezTo>
                <a:cubicBezTo>
                  <a:pt x="5267325" y="4436588"/>
                  <a:pt x="5263038" y="4449699"/>
                  <a:pt x="5257800" y="4452937"/>
                </a:cubicBezTo>
                <a:cubicBezTo>
                  <a:pt x="5247021" y="4459599"/>
                  <a:pt x="5244889" y="4498764"/>
                  <a:pt x="5254768" y="4508643"/>
                </a:cubicBezTo>
                <a:cubicBezTo>
                  <a:pt x="5264431" y="4518306"/>
                  <a:pt x="5276538" y="4494570"/>
                  <a:pt x="5276704" y="4465637"/>
                </a:cubicBezTo>
                <a:close/>
                <a:moveTo>
                  <a:pt x="5419725" y="4202963"/>
                </a:moveTo>
                <a:cubicBezTo>
                  <a:pt x="5419725" y="4196155"/>
                  <a:pt x="5443299" y="4167011"/>
                  <a:pt x="5472112" y="4138198"/>
                </a:cubicBezTo>
                <a:cubicBezTo>
                  <a:pt x="5500925" y="4109385"/>
                  <a:pt x="5524500" y="4077925"/>
                  <a:pt x="5524500" y="4068288"/>
                </a:cubicBezTo>
                <a:cubicBezTo>
                  <a:pt x="5524500" y="4054734"/>
                  <a:pt x="5529892" y="4051797"/>
                  <a:pt x="5548312" y="4055318"/>
                </a:cubicBezTo>
                <a:cubicBezTo>
                  <a:pt x="5565346" y="4058574"/>
                  <a:pt x="5572125" y="4055709"/>
                  <a:pt x="5572125" y="4045251"/>
                </a:cubicBezTo>
                <a:cubicBezTo>
                  <a:pt x="5572125" y="4037211"/>
                  <a:pt x="5574726" y="4023853"/>
                  <a:pt x="5577906" y="4015566"/>
                </a:cubicBezTo>
                <a:cubicBezTo>
                  <a:pt x="5586264" y="3993786"/>
                  <a:pt x="5559650" y="3996496"/>
                  <a:pt x="5538787" y="4019550"/>
                </a:cubicBezTo>
                <a:cubicBezTo>
                  <a:pt x="5529305" y="4030027"/>
                  <a:pt x="5516069" y="4038600"/>
                  <a:pt x="5509373" y="4038600"/>
                </a:cubicBezTo>
                <a:cubicBezTo>
                  <a:pt x="5491687" y="4038600"/>
                  <a:pt x="5429250" y="4118154"/>
                  <a:pt x="5429250" y="4140690"/>
                </a:cubicBezTo>
                <a:cubicBezTo>
                  <a:pt x="5429250" y="4151231"/>
                  <a:pt x="5421267" y="4170078"/>
                  <a:pt x="5411510" y="4182571"/>
                </a:cubicBezTo>
                <a:cubicBezTo>
                  <a:pt x="5401753" y="4195065"/>
                  <a:pt x="5390659" y="4215213"/>
                  <a:pt x="5386857" y="4227345"/>
                </a:cubicBezTo>
                <a:cubicBezTo>
                  <a:pt x="5380101" y="4248899"/>
                  <a:pt x="5380397" y="4249014"/>
                  <a:pt x="5399834" y="4232372"/>
                </a:cubicBezTo>
                <a:cubicBezTo>
                  <a:pt x="5410774" y="4223005"/>
                  <a:pt x="5419725" y="4209771"/>
                  <a:pt x="5419725" y="4202963"/>
                </a:cubicBezTo>
                <a:close/>
                <a:moveTo>
                  <a:pt x="5575026" y="3082434"/>
                </a:moveTo>
                <a:cubicBezTo>
                  <a:pt x="5605697" y="3054340"/>
                  <a:pt x="5623107" y="3009900"/>
                  <a:pt x="5603441" y="3009900"/>
                </a:cubicBezTo>
                <a:cubicBezTo>
                  <a:pt x="5591322" y="3009900"/>
                  <a:pt x="5514975" y="3089703"/>
                  <a:pt x="5514975" y="3102370"/>
                </a:cubicBezTo>
                <a:cubicBezTo>
                  <a:pt x="5514975" y="3123668"/>
                  <a:pt x="5538555" y="3115839"/>
                  <a:pt x="5575026" y="3082434"/>
                </a:cubicBezTo>
                <a:close/>
              </a:path>
            </a:pathLst>
          </a:custGeom>
          <a:solidFill>
            <a:srgbClr val="BFD9F2"/>
          </a:solidFill>
          <a:ln>
            <a:noFill/>
          </a:ln>
        </p:spPr>
      </p:sp>
      <p:pic>
        <p:nvPicPr>
          <p:cNvPr id="4" name="round paper" descr="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048000"/>
            <a:ext cx="7239000" cy="7239000"/>
          </a:xfrm>
          <a:prstGeom prst="rect">
            <a:avLst/>
          </a:prstGeom>
        </p:spPr>
      </p:pic>
      <p:sp>
        <p:nvSpPr>
          <p:cNvPr id="5" name="PHOTO: Version B"/>
          <p:cNvSpPr/>
          <p:nvPr/>
        </p:nvSpPr>
        <p:spPr>
          <a:xfrm rot="0">
            <a:off x="2095500" y="3619500"/>
            <a:ext cx="6096000" cy="6096000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6" name="TEXT: B: [Mint. Steam-clean.]"/>
          <p:cNvSpPr/>
          <p:nvPr/>
        </p:nvSpPr>
        <p:spPr>
          <a:xfrm rot="21480000">
            <a:off x="1552575" y="10906125"/>
            <a:ext cx="7181850" cy="857250"/>
          </a:xfrm>
          <a:prstGeom prst="rect">
            <a:avLst/>
          </a:prstGeom>
          <a:solidFill>
            <a:srgbClr val="18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ctr">
              <a:lnSpc>
                <a:spcPts val="5673"/>
              </a:lnSpc>
            </a:pPr>
            <a:r>
              <a:rPr b="1" sz="4650">
                <a:solidFill>
                  <a:srgbClr val="FFFFFF"/>
                </a:solidFill>
                <a:latin typeface="Montserrat"/>
              </a:rPr>
              <a:t>B: [Mint. Steam-clean.]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balance scale" descr="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414962"/>
            <a:ext cx="9829800" cy="8220075"/>
          </a:xfrm>
          <a:prstGeom prst="rect">
            <a:avLst/>
          </a:prstGeom>
        </p:spPr>
      </p:pic>
      <p:sp>
        <p:nvSpPr>
          <p:cNvPr id="4" name="balance scale pattern"/>
          <p:cNvSpPr/>
          <p:nvPr/>
        </p:nvSpPr>
        <p:spPr>
          <a:xfrm rot="0">
            <a:off x="228600" y="5414962"/>
            <a:ext cx="9829800" cy="8220075"/>
          </a:xfrm>
          <a:custGeom>
            <a:avLst/>
            <a:gdLst/>
            <a:ahLst/>
            <a:cxnLst/>
            <a:rect l="0" t="0" r="r" b="b"/>
            <a:pathLst>
              <a:path w="9829800" h="8220075">
                <a:moveTo>
                  <a:pt x="4982736" y="7645212"/>
                </a:moveTo>
                <a:cubicBezTo>
                  <a:pt x="4971158" y="7631261"/>
                  <a:pt x="4977730" y="7620000"/>
                  <a:pt x="4997450" y="7620000"/>
                </a:cubicBezTo>
                <a:cubicBezTo>
                  <a:pt x="5011639" y="7620000"/>
                  <a:pt x="5014836" y="7644554"/>
                  <a:pt x="5001704" y="7652670"/>
                </a:cubicBezTo>
                <a:cubicBezTo>
                  <a:pt x="4997059" y="7655541"/>
                  <a:pt x="4988523" y="7652185"/>
                  <a:pt x="4982736" y="7645212"/>
                </a:cubicBezTo>
                <a:close/>
                <a:moveTo>
                  <a:pt x="4557454" y="7638632"/>
                </a:moveTo>
                <a:cubicBezTo>
                  <a:pt x="4548528" y="7624189"/>
                  <a:pt x="4572722" y="7597862"/>
                  <a:pt x="4584291" y="7609431"/>
                </a:cubicBezTo>
                <a:cubicBezTo>
                  <a:pt x="4594973" y="7620113"/>
                  <a:pt x="4586662" y="7648575"/>
                  <a:pt x="4572861" y="7648575"/>
                </a:cubicBezTo>
                <a:cubicBezTo>
                  <a:pt x="4567767" y="7648575"/>
                  <a:pt x="4560834" y="7644100"/>
                  <a:pt x="4557454" y="7638632"/>
                </a:cubicBezTo>
                <a:close/>
                <a:moveTo>
                  <a:pt x="4235671" y="7632172"/>
                </a:moveTo>
                <a:cubicBezTo>
                  <a:pt x="4214542" y="7628996"/>
                  <a:pt x="4209527" y="7623780"/>
                  <a:pt x="4211858" y="7607405"/>
                </a:cubicBezTo>
                <a:cubicBezTo>
                  <a:pt x="4215563" y="7581387"/>
                  <a:pt x="4270837" y="7571867"/>
                  <a:pt x="4279972" y="7595674"/>
                </a:cubicBezTo>
                <a:cubicBezTo>
                  <a:pt x="4286137" y="7611739"/>
                  <a:pt x="4278468" y="7639931"/>
                  <a:pt x="4268562" y="7637622"/>
                </a:cubicBezTo>
                <a:cubicBezTo>
                  <a:pt x="4265193" y="7636837"/>
                  <a:pt x="4250392" y="7634385"/>
                  <a:pt x="4235671" y="7632172"/>
                </a:cubicBezTo>
                <a:close/>
                <a:moveTo>
                  <a:pt x="5191504" y="7615695"/>
                </a:moveTo>
                <a:cubicBezTo>
                  <a:pt x="5175070" y="7595893"/>
                  <a:pt x="5183169" y="7568098"/>
                  <a:pt x="5206343" y="7564771"/>
                </a:cubicBezTo>
                <a:cubicBezTo>
                  <a:pt x="5234854" y="7560677"/>
                  <a:pt x="5252437" y="7584900"/>
                  <a:pt x="5239075" y="7609866"/>
                </a:cubicBezTo>
                <a:cubicBezTo>
                  <a:pt x="5226767" y="7632865"/>
                  <a:pt x="5207694" y="7635202"/>
                  <a:pt x="5191504" y="7615695"/>
                </a:cubicBezTo>
                <a:close/>
                <a:moveTo>
                  <a:pt x="5715000" y="7610475"/>
                </a:moveTo>
                <a:cubicBezTo>
                  <a:pt x="5715000" y="7605236"/>
                  <a:pt x="5721429" y="7600950"/>
                  <a:pt x="5729287" y="7600950"/>
                </a:cubicBezTo>
                <a:cubicBezTo>
                  <a:pt x="5737145" y="7600950"/>
                  <a:pt x="5743575" y="7605236"/>
                  <a:pt x="5743575" y="7610475"/>
                </a:cubicBezTo>
                <a:cubicBezTo>
                  <a:pt x="5743575" y="7615713"/>
                  <a:pt x="5737145" y="7620000"/>
                  <a:pt x="5729287" y="7620000"/>
                </a:cubicBezTo>
                <a:cubicBezTo>
                  <a:pt x="5721429" y="7620000"/>
                  <a:pt x="5715000" y="7615713"/>
                  <a:pt x="5715000" y="7610475"/>
                </a:cubicBezTo>
                <a:close/>
                <a:moveTo>
                  <a:pt x="4010025" y="7591987"/>
                </a:moveTo>
                <a:cubicBezTo>
                  <a:pt x="4010025" y="7567983"/>
                  <a:pt x="4024474" y="7559630"/>
                  <a:pt x="4053428" y="7566897"/>
                </a:cubicBezTo>
                <a:cubicBezTo>
                  <a:pt x="4092334" y="7576661"/>
                  <a:pt x="4084523" y="7610475"/>
                  <a:pt x="4043362" y="7610475"/>
                </a:cubicBezTo>
                <a:cubicBezTo>
                  <a:pt x="4016712" y="7610475"/>
                  <a:pt x="4010025" y="7606766"/>
                  <a:pt x="4010025" y="7591987"/>
                </a:cubicBezTo>
                <a:close/>
                <a:moveTo>
                  <a:pt x="5339073" y="7601452"/>
                </a:moveTo>
                <a:cubicBezTo>
                  <a:pt x="5330698" y="7587902"/>
                  <a:pt x="5341378" y="7572375"/>
                  <a:pt x="5359073" y="7572375"/>
                </a:cubicBezTo>
                <a:cubicBezTo>
                  <a:pt x="5367418" y="7572375"/>
                  <a:pt x="5372198" y="7579066"/>
                  <a:pt x="5370417" y="7588254"/>
                </a:cubicBezTo>
                <a:cubicBezTo>
                  <a:pt x="5366706" y="7607385"/>
                  <a:pt x="5347688" y="7615393"/>
                  <a:pt x="5339073" y="7601452"/>
                </a:cubicBezTo>
                <a:close/>
                <a:moveTo>
                  <a:pt x="4394493" y="7577201"/>
                </a:moveTo>
                <a:cubicBezTo>
                  <a:pt x="4391194" y="7568603"/>
                  <a:pt x="4393062" y="7557002"/>
                  <a:pt x="4398645" y="7551420"/>
                </a:cubicBezTo>
                <a:cubicBezTo>
                  <a:pt x="4413157" y="7536907"/>
                  <a:pt x="4440654" y="7550171"/>
                  <a:pt x="4436863" y="7569855"/>
                </a:cubicBezTo>
                <a:cubicBezTo>
                  <a:pt x="4432640" y="7591780"/>
                  <a:pt x="4402119" y="7597072"/>
                  <a:pt x="4394493" y="7577201"/>
                </a:cubicBezTo>
                <a:close/>
                <a:moveTo>
                  <a:pt x="4707255" y="7579995"/>
                </a:moveTo>
                <a:cubicBezTo>
                  <a:pt x="4674924" y="7547664"/>
                  <a:pt x="4712945" y="7493801"/>
                  <a:pt x="4752975" y="7515225"/>
                </a:cubicBezTo>
                <a:cubicBezTo>
                  <a:pt x="4786594" y="7533217"/>
                  <a:pt x="4772043" y="7591425"/>
                  <a:pt x="4733925" y="7591425"/>
                </a:cubicBezTo>
                <a:cubicBezTo>
                  <a:pt x="4725543" y="7591425"/>
                  <a:pt x="4713541" y="7586281"/>
                  <a:pt x="4707255" y="7579995"/>
                </a:cubicBezTo>
                <a:close/>
                <a:moveTo>
                  <a:pt x="4870473" y="7576497"/>
                </a:moveTo>
                <a:cubicBezTo>
                  <a:pt x="4862966" y="7556934"/>
                  <a:pt x="4878033" y="7542314"/>
                  <a:pt x="4894936" y="7552760"/>
                </a:cubicBezTo>
                <a:cubicBezTo>
                  <a:pt x="4909331" y="7561656"/>
                  <a:pt x="4902701" y="7591425"/>
                  <a:pt x="4886325" y="7591425"/>
                </a:cubicBezTo>
                <a:cubicBezTo>
                  <a:pt x="4880757" y="7591425"/>
                  <a:pt x="4873624" y="7584707"/>
                  <a:pt x="4870473" y="7576497"/>
                </a:cubicBezTo>
                <a:close/>
                <a:moveTo>
                  <a:pt x="5564505" y="7579995"/>
                </a:moveTo>
                <a:cubicBezTo>
                  <a:pt x="5534360" y="7549850"/>
                  <a:pt x="5564583" y="7499816"/>
                  <a:pt x="5599613" y="7521873"/>
                </a:cubicBezTo>
                <a:cubicBezTo>
                  <a:pt x="5621125" y="7535419"/>
                  <a:pt x="5623458" y="7557780"/>
                  <a:pt x="5605257" y="7575981"/>
                </a:cubicBezTo>
                <a:cubicBezTo>
                  <a:pt x="5586811" y="7594427"/>
                  <a:pt x="5579643" y="7595133"/>
                  <a:pt x="5564505" y="7579995"/>
                </a:cubicBezTo>
                <a:close/>
                <a:moveTo>
                  <a:pt x="5435597" y="7568308"/>
                </a:moveTo>
                <a:cubicBezTo>
                  <a:pt x="5429892" y="7553440"/>
                  <a:pt x="5450978" y="7530603"/>
                  <a:pt x="5461082" y="7540707"/>
                </a:cubicBezTo>
                <a:cubicBezTo>
                  <a:pt x="5464529" y="7544154"/>
                  <a:pt x="5467350" y="7554833"/>
                  <a:pt x="5467350" y="7564437"/>
                </a:cubicBezTo>
                <a:cubicBezTo>
                  <a:pt x="5467350" y="7585019"/>
                  <a:pt x="5443142" y="7587971"/>
                  <a:pt x="5435597" y="7568308"/>
                </a:cubicBezTo>
                <a:close/>
                <a:moveTo>
                  <a:pt x="5910262" y="7572375"/>
                </a:moveTo>
                <a:cubicBezTo>
                  <a:pt x="5902289" y="7559474"/>
                  <a:pt x="5913047" y="7543800"/>
                  <a:pt x="5929874" y="7543800"/>
                </a:cubicBezTo>
                <a:cubicBezTo>
                  <a:pt x="5937423" y="7543800"/>
                  <a:pt x="5943600" y="7552372"/>
                  <a:pt x="5943600" y="7562850"/>
                </a:cubicBezTo>
                <a:cubicBezTo>
                  <a:pt x="5943600" y="7582569"/>
                  <a:pt x="5920620" y="7589135"/>
                  <a:pt x="5910262" y="7572375"/>
                </a:cubicBezTo>
                <a:close/>
                <a:moveTo>
                  <a:pt x="5039686" y="7549721"/>
                </a:moveTo>
                <a:cubicBezTo>
                  <a:pt x="5023748" y="7530517"/>
                  <a:pt x="5042557" y="7486650"/>
                  <a:pt x="5066729" y="7486650"/>
                </a:cubicBezTo>
                <a:cubicBezTo>
                  <a:pt x="5077151" y="7486650"/>
                  <a:pt x="5090267" y="7495222"/>
                  <a:pt x="5095875" y="7505700"/>
                </a:cubicBezTo>
                <a:cubicBezTo>
                  <a:pt x="5116891" y="7544969"/>
                  <a:pt x="5067716" y="7583495"/>
                  <a:pt x="5039686" y="7549721"/>
                </a:cubicBezTo>
                <a:close/>
                <a:moveTo>
                  <a:pt x="3794087" y="7538236"/>
                </a:moveTo>
                <a:cubicBezTo>
                  <a:pt x="3787261" y="7520450"/>
                  <a:pt x="3804193" y="7500987"/>
                  <a:pt x="3818695" y="7509949"/>
                </a:cubicBezTo>
                <a:cubicBezTo>
                  <a:pt x="3833818" y="7519296"/>
                  <a:pt x="3831342" y="7540882"/>
                  <a:pt x="3814401" y="7547382"/>
                </a:cubicBezTo>
                <a:cubicBezTo>
                  <a:pt x="3805913" y="7550640"/>
                  <a:pt x="3797370" y="7546794"/>
                  <a:pt x="3794087" y="7538236"/>
                </a:cubicBezTo>
                <a:close/>
                <a:moveTo>
                  <a:pt x="5777117" y="7537881"/>
                </a:moveTo>
                <a:cubicBezTo>
                  <a:pt x="5747638" y="7508402"/>
                  <a:pt x="5782440" y="7460944"/>
                  <a:pt x="5817393" y="7482957"/>
                </a:cubicBezTo>
                <a:cubicBezTo>
                  <a:pt x="5846584" y="7501339"/>
                  <a:pt x="5834269" y="7553325"/>
                  <a:pt x="5800725" y="7553325"/>
                </a:cubicBezTo>
                <a:cubicBezTo>
                  <a:pt x="5796234" y="7553325"/>
                  <a:pt x="5785611" y="7546375"/>
                  <a:pt x="5777117" y="7537881"/>
                </a:cubicBezTo>
                <a:close/>
                <a:moveTo>
                  <a:pt x="6063578" y="7540885"/>
                </a:moveTo>
                <a:cubicBezTo>
                  <a:pt x="6027861" y="7514768"/>
                  <a:pt x="6065829" y="7449993"/>
                  <a:pt x="6103143" y="7473383"/>
                </a:cubicBezTo>
                <a:cubicBezTo>
                  <a:pt x="6125638" y="7487485"/>
                  <a:pt x="6129038" y="7518926"/>
                  <a:pt x="6110114" y="7537850"/>
                </a:cubicBezTo>
                <a:cubicBezTo>
                  <a:pt x="6091397" y="7556566"/>
                  <a:pt x="6085545" y="7556947"/>
                  <a:pt x="6063578" y="7540885"/>
                </a:cubicBezTo>
                <a:close/>
                <a:moveTo>
                  <a:pt x="4518586" y="7509765"/>
                </a:moveTo>
                <a:cubicBezTo>
                  <a:pt x="4511533" y="7481663"/>
                  <a:pt x="4524300" y="7464324"/>
                  <a:pt x="4548536" y="7469087"/>
                </a:cubicBezTo>
                <a:cubicBezTo>
                  <a:pt x="4574580" y="7474207"/>
                  <a:pt x="4587584" y="7501209"/>
                  <a:pt x="4572662" y="7519189"/>
                </a:cubicBezTo>
                <a:cubicBezTo>
                  <a:pt x="4553215" y="7542621"/>
                  <a:pt x="4525626" y="7537813"/>
                  <a:pt x="4518586" y="7509765"/>
                </a:cubicBezTo>
                <a:close/>
                <a:moveTo>
                  <a:pt x="3565118" y="7514183"/>
                </a:moveTo>
                <a:cubicBezTo>
                  <a:pt x="3550026" y="7499091"/>
                  <a:pt x="3560673" y="7477125"/>
                  <a:pt x="3583081" y="7477125"/>
                </a:cubicBezTo>
                <a:cubicBezTo>
                  <a:pt x="3596851" y="7477125"/>
                  <a:pt x="3600973" y="7482572"/>
                  <a:pt x="3598731" y="7497810"/>
                </a:cubicBezTo>
                <a:cubicBezTo>
                  <a:pt x="3595148" y="7522155"/>
                  <a:pt x="3580315" y="7529380"/>
                  <a:pt x="3565118" y="7514183"/>
                </a:cubicBezTo>
                <a:close/>
                <a:moveTo>
                  <a:pt x="3908718" y="7510526"/>
                </a:moveTo>
                <a:cubicBezTo>
                  <a:pt x="3905419" y="7501928"/>
                  <a:pt x="3907287" y="7490327"/>
                  <a:pt x="3912870" y="7484745"/>
                </a:cubicBezTo>
                <a:cubicBezTo>
                  <a:pt x="3927382" y="7470232"/>
                  <a:pt x="3954879" y="7483496"/>
                  <a:pt x="3951088" y="7503180"/>
                </a:cubicBezTo>
                <a:cubicBezTo>
                  <a:pt x="3946865" y="7525105"/>
                  <a:pt x="3916344" y="7530397"/>
                  <a:pt x="3908718" y="7510526"/>
                </a:cubicBezTo>
                <a:close/>
                <a:moveTo>
                  <a:pt x="4127769" y="7510462"/>
                </a:moveTo>
                <a:cubicBezTo>
                  <a:pt x="4120223" y="7490798"/>
                  <a:pt x="4130454" y="7467600"/>
                  <a:pt x="4146672" y="7467600"/>
                </a:cubicBezTo>
                <a:cubicBezTo>
                  <a:pt x="4170151" y="7467600"/>
                  <a:pt x="4185675" y="7493924"/>
                  <a:pt x="4171950" y="7510462"/>
                </a:cubicBezTo>
                <a:cubicBezTo>
                  <a:pt x="4165428" y="7518320"/>
                  <a:pt x="4154053" y="7524750"/>
                  <a:pt x="4146672" y="7524750"/>
                </a:cubicBezTo>
                <a:cubicBezTo>
                  <a:pt x="4139291" y="7524750"/>
                  <a:pt x="4130784" y="7518320"/>
                  <a:pt x="4127769" y="7510462"/>
                </a:cubicBezTo>
                <a:close/>
                <a:moveTo>
                  <a:pt x="4277168" y="7491947"/>
                </a:moveTo>
                <a:cubicBezTo>
                  <a:pt x="4264122" y="7476227"/>
                  <a:pt x="4271297" y="7458075"/>
                  <a:pt x="4290555" y="7458075"/>
                </a:cubicBezTo>
                <a:cubicBezTo>
                  <a:pt x="4308753" y="7458075"/>
                  <a:pt x="4315955" y="7483378"/>
                  <a:pt x="4301235" y="7495596"/>
                </a:cubicBezTo>
                <a:cubicBezTo>
                  <a:pt x="4292075" y="7503198"/>
                  <a:pt x="4285704" y="7502232"/>
                  <a:pt x="4277168" y="7491947"/>
                </a:cubicBezTo>
                <a:close/>
                <a:moveTo>
                  <a:pt x="4930775" y="7489824"/>
                </a:moveTo>
                <a:cubicBezTo>
                  <a:pt x="4917031" y="7476081"/>
                  <a:pt x="4924822" y="7448550"/>
                  <a:pt x="4942455" y="7448550"/>
                </a:cubicBezTo>
                <a:cubicBezTo>
                  <a:pt x="4964234" y="7448550"/>
                  <a:pt x="4974674" y="7470690"/>
                  <a:pt x="4959875" y="7485489"/>
                </a:cubicBezTo>
                <a:cubicBezTo>
                  <a:pt x="4947645" y="7497719"/>
                  <a:pt x="4939833" y="7498883"/>
                  <a:pt x="4930775" y="7489824"/>
                </a:cubicBezTo>
                <a:close/>
                <a:moveTo>
                  <a:pt x="5302250" y="7489824"/>
                </a:moveTo>
                <a:cubicBezTo>
                  <a:pt x="5291029" y="7478604"/>
                  <a:pt x="5295473" y="7441711"/>
                  <a:pt x="5309441" y="7430119"/>
                </a:cubicBezTo>
                <a:cubicBezTo>
                  <a:pt x="5326227" y="7416187"/>
                  <a:pt x="5362575" y="7435575"/>
                  <a:pt x="5362575" y="7458461"/>
                </a:cubicBezTo>
                <a:cubicBezTo>
                  <a:pt x="5362575" y="7486963"/>
                  <a:pt x="5321002" y="7508577"/>
                  <a:pt x="5302250" y="7489824"/>
                </a:cubicBezTo>
                <a:close/>
                <a:moveTo>
                  <a:pt x="5661739" y="7483047"/>
                </a:moveTo>
                <a:cubicBezTo>
                  <a:pt x="5654030" y="7462957"/>
                  <a:pt x="5664851" y="7448550"/>
                  <a:pt x="5687649" y="7448550"/>
                </a:cubicBezTo>
                <a:cubicBezTo>
                  <a:pt x="5702039" y="7448550"/>
                  <a:pt x="5706043" y="7453853"/>
                  <a:pt x="5703756" y="7469883"/>
                </a:cubicBezTo>
                <a:cubicBezTo>
                  <a:pt x="5700204" y="7494782"/>
                  <a:pt x="5669887" y="7504280"/>
                  <a:pt x="5661739" y="7483047"/>
                </a:cubicBezTo>
                <a:close/>
                <a:moveTo>
                  <a:pt x="6289698" y="7481247"/>
                </a:moveTo>
                <a:cubicBezTo>
                  <a:pt x="6281760" y="7460559"/>
                  <a:pt x="6301914" y="7441104"/>
                  <a:pt x="6316339" y="7455529"/>
                </a:cubicBezTo>
                <a:cubicBezTo>
                  <a:pt x="6328532" y="7467722"/>
                  <a:pt x="6320978" y="7496175"/>
                  <a:pt x="6305550" y="7496175"/>
                </a:cubicBezTo>
                <a:cubicBezTo>
                  <a:pt x="6299982" y="7496175"/>
                  <a:pt x="6292849" y="7489457"/>
                  <a:pt x="6289698" y="7481247"/>
                </a:cubicBezTo>
                <a:close/>
                <a:moveTo>
                  <a:pt x="3669030" y="7475220"/>
                </a:moveTo>
                <a:cubicBezTo>
                  <a:pt x="3642720" y="7448910"/>
                  <a:pt x="3673536" y="7403015"/>
                  <a:pt x="3705886" y="7420329"/>
                </a:cubicBezTo>
                <a:cubicBezTo>
                  <a:pt x="3735196" y="7436015"/>
                  <a:pt x="3723783" y="7486650"/>
                  <a:pt x="3690937" y="7486650"/>
                </a:cubicBezTo>
                <a:cubicBezTo>
                  <a:pt x="3685174" y="7486650"/>
                  <a:pt x="3675316" y="7481506"/>
                  <a:pt x="3669030" y="7475220"/>
                </a:cubicBezTo>
                <a:close/>
                <a:moveTo>
                  <a:pt x="5163791" y="7473858"/>
                </a:moveTo>
                <a:cubicBezTo>
                  <a:pt x="5150599" y="7457963"/>
                  <a:pt x="5166364" y="7434795"/>
                  <a:pt x="5185401" y="7442100"/>
                </a:cubicBezTo>
                <a:cubicBezTo>
                  <a:pt x="5193788" y="7445318"/>
                  <a:pt x="5200650" y="7454057"/>
                  <a:pt x="5200650" y="7461519"/>
                </a:cubicBezTo>
                <a:cubicBezTo>
                  <a:pt x="5200650" y="7479936"/>
                  <a:pt x="5175753" y="7488271"/>
                  <a:pt x="5163791" y="7473858"/>
                </a:cubicBezTo>
                <a:close/>
                <a:moveTo>
                  <a:pt x="5452549" y="7457245"/>
                </a:moveTo>
                <a:cubicBezTo>
                  <a:pt x="5442733" y="7441362"/>
                  <a:pt x="5464810" y="7423150"/>
                  <a:pt x="5477950" y="7436290"/>
                </a:cubicBezTo>
                <a:cubicBezTo>
                  <a:pt x="5488941" y="7447281"/>
                  <a:pt x="5482062" y="7467600"/>
                  <a:pt x="5467350" y="7467600"/>
                </a:cubicBezTo>
                <a:cubicBezTo>
                  <a:pt x="5462729" y="7467600"/>
                  <a:pt x="5456069" y="7462940"/>
                  <a:pt x="5452549" y="7457245"/>
                </a:cubicBezTo>
                <a:close/>
                <a:moveTo>
                  <a:pt x="5920644" y="7459461"/>
                </a:moveTo>
                <a:cubicBezTo>
                  <a:pt x="5911186" y="7444158"/>
                  <a:pt x="5925909" y="7418839"/>
                  <a:pt x="5942417" y="7422019"/>
                </a:cubicBezTo>
                <a:cubicBezTo>
                  <a:pt x="5962711" y="7425927"/>
                  <a:pt x="5962457" y="7461696"/>
                  <a:pt x="5942106" y="7465615"/>
                </a:cubicBezTo>
                <a:cubicBezTo>
                  <a:pt x="5933427" y="7467287"/>
                  <a:pt x="5923769" y="7464517"/>
                  <a:pt x="5920644" y="7459461"/>
                </a:cubicBezTo>
                <a:close/>
                <a:moveTo>
                  <a:pt x="4802981" y="7451766"/>
                </a:moveTo>
                <a:cubicBezTo>
                  <a:pt x="4785255" y="7444614"/>
                  <a:pt x="4788586" y="7403917"/>
                  <a:pt x="4807492" y="7396663"/>
                </a:cubicBezTo>
                <a:cubicBezTo>
                  <a:pt x="4830446" y="7387854"/>
                  <a:pt x="4850623" y="7416745"/>
                  <a:pt x="4837995" y="7440340"/>
                </a:cubicBezTo>
                <a:cubicBezTo>
                  <a:pt x="4828250" y="7458550"/>
                  <a:pt x="4823574" y="7460076"/>
                  <a:pt x="4802981" y="7451766"/>
                </a:cubicBezTo>
                <a:close/>
                <a:moveTo>
                  <a:pt x="4632618" y="7434326"/>
                </a:moveTo>
                <a:cubicBezTo>
                  <a:pt x="4629319" y="7425728"/>
                  <a:pt x="4631187" y="7414127"/>
                  <a:pt x="4636770" y="7408545"/>
                </a:cubicBezTo>
                <a:cubicBezTo>
                  <a:pt x="4651282" y="7394032"/>
                  <a:pt x="4678779" y="7407296"/>
                  <a:pt x="4674988" y="7426980"/>
                </a:cubicBezTo>
                <a:cubicBezTo>
                  <a:pt x="4670765" y="7448905"/>
                  <a:pt x="4640244" y="7454197"/>
                  <a:pt x="4632618" y="7434326"/>
                </a:cubicBezTo>
                <a:close/>
                <a:moveTo>
                  <a:pt x="3991354" y="7425194"/>
                </a:moveTo>
                <a:cubicBezTo>
                  <a:pt x="3961696" y="7389458"/>
                  <a:pt x="4012881" y="7341896"/>
                  <a:pt x="4049279" y="7371369"/>
                </a:cubicBezTo>
                <a:cubicBezTo>
                  <a:pt x="4068653" y="7387057"/>
                  <a:pt x="4069908" y="7392111"/>
                  <a:pt x="4059892" y="7414093"/>
                </a:cubicBezTo>
                <a:cubicBezTo>
                  <a:pt x="4047088" y="7442196"/>
                  <a:pt x="4010396" y="7448139"/>
                  <a:pt x="3991354" y="7425194"/>
                </a:cubicBezTo>
                <a:close/>
                <a:moveTo>
                  <a:pt x="4375514" y="7413730"/>
                </a:moveTo>
                <a:cubicBezTo>
                  <a:pt x="4364500" y="7369849"/>
                  <a:pt x="4427060" y="7342422"/>
                  <a:pt x="4448175" y="7381875"/>
                </a:cubicBezTo>
                <a:cubicBezTo>
                  <a:pt x="4463594" y="7410686"/>
                  <a:pt x="4444626" y="7439025"/>
                  <a:pt x="4409921" y="7439025"/>
                </a:cubicBezTo>
                <a:cubicBezTo>
                  <a:pt x="4387497" y="7439025"/>
                  <a:pt x="4380588" y="7433945"/>
                  <a:pt x="4375514" y="7413730"/>
                </a:cubicBezTo>
                <a:close/>
                <a:moveTo>
                  <a:pt x="6184923" y="7424097"/>
                </a:moveTo>
                <a:cubicBezTo>
                  <a:pt x="6181773" y="7415886"/>
                  <a:pt x="6184081" y="7404283"/>
                  <a:pt x="6190053" y="7398311"/>
                </a:cubicBezTo>
                <a:cubicBezTo>
                  <a:pt x="6203459" y="7384905"/>
                  <a:pt x="6235218" y="7412299"/>
                  <a:pt x="6225152" y="7428585"/>
                </a:cubicBezTo>
                <a:cubicBezTo>
                  <a:pt x="6215645" y="7443968"/>
                  <a:pt x="6191515" y="7441276"/>
                  <a:pt x="6184923" y="7424097"/>
                </a:cubicBezTo>
                <a:close/>
                <a:moveTo>
                  <a:pt x="3402143" y="7398543"/>
                </a:moveTo>
                <a:cubicBezTo>
                  <a:pt x="3403817" y="7386756"/>
                  <a:pt x="3411616" y="7377112"/>
                  <a:pt x="3419475" y="7377112"/>
                </a:cubicBezTo>
                <a:cubicBezTo>
                  <a:pt x="3427333" y="7377112"/>
                  <a:pt x="3435132" y="7386756"/>
                  <a:pt x="3436806" y="7398543"/>
                </a:cubicBezTo>
                <a:cubicBezTo>
                  <a:pt x="3439148" y="7415038"/>
                  <a:pt x="3435156" y="7419975"/>
                  <a:pt x="3419475" y="7419975"/>
                </a:cubicBezTo>
                <a:cubicBezTo>
                  <a:pt x="3403793" y="7419975"/>
                  <a:pt x="3399801" y="7415038"/>
                  <a:pt x="3402143" y="7398543"/>
                </a:cubicBezTo>
                <a:close/>
                <a:moveTo>
                  <a:pt x="6383468" y="7398543"/>
                </a:moveTo>
                <a:cubicBezTo>
                  <a:pt x="6385142" y="7386756"/>
                  <a:pt x="6392941" y="7377112"/>
                  <a:pt x="6400800" y="7377112"/>
                </a:cubicBezTo>
                <a:cubicBezTo>
                  <a:pt x="6408658" y="7377112"/>
                  <a:pt x="6416457" y="7386756"/>
                  <a:pt x="6418131" y="7398543"/>
                </a:cubicBezTo>
                <a:cubicBezTo>
                  <a:pt x="6420473" y="7415038"/>
                  <a:pt x="6416481" y="7419975"/>
                  <a:pt x="6400800" y="7419975"/>
                </a:cubicBezTo>
                <a:cubicBezTo>
                  <a:pt x="6385118" y="7419975"/>
                  <a:pt x="6381126" y="7415038"/>
                  <a:pt x="6383468" y="7398543"/>
                </a:cubicBezTo>
                <a:close/>
                <a:moveTo>
                  <a:pt x="3783238" y="7393781"/>
                </a:moveTo>
                <a:cubicBezTo>
                  <a:pt x="3785003" y="7384613"/>
                  <a:pt x="3792760" y="7377112"/>
                  <a:pt x="3800475" y="7377112"/>
                </a:cubicBezTo>
                <a:cubicBezTo>
                  <a:pt x="3808189" y="7377112"/>
                  <a:pt x="3815946" y="7384613"/>
                  <a:pt x="3817711" y="7393781"/>
                </a:cubicBezTo>
                <a:cubicBezTo>
                  <a:pt x="3819964" y="7405476"/>
                  <a:pt x="3814821" y="7410450"/>
                  <a:pt x="3800475" y="7410450"/>
                </a:cubicBezTo>
                <a:cubicBezTo>
                  <a:pt x="3786128" y="7410450"/>
                  <a:pt x="3780985" y="7405476"/>
                  <a:pt x="3783238" y="7393781"/>
                </a:cubicBezTo>
                <a:close/>
                <a:moveTo>
                  <a:pt x="5543315" y="7395880"/>
                </a:moveTo>
                <a:cubicBezTo>
                  <a:pt x="5534070" y="7384739"/>
                  <a:pt x="5533747" y="7375772"/>
                  <a:pt x="5541945" y="7357780"/>
                </a:cubicBezTo>
                <a:cubicBezTo>
                  <a:pt x="5562207" y="7313310"/>
                  <a:pt x="5618422" y="7338392"/>
                  <a:pt x="5606344" y="7386513"/>
                </a:cubicBezTo>
                <a:cubicBezTo>
                  <a:pt x="5599378" y="7414270"/>
                  <a:pt x="5563057" y="7419668"/>
                  <a:pt x="5543315" y="7395880"/>
                </a:cubicBezTo>
                <a:close/>
                <a:moveTo>
                  <a:pt x="3501654" y="7386373"/>
                </a:moveTo>
                <a:cubicBezTo>
                  <a:pt x="3490861" y="7358247"/>
                  <a:pt x="3495348" y="7343287"/>
                  <a:pt x="3517106" y="7334861"/>
                </a:cubicBezTo>
                <a:cubicBezTo>
                  <a:pt x="3546738" y="7323386"/>
                  <a:pt x="3581381" y="7355090"/>
                  <a:pt x="3566019" y="7379626"/>
                </a:cubicBezTo>
                <a:cubicBezTo>
                  <a:pt x="3551986" y="7402039"/>
                  <a:pt x="3509379" y="7406506"/>
                  <a:pt x="3501654" y="7386373"/>
                </a:cubicBezTo>
                <a:close/>
                <a:moveTo>
                  <a:pt x="6016823" y="7394773"/>
                </a:moveTo>
                <a:cubicBezTo>
                  <a:pt x="6002150" y="7380100"/>
                  <a:pt x="6010656" y="7353300"/>
                  <a:pt x="6029987" y="7353300"/>
                </a:cubicBezTo>
                <a:cubicBezTo>
                  <a:pt x="6044803" y="7353300"/>
                  <a:pt x="6048943" y="7358437"/>
                  <a:pt x="6046656" y="7373985"/>
                </a:cubicBezTo>
                <a:cubicBezTo>
                  <a:pt x="6043495" y="7395466"/>
                  <a:pt x="6028185" y="7406135"/>
                  <a:pt x="6016823" y="7394773"/>
                </a:cubicBezTo>
                <a:close/>
                <a:moveTo>
                  <a:pt x="6481047" y="7377653"/>
                </a:moveTo>
                <a:cubicBezTo>
                  <a:pt x="6473780" y="7348699"/>
                  <a:pt x="6482133" y="7334250"/>
                  <a:pt x="6506137" y="7334250"/>
                </a:cubicBezTo>
                <a:cubicBezTo>
                  <a:pt x="6520916" y="7334250"/>
                  <a:pt x="6524625" y="7340937"/>
                  <a:pt x="6524625" y="7367587"/>
                </a:cubicBezTo>
                <a:cubicBezTo>
                  <a:pt x="6524625" y="7408748"/>
                  <a:pt x="6490811" y="7416559"/>
                  <a:pt x="6481047" y="7377653"/>
                </a:cubicBezTo>
                <a:close/>
                <a:moveTo>
                  <a:pt x="4966144" y="7377568"/>
                </a:moveTo>
                <a:cubicBezTo>
                  <a:pt x="4959509" y="7360277"/>
                  <a:pt x="4969146" y="7343775"/>
                  <a:pt x="4985880" y="7343775"/>
                </a:cubicBezTo>
                <a:cubicBezTo>
                  <a:pt x="5000450" y="7343775"/>
                  <a:pt x="5009288" y="7362012"/>
                  <a:pt x="5003190" y="7379493"/>
                </a:cubicBezTo>
                <a:cubicBezTo>
                  <a:pt x="4997499" y="7395809"/>
                  <a:pt x="4972648" y="7394518"/>
                  <a:pt x="4966144" y="7377568"/>
                </a:cubicBezTo>
                <a:close/>
                <a:moveTo>
                  <a:pt x="5112079" y="7385379"/>
                </a:moveTo>
                <a:cubicBezTo>
                  <a:pt x="5102528" y="7375828"/>
                  <a:pt x="5103826" y="7345871"/>
                  <a:pt x="5114065" y="7339543"/>
                </a:cubicBezTo>
                <a:cubicBezTo>
                  <a:pt x="5130798" y="7329202"/>
                  <a:pt x="5154060" y="7346000"/>
                  <a:pt x="5151147" y="7366321"/>
                </a:cubicBezTo>
                <a:cubicBezTo>
                  <a:pt x="5148261" y="7386450"/>
                  <a:pt x="5124662" y="7397962"/>
                  <a:pt x="5112079" y="7385379"/>
                </a:cubicBezTo>
                <a:close/>
                <a:moveTo>
                  <a:pt x="4162794" y="7363515"/>
                </a:moveTo>
                <a:cubicBezTo>
                  <a:pt x="4151410" y="7342243"/>
                  <a:pt x="4157970" y="7318947"/>
                  <a:pt x="4177448" y="7311472"/>
                </a:cubicBezTo>
                <a:cubicBezTo>
                  <a:pt x="4197363" y="7303831"/>
                  <a:pt x="4218025" y="7314361"/>
                  <a:pt x="4224761" y="7335587"/>
                </a:cubicBezTo>
                <a:cubicBezTo>
                  <a:pt x="4237273" y="7375008"/>
                  <a:pt x="4182223" y="7399818"/>
                  <a:pt x="4162794" y="7363515"/>
                </a:cubicBezTo>
                <a:close/>
                <a:moveTo>
                  <a:pt x="4302125" y="7375524"/>
                </a:moveTo>
                <a:cubicBezTo>
                  <a:pt x="4291165" y="7364565"/>
                  <a:pt x="4295188" y="7353300"/>
                  <a:pt x="4310062" y="7353300"/>
                </a:cubicBezTo>
                <a:cubicBezTo>
                  <a:pt x="4317920" y="7353300"/>
                  <a:pt x="4324350" y="7359729"/>
                  <a:pt x="4324350" y="7367587"/>
                </a:cubicBezTo>
                <a:cubicBezTo>
                  <a:pt x="4324350" y="7382461"/>
                  <a:pt x="4313084" y="7386484"/>
                  <a:pt x="4302125" y="7375524"/>
                </a:cubicBezTo>
                <a:close/>
                <a:moveTo>
                  <a:pt x="5831572" y="7375530"/>
                </a:moveTo>
                <a:cubicBezTo>
                  <a:pt x="5813770" y="7368358"/>
                  <a:pt x="5799957" y="7337807"/>
                  <a:pt x="5806642" y="7320387"/>
                </a:cubicBezTo>
                <a:cubicBezTo>
                  <a:pt x="5824248" y="7274507"/>
                  <a:pt x="5886450" y="7285311"/>
                  <a:pt x="5886450" y="7334250"/>
                </a:cubicBezTo>
                <a:cubicBezTo>
                  <a:pt x="5886450" y="7357485"/>
                  <a:pt x="5862887" y="7385196"/>
                  <a:pt x="5846594" y="7381123"/>
                </a:cubicBezTo>
                <a:cubicBezTo>
                  <a:pt x="5844940" y="7380709"/>
                  <a:pt x="5838180" y="7378192"/>
                  <a:pt x="5831572" y="7375530"/>
                </a:cubicBezTo>
                <a:close/>
                <a:moveTo>
                  <a:pt x="4536281" y="7365651"/>
                </a:moveTo>
                <a:cubicBezTo>
                  <a:pt x="4520548" y="7359818"/>
                  <a:pt x="4521124" y="7339280"/>
                  <a:pt x="4537398" y="7325773"/>
                </a:cubicBezTo>
                <a:cubicBezTo>
                  <a:pt x="4557340" y="7309223"/>
                  <a:pt x="4580616" y="7339567"/>
                  <a:pt x="4561656" y="7357398"/>
                </a:cubicBezTo>
                <a:cubicBezTo>
                  <a:pt x="4554248" y="7364365"/>
                  <a:pt x="4542829" y="7368079"/>
                  <a:pt x="4536281" y="7365651"/>
                </a:cubicBezTo>
                <a:close/>
                <a:moveTo>
                  <a:pt x="5707657" y="7361039"/>
                </a:moveTo>
                <a:cubicBezTo>
                  <a:pt x="5713544" y="7343377"/>
                  <a:pt x="5734050" y="7340448"/>
                  <a:pt x="5734050" y="7357268"/>
                </a:cubicBezTo>
                <a:cubicBezTo>
                  <a:pt x="5734050" y="7365563"/>
                  <a:pt x="5727263" y="7372350"/>
                  <a:pt x="5718968" y="7372350"/>
                </a:cubicBezTo>
                <a:cubicBezTo>
                  <a:pt x="5710674" y="7372350"/>
                  <a:pt x="5705584" y="7367260"/>
                  <a:pt x="5707657" y="7361039"/>
                </a:cubicBezTo>
                <a:close/>
                <a:moveTo>
                  <a:pt x="3877255" y="7353658"/>
                </a:moveTo>
                <a:cubicBezTo>
                  <a:pt x="3859061" y="7342414"/>
                  <a:pt x="3869299" y="7310437"/>
                  <a:pt x="3891092" y="7310437"/>
                </a:cubicBezTo>
                <a:cubicBezTo>
                  <a:pt x="3903121" y="7310437"/>
                  <a:pt x="3911063" y="7317802"/>
                  <a:pt x="3912897" y="7330656"/>
                </a:cubicBezTo>
                <a:cubicBezTo>
                  <a:pt x="3916043" y="7352708"/>
                  <a:pt x="3896317" y="7365439"/>
                  <a:pt x="3877255" y="7353658"/>
                </a:cubicBezTo>
                <a:close/>
                <a:moveTo>
                  <a:pt x="5386038" y="7342674"/>
                </a:moveTo>
                <a:cubicBezTo>
                  <a:pt x="5381322" y="7327815"/>
                  <a:pt x="5384222" y="7317807"/>
                  <a:pt x="5395671" y="7309436"/>
                </a:cubicBezTo>
                <a:cubicBezTo>
                  <a:pt x="5419722" y="7291849"/>
                  <a:pt x="5440321" y="7303662"/>
                  <a:pt x="5436909" y="7333085"/>
                </a:cubicBezTo>
                <a:cubicBezTo>
                  <a:pt x="5433040" y="7366443"/>
                  <a:pt x="5395809" y="7373461"/>
                  <a:pt x="5386038" y="7342674"/>
                </a:cubicBezTo>
                <a:close/>
                <a:moveTo>
                  <a:pt x="3324527" y="7321550"/>
                </a:moveTo>
                <a:cubicBezTo>
                  <a:pt x="3324319" y="7296479"/>
                  <a:pt x="3327956" y="7286279"/>
                  <a:pt x="3336131" y="7289001"/>
                </a:cubicBezTo>
                <a:cubicBezTo>
                  <a:pt x="3353864" y="7294906"/>
                  <a:pt x="3355217" y="7317860"/>
                  <a:pt x="3339090" y="7339196"/>
                </a:cubicBezTo>
                <a:cubicBezTo>
                  <a:pt x="3325618" y="7357020"/>
                  <a:pt x="3324814" y="7356045"/>
                  <a:pt x="3324527" y="7321550"/>
                </a:cubicBezTo>
                <a:close/>
                <a:moveTo>
                  <a:pt x="6259830" y="7341870"/>
                </a:moveTo>
                <a:cubicBezTo>
                  <a:pt x="6244873" y="7326913"/>
                  <a:pt x="6245162" y="7296549"/>
                  <a:pt x="6260306" y="7291884"/>
                </a:cubicBezTo>
                <a:cubicBezTo>
                  <a:pt x="6309264" y="7276801"/>
                  <a:pt x="6323475" y="7277602"/>
                  <a:pt x="6329242" y="7295771"/>
                </a:cubicBezTo>
                <a:cubicBezTo>
                  <a:pt x="6342681" y="7338113"/>
                  <a:pt x="6290637" y="7372677"/>
                  <a:pt x="6259830" y="7341870"/>
                </a:cubicBezTo>
                <a:close/>
                <a:moveTo>
                  <a:pt x="3699168" y="7329551"/>
                </a:moveTo>
                <a:cubicBezTo>
                  <a:pt x="3695869" y="7320953"/>
                  <a:pt x="3697737" y="7309352"/>
                  <a:pt x="3703320" y="7303770"/>
                </a:cubicBezTo>
                <a:cubicBezTo>
                  <a:pt x="3717832" y="7289257"/>
                  <a:pt x="3745329" y="7302521"/>
                  <a:pt x="3741538" y="7322205"/>
                </a:cubicBezTo>
                <a:cubicBezTo>
                  <a:pt x="3737315" y="7344130"/>
                  <a:pt x="3706794" y="7349422"/>
                  <a:pt x="3699168" y="7329551"/>
                </a:cubicBezTo>
                <a:close/>
                <a:moveTo>
                  <a:pt x="4691235" y="7328300"/>
                </a:moveTo>
                <a:cubicBezTo>
                  <a:pt x="4672311" y="7309376"/>
                  <a:pt x="4675711" y="7277935"/>
                  <a:pt x="4698206" y="7263833"/>
                </a:cubicBezTo>
                <a:cubicBezTo>
                  <a:pt x="4735520" y="7240443"/>
                  <a:pt x="4773488" y="7305218"/>
                  <a:pt x="4737771" y="7331335"/>
                </a:cubicBezTo>
                <a:cubicBezTo>
                  <a:pt x="4715804" y="7347397"/>
                  <a:pt x="4709952" y="7347016"/>
                  <a:pt x="4691235" y="7328300"/>
                </a:cubicBezTo>
                <a:close/>
                <a:moveTo>
                  <a:pt x="5234849" y="7328300"/>
                </a:moveTo>
                <a:cubicBezTo>
                  <a:pt x="5226770" y="7307246"/>
                  <a:pt x="5251232" y="7282066"/>
                  <a:pt x="5272016" y="7290042"/>
                </a:cubicBezTo>
                <a:cubicBezTo>
                  <a:pt x="5281685" y="7293752"/>
                  <a:pt x="5286540" y="7304309"/>
                  <a:pt x="5284661" y="7317538"/>
                </a:cubicBezTo>
                <a:cubicBezTo>
                  <a:pt x="5280863" y="7344285"/>
                  <a:pt x="5244037" y="7352241"/>
                  <a:pt x="5234849" y="7328300"/>
                </a:cubicBezTo>
                <a:close/>
                <a:moveTo>
                  <a:pt x="4861464" y="7301616"/>
                </a:moveTo>
                <a:cubicBezTo>
                  <a:pt x="4852798" y="7279033"/>
                  <a:pt x="4865060" y="7256226"/>
                  <a:pt x="4883914" y="7259857"/>
                </a:cubicBezTo>
                <a:cubicBezTo>
                  <a:pt x="4894459" y="7261888"/>
                  <a:pt x="4900612" y="7271752"/>
                  <a:pt x="4900612" y="7286625"/>
                </a:cubicBezTo>
                <a:cubicBezTo>
                  <a:pt x="4900612" y="7313777"/>
                  <a:pt x="4870548" y="7325289"/>
                  <a:pt x="4861464" y="7301616"/>
                </a:cubicBezTo>
                <a:close/>
                <a:moveTo>
                  <a:pt x="6118248" y="7300272"/>
                </a:moveTo>
                <a:cubicBezTo>
                  <a:pt x="6110310" y="7279584"/>
                  <a:pt x="6130464" y="7260129"/>
                  <a:pt x="6144889" y="7274554"/>
                </a:cubicBezTo>
                <a:cubicBezTo>
                  <a:pt x="6157082" y="7286747"/>
                  <a:pt x="6149528" y="7315200"/>
                  <a:pt x="6134100" y="7315200"/>
                </a:cubicBezTo>
                <a:cubicBezTo>
                  <a:pt x="6128532" y="7315200"/>
                  <a:pt x="6121399" y="7308482"/>
                  <a:pt x="6118248" y="7300272"/>
                </a:cubicBezTo>
                <a:close/>
                <a:moveTo>
                  <a:pt x="3448413" y="7272776"/>
                </a:moveTo>
                <a:cubicBezTo>
                  <a:pt x="3432770" y="7253926"/>
                  <a:pt x="3443270" y="7227157"/>
                  <a:pt x="3464689" y="7231282"/>
                </a:cubicBezTo>
                <a:cubicBezTo>
                  <a:pt x="3475078" y="7233283"/>
                  <a:pt x="3481387" y="7243146"/>
                  <a:pt x="3481387" y="7257386"/>
                </a:cubicBezTo>
                <a:cubicBezTo>
                  <a:pt x="3481387" y="7284987"/>
                  <a:pt x="3464925" y="7292670"/>
                  <a:pt x="3448413" y="7272776"/>
                </a:cubicBezTo>
                <a:close/>
                <a:moveTo>
                  <a:pt x="3973643" y="7265193"/>
                </a:moveTo>
                <a:cubicBezTo>
                  <a:pt x="3975317" y="7253406"/>
                  <a:pt x="3983116" y="7243762"/>
                  <a:pt x="3990975" y="7243762"/>
                </a:cubicBezTo>
                <a:cubicBezTo>
                  <a:pt x="3998833" y="7243762"/>
                  <a:pt x="4006632" y="7253406"/>
                  <a:pt x="4008306" y="7265193"/>
                </a:cubicBezTo>
                <a:cubicBezTo>
                  <a:pt x="4010648" y="7281688"/>
                  <a:pt x="4006656" y="7286625"/>
                  <a:pt x="3990975" y="7286625"/>
                </a:cubicBezTo>
                <a:cubicBezTo>
                  <a:pt x="3975293" y="7286625"/>
                  <a:pt x="3971301" y="7281688"/>
                  <a:pt x="3973643" y="7265193"/>
                </a:cubicBezTo>
                <a:close/>
                <a:moveTo>
                  <a:pt x="4342533" y="7271293"/>
                </a:moveTo>
                <a:cubicBezTo>
                  <a:pt x="4333046" y="7259862"/>
                  <a:pt x="4333660" y="7254182"/>
                  <a:pt x="4345685" y="7242157"/>
                </a:cubicBezTo>
                <a:cubicBezTo>
                  <a:pt x="4363146" y="7224695"/>
                  <a:pt x="4381500" y="7232605"/>
                  <a:pt x="4381500" y="7257593"/>
                </a:cubicBezTo>
                <a:cubicBezTo>
                  <a:pt x="4381500" y="7280703"/>
                  <a:pt x="4357381" y="7289183"/>
                  <a:pt x="4342533" y="7271293"/>
                </a:cubicBezTo>
                <a:close/>
                <a:moveTo>
                  <a:pt x="5648267" y="7272267"/>
                </a:moveTo>
                <a:cubicBezTo>
                  <a:pt x="5637727" y="7259568"/>
                  <a:pt x="5638138" y="7254629"/>
                  <a:pt x="5650785" y="7241981"/>
                </a:cubicBezTo>
                <a:cubicBezTo>
                  <a:pt x="5671212" y="7221555"/>
                  <a:pt x="5698143" y="7232904"/>
                  <a:pt x="5694236" y="7260291"/>
                </a:cubicBezTo>
                <a:cubicBezTo>
                  <a:pt x="5690515" y="7286379"/>
                  <a:pt x="5665408" y="7292921"/>
                  <a:pt x="5648267" y="7272267"/>
                </a:cubicBezTo>
                <a:close/>
                <a:moveTo>
                  <a:pt x="6429738" y="7272776"/>
                </a:moveTo>
                <a:cubicBezTo>
                  <a:pt x="6414095" y="7253926"/>
                  <a:pt x="6424595" y="7227157"/>
                  <a:pt x="6446014" y="7231282"/>
                </a:cubicBezTo>
                <a:cubicBezTo>
                  <a:pt x="6456403" y="7233283"/>
                  <a:pt x="6462712" y="7243146"/>
                  <a:pt x="6462712" y="7257386"/>
                </a:cubicBezTo>
                <a:cubicBezTo>
                  <a:pt x="6462712" y="7284987"/>
                  <a:pt x="6446250" y="7292670"/>
                  <a:pt x="6429738" y="7272776"/>
                </a:cubicBezTo>
                <a:close/>
                <a:moveTo>
                  <a:pt x="3594086" y="7262073"/>
                </a:moveTo>
                <a:cubicBezTo>
                  <a:pt x="3590914" y="7253809"/>
                  <a:pt x="3595335" y="7240032"/>
                  <a:pt x="3603910" y="7231457"/>
                </a:cubicBezTo>
                <a:cubicBezTo>
                  <a:pt x="3618346" y="7217021"/>
                  <a:pt x="3620653" y="7217021"/>
                  <a:pt x="3635089" y="7231457"/>
                </a:cubicBezTo>
                <a:cubicBezTo>
                  <a:pt x="3654563" y="7250931"/>
                  <a:pt x="3645625" y="7277100"/>
                  <a:pt x="3619500" y="7277100"/>
                </a:cubicBezTo>
                <a:cubicBezTo>
                  <a:pt x="3608693" y="7277100"/>
                  <a:pt x="3597257" y="7270338"/>
                  <a:pt x="3594086" y="7262073"/>
                </a:cubicBezTo>
                <a:close/>
                <a:moveTo>
                  <a:pt x="5002530" y="7265670"/>
                </a:moveTo>
                <a:cubicBezTo>
                  <a:pt x="4976857" y="7239997"/>
                  <a:pt x="4996871" y="7200900"/>
                  <a:pt x="5035686" y="7200900"/>
                </a:cubicBezTo>
                <a:cubicBezTo>
                  <a:pt x="5050946" y="7200900"/>
                  <a:pt x="5059199" y="7208023"/>
                  <a:pt x="5063419" y="7224836"/>
                </a:cubicBezTo>
                <a:cubicBezTo>
                  <a:pt x="5073721" y="7265883"/>
                  <a:pt x="5031235" y="7294375"/>
                  <a:pt x="5002530" y="7265670"/>
                </a:cubicBezTo>
                <a:close/>
                <a:moveTo>
                  <a:pt x="5498347" y="7266187"/>
                </a:moveTo>
                <a:cubicBezTo>
                  <a:pt x="5485600" y="7253440"/>
                  <a:pt x="5493345" y="7229475"/>
                  <a:pt x="5510212" y="7229475"/>
                </a:cubicBezTo>
                <a:cubicBezTo>
                  <a:pt x="5527798" y="7229475"/>
                  <a:pt x="5535061" y="7254857"/>
                  <a:pt x="5520849" y="7266651"/>
                </a:cubicBezTo>
                <a:cubicBezTo>
                  <a:pt x="5512412" y="7273654"/>
                  <a:pt x="5505675" y="7273515"/>
                  <a:pt x="5498347" y="7266187"/>
                </a:cubicBezTo>
                <a:close/>
                <a:moveTo>
                  <a:pt x="5972554" y="7263270"/>
                </a:moveTo>
                <a:cubicBezTo>
                  <a:pt x="5949315" y="7235268"/>
                  <a:pt x="5980054" y="7190920"/>
                  <a:pt x="6013742" y="7203847"/>
                </a:cubicBezTo>
                <a:cubicBezTo>
                  <a:pt x="6042948" y="7215054"/>
                  <a:pt x="6027283" y="7277100"/>
                  <a:pt x="5995248" y="7277100"/>
                </a:cubicBezTo>
                <a:cubicBezTo>
                  <a:pt x="5989079" y="7277100"/>
                  <a:pt x="5978867" y="7270876"/>
                  <a:pt x="5972554" y="7263270"/>
                </a:cubicBezTo>
                <a:close/>
                <a:moveTo>
                  <a:pt x="5159116" y="7260966"/>
                </a:moveTo>
                <a:cubicBezTo>
                  <a:pt x="5147732" y="7249582"/>
                  <a:pt x="5152965" y="7229475"/>
                  <a:pt x="5167312" y="7229475"/>
                </a:cubicBezTo>
                <a:cubicBezTo>
                  <a:pt x="5175170" y="7229475"/>
                  <a:pt x="5181600" y="7235651"/>
                  <a:pt x="5181600" y="7243200"/>
                </a:cubicBezTo>
                <a:cubicBezTo>
                  <a:pt x="5181600" y="7259113"/>
                  <a:pt x="5168005" y="7269855"/>
                  <a:pt x="5159116" y="7260966"/>
                </a:cubicBezTo>
                <a:close/>
                <a:moveTo>
                  <a:pt x="3771229" y="7240372"/>
                </a:moveTo>
                <a:cubicBezTo>
                  <a:pt x="3751373" y="7224294"/>
                  <a:pt x="3750088" y="7219300"/>
                  <a:pt x="3760132" y="7197256"/>
                </a:cubicBezTo>
                <a:cubicBezTo>
                  <a:pt x="3772936" y="7169154"/>
                  <a:pt x="3809628" y="7163210"/>
                  <a:pt x="3828670" y="7186154"/>
                </a:cubicBezTo>
                <a:cubicBezTo>
                  <a:pt x="3858983" y="7222680"/>
                  <a:pt x="3808374" y="7270450"/>
                  <a:pt x="3771229" y="7240372"/>
                </a:cubicBezTo>
                <a:close/>
                <a:moveTo>
                  <a:pt x="4083451" y="7242576"/>
                </a:moveTo>
                <a:cubicBezTo>
                  <a:pt x="4070837" y="7229962"/>
                  <a:pt x="4076631" y="7193439"/>
                  <a:pt x="4092194" y="7187467"/>
                </a:cubicBezTo>
                <a:cubicBezTo>
                  <a:pt x="4113304" y="7179366"/>
                  <a:pt x="4135395" y="7199611"/>
                  <a:pt x="4131928" y="7223879"/>
                </a:cubicBezTo>
                <a:cubicBezTo>
                  <a:pt x="4129111" y="7243593"/>
                  <a:pt x="4096894" y="7256019"/>
                  <a:pt x="4083451" y="7242576"/>
                </a:cubicBezTo>
                <a:close/>
                <a:moveTo>
                  <a:pt x="4206798" y="7234741"/>
                </a:moveTo>
                <a:cubicBezTo>
                  <a:pt x="4197648" y="7210896"/>
                  <a:pt x="4210626" y="7190104"/>
                  <a:pt x="4232693" y="7193252"/>
                </a:cubicBezTo>
                <a:cubicBezTo>
                  <a:pt x="4247141" y="7195314"/>
                  <a:pt x="4252912" y="7202934"/>
                  <a:pt x="4252912" y="7219950"/>
                </a:cubicBezTo>
                <a:cubicBezTo>
                  <a:pt x="4252912" y="7247702"/>
                  <a:pt x="4216281" y="7259452"/>
                  <a:pt x="4206798" y="7234741"/>
                </a:cubicBezTo>
                <a:close/>
                <a:moveTo>
                  <a:pt x="4477129" y="7234695"/>
                </a:moveTo>
                <a:cubicBezTo>
                  <a:pt x="4458868" y="7212692"/>
                  <a:pt x="4468995" y="7186612"/>
                  <a:pt x="4495800" y="7186612"/>
                </a:cubicBezTo>
                <a:cubicBezTo>
                  <a:pt x="4510896" y="7186612"/>
                  <a:pt x="4520535" y="7192760"/>
                  <a:pt x="4522649" y="7203738"/>
                </a:cubicBezTo>
                <a:cubicBezTo>
                  <a:pt x="4525947" y="7220864"/>
                  <a:pt x="4509364" y="7248525"/>
                  <a:pt x="4495800" y="7248525"/>
                </a:cubicBezTo>
                <a:cubicBezTo>
                  <a:pt x="4491844" y="7248525"/>
                  <a:pt x="4483442" y="7242301"/>
                  <a:pt x="4477129" y="7234695"/>
                </a:cubicBezTo>
                <a:close/>
                <a:moveTo>
                  <a:pt x="5292725" y="7242174"/>
                </a:moveTo>
                <a:cubicBezTo>
                  <a:pt x="5281765" y="7231215"/>
                  <a:pt x="5285788" y="7219950"/>
                  <a:pt x="5300662" y="7219950"/>
                </a:cubicBezTo>
                <a:cubicBezTo>
                  <a:pt x="5308520" y="7219950"/>
                  <a:pt x="5314950" y="7226379"/>
                  <a:pt x="5314950" y="7234237"/>
                </a:cubicBezTo>
                <a:cubicBezTo>
                  <a:pt x="5314950" y="7249111"/>
                  <a:pt x="5303684" y="7253134"/>
                  <a:pt x="5292725" y="7242174"/>
                </a:cubicBezTo>
                <a:close/>
                <a:moveTo>
                  <a:pt x="4782082" y="7196778"/>
                </a:moveTo>
                <a:cubicBezTo>
                  <a:pt x="4768171" y="7180017"/>
                  <a:pt x="4780045" y="7151596"/>
                  <a:pt x="4799417" y="7155285"/>
                </a:cubicBezTo>
                <a:cubicBezTo>
                  <a:pt x="4819427" y="7159096"/>
                  <a:pt x="4824973" y="7196818"/>
                  <a:pt x="4806562" y="7203884"/>
                </a:cubicBezTo>
                <a:cubicBezTo>
                  <a:pt x="4798810" y="7206858"/>
                  <a:pt x="4787794" y="7203661"/>
                  <a:pt x="4782082" y="7196778"/>
                </a:cubicBezTo>
                <a:close/>
                <a:moveTo>
                  <a:pt x="5791200" y="7192073"/>
                </a:moveTo>
                <a:cubicBezTo>
                  <a:pt x="5791200" y="7178442"/>
                  <a:pt x="5797317" y="7172325"/>
                  <a:pt x="5810948" y="7172325"/>
                </a:cubicBezTo>
                <a:cubicBezTo>
                  <a:pt x="5824579" y="7172325"/>
                  <a:pt x="5829708" y="7177454"/>
                  <a:pt x="5827507" y="7188884"/>
                </a:cubicBezTo>
                <a:cubicBezTo>
                  <a:pt x="5822726" y="7213713"/>
                  <a:pt x="5791200" y="7216482"/>
                  <a:pt x="5791200" y="7192073"/>
                </a:cubicBezTo>
                <a:close/>
                <a:moveTo>
                  <a:pt x="4610100" y="7181151"/>
                </a:moveTo>
                <a:cubicBezTo>
                  <a:pt x="4610100" y="7156742"/>
                  <a:pt x="4641626" y="7159511"/>
                  <a:pt x="4646407" y="7184340"/>
                </a:cubicBezTo>
                <a:cubicBezTo>
                  <a:pt x="4648608" y="7195770"/>
                  <a:pt x="4643479" y="7200900"/>
                  <a:pt x="4629848" y="7200900"/>
                </a:cubicBezTo>
                <a:cubicBezTo>
                  <a:pt x="4616217" y="7200900"/>
                  <a:pt x="4610100" y="7194782"/>
                  <a:pt x="4610100" y="7181151"/>
                </a:cubicBezTo>
                <a:close/>
                <a:moveTo>
                  <a:pt x="6191350" y="7186733"/>
                </a:moveTo>
                <a:cubicBezTo>
                  <a:pt x="6167767" y="7158317"/>
                  <a:pt x="6200869" y="7128604"/>
                  <a:pt x="6226999" y="7154734"/>
                </a:cubicBezTo>
                <a:cubicBezTo>
                  <a:pt x="6234556" y="7162291"/>
                  <a:pt x="6235046" y="7171206"/>
                  <a:pt x="6228569" y="7183309"/>
                </a:cubicBezTo>
                <a:cubicBezTo>
                  <a:pt x="6217175" y="7204597"/>
                  <a:pt x="6206956" y="7205538"/>
                  <a:pt x="6191350" y="7186733"/>
                </a:cubicBezTo>
                <a:close/>
                <a:moveTo>
                  <a:pt x="3507581" y="7185066"/>
                </a:moveTo>
                <a:cubicBezTo>
                  <a:pt x="3491629" y="7178630"/>
                  <a:pt x="3492408" y="7139268"/>
                  <a:pt x="3508755" y="7125701"/>
                </a:cubicBezTo>
                <a:cubicBezTo>
                  <a:pt x="3537375" y="7101948"/>
                  <a:pt x="3576578" y="7148466"/>
                  <a:pt x="3552445" y="7177544"/>
                </a:cubicBezTo>
                <a:cubicBezTo>
                  <a:pt x="3540746" y="7191640"/>
                  <a:pt x="3528826" y="7193639"/>
                  <a:pt x="3507581" y="7185066"/>
                </a:cubicBezTo>
                <a:close/>
                <a:moveTo>
                  <a:pt x="3890962" y="7181850"/>
                </a:moveTo>
                <a:cubicBezTo>
                  <a:pt x="3882989" y="7168949"/>
                  <a:pt x="3893747" y="7153275"/>
                  <a:pt x="3910574" y="7153275"/>
                </a:cubicBezTo>
                <a:cubicBezTo>
                  <a:pt x="3918123" y="7153275"/>
                  <a:pt x="3924300" y="7161847"/>
                  <a:pt x="3924300" y="7172325"/>
                </a:cubicBezTo>
                <a:cubicBezTo>
                  <a:pt x="3924300" y="7192044"/>
                  <a:pt x="3901320" y="7198610"/>
                  <a:pt x="3890962" y="7181850"/>
                </a:cubicBezTo>
                <a:close/>
                <a:moveTo>
                  <a:pt x="5387005" y="7173007"/>
                </a:moveTo>
                <a:cubicBezTo>
                  <a:pt x="5357359" y="7140249"/>
                  <a:pt x="5390450" y="7095014"/>
                  <a:pt x="5432308" y="7111076"/>
                </a:cubicBezTo>
                <a:cubicBezTo>
                  <a:pt x="5467388" y="7124537"/>
                  <a:pt x="5452950" y="7191375"/>
                  <a:pt x="5414962" y="7191375"/>
                </a:cubicBezTo>
                <a:cubicBezTo>
                  <a:pt x="5408728" y="7191375"/>
                  <a:pt x="5396147" y="7183109"/>
                  <a:pt x="5387005" y="7173007"/>
                </a:cubicBezTo>
                <a:close/>
                <a:moveTo>
                  <a:pt x="6488906" y="7185066"/>
                </a:moveTo>
                <a:cubicBezTo>
                  <a:pt x="6472413" y="7178411"/>
                  <a:pt x="6473964" y="7139076"/>
                  <a:pt x="6491287" y="7124700"/>
                </a:cubicBezTo>
                <a:cubicBezTo>
                  <a:pt x="6503349" y="7114689"/>
                  <a:pt x="6505575" y="7116611"/>
                  <a:pt x="6505575" y="7137042"/>
                </a:cubicBezTo>
                <a:cubicBezTo>
                  <a:pt x="6505575" y="7150352"/>
                  <a:pt x="6508176" y="7168021"/>
                  <a:pt x="6511356" y="7176308"/>
                </a:cubicBezTo>
                <a:cubicBezTo>
                  <a:pt x="6517176" y="7191475"/>
                  <a:pt x="6510877" y="7193932"/>
                  <a:pt x="6488906" y="7185066"/>
                </a:cubicBezTo>
                <a:close/>
                <a:moveTo>
                  <a:pt x="3349217" y="7167201"/>
                </a:moveTo>
                <a:cubicBezTo>
                  <a:pt x="3345959" y="7158713"/>
                  <a:pt x="3349805" y="7150170"/>
                  <a:pt x="3358363" y="7146887"/>
                </a:cubicBezTo>
                <a:cubicBezTo>
                  <a:pt x="3376149" y="7140061"/>
                  <a:pt x="3395612" y="7156993"/>
                  <a:pt x="3386650" y="7171495"/>
                </a:cubicBezTo>
                <a:cubicBezTo>
                  <a:pt x="3377303" y="7186618"/>
                  <a:pt x="3355717" y="7184142"/>
                  <a:pt x="3349217" y="7167201"/>
                </a:cubicBezTo>
                <a:close/>
                <a:moveTo>
                  <a:pt x="6329175" y="7172022"/>
                </a:moveTo>
                <a:cubicBezTo>
                  <a:pt x="6325476" y="7166037"/>
                  <a:pt x="6326931" y="7156658"/>
                  <a:pt x="6332409" y="7151180"/>
                </a:cubicBezTo>
                <a:cubicBezTo>
                  <a:pt x="6345210" y="7138379"/>
                  <a:pt x="6375054" y="7149545"/>
                  <a:pt x="6369846" y="7165186"/>
                </a:cubicBezTo>
                <a:cubicBezTo>
                  <a:pt x="6364544" y="7181109"/>
                  <a:pt x="6337591" y="7185639"/>
                  <a:pt x="6329175" y="7172022"/>
                </a:cubicBezTo>
                <a:close/>
                <a:moveTo>
                  <a:pt x="5569351" y="7166376"/>
                </a:moveTo>
                <a:cubicBezTo>
                  <a:pt x="5557872" y="7154897"/>
                  <a:pt x="5561886" y="7127624"/>
                  <a:pt x="5576887" y="7115175"/>
                </a:cubicBezTo>
                <a:cubicBezTo>
                  <a:pt x="5595989" y="7099321"/>
                  <a:pt x="5621808" y="7119819"/>
                  <a:pt x="5617828" y="7147679"/>
                </a:cubicBezTo>
                <a:cubicBezTo>
                  <a:pt x="5615011" y="7167393"/>
                  <a:pt x="5582794" y="7179819"/>
                  <a:pt x="5569351" y="7166376"/>
                </a:cubicBezTo>
                <a:close/>
                <a:moveTo>
                  <a:pt x="5092700" y="7156449"/>
                </a:moveTo>
                <a:cubicBezTo>
                  <a:pt x="5089207" y="7152957"/>
                  <a:pt x="5086350" y="7142241"/>
                  <a:pt x="5086350" y="7132637"/>
                </a:cubicBezTo>
                <a:cubicBezTo>
                  <a:pt x="5086350" y="7112697"/>
                  <a:pt x="5120376" y="7108048"/>
                  <a:pt x="5127015" y="7127081"/>
                </a:cubicBezTo>
                <a:cubicBezTo>
                  <a:pt x="5136149" y="7153265"/>
                  <a:pt x="5111020" y="7174770"/>
                  <a:pt x="5092700" y="7156449"/>
                </a:cubicBezTo>
                <a:close/>
                <a:moveTo>
                  <a:pt x="6051573" y="7147872"/>
                </a:moveTo>
                <a:cubicBezTo>
                  <a:pt x="6044066" y="7128309"/>
                  <a:pt x="6059133" y="7113689"/>
                  <a:pt x="6076036" y="7124135"/>
                </a:cubicBezTo>
                <a:cubicBezTo>
                  <a:pt x="6090431" y="7133031"/>
                  <a:pt x="6083801" y="7162800"/>
                  <a:pt x="6067425" y="7162800"/>
                </a:cubicBezTo>
                <a:cubicBezTo>
                  <a:pt x="6061857" y="7162800"/>
                  <a:pt x="6054724" y="7156082"/>
                  <a:pt x="6051573" y="7147872"/>
                </a:cubicBezTo>
                <a:close/>
                <a:moveTo>
                  <a:pt x="4013407" y="7138826"/>
                </a:moveTo>
                <a:cubicBezTo>
                  <a:pt x="4010426" y="7131057"/>
                  <a:pt x="4010426" y="7118342"/>
                  <a:pt x="4013407" y="7110573"/>
                </a:cubicBezTo>
                <a:cubicBezTo>
                  <a:pt x="4020633" y="7091744"/>
                  <a:pt x="4048125" y="7102931"/>
                  <a:pt x="4048125" y="7124700"/>
                </a:cubicBezTo>
                <a:cubicBezTo>
                  <a:pt x="4048125" y="7146468"/>
                  <a:pt x="4020633" y="7157655"/>
                  <a:pt x="4013407" y="7138826"/>
                </a:cubicBezTo>
                <a:close/>
                <a:moveTo>
                  <a:pt x="4908994" y="7139443"/>
                </a:moveTo>
                <a:cubicBezTo>
                  <a:pt x="4901726" y="7120502"/>
                  <a:pt x="4912493" y="7105650"/>
                  <a:pt x="4933493" y="7105650"/>
                </a:cubicBezTo>
                <a:cubicBezTo>
                  <a:pt x="4952217" y="7105650"/>
                  <a:pt x="4962321" y="7122000"/>
                  <a:pt x="4955565" y="7141368"/>
                </a:cubicBezTo>
                <a:cubicBezTo>
                  <a:pt x="4949836" y="7157794"/>
                  <a:pt x="4915491" y="7156374"/>
                  <a:pt x="4908994" y="7139443"/>
                </a:cubicBezTo>
                <a:close/>
                <a:moveTo>
                  <a:pt x="5225586" y="7129226"/>
                </a:moveTo>
                <a:cubicBezTo>
                  <a:pt x="5206166" y="7109806"/>
                  <a:pt x="5220804" y="7077075"/>
                  <a:pt x="5248909" y="7077075"/>
                </a:cubicBezTo>
                <a:cubicBezTo>
                  <a:pt x="5271653" y="7077075"/>
                  <a:pt x="5283568" y="7102395"/>
                  <a:pt x="5270541" y="7123046"/>
                </a:cubicBezTo>
                <a:cubicBezTo>
                  <a:pt x="5256885" y="7144695"/>
                  <a:pt x="5242969" y="7146608"/>
                  <a:pt x="5225586" y="7129226"/>
                </a:cubicBezTo>
                <a:close/>
                <a:moveTo>
                  <a:pt x="5897593" y="7123081"/>
                </a:moveTo>
                <a:cubicBezTo>
                  <a:pt x="5899689" y="7108285"/>
                  <a:pt x="5907087" y="7100887"/>
                  <a:pt x="5919787" y="7100887"/>
                </a:cubicBezTo>
                <a:cubicBezTo>
                  <a:pt x="5948154" y="7100887"/>
                  <a:pt x="5945320" y="7138069"/>
                  <a:pt x="5916643" y="7142131"/>
                </a:cubicBezTo>
                <a:cubicBezTo>
                  <a:pt x="5898176" y="7144746"/>
                  <a:pt x="5894978" y="7141548"/>
                  <a:pt x="5897593" y="7123081"/>
                </a:cubicBezTo>
                <a:close/>
                <a:moveTo>
                  <a:pt x="3644897" y="7120633"/>
                </a:moveTo>
                <a:cubicBezTo>
                  <a:pt x="3637634" y="7101706"/>
                  <a:pt x="3664565" y="7080230"/>
                  <a:pt x="3678318" y="7093983"/>
                </a:cubicBezTo>
                <a:cubicBezTo>
                  <a:pt x="3691470" y="7107135"/>
                  <a:pt x="3681617" y="7134225"/>
                  <a:pt x="3663680" y="7134225"/>
                </a:cubicBezTo>
                <a:cubicBezTo>
                  <a:pt x="3656218" y="7134225"/>
                  <a:pt x="3647766" y="7128109"/>
                  <a:pt x="3644897" y="7120633"/>
                </a:cubicBezTo>
                <a:close/>
                <a:moveTo>
                  <a:pt x="4354830" y="7122795"/>
                </a:moveTo>
                <a:cubicBezTo>
                  <a:pt x="4322499" y="7090464"/>
                  <a:pt x="4360520" y="7036601"/>
                  <a:pt x="4400550" y="7058025"/>
                </a:cubicBezTo>
                <a:cubicBezTo>
                  <a:pt x="4434169" y="7076017"/>
                  <a:pt x="4419618" y="7134225"/>
                  <a:pt x="4381500" y="7134225"/>
                </a:cubicBezTo>
                <a:cubicBezTo>
                  <a:pt x="4373118" y="7134225"/>
                  <a:pt x="4361116" y="7129081"/>
                  <a:pt x="4354830" y="7122795"/>
                </a:cubicBezTo>
                <a:close/>
                <a:moveTo>
                  <a:pt x="5716808" y="7122116"/>
                </a:moveTo>
                <a:cubicBezTo>
                  <a:pt x="5699449" y="7101199"/>
                  <a:pt x="5719919" y="7077921"/>
                  <a:pt x="5738946" y="7096943"/>
                </a:cubicBezTo>
                <a:cubicBezTo>
                  <a:pt x="5751916" y="7109909"/>
                  <a:pt x="5752143" y="7113635"/>
                  <a:pt x="5740554" y="7123254"/>
                </a:cubicBezTo>
                <a:cubicBezTo>
                  <a:pt x="5730132" y="7131904"/>
                  <a:pt x="5724715" y="7131644"/>
                  <a:pt x="5716808" y="7122116"/>
                </a:cubicBezTo>
                <a:close/>
                <a:moveTo>
                  <a:pt x="3758469" y="7107036"/>
                </a:moveTo>
                <a:cubicBezTo>
                  <a:pt x="3749011" y="7091733"/>
                  <a:pt x="3763734" y="7066414"/>
                  <a:pt x="3780242" y="7069594"/>
                </a:cubicBezTo>
                <a:cubicBezTo>
                  <a:pt x="3800536" y="7073502"/>
                  <a:pt x="3800282" y="7109271"/>
                  <a:pt x="3779931" y="7113190"/>
                </a:cubicBezTo>
                <a:cubicBezTo>
                  <a:pt x="3771252" y="7114862"/>
                  <a:pt x="3761594" y="7112092"/>
                  <a:pt x="3758469" y="7107036"/>
                </a:cubicBezTo>
                <a:close/>
                <a:moveTo>
                  <a:pt x="4110348" y="7106152"/>
                </a:moveTo>
                <a:cubicBezTo>
                  <a:pt x="4101973" y="7092602"/>
                  <a:pt x="4112653" y="7077075"/>
                  <a:pt x="4130348" y="7077075"/>
                </a:cubicBezTo>
                <a:cubicBezTo>
                  <a:pt x="4138693" y="7077075"/>
                  <a:pt x="4143473" y="7083766"/>
                  <a:pt x="4141692" y="7092954"/>
                </a:cubicBezTo>
                <a:cubicBezTo>
                  <a:pt x="4137981" y="7112085"/>
                  <a:pt x="4118963" y="7120093"/>
                  <a:pt x="4110348" y="7106152"/>
                </a:cubicBezTo>
                <a:close/>
                <a:moveTo>
                  <a:pt x="4229028" y="7100801"/>
                </a:moveTo>
                <a:cubicBezTo>
                  <a:pt x="4220035" y="7089965"/>
                  <a:pt x="4219460" y="7082904"/>
                  <a:pt x="4226958" y="7075406"/>
                </a:cubicBezTo>
                <a:cubicBezTo>
                  <a:pt x="4241408" y="7060956"/>
                  <a:pt x="4269268" y="7073613"/>
                  <a:pt x="4265522" y="7092925"/>
                </a:cubicBezTo>
                <a:cubicBezTo>
                  <a:pt x="4261245" y="7114980"/>
                  <a:pt x="4243902" y="7118723"/>
                  <a:pt x="4229028" y="7100801"/>
                </a:cubicBezTo>
                <a:close/>
                <a:moveTo>
                  <a:pt x="4680689" y="7102111"/>
                </a:moveTo>
                <a:cubicBezTo>
                  <a:pt x="4670100" y="7074517"/>
                  <a:pt x="4680887" y="7053262"/>
                  <a:pt x="4705480" y="7053262"/>
                </a:cubicBezTo>
                <a:cubicBezTo>
                  <a:pt x="4725443" y="7053262"/>
                  <a:pt x="4729162" y="7057749"/>
                  <a:pt x="4729162" y="7081837"/>
                </a:cubicBezTo>
                <a:cubicBezTo>
                  <a:pt x="4729162" y="7113792"/>
                  <a:pt x="4691255" y="7129647"/>
                  <a:pt x="4680689" y="7102111"/>
                </a:cubicBezTo>
                <a:close/>
                <a:moveTo>
                  <a:pt x="6243637" y="7086600"/>
                </a:moveTo>
                <a:cubicBezTo>
                  <a:pt x="6235664" y="7073699"/>
                  <a:pt x="6246422" y="7058025"/>
                  <a:pt x="6263249" y="7058025"/>
                </a:cubicBezTo>
                <a:cubicBezTo>
                  <a:pt x="6270798" y="7058025"/>
                  <a:pt x="6276975" y="7066597"/>
                  <a:pt x="6276975" y="7077075"/>
                </a:cubicBezTo>
                <a:cubicBezTo>
                  <a:pt x="6276975" y="7096794"/>
                  <a:pt x="6253995" y="7103360"/>
                  <a:pt x="6243637" y="7086600"/>
                </a:cubicBezTo>
                <a:close/>
                <a:moveTo>
                  <a:pt x="4527573" y="7071672"/>
                </a:moveTo>
                <a:cubicBezTo>
                  <a:pt x="4524423" y="7063461"/>
                  <a:pt x="4526731" y="7051858"/>
                  <a:pt x="4532703" y="7045886"/>
                </a:cubicBezTo>
                <a:cubicBezTo>
                  <a:pt x="4546109" y="7032480"/>
                  <a:pt x="4577868" y="7059874"/>
                  <a:pt x="4567802" y="7076160"/>
                </a:cubicBezTo>
                <a:cubicBezTo>
                  <a:pt x="4558295" y="7091543"/>
                  <a:pt x="4534165" y="7088851"/>
                  <a:pt x="4527573" y="7071672"/>
                </a:cubicBezTo>
                <a:close/>
                <a:moveTo>
                  <a:pt x="3921918" y="7066787"/>
                </a:moveTo>
                <a:cubicBezTo>
                  <a:pt x="3886859" y="7046366"/>
                  <a:pt x="3913365" y="6993097"/>
                  <a:pt x="3952417" y="7005492"/>
                </a:cubicBezTo>
                <a:cubicBezTo>
                  <a:pt x="3974233" y="7012416"/>
                  <a:pt x="3978908" y="7047231"/>
                  <a:pt x="3960495" y="7065645"/>
                </a:cubicBezTo>
                <a:cubicBezTo>
                  <a:pt x="3946846" y="7079293"/>
                  <a:pt x="3943557" y="7079390"/>
                  <a:pt x="3921918" y="7066787"/>
                </a:cubicBezTo>
                <a:close/>
                <a:moveTo>
                  <a:pt x="3378637" y="7061637"/>
                </a:moveTo>
                <a:cubicBezTo>
                  <a:pt x="3353829" y="7036829"/>
                  <a:pt x="3390028" y="6985115"/>
                  <a:pt x="3420707" y="7001534"/>
                </a:cubicBezTo>
                <a:cubicBezTo>
                  <a:pt x="3449307" y="7016840"/>
                  <a:pt x="3441494" y="7061885"/>
                  <a:pt x="3409593" y="7065606"/>
                </a:cubicBezTo>
                <a:cubicBezTo>
                  <a:pt x="3396300" y="7067156"/>
                  <a:pt x="3382370" y="7065370"/>
                  <a:pt x="3378637" y="7061637"/>
                </a:cubicBezTo>
                <a:close/>
                <a:moveTo>
                  <a:pt x="6100425" y="7047437"/>
                </a:moveTo>
                <a:cubicBezTo>
                  <a:pt x="6091060" y="7017930"/>
                  <a:pt x="6116010" y="6995621"/>
                  <a:pt x="6142513" y="7009805"/>
                </a:cubicBezTo>
                <a:cubicBezTo>
                  <a:pt x="6165103" y="7021894"/>
                  <a:pt x="6168333" y="7039031"/>
                  <a:pt x="6151245" y="7056120"/>
                </a:cubicBezTo>
                <a:cubicBezTo>
                  <a:pt x="6133375" y="7073989"/>
                  <a:pt x="6107446" y="7069560"/>
                  <a:pt x="6100425" y="7047437"/>
                </a:cubicBezTo>
                <a:close/>
                <a:moveTo>
                  <a:pt x="6359962" y="7061637"/>
                </a:moveTo>
                <a:cubicBezTo>
                  <a:pt x="6334749" y="7036424"/>
                  <a:pt x="6369883" y="6979200"/>
                  <a:pt x="6399217" y="6997702"/>
                </a:cubicBezTo>
                <a:cubicBezTo>
                  <a:pt x="6425775" y="7014455"/>
                  <a:pt x="6419938" y="7062221"/>
                  <a:pt x="6390918" y="7065606"/>
                </a:cubicBezTo>
                <a:cubicBezTo>
                  <a:pt x="6377625" y="7067156"/>
                  <a:pt x="6363695" y="7065370"/>
                  <a:pt x="6359962" y="7061637"/>
                </a:cubicBezTo>
                <a:close/>
                <a:moveTo>
                  <a:pt x="3575319" y="7043737"/>
                </a:moveTo>
                <a:cubicBezTo>
                  <a:pt x="3567511" y="7023389"/>
                  <a:pt x="3578210" y="7000875"/>
                  <a:pt x="3595687" y="7000875"/>
                </a:cubicBezTo>
                <a:cubicBezTo>
                  <a:pt x="3615882" y="7000875"/>
                  <a:pt x="3624323" y="7026448"/>
                  <a:pt x="3609874" y="7043858"/>
                </a:cubicBezTo>
                <a:cubicBezTo>
                  <a:pt x="3594873" y="7061933"/>
                  <a:pt x="3582285" y="7061889"/>
                  <a:pt x="3575319" y="7043737"/>
                </a:cubicBezTo>
                <a:close/>
                <a:moveTo>
                  <a:pt x="5490148" y="7044529"/>
                </a:moveTo>
                <a:cubicBezTo>
                  <a:pt x="5483644" y="7027579"/>
                  <a:pt x="5491413" y="7000798"/>
                  <a:pt x="5502769" y="7001020"/>
                </a:cubicBezTo>
                <a:cubicBezTo>
                  <a:pt x="5524671" y="7001450"/>
                  <a:pt x="5538427" y="7019960"/>
                  <a:pt x="5528582" y="7035755"/>
                </a:cubicBezTo>
                <a:cubicBezTo>
                  <a:pt x="5514403" y="7058502"/>
                  <a:pt x="5497032" y="7062467"/>
                  <a:pt x="5490148" y="7044529"/>
                </a:cubicBezTo>
                <a:close/>
                <a:moveTo>
                  <a:pt x="5791579" y="7044194"/>
                </a:moveTo>
                <a:cubicBezTo>
                  <a:pt x="5777964" y="7027789"/>
                  <a:pt x="5786176" y="6995315"/>
                  <a:pt x="5805850" y="6987766"/>
                </a:cubicBezTo>
                <a:cubicBezTo>
                  <a:pt x="5837152" y="6975754"/>
                  <a:pt x="5863717" y="7005560"/>
                  <a:pt x="5852686" y="7040316"/>
                </a:cubicBezTo>
                <a:cubicBezTo>
                  <a:pt x="5845927" y="7061613"/>
                  <a:pt x="5808031" y="7064018"/>
                  <a:pt x="5791579" y="7044194"/>
                </a:cubicBezTo>
                <a:close/>
                <a:moveTo>
                  <a:pt x="4829601" y="7030246"/>
                </a:moveTo>
                <a:cubicBezTo>
                  <a:pt x="4821160" y="7014475"/>
                  <a:pt x="4823023" y="7007026"/>
                  <a:pt x="4839540" y="6990509"/>
                </a:cubicBezTo>
                <a:lnTo>
                  <a:pt x="4859866" y="6970183"/>
                </a:lnTo>
                <a:lnTo>
                  <a:pt x="4880107" y="6990424"/>
                </a:lnTo>
                <a:cubicBezTo>
                  <a:pt x="4896083" y="7006399"/>
                  <a:pt x="4898163" y="7014149"/>
                  <a:pt x="4889982" y="7027201"/>
                </a:cubicBezTo>
                <a:cubicBezTo>
                  <a:pt x="4874698" y="7051584"/>
                  <a:pt x="4841905" y="7053237"/>
                  <a:pt x="4829601" y="7030246"/>
                </a:cubicBezTo>
                <a:close/>
                <a:moveTo>
                  <a:pt x="5003786" y="7033473"/>
                </a:moveTo>
                <a:cubicBezTo>
                  <a:pt x="5000614" y="7025209"/>
                  <a:pt x="5005035" y="7011432"/>
                  <a:pt x="5013610" y="7002857"/>
                </a:cubicBezTo>
                <a:cubicBezTo>
                  <a:pt x="5033103" y="6983364"/>
                  <a:pt x="5062552" y="7005918"/>
                  <a:pt x="5052343" y="7032521"/>
                </a:cubicBezTo>
                <a:cubicBezTo>
                  <a:pt x="5044588" y="7052730"/>
                  <a:pt x="5011425" y="7053381"/>
                  <a:pt x="5003786" y="7033473"/>
                </a:cubicBezTo>
                <a:close/>
                <a:moveTo>
                  <a:pt x="5308893" y="7034276"/>
                </a:moveTo>
                <a:cubicBezTo>
                  <a:pt x="5305594" y="7025678"/>
                  <a:pt x="5307462" y="7014077"/>
                  <a:pt x="5313045" y="7008495"/>
                </a:cubicBezTo>
                <a:cubicBezTo>
                  <a:pt x="5327557" y="6993982"/>
                  <a:pt x="5355054" y="7007246"/>
                  <a:pt x="5351263" y="7026930"/>
                </a:cubicBezTo>
                <a:cubicBezTo>
                  <a:pt x="5347040" y="7048855"/>
                  <a:pt x="5316519" y="7054147"/>
                  <a:pt x="5308893" y="7034276"/>
                </a:cubicBezTo>
                <a:close/>
                <a:moveTo>
                  <a:pt x="5972275" y="7024808"/>
                </a:moveTo>
                <a:cubicBezTo>
                  <a:pt x="5956448" y="7005738"/>
                  <a:pt x="5966991" y="6981825"/>
                  <a:pt x="5991225" y="6981825"/>
                </a:cubicBezTo>
                <a:cubicBezTo>
                  <a:pt x="6002031" y="6981825"/>
                  <a:pt x="6013361" y="6988308"/>
                  <a:pt x="6016402" y="6996233"/>
                </a:cubicBezTo>
                <a:cubicBezTo>
                  <a:pt x="6021875" y="7010496"/>
                  <a:pt x="6005100" y="7038975"/>
                  <a:pt x="5991225" y="7038975"/>
                </a:cubicBezTo>
                <a:cubicBezTo>
                  <a:pt x="5987269" y="7038975"/>
                  <a:pt x="5978741" y="7032600"/>
                  <a:pt x="5972275" y="7024808"/>
                </a:cubicBezTo>
                <a:close/>
                <a:moveTo>
                  <a:pt x="5138550" y="7019622"/>
                </a:moveTo>
                <a:cubicBezTo>
                  <a:pt x="5134851" y="7013637"/>
                  <a:pt x="5136306" y="7004258"/>
                  <a:pt x="5141784" y="6998780"/>
                </a:cubicBezTo>
                <a:cubicBezTo>
                  <a:pt x="5154585" y="6985979"/>
                  <a:pt x="5184429" y="6997145"/>
                  <a:pt x="5179221" y="7012786"/>
                </a:cubicBezTo>
                <a:cubicBezTo>
                  <a:pt x="5173919" y="7028709"/>
                  <a:pt x="5146966" y="7033239"/>
                  <a:pt x="5138550" y="7019622"/>
                </a:cubicBezTo>
                <a:close/>
                <a:moveTo>
                  <a:pt x="3816349" y="7013574"/>
                </a:moveTo>
                <a:cubicBezTo>
                  <a:pt x="3806349" y="7003574"/>
                  <a:pt x="3808936" y="6974081"/>
                  <a:pt x="3820439" y="6966972"/>
                </a:cubicBezTo>
                <a:cubicBezTo>
                  <a:pt x="3839022" y="6955487"/>
                  <a:pt x="3862829" y="6987889"/>
                  <a:pt x="3848496" y="7005159"/>
                </a:cubicBezTo>
                <a:cubicBezTo>
                  <a:pt x="3835217" y="7021159"/>
                  <a:pt x="3826275" y="7023500"/>
                  <a:pt x="3816349" y="7013574"/>
                </a:cubicBezTo>
                <a:close/>
                <a:moveTo>
                  <a:pt x="5634717" y="7004957"/>
                </a:moveTo>
                <a:cubicBezTo>
                  <a:pt x="5626485" y="6996724"/>
                  <a:pt x="5619750" y="6986315"/>
                  <a:pt x="5619750" y="6981825"/>
                </a:cubicBezTo>
                <a:cubicBezTo>
                  <a:pt x="5619750" y="6973993"/>
                  <a:pt x="5646156" y="6943725"/>
                  <a:pt x="5652988" y="6943725"/>
                </a:cubicBezTo>
                <a:cubicBezTo>
                  <a:pt x="5672306" y="6943725"/>
                  <a:pt x="5686425" y="6959813"/>
                  <a:pt x="5686425" y="6981825"/>
                </a:cubicBezTo>
                <a:cubicBezTo>
                  <a:pt x="5686425" y="6997236"/>
                  <a:pt x="5680108" y="7010785"/>
                  <a:pt x="5671358" y="7014143"/>
                </a:cubicBezTo>
                <a:cubicBezTo>
                  <a:pt x="5651192" y="7021881"/>
                  <a:pt x="5651793" y="7022032"/>
                  <a:pt x="5634717" y="7004957"/>
                </a:cubicBezTo>
                <a:close/>
                <a:moveTo>
                  <a:pt x="4128926" y="6990841"/>
                </a:moveTo>
                <a:cubicBezTo>
                  <a:pt x="4119834" y="6962195"/>
                  <a:pt x="4146676" y="6935134"/>
                  <a:pt x="4169747" y="6949687"/>
                </a:cubicBezTo>
                <a:cubicBezTo>
                  <a:pt x="4178816" y="6955407"/>
                  <a:pt x="4186237" y="6970337"/>
                  <a:pt x="4186237" y="6982863"/>
                </a:cubicBezTo>
                <a:cubicBezTo>
                  <a:pt x="4186237" y="7014776"/>
                  <a:pt x="4138626" y="7021404"/>
                  <a:pt x="4128926" y="6990841"/>
                </a:cubicBezTo>
                <a:close/>
                <a:moveTo>
                  <a:pt x="4292798" y="7004248"/>
                </a:moveTo>
                <a:cubicBezTo>
                  <a:pt x="4278125" y="6989575"/>
                  <a:pt x="4286631" y="6962775"/>
                  <a:pt x="4305962" y="6962775"/>
                </a:cubicBezTo>
                <a:cubicBezTo>
                  <a:pt x="4320778" y="6962775"/>
                  <a:pt x="4324918" y="6967912"/>
                  <a:pt x="4322631" y="6983460"/>
                </a:cubicBezTo>
                <a:cubicBezTo>
                  <a:pt x="4319470" y="7004941"/>
                  <a:pt x="4304160" y="7015610"/>
                  <a:pt x="4292798" y="7004248"/>
                </a:cubicBezTo>
                <a:close/>
                <a:moveTo>
                  <a:pt x="4435804" y="6994854"/>
                </a:moveTo>
                <a:cubicBezTo>
                  <a:pt x="4419474" y="6978524"/>
                  <a:pt x="4429303" y="6951950"/>
                  <a:pt x="4450556" y="6954968"/>
                </a:cubicBezTo>
                <a:cubicBezTo>
                  <a:pt x="4464566" y="6956958"/>
                  <a:pt x="4471987" y="6964563"/>
                  <a:pt x="4471987" y="6976932"/>
                </a:cubicBezTo>
                <a:cubicBezTo>
                  <a:pt x="4471987" y="6995825"/>
                  <a:pt x="4448439" y="7007489"/>
                  <a:pt x="4435804" y="6994854"/>
                </a:cubicBezTo>
                <a:close/>
                <a:moveTo>
                  <a:pt x="3682328" y="6978910"/>
                </a:moveTo>
                <a:cubicBezTo>
                  <a:pt x="3653946" y="6958157"/>
                  <a:pt x="3665702" y="6919912"/>
                  <a:pt x="3700462" y="6919912"/>
                </a:cubicBezTo>
                <a:cubicBezTo>
                  <a:pt x="3732330" y="6919912"/>
                  <a:pt x="3745250" y="6951788"/>
                  <a:pt x="3723839" y="6977586"/>
                </a:cubicBezTo>
                <a:cubicBezTo>
                  <a:pt x="3709779" y="6994528"/>
                  <a:pt x="3703942" y="6994714"/>
                  <a:pt x="3682328" y="6978910"/>
                </a:cubicBezTo>
                <a:close/>
                <a:moveTo>
                  <a:pt x="4049950" y="6981110"/>
                </a:moveTo>
                <a:cubicBezTo>
                  <a:pt x="4051827" y="6975478"/>
                  <a:pt x="4057435" y="6970871"/>
                  <a:pt x="4062412" y="6970871"/>
                </a:cubicBezTo>
                <a:cubicBezTo>
                  <a:pt x="4067389" y="6970871"/>
                  <a:pt x="4072997" y="6975478"/>
                  <a:pt x="4074874" y="6981110"/>
                </a:cubicBezTo>
                <a:cubicBezTo>
                  <a:pt x="4076751" y="6986742"/>
                  <a:pt x="4071143" y="6991350"/>
                  <a:pt x="4062412" y="6991350"/>
                </a:cubicBezTo>
                <a:cubicBezTo>
                  <a:pt x="4053681" y="6991350"/>
                  <a:pt x="4048073" y="6986742"/>
                  <a:pt x="4049950" y="6981110"/>
                </a:cubicBezTo>
                <a:close/>
                <a:moveTo>
                  <a:pt x="3509666" y="6971821"/>
                </a:moveTo>
                <a:cubicBezTo>
                  <a:pt x="3500616" y="6957177"/>
                  <a:pt x="3513013" y="6947728"/>
                  <a:pt x="3525238" y="6959953"/>
                </a:cubicBezTo>
                <a:cubicBezTo>
                  <a:pt x="3532079" y="6966794"/>
                  <a:pt x="3532243" y="6972122"/>
                  <a:pt x="3525738" y="6976142"/>
                </a:cubicBezTo>
                <a:cubicBezTo>
                  <a:pt x="3520404" y="6979438"/>
                  <a:pt x="3513172" y="6977494"/>
                  <a:pt x="3509666" y="6971821"/>
                </a:cubicBezTo>
                <a:close/>
                <a:moveTo>
                  <a:pt x="4660923" y="6966897"/>
                </a:moveTo>
                <a:cubicBezTo>
                  <a:pt x="4657773" y="6958686"/>
                  <a:pt x="4659869" y="6947295"/>
                  <a:pt x="4665581" y="6941583"/>
                </a:cubicBezTo>
                <a:cubicBezTo>
                  <a:pt x="4679334" y="6927830"/>
                  <a:pt x="4706265" y="6949306"/>
                  <a:pt x="4699002" y="6968233"/>
                </a:cubicBezTo>
                <a:cubicBezTo>
                  <a:pt x="4692034" y="6986391"/>
                  <a:pt x="4668081" y="6985550"/>
                  <a:pt x="4660923" y="6966897"/>
                </a:cubicBezTo>
                <a:close/>
                <a:moveTo>
                  <a:pt x="5393124" y="6969916"/>
                </a:moveTo>
                <a:cubicBezTo>
                  <a:pt x="5379004" y="6952903"/>
                  <a:pt x="5394430" y="6929765"/>
                  <a:pt x="5414705" y="6937545"/>
                </a:cubicBezTo>
                <a:cubicBezTo>
                  <a:pt x="5431814" y="6944111"/>
                  <a:pt x="5431327" y="6973206"/>
                  <a:pt x="5414010" y="6978971"/>
                </a:cubicBezTo>
                <a:cubicBezTo>
                  <a:pt x="5408248" y="6980889"/>
                  <a:pt x="5398849" y="6976815"/>
                  <a:pt x="5393124" y="6969916"/>
                </a:cubicBezTo>
                <a:close/>
                <a:moveTo>
                  <a:pt x="6229350" y="6953250"/>
                </a:moveTo>
                <a:cubicBezTo>
                  <a:pt x="6229350" y="6940550"/>
                  <a:pt x="6235700" y="6934200"/>
                  <a:pt x="6248400" y="6934200"/>
                </a:cubicBezTo>
                <a:cubicBezTo>
                  <a:pt x="6261100" y="6934200"/>
                  <a:pt x="6267450" y="6940550"/>
                  <a:pt x="6267450" y="6953250"/>
                </a:cubicBezTo>
                <a:cubicBezTo>
                  <a:pt x="6267450" y="6965950"/>
                  <a:pt x="6261100" y="6972300"/>
                  <a:pt x="6248400" y="6972300"/>
                </a:cubicBezTo>
                <a:cubicBezTo>
                  <a:pt x="6235700" y="6972300"/>
                  <a:pt x="6229350" y="6965950"/>
                  <a:pt x="6229350" y="6953250"/>
                </a:cubicBezTo>
                <a:close/>
                <a:moveTo>
                  <a:pt x="5215763" y="6935112"/>
                </a:moveTo>
                <a:cubicBezTo>
                  <a:pt x="5199286" y="6916905"/>
                  <a:pt x="5210529" y="6877050"/>
                  <a:pt x="5232142" y="6877050"/>
                </a:cubicBezTo>
                <a:cubicBezTo>
                  <a:pt x="5271006" y="6877050"/>
                  <a:pt x="5287021" y="6912517"/>
                  <a:pt x="5259431" y="6937486"/>
                </a:cubicBezTo>
                <a:cubicBezTo>
                  <a:pt x="5237553" y="6957285"/>
                  <a:pt x="5235740" y="6957187"/>
                  <a:pt x="5215763" y="6935112"/>
                </a:cubicBezTo>
                <a:close/>
                <a:moveTo>
                  <a:pt x="4549684" y="6931449"/>
                </a:moveTo>
                <a:cubicBezTo>
                  <a:pt x="4512046" y="6903292"/>
                  <a:pt x="4539935" y="6839221"/>
                  <a:pt x="4579143" y="6863771"/>
                </a:cubicBezTo>
                <a:cubicBezTo>
                  <a:pt x="4603377" y="6878945"/>
                  <a:pt x="4605970" y="6921117"/>
                  <a:pt x="4583411" y="6933190"/>
                </a:cubicBezTo>
                <a:cubicBezTo>
                  <a:pt x="4570384" y="6940161"/>
                  <a:pt x="4560659" y="6939660"/>
                  <a:pt x="4549684" y="6931449"/>
                </a:cubicBezTo>
                <a:close/>
                <a:moveTo>
                  <a:pt x="4937148" y="6928797"/>
                </a:moveTo>
                <a:cubicBezTo>
                  <a:pt x="4929210" y="6908109"/>
                  <a:pt x="4949364" y="6888654"/>
                  <a:pt x="4963789" y="6903079"/>
                </a:cubicBezTo>
                <a:cubicBezTo>
                  <a:pt x="4975982" y="6915272"/>
                  <a:pt x="4968428" y="6943725"/>
                  <a:pt x="4953000" y="6943725"/>
                </a:cubicBezTo>
                <a:cubicBezTo>
                  <a:pt x="4947432" y="6943725"/>
                  <a:pt x="4940299" y="6937007"/>
                  <a:pt x="4937148" y="6928797"/>
                </a:cubicBezTo>
                <a:close/>
                <a:moveTo>
                  <a:pt x="5899689" y="6930141"/>
                </a:moveTo>
                <a:cubicBezTo>
                  <a:pt x="5891023" y="6907558"/>
                  <a:pt x="5903285" y="6884751"/>
                  <a:pt x="5922139" y="6888382"/>
                </a:cubicBezTo>
                <a:cubicBezTo>
                  <a:pt x="5932684" y="6890413"/>
                  <a:pt x="5938837" y="6900277"/>
                  <a:pt x="5938837" y="6915150"/>
                </a:cubicBezTo>
                <a:cubicBezTo>
                  <a:pt x="5938837" y="6942302"/>
                  <a:pt x="5908773" y="6953814"/>
                  <a:pt x="5899689" y="6930141"/>
                </a:cubicBezTo>
                <a:close/>
                <a:moveTo>
                  <a:pt x="3986873" y="6909688"/>
                </a:moveTo>
                <a:cubicBezTo>
                  <a:pt x="3968261" y="6891075"/>
                  <a:pt x="3967819" y="6873264"/>
                  <a:pt x="3985603" y="6858505"/>
                </a:cubicBezTo>
                <a:cubicBezTo>
                  <a:pt x="4003989" y="6843246"/>
                  <a:pt x="4038600" y="6861578"/>
                  <a:pt x="4038600" y="6886575"/>
                </a:cubicBezTo>
                <a:cubicBezTo>
                  <a:pt x="4038600" y="6913820"/>
                  <a:pt x="4005705" y="6928519"/>
                  <a:pt x="3986873" y="6909688"/>
                </a:cubicBezTo>
                <a:close/>
                <a:moveTo>
                  <a:pt x="4784981" y="6900827"/>
                </a:moveTo>
                <a:cubicBezTo>
                  <a:pt x="4776880" y="6879718"/>
                  <a:pt x="4805942" y="6850007"/>
                  <a:pt x="4820475" y="6864540"/>
                </a:cubicBezTo>
                <a:cubicBezTo>
                  <a:pt x="4835297" y="6879362"/>
                  <a:pt x="4827337" y="6909563"/>
                  <a:pt x="4807605" y="6913363"/>
                </a:cubicBezTo>
                <a:cubicBezTo>
                  <a:pt x="4798482" y="6915120"/>
                  <a:pt x="4788301" y="6909479"/>
                  <a:pt x="4784981" y="6900827"/>
                </a:cubicBezTo>
                <a:close/>
                <a:moveTo>
                  <a:pt x="5768892" y="6908717"/>
                </a:moveTo>
                <a:cubicBezTo>
                  <a:pt x="5765445" y="6905270"/>
                  <a:pt x="5762625" y="6896734"/>
                  <a:pt x="5762625" y="6889749"/>
                </a:cubicBezTo>
                <a:cubicBezTo>
                  <a:pt x="5762625" y="6875560"/>
                  <a:pt x="5787179" y="6872363"/>
                  <a:pt x="5795295" y="6885495"/>
                </a:cubicBezTo>
                <a:cubicBezTo>
                  <a:pt x="5801777" y="6895984"/>
                  <a:pt x="5777506" y="6917331"/>
                  <a:pt x="5768892" y="6908717"/>
                </a:cubicBezTo>
                <a:close/>
                <a:moveTo>
                  <a:pt x="4216400" y="6899274"/>
                </a:moveTo>
                <a:cubicBezTo>
                  <a:pt x="4206399" y="6889274"/>
                  <a:pt x="4208986" y="6859781"/>
                  <a:pt x="4220489" y="6852672"/>
                </a:cubicBezTo>
                <a:cubicBezTo>
                  <a:pt x="4239072" y="6841187"/>
                  <a:pt x="4262879" y="6873589"/>
                  <a:pt x="4248546" y="6890859"/>
                </a:cubicBezTo>
                <a:cubicBezTo>
                  <a:pt x="4235267" y="6906859"/>
                  <a:pt x="4226325" y="6909200"/>
                  <a:pt x="4216400" y="6899274"/>
                </a:cubicBezTo>
                <a:close/>
                <a:moveTo>
                  <a:pt x="5559422" y="6892033"/>
                </a:moveTo>
                <a:cubicBezTo>
                  <a:pt x="5551326" y="6870935"/>
                  <a:pt x="5576512" y="6854620"/>
                  <a:pt x="5590731" y="6871752"/>
                </a:cubicBezTo>
                <a:cubicBezTo>
                  <a:pt x="5597116" y="6879446"/>
                  <a:pt x="5599574" y="6890214"/>
                  <a:pt x="5596195" y="6895682"/>
                </a:cubicBezTo>
                <a:cubicBezTo>
                  <a:pt x="5587312" y="6910054"/>
                  <a:pt x="5565507" y="6907891"/>
                  <a:pt x="5559422" y="6892033"/>
                </a:cubicBezTo>
                <a:close/>
                <a:moveTo>
                  <a:pt x="6083300" y="6899274"/>
                </a:moveTo>
                <a:cubicBezTo>
                  <a:pt x="6070801" y="6886776"/>
                  <a:pt x="6077214" y="6839748"/>
                  <a:pt x="6092590" y="6831143"/>
                </a:cubicBezTo>
                <a:cubicBezTo>
                  <a:pt x="6130170" y="6810112"/>
                  <a:pt x="6170952" y="6858409"/>
                  <a:pt x="6143522" y="6891461"/>
                </a:cubicBezTo>
                <a:cubicBezTo>
                  <a:pt x="6131510" y="6905934"/>
                  <a:pt x="6094731" y="6910706"/>
                  <a:pt x="6083300" y="6899274"/>
                </a:cubicBezTo>
                <a:close/>
                <a:moveTo>
                  <a:pt x="3825874" y="6889749"/>
                </a:moveTo>
                <a:cubicBezTo>
                  <a:pt x="3815874" y="6879749"/>
                  <a:pt x="3818461" y="6850256"/>
                  <a:pt x="3829964" y="6843147"/>
                </a:cubicBezTo>
                <a:cubicBezTo>
                  <a:pt x="3844784" y="6833987"/>
                  <a:pt x="3870890" y="6863087"/>
                  <a:pt x="3863988" y="6881073"/>
                </a:cubicBezTo>
                <a:cubicBezTo>
                  <a:pt x="3858097" y="6896425"/>
                  <a:pt x="3837287" y="6901162"/>
                  <a:pt x="3825874" y="6889749"/>
                </a:cubicBezTo>
                <a:close/>
                <a:moveTo>
                  <a:pt x="4359676" y="6880626"/>
                </a:moveTo>
                <a:cubicBezTo>
                  <a:pt x="4347062" y="6868012"/>
                  <a:pt x="4352856" y="6831489"/>
                  <a:pt x="4368419" y="6825517"/>
                </a:cubicBezTo>
                <a:cubicBezTo>
                  <a:pt x="4389529" y="6817416"/>
                  <a:pt x="4411620" y="6837661"/>
                  <a:pt x="4408153" y="6861929"/>
                </a:cubicBezTo>
                <a:cubicBezTo>
                  <a:pt x="4405336" y="6881643"/>
                  <a:pt x="4373119" y="6894069"/>
                  <a:pt x="4359676" y="6880626"/>
                </a:cubicBezTo>
                <a:close/>
                <a:moveTo>
                  <a:pt x="5047968" y="6871948"/>
                </a:moveTo>
                <a:cubicBezTo>
                  <a:pt x="5030662" y="6851095"/>
                  <a:pt x="5047373" y="6824662"/>
                  <a:pt x="5077863" y="6824662"/>
                </a:cubicBezTo>
                <a:cubicBezTo>
                  <a:pt x="5096817" y="6824662"/>
                  <a:pt x="5100637" y="6829454"/>
                  <a:pt x="5100637" y="6853237"/>
                </a:cubicBezTo>
                <a:cubicBezTo>
                  <a:pt x="5100637" y="6886690"/>
                  <a:pt x="5069410" y="6897784"/>
                  <a:pt x="5047968" y="6871948"/>
                </a:cubicBezTo>
                <a:close/>
                <a:moveTo>
                  <a:pt x="5411086" y="6854306"/>
                </a:moveTo>
                <a:cubicBezTo>
                  <a:pt x="5402316" y="6843738"/>
                  <a:pt x="5402010" y="6835202"/>
                  <a:pt x="5409874" y="6820508"/>
                </a:cubicBezTo>
                <a:cubicBezTo>
                  <a:pt x="5428083" y="6786483"/>
                  <a:pt x="5471243" y="6801545"/>
                  <a:pt x="5465802" y="6840027"/>
                </a:cubicBezTo>
                <a:cubicBezTo>
                  <a:pt x="5462002" y="6866899"/>
                  <a:pt x="5428742" y="6875579"/>
                  <a:pt x="5411086" y="6854306"/>
                </a:cubicBezTo>
                <a:close/>
                <a:moveTo>
                  <a:pt x="5826125" y="6842124"/>
                </a:moveTo>
                <a:cubicBezTo>
                  <a:pt x="5812169" y="6828169"/>
                  <a:pt x="5820203" y="6800850"/>
                  <a:pt x="5838262" y="6800850"/>
                </a:cubicBezTo>
                <a:cubicBezTo>
                  <a:pt x="5862576" y="6800850"/>
                  <a:pt x="5871934" y="6817246"/>
                  <a:pt x="5857528" y="6834604"/>
                </a:cubicBezTo>
                <a:cubicBezTo>
                  <a:pt x="5844954" y="6849756"/>
                  <a:pt x="5835919" y="6851919"/>
                  <a:pt x="5826125" y="6842124"/>
                </a:cubicBezTo>
                <a:close/>
                <a:moveTo>
                  <a:pt x="3651694" y="6825118"/>
                </a:moveTo>
                <a:cubicBezTo>
                  <a:pt x="3645059" y="6807827"/>
                  <a:pt x="3654696" y="6791325"/>
                  <a:pt x="3671430" y="6791325"/>
                </a:cubicBezTo>
                <a:cubicBezTo>
                  <a:pt x="3688809" y="6791325"/>
                  <a:pt x="3696617" y="6815172"/>
                  <a:pt x="3683525" y="6828264"/>
                </a:cubicBezTo>
                <a:cubicBezTo>
                  <a:pt x="3669016" y="6842773"/>
                  <a:pt x="3658053" y="6841690"/>
                  <a:pt x="3651694" y="6825118"/>
                </a:cubicBezTo>
                <a:close/>
                <a:moveTo>
                  <a:pt x="4099218" y="6824726"/>
                </a:moveTo>
                <a:cubicBezTo>
                  <a:pt x="4095919" y="6816128"/>
                  <a:pt x="4097787" y="6804527"/>
                  <a:pt x="4103370" y="6798945"/>
                </a:cubicBezTo>
                <a:cubicBezTo>
                  <a:pt x="4117882" y="6784432"/>
                  <a:pt x="4145379" y="6797696"/>
                  <a:pt x="4141588" y="6817380"/>
                </a:cubicBezTo>
                <a:cubicBezTo>
                  <a:pt x="4137365" y="6839305"/>
                  <a:pt x="4106844" y="6844597"/>
                  <a:pt x="4099218" y="6824726"/>
                </a:cubicBezTo>
                <a:close/>
                <a:moveTo>
                  <a:pt x="4699269" y="6824662"/>
                </a:moveTo>
                <a:cubicBezTo>
                  <a:pt x="4690910" y="6802878"/>
                  <a:pt x="4702620" y="6781800"/>
                  <a:pt x="4723081" y="6781800"/>
                </a:cubicBezTo>
                <a:cubicBezTo>
                  <a:pt x="4745610" y="6781800"/>
                  <a:pt x="4757177" y="6808121"/>
                  <a:pt x="4742448" y="6825869"/>
                </a:cubicBezTo>
                <a:cubicBezTo>
                  <a:pt x="4728117" y="6843136"/>
                  <a:pt x="4706122" y="6842522"/>
                  <a:pt x="4699269" y="6824662"/>
                </a:cubicBezTo>
                <a:close/>
                <a:moveTo>
                  <a:pt x="5661294" y="6824662"/>
                </a:moveTo>
                <a:cubicBezTo>
                  <a:pt x="5653721" y="6804927"/>
                  <a:pt x="5664000" y="6781800"/>
                  <a:pt x="5680344" y="6781800"/>
                </a:cubicBezTo>
                <a:cubicBezTo>
                  <a:pt x="5687806" y="6781800"/>
                  <a:pt x="5696379" y="6788229"/>
                  <a:pt x="5699394" y="6796087"/>
                </a:cubicBezTo>
                <a:cubicBezTo>
                  <a:pt x="5706967" y="6815822"/>
                  <a:pt x="5696688" y="6838950"/>
                  <a:pt x="5680344" y="6838950"/>
                </a:cubicBezTo>
                <a:cubicBezTo>
                  <a:pt x="5672882" y="6838950"/>
                  <a:pt x="5664309" y="6832520"/>
                  <a:pt x="5661294" y="6824662"/>
                </a:cubicBezTo>
                <a:close/>
                <a:moveTo>
                  <a:pt x="4898122" y="6812757"/>
                </a:moveTo>
                <a:cubicBezTo>
                  <a:pt x="4854743" y="6798163"/>
                  <a:pt x="4868156" y="6734175"/>
                  <a:pt x="4914593" y="6734175"/>
                </a:cubicBezTo>
                <a:cubicBezTo>
                  <a:pt x="4933825" y="6734175"/>
                  <a:pt x="4944023" y="6739949"/>
                  <a:pt x="4948237" y="6753225"/>
                </a:cubicBezTo>
                <a:cubicBezTo>
                  <a:pt x="4960554" y="6792031"/>
                  <a:pt x="4933178" y="6824551"/>
                  <a:pt x="4898122" y="6812757"/>
                </a:cubicBezTo>
                <a:close/>
                <a:moveTo>
                  <a:pt x="5299098" y="6795447"/>
                </a:moveTo>
                <a:cubicBezTo>
                  <a:pt x="5291160" y="6774759"/>
                  <a:pt x="5311314" y="6755304"/>
                  <a:pt x="5325739" y="6769729"/>
                </a:cubicBezTo>
                <a:cubicBezTo>
                  <a:pt x="5337932" y="6781922"/>
                  <a:pt x="5330378" y="6810375"/>
                  <a:pt x="5314950" y="6810375"/>
                </a:cubicBezTo>
                <a:cubicBezTo>
                  <a:pt x="5309382" y="6810375"/>
                  <a:pt x="5302249" y="6803657"/>
                  <a:pt x="5299098" y="6795447"/>
                </a:cubicBezTo>
                <a:close/>
                <a:moveTo>
                  <a:pt x="5959876" y="6804426"/>
                </a:moveTo>
                <a:cubicBezTo>
                  <a:pt x="5947494" y="6792044"/>
                  <a:pt x="5952922" y="6745815"/>
                  <a:pt x="5967412" y="6740255"/>
                </a:cubicBezTo>
                <a:cubicBezTo>
                  <a:pt x="5994580" y="6729830"/>
                  <a:pt x="6011459" y="6744495"/>
                  <a:pt x="6008406" y="6775872"/>
                </a:cubicBezTo>
                <a:cubicBezTo>
                  <a:pt x="6005577" y="6804943"/>
                  <a:pt x="5977131" y="6821681"/>
                  <a:pt x="5959876" y="6804426"/>
                </a:cubicBezTo>
                <a:close/>
                <a:moveTo>
                  <a:pt x="3897407" y="6786059"/>
                </a:moveTo>
                <a:cubicBezTo>
                  <a:pt x="3901715" y="6765370"/>
                  <a:pt x="3918620" y="6764104"/>
                  <a:pt x="3922486" y="6784181"/>
                </a:cubicBezTo>
                <a:cubicBezTo>
                  <a:pt x="3924494" y="6794607"/>
                  <a:pt x="3919822" y="6800850"/>
                  <a:pt x="3910012" y="6800850"/>
                </a:cubicBezTo>
                <a:cubicBezTo>
                  <a:pt x="3900861" y="6800850"/>
                  <a:pt x="3895611" y="6794688"/>
                  <a:pt x="3897407" y="6786059"/>
                </a:cubicBezTo>
                <a:close/>
                <a:moveTo>
                  <a:pt x="5166747" y="6790410"/>
                </a:moveTo>
                <a:cubicBezTo>
                  <a:pt x="5155113" y="6771585"/>
                  <a:pt x="5185772" y="6749586"/>
                  <a:pt x="5199906" y="6766617"/>
                </a:cubicBezTo>
                <a:cubicBezTo>
                  <a:pt x="5206456" y="6774508"/>
                  <a:pt x="5209049" y="6785439"/>
                  <a:pt x="5205670" y="6790907"/>
                </a:cubicBezTo>
                <a:cubicBezTo>
                  <a:pt x="5197619" y="6803933"/>
                  <a:pt x="5174926" y="6803644"/>
                  <a:pt x="5166747" y="6790410"/>
                </a:cubicBezTo>
                <a:close/>
                <a:moveTo>
                  <a:pt x="3757817" y="6775881"/>
                </a:moveTo>
                <a:cubicBezTo>
                  <a:pt x="3728338" y="6746402"/>
                  <a:pt x="3763140" y="6698944"/>
                  <a:pt x="3798093" y="6720957"/>
                </a:cubicBezTo>
                <a:cubicBezTo>
                  <a:pt x="3827284" y="6739339"/>
                  <a:pt x="3814969" y="6791325"/>
                  <a:pt x="3781425" y="6791325"/>
                </a:cubicBezTo>
                <a:cubicBezTo>
                  <a:pt x="3776934" y="6791325"/>
                  <a:pt x="3766311" y="6784375"/>
                  <a:pt x="3757817" y="6775881"/>
                </a:cubicBezTo>
                <a:close/>
                <a:moveTo>
                  <a:pt x="4230647" y="6782958"/>
                </a:moveTo>
                <a:cubicBezTo>
                  <a:pt x="4208284" y="6768782"/>
                  <a:pt x="4221057" y="6729412"/>
                  <a:pt x="4248019" y="6729412"/>
                </a:cubicBezTo>
                <a:cubicBezTo>
                  <a:pt x="4274951" y="6729412"/>
                  <a:pt x="4285127" y="6755436"/>
                  <a:pt x="4266820" y="6777495"/>
                </a:cubicBezTo>
                <a:cubicBezTo>
                  <a:pt x="4253648" y="6793366"/>
                  <a:pt x="4248334" y="6794168"/>
                  <a:pt x="4230647" y="6782958"/>
                </a:cubicBezTo>
                <a:close/>
                <a:moveTo>
                  <a:pt x="4449619" y="6782695"/>
                </a:moveTo>
                <a:cubicBezTo>
                  <a:pt x="4432302" y="6771989"/>
                  <a:pt x="4439572" y="6739937"/>
                  <a:pt x="4460219" y="6735961"/>
                </a:cubicBezTo>
                <a:cubicBezTo>
                  <a:pt x="4469342" y="6734204"/>
                  <a:pt x="4479523" y="6739845"/>
                  <a:pt x="4482843" y="6748497"/>
                </a:cubicBezTo>
                <a:cubicBezTo>
                  <a:pt x="4490637" y="6768807"/>
                  <a:pt x="4466816" y="6793327"/>
                  <a:pt x="4449619" y="6782695"/>
                </a:cubicBezTo>
                <a:close/>
                <a:moveTo>
                  <a:pt x="4568822" y="6758683"/>
                </a:moveTo>
                <a:cubicBezTo>
                  <a:pt x="4561586" y="6739826"/>
                  <a:pt x="4584417" y="6721827"/>
                  <a:pt x="4598152" y="6735562"/>
                </a:cubicBezTo>
                <a:cubicBezTo>
                  <a:pt x="4610899" y="6748309"/>
                  <a:pt x="4603154" y="6772275"/>
                  <a:pt x="4586287" y="6772275"/>
                </a:cubicBezTo>
                <a:cubicBezTo>
                  <a:pt x="4579550" y="6772275"/>
                  <a:pt x="4571691" y="6766159"/>
                  <a:pt x="4568822" y="6758683"/>
                </a:cubicBezTo>
                <a:close/>
                <a:moveTo>
                  <a:pt x="4005573" y="6753727"/>
                </a:moveTo>
                <a:cubicBezTo>
                  <a:pt x="3997198" y="6740177"/>
                  <a:pt x="4007878" y="6724650"/>
                  <a:pt x="4025573" y="6724650"/>
                </a:cubicBezTo>
                <a:cubicBezTo>
                  <a:pt x="4033918" y="6724650"/>
                  <a:pt x="4038698" y="6731341"/>
                  <a:pt x="4036917" y="6740529"/>
                </a:cubicBezTo>
                <a:cubicBezTo>
                  <a:pt x="4033206" y="6759660"/>
                  <a:pt x="4014188" y="6767668"/>
                  <a:pt x="4005573" y="6753727"/>
                </a:cubicBezTo>
                <a:close/>
                <a:moveTo>
                  <a:pt x="5529209" y="6753139"/>
                </a:moveTo>
                <a:cubicBezTo>
                  <a:pt x="5517356" y="6733960"/>
                  <a:pt x="5534871" y="6704376"/>
                  <a:pt x="5556274" y="6707425"/>
                </a:cubicBezTo>
                <a:cubicBezTo>
                  <a:pt x="5588826" y="6712063"/>
                  <a:pt x="5591353" y="6762750"/>
                  <a:pt x="5559032" y="6762750"/>
                </a:cubicBezTo>
                <a:cubicBezTo>
                  <a:pt x="5545896" y="6762750"/>
                  <a:pt x="5532476" y="6758425"/>
                  <a:pt x="5529209" y="6753139"/>
                </a:cubicBezTo>
                <a:close/>
                <a:moveTo>
                  <a:pt x="5781351" y="6729022"/>
                </a:moveTo>
                <a:cubicBezTo>
                  <a:pt x="5765266" y="6709640"/>
                  <a:pt x="5780110" y="6681787"/>
                  <a:pt x="5806525" y="6681787"/>
                </a:cubicBezTo>
                <a:cubicBezTo>
                  <a:pt x="5820170" y="6681787"/>
                  <a:pt x="5824537" y="6688683"/>
                  <a:pt x="5824537" y="6710232"/>
                </a:cubicBezTo>
                <a:cubicBezTo>
                  <a:pt x="5824537" y="6743104"/>
                  <a:pt x="5801395" y="6753173"/>
                  <a:pt x="5781351" y="6729022"/>
                </a:cubicBezTo>
                <a:close/>
                <a:moveTo>
                  <a:pt x="6069250" y="6733460"/>
                </a:moveTo>
                <a:cubicBezTo>
                  <a:pt x="6071127" y="6727828"/>
                  <a:pt x="6076735" y="6723221"/>
                  <a:pt x="6081712" y="6723221"/>
                </a:cubicBezTo>
                <a:cubicBezTo>
                  <a:pt x="6086689" y="6723221"/>
                  <a:pt x="6092297" y="6727828"/>
                  <a:pt x="6094174" y="6733460"/>
                </a:cubicBezTo>
                <a:cubicBezTo>
                  <a:pt x="6096051" y="6739092"/>
                  <a:pt x="6090443" y="6743700"/>
                  <a:pt x="6081712" y="6743700"/>
                </a:cubicBezTo>
                <a:cubicBezTo>
                  <a:pt x="6072981" y="6743700"/>
                  <a:pt x="6067373" y="6739092"/>
                  <a:pt x="6069250" y="6733460"/>
                </a:cubicBezTo>
                <a:close/>
                <a:moveTo>
                  <a:pt x="6160293" y="6728679"/>
                </a:moveTo>
                <a:cubicBezTo>
                  <a:pt x="6156364" y="6724717"/>
                  <a:pt x="6153150" y="6712759"/>
                  <a:pt x="6153150" y="6702107"/>
                </a:cubicBezTo>
                <a:cubicBezTo>
                  <a:pt x="6153150" y="6688088"/>
                  <a:pt x="6156027" y="6685617"/>
                  <a:pt x="6163568" y="6693158"/>
                </a:cubicBezTo>
                <a:cubicBezTo>
                  <a:pt x="6169298" y="6698888"/>
                  <a:pt x="6172512" y="6710845"/>
                  <a:pt x="6170712" y="6719730"/>
                </a:cubicBezTo>
                <a:cubicBezTo>
                  <a:pt x="6168911" y="6728614"/>
                  <a:pt x="6164222" y="6732641"/>
                  <a:pt x="6160293" y="6728679"/>
                </a:cubicBezTo>
                <a:close/>
                <a:moveTo>
                  <a:pt x="5061243" y="6710426"/>
                </a:moveTo>
                <a:cubicBezTo>
                  <a:pt x="5057944" y="6701828"/>
                  <a:pt x="5059812" y="6690227"/>
                  <a:pt x="5065395" y="6684645"/>
                </a:cubicBezTo>
                <a:cubicBezTo>
                  <a:pt x="5079907" y="6670132"/>
                  <a:pt x="5107404" y="6683396"/>
                  <a:pt x="5103613" y="6703080"/>
                </a:cubicBezTo>
                <a:cubicBezTo>
                  <a:pt x="5099390" y="6725005"/>
                  <a:pt x="5068869" y="6730297"/>
                  <a:pt x="5061243" y="6710426"/>
                </a:cubicBezTo>
                <a:close/>
                <a:moveTo>
                  <a:pt x="4766214" y="6701541"/>
                </a:moveTo>
                <a:cubicBezTo>
                  <a:pt x="4757548" y="6678958"/>
                  <a:pt x="4769810" y="6656151"/>
                  <a:pt x="4788664" y="6659782"/>
                </a:cubicBezTo>
                <a:cubicBezTo>
                  <a:pt x="4799209" y="6661813"/>
                  <a:pt x="4805362" y="6671677"/>
                  <a:pt x="4805362" y="6686550"/>
                </a:cubicBezTo>
                <a:cubicBezTo>
                  <a:pt x="4805362" y="6713702"/>
                  <a:pt x="4775298" y="6725214"/>
                  <a:pt x="4766214" y="6701541"/>
                </a:cubicBezTo>
                <a:close/>
                <a:moveTo>
                  <a:pt x="4664075" y="6699249"/>
                </a:moveTo>
                <a:cubicBezTo>
                  <a:pt x="4653115" y="6688290"/>
                  <a:pt x="4657138" y="6677025"/>
                  <a:pt x="4672012" y="6677025"/>
                </a:cubicBezTo>
                <a:cubicBezTo>
                  <a:pt x="4679870" y="6677025"/>
                  <a:pt x="4686300" y="6683454"/>
                  <a:pt x="4686300" y="6691312"/>
                </a:cubicBezTo>
                <a:cubicBezTo>
                  <a:pt x="4686300" y="6706186"/>
                  <a:pt x="4675034" y="6710209"/>
                  <a:pt x="4664075" y="6699249"/>
                </a:cubicBezTo>
                <a:close/>
                <a:moveTo>
                  <a:pt x="4133850" y="6677587"/>
                </a:moveTo>
                <a:cubicBezTo>
                  <a:pt x="4133850" y="6651939"/>
                  <a:pt x="4151868" y="6643336"/>
                  <a:pt x="4169228" y="6660696"/>
                </a:cubicBezTo>
                <a:cubicBezTo>
                  <a:pt x="4186588" y="6678056"/>
                  <a:pt x="4177985" y="6696075"/>
                  <a:pt x="4152337" y="6696075"/>
                </a:cubicBezTo>
                <a:cubicBezTo>
                  <a:pt x="4140387" y="6696075"/>
                  <a:pt x="4133850" y="6689537"/>
                  <a:pt x="4133850" y="6677587"/>
                </a:cubicBezTo>
                <a:close/>
                <a:moveTo>
                  <a:pt x="4348842" y="6681107"/>
                </a:moveTo>
                <a:cubicBezTo>
                  <a:pt x="4328430" y="6660694"/>
                  <a:pt x="4330022" y="6632131"/>
                  <a:pt x="4352234" y="6620244"/>
                </a:cubicBezTo>
                <a:cubicBezTo>
                  <a:pt x="4378704" y="6606078"/>
                  <a:pt x="4397968" y="6617016"/>
                  <a:pt x="4402643" y="6648867"/>
                </a:cubicBezTo>
                <a:cubicBezTo>
                  <a:pt x="4409103" y="6692883"/>
                  <a:pt x="4378786" y="6711050"/>
                  <a:pt x="4348842" y="6681107"/>
                </a:cubicBezTo>
                <a:close/>
                <a:moveTo>
                  <a:pt x="5212080" y="6684645"/>
                </a:moveTo>
                <a:cubicBezTo>
                  <a:pt x="5183374" y="6655939"/>
                  <a:pt x="5211866" y="6613453"/>
                  <a:pt x="5252913" y="6623755"/>
                </a:cubicBezTo>
                <a:cubicBezTo>
                  <a:pt x="5292486" y="6633687"/>
                  <a:pt x="5280268" y="6696075"/>
                  <a:pt x="5238750" y="6696075"/>
                </a:cubicBezTo>
                <a:cubicBezTo>
                  <a:pt x="5230368" y="6696075"/>
                  <a:pt x="5218366" y="6690931"/>
                  <a:pt x="5212080" y="6684645"/>
                </a:cubicBezTo>
                <a:close/>
                <a:moveTo>
                  <a:pt x="5369254" y="6690054"/>
                </a:moveTo>
                <a:cubicBezTo>
                  <a:pt x="5357995" y="6678795"/>
                  <a:pt x="5361834" y="6650772"/>
                  <a:pt x="5375345" y="6645587"/>
                </a:cubicBezTo>
                <a:cubicBezTo>
                  <a:pt x="5394543" y="6638220"/>
                  <a:pt x="5412520" y="6653177"/>
                  <a:pt x="5408646" y="6673294"/>
                </a:cubicBezTo>
                <a:cubicBezTo>
                  <a:pt x="5405113" y="6691640"/>
                  <a:pt x="5381070" y="6701870"/>
                  <a:pt x="5369254" y="6690054"/>
                </a:cubicBezTo>
                <a:close/>
                <a:moveTo>
                  <a:pt x="5650230" y="6684645"/>
                </a:moveTo>
                <a:cubicBezTo>
                  <a:pt x="5618764" y="6653179"/>
                  <a:pt x="5647266" y="6608443"/>
                  <a:pt x="5685680" y="6629001"/>
                </a:cubicBezTo>
                <a:cubicBezTo>
                  <a:pt x="5716169" y="6645318"/>
                  <a:pt x="5705920" y="6696075"/>
                  <a:pt x="5672137" y="6696075"/>
                </a:cubicBezTo>
                <a:cubicBezTo>
                  <a:pt x="5666374" y="6696075"/>
                  <a:pt x="5656516" y="6690931"/>
                  <a:pt x="5650230" y="6684645"/>
                </a:cubicBezTo>
                <a:close/>
                <a:moveTo>
                  <a:pt x="3861293" y="6672845"/>
                </a:moveTo>
                <a:cubicBezTo>
                  <a:pt x="3853760" y="6653214"/>
                  <a:pt x="3874029" y="6628982"/>
                  <a:pt x="3892162" y="6635940"/>
                </a:cubicBezTo>
                <a:cubicBezTo>
                  <a:pt x="3911168" y="6643234"/>
                  <a:pt x="3904730" y="6680784"/>
                  <a:pt x="3883789" y="6684775"/>
                </a:cubicBezTo>
                <a:cubicBezTo>
                  <a:pt x="3874606" y="6686525"/>
                  <a:pt x="3864482" y="6681157"/>
                  <a:pt x="3861293" y="6672845"/>
                </a:cubicBezTo>
                <a:close/>
                <a:moveTo>
                  <a:pt x="5920967" y="6662376"/>
                </a:moveTo>
                <a:cubicBezTo>
                  <a:pt x="5917709" y="6653888"/>
                  <a:pt x="5921555" y="6645345"/>
                  <a:pt x="5930113" y="6642062"/>
                </a:cubicBezTo>
                <a:cubicBezTo>
                  <a:pt x="5947899" y="6635236"/>
                  <a:pt x="5967362" y="6652168"/>
                  <a:pt x="5958400" y="6666670"/>
                </a:cubicBezTo>
                <a:cubicBezTo>
                  <a:pt x="5949053" y="6681793"/>
                  <a:pt x="5927467" y="6679317"/>
                  <a:pt x="5920967" y="6662376"/>
                </a:cubicBezTo>
                <a:close/>
                <a:moveTo>
                  <a:pt x="3991280" y="6649020"/>
                </a:moveTo>
                <a:cubicBezTo>
                  <a:pt x="3969735" y="6608764"/>
                  <a:pt x="4018939" y="6570421"/>
                  <a:pt x="4047689" y="6605063"/>
                </a:cubicBezTo>
                <a:cubicBezTo>
                  <a:pt x="4053972" y="6612632"/>
                  <a:pt x="4057711" y="6628706"/>
                  <a:pt x="4055999" y="6640781"/>
                </a:cubicBezTo>
                <a:cubicBezTo>
                  <a:pt x="4051711" y="6671034"/>
                  <a:pt x="4006165" y="6676832"/>
                  <a:pt x="3991280" y="6649020"/>
                </a:cubicBezTo>
                <a:close/>
                <a:moveTo>
                  <a:pt x="4947094" y="6653668"/>
                </a:moveTo>
                <a:cubicBezTo>
                  <a:pt x="4940459" y="6636377"/>
                  <a:pt x="4950096" y="6619875"/>
                  <a:pt x="4966830" y="6619875"/>
                </a:cubicBezTo>
                <a:cubicBezTo>
                  <a:pt x="4981400" y="6619875"/>
                  <a:pt x="4990238" y="6638112"/>
                  <a:pt x="4984140" y="6655593"/>
                </a:cubicBezTo>
                <a:cubicBezTo>
                  <a:pt x="4978449" y="6671909"/>
                  <a:pt x="4953598" y="6670618"/>
                  <a:pt x="4947094" y="6653668"/>
                </a:cubicBezTo>
                <a:close/>
                <a:moveTo>
                  <a:pt x="5486843" y="6644222"/>
                </a:moveTo>
                <a:cubicBezTo>
                  <a:pt x="5473797" y="6628502"/>
                  <a:pt x="5480972" y="6610350"/>
                  <a:pt x="5500230" y="6610350"/>
                </a:cubicBezTo>
                <a:cubicBezTo>
                  <a:pt x="5518428" y="6610350"/>
                  <a:pt x="5525630" y="6635653"/>
                  <a:pt x="5510910" y="6647871"/>
                </a:cubicBezTo>
                <a:cubicBezTo>
                  <a:pt x="5501750" y="6655473"/>
                  <a:pt x="5495379" y="6654507"/>
                  <a:pt x="5486843" y="6644222"/>
                </a:cubicBezTo>
                <a:close/>
                <a:moveTo>
                  <a:pt x="4514850" y="6634162"/>
                </a:moveTo>
                <a:cubicBezTo>
                  <a:pt x="4514850" y="6625431"/>
                  <a:pt x="4519457" y="6619823"/>
                  <a:pt x="4525089" y="6621700"/>
                </a:cubicBezTo>
                <a:cubicBezTo>
                  <a:pt x="4530721" y="6623577"/>
                  <a:pt x="4535328" y="6629185"/>
                  <a:pt x="4535328" y="6634162"/>
                </a:cubicBezTo>
                <a:cubicBezTo>
                  <a:pt x="4535328" y="6639139"/>
                  <a:pt x="4530721" y="6644747"/>
                  <a:pt x="4525089" y="6646624"/>
                </a:cubicBezTo>
                <a:cubicBezTo>
                  <a:pt x="4519457" y="6648501"/>
                  <a:pt x="4514850" y="6642893"/>
                  <a:pt x="4514850" y="6634162"/>
                </a:cubicBezTo>
                <a:close/>
                <a:moveTo>
                  <a:pt x="4600460" y="6610135"/>
                </a:moveTo>
                <a:cubicBezTo>
                  <a:pt x="4591631" y="6593639"/>
                  <a:pt x="4592653" y="6586265"/>
                  <a:pt x="4605777" y="6571764"/>
                </a:cubicBezTo>
                <a:cubicBezTo>
                  <a:pt x="4628725" y="6546406"/>
                  <a:pt x="4660029" y="6563465"/>
                  <a:pt x="4655914" y="6599084"/>
                </a:cubicBezTo>
                <a:cubicBezTo>
                  <a:pt x="4652057" y="6632470"/>
                  <a:pt x="4616234" y="6639609"/>
                  <a:pt x="4600460" y="6610135"/>
                </a:cubicBezTo>
                <a:close/>
                <a:moveTo>
                  <a:pt x="6054725" y="6623049"/>
                </a:moveTo>
                <a:cubicBezTo>
                  <a:pt x="6033105" y="6601430"/>
                  <a:pt x="6055663" y="6594683"/>
                  <a:pt x="6082273" y="6614809"/>
                </a:cubicBezTo>
                <a:cubicBezTo>
                  <a:pt x="6100438" y="6628549"/>
                  <a:pt x="6100415" y="6628799"/>
                  <a:pt x="6080918" y="6629097"/>
                </a:cubicBezTo>
                <a:cubicBezTo>
                  <a:pt x="6070004" y="6629263"/>
                  <a:pt x="6058217" y="6626542"/>
                  <a:pt x="6054725" y="6623049"/>
                </a:cubicBezTo>
                <a:close/>
                <a:moveTo>
                  <a:pt x="4816733" y="6613783"/>
                </a:moveTo>
                <a:cubicBezTo>
                  <a:pt x="4809124" y="6606174"/>
                  <a:pt x="4817726" y="6591300"/>
                  <a:pt x="4829737" y="6591300"/>
                </a:cubicBezTo>
                <a:cubicBezTo>
                  <a:pt x="4834666" y="6591300"/>
                  <a:pt x="4838700" y="6597729"/>
                  <a:pt x="4838700" y="6605587"/>
                </a:cubicBezTo>
                <a:cubicBezTo>
                  <a:pt x="4838700" y="6620317"/>
                  <a:pt x="4827460" y="6624510"/>
                  <a:pt x="4816733" y="6613783"/>
                </a:cubicBezTo>
                <a:close/>
                <a:moveTo>
                  <a:pt x="4231005" y="6589395"/>
                </a:moveTo>
                <a:cubicBezTo>
                  <a:pt x="4205589" y="6563979"/>
                  <a:pt x="4235129" y="6521011"/>
                  <a:pt x="4262437" y="6543675"/>
                </a:cubicBezTo>
                <a:cubicBezTo>
                  <a:pt x="4281149" y="6559204"/>
                  <a:pt x="4280716" y="6587730"/>
                  <a:pt x="4261658" y="6595043"/>
                </a:cubicBezTo>
                <a:cubicBezTo>
                  <a:pt x="4242475" y="6602404"/>
                  <a:pt x="4244362" y="6602752"/>
                  <a:pt x="4231005" y="6589395"/>
                </a:cubicBezTo>
                <a:close/>
                <a:moveTo>
                  <a:pt x="5064818" y="6590100"/>
                </a:moveTo>
                <a:cubicBezTo>
                  <a:pt x="5044982" y="6579000"/>
                  <a:pt x="5043157" y="6550234"/>
                  <a:pt x="5061330" y="6535151"/>
                </a:cubicBezTo>
                <a:cubicBezTo>
                  <a:pt x="5080145" y="6519536"/>
                  <a:pt x="5105400" y="6532523"/>
                  <a:pt x="5105400" y="6557815"/>
                </a:cubicBezTo>
                <a:cubicBezTo>
                  <a:pt x="5105400" y="6586792"/>
                  <a:pt x="5086200" y="6602066"/>
                  <a:pt x="5064818" y="6590100"/>
                </a:cubicBezTo>
                <a:close/>
                <a:moveTo>
                  <a:pt x="5773151" y="6587744"/>
                </a:moveTo>
                <a:cubicBezTo>
                  <a:pt x="5757283" y="6568623"/>
                  <a:pt x="5770812" y="6542128"/>
                  <a:pt x="5794696" y="6545552"/>
                </a:cubicBezTo>
                <a:cubicBezTo>
                  <a:pt x="5818084" y="6548905"/>
                  <a:pt x="5827597" y="6580485"/>
                  <a:pt x="5808805" y="6592394"/>
                </a:cubicBezTo>
                <a:cubicBezTo>
                  <a:pt x="5791150" y="6603582"/>
                  <a:pt x="5785707" y="6602873"/>
                  <a:pt x="5773151" y="6587744"/>
                </a:cubicBezTo>
                <a:close/>
                <a:moveTo>
                  <a:pt x="4096743" y="6563531"/>
                </a:moveTo>
                <a:cubicBezTo>
                  <a:pt x="4078156" y="6551774"/>
                  <a:pt x="4091010" y="6524625"/>
                  <a:pt x="4115163" y="6524625"/>
                </a:cubicBezTo>
                <a:cubicBezTo>
                  <a:pt x="4130286" y="6524625"/>
                  <a:pt x="4134431" y="6529677"/>
                  <a:pt x="4132131" y="6545310"/>
                </a:cubicBezTo>
                <a:cubicBezTo>
                  <a:pt x="4128635" y="6569064"/>
                  <a:pt x="4115877" y="6575634"/>
                  <a:pt x="4096743" y="6563531"/>
                </a:cubicBezTo>
                <a:close/>
                <a:moveTo>
                  <a:pt x="4479399" y="6561564"/>
                </a:moveTo>
                <a:cubicBezTo>
                  <a:pt x="4464835" y="6547000"/>
                  <a:pt x="4474907" y="6524625"/>
                  <a:pt x="4496025" y="6524625"/>
                </a:cubicBezTo>
                <a:cubicBezTo>
                  <a:pt x="4514546" y="6524625"/>
                  <a:pt x="4524282" y="6541056"/>
                  <a:pt x="4517190" y="6560343"/>
                </a:cubicBezTo>
                <a:cubicBezTo>
                  <a:pt x="4511750" y="6575134"/>
                  <a:pt x="4493557" y="6575722"/>
                  <a:pt x="4479399" y="6561564"/>
                </a:cubicBezTo>
                <a:close/>
                <a:moveTo>
                  <a:pt x="5321300" y="6565899"/>
                </a:moveTo>
                <a:cubicBezTo>
                  <a:pt x="5311299" y="6555899"/>
                  <a:pt x="5313886" y="6526406"/>
                  <a:pt x="5325389" y="6519297"/>
                </a:cubicBezTo>
                <a:cubicBezTo>
                  <a:pt x="5343972" y="6507812"/>
                  <a:pt x="5367779" y="6540214"/>
                  <a:pt x="5353446" y="6557484"/>
                </a:cubicBezTo>
                <a:cubicBezTo>
                  <a:pt x="5340167" y="6573484"/>
                  <a:pt x="5331225" y="6575825"/>
                  <a:pt x="5321300" y="6565899"/>
                </a:cubicBezTo>
                <a:close/>
                <a:moveTo>
                  <a:pt x="4870743" y="6548501"/>
                </a:moveTo>
                <a:cubicBezTo>
                  <a:pt x="4867444" y="6539903"/>
                  <a:pt x="4869312" y="6528302"/>
                  <a:pt x="4874895" y="6522720"/>
                </a:cubicBezTo>
                <a:cubicBezTo>
                  <a:pt x="4889407" y="6508207"/>
                  <a:pt x="4916904" y="6521471"/>
                  <a:pt x="4913113" y="6541155"/>
                </a:cubicBezTo>
                <a:cubicBezTo>
                  <a:pt x="4908890" y="6563080"/>
                  <a:pt x="4878369" y="6568372"/>
                  <a:pt x="4870743" y="6548501"/>
                </a:cubicBezTo>
                <a:close/>
                <a:moveTo>
                  <a:pt x="5595098" y="6549685"/>
                </a:moveTo>
                <a:cubicBezTo>
                  <a:pt x="5587949" y="6531055"/>
                  <a:pt x="5597689" y="6515100"/>
                  <a:pt x="5616212" y="6515100"/>
                </a:cubicBezTo>
                <a:cubicBezTo>
                  <a:pt x="5625563" y="6515100"/>
                  <a:pt x="5629534" y="6522340"/>
                  <a:pt x="5627556" y="6535785"/>
                </a:cubicBezTo>
                <a:cubicBezTo>
                  <a:pt x="5623860" y="6560902"/>
                  <a:pt x="5602854" y="6569898"/>
                  <a:pt x="5595098" y="6549685"/>
                </a:cubicBezTo>
                <a:close/>
                <a:moveTo>
                  <a:pt x="5156739" y="6539616"/>
                </a:moveTo>
                <a:cubicBezTo>
                  <a:pt x="5148073" y="6517033"/>
                  <a:pt x="5160335" y="6494226"/>
                  <a:pt x="5179189" y="6497857"/>
                </a:cubicBezTo>
                <a:cubicBezTo>
                  <a:pt x="5189734" y="6499888"/>
                  <a:pt x="5195887" y="6509752"/>
                  <a:pt x="5195887" y="6524625"/>
                </a:cubicBezTo>
                <a:cubicBezTo>
                  <a:pt x="5195887" y="6551777"/>
                  <a:pt x="5165823" y="6563289"/>
                  <a:pt x="5156739" y="6539616"/>
                </a:cubicBezTo>
                <a:close/>
                <a:moveTo>
                  <a:pt x="5450205" y="6541770"/>
                </a:moveTo>
                <a:cubicBezTo>
                  <a:pt x="5422579" y="6514144"/>
                  <a:pt x="5456953" y="6450343"/>
                  <a:pt x="5493255" y="6461865"/>
                </a:cubicBezTo>
                <a:cubicBezTo>
                  <a:pt x="5513594" y="6468320"/>
                  <a:pt x="5531213" y="6496050"/>
                  <a:pt x="5514975" y="6496050"/>
                </a:cubicBezTo>
                <a:cubicBezTo>
                  <a:pt x="5510065" y="6496050"/>
                  <a:pt x="5508536" y="6502533"/>
                  <a:pt x="5511577" y="6510458"/>
                </a:cubicBezTo>
                <a:cubicBezTo>
                  <a:pt x="5523708" y="6542073"/>
                  <a:pt x="5475237" y="6566802"/>
                  <a:pt x="5450205" y="6541770"/>
                </a:cubicBezTo>
                <a:close/>
                <a:moveTo>
                  <a:pt x="4711311" y="6519551"/>
                </a:moveTo>
                <a:cubicBezTo>
                  <a:pt x="4702563" y="6496756"/>
                  <a:pt x="4703121" y="6496050"/>
                  <a:pt x="4729860" y="6496050"/>
                </a:cubicBezTo>
                <a:cubicBezTo>
                  <a:pt x="4748015" y="6496050"/>
                  <a:pt x="4753544" y="6500344"/>
                  <a:pt x="4751182" y="6512609"/>
                </a:cubicBezTo>
                <a:cubicBezTo>
                  <a:pt x="4746979" y="6534437"/>
                  <a:pt x="4718899" y="6539325"/>
                  <a:pt x="4711311" y="6519551"/>
                </a:cubicBezTo>
                <a:close/>
                <a:moveTo>
                  <a:pt x="4352925" y="6510999"/>
                </a:moveTo>
                <a:cubicBezTo>
                  <a:pt x="4352925" y="6501274"/>
                  <a:pt x="4361524" y="6496050"/>
                  <a:pt x="4377531" y="6496050"/>
                </a:cubicBezTo>
                <a:cubicBezTo>
                  <a:pt x="4407370" y="6496050"/>
                  <a:pt x="4404104" y="6518419"/>
                  <a:pt x="4373610" y="6522906"/>
                </a:cubicBezTo>
                <a:cubicBezTo>
                  <a:pt x="4359873" y="6524927"/>
                  <a:pt x="4352925" y="6520928"/>
                  <a:pt x="4352925" y="6510999"/>
                </a:cubicBezTo>
                <a:close/>
                <a:moveTo>
                  <a:pt x="4467225" y="6487205"/>
                </a:moveTo>
                <a:cubicBezTo>
                  <a:pt x="4467225" y="6478000"/>
                  <a:pt x="4493645" y="6448425"/>
                  <a:pt x="4501869" y="6448425"/>
                </a:cubicBezTo>
                <a:cubicBezTo>
                  <a:pt x="4516583" y="6448425"/>
                  <a:pt x="4543425" y="6470174"/>
                  <a:pt x="4543425" y="6482097"/>
                </a:cubicBezTo>
                <a:cubicBezTo>
                  <a:pt x="4543425" y="6492025"/>
                  <a:pt x="4532434" y="6496050"/>
                  <a:pt x="4505325" y="6496050"/>
                </a:cubicBezTo>
                <a:cubicBezTo>
                  <a:pt x="4484370" y="6496050"/>
                  <a:pt x="4467225" y="6492069"/>
                  <a:pt x="4467225" y="6487205"/>
                </a:cubicBezTo>
                <a:close/>
                <a:moveTo>
                  <a:pt x="4792757" y="6480402"/>
                </a:moveTo>
                <a:cubicBezTo>
                  <a:pt x="4797710" y="6455236"/>
                  <a:pt x="4824976" y="6442607"/>
                  <a:pt x="4842664" y="6457287"/>
                </a:cubicBezTo>
                <a:cubicBezTo>
                  <a:pt x="4869008" y="6479151"/>
                  <a:pt x="4860747" y="6496050"/>
                  <a:pt x="4823714" y="6496050"/>
                </a:cubicBezTo>
                <a:cubicBezTo>
                  <a:pt x="4797245" y="6496050"/>
                  <a:pt x="4790362" y="6492571"/>
                  <a:pt x="4792757" y="6480402"/>
                </a:cubicBezTo>
                <a:close/>
                <a:moveTo>
                  <a:pt x="4267200" y="6459910"/>
                </a:moveTo>
                <a:cubicBezTo>
                  <a:pt x="4267200" y="6454876"/>
                  <a:pt x="4274123" y="6445011"/>
                  <a:pt x="4282586" y="6437988"/>
                </a:cubicBezTo>
                <a:cubicBezTo>
                  <a:pt x="4295897" y="6426940"/>
                  <a:pt x="4297503" y="6427640"/>
                  <a:pt x="4294492" y="6443176"/>
                </a:cubicBezTo>
                <a:cubicBezTo>
                  <a:pt x="4290904" y="6461689"/>
                  <a:pt x="4267200" y="6476223"/>
                  <a:pt x="4267200" y="6459910"/>
                </a:cubicBezTo>
                <a:close/>
                <a:moveTo>
                  <a:pt x="5210935" y="6454104"/>
                </a:moveTo>
                <a:cubicBezTo>
                  <a:pt x="5191379" y="6430540"/>
                  <a:pt x="5207372" y="6399179"/>
                  <a:pt x="5237186" y="6402627"/>
                </a:cubicBezTo>
                <a:cubicBezTo>
                  <a:pt x="5258379" y="6405078"/>
                  <a:pt x="5262562" y="6410272"/>
                  <a:pt x="5262562" y="6434137"/>
                </a:cubicBezTo>
                <a:cubicBezTo>
                  <a:pt x="5262562" y="6466862"/>
                  <a:pt x="5231495" y="6478877"/>
                  <a:pt x="5210935" y="6454104"/>
                </a:cubicBezTo>
                <a:close/>
                <a:moveTo>
                  <a:pt x="4692650" y="6451599"/>
                </a:moveTo>
                <a:cubicBezTo>
                  <a:pt x="4681374" y="6440324"/>
                  <a:pt x="4685904" y="6412514"/>
                  <a:pt x="4699891" y="6407147"/>
                </a:cubicBezTo>
                <a:cubicBezTo>
                  <a:pt x="4721028" y="6399036"/>
                  <a:pt x="4739095" y="6425955"/>
                  <a:pt x="4724400" y="6443662"/>
                </a:cubicBezTo>
                <a:cubicBezTo>
                  <a:pt x="4711497" y="6459209"/>
                  <a:pt x="4702506" y="6461456"/>
                  <a:pt x="4692650" y="6451599"/>
                </a:cubicBezTo>
                <a:close/>
                <a:moveTo>
                  <a:pt x="5045476" y="6452001"/>
                </a:moveTo>
                <a:cubicBezTo>
                  <a:pt x="5034483" y="6441008"/>
                  <a:pt x="5037762" y="6413456"/>
                  <a:pt x="5051412" y="6402127"/>
                </a:cubicBezTo>
                <a:cubicBezTo>
                  <a:pt x="5068961" y="6387563"/>
                  <a:pt x="5099078" y="6410413"/>
                  <a:pt x="5094432" y="6434767"/>
                </a:cubicBezTo>
                <a:cubicBezTo>
                  <a:pt x="5090915" y="6453199"/>
                  <a:pt x="5058194" y="6464719"/>
                  <a:pt x="5045476" y="6452001"/>
                </a:cubicBezTo>
                <a:close/>
                <a:moveTo>
                  <a:pt x="4899048" y="6433497"/>
                </a:moveTo>
                <a:cubicBezTo>
                  <a:pt x="4895898" y="6425286"/>
                  <a:pt x="4897994" y="6413895"/>
                  <a:pt x="4903706" y="6408183"/>
                </a:cubicBezTo>
                <a:cubicBezTo>
                  <a:pt x="4917459" y="6394430"/>
                  <a:pt x="4944390" y="6415906"/>
                  <a:pt x="4937127" y="6434833"/>
                </a:cubicBezTo>
                <a:cubicBezTo>
                  <a:pt x="4930159" y="6452991"/>
                  <a:pt x="4906206" y="6452150"/>
                  <a:pt x="4899048" y="6433497"/>
                </a:cubicBezTo>
                <a:close/>
                <a:moveTo>
                  <a:pt x="5363318" y="6425507"/>
                </a:moveTo>
                <a:cubicBezTo>
                  <a:pt x="5349889" y="6409326"/>
                  <a:pt x="5357031" y="6391275"/>
                  <a:pt x="5376862" y="6391275"/>
                </a:cubicBezTo>
                <a:cubicBezTo>
                  <a:pt x="5397486" y="6391275"/>
                  <a:pt x="5404335" y="6410747"/>
                  <a:pt x="5389077" y="6426004"/>
                </a:cubicBezTo>
                <a:cubicBezTo>
                  <a:pt x="5376958" y="6438123"/>
                  <a:pt x="5373736" y="6438061"/>
                  <a:pt x="5363318" y="6425507"/>
                </a:cubicBezTo>
                <a:close/>
                <a:moveTo>
                  <a:pt x="4386209" y="6419764"/>
                </a:moveTo>
                <a:cubicBezTo>
                  <a:pt x="4377400" y="6405510"/>
                  <a:pt x="4390408" y="6372225"/>
                  <a:pt x="4404788" y="6372225"/>
                </a:cubicBezTo>
                <a:cubicBezTo>
                  <a:pt x="4427479" y="6372225"/>
                  <a:pt x="4442598" y="6398852"/>
                  <a:pt x="4429125" y="6415087"/>
                </a:cubicBezTo>
                <a:cubicBezTo>
                  <a:pt x="4415485" y="6431521"/>
                  <a:pt x="4394864" y="6433768"/>
                  <a:pt x="4386209" y="6419764"/>
                </a:cubicBezTo>
                <a:close/>
                <a:moveTo>
                  <a:pt x="4549180" y="6389802"/>
                </a:moveTo>
                <a:cubicBezTo>
                  <a:pt x="4526546" y="6357487"/>
                  <a:pt x="4553879" y="6317564"/>
                  <a:pt x="4590648" y="6329234"/>
                </a:cubicBezTo>
                <a:cubicBezTo>
                  <a:pt x="4617432" y="6337735"/>
                  <a:pt x="4624655" y="6369929"/>
                  <a:pt x="4604719" y="6391957"/>
                </a:cubicBezTo>
                <a:cubicBezTo>
                  <a:pt x="4583131" y="6415811"/>
                  <a:pt x="4566958" y="6415184"/>
                  <a:pt x="4549180" y="6389802"/>
                </a:cubicBezTo>
                <a:close/>
                <a:moveTo>
                  <a:pt x="4806950" y="6365874"/>
                </a:moveTo>
                <a:cubicBezTo>
                  <a:pt x="4792994" y="6351919"/>
                  <a:pt x="4801028" y="6324600"/>
                  <a:pt x="4819087" y="6324600"/>
                </a:cubicBezTo>
                <a:cubicBezTo>
                  <a:pt x="4841530" y="6324600"/>
                  <a:pt x="4850276" y="6336745"/>
                  <a:pt x="4842474" y="6357077"/>
                </a:cubicBezTo>
                <a:cubicBezTo>
                  <a:pt x="4836506" y="6372629"/>
                  <a:pt x="4818230" y="6377155"/>
                  <a:pt x="4806950" y="6365874"/>
                </a:cubicBezTo>
                <a:close/>
                <a:moveTo>
                  <a:pt x="5429250" y="6352839"/>
                </a:moveTo>
                <a:cubicBezTo>
                  <a:pt x="5429250" y="6336406"/>
                  <a:pt x="5432150" y="6335007"/>
                  <a:pt x="5448300" y="6343650"/>
                </a:cubicBezTo>
                <a:cubicBezTo>
                  <a:pt x="5458777" y="6349257"/>
                  <a:pt x="5467350" y="6357980"/>
                  <a:pt x="5467350" y="6363035"/>
                </a:cubicBezTo>
                <a:cubicBezTo>
                  <a:pt x="5467350" y="6368089"/>
                  <a:pt x="5458777" y="6372225"/>
                  <a:pt x="5448300" y="6372225"/>
                </a:cubicBezTo>
                <a:cubicBezTo>
                  <a:pt x="5435490" y="6372225"/>
                  <a:pt x="5429250" y="6365875"/>
                  <a:pt x="5429250" y="6352839"/>
                </a:cubicBezTo>
                <a:close/>
                <a:moveTo>
                  <a:pt x="5282019" y="6344308"/>
                </a:moveTo>
                <a:cubicBezTo>
                  <a:pt x="5275513" y="6333780"/>
                  <a:pt x="5290538" y="6322413"/>
                  <a:pt x="5299333" y="6331208"/>
                </a:cubicBezTo>
                <a:cubicBezTo>
                  <a:pt x="5308390" y="6340265"/>
                  <a:pt x="5306702" y="6353175"/>
                  <a:pt x="5296462" y="6353175"/>
                </a:cubicBezTo>
                <a:cubicBezTo>
                  <a:pt x="5291532" y="6353175"/>
                  <a:pt x="5285033" y="6349184"/>
                  <a:pt x="5282019" y="6344308"/>
                </a:cubicBezTo>
                <a:close/>
                <a:moveTo>
                  <a:pt x="5129881" y="6318146"/>
                </a:moveTo>
                <a:cubicBezTo>
                  <a:pt x="5126412" y="6309106"/>
                  <a:pt x="5130106" y="6295811"/>
                  <a:pt x="5138387" y="6287530"/>
                </a:cubicBezTo>
                <a:cubicBezTo>
                  <a:pt x="5159617" y="6266300"/>
                  <a:pt x="5191667" y="6296229"/>
                  <a:pt x="5172471" y="6319359"/>
                </a:cubicBezTo>
                <a:cubicBezTo>
                  <a:pt x="5156435" y="6338682"/>
                  <a:pt x="5137555" y="6338144"/>
                  <a:pt x="5129881" y="6318146"/>
                </a:cubicBezTo>
                <a:close/>
                <a:moveTo>
                  <a:pt x="4948653" y="6311794"/>
                </a:moveTo>
                <a:cubicBezTo>
                  <a:pt x="4923521" y="6293417"/>
                  <a:pt x="4935725" y="6250707"/>
                  <a:pt x="4968454" y="6242493"/>
                </a:cubicBezTo>
                <a:cubicBezTo>
                  <a:pt x="5009178" y="6232272"/>
                  <a:pt x="5029269" y="6294647"/>
                  <a:pt x="4991726" y="6314739"/>
                </a:cubicBezTo>
                <a:cubicBezTo>
                  <a:pt x="4968660" y="6327084"/>
                  <a:pt x="4969656" y="6327152"/>
                  <a:pt x="4948653" y="6311794"/>
                </a:cubicBezTo>
                <a:close/>
                <a:moveTo>
                  <a:pt x="1964531" y="6308766"/>
                </a:moveTo>
                <a:cubicBezTo>
                  <a:pt x="1947964" y="6302081"/>
                  <a:pt x="1949653" y="6271782"/>
                  <a:pt x="1967592" y="6253842"/>
                </a:cubicBezTo>
                <a:cubicBezTo>
                  <a:pt x="1990542" y="6230893"/>
                  <a:pt x="2018011" y="6235188"/>
                  <a:pt x="2024944" y="6262811"/>
                </a:cubicBezTo>
                <a:cubicBezTo>
                  <a:pt x="2034703" y="6301694"/>
                  <a:pt x="2004306" y="6324816"/>
                  <a:pt x="1964531" y="6308766"/>
                </a:cubicBezTo>
                <a:close/>
                <a:moveTo>
                  <a:pt x="1707245" y="6294485"/>
                </a:moveTo>
                <a:cubicBezTo>
                  <a:pt x="1691808" y="6279048"/>
                  <a:pt x="1692363" y="6271897"/>
                  <a:pt x="1710398" y="6253861"/>
                </a:cubicBezTo>
                <a:cubicBezTo>
                  <a:pt x="1730939" y="6233321"/>
                  <a:pt x="1764467" y="6250876"/>
                  <a:pt x="1760321" y="6280000"/>
                </a:cubicBezTo>
                <a:cubicBezTo>
                  <a:pt x="1756930" y="6303820"/>
                  <a:pt x="1725230" y="6312470"/>
                  <a:pt x="1707245" y="6294485"/>
                </a:cubicBezTo>
                <a:close/>
                <a:moveTo>
                  <a:pt x="2154457" y="6290135"/>
                </a:moveTo>
                <a:cubicBezTo>
                  <a:pt x="2162935" y="6281657"/>
                  <a:pt x="2174569" y="6277624"/>
                  <a:pt x="2180310" y="6281172"/>
                </a:cubicBezTo>
                <a:cubicBezTo>
                  <a:pt x="2199224" y="6292861"/>
                  <a:pt x="2191201" y="6305550"/>
                  <a:pt x="2164896" y="6305550"/>
                </a:cubicBezTo>
                <a:cubicBezTo>
                  <a:pt x="2141075" y="6305550"/>
                  <a:pt x="2140254" y="6304338"/>
                  <a:pt x="2154457" y="6290135"/>
                </a:cubicBezTo>
                <a:close/>
                <a:moveTo>
                  <a:pt x="4688570" y="6294485"/>
                </a:moveTo>
                <a:cubicBezTo>
                  <a:pt x="4673133" y="6279048"/>
                  <a:pt x="4673688" y="6271897"/>
                  <a:pt x="4691723" y="6253861"/>
                </a:cubicBezTo>
                <a:cubicBezTo>
                  <a:pt x="4712264" y="6233321"/>
                  <a:pt x="4745792" y="6250876"/>
                  <a:pt x="4741646" y="6280000"/>
                </a:cubicBezTo>
                <a:cubicBezTo>
                  <a:pt x="4738255" y="6303820"/>
                  <a:pt x="4706555" y="6312470"/>
                  <a:pt x="4688570" y="6294485"/>
                </a:cubicBezTo>
                <a:close/>
                <a:moveTo>
                  <a:pt x="2348592" y="6281057"/>
                </a:moveTo>
                <a:cubicBezTo>
                  <a:pt x="2327242" y="6259706"/>
                  <a:pt x="2330038" y="6241663"/>
                  <a:pt x="2357485" y="6223680"/>
                </a:cubicBezTo>
                <a:cubicBezTo>
                  <a:pt x="2376713" y="6211081"/>
                  <a:pt x="2384109" y="6210340"/>
                  <a:pt x="2395585" y="6219864"/>
                </a:cubicBezTo>
                <a:cubicBezTo>
                  <a:pt x="2415679" y="6236541"/>
                  <a:pt x="2413287" y="6274451"/>
                  <a:pt x="2391401" y="6286164"/>
                </a:cubicBezTo>
                <a:cubicBezTo>
                  <a:pt x="2367573" y="6298916"/>
                  <a:pt x="2366300" y="6298764"/>
                  <a:pt x="2348592" y="6281057"/>
                </a:cubicBezTo>
                <a:close/>
                <a:moveTo>
                  <a:pt x="5329917" y="6281057"/>
                </a:moveTo>
                <a:cubicBezTo>
                  <a:pt x="5312885" y="6264025"/>
                  <a:pt x="5310424" y="6242796"/>
                  <a:pt x="5324475" y="6234112"/>
                </a:cubicBezTo>
                <a:cubicBezTo>
                  <a:pt x="5329877" y="6230773"/>
                  <a:pt x="5334000" y="6238776"/>
                  <a:pt x="5334000" y="6252600"/>
                </a:cubicBezTo>
                <a:cubicBezTo>
                  <a:pt x="5334000" y="6270857"/>
                  <a:pt x="5338921" y="6276975"/>
                  <a:pt x="5353612" y="6276975"/>
                </a:cubicBezTo>
                <a:cubicBezTo>
                  <a:pt x="5364398" y="6276975"/>
                  <a:pt x="5370575" y="6281261"/>
                  <a:pt x="5367337" y="6286500"/>
                </a:cubicBezTo>
                <a:cubicBezTo>
                  <a:pt x="5358971" y="6300036"/>
                  <a:pt x="5347181" y="6298321"/>
                  <a:pt x="5329917" y="6281057"/>
                </a:cubicBezTo>
                <a:close/>
                <a:moveTo>
                  <a:pt x="1321432" y="6279662"/>
                </a:moveTo>
                <a:cubicBezTo>
                  <a:pt x="1306936" y="6277471"/>
                  <a:pt x="1297545" y="6271683"/>
                  <a:pt x="1300563" y="6266801"/>
                </a:cubicBezTo>
                <a:cubicBezTo>
                  <a:pt x="1309343" y="6252595"/>
                  <a:pt x="1349989" y="6256562"/>
                  <a:pt x="1355994" y="6272212"/>
                </a:cubicBezTo>
                <a:cubicBezTo>
                  <a:pt x="1359009" y="6280070"/>
                  <a:pt x="1358396" y="6285857"/>
                  <a:pt x="1354632" y="6285072"/>
                </a:cubicBezTo>
                <a:cubicBezTo>
                  <a:pt x="1350867" y="6284287"/>
                  <a:pt x="1335927" y="6281853"/>
                  <a:pt x="1321432" y="6279662"/>
                </a:cubicBezTo>
                <a:close/>
                <a:moveTo>
                  <a:pt x="1495425" y="6267450"/>
                </a:moveTo>
                <a:cubicBezTo>
                  <a:pt x="1495425" y="6254750"/>
                  <a:pt x="1501775" y="6248400"/>
                  <a:pt x="1514475" y="6248400"/>
                </a:cubicBezTo>
                <a:cubicBezTo>
                  <a:pt x="1527175" y="6248400"/>
                  <a:pt x="1533525" y="6254750"/>
                  <a:pt x="1533525" y="6267450"/>
                </a:cubicBezTo>
                <a:cubicBezTo>
                  <a:pt x="1533525" y="6280150"/>
                  <a:pt x="1527175" y="6286500"/>
                  <a:pt x="1514475" y="6286500"/>
                </a:cubicBezTo>
                <a:cubicBezTo>
                  <a:pt x="1501775" y="6286500"/>
                  <a:pt x="1495425" y="6280150"/>
                  <a:pt x="1495425" y="6267450"/>
                </a:cubicBezTo>
                <a:close/>
                <a:moveTo>
                  <a:pt x="4486275" y="6279557"/>
                </a:moveTo>
                <a:cubicBezTo>
                  <a:pt x="4494133" y="6276565"/>
                  <a:pt x="4503711" y="6269403"/>
                  <a:pt x="4507560" y="6263640"/>
                </a:cubicBezTo>
                <a:cubicBezTo>
                  <a:pt x="4511876" y="6257177"/>
                  <a:pt x="4514614" y="6259549"/>
                  <a:pt x="4514704" y="6269831"/>
                </a:cubicBezTo>
                <a:cubicBezTo>
                  <a:pt x="4514802" y="6281029"/>
                  <a:pt x="4507817" y="6286253"/>
                  <a:pt x="4493418" y="6285748"/>
                </a:cubicBezTo>
                <a:cubicBezTo>
                  <a:pt x="4479098" y="6285245"/>
                  <a:pt x="4476728" y="6283191"/>
                  <a:pt x="4486275" y="6279557"/>
                </a:cubicBezTo>
                <a:close/>
                <a:moveTo>
                  <a:pt x="2520949" y="6261099"/>
                </a:moveTo>
                <a:cubicBezTo>
                  <a:pt x="2507838" y="6247988"/>
                  <a:pt x="2515293" y="6229350"/>
                  <a:pt x="2533650" y="6229350"/>
                </a:cubicBezTo>
                <a:cubicBezTo>
                  <a:pt x="2546350" y="6229350"/>
                  <a:pt x="2552700" y="6235700"/>
                  <a:pt x="2552700" y="6248400"/>
                </a:cubicBezTo>
                <a:cubicBezTo>
                  <a:pt x="2552700" y="6266756"/>
                  <a:pt x="2534061" y="6274211"/>
                  <a:pt x="2520949" y="6261099"/>
                </a:cubicBezTo>
                <a:close/>
                <a:moveTo>
                  <a:pt x="2657844" y="6249090"/>
                </a:moveTo>
                <a:cubicBezTo>
                  <a:pt x="2639608" y="6215016"/>
                  <a:pt x="2673406" y="6178424"/>
                  <a:pt x="2701544" y="6201776"/>
                </a:cubicBezTo>
                <a:cubicBezTo>
                  <a:pt x="2720381" y="6217410"/>
                  <a:pt x="2717633" y="6246119"/>
                  <a:pt x="2696201" y="6257589"/>
                </a:cubicBezTo>
                <a:cubicBezTo>
                  <a:pt x="2671462" y="6270829"/>
                  <a:pt x="2669212" y="6270330"/>
                  <a:pt x="2657844" y="6249090"/>
                </a:cubicBezTo>
                <a:close/>
                <a:moveTo>
                  <a:pt x="1204399" y="6238045"/>
                </a:moveTo>
                <a:cubicBezTo>
                  <a:pt x="1196087" y="6224595"/>
                  <a:pt x="1214445" y="6206237"/>
                  <a:pt x="1227895" y="6214549"/>
                </a:cubicBezTo>
                <a:cubicBezTo>
                  <a:pt x="1233590" y="6218069"/>
                  <a:pt x="1238250" y="6227125"/>
                  <a:pt x="1238250" y="6234674"/>
                </a:cubicBezTo>
                <a:cubicBezTo>
                  <a:pt x="1238250" y="6250711"/>
                  <a:pt x="1213736" y="6253151"/>
                  <a:pt x="1204399" y="6238045"/>
                </a:cubicBezTo>
                <a:close/>
                <a:moveTo>
                  <a:pt x="1851136" y="6233701"/>
                </a:moveTo>
                <a:cubicBezTo>
                  <a:pt x="1843949" y="6214972"/>
                  <a:pt x="1852454" y="6206373"/>
                  <a:pt x="1871091" y="6213525"/>
                </a:cubicBezTo>
                <a:cubicBezTo>
                  <a:pt x="1879462" y="6216737"/>
                  <a:pt x="1883244" y="6225317"/>
                  <a:pt x="1880007" y="6233751"/>
                </a:cubicBezTo>
                <a:cubicBezTo>
                  <a:pt x="1872787" y="6252568"/>
                  <a:pt x="1858367" y="6252543"/>
                  <a:pt x="1851136" y="6233701"/>
                </a:cubicBezTo>
                <a:close/>
                <a:moveTo>
                  <a:pt x="4832461" y="6233701"/>
                </a:moveTo>
                <a:cubicBezTo>
                  <a:pt x="4825274" y="6214972"/>
                  <a:pt x="4833779" y="6206373"/>
                  <a:pt x="4852416" y="6213525"/>
                </a:cubicBezTo>
                <a:cubicBezTo>
                  <a:pt x="4860787" y="6216737"/>
                  <a:pt x="4864569" y="6225317"/>
                  <a:pt x="4861332" y="6233751"/>
                </a:cubicBezTo>
                <a:cubicBezTo>
                  <a:pt x="4854112" y="6252568"/>
                  <a:pt x="4839692" y="6252543"/>
                  <a:pt x="4832461" y="6233701"/>
                </a:cubicBezTo>
                <a:close/>
                <a:moveTo>
                  <a:pt x="1409700" y="6219825"/>
                </a:moveTo>
                <a:cubicBezTo>
                  <a:pt x="1409700" y="6214586"/>
                  <a:pt x="1413733" y="6210300"/>
                  <a:pt x="1418662" y="6210300"/>
                </a:cubicBezTo>
                <a:cubicBezTo>
                  <a:pt x="1423592" y="6210300"/>
                  <a:pt x="1430274" y="6214586"/>
                  <a:pt x="1433512" y="6219825"/>
                </a:cubicBezTo>
                <a:cubicBezTo>
                  <a:pt x="1436750" y="6225063"/>
                  <a:pt x="1432716" y="6229350"/>
                  <a:pt x="1424549" y="6229350"/>
                </a:cubicBezTo>
                <a:cubicBezTo>
                  <a:pt x="1416382" y="6229350"/>
                  <a:pt x="1409700" y="6225063"/>
                  <a:pt x="1409700" y="6219825"/>
                </a:cubicBezTo>
                <a:close/>
                <a:moveTo>
                  <a:pt x="1591054" y="6205995"/>
                </a:moveTo>
                <a:cubicBezTo>
                  <a:pt x="1574367" y="6185888"/>
                  <a:pt x="1582852" y="6158378"/>
                  <a:pt x="1606796" y="6154953"/>
                </a:cubicBezTo>
                <a:cubicBezTo>
                  <a:pt x="1635826" y="6150801"/>
                  <a:pt x="1653339" y="6184374"/>
                  <a:pt x="1632838" y="6204876"/>
                </a:cubicBezTo>
                <a:cubicBezTo>
                  <a:pt x="1614296" y="6223417"/>
                  <a:pt x="1605704" y="6223647"/>
                  <a:pt x="1591054" y="6205995"/>
                </a:cubicBezTo>
                <a:close/>
                <a:moveTo>
                  <a:pt x="2221349" y="6208514"/>
                </a:moveTo>
                <a:cubicBezTo>
                  <a:pt x="2194109" y="6181274"/>
                  <a:pt x="2222760" y="6144252"/>
                  <a:pt x="2253443" y="6167041"/>
                </a:cubicBezTo>
                <a:cubicBezTo>
                  <a:pt x="2267770" y="6177681"/>
                  <a:pt x="2269510" y="6184203"/>
                  <a:pt x="2261507" y="6197268"/>
                </a:cubicBezTo>
                <a:cubicBezTo>
                  <a:pt x="2248093" y="6219165"/>
                  <a:pt x="2235521" y="6222686"/>
                  <a:pt x="2221349" y="6208514"/>
                </a:cubicBezTo>
                <a:close/>
                <a:moveTo>
                  <a:pt x="4571337" y="6204739"/>
                </a:moveTo>
                <a:cubicBezTo>
                  <a:pt x="4556815" y="6187241"/>
                  <a:pt x="4569200" y="6159804"/>
                  <a:pt x="4593809" y="6154956"/>
                </a:cubicBezTo>
                <a:cubicBezTo>
                  <a:pt x="4617567" y="6150276"/>
                  <a:pt x="4632395" y="6186643"/>
                  <a:pt x="4614163" y="6204876"/>
                </a:cubicBezTo>
                <a:cubicBezTo>
                  <a:pt x="4595346" y="6223692"/>
                  <a:pt x="4587045" y="6223666"/>
                  <a:pt x="4571337" y="6204739"/>
                </a:cubicBezTo>
                <a:close/>
                <a:moveTo>
                  <a:pt x="5202674" y="6208514"/>
                </a:moveTo>
                <a:cubicBezTo>
                  <a:pt x="5175434" y="6181274"/>
                  <a:pt x="5204085" y="6144252"/>
                  <a:pt x="5234768" y="6167041"/>
                </a:cubicBezTo>
                <a:cubicBezTo>
                  <a:pt x="5249095" y="6177681"/>
                  <a:pt x="5250835" y="6184203"/>
                  <a:pt x="5242832" y="6197268"/>
                </a:cubicBezTo>
                <a:cubicBezTo>
                  <a:pt x="5229418" y="6219165"/>
                  <a:pt x="5216846" y="6222686"/>
                  <a:pt x="5202674" y="6208514"/>
                </a:cubicBezTo>
                <a:close/>
                <a:moveTo>
                  <a:pt x="987675" y="6203629"/>
                </a:moveTo>
                <a:cubicBezTo>
                  <a:pt x="961752" y="6196911"/>
                  <a:pt x="971997" y="6167437"/>
                  <a:pt x="1000255" y="6167437"/>
                </a:cubicBezTo>
                <a:cubicBezTo>
                  <a:pt x="1017562" y="6167437"/>
                  <a:pt x="1024756" y="6173206"/>
                  <a:pt x="1026981" y="6188868"/>
                </a:cubicBezTo>
                <a:cubicBezTo>
                  <a:pt x="1030036" y="6210379"/>
                  <a:pt x="1023375" y="6212881"/>
                  <a:pt x="987675" y="6203629"/>
                </a:cubicBezTo>
                <a:close/>
                <a:moveTo>
                  <a:pt x="2892510" y="6196938"/>
                </a:moveTo>
                <a:cubicBezTo>
                  <a:pt x="2884968" y="6177283"/>
                  <a:pt x="2908315" y="6150533"/>
                  <a:pt x="2929457" y="6154604"/>
                </a:cubicBezTo>
                <a:cubicBezTo>
                  <a:pt x="2957246" y="6159956"/>
                  <a:pt x="2956893" y="6186304"/>
                  <a:pt x="2928860" y="6199076"/>
                </a:cubicBezTo>
                <a:cubicBezTo>
                  <a:pt x="2898186" y="6213052"/>
                  <a:pt x="2898706" y="6213083"/>
                  <a:pt x="2892510" y="6196938"/>
                </a:cubicBezTo>
                <a:close/>
                <a:moveTo>
                  <a:pt x="2057266" y="6186326"/>
                </a:moveTo>
                <a:cubicBezTo>
                  <a:pt x="2046804" y="6173720"/>
                  <a:pt x="2047340" y="6168652"/>
                  <a:pt x="2060531" y="6155461"/>
                </a:cubicBezTo>
                <a:cubicBezTo>
                  <a:pt x="2079078" y="6136913"/>
                  <a:pt x="2099302" y="6150252"/>
                  <a:pt x="2094012" y="6177542"/>
                </a:cubicBezTo>
                <a:cubicBezTo>
                  <a:pt x="2089558" y="6200516"/>
                  <a:pt x="2072439" y="6204609"/>
                  <a:pt x="2057266" y="6186326"/>
                </a:cubicBezTo>
                <a:close/>
                <a:moveTo>
                  <a:pt x="5038591" y="6186326"/>
                </a:moveTo>
                <a:cubicBezTo>
                  <a:pt x="5028129" y="6173720"/>
                  <a:pt x="5028665" y="6168652"/>
                  <a:pt x="5041856" y="6155461"/>
                </a:cubicBezTo>
                <a:cubicBezTo>
                  <a:pt x="5060403" y="6136913"/>
                  <a:pt x="5080627" y="6150252"/>
                  <a:pt x="5075337" y="6177542"/>
                </a:cubicBezTo>
                <a:cubicBezTo>
                  <a:pt x="5070883" y="6200516"/>
                  <a:pt x="5053764" y="6204609"/>
                  <a:pt x="5038591" y="6186326"/>
                </a:cubicBezTo>
                <a:close/>
                <a:moveTo>
                  <a:pt x="1285008" y="6156868"/>
                </a:moveTo>
                <a:cubicBezTo>
                  <a:pt x="1275521" y="6145437"/>
                  <a:pt x="1276135" y="6139757"/>
                  <a:pt x="1288160" y="6127732"/>
                </a:cubicBezTo>
                <a:cubicBezTo>
                  <a:pt x="1305621" y="6110270"/>
                  <a:pt x="1323975" y="6118180"/>
                  <a:pt x="1323975" y="6143168"/>
                </a:cubicBezTo>
                <a:cubicBezTo>
                  <a:pt x="1323975" y="6166278"/>
                  <a:pt x="1299856" y="6174758"/>
                  <a:pt x="1285008" y="6156868"/>
                </a:cubicBezTo>
                <a:close/>
                <a:moveTo>
                  <a:pt x="2768798" y="6166048"/>
                </a:moveTo>
                <a:cubicBezTo>
                  <a:pt x="2754125" y="6151375"/>
                  <a:pt x="2762631" y="6124575"/>
                  <a:pt x="2781962" y="6124575"/>
                </a:cubicBezTo>
                <a:cubicBezTo>
                  <a:pt x="2796778" y="6124575"/>
                  <a:pt x="2800918" y="6129712"/>
                  <a:pt x="2798631" y="6145260"/>
                </a:cubicBezTo>
                <a:cubicBezTo>
                  <a:pt x="2795470" y="6166741"/>
                  <a:pt x="2780160" y="6177410"/>
                  <a:pt x="2768798" y="6166048"/>
                </a:cubicBezTo>
                <a:close/>
                <a:moveTo>
                  <a:pt x="1459706" y="6156366"/>
                </a:moveTo>
                <a:cubicBezTo>
                  <a:pt x="1436346" y="6146940"/>
                  <a:pt x="1451826" y="6086475"/>
                  <a:pt x="1477599" y="6086475"/>
                </a:cubicBezTo>
                <a:cubicBezTo>
                  <a:pt x="1487226" y="6086475"/>
                  <a:pt x="1514475" y="6114628"/>
                  <a:pt x="1514475" y="6124575"/>
                </a:cubicBezTo>
                <a:cubicBezTo>
                  <a:pt x="1514475" y="6134665"/>
                  <a:pt x="1486908" y="6162950"/>
                  <a:pt x="1478075" y="6161923"/>
                </a:cubicBezTo>
                <a:cubicBezTo>
                  <a:pt x="1474521" y="6161509"/>
                  <a:pt x="1466254" y="6159009"/>
                  <a:pt x="1459706" y="6156366"/>
                </a:cubicBezTo>
                <a:close/>
                <a:moveTo>
                  <a:pt x="1918144" y="6148843"/>
                </a:moveTo>
                <a:cubicBezTo>
                  <a:pt x="1911509" y="6131552"/>
                  <a:pt x="1921146" y="6115050"/>
                  <a:pt x="1937880" y="6115050"/>
                </a:cubicBezTo>
                <a:cubicBezTo>
                  <a:pt x="1955259" y="6115050"/>
                  <a:pt x="1963067" y="6138897"/>
                  <a:pt x="1949975" y="6151989"/>
                </a:cubicBezTo>
                <a:cubicBezTo>
                  <a:pt x="1935466" y="6166498"/>
                  <a:pt x="1924503" y="6165415"/>
                  <a:pt x="1918144" y="6148843"/>
                </a:cubicBezTo>
                <a:close/>
                <a:moveTo>
                  <a:pt x="2565939" y="6149091"/>
                </a:moveTo>
                <a:cubicBezTo>
                  <a:pt x="2557273" y="6126508"/>
                  <a:pt x="2569535" y="6103701"/>
                  <a:pt x="2588389" y="6107332"/>
                </a:cubicBezTo>
                <a:cubicBezTo>
                  <a:pt x="2598934" y="6109363"/>
                  <a:pt x="2605087" y="6119227"/>
                  <a:pt x="2605087" y="6134100"/>
                </a:cubicBezTo>
                <a:cubicBezTo>
                  <a:pt x="2605087" y="6161252"/>
                  <a:pt x="2575023" y="6172764"/>
                  <a:pt x="2565939" y="6149091"/>
                </a:cubicBezTo>
                <a:close/>
                <a:moveTo>
                  <a:pt x="4899469" y="6148843"/>
                </a:moveTo>
                <a:cubicBezTo>
                  <a:pt x="4892834" y="6131552"/>
                  <a:pt x="4902471" y="6115050"/>
                  <a:pt x="4919205" y="6115050"/>
                </a:cubicBezTo>
                <a:cubicBezTo>
                  <a:pt x="4936584" y="6115050"/>
                  <a:pt x="4944392" y="6138897"/>
                  <a:pt x="4931300" y="6151989"/>
                </a:cubicBezTo>
                <a:cubicBezTo>
                  <a:pt x="4916791" y="6166498"/>
                  <a:pt x="4905828" y="6165415"/>
                  <a:pt x="4899469" y="6148843"/>
                </a:cubicBezTo>
                <a:close/>
                <a:moveTo>
                  <a:pt x="1111701" y="6147251"/>
                </a:moveTo>
                <a:cubicBezTo>
                  <a:pt x="1080791" y="6116341"/>
                  <a:pt x="1124175" y="6056680"/>
                  <a:pt x="1162606" y="6077247"/>
                </a:cubicBezTo>
                <a:cubicBezTo>
                  <a:pt x="1195553" y="6094880"/>
                  <a:pt x="1184738" y="6147564"/>
                  <a:pt x="1147420" y="6151220"/>
                </a:cubicBezTo>
                <a:cubicBezTo>
                  <a:pt x="1131515" y="6152778"/>
                  <a:pt x="1115442" y="6150992"/>
                  <a:pt x="1111701" y="6147251"/>
                </a:cubicBezTo>
                <a:close/>
                <a:moveTo>
                  <a:pt x="1746732" y="6139418"/>
                </a:moveTo>
                <a:cubicBezTo>
                  <a:pt x="1736401" y="6112495"/>
                  <a:pt x="1747615" y="6091281"/>
                  <a:pt x="1773780" y="6088255"/>
                </a:cubicBezTo>
                <a:cubicBezTo>
                  <a:pt x="1800385" y="6085178"/>
                  <a:pt x="1820018" y="6119304"/>
                  <a:pt x="1805322" y="6143083"/>
                </a:cubicBezTo>
                <a:cubicBezTo>
                  <a:pt x="1796105" y="6157996"/>
                  <a:pt x="1752823" y="6155289"/>
                  <a:pt x="1746732" y="6139418"/>
                </a:cubicBezTo>
                <a:close/>
                <a:moveTo>
                  <a:pt x="2393973" y="6138222"/>
                </a:moveTo>
                <a:cubicBezTo>
                  <a:pt x="2390823" y="6130011"/>
                  <a:pt x="2392919" y="6118620"/>
                  <a:pt x="2398631" y="6112908"/>
                </a:cubicBezTo>
                <a:cubicBezTo>
                  <a:pt x="2412384" y="6099155"/>
                  <a:pt x="2439315" y="6120631"/>
                  <a:pt x="2432052" y="6139558"/>
                </a:cubicBezTo>
                <a:cubicBezTo>
                  <a:pt x="2425084" y="6157716"/>
                  <a:pt x="2401131" y="6156875"/>
                  <a:pt x="2393973" y="6138222"/>
                </a:cubicBezTo>
                <a:close/>
                <a:moveTo>
                  <a:pt x="4728057" y="6139418"/>
                </a:moveTo>
                <a:cubicBezTo>
                  <a:pt x="4717726" y="6112495"/>
                  <a:pt x="4728940" y="6091281"/>
                  <a:pt x="4755105" y="6088255"/>
                </a:cubicBezTo>
                <a:cubicBezTo>
                  <a:pt x="4781710" y="6085178"/>
                  <a:pt x="4801343" y="6119304"/>
                  <a:pt x="4786647" y="6143083"/>
                </a:cubicBezTo>
                <a:cubicBezTo>
                  <a:pt x="4777430" y="6157996"/>
                  <a:pt x="4734148" y="6155289"/>
                  <a:pt x="4728057" y="6139418"/>
                </a:cubicBezTo>
                <a:close/>
                <a:moveTo>
                  <a:pt x="904875" y="6087037"/>
                </a:moveTo>
                <a:cubicBezTo>
                  <a:pt x="904875" y="6076868"/>
                  <a:pt x="908294" y="6066436"/>
                  <a:pt x="912473" y="6063853"/>
                </a:cubicBezTo>
                <a:cubicBezTo>
                  <a:pt x="926045" y="6055465"/>
                  <a:pt x="945912" y="6074605"/>
                  <a:pt x="939899" y="6090276"/>
                </a:cubicBezTo>
                <a:cubicBezTo>
                  <a:pt x="931640" y="6111798"/>
                  <a:pt x="904875" y="6109323"/>
                  <a:pt x="904875" y="6087037"/>
                </a:cubicBezTo>
                <a:close/>
                <a:moveTo>
                  <a:pt x="3035030" y="6091237"/>
                </a:moveTo>
                <a:cubicBezTo>
                  <a:pt x="3027737" y="6072233"/>
                  <a:pt x="3037525" y="6048375"/>
                  <a:pt x="3052615" y="6048375"/>
                </a:cubicBezTo>
                <a:cubicBezTo>
                  <a:pt x="3074991" y="6048375"/>
                  <a:pt x="3089945" y="6075127"/>
                  <a:pt x="3076575" y="6091237"/>
                </a:cubicBezTo>
                <a:cubicBezTo>
                  <a:pt x="3070053" y="6099095"/>
                  <a:pt x="3059271" y="6105525"/>
                  <a:pt x="3052615" y="6105525"/>
                </a:cubicBezTo>
                <a:cubicBezTo>
                  <a:pt x="3045959" y="6105525"/>
                  <a:pt x="3038045" y="6099095"/>
                  <a:pt x="3035030" y="6091237"/>
                </a:cubicBezTo>
                <a:close/>
                <a:moveTo>
                  <a:pt x="2135505" y="6084570"/>
                </a:moveTo>
                <a:cubicBezTo>
                  <a:pt x="2103174" y="6052239"/>
                  <a:pt x="2141195" y="5998376"/>
                  <a:pt x="2181225" y="6019800"/>
                </a:cubicBezTo>
                <a:cubicBezTo>
                  <a:pt x="2200336" y="6030028"/>
                  <a:pt x="2205282" y="6052816"/>
                  <a:pt x="2194493" y="6080933"/>
                </a:cubicBezTo>
                <a:cubicBezTo>
                  <a:pt x="2187679" y="6098690"/>
                  <a:pt x="2151835" y="6100900"/>
                  <a:pt x="2135505" y="6084570"/>
                </a:cubicBezTo>
                <a:close/>
                <a:moveTo>
                  <a:pt x="5116830" y="6084570"/>
                </a:moveTo>
                <a:cubicBezTo>
                  <a:pt x="5092473" y="6060213"/>
                  <a:pt x="5113033" y="6010275"/>
                  <a:pt x="5147416" y="6010275"/>
                </a:cubicBezTo>
                <a:cubicBezTo>
                  <a:pt x="5160907" y="6010275"/>
                  <a:pt x="5182590" y="6058824"/>
                  <a:pt x="5176985" y="6076483"/>
                </a:cubicBezTo>
                <a:cubicBezTo>
                  <a:pt x="5170058" y="6098308"/>
                  <a:pt x="5135247" y="6102987"/>
                  <a:pt x="5116830" y="6084570"/>
                </a:cubicBezTo>
                <a:close/>
                <a:moveTo>
                  <a:pt x="2673080" y="6072187"/>
                </a:moveTo>
                <a:cubicBezTo>
                  <a:pt x="2664218" y="6049094"/>
                  <a:pt x="2676894" y="6029325"/>
                  <a:pt x="2700562" y="6029325"/>
                </a:cubicBezTo>
                <a:cubicBezTo>
                  <a:pt x="2725929" y="6029325"/>
                  <a:pt x="2734871" y="6045805"/>
                  <a:pt x="2722527" y="6069806"/>
                </a:cubicBezTo>
                <a:cubicBezTo>
                  <a:pt x="2712031" y="6090214"/>
                  <a:pt x="2680579" y="6091728"/>
                  <a:pt x="2673080" y="6072187"/>
                </a:cubicBezTo>
                <a:close/>
                <a:moveTo>
                  <a:pt x="2859313" y="6069806"/>
                </a:moveTo>
                <a:cubicBezTo>
                  <a:pt x="2861078" y="6060638"/>
                  <a:pt x="2868835" y="6053137"/>
                  <a:pt x="2876550" y="6053137"/>
                </a:cubicBezTo>
                <a:cubicBezTo>
                  <a:pt x="2884264" y="6053137"/>
                  <a:pt x="2892021" y="6060638"/>
                  <a:pt x="2893786" y="6069806"/>
                </a:cubicBezTo>
                <a:cubicBezTo>
                  <a:pt x="2896039" y="6081501"/>
                  <a:pt x="2890896" y="6086475"/>
                  <a:pt x="2876550" y="6086475"/>
                </a:cubicBezTo>
                <a:cubicBezTo>
                  <a:pt x="2862203" y="6086475"/>
                  <a:pt x="2857060" y="6081501"/>
                  <a:pt x="2859313" y="6069806"/>
                </a:cubicBezTo>
                <a:close/>
                <a:moveTo>
                  <a:pt x="1645156" y="6064683"/>
                </a:moveTo>
                <a:cubicBezTo>
                  <a:pt x="1637603" y="6045002"/>
                  <a:pt x="1652351" y="6026965"/>
                  <a:pt x="1672778" y="6030899"/>
                </a:cubicBezTo>
                <a:cubicBezTo>
                  <a:pt x="1698085" y="6035773"/>
                  <a:pt x="1696222" y="6071397"/>
                  <a:pt x="1670468" y="6075072"/>
                </a:cubicBezTo>
                <a:cubicBezTo>
                  <a:pt x="1659348" y="6076659"/>
                  <a:pt x="1647957" y="6071984"/>
                  <a:pt x="1645156" y="6064683"/>
                </a:cubicBezTo>
                <a:close/>
                <a:moveTo>
                  <a:pt x="4648345" y="6069806"/>
                </a:moveTo>
                <a:cubicBezTo>
                  <a:pt x="4648426" y="6065877"/>
                  <a:pt x="4652479" y="6056357"/>
                  <a:pt x="4657352" y="6048650"/>
                </a:cubicBezTo>
                <a:cubicBezTo>
                  <a:pt x="4668327" y="6031298"/>
                  <a:pt x="4681201" y="6042150"/>
                  <a:pt x="4673488" y="6062251"/>
                </a:cubicBezTo>
                <a:cubicBezTo>
                  <a:pt x="4667791" y="6077097"/>
                  <a:pt x="4648076" y="6083021"/>
                  <a:pt x="4648345" y="6069806"/>
                </a:cubicBezTo>
                <a:close/>
                <a:moveTo>
                  <a:pt x="1334243" y="6054032"/>
                </a:moveTo>
                <a:cubicBezTo>
                  <a:pt x="1320814" y="6037851"/>
                  <a:pt x="1327956" y="6019800"/>
                  <a:pt x="1347787" y="6019800"/>
                </a:cubicBezTo>
                <a:cubicBezTo>
                  <a:pt x="1368411" y="6019800"/>
                  <a:pt x="1375260" y="6039272"/>
                  <a:pt x="1360002" y="6054529"/>
                </a:cubicBezTo>
                <a:cubicBezTo>
                  <a:pt x="1347883" y="6066648"/>
                  <a:pt x="1344661" y="6066586"/>
                  <a:pt x="1334243" y="6054032"/>
                </a:cubicBezTo>
                <a:close/>
                <a:moveTo>
                  <a:pt x="790675" y="6043733"/>
                </a:moveTo>
                <a:cubicBezTo>
                  <a:pt x="775208" y="6025097"/>
                  <a:pt x="785195" y="6000750"/>
                  <a:pt x="808306" y="6000750"/>
                </a:cubicBezTo>
                <a:cubicBezTo>
                  <a:pt x="830835" y="6000750"/>
                  <a:pt x="842402" y="6027071"/>
                  <a:pt x="827673" y="6044819"/>
                </a:cubicBezTo>
                <a:cubicBezTo>
                  <a:pt x="813771" y="6061570"/>
                  <a:pt x="805271" y="6061320"/>
                  <a:pt x="790675" y="6043733"/>
                </a:cubicBezTo>
                <a:close/>
                <a:moveTo>
                  <a:pt x="1010643" y="6048991"/>
                </a:moveTo>
                <a:cubicBezTo>
                  <a:pt x="994425" y="6038965"/>
                  <a:pt x="1003638" y="6010275"/>
                  <a:pt x="1023076" y="6010275"/>
                </a:cubicBezTo>
                <a:cubicBezTo>
                  <a:pt x="1043989" y="6010275"/>
                  <a:pt x="1051806" y="6029351"/>
                  <a:pt x="1036970" y="6044182"/>
                </a:cubicBezTo>
                <a:cubicBezTo>
                  <a:pt x="1028785" y="6052364"/>
                  <a:pt x="1018992" y="6054153"/>
                  <a:pt x="1010643" y="6048991"/>
                </a:cubicBezTo>
                <a:close/>
                <a:moveTo>
                  <a:pt x="1987748" y="6051748"/>
                </a:moveTo>
                <a:cubicBezTo>
                  <a:pt x="1973736" y="6037736"/>
                  <a:pt x="1981105" y="6008859"/>
                  <a:pt x="1997868" y="6012088"/>
                </a:cubicBezTo>
                <a:cubicBezTo>
                  <a:pt x="2007036" y="6013853"/>
                  <a:pt x="2014537" y="6023455"/>
                  <a:pt x="2014537" y="6033424"/>
                </a:cubicBezTo>
                <a:cubicBezTo>
                  <a:pt x="2014537" y="6052374"/>
                  <a:pt x="1999001" y="6063001"/>
                  <a:pt x="1987748" y="6051748"/>
                </a:cubicBezTo>
                <a:close/>
                <a:moveTo>
                  <a:pt x="2316019" y="6049270"/>
                </a:moveTo>
                <a:cubicBezTo>
                  <a:pt x="2298702" y="6038564"/>
                  <a:pt x="2305972" y="6006512"/>
                  <a:pt x="2326619" y="6002536"/>
                </a:cubicBezTo>
                <a:cubicBezTo>
                  <a:pt x="2335742" y="6000779"/>
                  <a:pt x="2345923" y="6006420"/>
                  <a:pt x="2349243" y="6015072"/>
                </a:cubicBezTo>
                <a:cubicBezTo>
                  <a:pt x="2357037" y="6035382"/>
                  <a:pt x="2333216" y="6059902"/>
                  <a:pt x="2316019" y="6049270"/>
                </a:cubicBezTo>
                <a:close/>
                <a:moveTo>
                  <a:pt x="2468880" y="6046470"/>
                </a:moveTo>
                <a:cubicBezTo>
                  <a:pt x="2448521" y="6026111"/>
                  <a:pt x="2455449" y="5991728"/>
                  <a:pt x="2482381" y="5979457"/>
                </a:cubicBezTo>
                <a:cubicBezTo>
                  <a:pt x="2504307" y="5969466"/>
                  <a:pt x="2509416" y="5970695"/>
                  <a:pt x="2524766" y="5989651"/>
                </a:cubicBezTo>
                <a:cubicBezTo>
                  <a:pt x="2558155" y="6030885"/>
                  <a:pt x="2506158" y="6083748"/>
                  <a:pt x="2468880" y="6046470"/>
                </a:cubicBezTo>
                <a:close/>
                <a:moveTo>
                  <a:pt x="4969073" y="6051748"/>
                </a:moveTo>
                <a:cubicBezTo>
                  <a:pt x="4955061" y="6037736"/>
                  <a:pt x="4962430" y="6008859"/>
                  <a:pt x="4979193" y="6012088"/>
                </a:cubicBezTo>
                <a:cubicBezTo>
                  <a:pt x="4988361" y="6013853"/>
                  <a:pt x="4995862" y="6023455"/>
                  <a:pt x="4995862" y="6033424"/>
                </a:cubicBezTo>
                <a:cubicBezTo>
                  <a:pt x="4995862" y="6052374"/>
                  <a:pt x="4980326" y="6063001"/>
                  <a:pt x="4969073" y="6051748"/>
                </a:cubicBezTo>
                <a:close/>
                <a:moveTo>
                  <a:pt x="1205579" y="6039929"/>
                </a:moveTo>
                <a:cubicBezTo>
                  <a:pt x="1199097" y="6029440"/>
                  <a:pt x="1223368" y="6008093"/>
                  <a:pt x="1231982" y="6016707"/>
                </a:cubicBezTo>
                <a:cubicBezTo>
                  <a:pt x="1235429" y="6020154"/>
                  <a:pt x="1238250" y="6028690"/>
                  <a:pt x="1238250" y="6035675"/>
                </a:cubicBezTo>
                <a:cubicBezTo>
                  <a:pt x="1238250" y="6049864"/>
                  <a:pt x="1213695" y="6053061"/>
                  <a:pt x="1205579" y="6039929"/>
                </a:cubicBezTo>
                <a:close/>
                <a:moveTo>
                  <a:pt x="1498623" y="6014397"/>
                </a:moveTo>
                <a:cubicBezTo>
                  <a:pt x="1491116" y="5994834"/>
                  <a:pt x="1506183" y="5980214"/>
                  <a:pt x="1523086" y="5990660"/>
                </a:cubicBezTo>
                <a:cubicBezTo>
                  <a:pt x="1537481" y="5999556"/>
                  <a:pt x="1530851" y="6029325"/>
                  <a:pt x="1514475" y="6029325"/>
                </a:cubicBezTo>
                <a:cubicBezTo>
                  <a:pt x="1508907" y="6029325"/>
                  <a:pt x="1501774" y="6022607"/>
                  <a:pt x="1498623" y="6014397"/>
                </a:cubicBezTo>
                <a:close/>
                <a:moveTo>
                  <a:pt x="1822975" y="6015705"/>
                </a:moveTo>
                <a:cubicBezTo>
                  <a:pt x="1813492" y="5990991"/>
                  <a:pt x="1826784" y="5970564"/>
                  <a:pt x="1850188" y="5973888"/>
                </a:cubicBezTo>
                <a:cubicBezTo>
                  <a:pt x="1865930" y="5976123"/>
                  <a:pt x="1871662" y="5983293"/>
                  <a:pt x="1871662" y="6000750"/>
                </a:cubicBezTo>
                <a:cubicBezTo>
                  <a:pt x="1871662" y="6028866"/>
                  <a:pt x="1832627" y="6040857"/>
                  <a:pt x="1822975" y="6015705"/>
                </a:cubicBezTo>
                <a:close/>
                <a:moveTo>
                  <a:pt x="2954209" y="6017449"/>
                </a:moveTo>
                <a:cubicBezTo>
                  <a:pt x="2927429" y="5990669"/>
                  <a:pt x="2957520" y="5938941"/>
                  <a:pt x="2986087" y="5962650"/>
                </a:cubicBezTo>
                <a:cubicBezTo>
                  <a:pt x="2993945" y="5969171"/>
                  <a:pt x="3000375" y="5982404"/>
                  <a:pt x="3000375" y="5992056"/>
                </a:cubicBezTo>
                <a:cubicBezTo>
                  <a:pt x="3000375" y="6015159"/>
                  <a:pt x="2969114" y="6032354"/>
                  <a:pt x="2954209" y="6017449"/>
                </a:cubicBezTo>
                <a:close/>
                <a:moveTo>
                  <a:pt x="4804300" y="6015705"/>
                </a:moveTo>
                <a:cubicBezTo>
                  <a:pt x="4794817" y="5990991"/>
                  <a:pt x="4808109" y="5970564"/>
                  <a:pt x="4831513" y="5973888"/>
                </a:cubicBezTo>
                <a:cubicBezTo>
                  <a:pt x="4847255" y="5976123"/>
                  <a:pt x="4852987" y="5983293"/>
                  <a:pt x="4852987" y="6000750"/>
                </a:cubicBezTo>
                <a:cubicBezTo>
                  <a:pt x="4852987" y="6028866"/>
                  <a:pt x="4813952" y="6040857"/>
                  <a:pt x="4804300" y="6015705"/>
                </a:cubicBezTo>
                <a:close/>
                <a:moveTo>
                  <a:pt x="1090425" y="5971872"/>
                </a:moveTo>
                <a:cubicBezTo>
                  <a:pt x="1086726" y="5965887"/>
                  <a:pt x="1088181" y="5956508"/>
                  <a:pt x="1093659" y="5951030"/>
                </a:cubicBezTo>
                <a:cubicBezTo>
                  <a:pt x="1106460" y="5938229"/>
                  <a:pt x="1136304" y="5949395"/>
                  <a:pt x="1131096" y="5965036"/>
                </a:cubicBezTo>
                <a:cubicBezTo>
                  <a:pt x="1125794" y="5980959"/>
                  <a:pt x="1098841" y="5985489"/>
                  <a:pt x="1090425" y="5971872"/>
                </a:cubicBezTo>
                <a:close/>
                <a:moveTo>
                  <a:pt x="2772935" y="5969525"/>
                </a:moveTo>
                <a:cubicBezTo>
                  <a:pt x="2744799" y="5941389"/>
                  <a:pt x="2774732" y="5896217"/>
                  <a:pt x="2809266" y="5914699"/>
                </a:cubicBezTo>
                <a:cubicBezTo>
                  <a:pt x="2829543" y="5925551"/>
                  <a:pt x="2833832" y="5940769"/>
                  <a:pt x="2821635" y="5958582"/>
                </a:cubicBezTo>
                <a:cubicBezTo>
                  <a:pt x="2810248" y="5975212"/>
                  <a:pt x="2784425" y="5981015"/>
                  <a:pt x="2772935" y="5969525"/>
                </a:cubicBezTo>
                <a:close/>
                <a:moveTo>
                  <a:pt x="3131042" y="5969397"/>
                </a:moveTo>
                <a:cubicBezTo>
                  <a:pt x="3128248" y="5962116"/>
                  <a:pt x="3129419" y="5950566"/>
                  <a:pt x="3133644" y="5943729"/>
                </a:cubicBezTo>
                <a:cubicBezTo>
                  <a:pt x="3144329" y="5926441"/>
                  <a:pt x="3173955" y="5939792"/>
                  <a:pt x="3170038" y="5960130"/>
                </a:cubicBezTo>
                <a:cubicBezTo>
                  <a:pt x="3166078" y="5980692"/>
                  <a:pt x="3137942" y="5987379"/>
                  <a:pt x="3131042" y="5969397"/>
                </a:cubicBezTo>
                <a:close/>
                <a:moveTo>
                  <a:pt x="881742" y="5947682"/>
                </a:moveTo>
                <a:cubicBezTo>
                  <a:pt x="848123" y="5914062"/>
                  <a:pt x="890507" y="5857595"/>
                  <a:pt x="929382" y="5884214"/>
                </a:cubicBezTo>
                <a:cubicBezTo>
                  <a:pt x="947995" y="5896959"/>
                  <a:pt x="951258" y="5922083"/>
                  <a:pt x="936953" y="5942506"/>
                </a:cubicBezTo>
                <a:cubicBezTo>
                  <a:pt x="920177" y="5966457"/>
                  <a:pt x="902203" y="5968142"/>
                  <a:pt x="881742" y="5947682"/>
                </a:cubicBezTo>
                <a:close/>
                <a:moveTo>
                  <a:pt x="1565757" y="5948918"/>
                </a:moveTo>
                <a:cubicBezTo>
                  <a:pt x="1555612" y="5922479"/>
                  <a:pt x="1566446" y="5900737"/>
                  <a:pt x="1589767" y="5900737"/>
                </a:cubicBezTo>
                <a:cubicBezTo>
                  <a:pt x="1619813" y="5900737"/>
                  <a:pt x="1636833" y="5927175"/>
                  <a:pt x="1619912" y="5947564"/>
                </a:cubicBezTo>
                <a:cubicBezTo>
                  <a:pt x="1604275" y="5966405"/>
                  <a:pt x="1572770" y="5967193"/>
                  <a:pt x="1565757" y="5948918"/>
                </a:cubicBezTo>
                <a:close/>
                <a:moveTo>
                  <a:pt x="1719075" y="5952822"/>
                </a:moveTo>
                <a:cubicBezTo>
                  <a:pt x="1715376" y="5946837"/>
                  <a:pt x="1716831" y="5937458"/>
                  <a:pt x="1722309" y="5931980"/>
                </a:cubicBezTo>
                <a:cubicBezTo>
                  <a:pt x="1735110" y="5919179"/>
                  <a:pt x="1764954" y="5930345"/>
                  <a:pt x="1759746" y="5945986"/>
                </a:cubicBezTo>
                <a:cubicBezTo>
                  <a:pt x="1754444" y="5961909"/>
                  <a:pt x="1727491" y="5966439"/>
                  <a:pt x="1719075" y="5952822"/>
                </a:cubicBezTo>
                <a:close/>
                <a:moveTo>
                  <a:pt x="2191911" y="5949762"/>
                </a:moveTo>
                <a:cubicBezTo>
                  <a:pt x="2180333" y="5935811"/>
                  <a:pt x="2186905" y="5924550"/>
                  <a:pt x="2206625" y="5924550"/>
                </a:cubicBezTo>
                <a:cubicBezTo>
                  <a:pt x="2220814" y="5924550"/>
                  <a:pt x="2224011" y="5949104"/>
                  <a:pt x="2210879" y="5957220"/>
                </a:cubicBezTo>
                <a:cubicBezTo>
                  <a:pt x="2206234" y="5960091"/>
                  <a:pt x="2197698" y="5956735"/>
                  <a:pt x="2191911" y="5949762"/>
                </a:cubicBezTo>
                <a:close/>
                <a:moveTo>
                  <a:pt x="2612925" y="5947401"/>
                </a:moveTo>
                <a:cubicBezTo>
                  <a:pt x="2604805" y="5926240"/>
                  <a:pt x="2630172" y="5912224"/>
                  <a:pt x="2646695" y="5928742"/>
                </a:cubicBezTo>
                <a:cubicBezTo>
                  <a:pt x="2653864" y="5935908"/>
                  <a:pt x="2656825" y="5946469"/>
                  <a:pt x="2653277" y="5952210"/>
                </a:cubicBezTo>
                <a:cubicBezTo>
                  <a:pt x="2643694" y="5967715"/>
                  <a:pt x="2619619" y="5964846"/>
                  <a:pt x="2612925" y="5947401"/>
                </a:cubicBezTo>
                <a:close/>
                <a:moveTo>
                  <a:pt x="4706996" y="5946846"/>
                </a:moveTo>
                <a:cubicBezTo>
                  <a:pt x="4711011" y="5926001"/>
                  <a:pt x="4738687" y="5923052"/>
                  <a:pt x="4738687" y="5943469"/>
                </a:cubicBezTo>
                <a:cubicBezTo>
                  <a:pt x="4738687" y="5951255"/>
                  <a:pt x="4730797" y="5959146"/>
                  <a:pt x="4721153" y="5961003"/>
                </a:cubicBezTo>
                <a:cubicBezTo>
                  <a:pt x="4708424" y="5963454"/>
                  <a:pt x="4704545" y="5959575"/>
                  <a:pt x="4706996" y="5946846"/>
                </a:cubicBezTo>
                <a:close/>
                <a:moveTo>
                  <a:pt x="1392674" y="5941814"/>
                </a:moveTo>
                <a:cubicBezTo>
                  <a:pt x="1377045" y="5926185"/>
                  <a:pt x="1378151" y="5910300"/>
                  <a:pt x="1395890" y="5895578"/>
                </a:cubicBezTo>
                <a:cubicBezTo>
                  <a:pt x="1417011" y="5878049"/>
                  <a:pt x="1447551" y="5907714"/>
                  <a:pt x="1432670" y="5931305"/>
                </a:cubicBezTo>
                <a:cubicBezTo>
                  <a:pt x="1419292" y="5952514"/>
                  <a:pt x="1406686" y="5955826"/>
                  <a:pt x="1392674" y="5941814"/>
                </a:cubicBezTo>
                <a:close/>
                <a:moveTo>
                  <a:pt x="723766" y="5929151"/>
                </a:moveTo>
                <a:cubicBezTo>
                  <a:pt x="713304" y="5916545"/>
                  <a:pt x="713840" y="5911477"/>
                  <a:pt x="727031" y="5898286"/>
                </a:cubicBezTo>
                <a:cubicBezTo>
                  <a:pt x="745578" y="5879738"/>
                  <a:pt x="765802" y="5893077"/>
                  <a:pt x="760512" y="5920367"/>
                </a:cubicBezTo>
                <a:cubicBezTo>
                  <a:pt x="756058" y="5943341"/>
                  <a:pt x="738939" y="5947434"/>
                  <a:pt x="723766" y="5929151"/>
                </a:cubicBezTo>
                <a:close/>
                <a:moveTo>
                  <a:pt x="1221105" y="5932170"/>
                </a:moveTo>
                <a:cubicBezTo>
                  <a:pt x="1207454" y="5918519"/>
                  <a:pt x="1205957" y="5880346"/>
                  <a:pt x="1218761" y="5872433"/>
                </a:cubicBezTo>
                <a:cubicBezTo>
                  <a:pt x="1223759" y="5869344"/>
                  <a:pt x="1238761" y="5869556"/>
                  <a:pt x="1252099" y="5872903"/>
                </a:cubicBezTo>
                <a:cubicBezTo>
                  <a:pt x="1280799" y="5880107"/>
                  <a:pt x="1283922" y="5905219"/>
                  <a:pt x="1258931" y="5927836"/>
                </a:cubicBezTo>
                <a:cubicBezTo>
                  <a:pt x="1238136" y="5946655"/>
                  <a:pt x="1235852" y="5946917"/>
                  <a:pt x="1221105" y="5932170"/>
                </a:cubicBezTo>
                <a:close/>
                <a:moveTo>
                  <a:pt x="2042050" y="5920455"/>
                </a:moveTo>
                <a:cubicBezTo>
                  <a:pt x="2032567" y="5895741"/>
                  <a:pt x="2045859" y="5875314"/>
                  <a:pt x="2069263" y="5878638"/>
                </a:cubicBezTo>
                <a:cubicBezTo>
                  <a:pt x="2085005" y="5880873"/>
                  <a:pt x="2090737" y="5888043"/>
                  <a:pt x="2090737" y="5905500"/>
                </a:cubicBezTo>
                <a:cubicBezTo>
                  <a:pt x="2090737" y="5933616"/>
                  <a:pt x="2051702" y="5945607"/>
                  <a:pt x="2042050" y="5920455"/>
                </a:cubicBezTo>
                <a:close/>
                <a:moveTo>
                  <a:pt x="2432773" y="5920969"/>
                </a:moveTo>
                <a:cubicBezTo>
                  <a:pt x="2424703" y="5899940"/>
                  <a:pt x="2435439" y="5889204"/>
                  <a:pt x="2449988" y="5903753"/>
                </a:cubicBezTo>
                <a:cubicBezTo>
                  <a:pt x="2458579" y="5912344"/>
                  <a:pt x="2458615" y="5917669"/>
                  <a:pt x="2450142" y="5926142"/>
                </a:cubicBezTo>
                <a:cubicBezTo>
                  <a:pt x="2441668" y="5934616"/>
                  <a:pt x="2437537" y="5933386"/>
                  <a:pt x="2432773" y="5920969"/>
                </a:cubicBezTo>
                <a:close/>
                <a:moveTo>
                  <a:pt x="5023375" y="5920455"/>
                </a:moveTo>
                <a:cubicBezTo>
                  <a:pt x="5013892" y="5895741"/>
                  <a:pt x="5027184" y="5875314"/>
                  <a:pt x="5050588" y="5878638"/>
                </a:cubicBezTo>
                <a:cubicBezTo>
                  <a:pt x="5066330" y="5880873"/>
                  <a:pt x="5072062" y="5888043"/>
                  <a:pt x="5072062" y="5905500"/>
                </a:cubicBezTo>
                <a:cubicBezTo>
                  <a:pt x="5072062" y="5933616"/>
                  <a:pt x="5033027" y="5945607"/>
                  <a:pt x="5023375" y="5920455"/>
                </a:cubicBezTo>
                <a:close/>
                <a:moveTo>
                  <a:pt x="1914625" y="5900858"/>
                </a:moveTo>
                <a:cubicBezTo>
                  <a:pt x="1898798" y="5881788"/>
                  <a:pt x="1909341" y="5857875"/>
                  <a:pt x="1933575" y="5857875"/>
                </a:cubicBezTo>
                <a:cubicBezTo>
                  <a:pt x="1944381" y="5857875"/>
                  <a:pt x="1955711" y="5864358"/>
                  <a:pt x="1958752" y="5872283"/>
                </a:cubicBezTo>
                <a:cubicBezTo>
                  <a:pt x="1964225" y="5886546"/>
                  <a:pt x="1947450" y="5915025"/>
                  <a:pt x="1933575" y="5915025"/>
                </a:cubicBezTo>
                <a:cubicBezTo>
                  <a:pt x="1929619" y="5915025"/>
                  <a:pt x="1921091" y="5908650"/>
                  <a:pt x="1914625" y="5900858"/>
                </a:cubicBezTo>
                <a:close/>
                <a:moveTo>
                  <a:pt x="2276151" y="5900347"/>
                </a:moveTo>
                <a:cubicBezTo>
                  <a:pt x="2251376" y="5870495"/>
                  <a:pt x="2287890" y="5838317"/>
                  <a:pt x="2319722" y="5861951"/>
                </a:cubicBezTo>
                <a:cubicBezTo>
                  <a:pt x="2334673" y="5873052"/>
                  <a:pt x="2336289" y="5879236"/>
                  <a:pt x="2327841" y="5893035"/>
                </a:cubicBezTo>
                <a:cubicBezTo>
                  <a:pt x="2313682" y="5916164"/>
                  <a:pt x="2291842" y="5919254"/>
                  <a:pt x="2276151" y="5900347"/>
                </a:cubicBezTo>
                <a:close/>
                <a:moveTo>
                  <a:pt x="4895950" y="5900858"/>
                </a:moveTo>
                <a:cubicBezTo>
                  <a:pt x="4880123" y="5881788"/>
                  <a:pt x="4890666" y="5857875"/>
                  <a:pt x="4914900" y="5857875"/>
                </a:cubicBezTo>
                <a:cubicBezTo>
                  <a:pt x="4925706" y="5857875"/>
                  <a:pt x="4937036" y="5864358"/>
                  <a:pt x="4940077" y="5872283"/>
                </a:cubicBezTo>
                <a:cubicBezTo>
                  <a:pt x="4945550" y="5886546"/>
                  <a:pt x="4928775" y="5915025"/>
                  <a:pt x="4914900" y="5915025"/>
                </a:cubicBezTo>
                <a:cubicBezTo>
                  <a:pt x="4910944" y="5915025"/>
                  <a:pt x="4902416" y="5908650"/>
                  <a:pt x="4895950" y="5900858"/>
                </a:cubicBezTo>
                <a:close/>
                <a:moveTo>
                  <a:pt x="2933700" y="5876925"/>
                </a:moveTo>
                <a:cubicBezTo>
                  <a:pt x="2933700" y="5862578"/>
                  <a:pt x="2938673" y="5857435"/>
                  <a:pt x="2950368" y="5859688"/>
                </a:cubicBezTo>
                <a:cubicBezTo>
                  <a:pt x="2959536" y="5861453"/>
                  <a:pt x="2967037" y="5869210"/>
                  <a:pt x="2967037" y="5876925"/>
                </a:cubicBezTo>
                <a:cubicBezTo>
                  <a:pt x="2967037" y="5884639"/>
                  <a:pt x="2959536" y="5892396"/>
                  <a:pt x="2950368" y="5894161"/>
                </a:cubicBezTo>
                <a:cubicBezTo>
                  <a:pt x="2938673" y="5896414"/>
                  <a:pt x="2933700" y="5891271"/>
                  <a:pt x="2933700" y="5876925"/>
                </a:cubicBezTo>
                <a:close/>
                <a:moveTo>
                  <a:pt x="575157" y="5872718"/>
                </a:moveTo>
                <a:cubicBezTo>
                  <a:pt x="565912" y="5848624"/>
                  <a:pt x="575829" y="5824627"/>
                  <a:pt x="596243" y="5821696"/>
                </a:cubicBezTo>
                <a:cubicBezTo>
                  <a:pt x="624754" y="5817602"/>
                  <a:pt x="642337" y="5841825"/>
                  <a:pt x="628975" y="5866791"/>
                </a:cubicBezTo>
                <a:cubicBezTo>
                  <a:pt x="616902" y="5889349"/>
                  <a:pt x="582973" y="5893086"/>
                  <a:pt x="575157" y="5872718"/>
                </a:cubicBezTo>
                <a:close/>
                <a:moveTo>
                  <a:pt x="1035049" y="5880099"/>
                </a:moveTo>
                <a:cubicBezTo>
                  <a:pt x="1021094" y="5866144"/>
                  <a:pt x="1029128" y="5838825"/>
                  <a:pt x="1047187" y="5838825"/>
                </a:cubicBezTo>
                <a:cubicBezTo>
                  <a:pt x="1069630" y="5838825"/>
                  <a:pt x="1078376" y="5850970"/>
                  <a:pt x="1070574" y="5871302"/>
                </a:cubicBezTo>
                <a:cubicBezTo>
                  <a:pt x="1064606" y="5886854"/>
                  <a:pt x="1046330" y="5891380"/>
                  <a:pt x="1035049" y="5880099"/>
                </a:cubicBezTo>
                <a:close/>
                <a:moveTo>
                  <a:pt x="2498748" y="5871522"/>
                </a:moveTo>
                <a:cubicBezTo>
                  <a:pt x="2490810" y="5850834"/>
                  <a:pt x="2510964" y="5831379"/>
                  <a:pt x="2525389" y="5845804"/>
                </a:cubicBezTo>
                <a:cubicBezTo>
                  <a:pt x="2537582" y="5857997"/>
                  <a:pt x="2530028" y="5886450"/>
                  <a:pt x="2514600" y="5886450"/>
                </a:cubicBezTo>
                <a:cubicBezTo>
                  <a:pt x="2509032" y="5886450"/>
                  <a:pt x="2501899" y="5879732"/>
                  <a:pt x="2498748" y="5871522"/>
                </a:cubicBezTo>
                <a:close/>
                <a:moveTo>
                  <a:pt x="3062967" y="5871482"/>
                </a:moveTo>
                <a:cubicBezTo>
                  <a:pt x="3039599" y="5848114"/>
                  <a:pt x="3055092" y="5800725"/>
                  <a:pt x="3086100" y="5800725"/>
                </a:cubicBezTo>
                <a:cubicBezTo>
                  <a:pt x="3098850" y="5800725"/>
                  <a:pt x="3124200" y="5829243"/>
                  <a:pt x="3124200" y="5843587"/>
                </a:cubicBezTo>
                <a:cubicBezTo>
                  <a:pt x="3124200" y="5857931"/>
                  <a:pt x="3098850" y="5886450"/>
                  <a:pt x="3086100" y="5886450"/>
                </a:cubicBezTo>
                <a:cubicBezTo>
                  <a:pt x="3081609" y="5886450"/>
                  <a:pt x="3071200" y="5879714"/>
                  <a:pt x="3062967" y="5871482"/>
                </a:cubicBezTo>
                <a:close/>
                <a:moveTo>
                  <a:pt x="3211086" y="5873562"/>
                </a:moveTo>
                <a:cubicBezTo>
                  <a:pt x="3199508" y="5859611"/>
                  <a:pt x="3206080" y="5848350"/>
                  <a:pt x="3225799" y="5848350"/>
                </a:cubicBezTo>
                <a:cubicBezTo>
                  <a:pt x="3239989" y="5848350"/>
                  <a:pt x="3243186" y="5872904"/>
                  <a:pt x="3230054" y="5881020"/>
                </a:cubicBezTo>
                <a:cubicBezTo>
                  <a:pt x="3225409" y="5883891"/>
                  <a:pt x="3216873" y="5880535"/>
                  <a:pt x="3211086" y="5873562"/>
                </a:cubicBezTo>
                <a:close/>
                <a:moveTo>
                  <a:pt x="1473200" y="5851524"/>
                </a:moveTo>
                <a:cubicBezTo>
                  <a:pt x="1459244" y="5837569"/>
                  <a:pt x="1467278" y="5810250"/>
                  <a:pt x="1485337" y="5810250"/>
                </a:cubicBezTo>
                <a:cubicBezTo>
                  <a:pt x="1509651" y="5810250"/>
                  <a:pt x="1519009" y="5826646"/>
                  <a:pt x="1504603" y="5844004"/>
                </a:cubicBezTo>
                <a:cubicBezTo>
                  <a:pt x="1492029" y="5859156"/>
                  <a:pt x="1482994" y="5861319"/>
                  <a:pt x="1473200" y="5851524"/>
                </a:cubicBezTo>
                <a:close/>
                <a:moveTo>
                  <a:pt x="1643469" y="5849008"/>
                </a:moveTo>
                <a:cubicBezTo>
                  <a:pt x="1636425" y="5837610"/>
                  <a:pt x="1654343" y="5826317"/>
                  <a:pt x="1667030" y="5834158"/>
                </a:cubicBezTo>
                <a:cubicBezTo>
                  <a:pt x="1677682" y="5840742"/>
                  <a:pt x="1670689" y="5857875"/>
                  <a:pt x="1657350" y="5857875"/>
                </a:cubicBezTo>
                <a:cubicBezTo>
                  <a:pt x="1652729" y="5857875"/>
                  <a:pt x="1646483" y="5853884"/>
                  <a:pt x="1643469" y="5849008"/>
                </a:cubicBezTo>
                <a:close/>
                <a:moveTo>
                  <a:pt x="2644993" y="5846884"/>
                </a:moveTo>
                <a:cubicBezTo>
                  <a:pt x="2622142" y="5834096"/>
                  <a:pt x="2624640" y="5794149"/>
                  <a:pt x="2649110" y="5781053"/>
                </a:cubicBezTo>
                <a:cubicBezTo>
                  <a:pt x="2665723" y="5772163"/>
                  <a:pt x="2672675" y="5773592"/>
                  <a:pt x="2688166" y="5789083"/>
                </a:cubicBezTo>
                <a:cubicBezTo>
                  <a:pt x="2718864" y="5819781"/>
                  <a:pt x="2682811" y="5868049"/>
                  <a:pt x="2644993" y="5846884"/>
                </a:cubicBezTo>
                <a:close/>
                <a:moveTo>
                  <a:pt x="2828120" y="5842617"/>
                </a:moveTo>
                <a:cubicBezTo>
                  <a:pt x="2819657" y="5832420"/>
                  <a:pt x="2819285" y="5825604"/>
                  <a:pt x="2826783" y="5818106"/>
                </a:cubicBezTo>
                <a:cubicBezTo>
                  <a:pt x="2839935" y="5804954"/>
                  <a:pt x="2867025" y="5814807"/>
                  <a:pt x="2867025" y="5832744"/>
                </a:cubicBezTo>
                <a:cubicBezTo>
                  <a:pt x="2867025" y="5852592"/>
                  <a:pt x="2841726" y="5859012"/>
                  <a:pt x="2828120" y="5842617"/>
                </a:cubicBezTo>
                <a:close/>
                <a:moveTo>
                  <a:pt x="3325903" y="5846218"/>
                </a:moveTo>
                <a:cubicBezTo>
                  <a:pt x="3311814" y="5832129"/>
                  <a:pt x="3311633" y="5817126"/>
                  <a:pt x="3325385" y="5803374"/>
                </a:cubicBezTo>
                <a:cubicBezTo>
                  <a:pt x="3339836" y="5788923"/>
                  <a:pt x="3362325" y="5798818"/>
                  <a:pt x="3362325" y="5819627"/>
                </a:cubicBezTo>
                <a:cubicBezTo>
                  <a:pt x="3362325" y="5844116"/>
                  <a:pt x="3340058" y="5860373"/>
                  <a:pt x="3325903" y="5846218"/>
                </a:cubicBezTo>
                <a:close/>
                <a:moveTo>
                  <a:pt x="1768475" y="5841999"/>
                </a:moveTo>
                <a:cubicBezTo>
                  <a:pt x="1754599" y="5828124"/>
                  <a:pt x="1762552" y="5782116"/>
                  <a:pt x="1780484" y="5772519"/>
                </a:cubicBezTo>
                <a:cubicBezTo>
                  <a:pt x="1817895" y="5752497"/>
                  <a:pt x="1856021" y="5801263"/>
                  <a:pt x="1828697" y="5834186"/>
                </a:cubicBezTo>
                <a:cubicBezTo>
                  <a:pt x="1816685" y="5848659"/>
                  <a:pt x="1779906" y="5853431"/>
                  <a:pt x="1768475" y="5841999"/>
                </a:cubicBezTo>
                <a:close/>
                <a:moveTo>
                  <a:pt x="4749800" y="5841999"/>
                </a:moveTo>
                <a:cubicBezTo>
                  <a:pt x="4735924" y="5828124"/>
                  <a:pt x="4743877" y="5782116"/>
                  <a:pt x="4761809" y="5772519"/>
                </a:cubicBezTo>
                <a:cubicBezTo>
                  <a:pt x="4799220" y="5752497"/>
                  <a:pt x="4837346" y="5801263"/>
                  <a:pt x="4810022" y="5834186"/>
                </a:cubicBezTo>
                <a:cubicBezTo>
                  <a:pt x="4798010" y="5848659"/>
                  <a:pt x="4761231" y="5853431"/>
                  <a:pt x="4749800" y="5841999"/>
                </a:cubicBezTo>
                <a:close/>
                <a:moveTo>
                  <a:pt x="1308123" y="5814372"/>
                </a:moveTo>
                <a:cubicBezTo>
                  <a:pt x="1304973" y="5806161"/>
                  <a:pt x="1307069" y="5794770"/>
                  <a:pt x="1312781" y="5789058"/>
                </a:cubicBezTo>
                <a:cubicBezTo>
                  <a:pt x="1326534" y="5775305"/>
                  <a:pt x="1353465" y="5796781"/>
                  <a:pt x="1346202" y="5815708"/>
                </a:cubicBezTo>
                <a:cubicBezTo>
                  <a:pt x="1339234" y="5833866"/>
                  <a:pt x="1315281" y="5833025"/>
                  <a:pt x="1308123" y="5814372"/>
                </a:cubicBezTo>
                <a:close/>
                <a:moveTo>
                  <a:pt x="2169072" y="5818494"/>
                </a:moveTo>
                <a:cubicBezTo>
                  <a:pt x="2149105" y="5807319"/>
                  <a:pt x="2147682" y="5778605"/>
                  <a:pt x="2166328" y="5763130"/>
                </a:cubicBezTo>
                <a:cubicBezTo>
                  <a:pt x="2184714" y="5747871"/>
                  <a:pt x="2219325" y="5766203"/>
                  <a:pt x="2219325" y="5791200"/>
                </a:cubicBezTo>
                <a:cubicBezTo>
                  <a:pt x="2219325" y="5815158"/>
                  <a:pt x="2190798" y="5830652"/>
                  <a:pt x="2169072" y="5818494"/>
                </a:cubicBezTo>
                <a:close/>
                <a:moveTo>
                  <a:pt x="686409" y="5806221"/>
                </a:moveTo>
                <a:cubicBezTo>
                  <a:pt x="671623" y="5788405"/>
                  <a:pt x="681005" y="5772150"/>
                  <a:pt x="706074" y="5772150"/>
                </a:cubicBezTo>
                <a:cubicBezTo>
                  <a:pt x="720313" y="5772150"/>
                  <a:pt x="724444" y="5777454"/>
                  <a:pt x="722181" y="5792835"/>
                </a:cubicBezTo>
                <a:cubicBezTo>
                  <a:pt x="718377" y="5818683"/>
                  <a:pt x="701876" y="5824858"/>
                  <a:pt x="686409" y="5806221"/>
                </a:cubicBezTo>
                <a:close/>
                <a:moveTo>
                  <a:pt x="1153022" y="5806086"/>
                </a:moveTo>
                <a:cubicBezTo>
                  <a:pt x="1138241" y="5788277"/>
                  <a:pt x="1146380" y="5762625"/>
                  <a:pt x="1166812" y="5762625"/>
                </a:cubicBezTo>
                <a:cubicBezTo>
                  <a:pt x="1188043" y="5762625"/>
                  <a:pt x="1195775" y="5790131"/>
                  <a:pt x="1179203" y="5806704"/>
                </a:cubicBezTo>
                <a:cubicBezTo>
                  <a:pt x="1166850" y="5819056"/>
                  <a:pt x="1163725" y="5818983"/>
                  <a:pt x="1153022" y="5806086"/>
                </a:cubicBezTo>
                <a:close/>
                <a:moveTo>
                  <a:pt x="2365361" y="5804748"/>
                </a:moveTo>
                <a:cubicBezTo>
                  <a:pt x="2362189" y="5796484"/>
                  <a:pt x="2366610" y="5782707"/>
                  <a:pt x="2375185" y="5774132"/>
                </a:cubicBezTo>
                <a:cubicBezTo>
                  <a:pt x="2394678" y="5754639"/>
                  <a:pt x="2424127" y="5777193"/>
                  <a:pt x="2413918" y="5803796"/>
                </a:cubicBezTo>
                <a:cubicBezTo>
                  <a:pt x="2406163" y="5824005"/>
                  <a:pt x="2373000" y="5824656"/>
                  <a:pt x="2365361" y="5804748"/>
                </a:cubicBezTo>
                <a:close/>
                <a:moveTo>
                  <a:pt x="800880" y="5792659"/>
                </a:moveTo>
                <a:cubicBezTo>
                  <a:pt x="794403" y="5780556"/>
                  <a:pt x="794893" y="5771641"/>
                  <a:pt x="802450" y="5764084"/>
                </a:cubicBezTo>
                <a:cubicBezTo>
                  <a:pt x="828580" y="5737954"/>
                  <a:pt x="861682" y="5767667"/>
                  <a:pt x="838099" y="5796083"/>
                </a:cubicBezTo>
                <a:cubicBezTo>
                  <a:pt x="822493" y="5814888"/>
                  <a:pt x="812274" y="5813947"/>
                  <a:pt x="800880" y="5792659"/>
                </a:cubicBezTo>
                <a:close/>
                <a:moveTo>
                  <a:pt x="927369" y="5795962"/>
                </a:moveTo>
                <a:cubicBezTo>
                  <a:pt x="919823" y="5776298"/>
                  <a:pt x="930054" y="5753100"/>
                  <a:pt x="946272" y="5753100"/>
                </a:cubicBezTo>
                <a:cubicBezTo>
                  <a:pt x="969751" y="5753100"/>
                  <a:pt x="985275" y="5779424"/>
                  <a:pt x="971550" y="5795962"/>
                </a:cubicBezTo>
                <a:cubicBezTo>
                  <a:pt x="965028" y="5803820"/>
                  <a:pt x="953653" y="5810250"/>
                  <a:pt x="946272" y="5810250"/>
                </a:cubicBezTo>
                <a:cubicBezTo>
                  <a:pt x="938891" y="5810250"/>
                  <a:pt x="930384" y="5803820"/>
                  <a:pt x="927369" y="5795962"/>
                </a:cubicBezTo>
                <a:close/>
                <a:moveTo>
                  <a:pt x="1554480" y="5760720"/>
                </a:moveTo>
                <a:cubicBezTo>
                  <a:pt x="1527286" y="5733526"/>
                  <a:pt x="1551383" y="5692440"/>
                  <a:pt x="1588789" y="5702222"/>
                </a:cubicBezTo>
                <a:cubicBezTo>
                  <a:pt x="1604011" y="5706202"/>
                  <a:pt x="1609725" y="5714913"/>
                  <a:pt x="1609725" y="5734141"/>
                </a:cubicBezTo>
                <a:cubicBezTo>
                  <a:pt x="1609725" y="5768525"/>
                  <a:pt x="1577694" y="5783934"/>
                  <a:pt x="1554480" y="5760720"/>
                </a:cubicBezTo>
                <a:close/>
                <a:moveTo>
                  <a:pt x="2021205" y="5760720"/>
                </a:moveTo>
                <a:cubicBezTo>
                  <a:pt x="2001303" y="5740818"/>
                  <a:pt x="2014029" y="5695950"/>
                  <a:pt x="2039574" y="5695950"/>
                </a:cubicBezTo>
                <a:cubicBezTo>
                  <a:pt x="2049201" y="5695950"/>
                  <a:pt x="2076450" y="5724103"/>
                  <a:pt x="2076450" y="5734050"/>
                </a:cubicBezTo>
                <a:cubicBezTo>
                  <a:pt x="2076450" y="5743996"/>
                  <a:pt x="2049201" y="5772150"/>
                  <a:pt x="2039574" y="5772150"/>
                </a:cubicBezTo>
                <a:cubicBezTo>
                  <a:pt x="2035757" y="5772150"/>
                  <a:pt x="2027491" y="5767006"/>
                  <a:pt x="2021205" y="5760720"/>
                </a:cubicBezTo>
                <a:close/>
                <a:moveTo>
                  <a:pt x="5002530" y="5760720"/>
                </a:moveTo>
                <a:cubicBezTo>
                  <a:pt x="4982628" y="5740818"/>
                  <a:pt x="4995354" y="5695950"/>
                  <a:pt x="5020899" y="5695950"/>
                </a:cubicBezTo>
                <a:cubicBezTo>
                  <a:pt x="5030526" y="5695950"/>
                  <a:pt x="5057775" y="5724103"/>
                  <a:pt x="5057775" y="5734050"/>
                </a:cubicBezTo>
                <a:cubicBezTo>
                  <a:pt x="5057775" y="5743996"/>
                  <a:pt x="5030526" y="5772150"/>
                  <a:pt x="5020899" y="5772150"/>
                </a:cubicBezTo>
                <a:cubicBezTo>
                  <a:pt x="5017082" y="5772150"/>
                  <a:pt x="5008816" y="5767006"/>
                  <a:pt x="5002530" y="5760720"/>
                </a:cubicBezTo>
                <a:close/>
                <a:moveTo>
                  <a:pt x="1908619" y="5748793"/>
                </a:moveTo>
                <a:cubicBezTo>
                  <a:pt x="1901793" y="5731005"/>
                  <a:pt x="1911765" y="5715000"/>
                  <a:pt x="1929673" y="5715000"/>
                </a:cubicBezTo>
                <a:cubicBezTo>
                  <a:pt x="1949137" y="5715000"/>
                  <a:pt x="1958295" y="5743664"/>
                  <a:pt x="1942106" y="5753915"/>
                </a:cubicBezTo>
                <a:cubicBezTo>
                  <a:pt x="1923168" y="5765907"/>
                  <a:pt x="1914688" y="5764610"/>
                  <a:pt x="1908619" y="5748793"/>
                </a:cubicBezTo>
                <a:close/>
                <a:moveTo>
                  <a:pt x="2505075" y="5744137"/>
                </a:moveTo>
                <a:cubicBezTo>
                  <a:pt x="2505075" y="5718489"/>
                  <a:pt x="2523093" y="5709886"/>
                  <a:pt x="2540453" y="5727246"/>
                </a:cubicBezTo>
                <a:cubicBezTo>
                  <a:pt x="2557813" y="5744606"/>
                  <a:pt x="2549210" y="5762625"/>
                  <a:pt x="2523562" y="5762625"/>
                </a:cubicBezTo>
                <a:cubicBezTo>
                  <a:pt x="2511612" y="5762625"/>
                  <a:pt x="2505075" y="5756087"/>
                  <a:pt x="2505075" y="5744137"/>
                </a:cubicBezTo>
                <a:close/>
                <a:moveTo>
                  <a:pt x="2920999" y="5756274"/>
                </a:moveTo>
                <a:cubicBezTo>
                  <a:pt x="2905237" y="5740512"/>
                  <a:pt x="2916254" y="5728059"/>
                  <a:pt x="2942549" y="5731919"/>
                </a:cubicBezTo>
                <a:cubicBezTo>
                  <a:pt x="2961588" y="5734713"/>
                  <a:pt x="2968827" y="5740239"/>
                  <a:pt x="2965342" y="5749319"/>
                </a:cubicBezTo>
                <a:cubicBezTo>
                  <a:pt x="2960064" y="5763075"/>
                  <a:pt x="2932175" y="5767450"/>
                  <a:pt x="2920999" y="5756274"/>
                </a:cubicBezTo>
                <a:close/>
                <a:moveTo>
                  <a:pt x="3201242" y="5745149"/>
                </a:moveTo>
                <a:cubicBezTo>
                  <a:pt x="3193717" y="5731088"/>
                  <a:pt x="3194697" y="5723685"/>
                  <a:pt x="3205241" y="5714934"/>
                </a:cubicBezTo>
                <a:cubicBezTo>
                  <a:pt x="3225521" y="5698103"/>
                  <a:pt x="3249947" y="5710804"/>
                  <a:pt x="3246311" y="5736291"/>
                </a:cubicBezTo>
                <a:cubicBezTo>
                  <a:pt x="3242393" y="5763760"/>
                  <a:pt x="3214171" y="5769307"/>
                  <a:pt x="3201242" y="5745149"/>
                </a:cubicBezTo>
                <a:close/>
                <a:moveTo>
                  <a:pt x="4889944" y="5748793"/>
                </a:moveTo>
                <a:cubicBezTo>
                  <a:pt x="4883118" y="5731005"/>
                  <a:pt x="4893090" y="5715000"/>
                  <a:pt x="4910998" y="5715000"/>
                </a:cubicBezTo>
                <a:cubicBezTo>
                  <a:pt x="4930462" y="5715000"/>
                  <a:pt x="4939620" y="5743664"/>
                  <a:pt x="4923431" y="5753915"/>
                </a:cubicBezTo>
                <a:cubicBezTo>
                  <a:pt x="4904493" y="5765907"/>
                  <a:pt x="4896013" y="5764610"/>
                  <a:pt x="4889944" y="5748793"/>
                </a:cubicBezTo>
                <a:close/>
                <a:moveTo>
                  <a:pt x="2749748" y="5746948"/>
                </a:moveTo>
                <a:cubicBezTo>
                  <a:pt x="2736265" y="5733465"/>
                  <a:pt x="2743895" y="5715000"/>
                  <a:pt x="2762948" y="5715000"/>
                </a:cubicBezTo>
                <a:cubicBezTo>
                  <a:pt x="2776263" y="5715000"/>
                  <a:pt x="2781693" y="5720172"/>
                  <a:pt x="2779617" y="5730879"/>
                </a:cubicBezTo>
                <a:cubicBezTo>
                  <a:pt x="2776217" y="5748410"/>
                  <a:pt x="2759957" y="5757157"/>
                  <a:pt x="2749748" y="5746948"/>
                </a:cubicBezTo>
                <a:close/>
                <a:moveTo>
                  <a:pt x="1381852" y="5730164"/>
                </a:moveTo>
                <a:cubicBezTo>
                  <a:pt x="1365179" y="5710074"/>
                  <a:pt x="1377181" y="5695950"/>
                  <a:pt x="1410924" y="5695950"/>
                </a:cubicBezTo>
                <a:cubicBezTo>
                  <a:pt x="1435213" y="5695950"/>
                  <a:pt x="1439134" y="5699228"/>
                  <a:pt x="1436556" y="5717381"/>
                </a:cubicBezTo>
                <a:cubicBezTo>
                  <a:pt x="1432901" y="5743117"/>
                  <a:pt x="1399148" y="5751005"/>
                  <a:pt x="1381852" y="5730164"/>
                </a:cubicBezTo>
                <a:close/>
                <a:moveTo>
                  <a:pt x="619125" y="5702521"/>
                </a:moveTo>
                <a:cubicBezTo>
                  <a:pt x="619125" y="5694890"/>
                  <a:pt x="627947" y="5686339"/>
                  <a:pt x="638729" y="5683520"/>
                </a:cubicBezTo>
                <a:cubicBezTo>
                  <a:pt x="653347" y="5679697"/>
                  <a:pt x="657559" y="5682415"/>
                  <a:pt x="655288" y="5694206"/>
                </a:cubicBezTo>
                <a:cubicBezTo>
                  <a:pt x="651451" y="5714131"/>
                  <a:pt x="619125" y="5721564"/>
                  <a:pt x="619125" y="5702521"/>
                </a:cubicBezTo>
                <a:close/>
                <a:moveTo>
                  <a:pt x="1709737" y="5705475"/>
                </a:moveTo>
                <a:cubicBezTo>
                  <a:pt x="1706385" y="5700051"/>
                  <a:pt x="1714588" y="5695950"/>
                  <a:pt x="1728787" y="5695950"/>
                </a:cubicBezTo>
                <a:cubicBezTo>
                  <a:pt x="1742986" y="5695950"/>
                  <a:pt x="1751189" y="5700051"/>
                  <a:pt x="1747837" y="5705475"/>
                </a:cubicBezTo>
                <a:cubicBezTo>
                  <a:pt x="1744599" y="5710713"/>
                  <a:pt x="1736027" y="5715000"/>
                  <a:pt x="1728787" y="5715000"/>
                </a:cubicBezTo>
                <a:cubicBezTo>
                  <a:pt x="1721547" y="5715000"/>
                  <a:pt x="1712975" y="5710713"/>
                  <a:pt x="1709737" y="5705475"/>
                </a:cubicBezTo>
                <a:close/>
                <a:moveTo>
                  <a:pt x="4690014" y="5701416"/>
                </a:moveTo>
                <a:cubicBezTo>
                  <a:pt x="4681348" y="5678833"/>
                  <a:pt x="4693610" y="5656026"/>
                  <a:pt x="4712464" y="5659657"/>
                </a:cubicBezTo>
                <a:cubicBezTo>
                  <a:pt x="4723009" y="5661688"/>
                  <a:pt x="4729162" y="5671552"/>
                  <a:pt x="4729162" y="5686425"/>
                </a:cubicBezTo>
                <a:cubicBezTo>
                  <a:pt x="4729162" y="5713577"/>
                  <a:pt x="4699098" y="5725089"/>
                  <a:pt x="4690014" y="5701416"/>
                </a:cubicBezTo>
                <a:close/>
                <a:moveTo>
                  <a:pt x="715866" y="5646006"/>
                </a:moveTo>
                <a:cubicBezTo>
                  <a:pt x="689366" y="5619506"/>
                  <a:pt x="719474" y="5577264"/>
                  <a:pt x="747993" y="5600933"/>
                </a:cubicBezTo>
                <a:cubicBezTo>
                  <a:pt x="756697" y="5608156"/>
                  <a:pt x="761266" y="5607663"/>
                  <a:pt x="764088" y="5599197"/>
                </a:cubicBezTo>
                <a:cubicBezTo>
                  <a:pt x="766726" y="5591283"/>
                  <a:pt x="770038" y="5592613"/>
                  <a:pt x="774109" y="5603220"/>
                </a:cubicBezTo>
                <a:cubicBezTo>
                  <a:pt x="782446" y="5624946"/>
                  <a:pt x="731922" y="5662062"/>
                  <a:pt x="715866" y="5646006"/>
                </a:cubicBezTo>
                <a:close/>
                <a:moveTo>
                  <a:pt x="5080493" y="5644145"/>
                </a:moveTo>
                <a:cubicBezTo>
                  <a:pt x="5072960" y="5624514"/>
                  <a:pt x="5093229" y="5600282"/>
                  <a:pt x="5111362" y="5607240"/>
                </a:cubicBezTo>
                <a:cubicBezTo>
                  <a:pt x="5130368" y="5614534"/>
                  <a:pt x="5123930" y="5652084"/>
                  <a:pt x="5102989" y="5656075"/>
                </a:cubicBezTo>
                <a:cubicBezTo>
                  <a:pt x="5093806" y="5657825"/>
                  <a:pt x="5083682" y="5652457"/>
                  <a:pt x="5080493" y="5644145"/>
                </a:cubicBezTo>
                <a:close/>
                <a:moveTo>
                  <a:pt x="3152775" y="5629275"/>
                </a:moveTo>
                <a:cubicBezTo>
                  <a:pt x="3131706" y="5608206"/>
                  <a:pt x="3128842" y="5595317"/>
                  <a:pt x="3143250" y="5586412"/>
                </a:cubicBezTo>
                <a:cubicBezTo>
                  <a:pt x="3148488" y="5583174"/>
                  <a:pt x="3152775" y="5587208"/>
                  <a:pt x="3152775" y="5595375"/>
                </a:cubicBezTo>
                <a:cubicBezTo>
                  <a:pt x="3152775" y="5612155"/>
                  <a:pt x="3163553" y="5614686"/>
                  <a:pt x="3177143" y="5601096"/>
                </a:cubicBezTo>
                <a:cubicBezTo>
                  <a:pt x="3194235" y="5584004"/>
                  <a:pt x="3213186" y="5605383"/>
                  <a:pt x="3201048" y="5628063"/>
                </a:cubicBezTo>
                <a:cubicBezTo>
                  <a:pt x="3187549" y="5653285"/>
                  <a:pt x="3177049" y="5653549"/>
                  <a:pt x="3152775" y="5629275"/>
                </a:cubicBezTo>
                <a:close/>
                <a:moveTo>
                  <a:pt x="4829554" y="5624970"/>
                </a:moveTo>
                <a:cubicBezTo>
                  <a:pt x="4804335" y="5594582"/>
                  <a:pt x="4841545" y="5546818"/>
                  <a:pt x="4871239" y="5571462"/>
                </a:cubicBezTo>
                <a:cubicBezTo>
                  <a:pt x="4889157" y="5586333"/>
                  <a:pt x="4890800" y="5611464"/>
                  <a:pt x="4874895" y="5627370"/>
                </a:cubicBezTo>
                <a:cubicBezTo>
                  <a:pt x="4859623" y="5642641"/>
                  <a:pt x="4843512" y="5641788"/>
                  <a:pt x="4829554" y="5624970"/>
                </a:cubicBezTo>
                <a:close/>
                <a:moveTo>
                  <a:pt x="1987280" y="5567362"/>
                </a:moveTo>
                <a:cubicBezTo>
                  <a:pt x="1981041" y="5551104"/>
                  <a:pt x="1989053" y="5524500"/>
                  <a:pt x="2000187" y="5524500"/>
                </a:cubicBezTo>
                <a:cubicBezTo>
                  <a:pt x="2004271" y="5524500"/>
                  <a:pt x="2009500" y="5537358"/>
                  <a:pt x="2011806" y="5553075"/>
                </a:cubicBezTo>
                <a:cubicBezTo>
                  <a:pt x="2016225" y="5583183"/>
                  <a:pt x="1997530" y="5594074"/>
                  <a:pt x="1987280" y="5567362"/>
                </a:cubicBezTo>
                <a:close/>
                <a:moveTo>
                  <a:pt x="4967314" y="5562685"/>
                </a:moveTo>
                <a:cubicBezTo>
                  <a:pt x="4959208" y="5537144"/>
                  <a:pt x="4968584" y="5524500"/>
                  <a:pt x="4995630" y="5524500"/>
                </a:cubicBezTo>
                <a:cubicBezTo>
                  <a:pt x="5021413" y="5524500"/>
                  <a:pt x="5030466" y="5540845"/>
                  <a:pt x="5018052" y="5564981"/>
                </a:cubicBezTo>
                <a:cubicBezTo>
                  <a:pt x="5006451" y="5587537"/>
                  <a:pt x="4974746" y="5586102"/>
                  <a:pt x="4967314" y="5562685"/>
                </a:cubicBezTo>
                <a:close/>
                <a:moveTo>
                  <a:pt x="776546" y="5507296"/>
                </a:moveTo>
                <a:cubicBezTo>
                  <a:pt x="768987" y="5499737"/>
                  <a:pt x="781339" y="5486400"/>
                  <a:pt x="795899" y="5486400"/>
                </a:cubicBezTo>
                <a:cubicBezTo>
                  <a:pt x="803448" y="5486400"/>
                  <a:pt x="809625" y="5492115"/>
                  <a:pt x="809625" y="5499099"/>
                </a:cubicBezTo>
                <a:cubicBezTo>
                  <a:pt x="809625" y="5511135"/>
                  <a:pt x="786191" y="5516941"/>
                  <a:pt x="776546" y="5507296"/>
                </a:cubicBezTo>
                <a:close/>
                <a:moveTo>
                  <a:pt x="4876800" y="5457825"/>
                </a:moveTo>
                <a:cubicBezTo>
                  <a:pt x="4876800" y="5443478"/>
                  <a:pt x="4881773" y="5438335"/>
                  <a:pt x="4893468" y="5440588"/>
                </a:cubicBezTo>
                <a:cubicBezTo>
                  <a:pt x="4902636" y="5442353"/>
                  <a:pt x="4910137" y="5450110"/>
                  <a:pt x="4910137" y="5457825"/>
                </a:cubicBezTo>
                <a:cubicBezTo>
                  <a:pt x="4910137" y="5465539"/>
                  <a:pt x="4902636" y="5473296"/>
                  <a:pt x="4893468" y="5475061"/>
                </a:cubicBezTo>
                <a:cubicBezTo>
                  <a:pt x="4881773" y="5477314"/>
                  <a:pt x="4876800" y="5472171"/>
                  <a:pt x="4876800" y="5457825"/>
                </a:cubicBezTo>
                <a:close/>
                <a:moveTo>
                  <a:pt x="7639050" y="5429250"/>
                </a:moveTo>
                <a:cubicBezTo>
                  <a:pt x="7639050" y="5424011"/>
                  <a:pt x="7645226" y="5419725"/>
                  <a:pt x="7652775" y="5419725"/>
                </a:cubicBezTo>
                <a:cubicBezTo>
                  <a:pt x="7660324" y="5419725"/>
                  <a:pt x="7669149" y="5424011"/>
                  <a:pt x="7672387" y="5429250"/>
                </a:cubicBezTo>
                <a:cubicBezTo>
                  <a:pt x="7675625" y="5434488"/>
                  <a:pt x="7669448" y="5438775"/>
                  <a:pt x="7658662" y="5438775"/>
                </a:cubicBezTo>
                <a:cubicBezTo>
                  <a:pt x="7647875" y="5438775"/>
                  <a:pt x="7639050" y="5434488"/>
                  <a:pt x="7639050" y="5429250"/>
                </a:cubicBezTo>
                <a:close/>
                <a:moveTo>
                  <a:pt x="8252118" y="5415026"/>
                </a:moveTo>
                <a:cubicBezTo>
                  <a:pt x="8248819" y="5406428"/>
                  <a:pt x="8250687" y="5394827"/>
                  <a:pt x="8256270" y="5389245"/>
                </a:cubicBezTo>
                <a:cubicBezTo>
                  <a:pt x="8270782" y="5374732"/>
                  <a:pt x="8298279" y="5387996"/>
                  <a:pt x="8294488" y="5407680"/>
                </a:cubicBezTo>
                <a:cubicBezTo>
                  <a:pt x="8290265" y="5429605"/>
                  <a:pt x="8259744" y="5434897"/>
                  <a:pt x="8252118" y="5415026"/>
                </a:cubicBezTo>
                <a:close/>
                <a:moveTo>
                  <a:pt x="4764405" y="5408295"/>
                </a:moveTo>
                <a:cubicBezTo>
                  <a:pt x="4739041" y="5382931"/>
                  <a:pt x="4762589" y="5336846"/>
                  <a:pt x="4794630" y="5349142"/>
                </a:cubicBezTo>
                <a:cubicBezTo>
                  <a:pt x="4820038" y="5358892"/>
                  <a:pt x="4808764" y="5419725"/>
                  <a:pt x="4781550" y="5419725"/>
                </a:cubicBezTo>
                <a:cubicBezTo>
                  <a:pt x="4778406" y="5419725"/>
                  <a:pt x="4770691" y="5414581"/>
                  <a:pt x="4764405" y="5408295"/>
                </a:cubicBezTo>
                <a:close/>
                <a:moveTo>
                  <a:pt x="7745730" y="5408295"/>
                </a:moveTo>
                <a:cubicBezTo>
                  <a:pt x="7717817" y="5380382"/>
                  <a:pt x="7741607" y="5335961"/>
                  <a:pt x="7777162" y="5349605"/>
                </a:cubicBezTo>
                <a:cubicBezTo>
                  <a:pt x="7801625" y="5358992"/>
                  <a:pt x="7789250" y="5419725"/>
                  <a:pt x="7762875" y="5419725"/>
                </a:cubicBezTo>
                <a:cubicBezTo>
                  <a:pt x="7759731" y="5419725"/>
                  <a:pt x="7752016" y="5414581"/>
                  <a:pt x="7745730" y="5408295"/>
                </a:cubicBezTo>
                <a:close/>
                <a:moveTo>
                  <a:pt x="2002631" y="5395952"/>
                </a:moveTo>
                <a:cubicBezTo>
                  <a:pt x="1986703" y="5377861"/>
                  <a:pt x="1987607" y="5357970"/>
                  <a:pt x="2005012" y="5343525"/>
                </a:cubicBezTo>
                <a:cubicBezTo>
                  <a:pt x="2016844" y="5333705"/>
                  <a:pt x="2019322" y="5334732"/>
                  <a:pt x="2019430" y="5349502"/>
                </a:cubicBezTo>
                <a:cubicBezTo>
                  <a:pt x="2019501" y="5359311"/>
                  <a:pt x="2022144" y="5376981"/>
                  <a:pt x="2025303" y="5388768"/>
                </a:cubicBezTo>
                <a:cubicBezTo>
                  <a:pt x="2031754" y="5412842"/>
                  <a:pt x="2020610" y="5416373"/>
                  <a:pt x="2002631" y="5395952"/>
                </a:cubicBezTo>
                <a:close/>
                <a:moveTo>
                  <a:pt x="4978400" y="5403849"/>
                </a:moveTo>
                <a:cubicBezTo>
                  <a:pt x="4968050" y="5393500"/>
                  <a:pt x="4971159" y="5357750"/>
                  <a:pt x="4983480" y="5345430"/>
                </a:cubicBezTo>
                <a:cubicBezTo>
                  <a:pt x="5013839" y="5315070"/>
                  <a:pt x="5059304" y="5352696"/>
                  <a:pt x="5038725" y="5391150"/>
                </a:cubicBezTo>
                <a:cubicBezTo>
                  <a:pt x="5028957" y="5409401"/>
                  <a:pt x="4991778" y="5417228"/>
                  <a:pt x="4978400" y="5403849"/>
                </a:cubicBezTo>
                <a:close/>
                <a:moveTo>
                  <a:pt x="7223418" y="5395976"/>
                </a:moveTo>
                <a:cubicBezTo>
                  <a:pt x="7220119" y="5387378"/>
                  <a:pt x="7221987" y="5375777"/>
                  <a:pt x="7227570" y="5370195"/>
                </a:cubicBezTo>
                <a:cubicBezTo>
                  <a:pt x="7242082" y="5355682"/>
                  <a:pt x="7269579" y="5368946"/>
                  <a:pt x="7265788" y="5388630"/>
                </a:cubicBezTo>
                <a:cubicBezTo>
                  <a:pt x="7261565" y="5410555"/>
                  <a:pt x="7231044" y="5415847"/>
                  <a:pt x="7223418" y="5395976"/>
                </a:cubicBezTo>
                <a:close/>
                <a:moveTo>
                  <a:pt x="7959725" y="5403849"/>
                </a:moveTo>
                <a:cubicBezTo>
                  <a:pt x="7949375" y="5393500"/>
                  <a:pt x="7952484" y="5357750"/>
                  <a:pt x="7964805" y="5345430"/>
                </a:cubicBezTo>
                <a:cubicBezTo>
                  <a:pt x="7995164" y="5315070"/>
                  <a:pt x="8040629" y="5352696"/>
                  <a:pt x="8020050" y="5391150"/>
                </a:cubicBezTo>
                <a:cubicBezTo>
                  <a:pt x="8010282" y="5409401"/>
                  <a:pt x="7973103" y="5417228"/>
                  <a:pt x="7959725" y="5403849"/>
                </a:cubicBezTo>
                <a:close/>
                <a:moveTo>
                  <a:pt x="8102600" y="5403849"/>
                </a:moveTo>
                <a:cubicBezTo>
                  <a:pt x="8082149" y="5383399"/>
                  <a:pt x="8102299" y="5348658"/>
                  <a:pt x="8128727" y="5358800"/>
                </a:cubicBezTo>
                <a:cubicBezTo>
                  <a:pt x="8148280" y="5366303"/>
                  <a:pt x="8148335" y="5396925"/>
                  <a:pt x="8128808" y="5404418"/>
                </a:cubicBezTo>
                <a:cubicBezTo>
                  <a:pt x="8110152" y="5411577"/>
                  <a:pt x="8110331" y="5411581"/>
                  <a:pt x="8102600" y="5403849"/>
                </a:cubicBezTo>
                <a:close/>
                <a:moveTo>
                  <a:pt x="807998" y="5384664"/>
                </a:moveTo>
                <a:cubicBezTo>
                  <a:pt x="813158" y="5375023"/>
                  <a:pt x="815135" y="5355393"/>
                  <a:pt x="812392" y="5341042"/>
                </a:cubicBezTo>
                <a:cubicBezTo>
                  <a:pt x="806846" y="5312035"/>
                  <a:pt x="815931" y="5308293"/>
                  <a:pt x="843306" y="5328311"/>
                </a:cubicBezTo>
                <a:cubicBezTo>
                  <a:pt x="868182" y="5346500"/>
                  <a:pt x="852788" y="5394453"/>
                  <a:pt x="820597" y="5399053"/>
                </a:cubicBezTo>
                <a:cubicBezTo>
                  <a:pt x="801875" y="5401728"/>
                  <a:pt x="800007" y="5399595"/>
                  <a:pt x="807998" y="5384664"/>
                </a:cubicBezTo>
                <a:close/>
                <a:moveTo>
                  <a:pt x="7496175" y="5367337"/>
                </a:moveTo>
                <a:cubicBezTo>
                  <a:pt x="7482449" y="5350799"/>
                  <a:pt x="7497973" y="5324475"/>
                  <a:pt x="7521452" y="5324475"/>
                </a:cubicBezTo>
                <a:cubicBezTo>
                  <a:pt x="7540415" y="5324475"/>
                  <a:pt x="7548152" y="5350616"/>
                  <a:pt x="7534174" y="5367458"/>
                </a:cubicBezTo>
                <a:cubicBezTo>
                  <a:pt x="7519345" y="5385326"/>
                  <a:pt x="7511082" y="5385300"/>
                  <a:pt x="7496175" y="5367337"/>
                </a:cubicBezTo>
                <a:close/>
                <a:moveTo>
                  <a:pt x="8483192" y="5366976"/>
                </a:moveTo>
                <a:cubicBezTo>
                  <a:pt x="8479934" y="5358488"/>
                  <a:pt x="8483780" y="5349945"/>
                  <a:pt x="8492338" y="5346662"/>
                </a:cubicBezTo>
                <a:cubicBezTo>
                  <a:pt x="8510124" y="5339836"/>
                  <a:pt x="8529587" y="5356768"/>
                  <a:pt x="8520625" y="5371270"/>
                </a:cubicBezTo>
                <a:cubicBezTo>
                  <a:pt x="8511278" y="5386393"/>
                  <a:pt x="8489692" y="5383917"/>
                  <a:pt x="8483192" y="5366976"/>
                </a:cubicBezTo>
                <a:close/>
                <a:moveTo>
                  <a:pt x="8686800" y="5368503"/>
                </a:moveTo>
                <a:cubicBezTo>
                  <a:pt x="8686800" y="5361287"/>
                  <a:pt x="8692509" y="5350644"/>
                  <a:pt x="8699487" y="5344852"/>
                </a:cubicBezTo>
                <a:cubicBezTo>
                  <a:pt x="8715338" y="5331697"/>
                  <a:pt x="8750388" y="5353976"/>
                  <a:pt x="8740080" y="5370655"/>
                </a:cubicBezTo>
                <a:cubicBezTo>
                  <a:pt x="8730451" y="5386234"/>
                  <a:pt x="8686800" y="5384472"/>
                  <a:pt x="8686800" y="5368503"/>
                </a:cubicBezTo>
                <a:close/>
                <a:moveTo>
                  <a:pt x="6915150" y="5343525"/>
                </a:moveTo>
                <a:cubicBezTo>
                  <a:pt x="6907595" y="5338855"/>
                  <a:pt x="6904576" y="5331873"/>
                  <a:pt x="6908440" y="5328009"/>
                </a:cubicBezTo>
                <a:cubicBezTo>
                  <a:pt x="6912305" y="5324144"/>
                  <a:pt x="6920468" y="5325983"/>
                  <a:pt x="6926580" y="5332095"/>
                </a:cubicBezTo>
                <a:cubicBezTo>
                  <a:pt x="6940971" y="5346486"/>
                  <a:pt x="6932938" y="5354519"/>
                  <a:pt x="6915150" y="5343525"/>
                </a:cubicBezTo>
                <a:close/>
                <a:moveTo>
                  <a:pt x="8334477" y="5338886"/>
                </a:moveTo>
                <a:cubicBezTo>
                  <a:pt x="8319896" y="5321316"/>
                  <a:pt x="8328981" y="5280957"/>
                  <a:pt x="8349270" y="5273172"/>
                </a:cubicBezTo>
                <a:cubicBezTo>
                  <a:pt x="8372037" y="5264435"/>
                  <a:pt x="8401050" y="5284296"/>
                  <a:pt x="8401050" y="5308617"/>
                </a:cubicBezTo>
                <a:cubicBezTo>
                  <a:pt x="8401050" y="5348972"/>
                  <a:pt x="8358793" y="5368185"/>
                  <a:pt x="8334477" y="5338886"/>
                </a:cubicBezTo>
                <a:close/>
                <a:moveTo>
                  <a:pt x="7346156" y="5336681"/>
                </a:moveTo>
                <a:cubicBezTo>
                  <a:pt x="7331206" y="5331321"/>
                  <a:pt x="7330605" y="5293829"/>
                  <a:pt x="7345234" y="5279200"/>
                </a:cubicBezTo>
                <a:cubicBezTo>
                  <a:pt x="7360392" y="5264042"/>
                  <a:pt x="7391400" y="5281656"/>
                  <a:pt x="7391400" y="5305425"/>
                </a:cubicBezTo>
                <a:cubicBezTo>
                  <a:pt x="7391400" y="5325423"/>
                  <a:pt x="7365213" y="5343514"/>
                  <a:pt x="7346156" y="5336681"/>
                </a:cubicBezTo>
                <a:close/>
                <a:moveTo>
                  <a:pt x="4864187" y="5320643"/>
                </a:moveTo>
                <a:cubicBezTo>
                  <a:pt x="4858210" y="5305066"/>
                  <a:pt x="4865234" y="5295900"/>
                  <a:pt x="4883150" y="5295900"/>
                </a:cubicBezTo>
                <a:cubicBezTo>
                  <a:pt x="4890135" y="5295900"/>
                  <a:pt x="4895850" y="5304472"/>
                  <a:pt x="4895850" y="5314950"/>
                </a:cubicBezTo>
                <a:cubicBezTo>
                  <a:pt x="4895850" y="5336608"/>
                  <a:pt x="4871962" y="5340903"/>
                  <a:pt x="4864187" y="5320643"/>
                </a:cubicBezTo>
                <a:close/>
                <a:moveTo>
                  <a:pt x="7105797" y="5319890"/>
                </a:moveTo>
                <a:cubicBezTo>
                  <a:pt x="7096060" y="5308158"/>
                  <a:pt x="7095741" y="5299555"/>
                  <a:pt x="7104341" y="5280680"/>
                </a:cubicBezTo>
                <a:cubicBezTo>
                  <a:pt x="7117016" y="5252861"/>
                  <a:pt x="7149536" y="5252104"/>
                  <a:pt x="7166541" y="5279231"/>
                </a:cubicBezTo>
                <a:cubicBezTo>
                  <a:pt x="7188697" y="5314576"/>
                  <a:pt x="7132568" y="5352146"/>
                  <a:pt x="7105797" y="5319890"/>
                </a:cubicBezTo>
                <a:close/>
                <a:moveTo>
                  <a:pt x="7845512" y="5320643"/>
                </a:moveTo>
                <a:cubicBezTo>
                  <a:pt x="7839535" y="5305066"/>
                  <a:pt x="7846559" y="5295900"/>
                  <a:pt x="7864475" y="5295900"/>
                </a:cubicBezTo>
                <a:cubicBezTo>
                  <a:pt x="7871460" y="5295900"/>
                  <a:pt x="7877175" y="5304472"/>
                  <a:pt x="7877175" y="5314950"/>
                </a:cubicBezTo>
                <a:cubicBezTo>
                  <a:pt x="7877175" y="5336608"/>
                  <a:pt x="7853287" y="5340903"/>
                  <a:pt x="7845512" y="5320643"/>
                </a:cubicBezTo>
                <a:close/>
                <a:moveTo>
                  <a:pt x="7617618" y="5314187"/>
                </a:moveTo>
                <a:cubicBezTo>
                  <a:pt x="7590487" y="5298384"/>
                  <a:pt x="7605119" y="5229225"/>
                  <a:pt x="7635594" y="5229225"/>
                </a:cubicBezTo>
                <a:cubicBezTo>
                  <a:pt x="7672434" y="5229225"/>
                  <a:pt x="7689857" y="5281832"/>
                  <a:pt x="7662182" y="5309507"/>
                </a:cubicBezTo>
                <a:cubicBezTo>
                  <a:pt x="7644832" y="5326856"/>
                  <a:pt x="7640205" y="5327342"/>
                  <a:pt x="7617618" y="5314187"/>
                </a:cubicBezTo>
                <a:close/>
                <a:moveTo>
                  <a:pt x="6986994" y="5306083"/>
                </a:moveTo>
                <a:cubicBezTo>
                  <a:pt x="6979950" y="5294685"/>
                  <a:pt x="6997868" y="5283392"/>
                  <a:pt x="7010555" y="5291233"/>
                </a:cubicBezTo>
                <a:cubicBezTo>
                  <a:pt x="7021207" y="5297817"/>
                  <a:pt x="7014214" y="5314950"/>
                  <a:pt x="7000875" y="5314950"/>
                </a:cubicBezTo>
                <a:cubicBezTo>
                  <a:pt x="6996254" y="5314950"/>
                  <a:pt x="6990008" y="5310959"/>
                  <a:pt x="6986994" y="5306083"/>
                </a:cubicBezTo>
                <a:close/>
                <a:moveTo>
                  <a:pt x="8169767" y="5302647"/>
                </a:moveTo>
                <a:cubicBezTo>
                  <a:pt x="8166973" y="5295366"/>
                  <a:pt x="8168144" y="5283816"/>
                  <a:pt x="8172369" y="5276979"/>
                </a:cubicBezTo>
                <a:cubicBezTo>
                  <a:pt x="8183054" y="5259691"/>
                  <a:pt x="8212680" y="5273042"/>
                  <a:pt x="8208763" y="5293380"/>
                </a:cubicBezTo>
                <a:cubicBezTo>
                  <a:pt x="8204803" y="5313942"/>
                  <a:pt x="8176667" y="5320629"/>
                  <a:pt x="8169767" y="5302647"/>
                </a:cubicBezTo>
                <a:close/>
                <a:moveTo>
                  <a:pt x="8562975" y="5286937"/>
                </a:moveTo>
                <a:cubicBezTo>
                  <a:pt x="8562975" y="5262922"/>
                  <a:pt x="8579306" y="5253211"/>
                  <a:pt x="8596163" y="5267201"/>
                </a:cubicBezTo>
                <a:cubicBezTo>
                  <a:pt x="8613506" y="5281594"/>
                  <a:pt x="8604056" y="5305425"/>
                  <a:pt x="8581005" y="5305425"/>
                </a:cubicBezTo>
                <a:cubicBezTo>
                  <a:pt x="8569507" y="5305425"/>
                  <a:pt x="8562975" y="5298726"/>
                  <a:pt x="8562975" y="5286937"/>
                </a:cubicBezTo>
                <a:close/>
                <a:moveTo>
                  <a:pt x="8872537" y="5295900"/>
                </a:moveTo>
                <a:cubicBezTo>
                  <a:pt x="8864764" y="5283323"/>
                  <a:pt x="8875174" y="5267325"/>
                  <a:pt x="8891130" y="5267325"/>
                </a:cubicBezTo>
                <a:cubicBezTo>
                  <a:pt x="8905062" y="5267325"/>
                  <a:pt x="8917483" y="5290641"/>
                  <a:pt x="8908393" y="5299731"/>
                </a:cubicBezTo>
                <a:cubicBezTo>
                  <a:pt x="8899511" y="5308613"/>
                  <a:pt x="8879043" y="5306426"/>
                  <a:pt x="8872537" y="5295900"/>
                </a:cubicBezTo>
                <a:close/>
                <a:moveTo>
                  <a:pt x="3085701" y="5266580"/>
                </a:moveTo>
                <a:cubicBezTo>
                  <a:pt x="3079875" y="5255693"/>
                  <a:pt x="3077901" y="5239620"/>
                  <a:pt x="3081315" y="5230861"/>
                </a:cubicBezTo>
                <a:cubicBezTo>
                  <a:pt x="3086183" y="5218375"/>
                  <a:pt x="3090455" y="5221857"/>
                  <a:pt x="3101099" y="5246987"/>
                </a:cubicBezTo>
                <a:cubicBezTo>
                  <a:pt x="3117199" y="5284996"/>
                  <a:pt x="3117352" y="5286375"/>
                  <a:pt x="3105485" y="5286375"/>
                </a:cubicBezTo>
                <a:cubicBezTo>
                  <a:pt x="3100430" y="5286375"/>
                  <a:pt x="3091528" y="5277467"/>
                  <a:pt x="3085701" y="5266580"/>
                </a:cubicBezTo>
                <a:close/>
                <a:moveTo>
                  <a:pt x="4679000" y="5263642"/>
                </a:moveTo>
                <a:cubicBezTo>
                  <a:pt x="4671882" y="5248021"/>
                  <a:pt x="4671241" y="5238750"/>
                  <a:pt x="4677278" y="5238750"/>
                </a:cubicBezTo>
                <a:cubicBezTo>
                  <a:pt x="4688866" y="5238750"/>
                  <a:pt x="4699043" y="5262430"/>
                  <a:pt x="4693982" y="5277616"/>
                </a:cubicBezTo>
                <a:cubicBezTo>
                  <a:pt x="4691980" y="5283621"/>
                  <a:pt x="4685238" y="5277333"/>
                  <a:pt x="4679000" y="5263642"/>
                </a:cubicBezTo>
                <a:close/>
                <a:moveTo>
                  <a:pt x="7445116" y="5270241"/>
                </a:moveTo>
                <a:cubicBezTo>
                  <a:pt x="7434389" y="5259514"/>
                  <a:pt x="7438582" y="5248275"/>
                  <a:pt x="7453312" y="5248275"/>
                </a:cubicBezTo>
                <a:cubicBezTo>
                  <a:pt x="7461170" y="5248275"/>
                  <a:pt x="7467600" y="5252308"/>
                  <a:pt x="7467600" y="5257237"/>
                </a:cubicBezTo>
                <a:cubicBezTo>
                  <a:pt x="7467600" y="5269248"/>
                  <a:pt x="7452725" y="5277850"/>
                  <a:pt x="7445116" y="5270241"/>
                </a:cubicBezTo>
                <a:close/>
                <a:moveTo>
                  <a:pt x="1959534" y="5248826"/>
                </a:moveTo>
                <a:cubicBezTo>
                  <a:pt x="1954177" y="5228341"/>
                  <a:pt x="1960387" y="5217486"/>
                  <a:pt x="1973003" y="5225283"/>
                </a:cubicBezTo>
                <a:cubicBezTo>
                  <a:pt x="1983795" y="5231953"/>
                  <a:pt x="1983612" y="5267325"/>
                  <a:pt x="1972785" y="5267325"/>
                </a:cubicBezTo>
                <a:cubicBezTo>
                  <a:pt x="1968158" y="5267325"/>
                  <a:pt x="1962194" y="5259000"/>
                  <a:pt x="1959534" y="5248826"/>
                </a:cubicBezTo>
                <a:close/>
                <a:moveTo>
                  <a:pt x="4927623" y="5252397"/>
                </a:moveTo>
                <a:cubicBezTo>
                  <a:pt x="4920749" y="5234483"/>
                  <a:pt x="4937605" y="5214948"/>
                  <a:pt x="4952170" y="5223949"/>
                </a:cubicBezTo>
                <a:cubicBezTo>
                  <a:pt x="4967870" y="5233652"/>
                  <a:pt x="4964585" y="5267325"/>
                  <a:pt x="4947938" y="5267325"/>
                </a:cubicBezTo>
                <a:cubicBezTo>
                  <a:pt x="4939916" y="5267325"/>
                  <a:pt x="4930774" y="5260607"/>
                  <a:pt x="4927623" y="5252397"/>
                </a:cubicBezTo>
                <a:close/>
                <a:moveTo>
                  <a:pt x="6836104" y="5261304"/>
                </a:moveTo>
                <a:cubicBezTo>
                  <a:pt x="6826553" y="5251753"/>
                  <a:pt x="6827851" y="5221796"/>
                  <a:pt x="6838090" y="5215468"/>
                </a:cubicBezTo>
                <a:cubicBezTo>
                  <a:pt x="6854823" y="5205127"/>
                  <a:pt x="6878085" y="5221925"/>
                  <a:pt x="6875172" y="5242246"/>
                </a:cubicBezTo>
                <a:cubicBezTo>
                  <a:pt x="6872286" y="5262375"/>
                  <a:pt x="6848687" y="5273887"/>
                  <a:pt x="6836104" y="5261304"/>
                </a:cubicBezTo>
                <a:close/>
                <a:moveTo>
                  <a:pt x="7908948" y="5252397"/>
                </a:moveTo>
                <a:cubicBezTo>
                  <a:pt x="7902074" y="5234483"/>
                  <a:pt x="7918930" y="5214948"/>
                  <a:pt x="7933495" y="5223949"/>
                </a:cubicBezTo>
                <a:cubicBezTo>
                  <a:pt x="7949195" y="5233652"/>
                  <a:pt x="7945910" y="5267325"/>
                  <a:pt x="7929263" y="5267325"/>
                </a:cubicBezTo>
                <a:cubicBezTo>
                  <a:pt x="7921241" y="5267325"/>
                  <a:pt x="7912099" y="5260607"/>
                  <a:pt x="7908948" y="5252397"/>
                </a:cubicBezTo>
                <a:close/>
                <a:moveTo>
                  <a:pt x="8730517" y="5251830"/>
                </a:moveTo>
                <a:cubicBezTo>
                  <a:pt x="8723846" y="5234445"/>
                  <a:pt x="8739997" y="5210175"/>
                  <a:pt x="8758237" y="5210175"/>
                </a:cubicBezTo>
                <a:cubicBezTo>
                  <a:pt x="8780490" y="5210175"/>
                  <a:pt x="8795379" y="5236975"/>
                  <a:pt x="8782050" y="5253037"/>
                </a:cubicBezTo>
                <a:cubicBezTo>
                  <a:pt x="8766378" y="5271920"/>
                  <a:pt x="8737971" y="5271255"/>
                  <a:pt x="8730517" y="5251830"/>
                </a:cubicBezTo>
                <a:close/>
                <a:moveTo>
                  <a:pt x="4786312" y="5238750"/>
                </a:moveTo>
                <a:cubicBezTo>
                  <a:pt x="4778339" y="5225849"/>
                  <a:pt x="4789097" y="5210175"/>
                  <a:pt x="4805924" y="5210175"/>
                </a:cubicBezTo>
                <a:cubicBezTo>
                  <a:pt x="4813473" y="5210175"/>
                  <a:pt x="4819650" y="5218747"/>
                  <a:pt x="4819650" y="5229225"/>
                </a:cubicBezTo>
                <a:cubicBezTo>
                  <a:pt x="4819650" y="5248944"/>
                  <a:pt x="4796670" y="5255510"/>
                  <a:pt x="4786312" y="5238750"/>
                </a:cubicBezTo>
                <a:close/>
                <a:moveTo>
                  <a:pt x="7767637" y="5238750"/>
                </a:moveTo>
                <a:cubicBezTo>
                  <a:pt x="7759664" y="5225849"/>
                  <a:pt x="7770422" y="5210175"/>
                  <a:pt x="7787249" y="5210175"/>
                </a:cubicBezTo>
                <a:cubicBezTo>
                  <a:pt x="7794798" y="5210175"/>
                  <a:pt x="7800975" y="5218747"/>
                  <a:pt x="7800975" y="5229225"/>
                </a:cubicBezTo>
                <a:cubicBezTo>
                  <a:pt x="7800975" y="5248944"/>
                  <a:pt x="7777995" y="5255510"/>
                  <a:pt x="7767637" y="5238750"/>
                </a:cubicBezTo>
                <a:close/>
                <a:moveTo>
                  <a:pt x="877664" y="5230269"/>
                </a:moveTo>
                <a:cubicBezTo>
                  <a:pt x="869557" y="5225133"/>
                  <a:pt x="868349" y="5219851"/>
                  <a:pt x="874423" y="5216097"/>
                </a:cubicBezTo>
                <a:cubicBezTo>
                  <a:pt x="886362" y="5208718"/>
                  <a:pt x="914400" y="5218640"/>
                  <a:pt x="914400" y="5230244"/>
                </a:cubicBezTo>
                <a:cubicBezTo>
                  <a:pt x="914400" y="5240983"/>
                  <a:pt x="894594" y="5240997"/>
                  <a:pt x="877664" y="5230269"/>
                </a:cubicBezTo>
                <a:close/>
                <a:moveTo>
                  <a:pt x="5061219" y="5224462"/>
                </a:moveTo>
                <a:cubicBezTo>
                  <a:pt x="5052860" y="5202678"/>
                  <a:pt x="5064570" y="5181600"/>
                  <a:pt x="5085031" y="5181600"/>
                </a:cubicBezTo>
                <a:cubicBezTo>
                  <a:pt x="5095113" y="5181600"/>
                  <a:pt x="5105829" y="5188029"/>
                  <a:pt x="5108844" y="5195887"/>
                </a:cubicBezTo>
                <a:cubicBezTo>
                  <a:pt x="5117203" y="5217671"/>
                  <a:pt x="5105493" y="5238750"/>
                  <a:pt x="5085031" y="5238750"/>
                </a:cubicBezTo>
                <a:cubicBezTo>
                  <a:pt x="5074950" y="5238750"/>
                  <a:pt x="5064234" y="5232320"/>
                  <a:pt x="5061219" y="5224462"/>
                </a:cubicBezTo>
                <a:close/>
                <a:moveTo>
                  <a:pt x="7245080" y="5224462"/>
                </a:moveTo>
                <a:cubicBezTo>
                  <a:pt x="7231956" y="5190261"/>
                  <a:pt x="7267934" y="5166719"/>
                  <a:pt x="7293799" y="5192584"/>
                </a:cubicBezTo>
                <a:cubicBezTo>
                  <a:pt x="7301356" y="5200141"/>
                  <a:pt x="7301846" y="5209056"/>
                  <a:pt x="7295369" y="5221159"/>
                </a:cubicBezTo>
                <a:cubicBezTo>
                  <a:pt x="7284041" y="5242325"/>
                  <a:pt x="7252724" y="5244382"/>
                  <a:pt x="7245080" y="5224462"/>
                </a:cubicBezTo>
                <a:close/>
                <a:moveTo>
                  <a:pt x="8042544" y="5224462"/>
                </a:moveTo>
                <a:cubicBezTo>
                  <a:pt x="8034185" y="5202678"/>
                  <a:pt x="8045895" y="5181600"/>
                  <a:pt x="8066356" y="5181600"/>
                </a:cubicBezTo>
                <a:cubicBezTo>
                  <a:pt x="8076438" y="5181600"/>
                  <a:pt x="8087154" y="5188029"/>
                  <a:pt x="8090169" y="5195887"/>
                </a:cubicBezTo>
                <a:cubicBezTo>
                  <a:pt x="8098528" y="5217671"/>
                  <a:pt x="8086818" y="5238750"/>
                  <a:pt x="8066356" y="5238750"/>
                </a:cubicBezTo>
                <a:cubicBezTo>
                  <a:pt x="8056275" y="5238750"/>
                  <a:pt x="8045559" y="5232320"/>
                  <a:pt x="8042544" y="5224462"/>
                </a:cubicBezTo>
                <a:close/>
                <a:moveTo>
                  <a:pt x="8420804" y="5211490"/>
                </a:moveTo>
                <a:cubicBezTo>
                  <a:pt x="8408311" y="5188147"/>
                  <a:pt x="8429721" y="5156893"/>
                  <a:pt x="8452276" y="5165548"/>
                </a:cubicBezTo>
                <a:cubicBezTo>
                  <a:pt x="8474234" y="5173975"/>
                  <a:pt x="8481709" y="5198087"/>
                  <a:pt x="8467624" y="5215058"/>
                </a:cubicBezTo>
                <a:cubicBezTo>
                  <a:pt x="8451622" y="5234339"/>
                  <a:pt x="8432241" y="5232862"/>
                  <a:pt x="8420804" y="5211490"/>
                </a:cubicBezTo>
                <a:close/>
                <a:moveTo>
                  <a:pt x="7519800" y="5200347"/>
                </a:moveTo>
                <a:cubicBezTo>
                  <a:pt x="7516101" y="5194362"/>
                  <a:pt x="7517556" y="5184983"/>
                  <a:pt x="7523034" y="5179505"/>
                </a:cubicBezTo>
                <a:cubicBezTo>
                  <a:pt x="7535835" y="5166704"/>
                  <a:pt x="7565679" y="5177870"/>
                  <a:pt x="7560471" y="5193511"/>
                </a:cubicBezTo>
                <a:cubicBezTo>
                  <a:pt x="7555169" y="5209434"/>
                  <a:pt x="7528216" y="5213964"/>
                  <a:pt x="7519800" y="5200347"/>
                </a:cubicBezTo>
                <a:close/>
                <a:moveTo>
                  <a:pt x="8277225" y="5191125"/>
                </a:moveTo>
                <a:cubicBezTo>
                  <a:pt x="8277225" y="5180647"/>
                  <a:pt x="8282940" y="5172075"/>
                  <a:pt x="8289924" y="5172075"/>
                </a:cubicBezTo>
                <a:cubicBezTo>
                  <a:pt x="8307840" y="5172075"/>
                  <a:pt x="8314864" y="5181241"/>
                  <a:pt x="8308887" y="5196818"/>
                </a:cubicBezTo>
                <a:cubicBezTo>
                  <a:pt x="8301112" y="5217078"/>
                  <a:pt x="8277225" y="5212783"/>
                  <a:pt x="8277225" y="5191125"/>
                </a:cubicBezTo>
                <a:close/>
                <a:moveTo>
                  <a:pt x="6728307" y="5186918"/>
                </a:moveTo>
                <a:cubicBezTo>
                  <a:pt x="6717958" y="5159949"/>
                  <a:pt x="6728986" y="5138737"/>
                  <a:pt x="6753355" y="5138737"/>
                </a:cubicBezTo>
                <a:cubicBezTo>
                  <a:pt x="6771069" y="5138737"/>
                  <a:pt x="6777847" y="5144467"/>
                  <a:pt x="6780252" y="5161472"/>
                </a:cubicBezTo>
                <a:cubicBezTo>
                  <a:pt x="6785015" y="5195161"/>
                  <a:pt x="6739943" y="5217241"/>
                  <a:pt x="6728307" y="5186918"/>
                </a:cubicBezTo>
                <a:close/>
                <a:moveTo>
                  <a:pt x="6959600" y="5194299"/>
                </a:moveTo>
                <a:cubicBezTo>
                  <a:pt x="6943169" y="5177869"/>
                  <a:pt x="6953892" y="5133273"/>
                  <a:pt x="6976780" y="5122845"/>
                </a:cubicBezTo>
                <a:cubicBezTo>
                  <a:pt x="7017535" y="5104276"/>
                  <a:pt x="7050273" y="5156966"/>
                  <a:pt x="7018020" y="5189220"/>
                </a:cubicBezTo>
                <a:cubicBezTo>
                  <a:pt x="7005699" y="5201540"/>
                  <a:pt x="6969949" y="5204649"/>
                  <a:pt x="6959600" y="5194299"/>
                </a:cubicBezTo>
                <a:close/>
                <a:moveTo>
                  <a:pt x="8606455" y="5182282"/>
                </a:moveTo>
                <a:cubicBezTo>
                  <a:pt x="8584978" y="5158551"/>
                  <a:pt x="8594668" y="5126420"/>
                  <a:pt x="8625646" y="5118646"/>
                </a:cubicBezTo>
                <a:cubicBezTo>
                  <a:pt x="8670867" y="5107296"/>
                  <a:pt x="8699326" y="5169128"/>
                  <a:pt x="8658851" y="5190789"/>
                </a:cubicBezTo>
                <a:cubicBezTo>
                  <a:pt x="8633155" y="5204541"/>
                  <a:pt x="8625470" y="5203294"/>
                  <a:pt x="8606455" y="5182282"/>
                </a:cubicBezTo>
                <a:close/>
                <a:moveTo>
                  <a:pt x="8934932" y="5177418"/>
                </a:moveTo>
                <a:cubicBezTo>
                  <a:pt x="8920829" y="5160425"/>
                  <a:pt x="8927593" y="5136008"/>
                  <a:pt x="8948642" y="5127930"/>
                </a:cubicBezTo>
                <a:cubicBezTo>
                  <a:pt x="8969066" y="5120093"/>
                  <a:pt x="8993082" y="5142653"/>
                  <a:pt x="8989678" y="5166479"/>
                </a:cubicBezTo>
                <a:cubicBezTo>
                  <a:pt x="8986188" y="5190905"/>
                  <a:pt x="8951824" y="5197772"/>
                  <a:pt x="8934932" y="5177418"/>
                </a:cubicBezTo>
                <a:close/>
                <a:moveTo>
                  <a:pt x="3000090" y="5157039"/>
                </a:moveTo>
                <a:cubicBezTo>
                  <a:pt x="2994715" y="5142900"/>
                  <a:pt x="2992476" y="5129173"/>
                  <a:pt x="2995115" y="5126534"/>
                </a:cubicBezTo>
                <a:cubicBezTo>
                  <a:pt x="3002444" y="5119205"/>
                  <a:pt x="3028950" y="5144162"/>
                  <a:pt x="3028950" y="5158391"/>
                </a:cubicBezTo>
                <a:cubicBezTo>
                  <a:pt x="3028950" y="5183150"/>
                  <a:pt x="3009674" y="5182247"/>
                  <a:pt x="3000090" y="5157039"/>
                </a:cubicBezTo>
                <a:close/>
                <a:moveTo>
                  <a:pt x="7140572" y="5158483"/>
                </a:moveTo>
                <a:cubicBezTo>
                  <a:pt x="7133309" y="5139556"/>
                  <a:pt x="7160240" y="5118080"/>
                  <a:pt x="7173993" y="5131833"/>
                </a:cubicBezTo>
                <a:cubicBezTo>
                  <a:pt x="7187145" y="5144985"/>
                  <a:pt x="7177292" y="5172075"/>
                  <a:pt x="7159355" y="5172075"/>
                </a:cubicBezTo>
                <a:cubicBezTo>
                  <a:pt x="7151893" y="5172075"/>
                  <a:pt x="7143441" y="5165959"/>
                  <a:pt x="7140572" y="5158483"/>
                </a:cubicBezTo>
                <a:close/>
                <a:moveTo>
                  <a:pt x="7404625" y="5158455"/>
                </a:moveTo>
                <a:cubicBezTo>
                  <a:pt x="7395142" y="5133741"/>
                  <a:pt x="7408434" y="5113314"/>
                  <a:pt x="7431838" y="5116638"/>
                </a:cubicBezTo>
                <a:cubicBezTo>
                  <a:pt x="7447580" y="5118873"/>
                  <a:pt x="7453312" y="5126043"/>
                  <a:pt x="7453312" y="5143500"/>
                </a:cubicBezTo>
                <a:cubicBezTo>
                  <a:pt x="7453312" y="5171616"/>
                  <a:pt x="7414277" y="5183607"/>
                  <a:pt x="7404625" y="5158455"/>
                </a:cubicBezTo>
                <a:close/>
                <a:moveTo>
                  <a:pt x="4869180" y="5151120"/>
                </a:moveTo>
                <a:cubicBezTo>
                  <a:pt x="4845566" y="5127506"/>
                  <a:pt x="4862982" y="5086350"/>
                  <a:pt x="4896588" y="5086350"/>
                </a:cubicBezTo>
                <a:cubicBezTo>
                  <a:pt x="4923974" y="5086350"/>
                  <a:pt x="4938327" y="5112027"/>
                  <a:pt x="4926029" y="5139019"/>
                </a:cubicBezTo>
                <a:cubicBezTo>
                  <a:pt x="4914574" y="5164161"/>
                  <a:pt x="4887899" y="5169839"/>
                  <a:pt x="4869180" y="5151120"/>
                </a:cubicBezTo>
                <a:close/>
                <a:moveTo>
                  <a:pt x="7850505" y="5151120"/>
                </a:moveTo>
                <a:cubicBezTo>
                  <a:pt x="7826891" y="5127506"/>
                  <a:pt x="7844307" y="5086350"/>
                  <a:pt x="7877913" y="5086350"/>
                </a:cubicBezTo>
                <a:cubicBezTo>
                  <a:pt x="7905299" y="5086350"/>
                  <a:pt x="7919652" y="5112027"/>
                  <a:pt x="7907354" y="5139019"/>
                </a:cubicBezTo>
                <a:cubicBezTo>
                  <a:pt x="7895899" y="5164161"/>
                  <a:pt x="7869224" y="5169839"/>
                  <a:pt x="7850505" y="5151120"/>
                </a:cubicBezTo>
                <a:close/>
                <a:moveTo>
                  <a:pt x="8801100" y="5143500"/>
                </a:moveTo>
                <a:cubicBezTo>
                  <a:pt x="8801100" y="5133022"/>
                  <a:pt x="8806815" y="5124450"/>
                  <a:pt x="8813800" y="5124450"/>
                </a:cubicBezTo>
                <a:cubicBezTo>
                  <a:pt x="8831715" y="5124450"/>
                  <a:pt x="8838739" y="5133616"/>
                  <a:pt x="8832762" y="5149193"/>
                </a:cubicBezTo>
                <a:cubicBezTo>
                  <a:pt x="8824987" y="5169453"/>
                  <a:pt x="8801100" y="5165158"/>
                  <a:pt x="8801100" y="5143500"/>
                </a:cubicBezTo>
                <a:close/>
                <a:moveTo>
                  <a:pt x="4659436" y="5140799"/>
                </a:moveTo>
                <a:cubicBezTo>
                  <a:pt x="4653394" y="5133519"/>
                  <a:pt x="4652629" y="5123170"/>
                  <a:pt x="4657543" y="5115218"/>
                </a:cubicBezTo>
                <a:cubicBezTo>
                  <a:pt x="4668435" y="5097595"/>
                  <a:pt x="4697170" y="5119385"/>
                  <a:pt x="4689477" y="5139433"/>
                </a:cubicBezTo>
                <a:cubicBezTo>
                  <a:pt x="4683010" y="5156286"/>
                  <a:pt x="4672678" y="5156755"/>
                  <a:pt x="4659436" y="5140799"/>
                </a:cubicBezTo>
                <a:close/>
                <a:moveTo>
                  <a:pt x="5159266" y="5133196"/>
                </a:moveTo>
                <a:cubicBezTo>
                  <a:pt x="5143398" y="5110541"/>
                  <a:pt x="5152968" y="5078196"/>
                  <a:pt x="5176837" y="5073812"/>
                </a:cubicBezTo>
                <a:cubicBezTo>
                  <a:pt x="5189623" y="5071463"/>
                  <a:pt x="5194577" y="5119972"/>
                  <a:pt x="5183562" y="5139655"/>
                </a:cubicBezTo>
                <a:cubicBezTo>
                  <a:pt x="5175769" y="5153579"/>
                  <a:pt x="5173034" y="5152852"/>
                  <a:pt x="5159266" y="5133196"/>
                </a:cubicBezTo>
                <a:close/>
                <a:moveTo>
                  <a:pt x="7632723" y="5138097"/>
                </a:moveTo>
                <a:cubicBezTo>
                  <a:pt x="7629573" y="5129886"/>
                  <a:pt x="7631669" y="5118495"/>
                  <a:pt x="7637381" y="5112783"/>
                </a:cubicBezTo>
                <a:cubicBezTo>
                  <a:pt x="7651134" y="5099030"/>
                  <a:pt x="7678065" y="5120506"/>
                  <a:pt x="7670802" y="5139433"/>
                </a:cubicBezTo>
                <a:cubicBezTo>
                  <a:pt x="7663834" y="5157591"/>
                  <a:pt x="7639881" y="5156750"/>
                  <a:pt x="7632723" y="5138097"/>
                </a:cubicBezTo>
                <a:close/>
                <a:moveTo>
                  <a:pt x="8140105" y="5132502"/>
                </a:moveTo>
                <a:cubicBezTo>
                  <a:pt x="8115648" y="5097585"/>
                  <a:pt x="8155159" y="5050617"/>
                  <a:pt x="8186858" y="5076925"/>
                </a:cubicBezTo>
                <a:cubicBezTo>
                  <a:pt x="8213304" y="5098873"/>
                  <a:pt x="8198691" y="5153025"/>
                  <a:pt x="8166322" y="5153025"/>
                </a:cubicBezTo>
                <a:cubicBezTo>
                  <a:pt x="8159809" y="5153025"/>
                  <a:pt x="8148011" y="5143789"/>
                  <a:pt x="8140105" y="5132502"/>
                </a:cubicBezTo>
                <a:close/>
                <a:moveTo>
                  <a:pt x="8498681" y="5108083"/>
                </a:moveTo>
                <a:cubicBezTo>
                  <a:pt x="8478607" y="5100882"/>
                  <a:pt x="8484490" y="5067300"/>
                  <a:pt x="8505825" y="5067300"/>
                </a:cubicBezTo>
                <a:cubicBezTo>
                  <a:pt x="8518331" y="5067300"/>
                  <a:pt x="8524875" y="5073650"/>
                  <a:pt x="8524875" y="5085787"/>
                </a:cubicBezTo>
                <a:cubicBezTo>
                  <a:pt x="8524875" y="5106787"/>
                  <a:pt x="8516037" y="5114309"/>
                  <a:pt x="8498681" y="5108083"/>
                </a:cubicBezTo>
                <a:close/>
                <a:moveTo>
                  <a:pt x="4754419" y="5096770"/>
                </a:moveTo>
                <a:cubicBezTo>
                  <a:pt x="4737102" y="5086064"/>
                  <a:pt x="4744372" y="5054012"/>
                  <a:pt x="4765019" y="5050036"/>
                </a:cubicBezTo>
                <a:cubicBezTo>
                  <a:pt x="4774142" y="5048279"/>
                  <a:pt x="4784323" y="5053920"/>
                  <a:pt x="4787643" y="5062572"/>
                </a:cubicBezTo>
                <a:cubicBezTo>
                  <a:pt x="4795437" y="5082882"/>
                  <a:pt x="4771616" y="5107402"/>
                  <a:pt x="4754419" y="5096770"/>
                </a:cubicBezTo>
                <a:close/>
                <a:moveTo>
                  <a:pt x="7735744" y="5096770"/>
                </a:moveTo>
                <a:cubicBezTo>
                  <a:pt x="7718427" y="5086064"/>
                  <a:pt x="7725697" y="5054012"/>
                  <a:pt x="7746344" y="5050036"/>
                </a:cubicBezTo>
                <a:cubicBezTo>
                  <a:pt x="7755467" y="5048279"/>
                  <a:pt x="7765648" y="5053920"/>
                  <a:pt x="7768968" y="5062572"/>
                </a:cubicBezTo>
                <a:cubicBezTo>
                  <a:pt x="7776762" y="5082882"/>
                  <a:pt x="7752941" y="5107402"/>
                  <a:pt x="7735744" y="5096770"/>
                </a:cubicBezTo>
                <a:close/>
                <a:moveTo>
                  <a:pt x="8335376" y="5092319"/>
                </a:moveTo>
                <a:cubicBezTo>
                  <a:pt x="8319723" y="5073458"/>
                  <a:pt x="8332771" y="5048250"/>
                  <a:pt x="8358187" y="5048250"/>
                </a:cubicBezTo>
                <a:cubicBezTo>
                  <a:pt x="8370163" y="5048250"/>
                  <a:pt x="8382637" y="5055222"/>
                  <a:pt x="8385907" y="5063744"/>
                </a:cubicBezTo>
                <a:cubicBezTo>
                  <a:pt x="8392578" y="5081129"/>
                  <a:pt x="8376427" y="5105400"/>
                  <a:pt x="8358187" y="5105400"/>
                </a:cubicBezTo>
                <a:cubicBezTo>
                  <a:pt x="8351612" y="5105400"/>
                  <a:pt x="8341347" y="5099513"/>
                  <a:pt x="8335376" y="5092319"/>
                </a:cubicBezTo>
                <a:close/>
                <a:moveTo>
                  <a:pt x="9053512" y="5095875"/>
                </a:moveTo>
                <a:cubicBezTo>
                  <a:pt x="9045539" y="5082974"/>
                  <a:pt x="9056297" y="5067300"/>
                  <a:pt x="9073124" y="5067300"/>
                </a:cubicBezTo>
                <a:cubicBezTo>
                  <a:pt x="9080673" y="5067300"/>
                  <a:pt x="9086850" y="5075872"/>
                  <a:pt x="9086850" y="5086350"/>
                </a:cubicBezTo>
                <a:cubicBezTo>
                  <a:pt x="9086850" y="5106069"/>
                  <a:pt x="9063870" y="5112635"/>
                  <a:pt x="9053512" y="5095875"/>
                </a:cubicBezTo>
                <a:close/>
                <a:moveTo>
                  <a:pt x="6852143" y="5082170"/>
                </a:moveTo>
                <a:cubicBezTo>
                  <a:pt x="6844610" y="5062539"/>
                  <a:pt x="6864879" y="5038307"/>
                  <a:pt x="6883012" y="5045265"/>
                </a:cubicBezTo>
                <a:cubicBezTo>
                  <a:pt x="6902018" y="5052559"/>
                  <a:pt x="6895580" y="5090109"/>
                  <a:pt x="6874639" y="5094100"/>
                </a:cubicBezTo>
                <a:cubicBezTo>
                  <a:pt x="6865456" y="5095850"/>
                  <a:pt x="6855332" y="5090482"/>
                  <a:pt x="6852143" y="5082170"/>
                </a:cubicBezTo>
                <a:close/>
                <a:moveTo>
                  <a:pt x="5019675" y="5067862"/>
                </a:moveTo>
                <a:cubicBezTo>
                  <a:pt x="5019675" y="5042214"/>
                  <a:pt x="5037693" y="5033611"/>
                  <a:pt x="5055053" y="5050971"/>
                </a:cubicBezTo>
                <a:cubicBezTo>
                  <a:pt x="5072413" y="5068331"/>
                  <a:pt x="5063810" y="5086350"/>
                  <a:pt x="5038162" y="5086350"/>
                </a:cubicBezTo>
                <a:cubicBezTo>
                  <a:pt x="5026212" y="5086350"/>
                  <a:pt x="5019675" y="5079812"/>
                  <a:pt x="5019675" y="5067862"/>
                </a:cubicBezTo>
                <a:close/>
                <a:moveTo>
                  <a:pt x="6635750" y="5079999"/>
                </a:moveTo>
                <a:cubicBezTo>
                  <a:pt x="6625749" y="5069999"/>
                  <a:pt x="6628336" y="5040506"/>
                  <a:pt x="6639839" y="5033397"/>
                </a:cubicBezTo>
                <a:cubicBezTo>
                  <a:pt x="6658422" y="5021912"/>
                  <a:pt x="6682229" y="5054314"/>
                  <a:pt x="6667896" y="5071584"/>
                </a:cubicBezTo>
                <a:cubicBezTo>
                  <a:pt x="6654617" y="5087584"/>
                  <a:pt x="6645675" y="5089925"/>
                  <a:pt x="6635750" y="5079999"/>
                </a:cubicBezTo>
                <a:close/>
                <a:moveTo>
                  <a:pt x="8001000" y="5067862"/>
                </a:moveTo>
                <a:cubicBezTo>
                  <a:pt x="8001000" y="5042214"/>
                  <a:pt x="8019018" y="5033611"/>
                  <a:pt x="8036378" y="5050971"/>
                </a:cubicBezTo>
                <a:cubicBezTo>
                  <a:pt x="8053738" y="5068331"/>
                  <a:pt x="8045135" y="5086350"/>
                  <a:pt x="8019487" y="5086350"/>
                </a:cubicBezTo>
                <a:cubicBezTo>
                  <a:pt x="8007537" y="5086350"/>
                  <a:pt x="8001000" y="5079812"/>
                  <a:pt x="8001000" y="5067862"/>
                </a:cubicBezTo>
                <a:close/>
                <a:moveTo>
                  <a:pt x="7061469" y="5053012"/>
                </a:moveTo>
                <a:cubicBezTo>
                  <a:pt x="7053923" y="5033348"/>
                  <a:pt x="7064154" y="5010150"/>
                  <a:pt x="7080372" y="5010150"/>
                </a:cubicBezTo>
                <a:cubicBezTo>
                  <a:pt x="7103851" y="5010150"/>
                  <a:pt x="7119375" y="5036474"/>
                  <a:pt x="7105650" y="5053012"/>
                </a:cubicBezTo>
                <a:cubicBezTo>
                  <a:pt x="7099128" y="5060870"/>
                  <a:pt x="7087753" y="5067300"/>
                  <a:pt x="7080372" y="5067300"/>
                </a:cubicBezTo>
                <a:cubicBezTo>
                  <a:pt x="7072991" y="5067300"/>
                  <a:pt x="7064484" y="5060870"/>
                  <a:pt x="7061469" y="5053012"/>
                </a:cubicBezTo>
                <a:close/>
                <a:moveTo>
                  <a:pt x="7248904" y="5053470"/>
                </a:moveTo>
                <a:cubicBezTo>
                  <a:pt x="7223602" y="5022982"/>
                  <a:pt x="7260765" y="4976148"/>
                  <a:pt x="7293768" y="4996932"/>
                </a:cubicBezTo>
                <a:cubicBezTo>
                  <a:pt x="7326747" y="5017700"/>
                  <a:pt x="7314998" y="5067300"/>
                  <a:pt x="7277100" y="5067300"/>
                </a:cubicBezTo>
                <a:cubicBezTo>
                  <a:pt x="7267905" y="5067300"/>
                  <a:pt x="7255217" y="5061076"/>
                  <a:pt x="7248904" y="5053470"/>
                </a:cubicBezTo>
                <a:close/>
                <a:moveTo>
                  <a:pt x="8840201" y="5054219"/>
                </a:moveTo>
                <a:cubicBezTo>
                  <a:pt x="8825472" y="5036471"/>
                  <a:pt x="8837039" y="5010150"/>
                  <a:pt x="8859568" y="5010150"/>
                </a:cubicBezTo>
                <a:cubicBezTo>
                  <a:pt x="8882679" y="5010150"/>
                  <a:pt x="8892666" y="5034497"/>
                  <a:pt x="8877199" y="5053133"/>
                </a:cubicBezTo>
                <a:cubicBezTo>
                  <a:pt x="8862603" y="5070720"/>
                  <a:pt x="8854103" y="5070970"/>
                  <a:pt x="8840201" y="5054219"/>
                </a:cubicBezTo>
                <a:close/>
                <a:moveTo>
                  <a:pt x="6530904" y="5050703"/>
                </a:moveTo>
                <a:cubicBezTo>
                  <a:pt x="6528141" y="5046234"/>
                  <a:pt x="6529452" y="5036800"/>
                  <a:pt x="6533817" y="5029738"/>
                </a:cubicBezTo>
                <a:cubicBezTo>
                  <a:pt x="6543477" y="5014107"/>
                  <a:pt x="6575499" y="5024208"/>
                  <a:pt x="6569871" y="5041111"/>
                </a:cubicBezTo>
                <a:cubicBezTo>
                  <a:pt x="6565105" y="5055426"/>
                  <a:pt x="6537953" y="5062110"/>
                  <a:pt x="6530904" y="5050703"/>
                </a:cubicBezTo>
                <a:close/>
                <a:moveTo>
                  <a:pt x="7530192" y="5042807"/>
                </a:moveTo>
                <a:cubicBezTo>
                  <a:pt x="7521960" y="5034574"/>
                  <a:pt x="7515225" y="5022022"/>
                  <a:pt x="7515225" y="5014912"/>
                </a:cubicBezTo>
                <a:cubicBezTo>
                  <a:pt x="7515225" y="5002600"/>
                  <a:pt x="7539917" y="4972050"/>
                  <a:pt x="7549869" y="4972050"/>
                </a:cubicBezTo>
                <a:cubicBezTo>
                  <a:pt x="7568661" y="4972050"/>
                  <a:pt x="7591425" y="4995529"/>
                  <a:pt x="7591425" y="5014912"/>
                </a:cubicBezTo>
                <a:cubicBezTo>
                  <a:pt x="7591425" y="5028044"/>
                  <a:pt x="7583455" y="5042319"/>
                  <a:pt x="7573001" y="5047914"/>
                </a:cubicBezTo>
                <a:cubicBezTo>
                  <a:pt x="7549173" y="5060666"/>
                  <a:pt x="7547900" y="5060514"/>
                  <a:pt x="7530192" y="5042807"/>
                </a:cubicBezTo>
                <a:close/>
                <a:moveTo>
                  <a:pt x="8712200" y="5051424"/>
                </a:moveTo>
                <a:cubicBezTo>
                  <a:pt x="8699088" y="5038313"/>
                  <a:pt x="8706543" y="5019675"/>
                  <a:pt x="8724900" y="5019675"/>
                </a:cubicBezTo>
                <a:cubicBezTo>
                  <a:pt x="8737600" y="5019675"/>
                  <a:pt x="8743950" y="5026025"/>
                  <a:pt x="8743950" y="5038725"/>
                </a:cubicBezTo>
                <a:cubicBezTo>
                  <a:pt x="8743950" y="5057081"/>
                  <a:pt x="8725311" y="5064536"/>
                  <a:pt x="8712200" y="5051424"/>
                </a:cubicBezTo>
                <a:close/>
                <a:moveTo>
                  <a:pt x="7394598" y="5033322"/>
                </a:moveTo>
                <a:cubicBezTo>
                  <a:pt x="7386660" y="5012634"/>
                  <a:pt x="7406814" y="4993179"/>
                  <a:pt x="7421239" y="5007604"/>
                </a:cubicBezTo>
                <a:cubicBezTo>
                  <a:pt x="7433432" y="5019797"/>
                  <a:pt x="7425878" y="5048250"/>
                  <a:pt x="7410450" y="5048250"/>
                </a:cubicBezTo>
                <a:cubicBezTo>
                  <a:pt x="7404882" y="5048250"/>
                  <a:pt x="7397749" y="5041532"/>
                  <a:pt x="7394598" y="5033322"/>
                </a:cubicBezTo>
                <a:close/>
                <a:moveTo>
                  <a:pt x="8572500" y="5010150"/>
                </a:moveTo>
                <a:cubicBezTo>
                  <a:pt x="8572500" y="4997450"/>
                  <a:pt x="8578850" y="4991100"/>
                  <a:pt x="8591550" y="4991100"/>
                </a:cubicBezTo>
                <a:cubicBezTo>
                  <a:pt x="8604250" y="4991100"/>
                  <a:pt x="8610600" y="4997450"/>
                  <a:pt x="8610600" y="5010150"/>
                </a:cubicBezTo>
                <a:cubicBezTo>
                  <a:pt x="8610600" y="5022850"/>
                  <a:pt x="8604250" y="5029200"/>
                  <a:pt x="8591550" y="5029200"/>
                </a:cubicBezTo>
                <a:cubicBezTo>
                  <a:pt x="8578850" y="5029200"/>
                  <a:pt x="8572500" y="5022850"/>
                  <a:pt x="8572500" y="5010150"/>
                </a:cubicBezTo>
                <a:close/>
                <a:moveTo>
                  <a:pt x="8211933" y="5007054"/>
                </a:moveTo>
                <a:cubicBezTo>
                  <a:pt x="8203284" y="4996633"/>
                  <a:pt x="8203989" y="4990972"/>
                  <a:pt x="8215082" y="4981766"/>
                </a:cubicBezTo>
                <a:cubicBezTo>
                  <a:pt x="8226742" y="4972088"/>
                  <a:pt x="8230505" y="4972850"/>
                  <a:pt x="8235514" y="4985905"/>
                </a:cubicBezTo>
                <a:cubicBezTo>
                  <a:pt x="8244059" y="5008172"/>
                  <a:pt x="8226174" y="5024214"/>
                  <a:pt x="8211933" y="5007054"/>
                </a:cubicBezTo>
                <a:close/>
                <a:moveTo>
                  <a:pt x="8955405" y="5008245"/>
                </a:moveTo>
                <a:cubicBezTo>
                  <a:pt x="8935503" y="4988343"/>
                  <a:pt x="8948229" y="4943475"/>
                  <a:pt x="8973774" y="4943475"/>
                </a:cubicBezTo>
                <a:cubicBezTo>
                  <a:pt x="8983401" y="4943475"/>
                  <a:pt x="9010650" y="4971628"/>
                  <a:pt x="9010650" y="4981575"/>
                </a:cubicBezTo>
                <a:cubicBezTo>
                  <a:pt x="9010650" y="4991521"/>
                  <a:pt x="8983401" y="5019675"/>
                  <a:pt x="8973774" y="5019675"/>
                </a:cubicBezTo>
                <a:cubicBezTo>
                  <a:pt x="8969957" y="5019675"/>
                  <a:pt x="8961691" y="5014531"/>
                  <a:pt x="8955405" y="5008245"/>
                </a:cubicBezTo>
                <a:close/>
                <a:moveTo>
                  <a:pt x="2987106" y="4995083"/>
                </a:moveTo>
                <a:cubicBezTo>
                  <a:pt x="2978809" y="4973460"/>
                  <a:pt x="2979982" y="4960570"/>
                  <a:pt x="2989700" y="4966576"/>
                </a:cubicBezTo>
                <a:cubicBezTo>
                  <a:pt x="3001002" y="4973561"/>
                  <a:pt x="3010072" y="5010150"/>
                  <a:pt x="3000502" y="5010150"/>
                </a:cubicBezTo>
                <a:cubicBezTo>
                  <a:pt x="2996314" y="5010150"/>
                  <a:pt x="2990286" y="5003370"/>
                  <a:pt x="2987106" y="4995083"/>
                </a:cubicBezTo>
                <a:close/>
                <a:moveTo>
                  <a:pt x="6441281" y="4991549"/>
                </a:moveTo>
                <a:cubicBezTo>
                  <a:pt x="6423824" y="4963338"/>
                  <a:pt x="6425967" y="4945510"/>
                  <a:pt x="6444577" y="4964120"/>
                </a:cubicBezTo>
                <a:cubicBezTo>
                  <a:pt x="6452939" y="4972482"/>
                  <a:pt x="6458297" y="4986403"/>
                  <a:pt x="6456483" y="4995057"/>
                </a:cubicBezTo>
                <a:cubicBezTo>
                  <a:pt x="6453650" y="5008580"/>
                  <a:pt x="6451515" y="5008088"/>
                  <a:pt x="6441281" y="4991549"/>
                </a:cubicBezTo>
                <a:close/>
                <a:moveTo>
                  <a:pt x="6738757" y="4990534"/>
                </a:moveTo>
                <a:cubicBezTo>
                  <a:pt x="6729203" y="4960430"/>
                  <a:pt x="6764758" y="4925379"/>
                  <a:pt x="6786524" y="4943443"/>
                </a:cubicBezTo>
                <a:cubicBezTo>
                  <a:pt x="6795212" y="4950653"/>
                  <a:pt x="6800577" y="4966764"/>
                  <a:pt x="6798950" y="4980759"/>
                </a:cubicBezTo>
                <a:cubicBezTo>
                  <a:pt x="6795055" y="5014264"/>
                  <a:pt x="6748679" y="5021795"/>
                  <a:pt x="6738757" y="4990534"/>
                </a:cubicBezTo>
                <a:close/>
                <a:moveTo>
                  <a:pt x="9094457" y="4985933"/>
                </a:moveTo>
                <a:cubicBezTo>
                  <a:pt x="9080152" y="4954536"/>
                  <a:pt x="9108049" y="4921784"/>
                  <a:pt x="9141618" y="4930565"/>
                </a:cubicBezTo>
                <a:cubicBezTo>
                  <a:pt x="9163280" y="4936232"/>
                  <a:pt x="9171222" y="4965874"/>
                  <a:pt x="9153940" y="4976555"/>
                </a:cubicBezTo>
                <a:cubicBezTo>
                  <a:pt x="9148931" y="4979651"/>
                  <a:pt x="9147246" y="4988477"/>
                  <a:pt x="9150197" y="4996167"/>
                </a:cubicBezTo>
                <a:cubicBezTo>
                  <a:pt x="9160481" y="5022966"/>
                  <a:pt x="9106844" y="5013118"/>
                  <a:pt x="9094457" y="4985933"/>
                </a:cubicBezTo>
                <a:close/>
                <a:moveTo>
                  <a:pt x="4833937" y="4991100"/>
                </a:moveTo>
                <a:cubicBezTo>
                  <a:pt x="4825964" y="4978199"/>
                  <a:pt x="4836722" y="4962525"/>
                  <a:pt x="4853549" y="4962525"/>
                </a:cubicBezTo>
                <a:cubicBezTo>
                  <a:pt x="4861098" y="4962525"/>
                  <a:pt x="4867275" y="4971097"/>
                  <a:pt x="4867275" y="4981575"/>
                </a:cubicBezTo>
                <a:cubicBezTo>
                  <a:pt x="4867275" y="5001294"/>
                  <a:pt x="4844295" y="5007860"/>
                  <a:pt x="4833937" y="4991100"/>
                </a:cubicBezTo>
                <a:close/>
                <a:moveTo>
                  <a:pt x="6930098" y="4985638"/>
                </a:moveTo>
                <a:cubicBezTo>
                  <a:pt x="6902424" y="4957963"/>
                  <a:pt x="6929562" y="4916175"/>
                  <a:pt x="6963436" y="4934304"/>
                </a:cubicBezTo>
                <a:cubicBezTo>
                  <a:pt x="6973550" y="4939716"/>
                  <a:pt x="6981825" y="4952416"/>
                  <a:pt x="6981825" y="4962525"/>
                </a:cubicBezTo>
                <a:cubicBezTo>
                  <a:pt x="6981825" y="4989770"/>
                  <a:pt x="6948930" y="5004469"/>
                  <a:pt x="6930098" y="4985638"/>
                </a:cubicBezTo>
                <a:close/>
                <a:moveTo>
                  <a:pt x="7815262" y="4991100"/>
                </a:moveTo>
                <a:cubicBezTo>
                  <a:pt x="7807289" y="4978199"/>
                  <a:pt x="7818047" y="4962525"/>
                  <a:pt x="7834874" y="4962525"/>
                </a:cubicBezTo>
                <a:cubicBezTo>
                  <a:pt x="7842423" y="4962525"/>
                  <a:pt x="7848600" y="4971097"/>
                  <a:pt x="7848600" y="4981575"/>
                </a:cubicBezTo>
                <a:cubicBezTo>
                  <a:pt x="7848600" y="5001294"/>
                  <a:pt x="7825620" y="5007860"/>
                  <a:pt x="7815262" y="4991100"/>
                </a:cubicBezTo>
                <a:close/>
                <a:moveTo>
                  <a:pt x="964094" y="4967287"/>
                </a:moveTo>
                <a:cubicBezTo>
                  <a:pt x="966109" y="4945909"/>
                  <a:pt x="972195" y="4937944"/>
                  <a:pt x="988261" y="4935663"/>
                </a:cubicBezTo>
                <a:cubicBezTo>
                  <a:pt x="1010036" y="4932571"/>
                  <a:pt x="1028445" y="4956917"/>
                  <a:pt x="1014285" y="4970079"/>
                </a:cubicBezTo>
                <a:cubicBezTo>
                  <a:pt x="1010301" y="4973782"/>
                  <a:pt x="1004915" y="4970814"/>
                  <a:pt x="1002315" y="4963484"/>
                </a:cubicBezTo>
                <a:cubicBezTo>
                  <a:pt x="998794" y="4953553"/>
                  <a:pt x="992977" y="4955981"/>
                  <a:pt x="979495" y="4973009"/>
                </a:cubicBezTo>
                <a:lnTo>
                  <a:pt x="961401" y="4995862"/>
                </a:lnTo>
                <a:lnTo>
                  <a:pt x="964094" y="4967287"/>
                </a:lnTo>
                <a:close/>
                <a:moveTo>
                  <a:pt x="8420479" y="4977270"/>
                </a:moveTo>
                <a:cubicBezTo>
                  <a:pt x="8395177" y="4946782"/>
                  <a:pt x="8432340" y="4899948"/>
                  <a:pt x="8465343" y="4920732"/>
                </a:cubicBezTo>
                <a:cubicBezTo>
                  <a:pt x="8498322" y="4941500"/>
                  <a:pt x="8486573" y="4991100"/>
                  <a:pt x="8448675" y="4991100"/>
                </a:cubicBezTo>
                <a:cubicBezTo>
                  <a:pt x="8439480" y="4991100"/>
                  <a:pt x="8426792" y="4984876"/>
                  <a:pt x="8420479" y="4977270"/>
                </a:cubicBezTo>
                <a:close/>
                <a:moveTo>
                  <a:pt x="4696204" y="4967744"/>
                </a:moveTo>
                <a:cubicBezTo>
                  <a:pt x="4683743" y="4952730"/>
                  <a:pt x="4691198" y="4914900"/>
                  <a:pt x="4706618" y="4914900"/>
                </a:cubicBezTo>
                <a:cubicBezTo>
                  <a:pt x="4721866" y="4914900"/>
                  <a:pt x="4752975" y="4933843"/>
                  <a:pt x="4752975" y="4943129"/>
                </a:cubicBezTo>
                <a:cubicBezTo>
                  <a:pt x="4752975" y="4953732"/>
                  <a:pt x="4725734" y="4981575"/>
                  <a:pt x="4715360" y="4981575"/>
                </a:cubicBezTo>
                <a:cubicBezTo>
                  <a:pt x="4711137" y="4981575"/>
                  <a:pt x="4702517" y="4975351"/>
                  <a:pt x="4696204" y="4967744"/>
                </a:cubicBezTo>
                <a:close/>
                <a:moveTo>
                  <a:pt x="4949825" y="4975224"/>
                </a:moveTo>
                <a:cubicBezTo>
                  <a:pt x="4938765" y="4964165"/>
                  <a:pt x="4942960" y="4927184"/>
                  <a:pt x="4956555" y="4915901"/>
                </a:cubicBezTo>
                <a:cubicBezTo>
                  <a:pt x="4977034" y="4898905"/>
                  <a:pt x="5000625" y="4913665"/>
                  <a:pt x="5000625" y="4943475"/>
                </a:cubicBezTo>
                <a:cubicBezTo>
                  <a:pt x="5000625" y="4973627"/>
                  <a:pt x="4968380" y="4993780"/>
                  <a:pt x="4949825" y="4975224"/>
                </a:cubicBezTo>
                <a:close/>
                <a:moveTo>
                  <a:pt x="5089548" y="4966647"/>
                </a:moveTo>
                <a:cubicBezTo>
                  <a:pt x="5080880" y="4944059"/>
                  <a:pt x="5101196" y="4928128"/>
                  <a:pt x="5119401" y="4943237"/>
                </a:cubicBezTo>
                <a:cubicBezTo>
                  <a:pt x="5130682" y="4952600"/>
                  <a:pt x="5131635" y="4958629"/>
                  <a:pt x="5123401" y="4968551"/>
                </a:cubicBezTo>
                <a:cubicBezTo>
                  <a:pt x="5109137" y="4985737"/>
                  <a:pt x="5096603" y="4985032"/>
                  <a:pt x="5089548" y="4966647"/>
                </a:cubicBezTo>
                <a:close/>
                <a:moveTo>
                  <a:pt x="7677529" y="4967744"/>
                </a:moveTo>
                <a:cubicBezTo>
                  <a:pt x="7665068" y="4952730"/>
                  <a:pt x="7672523" y="4914900"/>
                  <a:pt x="7687943" y="4914900"/>
                </a:cubicBezTo>
                <a:cubicBezTo>
                  <a:pt x="7703191" y="4914900"/>
                  <a:pt x="7734300" y="4933843"/>
                  <a:pt x="7734300" y="4943129"/>
                </a:cubicBezTo>
                <a:cubicBezTo>
                  <a:pt x="7734300" y="4953732"/>
                  <a:pt x="7707059" y="4981575"/>
                  <a:pt x="7696685" y="4981575"/>
                </a:cubicBezTo>
                <a:cubicBezTo>
                  <a:pt x="7692462" y="4981575"/>
                  <a:pt x="7683842" y="4975351"/>
                  <a:pt x="7677529" y="4967744"/>
                </a:cubicBezTo>
                <a:close/>
                <a:moveTo>
                  <a:pt x="7931150" y="4975224"/>
                </a:moveTo>
                <a:cubicBezTo>
                  <a:pt x="7920090" y="4964165"/>
                  <a:pt x="7924285" y="4927184"/>
                  <a:pt x="7937880" y="4915901"/>
                </a:cubicBezTo>
                <a:cubicBezTo>
                  <a:pt x="7958359" y="4898905"/>
                  <a:pt x="7981950" y="4913665"/>
                  <a:pt x="7981950" y="4943475"/>
                </a:cubicBezTo>
                <a:cubicBezTo>
                  <a:pt x="7981950" y="4973627"/>
                  <a:pt x="7949705" y="4993780"/>
                  <a:pt x="7931150" y="4975224"/>
                </a:cubicBezTo>
                <a:close/>
                <a:moveTo>
                  <a:pt x="8070873" y="4966647"/>
                </a:moveTo>
                <a:cubicBezTo>
                  <a:pt x="8062205" y="4944059"/>
                  <a:pt x="8082521" y="4928128"/>
                  <a:pt x="8100726" y="4943237"/>
                </a:cubicBezTo>
                <a:cubicBezTo>
                  <a:pt x="8112007" y="4952600"/>
                  <a:pt x="8112960" y="4958629"/>
                  <a:pt x="8104726" y="4968551"/>
                </a:cubicBezTo>
                <a:cubicBezTo>
                  <a:pt x="8090462" y="4985737"/>
                  <a:pt x="8077928" y="4985032"/>
                  <a:pt x="8070873" y="4966647"/>
                </a:cubicBezTo>
                <a:close/>
                <a:moveTo>
                  <a:pt x="1964006" y="4948237"/>
                </a:moveTo>
                <a:cubicBezTo>
                  <a:pt x="1964201" y="4932521"/>
                  <a:pt x="1966335" y="4927245"/>
                  <a:pt x="1968750" y="4936512"/>
                </a:cubicBezTo>
                <a:cubicBezTo>
                  <a:pt x="1971165" y="4945780"/>
                  <a:pt x="1971006" y="4958638"/>
                  <a:pt x="1968397" y="4965087"/>
                </a:cubicBezTo>
                <a:cubicBezTo>
                  <a:pt x="1965788" y="4971536"/>
                  <a:pt x="1963812" y="4963953"/>
                  <a:pt x="1964006" y="4948237"/>
                </a:cubicBezTo>
                <a:close/>
                <a:moveTo>
                  <a:pt x="6530892" y="4956092"/>
                </a:moveTo>
                <a:cubicBezTo>
                  <a:pt x="6527445" y="4952645"/>
                  <a:pt x="6524625" y="4944109"/>
                  <a:pt x="6524625" y="4937124"/>
                </a:cubicBezTo>
                <a:cubicBezTo>
                  <a:pt x="6524625" y="4922935"/>
                  <a:pt x="6549179" y="4919738"/>
                  <a:pt x="6557295" y="4932870"/>
                </a:cubicBezTo>
                <a:cubicBezTo>
                  <a:pt x="6563777" y="4943359"/>
                  <a:pt x="6539506" y="4964706"/>
                  <a:pt x="6530892" y="4956092"/>
                </a:cubicBezTo>
                <a:close/>
                <a:moveTo>
                  <a:pt x="8715810" y="4939236"/>
                </a:moveTo>
                <a:cubicBezTo>
                  <a:pt x="8696464" y="4915927"/>
                  <a:pt x="8707373" y="4881938"/>
                  <a:pt x="8735240" y="4878699"/>
                </a:cubicBezTo>
                <a:cubicBezTo>
                  <a:pt x="8769715" y="4874692"/>
                  <a:pt x="8788132" y="4898735"/>
                  <a:pt x="8774129" y="4929469"/>
                </a:cubicBezTo>
                <a:cubicBezTo>
                  <a:pt x="8762221" y="4955604"/>
                  <a:pt x="8733399" y="4960431"/>
                  <a:pt x="8715810" y="4939236"/>
                </a:cubicBezTo>
                <a:close/>
                <a:moveTo>
                  <a:pt x="7175993" y="4929770"/>
                </a:moveTo>
                <a:cubicBezTo>
                  <a:pt x="7168460" y="4910139"/>
                  <a:pt x="7188729" y="4885907"/>
                  <a:pt x="7206862" y="4892865"/>
                </a:cubicBezTo>
                <a:cubicBezTo>
                  <a:pt x="7225868" y="4900159"/>
                  <a:pt x="7219430" y="4937709"/>
                  <a:pt x="7198489" y="4941700"/>
                </a:cubicBezTo>
                <a:cubicBezTo>
                  <a:pt x="7189306" y="4943450"/>
                  <a:pt x="7179182" y="4938082"/>
                  <a:pt x="7175993" y="4929770"/>
                </a:cubicBezTo>
                <a:close/>
                <a:moveTo>
                  <a:pt x="6620551" y="4916164"/>
                </a:moveTo>
                <a:cubicBezTo>
                  <a:pt x="6599510" y="4876849"/>
                  <a:pt x="6639830" y="4848222"/>
                  <a:pt x="6668162" y="4882360"/>
                </a:cubicBezTo>
                <a:cubicBezTo>
                  <a:pt x="6677238" y="4893297"/>
                  <a:pt x="6677933" y="4901812"/>
                  <a:pt x="6670689" y="4913317"/>
                </a:cubicBezTo>
                <a:cubicBezTo>
                  <a:pt x="6656074" y="4936525"/>
                  <a:pt x="6632175" y="4937882"/>
                  <a:pt x="6620551" y="4916164"/>
                </a:cubicBezTo>
                <a:close/>
                <a:moveTo>
                  <a:pt x="7436048" y="4927798"/>
                </a:moveTo>
                <a:cubicBezTo>
                  <a:pt x="7422962" y="4914712"/>
                  <a:pt x="7429750" y="4894501"/>
                  <a:pt x="7446168" y="4897663"/>
                </a:cubicBezTo>
                <a:cubicBezTo>
                  <a:pt x="7455336" y="4899428"/>
                  <a:pt x="7462837" y="4906886"/>
                  <a:pt x="7462837" y="4914236"/>
                </a:cubicBezTo>
                <a:cubicBezTo>
                  <a:pt x="7462837" y="4929275"/>
                  <a:pt x="7446032" y="4937782"/>
                  <a:pt x="7436048" y="4927798"/>
                </a:cubicBezTo>
                <a:close/>
                <a:moveTo>
                  <a:pt x="8263925" y="4918802"/>
                </a:moveTo>
                <a:cubicBezTo>
                  <a:pt x="8256183" y="4898628"/>
                  <a:pt x="8264830" y="4886325"/>
                  <a:pt x="8286750" y="4886325"/>
                </a:cubicBezTo>
                <a:cubicBezTo>
                  <a:pt x="8296609" y="4886325"/>
                  <a:pt x="8307085" y="4890224"/>
                  <a:pt x="8310031" y="4894990"/>
                </a:cubicBezTo>
                <a:cubicBezTo>
                  <a:pt x="8319136" y="4909722"/>
                  <a:pt x="8304658" y="4933950"/>
                  <a:pt x="8286750" y="4933950"/>
                </a:cubicBezTo>
                <a:cubicBezTo>
                  <a:pt x="8277393" y="4933950"/>
                  <a:pt x="8267122" y="4927133"/>
                  <a:pt x="8263925" y="4918802"/>
                </a:cubicBezTo>
                <a:close/>
                <a:moveTo>
                  <a:pt x="8578847" y="4910833"/>
                </a:moveTo>
                <a:cubicBezTo>
                  <a:pt x="8570751" y="4889735"/>
                  <a:pt x="8595937" y="4873420"/>
                  <a:pt x="8610156" y="4890552"/>
                </a:cubicBezTo>
                <a:cubicBezTo>
                  <a:pt x="8616541" y="4898246"/>
                  <a:pt x="8618999" y="4909014"/>
                  <a:pt x="8615620" y="4914482"/>
                </a:cubicBezTo>
                <a:cubicBezTo>
                  <a:pt x="8606737" y="4928854"/>
                  <a:pt x="8584932" y="4926691"/>
                  <a:pt x="8578847" y="4910833"/>
                </a:cubicBezTo>
                <a:close/>
                <a:moveTo>
                  <a:pt x="7042632" y="4891643"/>
                </a:moveTo>
                <a:cubicBezTo>
                  <a:pt x="7030791" y="4860786"/>
                  <a:pt x="7043255" y="4843515"/>
                  <a:pt x="7079535" y="4840506"/>
                </a:cubicBezTo>
                <a:cubicBezTo>
                  <a:pt x="7111473" y="4837857"/>
                  <a:pt x="7115175" y="4839884"/>
                  <a:pt x="7115175" y="4860032"/>
                </a:cubicBezTo>
                <a:cubicBezTo>
                  <a:pt x="7115175" y="4900219"/>
                  <a:pt x="7055844" y="4926073"/>
                  <a:pt x="7042632" y="4891643"/>
                </a:cubicBezTo>
                <a:close/>
                <a:moveTo>
                  <a:pt x="7306054" y="4882020"/>
                </a:moveTo>
                <a:cubicBezTo>
                  <a:pt x="7287747" y="4859961"/>
                  <a:pt x="7297923" y="4833937"/>
                  <a:pt x="7324855" y="4833937"/>
                </a:cubicBezTo>
                <a:cubicBezTo>
                  <a:pt x="7342569" y="4833937"/>
                  <a:pt x="7349347" y="4839667"/>
                  <a:pt x="7351752" y="4856672"/>
                </a:cubicBezTo>
                <a:cubicBezTo>
                  <a:pt x="7356518" y="4890383"/>
                  <a:pt x="7326715" y="4906914"/>
                  <a:pt x="7306054" y="4882020"/>
                </a:cubicBezTo>
                <a:close/>
                <a:moveTo>
                  <a:pt x="7573819" y="4887220"/>
                </a:moveTo>
                <a:cubicBezTo>
                  <a:pt x="7556502" y="4876514"/>
                  <a:pt x="7563772" y="4844462"/>
                  <a:pt x="7584419" y="4840486"/>
                </a:cubicBezTo>
                <a:cubicBezTo>
                  <a:pt x="7593542" y="4838729"/>
                  <a:pt x="7603723" y="4844370"/>
                  <a:pt x="7607043" y="4853022"/>
                </a:cubicBezTo>
                <a:cubicBezTo>
                  <a:pt x="7614837" y="4873332"/>
                  <a:pt x="7591016" y="4897852"/>
                  <a:pt x="7573819" y="4887220"/>
                </a:cubicBezTo>
                <a:close/>
                <a:moveTo>
                  <a:pt x="4859357" y="4865741"/>
                </a:moveTo>
                <a:cubicBezTo>
                  <a:pt x="4861092" y="4853487"/>
                  <a:pt x="4868941" y="4843462"/>
                  <a:pt x="4876800" y="4843462"/>
                </a:cubicBezTo>
                <a:cubicBezTo>
                  <a:pt x="4897457" y="4843462"/>
                  <a:pt x="4894611" y="4880622"/>
                  <a:pt x="4873645" y="4884660"/>
                </a:cubicBezTo>
                <a:cubicBezTo>
                  <a:pt x="4860119" y="4887265"/>
                  <a:pt x="4856911" y="4883017"/>
                  <a:pt x="4859357" y="4865741"/>
                </a:cubicBezTo>
                <a:close/>
                <a:moveTo>
                  <a:pt x="7840682" y="4865741"/>
                </a:moveTo>
                <a:cubicBezTo>
                  <a:pt x="7842417" y="4853487"/>
                  <a:pt x="7850266" y="4843462"/>
                  <a:pt x="7858125" y="4843462"/>
                </a:cubicBezTo>
                <a:cubicBezTo>
                  <a:pt x="7878782" y="4843462"/>
                  <a:pt x="7875936" y="4880622"/>
                  <a:pt x="7854970" y="4884660"/>
                </a:cubicBezTo>
                <a:cubicBezTo>
                  <a:pt x="7841444" y="4887265"/>
                  <a:pt x="7838236" y="4883017"/>
                  <a:pt x="7840682" y="4865741"/>
                </a:cubicBezTo>
                <a:close/>
                <a:moveTo>
                  <a:pt x="6853237" y="4867275"/>
                </a:moveTo>
                <a:cubicBezTo>
                  <a:pt x="6849999" y="4862036"/>
                  <a:pt x="6856429" y="4857750"/>
                  <a:pt x="6867525" y="4857750"/>
                </a:cubicBezTo>
                <a:cubicBezTo>
                  <a:pt x="6878620" y="4857750"/>
                  <a:pt x="6885050" y="4862036"/>
                  <a:pt x="6881812" y="4867275"/>
                </a:cubicBezTo>
                <a:cubicBezTo>
                  <a:pt x="6878574" y="4872513"/>
                  <a:pt x="6872145" y="4876800"/>
                  <a:pt x="6867525" y="4876800"/>
                </a:cubicBezTo>
                <a:cubicBezTo>
                  <a:pt x="6862904" y="4876800"/>
                  <a:pt x="6856475" y="4872513"/>
                  <a:pt x="6853237" y="4867275"/>
                </a:cubicBezTo>
                <a:close/>
                <a:moveTo>
                  <a:pt x="8125495" y="4859002"/>
                </a:moveTo>
                <a:cubicBezTo>
                  <a:pt x="8113130" y="4835898"/>
                  <a:pt x="8120852" y="4829175"/>
                  <a:pt x="8159750" y="4829175"/>
                </a:cubicBezTo>
                <a:cubicBezTo>
                  <a:pt x="8192795" y="4829175"/>
                  <a:pt x="8201233" y="4844206"/>
                  <a:pt x="8180070" y="4865370"/>
                </a:cubicBezTo>
                <a:cubicBezTo>
                  <a:pt x="8163095" y="4882344"/>
                  <a:pt x="8136315" y="4879219"/>
                  <a:pt x="8125495" y="4859002"/>
                </a:cubicBezTo>
                <a:close/>
                <a:moveTo>
                  <a:pt x="9157895" y="4857116"/>
                </a:moveTo>
                <a:cubicBezTo>
                  <a:pt x="9154442" y="4851529"/>
                  <a:pt x="9154004" y="4844570"/>
                  <a:pt x="9156922" y="4841652"/>
                </a:cubicBezTo>
                <a:cubicBezTo>
                  <a:pt x="9164758" y="4833816"/>
                  <a:pt x="9191625" y="4846048"/>
                  <a:pt x="9191625" y="4857451"/>
                </a:cubicBezTo>
                <a:cubicBezTo>
                  <a:pt x="9191625" y="4870378"/>
                  <a:pt x="9165935" y="4870123"/>
                  <a:pt x="9157895" y="4857116"/>
                </a:cubicBezTo>
                <a:close/>
                <a:moveTo>
                  <a:pt x="4994386" y="4833526"/>
                </a:moveTo>
                <a:cubicBezTo>
                  <a:pt x="4987199" y="4814797"/>
                  <a:pt x="4995704" y="4806198"/>
                  <a:pt x="5014341" y="4813350"/>
                </a:cubicBezTo>
                <a:cubicBezTo>
                  <a:pt x="5022712" y="4816562"/>
                  <a:pt x="5026494" y="4825142"/>
                  <a:pt x="5023257" y="4833576"/>
                </a:cubicBezTo>
                <a:cubicBezTo>
                  <a:pt x="5016037" y="4852393"/>
                  <a:pt x="5001617" y="4852368"/>
                  <a:pt x="4994386" y="4833526"/>
                </a:cubicBezTo>
                <a:close/>
                <a:moveTo>
                  <a:pt x="6496050" y="4838700"/>
                </a:moveTo>
                <a:cubicBezTo>
                  <a:pt x="6496050" y="4833461"/>
                  <a:pt x="6496131" y="4825960"/>
                  <a:pt x="6496231" y="4822031"/>
                </a:cubicBezTo>
                <a:cubicBezTo>
                  <a:pt x="6496519" y="4810659"/>
                  <a:pt x="6542992" y="4801314"/>
                  <a:pt x="6549211" y="4811378"/>
                </a:cubicBezTo>
                <a:cubicBezTo>
                  <a:pt x="6552307" y="4816386"/>
                  <a:pt x="6549659" y="4826726"/>
                  <a:pt x="6543328" y="4834354"/>
                </a:cubicBezTo>
                <a:cubicBezTo>
                  <a:pt x="6530296" y="4850057"/>
                  <a:pt x="6496050" y="4853204"/>
                  <a:pt x="6496050" y="4838700"/>
                </a:cubicBezTo>
                <a:close/>
                <a:moveTo>
                  <a:pt x="7978775" y="4841875"/>
                </a:moveTo>
                <a:cubicBezTo>
                  <a:pt x="7967815" y="4830915"/>
                  <a:pt x="7971838" y="4819650"/>
                  <a:pt x="7986712" y="4819650"/>
                </a:cubicBezTo>
                <a:cubicBezTo>
                  <a:pt x="7994570" y="4819650"/>
                  <a:pt x="8001000" y="4826079"/>
                  <a:pt x="8001000" y="4833937"/>
                </a:cubicBezTo>
                <a:cubicBezTo>
                  <a:pt x="8001000" y="4848811"/>
                  <a:pt x="7989734" y="4852834"/>
                  <a:pt x="7978775" y="4841875"/>
                </a:cubicBezTo>
                <a:close/>
                <a:moveTo>
                  <a:pt x="4737129" y="4823785"/>
                </a:moveTo>
                <a:cubicBezTo>
                  <a:pt x="4728873" y="4802271"/>
                  <a:pt x="4745775" y="4776787"/>
                  <a:pt x="4768300" y="4776787"/>
                </a:cubicBezTo>
                <a:cubicBezTo>
                  <a:pt x="4796844" y="4776787"/>
                  <a:pt x="4793617" y="4832900"/>
                  <a:pt x="4764838" y="4836986"/>
                </a:cubicBezTo>
                <a:cubicBezTo>
                  <a:pt x="4751367" y="4838899"/>
                  <a:pt x="4741041" y="4833980"/>
                  <a:pt x="4737129" y="4823785"/>
                </a:cubicBezTo>
                <a:close/>
                <a:moveTo>
                  <a:pt x="7724775" y="4829837"/>
                </a:moveTo>
                <a:cubicBezTo>
                  <a:pt x="7724775" y="4824234"/>
                  <a:pt x="7731204" y="4819650"/>
                  <a:pt x="7739062" y="4819650"/>
                </a:cubicBezTo>
                <a:cubicBezTo>
                  <a:pt x="7747000" y="4819650"/>
                  <a:pt x="7753350" y="4811183"/>
                  <a:pt x="7753350" y="4800600"/>
                </a:cubicBezTo>
                <a:cubicBezTo>
                  <a:pt x="7753350" y="4790122"/>
                  <a:pt x="7757920" y="4781550"/>
                  <a:pt x="7763507" y="4781550"/>
                </a:cubicBezTo>
                <a:cubicBezTo>
                  <a:pt x="7784707" y="4781550"/>
                  <a:pt x="7768389" y="4833830"/>
                  <a:pt x="7746206" y="4836981"/>
                </a:cubicBezTo>
                <a:cubicBezTo>
                  <a:pt x="7734419" y="4838655"/>
                  <a:pt x="7724775" y="4835440"/>
                  <a:pt x="7724775" y="4829837"/>
                </a:cubicBezTo>
                <a:close/>
                <a:moveTo>
                  <a:pt x="2815206" y="4766138"/>
                </a:moveTo>
                <a:cubicBezTo>
                  <a:pt x="2809423" y="4743095"/>
                  <a:pt x="2814037" y="4725387"/>
                  <a:pt x="2823388" y="4734738"/>
                </a:cubicBezTo>
                <a:cubicBezTo>
                  <a:pt x="2833423" y="4744773"/>
                  <a:pt x="2839671" y="4791075"/>
                  <a:pt x="2830990" y="4791075"/>
                </a:cubicBezTo>
                <a:cubicBezTo>
                  <a:pt x="2825751" y="4791075"/>
                  <a:pt x="2818648" y="4779853"/>
                  <a:pt x="2815206" y="4766138"/>
                </a:cubicBezTo>
                <a:close/>
                <a:moveTo>
                  <a:pt x="4888230" y="4751070"/>
                </a:moveTo>
                <a:cubicBezTo>
                  <a:pt x="4874106" y="4736946"/>
                  <a:pt x="4873252" y="4699141"/>
                  <a:pt x="4886866" y="4690727"/>
                </a:cubicBezTo>
                <a:cubicBezTo>
                  <a:pt x="4892402" y="4687306"/>
                  <a:pt x="4907404" y="4687134"/>
                  <a:pt x="4920203" y="4690347"/>
                </a:cubicBezTo>
                <a:cubicBezTo>
                  <a:pt x="4949291" y="4697647"/>
                  <a:pt x="4952430" y="4737986"/>
                  <a:pt x="4925051" y="4752639"/>
                </a:cubicBezTo>
                <a:cubicBezTo>
                  <a:pt x="4902090" y="4764928"/>
                  <a:pt x="4902088" y="4764928"/>
                  <a:pt x="4888230" y="4751070"/>
                </a:cubicBezTo>
                <a:close/>
                <a:moveTo>
                  <a:pt x="5051411" y="4747473"/>
                </a:moveTo>
                <a:cubicBezTo>
                  <a:pt x="5048239" y="4739209"/>
                  <a:pt x="5052660" y="4725432"/>
                  <a:pt x="5061235" y="4716857"/>
                </a:cubicBezTo>
                <a:cubicBezTo>
                  <a:pt x="5075671" y="4702421"/>
                  <a:pt x="5077978" y="4702421"/>
                  <a:pt x="5092414" y="4716857"/>
                </a:cubicBezTo>
                <a:cubicBezTo>
                  <a:pt x="5111888" y="4736331"/>
                  <a:pt x="5102950" y="4762500"/>
                  <a:pt x="5076825" y="4762500"/>
                </a:cubicBezTo>
                <a:cubicBezTo>
                  <a:pt x="5066018" y="4762500"/>
                  <a:pt x="5054582" y="4755738"/>
                  <a:pt x="5051411" y="4747473"/>
                </a:cubicBezTo>
                <a:close/>
                <a:moveTo>
                  <a:pt x="6610350" y="4745527"/>
                </a:moveTo>
                <a:cubicBezTo>
                  <a:pt x="6610350" y="4734298"/>
                  <a:pt x="6618408" y="4727887"/>
                  <a:pt x="6634162" y="4726584"/>
                </a:cubicBezTo>
                <a:cubicBezTo>
                  <a:pt x="6660063" y="4724440"/>
                  <a:pt x="6664466" y="4733148"/>
                  <a:pt x="6646545" y="4751070"/>
                </a:cubicBezTo>
                <a:cubicBezTo>
                  <a:pt x="6629690" y="4767924"/>
                  <a:pt x="6610350" y="4764963"/>
                  <a:pt x="6610350" y="4745527"/>
                </a:cubicBezTo>
                <a:close/>
                <a:moveTo>
                  <a:pt x="7862495" y="4742816"/>
                </a:moveTo>
                <a:cubicBezTo>
                  <a:pt x="7852244" y="4726229"/>
                  <a:pt x="7863920" y="4722716"/>
                  <a:pt x="7876983" y="4738457"/>
                </a:cubicBezTo>
                <a:cubicBezTo>
                  <a:pt x="7884496" y="4747509"/>
                  <a:pt x="7885219" y="4752975"/>
                  <a:pt x="7878903" y="4752975"/>
                </a:cubicBezTo>
                <a:cubicBezTo>
                  <a:pt x="7873332" y="4752975"/>
                  <a:pt x="7865948" y="4748403"/>
                  <a:pt x="7862495" y="4742816"/>
                </a:cubicBezTo>
                <a:close/>
                <a:moveTo>
                  <a:pt x="1143000" y="4720199"/>
                </a:moveTo>
                <a:cubicBezTo>
                  <a:pt x="1143000" y="4712650"/>
                  <a:pt x="1147286" y="4703825"/>
                  <a:pt x="1152525" y="4700587"/>
                </a:cubicBezTo>
                <a:cubicBezTo>
                  <a:pt x="1157763" y="4697349"/>
                  <a:pt x="1162050" y="4703526"/>
                  <a:pt x="1162050" y="4714312"/>
                </a:cubicBezTo>
                <a:cubicBezTo>
                  <a:pt x="1162050" y="4725099"/>
                  <a:pt x="1157763" y="4733925"/>
                  <a:pt x="1152525" y="4733925"/>
                </a:cubicBezTo>
                <a:cubicBezTo>
                  <a:pt x="1147286" y="4733925"/>
                  <a:pt x="1143000" y="4727748"/>
                  <a:pt x="1143000" y="4720199"/>
                </a:cubicBezTo>
                <a:close/>
                <a:moveTo>
                  <a:pt x="4782256" y="4705786"/>
                </a:moveTo>
                <a:cubicBezTo>
                  <a:pt x="4767220" y="4696494"/>
                  <a:pt x="4776834" y="4676775"/>
                  <a:pt x="4796399" y="4676775"/>
                </a:cubicBezTo>
                <a:cubicBezTo>
                  <a:pt x="4810877" y="4676775"/>
                  <a:pt x="4815478" y="4700916"/>
                  <a:pt x="4802526" y="4708921"/>
                </a:cubicBezTo>
                <a:cubicBezTo>
                  <a:pt x="4798347" y="4711504"/>
                  <a:pt x="4789225" y="4710093"/>
                  <a:pt x="4782256" y="4705786"/>
                </a:cubicBezTo>
                <a:close/>
                <a:moveTo>
                  <a:pt x="2863849" y="4679950"/>
                </a:moveTo>
                <a:cubicBezTo>
                  <a:pt x="2854746" y="4670846"/>
                  <a:pt x="2856019" y="4657725"/>
                  <a:pt x="2866005" y="4657725"/>
                </a:cubicBezTo>
                <a:cubicBezTo>
                  <a:pt x="2870684" y="4657725"/>
                  <a:pt x="2876979" y="4664154"/>
                  <a:pt x="2879994" y="4672012"/>
                </a:cubicBezTo>
                <a:cubicBezTo>
                  <a:pt x="2885565" y="4686531"/>
                  <a:pt x="2875419" y="4691519"/>
                  <a:pt x="2863849" y="4679950"/>
                </a:cubicBezTo>
                <a:close/>
                <a:moveTo>
                  <a:pt x="4982736" y="4663887"/>
                </a:moveTo>
                <a:cubicBezTo>
                  <a:pt x="4971158" y="4649936"/>
                  <a:pt x="4977730" y="4638675"/>
                  <a:pt x="4997450" y="4638675"/>
                </a:cubicBezTo>
                <a:cubicBezTo>
                  <a:pt x="5011639" y="4638675"/>
                  <a:pt x="5014836" y="4663229"/>
                  <a:pt x="5001704" y="4671345"/>
                </a:cubicBezTo>
                <a:cubicBezTo>
                  <a:pt x="4997059" y="4674216"/>
                  <a:pt x="4988523" y="4670860"/>
                  <a:pt x="4982736" y="4663887"/>
                </a:cubicBezTo>
                <a:close/>
                <a:moveTo>
                  <a:pt x="9007475" y="4670425"/>
                </a:moveTo>
                <a:cubicBezTo>
                  <a:pt x="8995874" y="4658824"/>
                  <a:pt x="9000911" y="4638675"/>
                  <a:pt x="9015412" y="4638675"/>
                </a:cubicBezTo>
                <a:cubicBezTo>
                  <a:pt x="9023350" y="4638675"/>
                  <a:pt x="9029700" y="4647141"/>
                  <a:pt x="9029700" y="4657725"/>
                </a:cubicBezTo>
                <a:cubicBezTo>
                  <a:pt x="9029700" y="4676701"/>
                  <a:pt x="9019550" y="4682500"/>
                  <a:pt x="9007475" y="4670425"/>
                </a:cubicBezTo>
                <a:close/>
                <a:moveTo>
                  <a:pt x="2009775" y="4652962"/>
                </a:moveTo>
                <a:cubicBezTo>
                  <a:pt x="2009775" y="4645104"/>
                  <a:pt x="2014061" y="4638675"/>
                  <a:pt x="2019300" y="4638675"/>
                </a:cubicBezTo>
                <a:cubicBezTo>
                  <a:pt x="2024538" y="4638675"/>
                  <a:pt x="2028825" y="4645104"/>
                  <a:pt x="2028825" y="4652962"/>
                </a:cubicBezTo>
                <a:cubicBezTo>
                  <a:pt x="2028825" y="4660820"/>
                  <a:pt x="2024538" y="4667250"/>
                  <a:pt x="2019300" y="4667250"/>
                </a:cubicBezTo>
                <a:cubicBezTo>
                  <a:pt x="2014061" y="4667250"/>
                  <a:pt x="2009775" y="4660820"/>
                  <a:pt x="2009775" y="4652962"/>
                </a:cubicBezTo>
                <a:close/>
                <a:moveTo>
                  <a:pt x="4734070" y="4583906"/>
                </a:moveTo>
                <a:cubicBezTo>
                  <a:pt x="4734251" y="4551380"/>
                  <a:pt x="4747398" y="4529328"/>
                  <a:pt x="4761435" y="4538004"/>
                </a:cubicBezTo>
                <a:cubicBezTo>
                  <a:pt x="4775482" y="4546686"/>
                  <a:pt x="4774961" y="4584303"/>
                  <a:pt x="4760595" y="4598670"/>
                </a:cubicBezTo>
                <a:cubicBezTo>
                  <a:pt x="4742418" y="4616846"/>
                  <a:pt x="4733913" y="4612113"/>
                  <a:pt x="4734070" y="4583906"/>
                </a:cubicBezTo>
                <a:close/>
                <a:moveTo>
                  <a:pt x="4870473" y="4595172"/>
                </a:moveTo>
                <a:cubicBezTo>
                  <a:pt x="4862966" y="4575609"/>
                  <a:pt x="4878033" y="4560989"/>
                  <a:pt x="4894936" y="4571435"/>
                </a:cubicBezTo>
                <a:cubicBezTo>
                  <a:pt x="4909331" y="4580331"/>
                  <a:pt x="4902701" y="4610100"/>
                  <a:pt x="4886325" y="4610100"/>
                </a:cubicBezTo>
                <a:cubicBezTo>
                  <a:pt x="4880757" y="4610100"/>
                  <a:pt x="4873624" y="4603382"/>
                  <a:pt x="4870473" y="4595172"/>
                </a:cubicBezTo>
                <a:close/>
                <a:moveTo>
                  <a:pt x="5039686" y="4568396"/>
                </a:moveTo>
                <a:cubicBezTo>
                  <a:pt x="5023682" y="4549112"/>
                  <a:pt x="5042563" y="4505325"/>
                  <a:pt x="5066882" y="4505325"/>
                </a:cubicBezTo>
                <a:cubicBezTo>
                  <a:pt x="5087379" y="4505325"/>
                  <a:pt x="5102311" y="4541487"/>
                  <a:pt x="5092438" y="4567216"/>
                </a:cubicBezTo>
                <a:cubicBezTo>
                  <a:pt x="5085561" y="4585137"/>
                  <a:pt x="5054163" y="4585839"/>
                  <a:pt x="5039686" y="4568396"/>
                </a:cubicBezTo>
                <a:close/>
                <a:moveTo>
                  <a:pt x="1157314" y="4524460"/>
                </a:moveTo>
                <a:cubicBezTo>
                  <a:pt x="1147906" y="4494817"/>
                  <a:pt x="1161291" y="4482217"/>
                  <a:pt x="1180862" y="4502292"/>
                </a:cubicBezTo>
                <a:cubicBezTo>
                  <a:pt x="1192629" y="4514363"/>
                  <a:pt x="1194870" y="4523221"/>
                  <a:pt x="1188257" y="4531518"/>
                </a:cubicBezTo>
                <a:cubicBezTo>
                  <a:pt x="1174637" y="4548606"/>
                  <a:pt x="1164224" y="4546231"/>
                  <a:pt x="1157314" y="4524460"/>
                </a:cubicBezTo>
                <a:close/>
                <a:moveTo>
                  <a:pt x="4930775" y="4508500"/>
                </a:moveTo>
                <a:cubicBezTo>
                  <a:pt x="4917031" y="4494756"/>
                  <a:pt x="4924822" y="4467225"/>
                  <a:pt x="4942455" y="4467225"/>
                </a:cubicBezTo>
                <a:cubicBezTo>
                  <a:pt x="4964234" y="4467225"/>
                  <a:pt x="4974674" y="4489365"/>
                  <a:pt x="4959875" y="4504164"/>
                </a:cubicBezTo>
                <a:cubicBezTo>
                  <a:pt x="4947645" y="4516394"/>
                  <a:pt x="4939833" y="4517558"/>
                  <a:pt x="4930775" y="4508500"/>
                </a:cubicBezTo>
                <a:close/>
                <a:moveTo>
                  <a:pt x="1962150" y="4486275"/>
                </a:moveTo>
                <a:cubicBezTo>
                  <a:pt x="1954012" y="4471070"/>
                  <a:pt x="1954906" y="4467225"/>
                  <a:pt x="1966577" y="4467225"/>
                </a:cubicBezTo>
                <a:cubicBezTo>
                  <a:pt x="1974850" y="4467225"/>
                  <a:pt x="1981200" y="4475497"/>
                  <a:pt x="1981200" y="4486275"/>
                </a:cubicBezTo>
                <a:cubicBezTo>
                  <a:pt x="1981200" y="4496752"/>
                  <a:pt x="1979207" y="4505325"/>
                  <a:pt x="1976772" y="4505325"/>
                </a:cubicBezTo>
                <a:cubicBezTo>
                  <a:pt x="1974337" y="4505325"/>
                  <a:pt x="1967757" y="4496752"/>
                  <a:pt x="1962150" y="4486275"/>
                </a:cubicBezTo>
                <a:close/>
                <a:moveTo>
                  <a:pt x="2710815" y="4490085"/>
                </a:moveTo>
                <a:cubicBezTo>
                  <a:pt x="2707425" y="4481251"/>
                  <a:pt x="2706794" y="4471880"/>
                  <a:pt x="2709414" y="4469260"/>
                </a:cubicBezTo>
                <a:cubicBezTo>
                  <a:pt x="2712033" y="4466641"/>
                  <a:pt x="2716950" y="4471726"/>
                  <a:pt x="2720340" y="4480560"/>
                </a:cubicBezTo>
                <a:cubicBezTo>
                  <a:pt x="2723729" y="4489393"/>
                  <a:pt x="2724360" y="4498764"/>
                  <a:pt x="2721740" y="4501384"/>
                </a:cubicBezTo>
                <a:cubicBezTo>
                  <a:pt x="2719121" y="4504003"/>
                  <a:pt x="2714204" y="4498918"/>
                  <a:pt x="2710815" y="4490085"/>
                </a:cubicBezTo>
                <a:close/>
                <a:moveTo>
                  <a:pt x="6683052" y="4481373"/>
                </a:moveTo>
                <a:cubicBezTo>
                  <a:pt x="6674321" y="4458622"/>
                  <a:pt x="6675656" y="4438650"/>
                  <a:pt x="6685908" y="4438650"/>
                </a:cubicBezTo>
                <a:cubicBezTo>
                  <a:pt x="6690793" y="4438650"/>
                  <a:pt x="6697649" y="4447653"/>
                  <a:pt x="6701141" y="4458658"/>
                </a:cubicBezTo>
                <a:cubicBezTo>
                  <a:pt x="6708906" y="4483122"/>
                  <a:pt x="6691911" y="4504461"/>
                  <a:pt x="6683052" y="4481373"/>
                </a:cubicBezTo>
                <a:close/>
                <a:moveTo>
                  <a:pt x="8921427" y="4471848"/>
                </a:moveTo>
                <a:cubicBezTo>
                  <a:pt x="8910569" y="4443554"/>
                  <a:pt x="8915093" y="4434261"/>
                  <a:pt x="8931660" y="4450828"/>
                </a:cubicBezTo>
                <a:cubicBezTo>
                  <a:pt x="8943251" y="4462419"/>
                  <a:pt x="8944982" y="4470027"/>
                  <a:pt x="8937687" y="4477322"/>
                </a:cubicBezTo>
                <a:cubicBezTo>
                  <a:pt x="8930393" y="4484616"/>
                  <a:pt x="8925723" y="4483044"/>
                  <a:pt x="8921427" y="4471848"/>
                </a:cubicBezTo>
                <a:close/>
                <a:moveTo>
                  <a:pt x="4802981" y="4470441"/>
                </a:moveTo>
                <a:cubicBezTo>
                  <a:pt x="4785255" y="4463289"/>
                  <a:pt x="4788586" y="4422592"/>
                  <a:pt x="4807492" y="4415338"/>
                </a:cubicBezTo>
                <a:cubicBezTo>
                  <a:pt x="4830446" y="4406529"/>
                  <a:pt x="4850623" y="4435420"/>
                  <a:pt x="4837995" y="4459015"/>
                </a:cubicBezTo>
                <a:cubicBezTo>
                  <a:pt x="4828250" y="4477225"/>
                  <a:pt x="4823574" y="4478751"/>
                  <a:pt x="4802981" y="4470441"/>
                </a:cubicBezTo>
                <a:close/>
                <a:moveTo>
                  <a:pt x="7791450" y="4442850"/>
                </a:moveTo>
                <a:cubicBezTo>
                  <a:pt x="7791450" y="4422676"/>
                  <a:pt x="7795306" y="4411334"/>
                  <a:pt x="7800975" y="4414837"/>
                </a:cubicBezTo>
                <a:cubicBezTo>
                  <a:pt x="7806213" y="4418075"/>
                  <a:pt x="7810500" y="4433330"/>
                  <a:pt x="7810500" y="4448737"/>
                </a:cubicBezTo>
                <a:cubicBezTo>
                  <a:pt x="7810500" y="4464144"/>
                  <a:pt x="7806213" y="4476750"/>
                  <a:pt x="7800975" y="4476750"/>
                </a:cubicBezTo>
                <a:cubicBezTo>
                  <a:pt x="7795736" y="4476750"/>
                  <a:pt x="7791450" y="4461495"/>
                  <a:pt x="7791450" y="4442850"/>
                </a:cubicBezTo>
                <a:close/>
                <a:moveTo>
                  <a:pt x="6769497" y="4423172"/>
                </a:moveTo>
                <a:cubicBezTo>
                  <a:pt x="6762064" y="4415739"/>
                  <a:pt x="6772305" y="4391025"/>
                  <a:pt x="6782819" y="4391025"/>
                </a:cubicBezTo>
                <a:cubicBezTo>
                  <a:pt x="6793702" y="4391025"/>
                  <a:pt x="6793948" y="4416854"/>
                  <a:pt x="6783128" y="4423541"/>
                </a:cubicBezTo>
                <a:cubicBezTo>
                  <a:pt x="6778620" y="4426327"/>
                  <a:pt x="6772486" y="4426161"/>
                  <a:pt x="6769497" y="4423172"/>
                </a:cubicBezTo>
                <a:close/>
                <a:moveTo>
                  <a:pt x="4966144" y="4396243"/>
                </a:moveTo>
                <a:cubicBezTo>
                  <a:pt x="4959509" y="4378952"/>
                  <a:pt x="4969146" y="4362450"/>
                  <a:pt x="4985880" y="4362450"/>
                </a:cubicBezTo>
                <a:cubicBezTo>
                  <a:pt x="5000450" y="4362450"/>
                  <a:pt x="5009288" y="4380687"/>
                  <a:pt x="5003190" y="4398168"/>
                </a:cubicBezTo>
                <a:cubicBezTo>
                  <a:pt x="4997499" y="4414484"/>
                  <a:pt x="4972648" y="4413193"/>
                  <a:pt x="4966144" y="4396243"/>
                </a:cubicBezTo>
                <a:close/>
                <a:moveTo>
                  <a:pt x="1202228" y="4389553"/>
                </a:moveTo>
                <a:cubicBezTo>
                  <a:pt x="1204244" y="4383505"/>
                  <a:pt x="1215412" y="4375035"/>
                  <a:pt x="1227047" y="4370731"/>
                </a:cubicBezTo>
                <a:cubicBezTo>
                  <a:pt x="1245965" y="4363733"/>
                  <a:pt x="1247136" y="4364895"/>
                  <a:pt x="1238127" y="4381728"/>
                </a:cubicBezTo>
                <a:cubicBezTo>
                  <a:pt x="1227517" y="4401554"/>
                  <a:pt x="1195932" y="4408438"/>
                  <a:pt x="1202228" y="4389553"/>
                </a:cubicBezTo>
                <a:close/>
                <a:moveTo>
                  <a:pt x="2002631" y="4385664"/>
                </a:moveTo>
                <a:cubicBezTo>
                  <a:pt x="1987197" y="4368961"/>
                  <a:pt x="1987579" y="4362450"/>
                  <a:pt x="2003993" y="4362450"/>
                </a:cubicBezTo>
                <a:cubicBezTo>
                  <a:pt x="2018446" y="4362450"/>
                  <a:pt x="2032164" y="4387892"/>
                  <a:pt x="2021265" y="4394482"/>
                </a:cubicBezTo>
                <a:cubicBezTo>
                  <a:pt x="2017564" y="4396719"/>
                  <a:pt x="2009179" y="4392751"/>
                  <a:pt x="2002631" y="4385664"/>
                </a:cubicBezTo>
                <a:close/>
                <a:moveTo>
                  <a:pt x="2728912" y="4381500"/>
                </a:moveTo>
                <a:cubicBezTo>
                  <a:pt x="2725674" y="4376261"/>
                  <a:pt x="2729708" y="4371975"/>
                  <a:pt x="2737875" y="4371975"/>
                </a:cubicBezTo>
                <a:cubicBezTo>
                  <a:pt x="2746042" y="4371975"/>
                  <a:pt x="2752725" y="4376261"/>
                  <a:pt x="2752725" y="4381500"/>
                </a:cubicBezTo>
                <a:cubicBezTo>
                  <a:pt x="2752725" y="4386738"/>
                  <a:pt x="2748691" y="4391025"/>
                  <a:pt x="2743762" y="4391025"/>
                </a:cubicBezTo>
                <a:cubicBezTo>
                  <a:pt x="2738832" y="4391025"/>
                  <a:pt x="2732150" y="4386738"/>
                  <a:pt x="2728912" y="4381500"/>
                </a:cubicBezTo>
                <a:close/>
                <a:moveTo>
                  <a:pt x="4861464" y="4320291"/>
                </a:moveTo>
                <a:cubicBezTo>
                  <a:pt x="4852798" y="4297708"/>
                  <a:pt x="4865060" y="4274901"/>
                  <a:pt x="4883914" y="4278532"/>
                </a:cubicBezTo>
                <a:cubicBezTo>
                  <a:pt x="4894459" y="4280563"/>
                  <a:pt x="4900612" y="4290427"/>
                  <a:pt x="4900612" y="4305300"/>
                </a:cubicBezTo>
                <a:cubicBezTo>
                  <a:pt x="4900612" y="4332452"/>
                  <a:pt x="4870548" y="4343964"/>
                  <a:pt x="4861464" y="4320291"/>
                </a:cubicBezTo>
                <a:close/>
                <a:moveTo>
                  <a:pt x="7844292" y="4321968"/>
                </a:moveTo>
                <a:cubicBezTo>
                  <a:pt x="7840301" y="4312800"/>
                  <a:pt x="7840301" y="4297799"/>
                  <a:pt x="7844292" y="4288631"/>
                </a:cubicBezTo>
                <a:cubicBezTo>
                  <a:pt x="7851202" y="4272756"/>
                  <a:pt x="7851737" y="4272756"/>
                  <a:pt x="7855534" y="4288631"/>
                </a:cubicBezTo>
                <a:cubicBezTo>
                  <a:pt x="7857727" y="4297799"/>
                  <a:pt x="7857727" y="4312800"/>
                  <a:pt x="7855534" y="4321968"/>
                </a:cubicBezTo>
                <a:cubicBezTo>
                  <a:pt x="7851737" y="4337843"/>
                  <a:pt x="7851202" y="4337843"/>
                  <a:pt x="7844292" y="4321968"/>
                </a:cubicBezTo>
                <a:close/>
                <a:moveTo>
                  <a:pt x="2673349" y="4298950"/>
                </a:moveTo>
                <a:cubicBezTo>
                  <a:pt x="2669857" y="4295457"/>
                  <a:pt x="2667000" y="4284384"/>
                  <a:pt x="2667000" y="4274343"/>
                </a:cubicBezTo>
                <a:cubicBezTo>
                  <a:pt x="2667000" y="4249641"/>
                  <a:pt x="2690004" y="4258439"/>
                  <a:pt x="2693856" y="4284614"/>
                </a:cubicBezTo>
                <a:cubicBezTo>
                  <a:pt x="2696802" y="4304640"/>
                  <a:pt x="2686348" y="4311948"/>
                  <a:pt x="2673349" y="4298950"/>
                </a:cubicBezTo>
                <a:close/>
                <a:moveTo>
                  <a:pt x="5002530" y="4284345"/>
                </a:moveTo>
                <a:cubicBezTo>
                  <a:pt x="4976857" y="4258672"/>
                  <a:pt x="4996871" y="4219575"/>
                  <a:pt x="5035686" y="4219575"/>
                </a:cubicBezTo>
                <a:cubicBezTo>
                  <a:pt x="5050946" y="4219575"/>
                  <a:pt x="5059199" y="4226698"/>
                  <a:pt x="5063419" y="4243511"/>
                </a:cubicBezTo>
                <a:cubicBezTo>
                  <a:pt x="5073721" y="4284558"/>
                  <a:pt x="5031235" y="4313050"/>
                  <a:pt x="5002530" y="4284345"/>
                </a:cubicBezTo>
                <a:close/>
                <a:moveTo>
                  <a:pt x="6787553" y="4245768"/>
                </a:moveTo>
                <a:cubicBezTo>
                  <a:pt x="6791423" y="4233981"/>
                  <a:pt x="6794104" y="4215765"/>
                  <a:pt x="6793510" y="4205287"/>
                </a:cubicBezTo>
                <a:cubicBezTo>
                  <a:pt x="6792446" y="4186502"/>
                  <a:pt x="6792622" y="4186494"/>
                  <a:pt x="6806165" y="4204726"/>
                </a:cubicBezTo>
                <a:cubicBezTo>
                  <a:pt x="6822894" y="4227247"/>
                  <a:pt x="6823503" y="4240736"/>
                  <a:pt x="6808470" y="4255770"/>
                </a:cubicBezTo>
                <a:cubicBezTo>
                  <a:pt x="6790248" y="4273991"/>
                  <a:pt x="6779909" y="4269047"/>
                  <a:pt x="6787553" y="4245768"/>
                </a:cubicBezTo>
                <a:close/>
                <a:moveTo>
                  <a:pt x="4782082" y="4215453"/>
                </a:moveTo>
                <a:cubicBezTo>
                  <a:pt x="4768171" y="4198692"/>
                  <a:pt x="4780045" y="4170271"/>
                  <a:pt x="4799417" y="4173960"/>
                </a:cubicBezTo>
                <a:cubicBezTo>
                  <a:pt x="4819427" y="4177771"/>
                  <a:pt x="4824973" y="4215493"/>
                  <a:pt x="4806562" y="4222559"/>
                </a:cubicBezTo>
                <a:cubicBezTo>
                  <a:pt x="4798810" y="4225533"/>
                  <a:pt x="4787794" y="4222336"/>
                  <a:pt x="4782082" y="4215453"/>
                </a:cubicBezTo>
                <a:close/>
                <a:moveTo>
                  <a:pt x="2591131" y="4172568"/>
                </a:moveTo>
                <a:cubicBezTo>
                  <a:pt x="2585225" y="4161534"/>
                  <a:pt x="2583544" y="4147408"/>
                  <a:pt x="2587395" y="4141178"/>
                </a:cubicBezTo>
                <a:cubicBezTo>
                  <a:pt x="2591804" y="4134044"/>
                  <a:pt x="2597140" y="4140110"/>
                  <a:pt x="2601808" y="4157565"/>
                </a:cubicBezTo>
                <a:cubicBezTo>
                  <a:pt x="2610956" y="4191771"/>
                  <a:pt x="2605506" y="4199429"/>
                  <a:pt x="2591131" y="4172568"/>
                </a:cubicBezTo>
                <a:close/>
                <a:moveTo>
                  <a:pt x="1952625" y="4148137"/>
                </a:moveTo>
                <a:cubicBezTo>
                  <a:pt x="1952625" y="4135040"/>
                  <a:pt x="1956911" y="4124325"/>
                  <a:pt x="1962150" y="4124325"/>
                </a:cubicBezTo>
                <a:cubicBezTo>
                  <a:pt x="1967388" y="4124325"/>
                  <a:pt x="1971675" y="4135040"/>
                  <a:pt x="1971675" y="4148137"/>
                </a:cubicBezTo>
                <a:cubicBezTo>
                  <a:pt x="1971675" y="4161234"/>
                  <a:pt x="1967388" y="4171950"/>
                  <a:pt x="1962150" y="4171950"/>
                </a:cubicBezTo>
                <a:cubicBezTo>
                  <a:pt x="1956911" y="4171950"/>
                  <a:pt x="1952625" y="4161234"/>
                  <a:pt x="1952625" y="4148137"/>
                </a:cubicBezTo>
                <a:close/>
                <a:moveTo>
                  <a:pt x="4908994" y="4158118"/>
                </a:moveTo>
                <a:cubicBezTo>
                  <a:pt x="4901726" y="4139177"/>
                  <a:pt x="4912493" y="4124325"/>
                  <a:pt x="4933493" y="4124325"/>
                </a:cubicBezTo>
                <a:cubicBezTo>
                  <a:pt x="4952217" y="4124325"/>
                  <a:pt x="4962321" y="4140675"/>
                  <a:pt x="4955565" y="4160043"/>
                </a:cubicBezTo>
                <a:cubicBezTo>
                  <a:pt x="4949836" y="4176469"/>
                  <a:pt x="4915491" y="4175049"/>
                  <a:pt x="4908994" y="4158118"/>
                </a:cubicBezTo>
                <a:close/>
                <a:moveTo>
                  <a:pt x="1370901" y="4131358"/>
                </a:moveTo>
                <a:cubicBezTo>
                  <a:pt x="1363576" y="4115281"/>
                  <a:pt x="1363030" y="4101876"/>
                  <a:pt x="1369248" y="4090765"/>
                </a:cubicBezTo>
                <a:cubicBezTo>
                  <a:pt x="1376954" y="4076994"/>
                  <a:pt x="1379665" y="4080219"/>
                  <a:pt x="1385205" y="4109749"/>
                </a:cubicBezTo>
                <a:cubicBezTo>
                  <a:pt x="1393301" y="4152909"/>
                  <a:pt x="1385850" y="4164167"/>
                  <a:pt x="1370901" y="4131358"/>
                </a:cubicBezTo>
                <a:close/>
                <a:moveTo>
                  <a:pt x="6892925" y="4079875"/>
                </a:moveTo>
                <a:cubicBezTo>
                  <a:pt x="6883895" y="4070845"/>
                  <a:pt x="6885055" y="4040663"/>
                  <a:pt x="6894659" y="4034727"/>
                </a:cubicBezTo>
                <a:cubicBezTo>
                  <a:pt x="6899106" y="4031979"/>
                  <a:pt x="6903106" y="4042442"/>
                  <a:pt x="6903547" y="4057977"/>
                </a:cubicBezTo>
                <a:cubicBezTo>
                  <a:pt x="6904392" y="4087701"/>
                  <a:pt x="6903203" y="4090153"/>
                  <a:pt x="6892925" y="4079875"/>
                </a:cubicBezTo>
                <a:close/>
                <a:moveTo>
                  <a:pt x="8779130" y="4050506"/>
                </a:moveTo>
                <a:cubicBezTo>
                  <a:pt x="8771757" y="4012934"/>
                  <a:pt x="8787191" y="4002623"/>
                  <a:pt x="8809927" y="4029931"/>
                </a:cubicBezTo>
                <a:cubicBezTo>
                  <a:pt x="8835510" y="4060657"/>
                  <a:pt x="8834497" y="4076700"/>
                  <a:pt x="8806972" y="4076700"/>
                </a:cubicBezTo>
                <a:cubicBezTo>
                  <a:pt x="8789803" y="4076700"/>
                  <a:pt x="8783018" y="4070316"/>
                  <a:pt x="8779130" y="4050506"/>
                </a:cubicBezTo>
                <a:close/>
                <a:moveTo>
                  <a:pt x="4829601" y="4048921"/>
                </a:moveTo>
                <a:cubicBezTo>
                  <a:pt x="4821160" y="4033150"/>
                  <a:pt x="4823023" y="4025701"/>
                  <a:pt x="4839540" y="4009184"/>
                </a:cubicBezTo>
                <a:lnTo>
                  <a:pt x="4859866" y="3988858"/>
                </a:lnTo>
                <a:lnTo>
                  <a:pt x="4880107" y="4009099"/>
                </a:lnTo>
                <a:cubicBezTo>
                  <a:pt x="4896083" y="4025074"/>
                  <a:pt x="4898163" y="4032824"/>
                  <a:pt x="4889982" y="4045876"/>
                </a:cubicBezTo>
                <a:cubicBezTo>
                  <a:pt x="4874698" y="4070259"/>
                  <a:pt x="4841905" y="4071912"/>
                  <a:pt x="4829601" y="4048921"/>
                </a:cubicBezTo>
                <a:close/>
                <a:moveTo>
                  <a:pt x="5003786" y="4052148"/>
                </a:moveTo>
                <a:cubicBezTo>
                  <a:pt x="5000614" y="4043884"/>
                  <a:pt x="5005035" y="4030107"/>
                  <a:pt x="5013610" y="4021532"/>
                </a:cubicBezTo>
                <a:cubicBezTo>
                  <a:pt x="5033103" y="4002039"/>
                  <a:pt x="5062552" y="4024593"/>
                  <a:pt x="5052343" y="4051196"/>
                </a:cubicBezTo>
                <a:cubicBezTo>
                  <a:pt x="5044588" y="4071405"/>
                  <a:pt x="5011425" y="4072056"/>
                  <a:pt x="5003786" y="4052148"/>
                </a:cubicBezTo>
                <a:close/>
                <a:moveTo>
                  <a:pt x="7839075" y="4037580"/>
                </a:moveTo>
                <a:cubicBezTo>
                  <a:pt x="7839075" y="4014748"/>
                  <a:pt x="7835697" y="4009282"/>
                  <a:pt x="7824292" y="4013659"/>
                </a:cubicBezTo>
                <a:cubicBezTo>
                  <a:pt x="7815816" y="4016912"/>
                  <a:pt x="7811992" y="4015315"/>
                  <a:pt x="7815329" y="4009915"/>
                </a:cubicBezTo>
                <a:cubicBezTo>
                  <a:pt x="7830618" y="3985178"/>
                  <a:pt x="7858125" y="4000553"/>
                  <a:pt x="7858125" y="4033837"/>
                </a:cubicBezTo>
                <a:cubicBezTo>
                  <a:pt x="7858125" y="4052173"/>
                  <a:pt x="7853838" y="4067175"/>
                  <a:pt x="7848600" y="4067175"/>
                </a:cubicBezTo>
                <a:cubicBezTo>
                  <a:pt x="7843361" y="4067175"/>
                  <a:pt x="7839075" y="4053857"/>
                  <a:pt x="7839075" y="4037580"/>
                </a:cubicBezTo>
                <a:close/>
                <a:moveTo>
                  <a:pt x="4670536" y="3976276"/>
                </a:moveTo>
                <a:cubicBezTo>
                  <a:pt x="4667434" y="3968192"/>
                  <a:pt x="4667465" y="3959009"/>
                  <a:pt x="4670605" y="3955869"/>
                </a:cubicBezTo>
                <a:cubicBezTo>
                  <a:pt x="4678841" y="3947633"/>
                  <a:pt x="4706142" y="3972461"/>
                  <a:pt x="4699920" y="3982529"/>
                </a:cubicBezTo>
                <a:cubicBezTo>
                  <a:pt x="4691790" y="3995683"/>
                  <a:pt x="4676756" y="3992483"/>
                  <a:pt x="4670536" y="3976276"/>
                </a:cubicBezTo>
                <a:close/>
                <a:moveTo>
                  <a:pt x="1958248" y="3946922"/>
                </a:moveTo>
                <a:cubicBezTo>
                  <a:pt x="1949664" y="3924551"/>
                  <a:pt x="1969421" y="3905347"/>
                  <a:pt x="1981441" y="3924379"/>
                </a:cubicBezTo>
                <a:cubicBezTo>
                  <a:pt x="1986377" y="3932193"/>
                  <a:pt x="1989145" y="3942605"/>
                  <a:pt x="1987593" y="3947517"/>
                </a:cubicBezTo>
                <a:cubicBezTo>
                  <a:pt x="1982443" y="3963813"/>
                  <a:pt x="1964591" y="3963451"/>
                  <a:pt x="1958248" y="3946922"/>
                </a:cubicBezTo>
                <a:close/>
                <a:moveTo>
                  <a:pt x="4937148" y="3947472"/>
                </a:moveTo>
                <a:cubicBezTo>
                  <a:pt x="4929210" y="3926784"/>
                  <a:pt x="4949364" y="3907329"/>
                  <a:pt x="4963789" y="3921754"/>
                </a:cubicBezTo>
                <a:cubicBezTo>
                  <a:pt x="4975982" y="3933947"/>
                  <a:pt x="4968428" y="3962400"/>
                  <a:pt x="4953000" y="3962400"/>
                </a:cubicBezTo>
                <a:cubicBezTo>
                  <a:pt x="4947432" y="3962400"/>
                  <a:pt x="4940299" y="3955682"/>
                  <a:pt x="4937148" y="3947472"/>
                </a:cubicBezTo>
                <a:close/>
                <a:moveTo>
                  <a:pt x="4784981" y="3919502"/>
                </a:moveTo>
                <a:cubicBezTo>
                  <a:pt x="4776880" y="3898393"/>
                  <a:pt x="4805942" y="3868682"/>
                  <a:pt x="4820475" y="3883215"/>
                </a:cubicBezTo>
                <a:cubicBezTo>
                  <a:pt x="4835297" y="3898037"/>
                  <a:pt x="4827337" y="3928238"/>
                  <a:pt x="4807605" y="3932038"/>
                </a:cubicBezTo>
                <a:cubicBezTo>
                  <a:pt x="4798482" y="3933795"/>
                  <a:pt x="4788301" y="3928154"/>
                  <a:pt x="4784981" y="3919502"/>
                </a:cubicBezTo>
                <a:close/>
                <a:moveTo>
                  <a:pt x="6962775" y="3918911"/>
                </a:moveTo>
                <a:cubicBezTo>
                  <a:pt x="6962775" y="3896789"/>
                  <a:pt x="6981513" y="3865833"/>
                  <a:pt x="6991259" y="3871856"/>
                </a:cubicBezTo>
                <a:cubicBezTo>
                  <a:pt x="7001530" y="3878204"/>
                  <a:pt x="6983677" y="3933825"/>
                  <a:pt x="6971368" y="3933825"/>
                </a:cubicBezTo>
                <a:cubicBezTo>
                  <a:pt x="6966641" y="3933825"/>
                  <a:pt x="6962775" y="3927113"/>
                  <a:pt x="6962775" y="3918911"/>
                </a:cubicBezTo>
                <a:close/>
                <a:moveTo>
                  <a:pt x="7791450" y="3910574"/>
                </a:moveTo>
                <a:cubicBezTo>
                  <a:pt x="7791450" y="3897168"/>
                  <a:pt x="7795736" y="3886200"/>
                  <a:pt x="7800975" y="3886200"/>
                </a:cubicBezTo>
                <a:cubicBezTo>
                  <a:pt x="7806213" y="3886200"/>
                  <a:pt x="7810500" y="3894519"/>
                  <a:pt x="7810500" y="3904687"/>
                </a:cubicBezTo>
                <a:cubicBezTo>
                  <a:pt x="7810500" y="3914856"/>
                  <a:pt x="7806213" y="3925824"/>
                  <a:pt x="7800975" y="3929062"/>
                </a:cubicBezTo>
                <a:cubicBezTo>
                  <a:pt x="7795572" y="3932401"/>
                  <a:pt x="7791450" y="3924398"/>
                  <a:pt x="7791450" y="3910574"/>
                </a:cubicBezTo>
                <a:close/>
                <a:moveTo>
                  <a:pt x="8753475" y="3910012"/>
                </a:moveTo>
                <a:cubicBezTo>
                  <a:pt x="8753475" y="3901281"/>
                  <a:pt x="8758082" y="3895673"/>
                  <a:pt x="8763714" y="3897550"/>
                </a:cubicBezTo>
                <a:cubicBezTo>
                  <a:pt x="8769346" y="3899427"/>
                  <a:pt x="8773953" y="3905035"/>
                  <a:pt x="8773953" y="3910012"/>
                </a:cubicBezTo>
                <a:cubicBezTo>
                  <a:pt x="8773953" y="3914989"/>
                  <a:pt x="8769346" y="3920597"/>
                  <a:pt x="8763714" y="3922474"/>
                </a:cubicBezTo>
                <a:cubicBezTo>
                  <a:pt x="8758082" y="3924351"/>
                  <a:pt x="8753475" y="3918743"/>
                  <a:pt x="8753475" y="3910012"/>
                </a:cubicBezTo>
                <a:close/>
                <a:moveTo>
                  <a:pt x="1398718" y="3885097"/>
                </a:moveTo>
                <a:cubicBezTo>
                  <a:pt x="1403139" y="3873146"/>
                  <a:pt x="1411698" y="3861721"/>
                  <a:pt x="1417738" y="3859708"/>
                </a:cubicBezTo>
                <a:cubicBezTo>
                  <a:pt x="1425376" y="3857162"/>
                  <a:pt x="1426272" y="3862663"/>
                  <a:pt x="1420681" y="3877777"/>
                </a:cubicBezTo>
                <a:cubicBezTo>
                  <a:pt x="1416260" y="3889728"/>
                  <a:pt x="1407701" y="3901153"/>
                  <a:pt x="1401661" y="3903166"/>
                </a:cubicBezTo>
                <a:cubicBezTo>
                  <a:pt x="1394023" y="3905712"/>
                  <a:pt x="1393127" y="3900211"/>
                  <a:pt x="1398718" y="3885097"/>
                </a:cubicBezTo>
                <a:close/>
                <a:moveTo>
                  <a:pt x="5047968" y="3890623"/>
                </a:moveTo>
                <a:cubicBezTo>
                  <a:pt x="5030662" y="3869770"/>
                  <a:pt x="5047373" y="3843337"/>
                  <a:pt x="5077863" y="3843337"/>
                </a:cubicBezTo>
                <a:cubicBezTo>
                  <a:pt x="5096817" y="3843337"/>
                  <a:pt x="5100637" y="3848129"/>
                  <a:pt x="5100637" y="3871912"/>
                </a:cubicBezTo>
                <a:cubicBezTo>
                  <a:pt x="5100637" y="3905365"/>
                  <a:pt x="5069410" y="3916459"/>
                  <a:pt x="5047968" y="3890623"/>
                </a:cubicBezTo>
                <a:close/>
                <a:moveTo>
                  <a:pt x="2472444" y="3860794"/>
                </a:moveTo>
                <a:cubicBezTo>
                  <a:pt x="2469092" y="3852060"/>
                  <a:pt x="2470777" y="3840487"/>
                  <a:pt x="2476187" y="3835077"/>
                </a:cubicBezTo>
                <a:cubicBezTo>
                  <a:pt x="2482954" y="3828310"/>
                  <a:pt x="2486025" y="3833268"/>
                  <a:pt x="2486025" y="3850957"/>
                </a:cubicBezTo>
                <a:cubicBezTo>
                  <a:pt x="2486025" y="3880340"/>
                  <a:pt x="2481267" y="3883786"/>
                  <a:pt x="2472444" y="3860794"/>
                </a:cubicBezTo>
                <a:close/>
                <a:moveTo>
                  <a:pt x="4724400" y="3839741"/>
                </a:moveTo>
                <a:cubicBezTo>
                  <a:pt x="4724400" y="3828121"/>
                  <a:pt x="4730475" y="3819525"/>
                  <a:pt x="4738687" y="3819525"/>
                </a:cubicBezTo>
                <a:cubicBezTo>
                  <a:pt x="4746545" y="3819525"/>
                  <a:pt x="4752975" y="3823286"/>
                  <a:pt x="4752975" y="3827883"/>
                </a:cubicBezTo>
                <a:cubicBezTo>
                  <a:pt x="4752975" y="3832481"/>
                  <a:pt x="4746545" y="3841578"/>
                  <a:pt x="4738687" y="3848100"/>
                </a:cubicBezTo>
                <a:cubicBezTo>
                  <a:pt x="4726750" y="3858006"/>
                  <a:pt x="4724400" y="3856631"/>
                  <a:pt x="4724400" y="3839741"/>
                </a:cubicBezTo>
                <a:close/>
                <a:moveTo>
                  <a:pt x="8663284" y="3835782"/>
                </a:moveTo>
                <a:cubicBezTo>
                  <a:pt x="8659207" y="3826389"/>
                  <a:pt x="8658544" y="3816030"/>
                  <a:pt x="8661810" y="3812764"/>
                </a:cubicBezTo>
                <a:cubicBezTo>
                  <a:pt x="8671483" y="3803091"/>
                  <a:pt x="8679280" y="3816678"/>
                  <a:pt x="8674828" y="3835448"/>
                </a:cubicBezTo>
                <a:cubicBezTo>
                  <a:pt x="8670881" y="3852087"/>
                  <a:pt x="8670368" y="3852102"/>
                  <a:pt x="8663284" y="3835782"/>
                </a:cubicBezTo>
                <a:close/>
                <a:moveTo>
                  <a:pt x="4898122" y="3831432"/>
                </a:moveTo>
                <a:cubicBezTo>
                  <a:pt x="4854743" y="3816838"/>
                  <a:pt x="4868156" y="3752850"/>
                  <a:pt x="4914593" y="3752850"/>
                </a:cubicBezTo>
                <a:cubicBezTo>
                  <a:pt x="4933825" y="3752850"/>
                  <a:pt x="4944023" y="3758624"/>
                  <a:pt x="4948237" y="3771900"/>
                </a:cubicBezTo>
                <a:cubicBezTo>
                  <a:pt x="4960554" y="3810706"/>
                  <a:pt x="4933178" y="3843226"/>
                  <a:pt x="4898122" y="3831432"/>
                </a:cubicBezTo>
                <a:close/>
                <a:moveTo>
                  <a:pt x="1473199" y="3803042"/>
                </a:moveTo>
                <a:cubicBezTo>
                  <a:pt x="1465787" y="3791049"/>
                  <a:pt x="1476526" y="3752850"/>
                  <a:pt x="1487309" y="3752850"/>
                </a:cubicBezTo>
                <a:cubicBezTo>
                  <a:pt x="1492102" y="3752850"/>
                  <a:pt x="1498617" y="3759611"/>
                  <a:pt x="1501788" y="3767876"/>
                </a:cubicBezTo>
                <a:cubicBezTo>
                  <a:pt x="1508185" y="3784545"/>
                  <a:pt x="1481814" y="3816981"/>
                  <a:pt x="1473199" y="3803042"/>
                </a:cubicBezTo>
                <a:close/>
                <a:moveTo>
                  <a:pt x="6986683" y="3772055"/>
                </a:moveTo>
                <a:cubicBezTo>
                  <a:pt x="6979658" y="3760688"/>
                  <a:pt x="6988574" y="3743325"/>
                  <a:pt x="7001437" y="3743325"/>
                </a:cubicBezTo>
                <a:cubicBezTo>
                  <a:pt x="7013027" y="3743325"/>
                  <a:pt x="7013102" y="3769105"/>
                  <a:pt x="7001533" y="3776255"/>
                </a:cubicBezTo>
                <a:cubicBezTo>
                  <a:pt x="6996656" y="3779269"/>
                  <a:pt x="6989974" y="3777379"/>
                  <a:pt x="6986683" y="3772055"/>
                </a:cubicBezTo>
                <a:close/>
                <a:moveTo>
                  <a:pt x="4766214" y="3720216"/>
                </a:moveTo>
                <a:cubicBezTo>
                  <a:pt x="4757548" y="3697633"/>
                  <a:pt x="4769810" y="3674826"/>
                  <a:pt x="4788664" y="3678457"/>
                </a:cubicBezTo>
                <a:cubicBezTo>
                  <a:pt x="4799209" y="3680488"/>
                  <a:pt x="4805362" y="3690352"/>
                  <a:pt x="4805362" y="3705225"/>
                </a:cubicBezTo>
                <a:cubicBezTo>
                  <a:pt x="4805362" y="3732377"/>
                  <a:pt x="4775298" y="3743889"/>
                  <a:pt x="4766214" y="3720216"/>
                </a:cubicBezTo>
                <a:close/>
                <a:moveTo>
                  <a:pt x="8633758" y="3684911"/>
                </a:moveTo>
                <a:cubicBezTo>
                  <a:pt x="8621023" y="3660282"/>
                  <a:pt x="8620564" y="3653654"/>
                  <a:pt x="8631133" y="3646956"/>
                </a:cubicBezTo>
                <a:cubicBezTo>
                  <a:pt x="8651255" y="3634203"/>
                  <a:pt x="8654384" y="3636451"/>
                  <a:pt x="8665096" y="3671354"/>
                </a:cubicBezTo>
                <a:cubicBezTo>
                  <a:pt x="8681009" y="3723204"/>
                  <a:pt x="8658578" y="3732907"/>
                  <a:pt x="8633758" y="3684911"/>
                </a:cubicBezTo>
                <a:close/>
                <a:moveTo>
                  <a:pt x="2406650" y="3689350"/>
                </a:moveTo>
                <a:cubicBezTo>
                  <a:pt x="2392385" y="3675085"/>
                  <a:pt x="2399654" y="3654731"/>
                  <a:pt x="2414587" y="3667125"/>
                </a:cubicBezTo>
                <a:cubicBezTo>
                  <a:pt x="2422445" y="3673646"/>
                  <a:pt x="2428875" y="3682743"/>
                  <a:pt x="2428875" y="3687341"/>
                </a:cubicBezTo>
                <a:cubicBezTo>
                  <a:pt x="2428875" y="3697204"/>
                  <a:pt x="2415695" y="3698395"/>
                  <a:pt x="2406650" y="3689350"/>
                </a:cubicBezTo>
                <a:close/>
                <a:moveTo>
                  <a:pt x="1965769" y="3672343"/>
                </a:moveTo>
                <a:cubicBezTo>
                  <a:pt x="1957149" y="3649879"/>
                  <a:pt x="1970936" y="3636450"/>
                  <a:pt x="1986569" y="3652084"/>
                </a:cubicBezTo>
                <a:cubicBezTo>
                  <a:pt x="1994093" y="3659608"/>
                  <a:pt x="2000250" y="3670356"/>
                  <a:pt x="2000250" y="3675969"/>
                </a:cubicBezTo>
                <a:cubicBezTo>
                  <a:pt x="2000250" y="3691253"/>
                  <a:pt x="1971881" y="3688269"/>
                  <a:pt x="1965769" y="3672343"/>
                </a:cubicBezTo>
                <a:close/>
                <a:moveTo>
                  <a:pt x="4947094" y="3672343"/>
                </a:moveTo>
                <a:cubicBezTo>
                  <a:pt x="4940459" y="3655052"/>
                  <a:pt x="4950096" y="3638550"/>
                  <a:pt x="4966830" y="3638550"/>
                </a:cubicBezTo>
                <a:cubicBezTo>
                  <a:pt x="4981400" y="3638550"/>
                  <a:pt x="4990238" y="3656787"/>
                  <a:pt x="4984140" y="3674268"/>
                </a:cubicBezTo>
                <a:cubicBezTo>
                  <a:pt x="4978449" y="3690584"/>
                  <a:pt x="4953598" y="3689293"/>
                  <a:pt x="4947094" y="3672343"/>
                </a:cubicBezTo>
                <a:close/>
                <a:moveTo>
                  <a:pt x="7007058" y="3650224"/>
                </a:moveTo>
                <a:cubicBezTo>
                  <a:pt x="7000309" y="3608635"/>
                  <a:pt x="7007191" y="3598724"/>
                  <a:pt x="7025466" y="3623716"/>
                </a:cubicBezTo>
                <a:cubicBezTo>
                  <a:pt x="7042637" y="3647200"/>
                  <a:pt x="7042799" y="3673144"/>
                  <a:pt x="7025815" y="3679661"/>
                </a:cubicBezTo>
                <a:cubicBezTo>
                  <a:pt x="7016621" y="3683189"/>
                  <a:pt x="7010968" y="3674316"/>
                  <a:pt x="7007058" y="3650224"/>
                </a:cubicBezTo>
                <a:close/>
                <a:moveTo>
                  <a:pt x="4816733" y="3632458"/>
                </a:moveTo>
                <a:cubicBezTo>
                  <a:pt x="4809124" y="3624849"/>
                  <a:pt x="4817726" y="3609975"/>
                  <a:pt x="4829737" y="3609975"/>
                </a:cubicBezTo>
                <a:cubicBezTo>
                  <a:pt x="4834666" y="3609975"/>
                  <a:pt x="4838700" y="3616404"/>
                  <a:pt x="4838700" y="3624262"/>
                </a:cubicBezTo>
                <a:cubicBezTo>
                  <a:pt x="4838700" y="3638992"/>
                  <a:pt x="4827460" y="3643185"/>
                  <a:pt x="4816733" y="3632458"/>
                </a:cubicBezTo>
                <a:close/>
                <a:moveTo>
                  <a:pt x="7800975" y="3624824"/>
                </a:moveTo>
                <a:cubicBezTo>
                  <a:pt x="7800975" y="3616657"/>
                  <a:pt x="7805261" y="3609975"/>
                  <a:pt x="7810500" y="3609975"/>
                </a:cubicBezTo>
                <a:cubicBezTo>
                  <a:pt x="7815738" y="3609975"/>
                  <a:pt x="7820025" y="3614008"/>
                  <a:pt x="7820025" y="3618937"/>
                </a:cubicBezTo>
                <a:cubicBezTo>
                  <a:pt x="7820025" y="3623867"/>
                  <a:pt x="7815738" y="3630549"/>
                  <a:pt x="7810500" y="3633787"/>
                </a:cubicBezTo>
                <a:cubicBezTo>
                  <a:pt x="7805261" y="3637025"/>
                  <a:pt x="7800975" y="3632991"/>
                  <a:pt x="7800975" y="3624824"/>
                </a:cubicBezTo>
                <a:close/>
                <a:moveTo>
                  <a:pt x="5053467" y="3598068"/>
                </a:moveTo>
                <a:cubicBezTo>
                  <a:pt x="5049476" y="3588900"/>
                  <a:pt x="5049476" y="3573899"/>
                  <a:pt x="5053467" y="3564731"/>
                </a:cubicBezTo>
                <a:cubicBezTo>
                  <a:pt x="5060377" y="3548856"/>
                  <a:pt x="5060912" y="3548856"/>
                  <a:pt x="5064709" y="3564731"/>
                </a:cubicBezTo>
                <a:cubicBezTo>
                  <a:pt x="5066902" y="3573899"/>
                  <a:pt x="5066902" y="3588900"/>
                  <a:pt x="5064709" y="3598068"/>
                </a:cubicBezTo>
                <a:cubicBezTo>
                  <a:pt x="5060912" y="3613943"/>
                  <a:pt x="5060377" y="3613943"/>
                  <a:pt x="5053467" y="3598068"/>
                </a:cubicBezTo>
                <a:close/>
                <a:moveTo>
                  <a:pt x="1520555" y="3576637"/>
                </a:moveTo>
                <a:cubicBezTo>
                  <a:pt x="1523570" y="3568779"/>
                  <a:pt x="1529731" y="3562350"/>
                  <a:pt x="1534245" y="3562350"/>
                </a:cubicBezTo>
                <a:cubicBezTo>
                  <a:pt x="1538758" y="3562350"/>
                  <a:pt x="1539984" y="3568779"/>
                  <a:pt x="1536969" y="3576637"/>
                </a:cubicBezTo>
                <a:cubicBezTo>
                  <a:pt x="1533954" y="3584495"/>
                  <a:pt x="1527793" y="3590925"/>
                  <a:pt x="1523279" y="3590925"/>
                </a:cubicBezTo>
                <a:cubicBezTo>
                  <a:pt x="1518766" y="3590925"/>
                  <a:pt x="1517540" y="3584495"/>
                  <a:pt x="1520555" y="3576637"/>
                </a:cubicBezTo>
                <a:close/>
                <a:moveTo>
                  <a:pt x="2362200" y="3567674"/>
                </a:moveTo>
                <a:cubicBezTo>
                  <a:pt x="2362200" y="3559507"/>
                  <a:pt x="2366486" y="3552825"/>
                  <a:pt x="2371725" y="3552825"/>
                </a:cubicBezTo>
                <a:cubicBezTo>
                  <a:pt x="2376963" y="3552825"/>
                  <a:pt x="2381250" y="3556858"/>
                  <a:pt x="2381250" y="3561787"/>
                </a:cubicBezTo>
                <a:cubicBezTo>
                  <a:pt x="2381250" y="3566717"/>
                  <a:pt x="2376963" y="3573399"/>
                  <a:pt x="2371725" y="3576637"/>
                </a:cubicBezTo>
                <a:cubicBezTo>
                  <a:pt x="2366486" y="3579875"/>
                  <a:pt x="2362200" y="3575841"/>
                  <a:pt x="2362200" y="3567674"/>
                </a:cubicBezTo>
                <a:close/>
                <a:moveTo>
                  <a:pt x="4870743" y="3567176"/>
                </a:moveTo>
                <a:cubicBezTo>
                  <a:pt x="4867444" y="3558578"/>
                  <a:pt x="4869312" y="3546977"/>
                  <a:pt x="4874895" y="3541395"/>
                </a:cubicBezTo>
                <a:cubicBezTo>
                  <a:pt x="4889407" y="3526882"/>
                  <a:pt x="4916904" y="3540146"/>
                  <a:pt x="4913113" y="3559830"/>
                </a:cubicBezTo>
                <a:cubicBezTo>
                  <a:pt x="4908890" y="3581755"/>
                  <a:pt x="4878369" y="3587047"/>
                  <a:pt x="4870743" y="3567176"/>
                </a:cubicBezTo>
                <a:close/>
                <a:moveTo>
                  <a:pt x="7096270" y="3574256"/>
                </a:moveTo>
                <a:cubicBezTo>
                  <a:pt x="7096351" y="3570327"/>
                  <a:pt x="7100571" y="3560683"/>
                  <a:pt x="7105650" y="3552825"/>
                </a:cubicBezTo>
                <a:cubicBezTo>
                  <a:pt x="7113116" y="3541271"/>
                  <a:pt x="7114911" y="3542638"/>
                  <a:pt x="7115029" y="3559968"/>
                </a:cubicBezTo>
                <a:cubicBezTo>
                  <a:pt x="7115109" y="3571755"/>
                  <a:pt x="7110888" y="3581400"/>
                  <a:pt x="7105650" y="3581400"/>
                </a:cubicBezTo>
                <a:cubicBezTo>
                  <a:pt x="7100411" y="3581400"/>
                  <a:pt x="7096190" y="3578185"/>
                  <a:pt x="7096270" y="3574256"/>
                </a:cubicBezTo>
                <a:close/>
                <a:moveTo>
                  <a:pt x="4792757" y="3499077"/>
                </a:moveTo>
                <a:cubicBezTo>
                  <a:pt x="4797710" y="3473911"/>
                  <a:pt x="4824976" y="3461282"/>
                  <a:pt x="4842664" y="3475962"/>
                </a:cubicBezTo>
                <a:cubicBezTo>
                  <a:pt x="4869008" y="3497826"/>
                  <a:pt x="4860747" y="3514725"/>
                  <a:pt x="4823714" y="3514725"/>
                </a:cubicBezTo>
                <a:cubicBezTo>
                  <a:pt x="4797245" y="3514725"/>
                  <a:pt x="4790362" y="3511246"/>
                  <a:pt x="4792757" y="3499077"/>
                </a:cubicBezTo>
                <a:close/>
                <a:moveTo>
                  <a:pt x="7772400" y="3505880"/>
                </a:moveTo>
                <a:cubicBezTo>
                  <a:pt x="7772400" y="3495016"/>
                  <a:pt x="7799477" y="3467100"/>
                  <a:pt x="7810014" y="3467100"/>
                </a:cubicBezTo>
                <a:cubicBezTo>
                  <a:pt x="7814237" y="3467100"/>
                  <a:pt x="7823028" y="3473529"/>
                  <a:pt x="7829550" y="3481387"/>
                </a:cubicBezTo>
                <a:cubicBezTo>
                  <a:pt x="7841085" y="3495286"/>
                  <a:pt x="7833423" y="3500798"/>
                  <a:pt x="7808118" y="3496802"/>
                </a:cubicBezTo>
                <a:cubicBezTo>
                  <a:pt x="7804189" y="3496182"/>
                  <a:pt x="7800975" y="3499961"/>
                  <a:pt x="7800975" y="3505200"/>
                </a:cubicBezTo>
                <a:cubicBezTo>
                  <a:pt x="7800975" y="3510438"/>
                  <a:pt x="7794545" y="3514725"/>
                  <a:pt x="7786687" y="3514725"/>
                </a:cubicBezTo>
                <a:cubicBezTo>
                  <a:pt x="7778829" y="3514725"/>
                  <a:pt x="7772400" y="3510744"/>
                  <a:pt x="7772400" y="3505880"/>
                </a:cubicBezTo>
                <a:close/>
                <a:moveTo>
                  <a:pt x="5042169" y="3462337"/>
                </a:moveTo>
                <a:cubicBezTo>
                  <a:pt x="5035356" y="3444583"/>
                  <a:pt x="5044323" y="3419475"/>
                  <a:pt x="5057476" y="3419475"/>
                </a:cubicBezTo>
                <a:cubicBezTo>
                  <a:pt x="5062879" y="3419475"/>
                  <a:pt x="5067300" y="3432333"/>
                  <a:pt x="5067300" y="3448050"/>
                </a:cubicBezTo>
                <a:cubicBezTo>
                  <a:pt x="5067300" y="3477960"/>
                  <a:pt x="5051591" y="3486890"/>
                  <a:pt x="5042169" y="3462337"/>
                </a:cubicBezTo>
                <a:close/>
                <a:moveTo>
                  <a:pt x="4899048" y="3452172"/>
                </a:moveTo>
                <a:cubicBezTo>
                  <a:pt x="4895898" y="3443961"/>
                  <a:pt x="4897994" y="3432570"/>
                  <a:pt x="4903706" y="3426858"/>
                </a:cubicBezTo>
                <a:cubicBezTo>
                  <a:pt x="4917459" y="3413105"/>
                  <a:pt x="4944390" y="3434581"/>
                  <a:pt x="4937127" y="3453508"/>
                </a:cubicBezTo>
                <a:cubicBezTo>
                  <a:pt x="4930159" y="3471666"/>
                  <a:pt x="4906206" y="3470825"/>
                  <a:pt x="4899048" y="3452172"/>
                </a:cubicBezTo>
                <a:close/>
                <a:moveTo>
                  <a:pt x="8534001" y="3428255"/>
                </a:moveTo>
                <a:cubicBezTo>
                  <a:pt x="8522837" y="3407395"/>
                  <a:pt x="8527662" y="3381375"/>
                  <a:pt x="8542694" y="3381375"/>
                </a:cubicBezTo>
                <a:cubicBezTo>
                  <a:pt x="8549729" y="3381375"/>
                  <a:pt x="8572500" y="3429760"/>
                  <a:pt x="8572500" y="3444708"/>
                </a:cubicBezTo>
                <a:cubicBezTo>
                  <a:pt x="8572500" y="3457135"/>
                  <a:pt x="8542624" y="3444367"/>
                  <a:pt x="8534001" y="3428255"/>
                </a:cubicBezTo>
                <a:close/>
                <a:moveTo>
                  <a:pt x="1609825" y="3395783"/>
                </a:moveTo>
                <a:cubicBezTo>
                  <a:pt x="1597057" y="3380398"/>
                  <a:pt x="1603013" y="3352800"/>
                  <a:pt x="1619102" y="3352800"/>
                </a:cubicBezTo>
                <a:cubicBezTo>
                  <a:pt x="1624588" y="3352800"/>
                  <a:pt x="1628097" y="3365658"/>
                  <a:pt x="1626900" y="3381375"/>
                </a:cubicBezTo>
                <a:cubicBezTo>
                  <a:pt x="1624366" y="3414627"/>
                  <a:pt x="1625012" y="3414082"/>
                  <a:pt x="1609825" y="3395783"/>
                </a:cubicBezTo>
                <a:close/>
                <a:moveTo>
                  <a:pt x="7134225" y="3403067"/>
                </a:moveTo>
                <a:cubicBezTo>
                  <a:pt x="7134225" y="3391082"/>
                  <a:pt x="7161450" y="3367325"/>
                  <a:pt x="7167851" y="3373726"/>
                </a:cubicBezTo>
                <a:cubicBezTo>
                  <a:pt x="7170375" y="3376250"/>
                  <a:pt x="7163843" y="3386098"/>
                  <a:pt x="7153333" y="3395609"/>
                </a:cubicBezTo>
                <a:cubicBezTo>
                  <a:pt x="7142823" y="3405120"/>
                  <a:pt x="7134225" y="3408476"/>
                  <a:pt x="7134225" y="3403067"/>
                </a:cubicBezTo>
                <a:close/>
                <a:moveTo>
                  <a:pt x="4806950" y="3384550"/>
                </a:moveTo>
                <a:cubicBezTo>
                  <a:pt x="4792994" y="3370594"/>
                  <a:pt x="4801028" y="3343275"/>
                  <a:pt x="4819087" y="3343275"/>
                </a:cubicBezTo>
                <a:cubicBezTo>
                  <a:pt x="4841530" y="3343275"/>
                  <a:pt x="4850276" y="3355420"/>
                  <a:pt x="4842474" y="3375752"/>
                </a:cubicBezTo>
                <a:cubicBezTo>
                  <a:pt x="4836506" y="3391304"/>
                  <a:pt x="4818230" y="3395830"/>
                  <a:pt x="4806950" y="3384550"/>
                </a:cubicBezTo>
                <a:close/>
                <a:moveTo>
                  <a:pt x="7791450" y="3366389"/>
                </a:moveTo>
                <a:cubicBezTo>
                  <a:pt x="7791450" y="3339896"/>
                  <a:pt x="7819190" y="3335969"/>
                  <a:pt x="7827615" y="3361269"/>
                </a:cubicBezTo>
                <a:cubicBezTo>
                  <a:pt x="7830289" y="3369300"/>
                  <a:pt x="7827791" y="3371887"/>
                  <a:pt x="7821260" y="3367851"/>
                </a:cubicBezTo>
                <a:cubicBezTo>
                  <a:pt x="7815020" y="3363994"/>
                  <a:pt x="7810500" y="3367439"/>
                  <a:pt x="7810500" y="3376050"/>
                </a:cubicBezTo>
                <a:cubicBezTo>
                  <a:pt x="7810500" y="3384217"/>
                  <a:pt x="7806213" y="3390900"/>
                  <a:pt x="7800975" y="3390900"/>
                </a:cubicBezTo>
                <a:cubicBezTo>
                  <a:pt x="7795736" y="3390900"/>
                  <a:pt x="7791450" y="3379870"/>
                  <a:pt x="7791450" y="3366389"/>
                </a:cubicBezTo>
                <a:close/>
                <a:moveTo>
                  <a:pt x="4948653" y="3330469"/>
                </a:moveTo>
                <a:cubicBezTo>
                  <a:pt x="4923521" y="3312092"/>
                  <a:pt x="4935725" y="3269382"/>
                  <a:pt x="4968454" y="3261168"/>
                </a:cubicBezTo>
                <a:cubicBezTo>
                  <a:pt x="5009178" y="3250947"/>
                  <a:pt x="5029269" y="3313322"/>
                  <a:pt x="4991726" y="3333414"/>
                </a:cubicBezTo>
                <a:cubicBezTo>
                  <a:pt x="4968660" y="3345759"/>
                  <a:pt x="4969656" y="3345827"/>
                  <a:pt x="4948653" y="3330469"/>
                </a:cubicBezTo>
                <a:close/>
                <a:moveTo>
                  <a:pt x="1957813" y="3316041"/>
                </a:moveTo>
                <a:cubicBezTo>
                  <a:pt x="1949387" y="3289492"/>
                  <a:pt x="1961377" y="3267631"/>
                  <a:pt x="1988035" y="3260941"/>
                </a:cubicBezTo>
                <a:cubicBezTo>
                  <a:pt x="2014385" y="3254327"/>
                  <a:pt x="2029152" y="3269069"/>
                  <a:pt x="2027574" y="3300412"/>
                </a:cubicBezTo>
                <a:cubicBezTo>
                  <a:pt x="2026769" y="3316405"/>
                  <a:pt x="2025916" y="3316787"/>
                  <a:pt x="2022259" y="3302793"/>
                </a:cubicBezTo>
                <a:cubicBezTo>
                  <a:pt x="2015205" y="3275803"/>
                  <a:pt x="1981200" y="3281720"/>
                  <a:pt x="1981200" y="3309937"/>
                </a:cubicBezTo>
                <a:cubicBezTo>
                  <a:pt x="1981200" y="3337755"/>
                  <a:pt x="1965966" y="3341731"/>
                  <a:pt x="1957813" y="3316041"/>
                </a:cubicBezTo>
                <a:close/>
                <a:moveTo>
                  <a:pt x="1711591" y="3318141"/>
                </a:moveTo>
                <a:cubicBezTo>
                  <a:pt x="1701267" y="3307817"/>
                  <a:pt x="1703827" y="3267075"/>
                  <a:pt x="1714798" y="3267075"/>
                </a:cubicBezTo>
                <a:cubicBezTo>
                  <a:pt x="1720202" y="3267075"/>
                  <a:pt x="1726990" y="3273244"/>
                  <a:pt x="1729883" y="3280783"/>
                </a:cubicBezTo>
                <a:cubicBezTo>
                  <a:pt x="1736123" y="3297045"/>
                  <a:pt x="1721125" y="3327675"/>
                  <a:pt x="1711591" y="3318141"/>
                </a:cubicBezTo>
                <a:close/>
                <a:moveTo>
                  <a:pt x="4832461" y="3252376"/>
                </a:moveTo>
                <a:cubicBezTo>
                  <a:pt x="4825274" y="3233647"/>
                  <a:pt x="4833779" y="3225048"/>
                  <a:pt x="4852416" y="3232200"/>
                </a:cubicBezTo>
                <a:cubicBezTo>
                  <a:pt x="4860787" y="3235412"/>
                  <a:pt x="4864569" y="3243992"/>
                  <a:pt x="4861332" y="3252426"/>
                </a:cubicBezTo>
                <a:cubicBezTo>
                  <a:pt x="4854112" y="3271243"/>
                  <a:pt x="4839692" y="3271218"/>
                  <a:pt x="4832461" y="3252376"/>
                </a:cubicBezTo>
                <a:close/>
                <a:moveTo>
                  <a:pt x="5038328" y="3204684"/>
                </a:moveTo>
                <a:cubicBezTo>
                  <a:pt x="5028205" y="3192487"/>
                  <a:pt x="5028830" y="3187162"/>
                  <a:pt x="5041924" y="3174068"/>
                </a:cubicBezTo>
                <a:cubicBezTo>
                  <a:pt x="5056708" y="3159284"/>
                  <a:pt x="5057775" y="3160277"/>
                  <a:pt x="5057775" y="3188833"/>
                </a:cubicBezTo>
                <a:cubicBezTo>
                  <a:pt x="5057775" y="3223560"/>
                  <a:pt x="5055519" y="3225398"/>
                  <a:pt x="5038328" y="3204684"/>
                </a:cubicBezTo>
                <a:close/>
                <a:moveTo>
                  <a:pt x="4899469" y="3167518"/>
                </a:moveTo>
                <a:cubicBezTo>
                  <a:pt x="4892834" y="3150227"/>
                  <a:pt x="4902471" y="3133725"/>
                  <a:pt x="4919205" y="3133725"/>
                </a:cubicBezTo>
                <a:cubicBezTo>
                  <a:pt x="4936584" y="3133725"/>
                  <a:pt x="4944392" y="3157572"/>
                  <a:pt x="4931300" y="3170664"/>
                </a:cubicBezTo>
                <a:cubicBezTo>
                  <a:pt x="4916791" y="3185173"/>
                  <a:pt x="4905828" y="3184090"/>
                  <a:pt x="4899469" y="3167518"/>
                </a:cubicBezTo>
                <a:close/>
                <a:moveTo>
                  <a:pt x="4772025" y="3143250"/>
                </a:moveTo>
                <a:cubicBezTo>
                  <a:pt x="4772025" y="3125875"/>
                  <a:pt x="4775977" y="3115993"/>
                  <a:pt x="4781550" y="3119437"/>
                </a:cubicBezTo>
                <a:cubicBezTo>
                  <a:pt x="4786788" y="3122675"/>
                  <a:pt x="4791075" y="3133390"/>
                  <a:pt x="4791075" y="3143250"/>
                </a:cubicBezTo>
                <a:cubicBezTo>
                  <a:pt x="4791075" y="3153109"/>
                  <a:pt x="4786788" y="3163824"/>
                  <a:pt x="4781550" y="3167062"/>
                </a:cubicBezTo>
                <a:cubicBezTo>
                  <a:pt x="4775977" y="3170506"/>
                  <a:pt x="4772025" y="3160624"/>
                  <a:pt x="4772025" y="3143250"/>
                </a:cubicBezTo>
                <a:close/>
                <a:moveTo>
                  <a:pt x="1743075" y="3138668"/>
                </a:moveTo>
                <a:cubicBezTo>
                  <a:pt x="1743075" y="3121291"/>
                  <a:pt x="1749493" y="3113426"/>
                  <a:pt x="1767331" y="3108950"/>
                </a:cubicBezTo>
                <a:cubicBezTo>
                  <a:pt x="1802885" y="3100026"/>
                  <a:pt x="1806722" y="3111231"/>
                  <a:pt x="1777414" y="3138392"/>
                </a:cubicBezTo>
                <a:cubicBezTo>
                  <a:pt x="1745463" y="3168004"/>
                  <a:pt x="1743075" y="3168023"/>
                  <a:pt x="1743075" y="3138668"/>
                </a:cubicBezTo>
                <a:close/>
                <a:moveTo>
                  <a:pt x="2172119" y="3077588"/>
                </a:moveTo>
                <a:cubicBezTo>
                  <a:pt x="2154748" y="3035650"/>
                  <a:pt x="2165507" y="3018172"/>
                  <a:pt x="2185262" y="3056238"/>
                </a:cubicBezTo>
                <a:cubicBezTo>
                  <a:pt x="2195653" y="3076259"/>
                  <a:pt x="2198532" y="3091652"/>
                  <a:pt x="2192935" y="3097249"/>
                </a:cubicBezTo>
                <a:cubicBezTo>
                  <a:pt x="2187338" y="3102846"/>
                  <a:pt x="2179525" y="3095467"/>
                  <a:pt x="2172119" y="3077588"/>
                </a:cubicBezTo>
                <a:close/>
                <a:moveTo>
                  <a:pt x="4969073" y="3070423"/>
                </a:moveTo>
                <a:cubicBezTo>
                  <a:pt x="4955061" y="3056411"/>
                  <a:pt x="4962430" y="3027534"/>
                  <a:pt x="4979193" y="3030763"/>
                </a:cubicBezTo>
                <a:cubicBezTo>
                  <a:pt x="4988361" y="3032528"/>
                  <a:pt x="4995862" y="3042130"/>
                  <a:pt x="4995862" y="3052099"/>
                </a:cubicBezTo>
                <a:cubicBezTo>
                  <a:pt x="4995862" y="3071049"/>
                  <a:pt x="4980326" y="3081676"/>
                  <a:pt x="4969073" y="3070423"/>
                </a:cubicBezTo>
                <a:close/>
                <a:moveTo>
                  <a:pt x="7293372" y="3070622"/>
                </a:moveTo>
                <a:cubicBezTo>
                  <a:pt x="7285939" y="3063189"/>
                  <a:pt x="7296180" y="3038475"/>
                  <a:pt x="7306694" y="3038475"/>
                </a:cubicBezTo>
                <a:cubicBezTo>
                  <a:pt x="7317577" y="3038475"/>
                  <a:pt x="7317823" y="3064304"/>
                  <a:pt x="7307003" y="3070991"/>
                </a:cubicBezTo>
                <a:cubicBezTo>
                  <a:pt x="7302495" y="3073777"/>
                  <a:pt x="7296361" y="3073611"/>
                  <a:pt x="7293372" y="3070622"/>
                </a:cubicBezTo>
                <a:close/>
                <a:moveTo>
                  <a:pt x="8428841" y="3064668"/>
                </a:moveTo>
                <a:cubicBezTo>
                  <a:pt x="8421516" y="3042399"/>
                  <a:pt x="8420901" y="3007220"/>
                  <a:pt x="8427966" y="3014662"/>
                </a:cubicBezTo>
                <a:cubicBezTo>
                  <a:pt x="8442746" y="3030231"/>
                  <a:pt x="8451057" y="3067050"/>
                  <a:pt x="8439791" y="3067050"/>
                </a:cubicBezTo>
                <a:cubicBezTo>
                  <a:pt x="8434200" y="3067050"/>
                  <a:pt x="8429272" y="3065978"/>
                  <a:pt x="8428841" y="3064668"/>
                </a:cubicBezTo>
                <a:close/>
                <a:moveTo>
                  <a:pt x="4804300" y="3034380"/>
                </a:moveTo>
                <a:cubicBezTo>
                  <a:pt x="4794817" y="3009666"/>
                  <a:pt x="4808109" y="2989239"/>
                  <a:pt x="4831513" y="2992563"/>
                </a:cubicBezTo>
                <a:cubicBezTo>
                  <a:pt x="4847255" y="2994798"/>
                  <a:pt x="4852987" y="3001968"/>
                  <a:pt x="4852987" y="3019425"/>
                </a:cubicBezTo>
                <a:cubicBezTo>
                  <a:pt x="4852987" y="3047541"/>
                  <a:pt x="4813952" y="3059532"/>
                  <a:pt x="4804300" y="3034380"/>
                </a:cubicBezTo>
                <a:close/>
                <a:moveTo>
                  <a:pt x="1824578" y="3017043"/>
                </a:moveTo>
                <a:cubicBezTo>
                  <a:pt x="1832613" y="2990906"/>
                  <a:pt x="1836632" y="2985982"/>
                  <a:pt x="1843957" y="2993307"/>
                </a:cubicBezTo>
                <a:cubicBezTo>
                  <a:pt x="1852165" y="3001515"/>
                  <a:pt x="1838712" y="3038475"/>
                  <a:pt x="1827516" y="3038475"/>
                </a:cubicBezTo>
                <a:cubicBezTo>
                  <a:pt x="1822036" y="3038475"/>
                  <a:pt x="1820789" y="3029373"/>
                  <a:pt x="1824578" y="3017043"/>
                </a:cubicBezTo>
                <a:close/>
                <a:moveTo>
                  <a:pt x="7781925" y="3019425"/>
                </a:moveTo>
                <a:cubicBezTo>
                  <a:pt x="7781925" y="3008947"/>
                  <a:pt x="7786211" y="3000375"/>
                  <a:pt x="7791450" y="3000375"/>
                </a:cubicBezTo>
                <a:cubicBezTo>
                  <a:pt x="7796688" y="3000375"/>
                  <a:pt x="7800975" y="3008947"/>
                  <a:pt x="7800975" y="3019425"/>
                </a:cubicBezTo>
                <a:cubicBezTo>
                  <a:pt x="7800975" y="3029902"/>
                  <a:pt x="7796688" y="3038475"/>
                  <a:pt x="7791450" y="3038475"/>
                </a:cubicBezTo>
                <a:cubicBezTo>
                  <a:pt x="7786211" y="3038475"/>
                  <a:pt x="7781925" y="3029902"/>
                  <a:pt x="7781925" y="3019425"/>
                </a:cubicBezTo>
                <a:close/>
                <a:moveTo>
                  <a:pt x="2190662" y="2966932"/>
                </a:moveTo>
                <a:cubicBezTo>
                  <a:pt x="2177810" y="2951445"/>
                  <a:pt x="2187889" y="2948211"/>
                  <a:pt x="2208435" y="2961230"/>
                </a:cubicBezTo>
                <a:cubicBezTo>
                  <a:pt x="2216285" y="2966204"/>
                  <a:pt x="2217644" y="2971714"/>
                  <a:pt x="2211896" y="2975267"/>
                </a:cubicBezTo>
                <a:cubicBezTo>
                  <a:pt x="2206691" y="2978483"/>
                  <a:pt x="2197136" y="2974733"/>
                  <a:pt x="2190662" y="2966932"/>
                </a:cubicBezTo>
                <a:close/>
                <a:moveTo>
                  <a:pt x="5023119" y="2938462"/>
                </a:moveTo>
                <a:cubicBezTo>
                  <a:pt x="5015363" y="2918250"/>
                  <a:pt x="5025968" y="2895600"/>
                  <a:pt x="5043188" y="2895600"/>
                </a:cubicBezTo>
                <a:cubicBezTo>
                  <a:pt x="5053045" y="2895600"/>
                  <a:pt x="5057775" y="2904864"/>
                  <a:pt x="5057775" y="2924175"/>
                </a:cubicBezTo>
                <a:cubicBezTo>
                  <a:pt x="5057775" y="2954829"/>
                  <a:pt x="5033275" y="2964929"/>
                  <a:pt x="5023119" y="2938462"/>
                </a:cubicBezTo>
                <a:close/>
                <a:moveTo>
                  <a:pt x="4895950" y="2919533"/>
                </a:moveTo>
                <a:cubicBezTo>
                  <a:pt x="4880123" y="2900463"/>
                  <a:pt x="4890666" y="2876550"/>
                  <a:pt x="4914900" y="2876550"/>
                </a:cubicBezTo>
                <a:cubicBezTo>
                  <a:pt x="4925706" y="2876550"/>
                  <a:pt x="4937036" y="2883033"/>
                  <a:pt x="4940077" y="2890958"/>
                </a:cubicBezTo>
                <a:cubicBezTo>
                  <a:pt x="4945550" y="2905221"/>
                  <a:pt x="4928775" y="2933700"/>
                  <a:pt x="4914900" y="2933700"/>
                </a:cubicBezTo>
                <a:cubicBezTo>
                  <a:pt x="4910944" y="2933700"/>
                  <a:pt x="4902416" y="2927325"/>
                  <a:pt x="4895950" y="2919533"/>
                </a:cubicBezTo>
                <a:close/>
                <a:moveTo>
                  <a:pt x="4772025" y="2829487"/>
                </a:moveTo>
                <a:cubicBezTo>
                  <a:pt x="4772025" y="2786129"/>
                  <a:pt x="4783158" y="2774743"/>
                  <a:pt x="4804594" y="2796180"/>
                </a:cubicBezTo>
                <a:cubicBezTo>
                  <a:pt x="4822499" y="2814085"/>
                  <a:pt x="4824065" y="2839749"/>
                  <a:pt x="4808220" y="2855595"/>
                </a:cubicBezTo>
                <a:cubicBezTo>
                  <a:pt x="4785732" y="2878082"/>
                  <a:pt x="4772025" y="2868195"/>
                  <a:pt x="4772025" y="2829487"/>
                </a:cubicBezTo>
                <a:close/>
                <a:moveTo>
                  <a:pt x="7792554" y="2836847"/>
                </a:moveTo>
                <a:cubicBezTo>
                  <a:pt x="7791947" y="2828108"/>
                  <a:pt x="7788983" y="2813106"/>
                  <a:pt x="7785968" y="2803510"/>
                </a:cubicBezTo>
                <a:cubicBezTo>
                  <a:pt x="7780772" y="2786972"/>
                  <a:pt x="7781054" y="2786947"/>
                  <a:pt x="7791371" y="2803030"/>
                </a:cubicBezTo>
                <a:cubicBezTo>
                  <a:pt x="7797358" y="2812362"/>
                  <a:pt x="7800322" y="2827364"/>
                  <a:pt x="7797958" y="2836368"/>
                </a:cubicBezTo>
                <a:cubicBezTo>
                  <a:pt x="7794085" y="2851115"/>
                  <a:pt x="7793550" y="2851162"/>
                  <a:pt x="7792554" y="2836847"/>
                </a:cubicBezTo>
                <a:close/>
                <a:moveTo>
                  <a:pt x="2025391" y="2784216"/>
                </a:moveTo>
                <a:cubicBezTo>
                  <a:pt x="2016150" y="2774975"/>
                  <a:pt x="2018110" y="2726009"/>
                  <a:pt x="2027965" y="2719918"/>
                </a:cubicBezTo>
                <a:cubicBezTo>
                  <a:pt x="2047177" y="2708045"/>
                  <a:pt x="2066913" y="2726707"/>
                  <a:pt x="2066255" y="2756125"/>
                </a:cubicBezTo>
                <a:cubicBezTo>
                  <a:pt x="2065688" y="2781484"/>
                  <a:pt x="2064334" y="2783149"/>
                  <a:pt x="2057400" y="2767012"/>
                </a:cubicBezTo>
                <a:cubicBezTo>
                  <a:pt x="2050726" y="2751482"/>
                  <a:pt x="2049090" y="2750938"/>
                  <a:pt x="2048544" y="2764069"/>
                </a:cubicBezTo>
                <a:cubicBezTo>
                  <a:pt x="2047794" y="2782114"/>
                  <a:pt x="2034691" y="2793516"/>
                  <a:pt x="2025391" y="2784216"/>
                </a:cubicBezTo>
                <a:close/>
                <a:moveTo>
                  <a:pt x="5002530" y="2779395"/>
                </a:moveTo>
                <a:cubicBezTo>
                  <a:pt x="4977166" y="2754031"/>
                  <a:pt x="5000714" y="2707946"/>
                  <a:pt x="5032755" y="2720242"/>
                </a:cubicBezTo>
                <a:cubicBezTo>
                  <a:pt x="5053014" y="2728016"/>
                  <a:pt x="5053340" y="2777308"/>
                  <a:pt x="5033183" y="2785043"/>
                </a:cubicBezTo>
                <a:cubicBezTo>
                  <a:pt x="5014000" y="2792404"/>
                  <a:pt x="5015887" y="2792752"/>
                  <a:pt x="5002530" y="2779395"/>
                </a:cubicBezTo>
                <a:close/>
                <a:moveTo>
                  <a:pt x="1924352" y="2759868"/>
                </a:moveTo>
                <a:cubicBezTo>
                  <a:pt x="1924186" y="2745462"/>
                  <a:pt x="1928083" y="2733675"/>
                  <a:pt x="1933012" y="2733675"/>
                </a:cubicBezTo>
                <a:cubicBezTo>
                  <a:pt x="1949612" y="2733675"/>
                  <a:pt x="1952111" y="2749790"/>
                  <a:pt x="1938335" y="2767990"/>
                </a:cubicBezTo>
                <a:cubicBezTo>
                  <a:pt x="1925373" y="2785113"/>
                  <a:pt x="1924639" y="2784687"/>
                  <a:pt x="1924352" y="2759868"/>
                </a:cubicBezTo>
                <a:close/>
                <a:moveTo>
                  <a:pt x="4889944" y="2767468"/>
                </a:moveTo>
                <a:cubicBezTo>
                  <a:pt x="4883118" y="2749680"/>
                  <a:pt x="4893090" y="2733675"/>
                  <a:pt x="4910998" y="2733675"/>
                </a:cubicBezTo>
                <a:cubicBezTo>
                  <a:pt x="4930462" y="2733675"/>
                  <a:pt x="4939620" y="2762339"/>
                  <a:pt x="4923431" y="2772590"/>
                </a:cubicBezTo>
                <a:cubicBezTo>
                  <a:pt x="4904493" y="2784582"/>
                  <a:pt x="4896013" y="2783285"/>
                  <a:pt x="4889944" y="2767468"/>
                </a:cubicBezTo>
                <a:close/>
                <a:moveTo>
                  <a:pt x="7343775" y="2737400"/>
                </a:moveTo>
                <a:cubicBezTo>
                  <a:pt x="7343775" y="2726876"/>
                  <a:pt x="7350496" y="2709945"/>
                  <a:pt x="7358711" y="2699776"/>
                </a:cubicBezTo>
                <a:cubicBezTo>
                  <a:pt x="7372912" y="2682198"/>
                  <a:pt x="7373348" y="2682695"/>
                  <a:pt x="7367562" y="2709862"/>
                </a:cubicBezTo>
                <a:cubicBezTo>
                  <a:pt x="7359997" y="2745382"/>
                  <a:pt x="7343775" y="2764163"/>
                  <a:pt x="7343775" y="2737400"/>
                </a:cubicBezTo>
                <a:close/>
                <a:moveTo>
                  <a:pt x="8214169" y="2700793"/>
                </a:moveTo>
                <a:cubicBezTo>
                  <a:pt x="8207053" y="2682249"/>
                  <a:pt x="8217561" y="2666967"/>
                  <a:pt x="8237305" y="2667145"/>
                </a:cubicBezTo>
                <a:cubicBezTo>
                  <a:pt x="8250320" y="2667263"/>
                  <a:pt x="8250860" y="2668907"/>
                  <a:pt x="8240118" y="2675709"/>
                </a:cubicBezTo>
                <a:cubicBezTo>
                  <a:pt x="8232806" y="2680339"/>
                  <a:pt x="8229457" y="2690989"/>
                  <a:pt x="8232675" y="2699376"/>
                </a:cubicBezTo>
                <a:cubicBezTo>
                  <a:pt x="8235893" y="2707763"/>
                  <a:pt x="8234240" y="2714625"/>
                  <a:pt x="8229002" y="2714625"/>
                </a:cubicBezTo>
                <a:cubicBezTo>
                  <a:pt x="8223763" y="2714625"/>
                  <a:pt x="8217088" y="2708400"/>
                  <a:pt x="8214169" y="2700793"/>
                </a:cubicBezTo>
                <a:close/>
                <a:moveTo>
                  <a:pt x="4829554" y="2643645"/>
                </a:moveTo>
                <a:cubicBezTo>
                  <a:pt x="4804335" y="2613257"/>
                  <a:pt x="4841545" y="2565493"/>
                  <a:pt x="4871239" y="2590137"/>
                </a:cubicBezTo>
                <a:cubicBezTo>
                  <a:pt x="4889157" y="2605008"/>
                  <a:pt x="4890800" y="2630139"/>
                  <a:pt x="4874895" y="2646045"/>
                </a:cubicBezTo>
                <a:cubicBezTo>
                  <a:pt x="4859623" y="2661316"/>
                  <a:pt x="4843512" y="2660463"/>
                  <a:pt x="4829554" y="2643645"/>
                </a:cubicBezTo>
                <a:close/>
                <a:moveTo>
                  <a:pt x="7810765" y="2643507"/>
                </a:moveTo>
                <a:cubicBezTo>
                  <a:pt x="7804390" y="2635825"/>
                  <a:pt x="7801383" y="2624038"/>
                  <a:pt x="7804085" y="2617314"/>
                </a:cubicBezTo>
                <a:cubicBezTo>
                  <a:pt x="7806989" y="2610082"/>
                  <a:pt x="7809763" y="2612869"/>
                  <a:pt x="7810874" y="2624137"/>
                </a:cubicBezTo>
                <a:cubicBezTo>
                  <a:pt x="7812176" y="2637331"/>
                  <a:pt x="7814603" y="2634569"/>
                  <a:pt x="7818770" y="2615152"/>
                </a:cubicBezTo>
                <a:cubicBezTo>
                  <a:pt x="7824828" y="2586924"/>
                  <a:pt x="7844864" y="2578478"/>
                  <a:pt x="7842646" y="2605087"/>
                </a:cubicBezTo>
                <a:cubicBezTo>
                  <a:pt x="7841992" y="2612945"/>
                  <a:pt x="7840920" y="2627947"/>
                  <a:pt x="7840265" y="2638425"/>
                </a:cubicBezTo>
                <a:cubicBezTo>
                  <a:pt x="7838859" y="2660921"/>
                  <a:pt x="7826924" y="2662978"/>
                  <a:pt x="7810765" y="2643507"/>
                </a:cubicBezTo>
                <a:close/>
                <a:moveTo>
                  <a:pt x="2009775" y="2585812"/>
                </a:moveTo>
                <a:cubicBezTo>
                  <a:pt x="2009775" y="2575083"/>
                  <a:pt x="2004777" y="2571629"/>
                  <a:pt x="1994795" y="2575460"/>
                </a:cubicBezTo>
                <a:cubicBezTo>
                  <a:pt x="1984172" y="2579536"/>
                  <a:pt x="1980733" y="2576369"/>
                  <a:pt x="1982970" y="2564572"/>
                </a:cubicBezTo>
                <a:cubicBezTo>
                  <a:pt x="1984895" y="2554421"/>
                  <a:pt x="1996575" y="2546736"/>
                  <a:pt x="2012937" y="2544856"/>
                </a:cubicBezTo>
                <a:cubicBezTo>
                  <a:pt x="2037169" y="2542071"/>
                  <a:pt x="2039453" y="2544292"/>
                  <a:pt x="2036668" y="2567933"/>
                </a:cubicBezTo>
                <a:cubicBezTo>
                  <a:pt x="2033316" y="2596397"/>
                  <a:pt x="2009775" y="2612047"/>
                  <a:pt x="2009775" y="2585812"/>
                </a:cubicBezTo>
                <a:close/>
                <a:moveTo>
                  <a:pt x="4967314" y="2581360"/>
                </a:moveTo>
                <a:cubicBezTo>
                  <a:pt x="4959208" y="2555819"/>
                  <a:pt x="4968584" y="2543175"/>
                  <a:pt x="4995630" y="2543175"/>
                </a:cubicBezTo>
                <a:cubicBezTo>
                  <a:pt x="5021413" y="2543175"/>
                  <a:pt x="5030466" y="2559520"/>
                  <a:pt x="5018052" y="2583656"/>
                </a:cubicBezTo>
                <a:cubicBezTo>
                  <a:pt x="5006451" y="2606212"/>
                  <a:pt x="4974746" y="2604777"/>
                  <a:pt x="4967314" y="2581360"/>
                </a:cubicBezTo>
                <a:close/>
                <a:moveTo>
                  <a:pt x="8153400" y="2523831"/>
                </a:moveTo>
                <a:cubicBezTo>
                  <a:pt x="8135064" y="2508558"/>
                  <a:pt x="8124348" y="2495452"/>
                  <a:pt x="8129587" y="2494707"/>
                </a:cubicBezTo>
                <a:cubicBezTo>
                  <a:pt x="8159454" y="2490458"/>
                  <a:pt x="8168912" y="2491946"/>
                  <a:pt x="8180258" y="2502677"/>
                </a:cubicBezTo>
                <a:cubicBezTo>
                  <a:pt x="8187172" y="2509217"/>
                  <a:pt x="8191458" y="2522900"/>
                  <a:pt x="8189783" y="2533084"/>
                </a:cubicBezTo>
                <a:cubicBezTo>
                  <a:pt x="8186979" y="2550126"/>
                  <a:pt x="8184084" y="2549390"/>
                  <a:pt x="8153400" y="2523831"/>
                </a:cubicBezTo>
                <a:close/>
                <a:moveTo>
                  <a:pt x="1895475" y="2476500"/>
                </a:moveTo>
                <a:cubicBezTo>
                  <a:pt x="1895475" y="2453790"/>
                  <a:pt x="1910101" y="2451233"/>
                  <a:pt x="1918268" y="2472516"/>
                </a:cubicBezTo>
                <a:cubicBezTo>
                  <a:pt x="1926437" y="2493805"/>
                  <a:pt x="1925793" y="2495550"/>
                  <a:pt x="1909762" y="2495550"/>
                </a:cubicBezTo>
                <a:cubicBezTo>
                  <a:pt x="1901825" y="2495550"/>
                  <a:pt x="1895475" y="2487083"/>
                  <a:pt x="1895475" y="2476500"/>
                </a:cubicBezTo>
                <a:close/>
                <a:moveTo>
                  <a:pt x="4876800" y="2476500"/>
                </a:moveTo>
                <a:cubicBezTo>
                  <a:pt x="4876800" y="2462153"/>
                  <a:pt x="4881773" y="2457010"/>
                  <a:pt x="4893468" y="2459263"/>
                </a:cubicBezTo>
                <a:cubicBezTo>
                  <a:pt x="4902636" y="2461028"/>
                  <a:pt x="4910137" y="2468785"/>
                  <a:pt x="4910137" y="2476500"/>
                </a:cubicBezTo>
                <a:cubicBezTo>
                  <a:pt x="4910137" y="2484214"/>
                  <a:pt x="4902636" y="2491971"/>
                  <a:pt x="4893468" y="2493736"/>
                </a:cubicBezTo>
                <a:cubicBezTo>
                  <a:pt x="4881773" y="2495989"/>
                  <a:pt x="4876800" y="2490846"/>
                  <a:pt x="4876800" y="2476500"/>
                </a:cubicBezTo>
                <a:close/>
                <a:moveTo>
                  <a:pt x="4781550" y="2401765"/>
                </a:moveTo>
                <a:cubicBezTo>
                  <a:pt x="4781550" y="2371040"/>
                  <a:pt x="4784572" y="2363957"/>
                  <a:pt x="4795837" y="2368280"/>
                </a:cubicBezTo>
                <a:cubicBezTo>
                  <a:pt x="4803695" y="2371295"/>
                  <a:pt x="4810125" y="2383495"/>
                  <a:pt x="4810125" y="2395390"/>
                </a:cubicBezTo>
                <a:cubicBezTo>
                  <a:pt x="4810125" y="2407285"/>
                  <a:pt x="4803695" y="2422353"/>
                  <a:pt x="4795837" y="2428875"/>
                </a:cubicBezTo>
                <a:cubicBezTo>
                  <a:pt x="4783533" y="2439086"/>
                  <a:pt x="4781550" y="2435322"/>
                  <a:pt x="4781550" y="2401765"/>
                </a:cubicBezTo>
                <a:close/>
                <a:moveTo>
                  <a:pt x="4978400" y="2422525"/>
                </a:moveTo>
                <a:cubicBezTo>
                  <a:pt x="4968050" y="2412175"/>
                  <a:pt x="4971159" y="2376425"/>
                  <a:pt x="4983480" y="2364105"/>
                </a:cubicBezTo>
                <a:cubicBezTo>
                  <a:pt x="5013839" y="2333745"/>
                  <a:pt x="5059304" y="2371371"/>
                  <a:pt x="5038725" y="2409825"/>
                </a:cubicBezTo>
                <a:cubicBezTo>
                  <a:pt x="5028957" y="2428076"/>
                  <a:pt x="4991778" y="2435903"/>
                  <a:pt x="4978400" y="2422525"/>
                </a:cubicBezTo>
                <a:close/>
                <a:moveTo>
                  <a:pt x="7772400" y="2410949"/>
                </a:moveTo>
                <a:cubicBezTo>
                  <a:pt x="7772400" y="2400471"/>
                  <a:pt x="7776686" y="2389250"/>
                  <a:pt x="7781925" y="2386012"/>
                </a:cubicBezTo>
                <a:cubicBezTo>
                  <a:pt x="7787163" y="2382774"/>
                  <a:pt x="7791450" y="2388698"/>
                  <a:pt x="7791450" y="2399175"/>
                </a:cubicBezTo>
                <a:cubicBezTo>
                  <a:pt x="7791450" y="2409653"/>
                  <a:pt x="7787163" y="2420874"/>
                  <a:pt x="7781925" y="2424112"/>
                </a:cubicBezTo>
                <a:cubicBezTo>
                  <a:pt x="7776686" y="2427350"/>
                  <a:pt x="7772400" y="2421426"/>
                  <a:pt x="7772400" y="2410949"/>
                </a:cubicBezTo>
                <a:close/>
                <a:moveTo>
                  <a:pt x="8103393" y="2423429"/>
                </a:moveTo>
                <a:cubicBezTo>
                  <a:pt x="8092768" y="2412639"/>
                  <a:pt x="8094754" y="2383298"/>
                  <a:pt x="8106604" y="2375974"/>
                </a:cubicBezTo>
                <a:cubicBezTo>
                  <a:pt x="8112300" y="2372454"/>
                  <a:pt x="8121729" y="2374344"/>
                  <a:pt x="8127559" y="2380174"/>
                </a:cubicBezTo>
                <a:cubicBezTo>
                  <a:pt x="8135343" y="2387958"/>
                  <a:pt x="8135298" y="2390775"/>
                  <a:pt x="8127392" y="2390775"/>
                </a:cubicBezTo>
                <a:cubicBezTo>
                  <a:pt x="8121470" y="2390775"/>
                  <a:pt x="8115255" y="2399754"/>
                  <a:pt x="8113581" y="2410729"/>
                </a:cubicBezTo>
                <a:cubicBezTo>
                  <a:pt x="8111907" y="2421704"/>
                  <a:pt x="8107322" y="2427419"/>
                  <a:pt x="8103393" y="2423429"/>
                </a:cubicBezTo>
                <a:close/>
                <a:moveTo>
                  <a:pt x="7497638" y="2387775"/>
                </a:moveTo>
                <a:cubicBezTo>
                  <a:pt x="7489209" y="2377620"/>
                  <a:pt x="7490563" y="2371135"/>
                  <a:pt x="7503569" y="2359365"/>
                </a:cubicBezTo>
                <a:cubicBezTo>
                  <a:pt x="7526083" y="2338990"/>
                  <a:pt x="7553516" y="2353710"/>
                  <a:pt x="7538357" y="2378030"/>
                </a:cubicBezTo>
                <a:cubicBezTo>
                  <a:pt x="7524511" y="2400242"/>
                  <a:pt x="7510723" y="2403542"/>
                  <a:pt x="7497638" y="2387775"/>
                </a:cubicBezTo>
                <a:close/>
                <a:moveTo>
                  <a:pt x="2000250" y="2373453"/>
                </a:moveTo>
                <a:cubicBezTo>
                  <a:pt x="2000250" y="2361941"/>
                  <a:pt x="2018320" y="2348520"/>
                  <a:pt x="2024926" y="2355126"/>
                </a:cubicBezTo>
                <a:cubicBezTo>
                  <a:pt x="2027323" y="2357523"/>
                  <a:pt x="2022752" y="2364907"/>
                  <a:pt x="2014767" y="2371533"/>
                </a:cubicBezTo>
                <a:cubicBezTo>
                  <a:pt x="2005715" y="2379046"/>
                  <a:pt x="2000250" y="2379769"/>
                  <a:pt x="2000250" y="2373453"/>
                </a:cubicBezTo>
                <a:close/>
                <a:moveTo>
                  <a:pt x="4864187" y="2339318"/>
                </a:moveTo>
                <a:cubicBezTo>
                  <a:pt x="4858210" y="2323741"/>
                  <a:pt x="4865234" y="2314575"/>
                  <a:pt x="4883150" y="2314575"/>
                </a:cubicBezTo>
                <a:cubicBezTo>
                  <a:pt x="4890135" y="2314575"/>
                  <a:pt x="4895850" y="2323147"/>
                  <a:pt x="4895850" y="2333625"/>
                </a:cubicBezTo>
                <a:cubicBezTo>
                  <a:pt x="4895850" y="2355283"/>
                  <a:pt x="4871962" y="2359578"/>
                  <a:pt x="4864187" y="2339318"/>
                </a:cubicBezTo>
                <a:close/>
                <a:moveTo>
                  <a:pt x="4927623" y="2271072"/>
                </a:moveTo>
                <a:cubicBezTo>
                  <a:pt x="4920749" y="2253158"/>
                  <a:pt x="4937605" y="2233623"/>
                  <a:pt x="4952170" y="2242624"/>
                </a:cubicBezTo>
                <a:cubicBezTo>
                  <a:pt x="4967870" y="2252327"/>
                  <a:pt x="4964585" y="2286000"/>
                  <a:pt x="4947938" y="2286000"/>
                </a:cubicBezTo>
                <a:cubicBezTo>
                  <a:pt x="4939916" y="2286000"/>
                  <a:pt x="4930774" y="2279282"/>
                  <a:pt x="4927623" y="2271072"/>
                </a:cubicBezTo>
                <a:close/>
                <a:moveTo>
                  <a:pt x="4786312" y="2257425"/>
                </a:moveTo>
                <a:cubicBezTo>
                  <a:pt x="4778339" y="2244524"/>
                  <a:pt x="4789097" y="2228850"/>
                  <a:pt x="4805924" y="2228850"/>
                </a:cubicBezTo>
                <a:cubicBezTo>
                  <a:pt x="4813473" y="2228850"/>
                  <a:pt x="4819650" y="2237422"/>
                  <a:pt x="4819650" y="2247900"/>
                </a:cubicBezTo>
                <a:cubicBezTo>
                  <a:pt x="4819650" y="2267619"/>
                  <a:pt x="4796670" y="2274185"/>
                  <a:pt x="4786312" y="2257425"/>
                </a:cubicBezTo>
                <a:close/>
                <a:moveTo>
                  <a:pt x="7788563" y="2253680"/>
                </a:moveTo>
                <a:cubicBezTo>
                  <a:pt x="7784665" y="2243762"/>
                  <a:pt x="7783720" y="2233404"/>
                  <a:pt x="7786463" y="2230661"/>
                </a:cubicBezTo>
                <a:cubicBezTo>
                  <a:pt x="7795150" y="2221974"/>
                  <a:pt x="7802794" y="2236210"/>
                  <a:pt x="7799154" y="2254298"/>
                </a:cubicBezTo>
                <a:cubicBezTo>
                  <a:pt x="7795818" y="2270874"/>
                  <a:pt x="7795308" y="2270845"/>
                  <a:pt x="7788563" y="2253680"/>
                </a:cubicBezTo>
                <a:close/>
                <a:moveTo>
                  <a:pt x="8051006" y="2251116"/>
                </a:moveTo>
                <a:cubicBezTo>
                  <a:pt x="8034832" y="2244590"/>
                  <a:pt x="8036005" y="2224225"/>
                  <a:pt x="8053387" y="2209800"/>
                </a:cubicBezTo>
                <a:cubicBezTo>
                  <a:pt x="8072505" y="2193933"/>
                  <a:pt x="8096141" y="2212920"/>
                  <a:pt x="8089393" y="2238725"/>
                </a:cubicBezTo>
                <a:cubicBezTo>
                  <a:pt x="8084566" y="2257182"/>
                  <a:pt x="8074273" y="2260505"/>
                  <a:pt x="8051006" y="2251116"/>
                </a:cubicBezTo>
                <a:close/>
                <a:moveTo>
                  <a:pt x="7543800" y="2215124"/>
                </a:moveTo>
                <a:cubicBezTo>
                  <a:pt x="7543800" y="2206957"/>
                  <a:pt x="7548086" y="2200275"/>
                  <a:pt x="7553325" y="2200275"/>
                </a:cubicBezTo>
                <a:cubicBezTo>
                  <a:pt x="7558563" y="2200275"/>
                  <a:pt x="7562850" y="2204308"/>
                  <a:pt x="7562850" y="2209237"/>
                </a:cubicBezTo>
                <a:cubicBezTo>
                  <a:pt x="7562850" y="2214167"/>
                  <a:pt x="7558563" y="2220849"/>
                  <a:pt x="7553325" y="2224087"/>
                </a:cubicBezTo>
                <a:cubicBezTo>
                  <a:pt x="7548086" y="2227325"/>
                  <a:pt x="7543800" y="2223291"/>
                  <a:pt x="7543800" y="2215124"/>
                </a:cubicBezTo>
                <a:close/>
                <a:moveTo>
                  <a:pt x="4869180" y="2169795"/>
                </a:moveTo>
                <a:cubicBezTo>
                  <a:pt x="4845566" y="2146181"/>
                  <a:pt x="4862982" y="2105025"/>
                  <a:pt x="4896588" y="2105025"/>
                </a:cubicBezTo>
                <a:cubicBezTo>
                  <a:pt x="4923974" y="2105025"/>
                  <a:pt x="4938327" y="2130702"/>
                  <a:pt x="4926029" y="2157694"/>
                </a:cubicBezTo>
                <a:cubicBezTo>
                  <a:pt x="4914574" y="2182836"/>
                  <a:pt x="4887899" y="2188514"/>
                  <a:pt x="4869180" y="2169795"/>
                </a:cubicBezTo>
                <a:close/>
                <a:moveTo>
                  <a:pt x="1905894" y="2153657"/>
                </a:moveTo>
                <a:cubicBezTo>
                  <a:pt x="1879795" y="2133592"/>
                  <a:pt x="1884004" y="2105025"/>
                  <a:pt x="1913059" y="2105025"/>
                </a:cubicBezTo>
                <a:cubicBezTo>
                  <a:pt x="1937993" y="2105025"/>
                  <a:pt x="1955485" y="2128633"/>
                  <a:pt x="1948007" y="2152192"/>
                </a:cubicBezTo>
                <a:cubicBezTo>
                  <a:pt x="1940452" y="2175996"/>
                  <a:pt x="1935189" y="2176179"/>
                  <a:pt x="1905894" y="2153657"/>
                </a:cubicBezTo>
                <a:close/>
                <a:moveTo>
                  <a:pt x="7639050" y="2153212"/>
                </a:moveTo>
                <a:cubicBezTo>
                  <a:pt x="7639050" y="2134258"/>
                  <a:pt x="7651466" y="2120616"/>
                  <a:pt x="7660497" y="2129647"/>
                </a:cubicBezTo>
                <a:cubicBezTo>
                  <a:pt x="7667968" y="2137118"/>
                  <a:pt x="7657250" y="2171700"/>
                  <a:pt x="7647464" y="2171700"/>
                </a:cubicBezTo>
                <a:cubicBezTo>
                  <a:pt x="7642836" y="2171700"/>
                  <a:pt x="7639050" y="2163380"/>
                  <a:pt x="7639050" y="2153212"/>
                </a:cubicBezTo>
                <a:close/>
                <a:moveTo>
                  <a:pt x="7844292" y="2159793"/>
                </a:moveTo>
                <a:cubicBezTo>
                  <a:pt x="7840301" y="2150625"/>
                  <a:pt x="7840301" y="2135624"/>
                  <a:pt x="7844292" y="2126456"/>
                </a:cubicBezTo>
                <a:cubicBezTo>
                  <a:pt x="7851202" y="2110581"/>
                  <a:pt x="7851737" y="2110581"/>
                  <a:pt x="7855534" y="2126456"/>
                </a:cubicBezTo>
                <a:cubicBezTo>
                  <a:pt x="7857727" y="2135624"/>
                  <a:pt x="7857727" y="2150625"/>
                  <a:pt x="7855534" y="2159793"/>
                </a:cubicBezTo>
                <a:cubicBezTo>
                  <a:pt x="7851737" y="2175668"/>
                  <a:pt x="7851202" y="2175668"/>
                  <a:pt x="7844292" y="2159793"/>
                </a:cubicBezTo>
                <a:close/>
                <a:moveTo>
                  <a:pt x="2183207" y="2098960"/>
                </a:moveTo>
                <a:cubicBezTo>
                  <a:pt x="2192011" y="2090156"/>
                  <a:pt x="2205601" y="2085980"/>
                  <a:pt x="2214427" y="2089367"/>
                </a:cubicBezTo>
                <a:cubicBezTo>
                  <a:pt x="2236866" y="2097978"/>
                  <a:pt x="2222706" y="2114550"/>
                  <a:pt x="2192909" y="2114550"/>
                </a:cubicBezTo>
                <a:cubicBezTo>
                  <a:pt x="2169488" y="2114550"/>
                  <a:pt x="2168771" y="2113396"/>
                  <a:pt x="2183207" y="2098960"/>
                </a:cubicBezTo>
                <a:close/>
                <a:moveTo>
                  <a:pt x="4755050" y="2095283"/>
                </a:moveTo>
                <a:cubicBezTo>
                  <a:pt x="4744962" y="2079130"/>
                  <a:pt x="4745465" y="2075078"/>
                  <a:pt x="4758162" y="2070206"/>
                </a:cubicBezTo>
                <a:cubicBezTo>
                  <a:pt x="4777590" y="2062751"/>
                  <a:pt x="4795298" y="2080280"/>
                  <a:pt x="4787876" y="2099622"/>
                </a:cubicBezTo>
                <a:cubicBezTo>
                  <a:pt x="4780132" y="2119802"/>
                  <a:pt x="4769483" y="2118395"/>
                  <a:pt x="4755050" y="2095283"/>
                </a:cubicBezTo>
                <a:close/>
                <a:moveTo>
                  <a:pt x="2038350" y="2086537"/>
                </a:moveTo>
                <a:cubicBezTo>
                  <a:pt x="2038350" y="2060889"/>
                  <a:pt x="2056368" y="2052286"/>
                  <a:pt x="2073728" y="2069646"/>
                </a:cubicBezTo>
                <a:cubicBezTo>
                  <a:pt x="2091088" y="2087006"/>
                  <a:pt x="2082485" y="2105025"/>
                  <a:pt x="2056837" y="2105025"/>
                </a:cubicBezTo>
                <a:cubicBezTo>
                  <a:pt x="2044887" y="2105025"/>
                  <a:pt x="2038350" y="2098487"/>
                  <a:pt x="2038350" y="2086537"/>
                </a:cubicBezTo>
                <a:close/>
                <a:moveTo>
                  <a:pt x="5019675" y="2086537"/>
                </a:moveTo>
                <a:cubicBezTo>
                  <a:pt x="5019675" y="2062522"/>
                  <a:pt x="5036006" y="2052811"/>
                  <a:pt x="5052863" y="2066801"/>
                </a:cubicBezTo>
                <a:cubicBezTo>
                  <a:pt x="5070206" y="2081194"/>
                  <a:pt x="5060756" y="2105025"/>
                  <a:pt x="5037705" y="2105025"/>
                </a:cubicBezTo>
                <a:cubicBezTo>
                  <a:pt x="5026207" y="2105025"/>
                  <a:pt x="5019675" y="2098326"/>
                  <a:pt x="5019675" y="2086537"/>
                </a:cubicBezTo>
                <a:close/>
                <a:moveTo>
                  <a:pt x="8001000" y="2086537"/>
                </a:moveTo>
                <a:cubicBezTo>
                  <a:pt x="8001000" y="2061072"/>
                  <a:pt x="8012045" y="2056565"/>
                  <a:pt x="8034396" y="2072908"/>
                </a:cubicBezTo>
                <a:cubicBezTo>
                  <a:pt x="8050607" y="2084762"/>
                  <a:pt x="8051269" y="2088007"/>
                  <a:pt x="8039053" y="2095730"/>
                </a:cubicBezTo>
                <a:cubicBezTo>
                  <a:pt x="8016246" y="2110148"/>
                  <a:pt x="8001000" y="2106465"/>
                  <a:pt x="8001000" y="2086537"/>
                </a:cubicBezTo>
                <a:close/>
                <a:moveTo>
                  <a:pt x="2371725" y="2076450"/>
                </a:moveTo>
                <a:cubicBezTo>
                  <a:pt x="2371725" y="2071211"/>
                  <a:pt x="2382440" y="2066925"/>
                  <a:pt x="2395537" y="2066925"/>
                </a:cubicBezTo>
                <a:cubicBezTo>
                  <a:pt x="2408634" y="2066925"/>
                  <a:pt x="2419350" y="2071211"/>
                  <a:pt x="2419350" y="2076450"/>
                </a:cubicBezTo>
                <a:cubicBezTo>
                  <a:pt x="2419350" y="2081688"/>
                  <a:pt x="2408634" y="2085975"/>
                  <a:pt x="2395537" y="2085975"/>
                </a:cubicBezTo>
                <a:cubicBezTo>
                  <a:pt x="2382440" y="2085975"/>
                  <a:pt x="2371725" y="2081688"/>
                  <a:pt x="2371725" y="2076450"/>
                </a:cubicBezTo>
                <a:close/>
                <a:moveTo>
                  <a:pt x="2609850" y="2028825"/>
                </a:moveTo>
                <a:cubicBezTo>
                  <a:pt x="2609850" y="2016125"/>
                  <a:pt x="2616200" y="2009775"/>
                  <a:pt x="2628900" y="2009775"/>
                </a:cubicBezTo>
                <a:cubicBezTo>
                  <a:pt x="2641600" y="2009775"/>
                  <a:pt x="2647950" y="2016125"/>
                  <a:pt x="2647950" y="2028825"/>
                </a:cubicBezTo>
                <a:cubicBezTo>
                  <a:pt x="2647950" y="2041525"/>
                  <a:pt x="2641600" y="2047875"/>
                  <a:pt x="2628900" y="2047875"/>
                </a:cubicBezTo>
                <a:cubicBezTo>
                  <a:pt x="2616200" y="2047875"/>
                  <a:pt x="2609850" y="2041525"/>
                  <a:pt x="2609850" y="2028825"/>
                </a:cubicBezTo>
                <a:close/>
                <a:moveTo>
                  <a:pt x="2249283" y="2025729"/>
                </a:moveTo>
                <a:cubicBezTo>
                  <a:pt x="2240634" y="2015308"/>
                  <a:pt x="2241339" y="2009647"/>
                  <a:pt x="2252432" y="2000441"/>
                </a:cubicBezTo>
                <a:cubicBezTo>
                  <a:pt x="2264092" y="1990763"/>
                  <a:pt x="2267855" y="1991525"/>
                  <a:pt x="2272864" y="2004580"/>
                </a:cubicBezTo>
                <a:cubicBezTo>
                  <a:pt x="2281409" y="2026847"/>
                  <a:pt x="2263524" y="2042889"/>
                  <a:pt x="2249283" y="2025729"/>
                </a:cubicBezTo>
                <a:close/>
                <a:moveTo>
                  <a:pt x="1866900" y="2010337"/>
                </a:moveTo>
                <a:cubicBezTo>
                  <a:pt x="1866900" y="2005407"/>
                  <a:pt x="1871186" y="1998725"/>
                  <a:pt x="1876425" y="1995487"/>
                </a:cubicBezTo>
                <a:cubicBezTo>
                  <a:pt x="1881663" y="1992249"/>
                  <a:pt x="1885950" y="1996283"/>
                  <a:pt x="1885950" y="2004450"/>
                </a:cubicBezTo>
                <a:cubicBezTo>
                  <a:pt x="1885950" y="2012617"/>
                  <a:pt x="1881663" y="2019300"/>
                  <a:pt x="1876425" y="2019300"/>
                </a:cubicBezTo>
                <a:cubicBezTo>
                  <a:pt x="1871186" y="2019300"/>
                  <a:pt x="1866900" y="2015266"/>
                  <a:pt x="1866900" y="2010337"/>
                </a:cubicBezTo>
                <a:close/>
                <a:moveTo>
                  <a:pt x="4833937" y="2009775"/>
                </a:moveTo>
                <a:cubicBezTo>
                  <a:pt x="4825964" y="1996874"/>
                  <a:pt x="4836722" y="1981200"/>
                  <a:pt x="4853549" y="1981200"/>
                </a:cubicBezTo>
                <a:cubicBezTo>
                  <a:pt x="4861098" y="1981200"/>
                  <a:pt x="4867275" y="1989772"/>
                  <a:pt x="4867275" y="2000250"/>
                </a:cubicBezTo>
                <a:cubicBezTo>
                  <a:pt x="4867275" y="2019969"/>
                  <a:pt x="4844295" y="2026535"/>
                  <a:pt x="4833937" y="2009775"/>
                </a:cubicBezTo>
                <a:close/>
                <a:moveTo>
                  <a:pt x="7820025" y="2000250"/>
                </a:moveTo>
                <a:cubicBezTo>
                  <a:pt x="7820025" y="1989772"/>
                  <a:pt x="7824311" y="1981200"/>
                  <a:pt x="7829550" y="1981200"/>
                </a:cubicBezTo>
                <a:cubicBezTo>
                  <a:pt x="7834788" y="1981200"/>
                  <a:pt x="7839075" y="1989772"/>
                  <a:pt x="7839075" y="2000250"/>
                </a:cubicBezTo>
                <a:cubicBezTo>
                  <a:pt x="7839075" y="2010727"/>
                  <a:pt x="7834788" y="2019300"/>
                  <a:pt x="7829550" y="2019300"/>
                </a:cubicBezTo>
                <a:cubicBezTo>
                  <a:pt x="7824311" y="2019300"/>
                  <a:pt x="7820025" y="2010727"/>
                  <a:pt x="7820025" y="2000250"/>
                </a:cubicBezTo>
                <a:close/>
                <a:moveTo>
                  <a:pt x="2457550" y="1995608"/>
                </a:moveTo>
                <a:cubicBezTo>
                  <a:pt x="2438202" y="1972296"/>
                  <a:pt x="2453276" y="1952625"/>
                  <a:pt x="2490488" y="1952625"/>
                </a:cubicBezTo>
                <a:cubicBezTo>
                  <a:pt x="2516529" y="1952625"/>
                  <a:pt x="2524125" y="1956496"/>
                  <a:pt x="2524125" y="1969770"/>
                </a:cubicBezTo>
                <a:cubicBezTo>
                  <a:pt x="2524125" y="2006143"/>
                  <a:pt x="2480383" y="2023120"/>
                  <a:pt x="2457550" y="1995608"/>
                </a:cubicBezTo>
                <a:close/>
                <a:moveTo>
                  <a:pt x="2981325" y="1997392"/>
                </a:moveTo>
                <a:cubicBezTo>
                  <a:pt x="2981325" y="1966529"/>
                  <a:pt x="3010862" y="1954947"/>
                  <a:pt x="3033032" y="1977117"/>
                </a:cubicBezTo>
                <a:cubicBezTo>
                  <a:pt x="3056261" y="2000347"/>
                  <a:pt x="3050958" y="2009775"/>
                  <a:pt x="3014662" y="2009775"/>
                </a:cubicBezTo>
                <a:cubicBezTo>
                  <a:pt x="2993658" y="2009775"/>
                  <a:pt x="2981325" y="2005193"/>
                  <a:pt x="2981325" y="1997392"/>
                </a:cubicBezTo>
                <a:close/>
                <a:moveTo>
                  <a:pt x="1965807" y="1986518"/>
                </a:moveTo>
                <a:cubicBezTo>
                  <a:pt x="1955458" y="1959549"/>
                  <a:pt x="1966486" y="1938337"/>
                  <a:pt x="1990855" y="1938337"/>
                </a:cubicBezTo>
                <a:cubicBezTo>
                  <a:pt x="2008569" y="1938337"/>
                  <a:pt x="2015347" y="1944067"/>
                  <a:pt x="2017752" y="1961072"/>
                </a:cubicBezTo>
                <a:cubicBezTo>
                  <a:pt x="2022515" y="1994761"/>
                  <a:pt x="1977443" y="2016841"/>
                  <a:pt x="1965807" y="1986518"/>
                </a:cubicBezTo>
                <a:close/>
                <a:moveTo>
                  <a:pt x="3124200" y="1988549"/>
                </a:moveTo>
                <a:cubicBezTo>
                  <a:pt x="3124200" y="1966774"/>
                  <a:pt x="3158419" y="1941242"/>
                  <a:pt x="3182945" y="1944715"/>
                </a:cubicBezTo>
                <a:cubicBezTo>
                  <a:pt x="3214678" y="1949210"/>
                  <a:pt x="3220259" y="1990671"/>
                  <a:pt x="3189156" y="1990855"/>
                </a:cubicBezTo>
                <a:cubicBezTo>
                  <a:pt x="3177004" y="1990926"/>
                  <a:pt x="3157418" y="1993569"/>
                  <a:pt x="3145631" y="1996728"/>
                </a:cubicBezTo>
                <a:cubicBezTo>
                  <a:pt x="3130561" y="2000766"/>
                  <a:pt x="3124200" y="1998339"/>
                  <a:pt x="3124200" y="1988549"/>
                </a:cubicBezTo>
                <a:close/>
                <a:moveTo>
                  <a:pt x="4949825" y="1993899"/>
                </a:moveTo>
                <a:cubicBezTo>
                  <a:pt x="4938765" y="1982840"/>
                  <a:pt x="4942960" y="1945859"/>
                  <a:pt x="4956555" y="1934576"/>
                </a:cubicBezTo>
                <a:cubicBezTo>
                  <a:pt x="4977034" y="1917580"/>
                  <a:pt x="5000625" y="1932340"/>
                  <a:pt x="5000625" y="1962150"/>
                </a:cubicBezTo>
                <a:cubicBezTo>
                  <a:pt x="5000625" y="1992302"/>
                  <a:pt x="4968380" y="2012455"/>
                  <a:pt x="4949825" y="1993899"/>
                </a:cubicBezTo>
                <a:close/>
                <a:moveTo>
                  <a:pt x="7934174" y="1976156"/>
                </a:moveTo>
                <a:cubicBezTo>
                  <a:pt x="7923001" y="1955279"/>
                  <a:pt x="7923358" y="1949984"/>
                  <a:pt x="7936849" y="1936493"/>
                </a:cubicBezTo>
                <a:cubicBezTo>
                  <a:pt x="7956953" y="1916389"/>
                  <a:pt x="7976896" y="1931365"/>
                  <a:pt x="7979728" y="1968694"/>
                </a:cubicBezTo>
                <a:cubicBezTo>
                  <a:pt x="7981278" y="1989120"/>
                  <a:pt x="7979555" y="1992092"/>
                  <a:pt x="7972476" y="1981200"/>
                </a:cubicBezTo>
                <a:cubicBezTo>
                  <a:pt x="7964536" y="1968982"/>
                  <a:pt x="7963170" y="1969327"/>
                  <a:pt x="7963045" y="1983581"/>
                </a:cubicBezTo>
                <a:cubicBezTo>
                  <a:pt x="7962835" y="2007606"/>
                  <a:pt x="7949118" y="2004078"/>
                  <a:pt x="7934174" y="1976156"/>
                </a:cubicBezTo>
                <a:close/>
                <a:moveTo>
                  <a:pt x="7670913" y="1976030"/>
                </a:moveTo>
                <a:cubicBezTo>
                  <a:pt x="7663167" y="1955845"/>
                  <a:pt x="7688403" y="1931181"/>
                  <a:pt x="7708796" y="1939006"/>
                </a:cubicBezTo>
                <a:cubicBezTo>
                  <a:pt x="7730946" y="1947506"/>
                  <a:pt x="7728804" y="1957318"/>
                  <a:pt x="7700790" y="1975674"/>
                </a:cubicBezTo>
                <a:cubicBezTo>
                  <a:pt x="7678801" y="1990082"/>
                  <a:pt x="7676316" y="1990111"/>
                  <a:pt x="7670913" y="1976030"/>
                </a:cubicBezTo>
                <a:close/>
                <a:moveTo>
                  <a:pt x="2753104" y="1957845"/>
                </a:moveTo>
                <a:cubicBezTo>
                  <a:pt x="2733128" y="1933774"/>
                  <a:pt x="2745188" y="1910045"/>
                  <a:pt x="2779062" y="1906772"/>
                </a:cubicBezTo>
                <a:cubicBezTo>
                  <a:pt x="2814663" y="1903333"/>
                  <a:pt x="2826838" y="1920929"/>
                  <a:pt x="2810273" y="1951880"/>
                </a:cubicBezTo>
                <a:cubicBezTo>
                  <a:pt x="2797984" y="1974842"/>
                  <a:pt x="2769663" y="1977797"/>
                  <a:pt x="2753104" y="1957845"/>
                </a:cubicBezTo>
                <a:close/>
                <a:moveTo>
                  <a:pt x="3311128" y="1964076"/>
                </a:moveTo>
                <a:cubicBezTo>
                  <a:pt x="3302740" y="1950504"/>
                  <a:pt x="3321880" y="1930637"/>
                  <a:pt x="3337551" y="1936650"/>
                </a:cubicBezTo>
                <a:cubicBezTo>
                  <a:pt x="3359073" y="1944909"/>
                  <a:pt x="3356598" y="1971675"/>
                  <a:pt x="3334312" y="1971675"/>
                </a:cubicBezTo>
                <a:cubicBezTo>
                  <a:pt x="3324143" y="1971675"/>
                  <a:pt x="3313711" y="1968255"/>
                  <a:pt x="3311128" y="1964076"/>
                </a:cubicBezTo>
                <a:close/>
                <a:moveTo>
                  <a:pt x="2619375" y="1933575"/>
                </a:moveTo>
                <a:cubicBezTo>
                  <a:pt x="2619375" y="1928336"/>
                  <a:pt x="2625804" y="1924050"/>
                  <a:pt x="2633662" y="1924050"/>
                </a:cubicBezTo>
                <a:cubicBezTo>
                  <a:pt x="2641520" y="1924050"/>
                  <a:pt x="2647950" y="1928336"/>
                  <a:pt x="2647950" y="1933575"/>
                </a:cubicBezTo>
                <a:cubicBezTo>
                  <a:pt x="2647950" y="1938813"/>
                  <a:pt x="2641520" y="1943100"/>
                  <a:pt x="2633662" y="1943100"/>
                </a:cubicBezTo>
                <a:cubicBezTo>
                  <a:pt x="2625804" y="1943100"/>
                  <a:pt x="2619375" y="1938813"/>
                  <a:pt x="2619375" y="1933575"/>
                </a:cubicBezTo>
                <a:close/>
                <a:moveTo>
                  <a:pt x="3635812" y="1937187"/>
                </a:moveTo>
                <a:cubicBezTo>
                  <a:pt x="3612939" y="1914314"/>
                  <a:pt x="3648896" y="1871096"/>
                  <a:pt x="3677889" y="1886613"/>
                </a:cubicBezTo>
                <a:cubicBezTo>
                  <a:pt x="3705297" y="1901281"/>
                  <a:pt x="3697907" y="1937524"/>
                  <a:pt x="3666768" y="1941156"/>
                </a:cubicBezTo>
                <a:cubicBezTo>
                  <a:pt x="3653475" y="1942706"/>
                  <a:pt x="3639545" y="1940920"/>
                  <a:pt x="3635812" y="1937187"/>
                </a:cubicBezTo>
                <a:close/>
                <a:moveTo>
                  <a:pt x="2925821" y="1898721"/>
                </a:moveTo>
                <a:cubicBezTo>
                  <a:pt x="2929836" y="1877876"/>
                  <a:pt x="2957512" y="1874927"/>
                  <a:pt x="2957512" y="1895344"/>
                </a:cubicBezTo>
                <a:cubicBezTo>
                  <a:pt x="2957512" y="1903130"/>
                  <a:pt x="2949622" y="1911021"/>
                  <a:pt x="2939978" y="1912878"/>
                </a:cubicBezTo>
                <a:cubicBezTo>
                  <a:pt x="2927249" y="1915329"/>
                  <a:pt x="2923370" y="1911450"/>
                  <a:pt x="2925821" y="1898721"/>
                </a:cubicBezTo>
                <a:close/>
                <a:moveTo>
                  <a:pt x="3419005" y="1899671"/>
                </a:moveTo>
                <a:cubicBezTo>
                  <a:pt x="3410171" y="1889027"/>
                  <a:pt x="3410171" y="1882872"/>
                  <a:pt x="3419005" y="1872228"/>
                </a:cubicBezTo>
                <a:cubicBezTo>
                  <a:pt x="3433393" y="1854891"/>
                  <a:pt x="3457575" y="1863494"/>
                  <a:pt x="3457575" y="1885950"/>
                </a:cubicBezTo>
                <a:cubicBezTo>
                  <a:pt x="3457575" y="1908405"/>
                  <a:pt x="3433393" y="1917008"/>
                  <a:pt x="3419005" y="1899671"/>
                </a:cubicBezTo>
                <a:close/>
                <a:moveTo>
                  <a:pt x="4057650" y="1882002"/>
                </a:moveTo>
                <a:cubicBezTo>
                  <a:pt x="4057650" y="1850301"/>
                  <a:pt x="4096438" y="1828658"/>
                  <a:pt x="4119280" y="1847615"/>
                </a:cubicBezTo>
                <a:cubicBezTo>
                  <a:pt x="4142696" y="1867049"/>
                  <a:pt x="4137668" y="1895475"/>
                  <a:pt x="4110816" y="1895475"/>
                </a:cubicBezTo>
                <a:cubicBezTo>
                  <a:pt x="4098148" y="1895475"/>
                  <a:pt x="4081003" y="1898076"/>
                  <a:pt x="4072716" y="1901256"/>
                </a:cubicBezTo>
                <a:cubicBezTo>
                  <a:pt x="4061332" y="1905624"/>
                  <a:pt x="4057650" y="1900918"/>
                  <a:pt x="4057650" y="1882002"/>
                </a:cubicBezTo>
                <a:close/>
                <a:moveTo>
                  <a:pt x="4859357" y="1884416"/>
                </a:moveTo>
                <a:cubicBezTo>
                  <a:pt x="4861092" y="1872162"/>
                  <a:pt x="4868941" y="1862137"/>
                  <a:pt x="4876800" y="1862137"/>
                </a:cubicBezTo>
                <a:cubicBezTo>
                  <a:pt x="4897457" y="1862137"/>
                  <a:pt x="4894611" y="1899297"/>
                  <a:pt x="4873645" y="1903335"/>
                </a:cubicBezTo>
                <a:cubicBezTo>
                  <a:pt x="4860119" y="1905940"/>
                  <a:pt x="4856911" y="1901692"/>
                  <a:pt x="4859357" y="1884416"/>
                </a:cubicBezTo>
                <a:close/>
                <a:moveTo>
                  <a:pt x="7839075" y="1886512"/>
                </a:moveTo>
                <a:cubicBezTo>
                  <a:pt x="7839075" y="1876343"/>
                  <a:pt x="7843361" y="1865375"/>
                  <a:pt x="7848600" y="1862137"/>
                </a:cubicBezTo>
                <a:cubicBezTo>
                  <a:pt x="7854002" y="1858798"/>
                  <a:pt x="7858125" y="1866801"/>
                  <a:pt x="7858125" y="1880625"/>
                </a:cubicBezTo>
                <a:cubicBezTo>
                  <a:pt x="7858125" y="1894031"/>
                  <a:pt x="7853838" y="1905000"/>
                  <a:pt x="7848600" y="1905000"/>
                </a:cubicBezTo>
                <a:cubicBezTo>
                  <a:pt x="7843361" y="1905000"/>
                  <a:pt x="7839075" y="1896680"/>
                  <a:pt x="7839075" y="1886512"/>
                </a:cubicBezTo>
                <a:close/>
                <a:moveTo>
                  <a:pt x="3197423" y="1889323"/>
                </a:moveTo>
                <a:cubicBezTo>
                  <a:pt x="3183940" y="1875840"/>
                  <a:pt x="3191570" y="1857375"/>
                  <a:pt x="3210623" y="1857375"/>
                </a:cubicBezTo>
                <a:cubicBezTo>
                  <a:pt x="3223938" y="1857375"/>
                  <a:pt x="3229368" y="1862547"/>
                  <a:pt x="3227292" y="1873254"/>
                </a:cubicBezTo>
                <a:cubicBezTo>
                  <a:pt x="3223892" y="1890785"/>
                  <a:pt x="3207632" y="1899532"/>
                  <a:pt x="3197423" y="1889323"/>
                </a:cubicBezTo>
                <a:close/>
                <a:moveTo>
                  <a:pt x="3870348" y="1880547"/>
                </a:moveTo>
                <a:cubicBezTo>
                  <a:pt x="3862410" y="1859859"/>
                  <a:pt x="3882564" y="1840404"/>
                  <a:pt x="3896989" y="1854829"/>
                </a:cubicBezTo>
                <a:cubicBezTo>
                  <a:pt x="3909182" y="1867022"/>
                  <a:pt x="3901628" y="1895475"/>
                  <a:pt x="3886200" y="1895475"/>
                </a:cubicBezTo>
                <a:cubicBezTo>
                  <a:pt x="3880632" y="1895475"/>
                  <a:pt x="3873499" y="1888757"/>
                  <a:pt x="3870348" y="1880547"/>
                </a:cubicBezTo>
                <a:close/>
                <a:moveTo>
                  <a:pt x="5144960" y="1878806"/>
                </a:moveTo>
                <a:cubicBezTo>
                  <a:pt x="5133740" y="1857394"/>
                  <a:pt x="5147856" y="1819275"/>
                  <a:pt x="5167005" y="1819275"/>
                </a:cubicBezTo>
                <a:cubicBezTo>
                  <a:pt x="5177682" y="1819275"/>
                  <a:pt x="5181600" y="1829502"/>
                  <a:pt x="5181600" y="1857375"/>
                </a:cubicBezTo>
                <a:cubicBezTo>
                  <a:pt x="5181600" y="1898436"/>
                  <a:pt x="5161429" y="1910234"/>
                  <a:pt x="5144960" y="1878806"/>
                </a:cubicBezTo>
                <a:close/>
                <a:moveTo>
                  <a:pt x="4591316" y="1876791"/>
                </a:moveTo>
                <a:cubicBezTo>
                  <a:pt x="4579250" y="1869160"/>
                  <a:pt x="4579518" y="1867072"/>
                  <a:pt x="4593242" y="1861805"/>
                </a:cubicBezTo>
                <a:cubicBezTo>
                  <a:pt x="4610720" y="1855098"/>
                  <a:pt x="4629150" y="1862890"/>
                  <a:pt x="4629150" y="1876987"/>
                </a:cubicBezTo>
                <a:cubicBezTo>
                  <a:pt x="4629150" y="1888392"/>
                  <a:pt x="4609500" y="1888290"/>
                  <a:pt x="4591316" y="1876791"/>
                </a:cubicBezTo>
                <a:close/>
                <a:moveTo>
                  <a:pt x="3072236" y="1867585"/>
                </a:moveTo>
                <a:cubicBezTo>
                  <a:pt x="3069231" y="1862724"/>
                  <a:pt x="3075731" y="1855903"/>
                  <a:pt x="3086679" y="1852428"/>
                </a:cubicBezTo>
                <a:cubicBezTo>
                  <a:pt x="3109291" y="1845251"/>
                  <a:pt x="3119570" y="1851272"/>
                  <a:pt x="3110304" y="1866266"/>
                </a:cubicBezTo>
                <a:cubicBezTo>
                  <a:pt x="3102576" y="1878770"/>
                  <a:pt x="3079640" y="1879565"/>
                  <a:pt x="3072236" y="1867585"/>
                </a:cubicBezTo>
                <a:close/>
                <a:moveTo>
                  <a:pt x="4317206" y="1864518"/>
                </a:moveTo>
                <a:cubicBezTo>
                  <a:pt x="4319389" y="1857970"/>
                  <a:pt x="4331176" y="1852612"/>
                  <a:pt x="4343400" y="1852612"/>
                </a:cubicBezTo>
                <a:cubicBezTo>
                  <a:pt x="4355623" y="1852612"/>
                  <a:pt x="4367410" y="1857970"/>
                  <a:pt x="4369593" y="1864518"/>
                </a:cubicBezTo>
                <a:cubicBezTo>
                  <a:pt x="4372211" y="1872372"/>
                  <a:pt x="4363296" y="1876425"/>
                  <a:pt x="4343400" y="1876425"/>
                </a:cubicBezTo>
                <a:cubicBezTo>
                  <a:pt x="4323503" y="1876425"/>
                  <a:pt x="4314588" y="1872372"/>
                  <a:pt x="4317206" y="1864518"/>
                </a:cubicBezTo>
                <a:close/>
                <a:moveTo>
                  <a:pt x="3509625" y="1846787"/>
                </a:moveTo>
                <a:cubicBezTo>
                  <a:pt x="3496809" y="1806409"/>
                  <a:pt x="3553247" y="1784470"/>
                  <a:pt x="3568394" y="1823942"/>
                </a:cubicBezTo>
                <a:cubicBezTo>
                  <a:pt x="3575550" y="1842592"/>
                  <a:pt x="3555665" y="1866900"/>
                  <a:pt x="3533250" y="1866900"/>
                </a:cubicBezTo>
                <a:cubicBezTo>
                  <a:pt x="3523767" y="1866900"/>
                  <a:pt x="3513136" y="1857849"/>
                  <a:pt x="3509625" y="1846787"/>
                </a:cubicBezTo>
                <a:close/>
                <a:moveTo>
                  <a:pt x="4994386" y="1852201"/>
                </a:moveTo>
                <a:cubicBezTo>
                  <a:pt x="4987199" y="1833472"/>
                  <a:pt x="4995704" y="1824873"/>
                  <a:pt x="5014341" y="1832025"/>
                </a:cubicBezTo>
                <a:cubicBezTo>
                  <a:pt x="5022712" y="1835237"/>
                  <a:pt x="5026494" y="1843817"/>
                  <a:pt x="5023257" y="1852251"/>
                </a:cubicBezTo>
                <a:cubicBezTo>
                  <a:pt x="5016037" y="1871068"/>
                  <a:pt x="5001617" y="1871043"/>
                  <a:pt x="4994386" y="1852201"/>
                </a:cubicBezTo>
                <a:close/>
                <a:moveTo>
                  <a:pt x="4737129" y="1842460"/>
                </a:moveTo>
                <a:cubicBezTo>
                  <a:pt x="4728873" y="1820946"/>
                  <a:pt x="4745775" y="1795462"/>
                  <a:pt x="4768300" y="1795462"/>
                </a:cubicBezTo>
                <a:cubicBezTo>
                  <a:pt x="4796844" y="1795462"/>
                  <a:pt x="4793617" y="1851575"/>
                  <a:pt x="4764838" y="1855661"/>
                </a:cubicBezTo>
                <a:cubicBezTo>
                  <a:pt x="4751367" y="1857574"/>
                  <a:pt x="4741041" y="1852655"/>
                  <a:pt x="4737129" y="1842460"/>
                </a:cubicBezTo>
                <a:close/>
                <a:moveTo>
                  <a:pt x="7746320" y="1845558"/>
                </a:moveTo>
                <a:cubicBezTo>
                  <a:pt x="7747567" y="1839437"/>
                  <a:pt x="7742515" y="1834233"/>
                  <a:pt x="7735093" y="1833995"/>
                </a:cubicBezTo>
                <a:cubicBezTo>
                  <a:pt x="7715542" y="1833368"/>
                  <a:pt x="7712248" y="1814573"/>
                  <a:pt x="7729220" y="1800488"/>
                </a:cubicBezTo>
                <a:cubicBezTo>
                  <a:pt x="7740886" y="1790806"/>
                  <a:pt x="7746699" y="1790753"/>
                  <a:pt x="7758112" y="1800225"/>
                </a:cubicBezTo>
                <a:cubicBezTo>
                  <a:pt x="7776457" y="1815449"/>
                  <a:pt x="7776521" y="1844230"/>
                  <a:pt x="7758226" y="1851250"/>
                </a:cubicBezTo>
                <a:cubicBezTo>
                  <a:pt x="7750220" y="1854323"/>
                  <a:pt x="7745039" y="1851846"/>
                  <a:pt x="7746320" y="1845558"/>
                </a:cubicBezTo>
                <a:close/>
                <a:moveTo>
                  <a:pt x="3286125" y="1828981"/>
                </a:moveTo>
                <a:cubicBezTo>
                  <a:pt x="3286125" y="1818419"/>
                  <a:pt x="3331798" y="1804623"/>
                  <a:pt x="3339909" y="1812734"/>
                </a:cubicBezTo>
                <a:cubicBezTo>
                  <a:pt x="3342809" y="1815634"/>
                  <a:pt x="3342357" y="1822579"/>
                  <a:pt x="3338904" y="1828166"/>
                </a:cubicBezTo>
                <a:cubicBezTo>
                  <a:pt x="3331021" y="1840920"/>
                  <a:pt x="3286125" y="1841614"/>
                  <a:pt x="3286125" y="1828981"/>
                </a:cubicBezTo>
                <a:close/>
                <a:moveTo>
                  <a:pt x="3737244" y="1824037"/>
                </a:moveTo>
                <a:cubicBezTo>
                  <a:pt x="3728818" y="1802079"/>
                  <a:pt x="3740654" y="1781175"/>
                  <a:pt x="3761513" y="1781175"/>
                </a:cubicBezTo>
                <a:cubicBezTo>
                  <a:pt x="3785090" y="1781175"/>
                  <a:pt x="3793932" y="1794873"/>
                  <a:pt x="3786160" y="1819360"/>
                </a:cubicBezTo>
                <a:cubicBezTo>
                  <a:pt x="3779114" y="1841558"/>
                  <a:pt x="3745211" y="1844800"/>
                  <a:pt x="3737244" y="1824037"/>
                </a:cubicBezTo>
                <a:close/>
                <a:moveTo>
                  <a:pt x="3972505" y="1819633"/>
                </a:moveTo>
                <a:cubicBezTo>
                  <a:pt x="3954311" y="1808389"/>
                  <a:pt x="3964549" y="1776412"/>
                  <a:pt x="3986342" y="1776412"/>
                </a:cubicBezTo>
                <a:cubicBezTo>
                  <a:pt x="3998371" y="1776412"/>
                  <a:pt x="4006313" y="1783777"/>
                  <a:pt x="4008147" y="1796631"/>
                </a:cubicBezTo>
                <a:cubicBezTo>
                  <a:pt x="4011293" y="1818683"/>
                  <a:pt x="3991567" y="1831414"/>
                  <a:pt x="3972505" y="1819633"/>
                </a:cubicBezTo>
                <a:close/>
                <a:moveTo>
                  <a:pt x="4467225" y="1809750"/>
                </a:moveTo>
                <a:cubicBezTo>
                  <a:pt x="4451633" y="1780617"/>
                  <a:pt x="4471303" y="1750681"/>
                  <a:pt x="4503584" y="1754410"/>
                </a:cubicBezTo>
                <a:cubicBezTo>
                  <a:pt x="4521902" y="1756526"/>
                  <a:pt x="4530018" y="1763578"/>
                  <a:pt x="4532249" y="1779318"/>
                </a:cubicBezTo>
                <a:cubicBezTo>
                  <a:pt x="4538548" y="1823750"/>
                  <a:pt x="4487503" y="1847640"/>
                  <a:pt x="4467225" y="1809750"/>
                </a:cubicBezTo>
                <a:close/>
                <a:moveTo>
                  <a:pt x="4232568" y="1805051"/>
                </a:moveTo>
                <a:cubicBezTo>
                  <a:pt x="4229269" y="1796453"/>
                  <a:pt x="4231137" y="1784852"/>
                  <a:pt x="4236720" y="1779270"/>
                </a:cubicBezTo>
                <a:cubicBezTo>
                  <a:pt x="4251232" y="1764757"/>
                  <a:pt x="4278729" y="1778021"/>
                  <a:pt x="4274938" y="1797705"/>
                </a:cubicBezTo>
                <a:cubicBezTo>
                  <a:pt x="4270715" y="1819630"/>
                  <a:pt x="4240194" y="1824922"/>
                  <a:pt x="4232568" y="1805051"/>
                </a:cubicBezTo>
                <a:close/>
                <a:moveTo>
                  <a:pt x="3634113" y="1781702"/>
                </a:moveTo>
                <a:cubicBezTo>
                  <a:pt x="3624919" y="1766826"/>
                  <a:pt x="3637016" y="1752600"/>
                  <a:pt x="3658860" y="1752600"/>
                </a:cubicBezTo>
                <a:cubicBezTo>
                  <a:pt x="3671957" y="1752600"/>
                  <a:pt x="3677034" y="1757855"/>
                  <a:pt x="3674857" y="1769159"/>
                </a:cubicBezTo>
                <a:cubicBezTo>
                  <a:pt x="3671202" y="1788138"/>
                  <a:pt x="3643383" y="1796702"/>
                  <a:pt x="3634113" y="1781702"/>
                </a:cubicBezTo>
                <a:close/>
                <a:moveTo>
                  <a:pt x="4660106" y="1774339"/>
                </a:moveTo>
                <a:cubicBezTo>
                  <a:pt x="4653557" y="1771987"/>
                  <a:pt x="4648200" y="1760162"/>
                  <a:pt x="4648200" y="1748062"/>
                </a:cubicBezTo>
                <a:cubicBezTo>
                  <a:pt x="4648200" y="1725338"/>
                  <a:pt x="4663139" y="1714211"/>
                  <a:pt x="4683918" y="1721459"/>
                </a:cubicBezTo>
                <a:cubicBezTo>
                  <a:pt x="4690467" y="1723743"/>
                  <a:pt x="4695825" y="1733302"/>
                  <a:pt x="4695825" y="1742702"/>
                </a:cubicBezTo>
                <a:cubicBezTo>
                  <a:pt x="4695825" y="1763237"/>
                  <a:pt x="4676600" y="1780265"/>
                  <a:pt x="4660106" y="1774339"/>
                </a:cubicBezTo>
                <a:close/>
                <a:moveTo>
                  <a:pt x="4888230" y="1769745"/>
                </a:moveTo>
                <a:cubicBezTo>
                  <a:pt x="4874106" y="1755621"/>
                  <a:pt x="4873252" y="1717816"/>
                  <a:pt x="4886866" y="1709402"/>
                </a:cubicBezTo>
                <a:cubicBezTo>
                  <a:pt x="4892402" y="1705981"/>
                  <a:pt x="4907404" y="1705809"/>
                  <a:pt x="4920203" y="1709022"/>
                </a:cubicBezTo>
                <a:cubicBezTo>
                  <a:pt x="4949291" y="1716322"/>
                  <a:pt x="4952430" y="1756661"/>
                  <a:pt x="4925051" y="1771314"/>
                </a:cubicBezTo>
                <a:cubicBezTo>
                  <a:pt x="4902090" y="1783603"/>
                  <a:pt x="4902088" y="1783603"/>
                  <a:pt x="4888230" y="1769745"/>
                </a:cubicBezTo>
                <a:close/>
                <a:moveTo>
                  <a:pt x="5051411" y="1766148"/>
                </a:moveTo>
                <a:cubicBezTo>
                  <a:pt x="5048239" y="1757884"/>
                  <a:pt x="5052660" y="1744107"/>
                  <a:pt x="5061235" y="1735532"/>
                </a:cubicBezTo>
                <a:cubicBezTo>
                  <a:pt x="5075671" y="1721096"/>
                  <a:pt x="5077978" y="1721096"/>
                  <a:pt x="5092414" y="1735532"/>
                </a:cubicBezTo>
                <a:cubicBezTo>
                  <a:pt x="5111888" y="1755006"/>
                  <a:pt x="5102950" y="1781175"/>
                  <a:pt x="5076825" y="1781175"/>
                </a:cubicBezTo>
                <a:cubicBezTo>
                  <a:pt x="5066018" y="1781175"/>
                  <a:pt x="5054582" y="1774413"/>
                  <a:pt x="5051411" y="1766148"/>
                </a:cubicBezTo>
                <a:close/>
                <a:moveTo>
                  <a:pt x="7874793" y="1770584"/>
                </a:moveTo>
                <a:cubicBezTo>
                  <a:pt x="7857081" y="1760589"/>
                  <a:pt x="7851404" y="1714500"/>
                  <a:pt x="7867885" y="1714500"/>
                </a:cubicBezTo>
                <a:cubicBezTo>
                  <a:pt x="7878215" y="1714500"/>
                  <a:pt x="7898728" y="1759788"/>
                  <a:pt x="7894156" y="1772500"/>
                </a:cubicBezTo>
                <a:cubicBezTo>
                  <a:pt x="7892674" y="1776620"/>
                  <a:pt x="7883961" y="1775757"/>
                  <a:pt x="7874793" y="1770584"/>
                </a:cubicBezTo>
                <a:close/>
                <a:moveTo>
                  <a:pt x="5242369" y="1757818"/>
                </a:moveTo>
                <a:cubicBezTo>
                  <a:pt x="5235734" y="1740527"/>
                  <a:pt x="5245371" y="1724025"/>
                  <a:pt x="5262105" y="1724025"/>
                </a:cubicBezTo>
                <a:cubicBezTo>
                  <a:pt x="5276545" y="1724025"/>
                  <a:pt x="5289156" y="1749918"/>
                  <a:pt x="5281081" y="1762984"/>
                </a:cubicBezTo>
                <a:cubicBezTo>
                  <a:pt x="5272755" y="1776455"/>
                  <a:pt x="5248267" y="1773187"/>
                  <a:pt x="5242369" y="1757818"/>
                </a:cubicBezTo>
                <a:close/>
                <a:moveTo>
                  <a:pt x="4128172" y="1748888"/>
                </a:moveTo>
                <a:cubicBezTo>
                  <a:pt x="4119509" y="1726312"/>
                  <a:pt x="4139253" y="1706568"/>
                  <a:pt x="4154873" y="1722188"/>
                </a:cubicBezTo>
                <a:cubicBezTo>
                  <a:pt x="4163853" y="1731168"/>
                  <a:pt x="4162887" y="1737169"/>
                  <a:pt x="4150460" y="1749596"/>
                </a:cubicBezTo>
                <a:cubicBezTo>
                  <a:pt x="4135596" y="1764460"/>
                  <a:pt x="4134130" y="1764414"/>
                  <a:pt x="4128172" y="1748888"/>
                </a:cubicBezTo>
                <a:close/>
                <a:moveTo>
                  <a:pt x="4365894" y="1747837"/>
                </a:moveTo>
                <a:cubicBezTo>
                  <a:pt x="4358086" y="1727489"/>
                  <a:pt x="4368785" y="1704975"/>
                  <a:pt x="4386262" y="1704975"/>
                </a:cubicBezTo>
                <a:cubicBezTo>
                  <a:pt x="4406457" y="1704975"/>
                  <a:pt x="4414898" y="1730548"/>
                  <a:pt x="4400449" y="1747958"/>
                </a:cubicBezTo>
                <a:cubicBezTo>
                  <a:pt x="4385448" y="1766033"/>
                  <a:pt x="4372860" y="1765989"/>
                  <a:pt x="4365894" y="1747837"/>
                </a:cubicBezTo>
                <a:close/>
                <a:moveTo>
                  <a:pt x="3843337" y="1724025"/>
                </a:moveTo>
                <a:cubicBezTo>
                  <a:pt x="3846575" y="1718786"/>
                  <a:pt x="3857796" y="1714500"/>
                  <a:pt x="3868274" y="1714500"/>
                </a:cubicBezTo>
                <a:cubicBezTo>
                  <a:pt x="3878751" y="1714500"/>
                  <a:pt x="3884675" y="1718786"/>
                  <a:pt x="3881437" y="1724025"/>
                </a:cubicBezTo>
                <a:cubicBezTo>
                  <a:pt x="3878199" y="1729263"/>
                  <a:pt x="3866978" y="1733550"/>
                  <a:pt x="3856500" y="1733550"/>
                </a:cubicBezTo>
                <a:cubicBezTo>
                  <a:pt x="3846023" y="1733550"/>
                  <a:pt x="3840099" y="1729263"/>
                  <a:pt x="3843337" y="1724025"/>
                </a:cubicBezTo>
                <a:close/>
                <a:moveTo>
                  <a:pt x="4782256" y="1724461"/>
                </a:moveTo>
                <a:cubicBezTo>
                  <a:pt x="4767220" y="1715169"/>
                  <a:pt x="4776834" y="1695450"/>
                  <a:pt x="4796399" y="1695450"/>
                </a:cubicBezTo>
                <a:cubicBezTo>
                  <a:pt x="4810877" y="1695450"/>
                  <a:pt x="4815478" y="1719591"/>
                  <a:pt x="4802526" y="1727596"/>
                </a:cubicBezTo>
                <a:cubicBezTo>
                  <a:pt x="4798347" y="1730179"/>
                  <a:pt x="4789225" y="1728768"/>
                  <a:pt x="4782256" y="1724461"/>
                </a:cubicBezTo>
                <a:close/>
                <a:moveTo>
                  <a:pt x="5402990" y="1721840"/>
                </a:moveTo>
                <a:cubicBezTo>
                  <a:pt x="5408942" y="1703984"/>
                  <a:pt x="5435131" y="1692013"/>
                  <a:pt x="5453131" y="1698920"/>
                </a:cubicBezTo>
                <a:cubicBezTo>
                  <a:pt x="5474183" y="1706999"/>
                  <a:pt x="5468919" y="1712647"/>
                  <a:pt x="5429911" y="1723835"/>
                </a:cubicBezTo>
                <a:cubicBezTo>
                  <a:pt x="5408141" y="1730078"/>
                  <a:pt x="5400434" y="1729507"/>
                  <a:pt x="5402990" y="1721840"/>
                </a:cubicBezTo>
                <a:close/>
                <a:moveTo>
                  <a:pt x="7763581" y="1724461"/>
                </a:moveTo>
                <a:cubicBezTo>
                  <a:pt x="7748545" y="1715169"/>
                  <a:pt x="7758159" y="1695450"/>
                  <a:pt x="7777724" y="1695450"/>
                </a:cubicBezTo>
                <a:cubicBezTo>
                  <a:pt x="7792202" y="1695450"/>
                  <a:pt x="7796803" y="1719591"/>
                  <a:pt x="7783851" y="1727596"/>
                </a:cubicBezTo>
                <a:cubicBezTo>
                  <a:pt x="7779672" y="1730179"/>
                  <a:pt x="7770550" y="1728768"/>
                  <a:pt x="7763581" y="1724461"/>
                </a:cubicBezTo>
                <a:close/>
                <a:moveTo>
                  <a:pt x="4222897" y="1681287"/>
                </a:moveTo>
                <a:cubicBezTo>
                  <a:pt x="4200818" y="1665142"/>
                  <a:pt x="4207751" y="1658071"/>
                  <a:pt x="4252829" y="1650755"/>
                </a:cubicBezTo>
                <a:cubicBezTo>
                  <a:pt x="4286364" y="1645313"/>
                  <a:pt x="4287839" y="1646106"/>
                  <a:pt x="4278087" y="1664330"/>
                </a:cubicBezTo>
                <a:cubicBezTo>
                  <a:pt x="4264036" y="1690583"/>
                  <a:pt x="4244021" y="1696733"/>
                  <a:pt x="4222897" y="1681287"/>
                </a:cubicBezTo>
                <a:close/>
                <a:moveTo>
                  <a:pt x="4982736" y="1682562"/>
                </a:moveTo>
                <a:cubicBezTo>
                  <a:pt x="4971158" y="1668611"/>
                  <a:pt x="4977730" y="1657350"/>
                  <a:pt x="4997450" y="1657350"/>
                </a:cubicBezTo>
                <a:cubicBezTo>
                  <a:pt x="5011639" y="1657350"/>
                  <a:pt x="5014836" y="1681904"/>
                  <a:pt x="5001704" y="1690020"/>
                </a:cubicBezTo>
                <a:cubicBezTo>
                  <a:pt x="4997059" y="1692891"/>
                  <a:pt x="4988523" y="1689535"/>
                  <a:pt x="4982736" y="1682562"/>
                </a:cubicBezTo>
                <a:close/>
                <a:moveTo>
                  <a:pt x="4557454" y="1675982"/>
                </a:moveTo>
                <a:cubicBezTo>
                  <a:pt x="4548528" y="1661539"/>
                  <a:pt x="4572722" y="1635212"/>
                  <a:pt x="4584291" y="1646781"/>
                </a:cubicBezTo>
                <a:cubicBezTo>
                  <a:pt x="4594973" y="1657463"/>
                  <a:pt x="4586662" y="1685925"/>
                  <a:pt x="4572861" y="1685925"/>
                </a:cubicBezTo>
                <a:cubicBezTo>
                  <a:pt x="4567767" y="1685925"/>
                  <a:pt x="4560834" y="1681450"/>
                  <a:pt x="4557454" y="1675982"/>
                </a:cubicBezTo>
                <a:close/>
                <a:moveTo>
                  <a:pt x="5191504" y="1653045"/>
                </a:moveTo>
                <a:cubicBezTo>
                  <a:pt x="5175070" y="1633243"/>
                  <a:pt x="5183169" y="1605448"/>
                  <a:pt x="5206343" y="1602121"/>
                </a:cubicBezTo>
                <a:cubicBezTo>
                  <a:pt x="5234854" y="1598027"/>
                  <a:pt x="5252437" y="1622250"/>
                  <a:pt x="5239075" y="1647216"/>
                </a:cubicBezTo>
                <a:cubicBezTo>
                  <a:pt x="5226767" y="1670215"/>
                  <a:pt x="5207694" y="1672552"/>
                  <a:pt x="5191504" y="1653045"/>
                </a:cubicBezTo>
                <a:close/>
                <a:moveTo>
                  <a:pt x="5715000" y="1647825"/>
                </a:moveTo>
                <a:cubicBezTo>
                  <a:pt x="5715000" y="1642586"/>
                  <a:pt x="5721682" y="1638300"/>
                  <a:pt x="5729849" y="1638300"/>
                </a:cubicBezTo>
                <a:cubicBezTo>
                  <a:pt x="5738016" y="1638300"/>
                  <a:pt x="5742050" y="1642586"/>
                  <a:pt x="5738812" y="1647825"/>
                </a:cubicBezTo>
                <a:cubicBezTo>
                  <a:pt x="5735574" y="1653063"/>
                  <a:pt x="5728892" y="1657350"/>
                  <a:pt x="5723962" y="1657350"/>
                </a:cubicBezTo>
                <a:cubicBezTo>
                  <a:pt x="5719033" y="1657350"/>
                  <a:pt x="5715000" y="1653063"/>
                  <a:pt x="5715000" y="1647825"/>
                </a:cubicBezTo>
                <a:close/>
                <a:moveTo>
                  <a:pt x="5339073" y="1638802"/>
                </a:moveTo>
                <a:cubicBezTo>
                  <a:pt x="5330698" y="1625252"/>
                  <a:pt x="5341378" y="1609725"/>
                  <a:pt x="5359073" y="1609725"/>
                </a:cubicBezTo>
                <a:cubicBezTo>
                  <a:pt x="5367418" y="1609725"/>
                  <a:pt x="5372198" y="1616416"/>
                  <a:pt x="5370417" y="1625604"/>
                </a:cubicBezTo>
                <a:cubicBezTo>
                  <a:pt x="5366706" y="1644735"/>
                  <a:pt x="5347688" y="1652743"/>
                  <a:pt x="5339073" y="1638802"/>
                </a:cubicBezTo>
                <a:close/>
                <a:moveTo>
                  <a:pt x="4707255" y="1617345"/>
                </a:moveTo>
                <a:cubicBezTo>
                  <a:pt x="4674924" y="1585014"/>
                  <a:pt x="4712945" y="1531151"/>
                  <a:pt x="4752975" y="1552575"/>
                </a:cubicBezTo>
                <a:cubicBezTo>
                  <a:pt x="4786594" y="1570567"/>
                  <a:pt x="4772043" y="1628775"/>
                  <a:pt x="4733925" y="1628775"/>
                </a:cubicBezTo>
                <a:cubicBezTo>
                  <a:pt x="4725543" y="1628775"/>
                  <a:pt x="4713541" y="1623631"/>
                  <a:pt x="4707255" y="1617345"/>
                </a:cubicBezTo>
                <a:close/>
                <a:moveTo>
                  <a:pt x="4870473" y="1613847"/>
                </a:moveTo>
                <a:cubicBezTo>
                  <a:pt x="4862966" y="1594284"/>
                  <a:pt x="4878033" y="1579664"/>
                  <a:pt x="4894936" y="1590110"/>
                </a:cubicBezTo>
                <a:cubicBezTo>
                  <a:pt x="4909331" y="1599006"/>
                  <a:pt x="4902701" y="1628775"/>
                  <a:pt x="4886325" y="1628775"/>
                </a:cubicBezTo>
                <a:cubicBezTo>
                  <a:pt x="4880757" y="1628775"/>
                  <a:pt x="4873624" y="1622057"/>
                  <a:pt x="4870473" y="1613847"/>
                </a:cubicBezTo>
                <a:close/>
                <a:moveTo>
                  <a:pt x="5564505" y="1617345"/>
                </a:moveTo>
                <a:cubicBezTo>
                  <a:pt x="5534360" y="1587200"/>
                  <a:pt x="5564583" y="1537166"/>
                  <a:pt x="5599613" y="1559223"/>
                </a:cubicBezTo>
                <a:cubicBezTo>
                  <a:pt x="5621125" y="1572769"/>
                  <a:pt x="5623458" y="1595130"/>
                  <a:pt x="5605257" y="1613331"/>
                </a:cubicBezTo>
                <a:cubicBezTo>
                  <a:pt x="5586811" y="1631777"/>
                  <a:pt x="5579643" y="1632483"/>
                  <a:pt x="5564505" y="1617345"/>
                </a:cubicBezTo>
                <a:close/>
                <a:moveTo>
                  <a:pt x="7685218" y="1605569"/>
                </a:moveTo>
                <a:cubicBezTo>
                  <a:pt x="7673182" y="1579152"/>
                  <a:pt x="7679968" y="1552575"/>
                  <a:pt x="7698750" y="1552575"/>
                </a:cubicBezTo>
                <a:cubicBezTo>
                  <a:pt x="7709437" y="1552575"/>
                  <a:pt x="7734300" y="1601342"/>
                  <a:pt x="7734300" y="1622307"/>
                </a:cubicBezTo>
                <a:cubicBezTo>
                  <a:pt x="7734300" y="1639716"/>
                  <a:pt x="7694610" y="1626182"/>
                  <a:pt x="7685218" y="1605569"/>
                </a:cubicBezTo>
                <a:close/>
                <a:moveTo>
                  <a:pt x="5435597" y="1605658"/>
                </a:moveTo>
                <a:cubicBezTo>
                  <a:pt x="5429892" y="1590790"/>
                  <a:pt x="5450978" y="1567953"/>
                  <a:pt x="5461082" y="1578057"/>
                </a:cubicBezTo>
                <a:cubicBezTo>
                  <a:pt x="5464529" y="1581504"/>
                  <a:pt x="5467350" y="1592183"/>
                  <a:pt x="5467350" y="1601787"/>
                </a:cubicBezTo>
                <a:cubicBezTo>
                  <a:pt x="5467350" y="1622369"/>
                  <a:pt x="5443142" y="1625321"/>
                  <a:pt x="5435597" y="1605658"/>
                </a:cubicBezTo>
                <a:close/>
                <a:moveTo>
                  <a:pt x="5907876" y="1597818"/>
                </a:moveTo>
                <a:cubicBezTo>
                  <a:pt x="5913877" y="1579795"/>
                  <a:pt x="5943600" y="1577233"/>
                  <a:pt x="5943600" y="1594739"/>
                </a:cubicBezTo>
                <a:cubicBezTo>
                  <a:pt x="5943600" y="1603574"/>
                  <a:pt x="5935456" y="1609725"/>
                  <a:pt x="5923756" y="1609725"/>
                </a:cubicBezTo>
                <a:cubicBezTo>
                  <a:pt x="5912116" y="1609725"/>
                  <a:pt x="5905551" y="1604802"/>
                  <a:pt x="5907876" y="1597818"/>
                </a:cubicBezTo>
                <a:close/>
                <a:moveTo>
                  <a:pt x="5039686" y="1587071"/>
                </a:moveTo>
                <a:cubicBezTo>
                  <a:pt x="5023748" y="1567867"/>
                  <a:pt x="5042557" y="1524000"/>
                  <a:pt x="5066729" y="1524000"/>
                </a:cubicBezTo>
                <a:cubicBezTo>
                  <a:pt x="5077151" y="1524000"/>
                  <a:pt x="5090267" y="1532572"/>
                  <a:pt x="5095875" y="1543050"/>
                </a:cubicBezTo>
                <a:cubicBezTo>
                  <a:pt x="5116891" y="1582319"/>
                  <a:pt x="5067716" y="1620845"/>
                  <a:pt x="5039686" y="1587071"/>
                </a:cubicBezTo>
                <a:close/>
                <a:moveTo>
                  <a:pt x="5777117" y="1575231"/>
                </a:moveTo>
                <a:cubicBezTo>
                  <a:pt x="5747638" y="1545752"/>
                  <a:pt x="5782440" y="1498294"/>
                  <a:pt x="5817393" y="1520307"/>
                </a:cubicBezTo>
                <a:cubicBezTo>
                  <a:pt x="5846584" y="1538689"/>
                  <a:pt x="5834269" y="1590675"/>
                  <a:pt x="5800725" y="1590675"/>
                </a:cubicBezTo>
                <a:cubicBezTo>
                  <a:pt x="5796234" y="1590675"/>
                  <a:pt x="5785611" y="1583725"/>
                  <a:pt x="5777117" y="1575231"/>
                </a:cubicBezTo>
                <a:close/>
                <a:moveTo>
                  <a:pt x="6052032" y="1567418"/>
                </a:moveTo>
                <a:cubicBezTo>
                  <a:pt x="6037753" y="1530207"/>
                  <a:pt x="6072585" y="1491577"/>
                  <a:pt x="6103143" y="1510733"/>
                </a:cubicBezTo>
                <a:cubicBezTo>
                  <a:pt x="6130883" y="1528122"/>
                  <a:pt x="6129632" y="1560648"/>
                  <a:pt x="6100802" y="1571609"/>
                </a:cubicBezTo>
                <a:cubicBezTo>
                  <a:pt x="6067115" y="1584417"/>
                  <a:pt x="6058264" y="1583657"/>
                  <a:pt x="6052032" y="1567418"/>
                </a:cubicBezTo>
                <a:close/>
                <a:moveTo>
                  <a:pt x="4930775" y="1527174"/>
                </a:moveTo>
                <a:cubicBezTo>
                  <a:pt x="4917031" y="1513431"/>
                  <a:pt x="4924822" y="1485900"/>
                  <a:pt x="4942455" y="1485900"/>
                </a:cubicBezTo>
                <a:cubicBezTo>
                  <a:pt x="4964234" y="1485900"/>
                  <a:pt x="4974674" y="1508040"/>
                  <a:pt x="4959875" y="1522839"/>
                </a:cubicBezTo>
                <a:cubicBezTo>
                  <a:pt x="4947645" y="1535069"/>
                  <a:pt x="4939833" y="1536233"/>
                  <a:pt x="4930775" y="1527174"/>
                </a:cubicBezTo>
                <a:close/>
                <a:moveTo>
                  <a:pt x="5302250" y="1527174"/>
                </a:moveTo>
                <a:cubicBezTo>
                  <a:pt x="5282790" y="1507715"/>
                  <a:pt x="5297053" y="1485900"/>
                  <a:pt x="5329237" y="1485900"/>
                </a:cubicBezTo>
                <a:cubicBezTo>
                  <a:pt x="5363830" y="1485900"/>
                  <a:pt x="5372695" y="1500544"/>
                  <a:pt x="5351145" y="1522095"/>
                </a:cubicBezTo>
                <a:cubicBezTo>
                  <a:pt x="5338691" y="1534548"/>
                  <a:pt x="5312359" y="1537284"/>
                  <a:pt x="5302250" y="1527174"/>
                </a:cubicBezTo>
                <a:close/>
                <a:moveTo>
                  <a:pt x="5661739" y="1520397"/>
                </a:moveTo>
                <a:cubicBezTo>
                  <a:pt x="5654030" y="1500307"/>
                  <a:pt x="5664851" y="1485900"/>
                  <a:pt x="5687649" y="1485900"/>
                </a:cubicBezTo>
                <a:cubicBezTo>
                  <a:pt x="5702039" y="1485900"/>
                  <a:pt x="5706043" y="1491203"/>
                  <a:pt x="5703756" y="1507233"/>
                </a:cubicBezTo>
                <a:cubicBezTo>
                  <a:pt x="5700204" y="1532132"/>
                  <a:pt x="5669887" y="1541630"/>
                  <a:pt x="5661739" y="1520397"/>
                </a:cubicBezTo>
                <a:close/>
                <a:moveTo>
                  <a:pt x="7912100" y="1527174"/>
                </a:moveTo>
                <a:cubicBezTo>
                  <a:pt x="7908607" y="1523682"/>
                  <a:pt x="7905750" y="1512609"/>
                  <a:pt x="7905750" y="1502568"/>
                </a:cubicBezTo>
                <a:cubicBezTo>
                  <a:pt x="7905750" y="1477866"/>
                  <a:pt x="7928754" y="1486664"/>
                  <a:pt x="7932606" y="1512839"/>
                </a:cubicBezTo>
                <a:cubicBezTo>
                  <a:pt x="7935552" y="1532865"/>
                  <a:pt x="7925098" y="1540173"/>
                  <a:pt x="7912100" y="1527174"/>
                </a:cubicBezTo>
                <a:close/>
                <a:moveTo>
                  <a:pt x="5163329" y="1510651"/>
                </a:moveTo>
                <a:cubicBezTo>
                  <a:pt x="5151175" y="1496007"/>
                  <a:pt x="5159284" y="1485900"/>
                  <a:pt x="5183187" y="1485900"/>
                </a:cubicBezTo>
                <a:cubicBezTo>
                  <a:pt x="5203769" y="1485900"/>
                  <a:pt x="5206721" y="1510107"/>
                  <a:pt x="5187058" y="1517652"/>
                </a:cubicBezTo>
                <a:cubicBezTo>
                  <a:pt x="5179583" y="1520520"/>
                  <a:pt x="5168905" y="1517370"/>
                  <a:pt x="5163329" y="1510651"/>
                </a:cubicBezTo>
                <a:close/>
                <a:moveTo>
                  <a:pt x="6288313" y="1507331"/>
                </a:moveTo>
                <a:cubicBezTo>
                  <a:pt x="6290078" y="1498163"/>
                  <a:pt x="6297835" y="1490662"/>
                  <a:pt x="6305550" y="1490662"/>
                </a:cubicBezTo>
                <a:cubicBezTo>
                  <a:pt x="6313264" y="1490662"/>
                  <a:pt x="6321021" y="1498163"/>
                  <a:pt x="6322786" y="1507331"/>
                </a:cubicBezTo>
                <a:cubicBezTo>
                  <a:pt x="6325039" y="1519026"/>
                  <a:pt x="6319896" y="1524000"/>
                  <a:pt x="6305550" y="1524000"/>
                </a:cubicBezTo>
                <a:cubicBezTo>
                  <a:pt x="6291203" y="1524000"/>
                  <a:pt x="6286060" y="1519026"/>
                  <a:pt x="6288313" y="1507331"/>
                </a:cubicBezTo>
                <a:close/>
                <a:moveTo>
                  <a:pt x="5452549" y="1494595"/>
                </a:moveTo>
                <a:cubicBezTo>
                  <a:pt x="5442733" y="1478712"/>
                  <a:pt x="5464810" y="1460500"/>
                  <a:pt x="5477950" y="1473640"/>
                </a:cubicBezTo>
                <a:cubicBezTo>
                  <a:pt x="5488941" y="1484631"/>
                  <a:pt x="5482062" y="1504950"/>
                  <a:pt x="5467350" y="1504950"/>
                </a:cubicBezTo>
                <a:cubicBezTo>
                  <a:pt x="5462729" y="1504950"/>
                  <a:pt x="5456069" y="1500290"/>
                  <a:pt x="5452549" y="1494595"/>
                </a:cubicBezTo>
                <a:close/>
                <a:moveTo>
                  <a:pt x="5920644" y="1496811"/>
                </a:moveTo>
                <a:cubicBezTo>
                  <a:pt x="5911186" y="1481508"/>
                  <a:pt x="5925909" y="1456189"/>
                  <a:pt x="5942417" y="1459369"/>
                </a:cubicBezTo>
                <a:cubicBezTo>
                  <a:pt x="5962711" y="1463277"/>
                  <a:pt x="5962457" y="1499046"/>
                  <a:pt x="5942106" y="1502965"/>
                </a:cubicBezTo>
                <a:cubicBezTo>
                  <a:pt x="5933427" y="1504637"/>
                  <a:pt x="5923769" y="1501867"/>
                  <a:pt x="5920644" y="1496811"/>
                </a:cubicBezTo>
                <a:close/>
                <a:moveTo>
                  <a:pt x="4802981" y="1489116"/>
                </a:moveTo>
                <a:cubicBezTo>
                  <a:pt x="4785255" y="1481964"/>
                  <a:pt x="4788586" y="1441267"/>
                  <a:pt x="4807492" y="1434013"/>
                </a:cubicBezTo>
                <a:cubicBezTo>
                  <a:pt x="4830446" y="1425204"/>
                  <a:pt x="4850623" y="1454095"/>
                  <a:pt x="4837995" y="1477690"/>
                </a:cubicBezTo>
                <a:cubicBezTo>
                  <a:pt x="4828250" y="1495900"/>
                  <a:pt x="4823574" y="1497426"/>
                  <a:pt x="4802981" y="1489116"/>
                </a:cubicBezTo>
                <a:close/>
                <a:moveTo>
                  <a:pt x="7781925" y="1477154"/>
                </a:moveTo>
                <a:cubicBezTo>
                  <a:pt x="7781925" y="1472343"/>
                  <a:pt x="7779535" y="1462181"/>
                  <a:pt x="7776615" y="1454570"/>
                </a:cubicBezTo>
                <a:cubicBezTo>
                  <a:pt x="7773541" y="1446561"/>
                  <a:pt x="7778451" y="1437991"/>
                  <a:pt x="7788270" y="1434223"/>
                </a:cubicBezTo>
                <a:cubicBezTo>
                  <a:pt x="7808030" y="1426640"/>
                  <a:pt x="7831024" y="1451924"/>
                  <a:pt x="7823114" y="1472538"/>
                </a:cubicBezTo>
                <a:cubicBezTo>
                  <a:pt x="7817483" y="1487212"/>
                  <a:pt x="7781925" y="1491197"/>
                  <a:pt x="7781925" y="1477154"/>
                </a:cubicBezTo>
                <a:close/>
                <a:moveTo>
                  <a:pt x="6184923" y="1461447"/>
                </a:moveTo>
                <a:cubicBezTo>
                  <a:pt x="6181773" y="1453236"/>
                  <a:pt x="6184081" y="1441633"/>
                  <a:pt x="6190053" y="1435661"/>
                </a:cubicBezTo>
                <a:cubicBezTo>
                  <a:pt x="6203459" y="1422255"/>
                  <a:pt x="6235218" y="1449649"/>
                  <a:pt x="6225152" y="1465935"/>
                </a:cubicBezTo>
                <a:cubicBezTo>
                  <a:pt x="6215645" y="1481318"/>
                  <a:pt x="6191515" y="1478626"/>
                  <a:pt x="6184923" y="1461447"/>
                </a:cubicBezTo>
                <a:close/>
                <a:moveTo>
                  <a:pt x="6383468" y="1435893"/>
                </a:moveTo>
                <a:cubicBezTo>
                  <a:pt x="6385142" y="1424106"/>
                  <a:pt x="6392941" y="1414462"/>
                  <a:pt x="6400800" y="1414462"/>
                </a:cubicBezTo>
                <a:cubicBezTo>
                  <a:pt x="6408658" y="1414462"/>
                  <a:pt x="6416457" y="1424106"/>
                  <a:pt x="6418131" y="1435893"/>
                </a:cubicBezTo>
                <a:cubicBezTo>
                  <a:pt x="6420473" y="1452388"/>
                  <a:pt x="6416481" y="1457325"/>
                  <a:pt x="6400800" y="1457325"/>
                </a:cubicBezTo>
                <a:cubicBezTo>
                  <a:pt x="6385118" y="1457325"/>
                  <a:pt x="6381126" y="1452388"/>
                  <a:pt x="6383468" y="1435893"/>
                </a:cubicBezTo>
                <a:close/>
                <a:moveTo>
                  <a:pt x="6016823" y="1432123"/>
                </a:moveTo>
                <a:cubicBezTo>
                  <a:pt x="6002150" y="1417450"/>
                  <a:pt x="6010656" y="1390650"/>
                  <a:pt x="6029987" y="1390650"/>
                </a:cubicBezTo>
                <a:cubicBezTo>
                  <a:pt x="6044803" y="1390650"/>
                  <a:pt x="6048943" y="1395787"/>
                  <a:pt x="6046656" y="1411335"/>
                </a:cubicBezTo>
                <a:cubicBezTo>
                  <a:pt x="6043495" y="1432816"/>
                  <a:pt x="6028185" y="1443485"/>
                  <a:pt x="6016823" y="1432123"/>
                </a:cubicBezTo>
                <a:close/>
                <a:moveTo>
                  <a:pt x="6482979" y="1423723"/>
                </a:moveTo>
                <a:cubicBezTo>
                  <a:pt x="6472186" y="1395597"/>
                  <a:pt x="6476673" y="1380637"/>
                  <a:pt x="6498431" y="1372211"/>
                </a:cubicBezTo>
                <a:cubicBezTo>
                  <a:pt x="6528063" y="1360736"/>
                  <a:pt x="6562706" y="1392440"/>
                  <a:pt x="6547344" y="1416976"/>
                </a:cubicBezTo>
                <a:cubicBezTo>
                  <a:pt x="6533311" y="1439389"/>
                  <a:pt x="6490704" y="1443856"/>
                  <a:pt x="6482979" y="1423723"/>
                </a:cubicBezTo>
                <a:close/>
                <a:moveTo>
                  <a:pt x="4966144" y="1414918"/>
                </a:moveTo>
                <a:cubicBezTo>
                  <a:pt x="4959509" y="1397627"/>
                  <a:pt x="4969146" y="1381125"/>
                  <a:pt x="4985880" y="1381125"/>
                </a:cubicBezTo>
                <a:cubicBezTo>
                  <a:pt x="5000450" y="1381125"/>
                  <a:pt x="5009288" y="1399362"/>
                  <a:pt x="5003190" y="1416843"/>
                </a:cubicBezTo>
                <a:cubicBezTo>
                  <a:pt x="4997499" y="1433159"/>
                  <a:pt x="4972648" y="1431868"/>
                  <a:pt x="4966144" y="1414918"/>
                </a:cubicBezTo>
                <a:close/>
                <a:moveTo>
                  <a:pt x="6770370" y="1417320"/>
                </a:moveTo>
                <a:cubicBezTo>
                  <a:pt x="6779260" y="1408430"/>
                  <a:pt x="6784340" y="1408430"/>
                  <a:pt x="6793230" y="1417320"/>
                </a:cubicBezTo>
                <a:cubicBezTo>
                  <a:pt x="6802120" y="1426209"/>
                  <a:pt x="6799580" y="1428750"/>
                  <a:pt x="6781800" y="1428750"/>
                </a:cubicBezTo>
                <a:cubicBezTo>
                  <a:pt x="6764020" y="1428750"/>
                  <a:pt x="6761480" y="1426209"/>
                  <a:pt x="6770370" y="1417320"/>
                </a:cubicBezTo>
                <a:close/>
                <a:moveTo>
                  <a:pt x="6858580" y="1391008"/>
                </a:moveTo>
                <a:cubicBezTo>
                  <a:pt x="6840386" y="1379764"/>
                  <a:pt x="6850624" y="1347787"/>
                  <a:pt x="6872417" y="1347787"/>
                </a:cubicBezTo>
                <a:cubicBezTo>
                  <a:pt x="6884446" y="1347787"/>
                  <a:pt x="6892388" y="1355152"/>
                  <a:pt x="6894222" y="1368006"/>
                </a:cubicBezTo>
                <a:cubicBezTo>
                  <a:pt x="6897368" y="1390058"/>
                  <a:pt x="6877642" y="1402789"/>
                  <a:pt x="6858580" y="1391008"/>
                </a:cubicBezTo>
                <a:close/>
                <a:moveTo>
                  <a:pt x="6257733" y="1376132"/>
                </a:moveTo>
                <a:cubicBezTo>
                  <a:pt x="6242583" y="1357877"/>
                  <a:pt x="6244337" y="1356552"/>
                  <a:pt x="6293643" y="1349000"/>
                </a:cubicBezTo>
                <a:cubicBezTo>
                  <a:pt x="6337142" y="1342337"/>
                  <a:pt x="6339360" y="1344019"/>
                  <a:pt x="6324264" y="1372226"/>
                </a:cubicBezTo>
                <a:cubicBezTo>
                  <a:pt x="6312482" y="1394241"/>
                  <a:pt x="6274608" y="1396465"/>
                  <a:pt x="6257733" y="1376132"/>
                </a:cubicBezTo>
                <a:close/>
                <a:moveTo>
                  <a:pt x="6680493" y="1366901"/>
                </a:moveTo>
                <a:cubicBezTo>
                  <a:pt x="6677194" y="1358303"/>
                  <a:pt x="6679062" y="1346702"/>
                  <a:pt x="6684645" y="1341120"/>
                </a:cubicBezTo>
                <a:cubicBezTo>
                  <a:pt x="6699157" y="1326607"/>
                  <a:pt x="6726654" y="1339871"/>
                  <a:pt x="6722863" y="1359555"/>
                </a:cubicBezTo>
                <a:cubicBezTo>
                  <a:pt x="6718640" y="1381480"/>
                  <a:pt x="6688119" y="1386772"/>
                  <a:pt x="6680493" y="1366901"/>
                </a:cubicBezTo>
                <a:close/>
                <a:moveTo>
                  <a:pt x="4734070" y="1350168"/>
                </a:moveTo>
                <a:cubicBezTo>
                  <a:pt x="4734403" y="1322980"/>
                  <a:pt x="4752679" y="1309059"/>
                  <a:pt x="4752829" y="1335881"/>
                </a:cubicBezTo>
                <a:cubicBezTo>
                  <a:pt x="4752909" y="1350287"/>
                  <a:pt x="4748688" y="1362075"/>
                  <a:pt x="4743450" y="1362075"/>
                </a:cubicBezTo>
                <a:cubicBezTo>
                  <a:pt x="4738211" y="1362075"/>
                  <a:pt x="4733990" y="1356717"/>
                  <a:pt x="4734070" y="1350168"/>
                </a:cubicBezTo>
                <a:close/>
                <a:moveTo>
                  <a:pt x="4861464" y="1338966"/>
                </a:moveTo>
                <a:cubicBezTo>
                  <a:pt x="4852798" y="1316383"/>
                  <a:pt x="4865060" y="1293576"/>
                  <a:pt x="4883914" y="1297207"/>
                </a:cubicBezTo>
                <a:cubicBezTo>
                  <a:pt x="4894459" y="1299238"/>
                  <a:pt x="4900612" y="1309102"/>
                  <a:pt x="4900612" y="1323975"/>
                </a:cubicBezTo>
                <a:cubicBezTo>
                  <a:pt x="4900612" y="1351127"/>
                  <a:pt x="4870548" y="1362639"/>
                  <a:pt x="4861464" y="1338966"/>
                </a:cubicBezTo>
                <a:close/>
                <a:moveTo>
                  <a:pt x="6954968" y="1302543"/>
                </a:moveTo>
                <a:cubicBezTo>
                  <a:pt x="6956642" y="1290756"/>
                  <a:pt x="6964441" y="1281112"/>
                  <a:pt x="6972300" y="1281112"/>
                </a:cubicBezTo>
                <a:cubicBezTo>
                  <a:pt x="6980158" y="1281112"/>
                  <a:pt x="6987957" y="1290756"/>
                  <a:pt x="6989631" y="1302543"/>
                </a:cubicBezTo>
                <a:cubicBezTo>
                  <a:pt x="6991973" y="1319038"/>
                  <a:pt x="6987981" y="1323975"/>
                  <a:pt x="6972300" y="1323975"/>
                </a:cubicBezTo>
                <a:cubicBezTo>
                  <a:pt x="6956618" y="1323975"/>
                  <a:pt x="6952626" y="1319038"/>
                  <a:pt x="6954968" y="1302543"/>
                </a:cubicBezTo>
                <a:close/>
                <a:moveTo>
                  <a:pt x="5002530" y="1303020"/>
                </a:moveTo>
                <a:cubicBezTo>
                  <a:pt x="4987067" y="1287557"/>
                  <a:pt x="4988120" y="1262105"/>
                  <a:pt x="5004794" y="1248267"/>
                </a:cubicBezTo>
                <a:cubicBezTo>
                  <a:pt x="5015953" y="1239006"/>
                  <a:pt x="5021243" y="1242230"/>
                  <a:pt x="5033369" y="1265677"/>
                </a:cubicBezTo>
                <a:cubicBezTo>
                  <a:pt x="5041553" y="1281504"/>
                  <a:pt x="5048250" y="1298953"/>
                  <a:pt x="5048250" y="1304451"/>
                </a:cubicBezTo>
                <a:cubicBezTo>
                  <a:pt x="5048250" y="1318093"/>
                  <a:pt x="5016612" y="1317102"/>
                  <a:pt x="5002530" y="1303020"/>
                </a:cubicBezTo>
                <a:close/>
                <a:moveTo>
                  <a:pt x="7319397" y="1304010"/>
                </a:moveTo>
                <a:cubicBezTo>
                  <a:pt x="7311000" y="1290423"/>
                  <a:pt x="7338798" y="1262625"/>
                  <a:pt x="7352385" y="1271022"/>
                </a:cubicBezTo>
                <a:cubicBezTo>
                  <a:pt x="7370537" y="1282241"/>
                  <a:pt x="7364568" y="1314450"/>
                  <a:pt x="7344337" y="1314450"/>
                </a:cubicBezTo>
                <a:cubicBezTo>
                  <a:pt x="7334168" y="1314450"/>
                  <a:pt x="7322946" y="1309752"/>
                  <a:pt x="7319397" y="1304010"/>
                </a:cubicBezTo>
                <a:close/>
                <a:moveTo>
                  <a:pt x="6761886" y="1285139"/>
                </a:moveTo>
                <a:cubicBezTo>
                  <a:pt x="6752116" y="1278955"/>
                  <a:pt x="6755593" y="1276602"/>
                  <a:pt x="6774656" y="1276495"/>
                </a:cubicBezTo>
                <a:cubicBezTo>
                  <a:pt x="6803100" y="1276337"/>
                  <a:pt x="6808221" y="1281008"/>
                  <a:pt x="6788079" y="1288737"/>
                </a:cubicBezTo>
                <a:cubicBezTo>
                  <a:pt x="6781056" y="1291432"/>
                  <a:pt x="6769269" y="1289813"/>
                  <a:pt x="6761886" y="1285139"/>
                </a:cubicBezTo>
                <a:close/>
                <a:moveTo>
                  <a:pt x="7061725" y="1272255"/>
                </a:moveTo>
                <a:cubicBezTo>
                  <a:pt x="7052242" y="1247541"/>
                  <a:pt x="7065534" y="1227114"/>
                  <a:pt x="7088938" y="1230438"/>
                </a:cubicBezTo>
                <a:cubicBezTo>
                  <a:pt x="7104680" y="1232673"/>
                  <a:pt x="7110412" y="1239843"/>
                  <a:pt x="7110412" y="1257300"/>
                </a:cubicBezTo>
                <a:cubicBezTo>
                  <a:pt x="7110412" y="1285416"/>
                  <a:pt x="7071377" y="1297407"/>
                  <a:pt x="7061725" y="1272255"/>
                </a:cubicBezTo>
                <a:close/>
                <a:moveTo>
                  <a:pt x="7188123" y="1272091"/>
                </a:moveTo>
                <a:cubicBezTo>
                  <a:pt x="7178973" y="1248246"/>
                  <a:pt x="7191951" y="1227454"/>
                  <a:pt x="7214018" y="1230602"/>
                </a:cubicBezTo>
                <a:cubicBezTo>
                  <a:pt x="7228466" y="1232664"/>
                  <a:pt x="7234237" y="1240284"/>
                  <a:pt x="7234237" y="1257300"/>
                </a:cubicBezTo>
                <a:cubicBezTo>
                  <a:pt x="7234237" y="1285052"/>
                  <a:pt x="7197606" y="1296802"/>
                  <a:pt x="7188123" y="1272091"/>
                </a:cubicBezTo>
                <a:close/>
                <a:moveTo>
                  <a:pt x="7458454" y="1272045"/>
                </a:moveTo>
                <a:cubicBezTo>
                  <a:pt x="7440193" y="1250042"/>
                  <a:pt x="7450320" y="1223962"/>
                  <a:pt x="7477125" y="1223962"/>
                </a:cubicBezTo>
                <a:cubicBezTo>
                  <a:pt x="7492221" y="1223962"/>
                  <a:pt x="7501860" y="1230110"/>
                  <a:pt x="7503974" y="1241088"/>
                </a:cubicBezTo>
                <a:cubicBezTo>
                  <a:pt x="7507272" y="1258214"/>
                  <a:pt x="7490689" y="1285875"/>
                  <a:pt x="7477125" y="1285875"/>
                </a:cubicBezTo>
                <a:cubicBezTo>
                  <a:pt x="7473169" y="1285875"/>
                  <a:pt x="7464767" y="1279651"/>
                  <a:pt x="7458454" y="1272045"/>
                </a:cubicBezTo>
                <a:close/>
                <a:moveTo>
                  <a:pt x="4794559" y="1226485"/>
                </a:moveTo>
                <a:cubicBezTo>
                  <a:pt x="4797738" y="1214620"/>
                  <a:pt x="4800398" y="1201444"/>
                  <a:pt x="4800469" y="1197206"/>
                </a:cubicBezTo>
                <a:cubicBezTo>
                  <a:pt x="4800541" y="1192968"/>
                  <a:pt x="4804886" y="1192149"/>
                  <a:pt x="4810125" y="1195387"/>
                </a:cubicBezTo>
                <a:cubicBezTo>
                  <a:pt x="4825143" y="1204669"/>
                  <a:pt x="4821232" y="1235604"/>
                  <a:pt x="4804214" y="1242134"/>
                </a:cubicBezTo>
                <a:cubicBezTo>
                  <a:pt x="4791936" y="1246846"/>
                  <a:pt x="4789961" y="1243645"/>
                  <a:pt x="4794559" y="1226485"/>
                </a:cubicBezTo>
                <a:close/>
                <a:moveTo>
                  <a:pt x="7763407" y="1234128"/>
                </a:moveTo>
                <a:cubicBezTo>
                  <a:pt x="7749496" y="1217367"/>
                  <a:pt x="7761370" y="1188946"/>
                  <a:pt x="7780742" y="1192635"/>
                </a:cubicBezTo>
                <a:cubicBezTo>
                  <a:pt x="7800752" y="1196446"/>
                  <a:pt x="7806298" y="1234168"/>
                  <a:pt x="7787887" y="1241234"/>
                </a:cubicBezTo>
                <a:cubicBezTo>
                  <a:pt x="7780135" y="1244208"/>
                  <a:pt x="7769119" y="1241011"/>
                  <a:pt x="7763407" y="1234128"/>
                </a:cubicBezTo>
                <a:close/>
                <a:moveTo>
                  <a:pt x="7591425" y="1218501"/>
                </a:moveTo>
                <a:cubicBezTo>
                  <a:pt x="7591425" y="1204870"/>
                  <a:pt x="7596554" y="1199741"/>
                  <a:pt x="7607984" y="1201942"/>
                </a:cubicBezTo>
                <a:cubicBezTo>
                  <a:pt x="7632813" y="1206723"/>
                  <a:pt x="7635582" y="1238250"/>
                  <a:pt x="7611173" y="1238250"/>
                </a:cubicBezTo>
                <a:cubicBezTo>
                  <a:pt x="7597542" y="1238250"/>
                  <a:pt x="7591425" y="1232132"/>
                  <a:pt x="7591425" y="1218501"/>
                </a:cubicBezTo>
                <a:close/>
                <a:moveTo>
                  <a:pt x="4908994" y="1176793"/>
                </a:moveTo>
                <a:cubicBezTo>
                  <a:pt x="4901726" y="1157852"/>
                  <a:pt x="4912493" y="1143000"/>
                  <a:pt x="4933493" y="1143000"/>
                </a:cubicBezTo>
                <a:cubicBezTo>
                  <a:pt x="4952217" y="1143000"/>
                  <a:pt x="4962321" y="1159350"/>
                  <a:pt x="4955565" y="1178718"/>
                </a:cubicBezTo>
                <a:cubicBezTo>
                  <a:pt x="4949836" y="1195144"/>
                  <a:pt x="4915491" y="1193724"/>
                  <a:pt x="4908994" y="1176793"/>
                </a:cubicBezTo>
                <a:close/>
                <a:moveTo>
                  <a:pt x="7890168" y="1176401"/>
                </a:moveTo>
                <a:cubicBezTo>
                  <a:pt x="7886869" y="1167803"/>
                  <a:pt x="7888737" y="1156202"/>
                  <a:pt x="7894320" y="1150620"/>
                </a:cubicBezTo>
                <a:cubicBezTo>
                  <a:pt x="7908832" y="1136107"/>
                  <a:pt x="7936329" y="1149371"/>
                  <a:pt x="7932538" y="1169055"/>
                </a:cubicBezTo>
                <a:cubicBezTo>
                  <a:pt x="7928315" y="1190980"/>
                  <a:pt x="7897794" y="1196272"/>
                  <a:pt x="7890168" y="1176401"/>
                </a:cubicBezTo>
                <a:close/>
                <a:moveTo>
                  <a:pt x="7667625" y="1147951"/>
                </a:moveTo>
                <a:cubicBezTo>
                  <a:pt x="7667625" y="1128048"/>
                  <a:pt x="7698975" y="1084815"/>
                  <a:pt x="7707341" y="1093181"/>
                </a:cubicBezTo>
                <a:cubicBezTo>
                  <a:pt x="7724224" y="1110064"/>
                  <a:pt x="7712346" y="1147498"/>
                  <a:pt x="7689056" y="1150806"/>
                </a:cubicBezTo>
                <a:cubicBezTo>
                  <a:pt x="7677269" y="1152480"/>
                  <a:pt x="7667625" y="1151195"/>
                  <a:pt x="7667625" y="1147951"/>
                </a:cubicBezTo>
                <a:close/>
                <a:moveTo>
                  <a:pt x="4829601" y="1067596"/>
                </a:moveTo>
                <a:cubicBezTo>
                  <a:pt x="4821160" y="1051825"/>
                  <a:pt x="4823023" y="1044376"/>
                  <a:pt x="4839540" y="1027859"/>
                </a:cubicBezTo>
                <a:lnTo>
                  <a:pt x="4859866" y="1007533"/>
                </a:lnTo>
                <a:lnTo>
                  <a:pt x="4880107" y="1027774"/>
                </a:lnTo>
                <a:cubicBezTo>
                  <a:pt x="4896083" y="1043749"/>
                  <a:pt x="4898163" y="1051499"/>
                  <a:pt x="4889982" y="1064551"/>
                </a:cubicBezTo>
                <a:cubicBezTo>
                  <a:pt x="4874698" y="1088934"/>
                  <a:pt x="4841905" y="1090587"/>
                  <a:pt x="4829601" y="1067596"/>
                </a:cubicBezTo>
                <a:close/>
                <a:moveTo>
                  <a:pt x="7816850" y="1079500"/>
                </a:moveTo>
                <a:cubicBezTo>
                  <a:pt x="7813357" y="1076007"/>
                  <a:pt x="7810500" y="1064827"/>
                  <a:pt x="7810500" y="1054654"/>
                </a:cubicBezTo>
                <a:cubicBezTo>
                  <a:pt x="7810500" y="1039238"/>
                  <a:pt x="7814856" y="1037253"/>
                  <a:pt x="7836674" y="1042729"/>
                </a:cubicBezTo>
                <a:cubicBezTo>
                  <a:pt x="7869306" y="1050919"/>
                  <a:pt x="7871330" y="1052996"/>
                  <a:pt x="7864363" y="1071151"/>
                </a:cubicBezTo>
                <a:cubicBezTo>
                  <a:pt x="7858675" y="1085974"/>
                  <a:pt x="7828607" y="1091257"/>
                  <a:pt x="7816850" y="1079500"/>
                </a:cubicBezTo>
                <a:close/>
                <a:moveTo>
                  <a:pt x="4937148" y="966147"/>
                </a:moveTo>
                <a:cubicBezTo>
                  <a:pt x="4929210" y="945459"/>
                  <a:pt x="4949364" y="926004"/>
                  <a:pt x="4963789" y="940429"/>
                </a:cubicBezTo>
                <a:cubicBezTo>
                  <a:pt x="4975982" y="952622"/>
                  <a:pt x="4968428" y="981075"/>
                  <a:pt x="4953000" y="981075"/>
                </a:cubicBezTo>
                <a:cubicBezTo>
                  <a:pt x="4947432" y="981075"/>
                  <a:pt x="4940299" y="974357"/>
                  <a:pt x="4937148" y="966147"/>
                </a:cubicBezTo>
                <a:close/>
                <a:moveTo>
                  <a:pt x="4791075" y="934616"/>
                </a:moveTo>
                <a:cubicBezTo>
                  <a:pt x="4791075" y="908489"/>
                  <a:pt x="4817558" y="888342"/>
                  <a:pt x="4825318" y="908564"/>
                </a:cubicBezTo>
                <a:cubicBezTo>
                  <a:pt x="4828560" y="917012"/>
                  <a:pt x="4828745" y="930354"/>
                  <a:pt x="4825730" y="938212"/>
                </a:cubicBezTo>
                <a:cubicBezTo>
                  <a:pt x="4817881" y="958667"/>
                  <a:pt x="4791075" y="955885"/>
                  <a:pt x="4791075" y="934616"/>
                </a:cubicBezTo>
                <a:close/>
                <a:moveTo>
                  <a:pt x="4898122" y="850107"/>
                </a:moveTo>
                <a:cubicBezTo>
                  <a:pt x="4854743" y="835513"/>
                  <a:pt x="4868156" y="771525"/>
                  <a:pt x="4914593" y="771525"/>
                </a:cubicBezTo>
                <a:cubicBezTo>
                  <a:pt x="4933825" y="771525"/>
                  <a:pt x="4944023" y="777299"/>
                  <a:pt x="4948237" y="790575"/>
                </a:cubicBezTo>
                <a:cubicBezTo>
                  <a:pt x="4960554" y="829381"/>
                  <a:pt x="4933178" y="861901"/>
                  <a:pt x="4898122" y="850107"/>
                </a:cubicBezTo>
                <a:close/>
                <a:moveTo>
                  <a:pt x="4766214" y="738891"/>
                </a:moveTo>
                <a:cubicBezTo>
                  <a:pt x="4757548" y="716308"/>
                  <a:pt x="4769810" y="693501"/>
                  <a:pt x="4788664" y="697132"/>
                </a:cubicBezTo>
                <a:cubicBezTo>
                  <a:pt x="4799209" y="699163"/>
                  <a:pt x="4805362" y="709027"/>
                  <a:pt x="4805362" y="723900"/>
                </a:cubicBezTo>
                <a:cubicBezTo>
                  <a:pt x="4805362" y="751052"/>
                  <a:pt x="4775298" y="762564"/>
                  <a:pt x="4766214" y="738891"/>
                </a:cubicBezTo>
                <a:close/>
                <a:moveTo>
                  <a:pt x="4947094" y="691018"/>
                </a:moveTo>
                <a:cubicBezTo>
                  <a:pt x="4940459" y="673727"/>
                  <a:pt x="4950096" y="657225"/>
                  <a:pt x="4966830" y="657225"/>
                </a:cubicBezTo>
                <a:cubicBezTo>
                  <a:pt x="4981400" y="657225"/>
                  <a:pt x="4990238" y="675462"/>
                  <a:pt x="4984140" y="692943"/>
                </a:cubicBezTo>
                <a:cubicBezTo>
                  <a:pt x="4978449" y="709259"/>
                  <a:pt x="4953598" y="707968"/>
                  <a:pt x="4947094" y="691018"/>
                </a:cubicBezTo>
                <a:close/>
                <a:moveTo>
                  <a:pt x="4816733" y="651133"/>
                </a:moveTo>
                <a:cubicBezTo>
                  <a:pt x="4809124" y="643524"/>
                  <a:pt x="4817726" y="628650"/>
                  <a:pt x="4829737" y="628650"/>
                </a:cubicBezTo>
                <a:cubicBezTo>
                  <a:pt x="4834666" y="628650"/>
                  <a:pt x="4838700" y="635079"/>
                  <a:pt x="4838700" y="642937"/>
                </a:cubicBezTo>
                <a:cubicBezTo>
                  <a:pt x="4838700" y="657667"/>
                  <a:pt x="4827460" y="661860"/>
                  <a:pt x="4816733" y="651133"/>
                </a:cubicBezTo>
                <a:close/>
                <a:moveTo>
                  <a:pt x="4870743" y="585851"/>
                </a:moveTo>
                <a:cubicBezTo>
                  <a:pt x="4867444" y="577253"/>
                  <a:pt x="4869312" y="565652"/>
                  <a:pt x="4874895" y="560070"/>
                </a:cubicBezTo>
                <a:cubicBezTo>
                  <a:pt x="4889407" y="545557"/>
                  <a:pt x="4916904" y="558821"/>
                  <a:pt x="4913113" y="578505"/>
                </a:cubicBezTo>
                <a:cubicBezTo>
                  <a:pt x="4908890" y="600430"/>
                  <a:pt x="4878369" y="605722"/>
                  <a:pt x="4870743" y="585851"/>
                </a:cubicBezTo>
                <a:close/>
              </a:path>
            </a:pathLst>
          </a:custGeom>
          <a:solidFill>
            <a:srgbClr val="7A1732">
              <a:alpha val="50000"/>
            </a:srgbClr>
          </a:solidFill>
          <a:ln>
            <a:noFill/>
          </a:ln>
        </p:spPr>
      </p:sp>
      <p:pic>
        <p:nvPicPr>
          <p:cNvPr id="5" name="round paper" descr="0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202" y="8024193"/>
            <a:ext cx="3409950" cy="3409950"/>
          </a:xfrm>
          <a:prstGeom prst="rect">
            <a:avLst/>
          </a:prstGeom>
        </p:spPr>
      </p:pic>
      <p:sp>
        <p:nvSpPr>
          <p:cNvPr id="6" name="PHOTO: Version A"/>
          <p:cNvSpPr/>
          <p:nvPr/>
        </p:nvSpPr>
        <p:spPr>
          <a:xfrm rot="0">
            <a:off x="679551" y="8538543"/>
            <a:ext cx="2381250" cy="2381250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  <p:pic>
        <p:nvPicPr>
          <p:cNvPr id="7" name="round paper" descr="0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657" y="7161085"/>
            <a:ext cx="3409950" cy="3409950"/>
          </a:xfrm>
          <a:prstGeom prst="rect">
            <a:avLst/>
          </a:prstGeom>
        </p:spPr>
      </p:pic>
      <p:sp>
        <p:nvSpPr>
          <p:cNvPr id="8" name="PHOTO: Version B"/>
          <p:cNvSpPr/>
          <p:nvPr/>
        </p:nvSpPr>
        <p:spPr>
          <a:xfrm rot="0">
            <a:off x="7295007" y="7675435"/>
            <a:ext cx="2381250" cy="2381250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9" name="TEXT: [two very different moods]"/>
          <p:cNvSpPr/>
          <p:nvPr/>
        </p:nvSpPr>
        <p:spPr>
          <a:xfrm rot="120000">
            <a:off x="109538" y="1466850"/>
            <a:ext cx="7019925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2024" rIns="192024" tIns="82296" bIns="82296"/>
          <a:lstStyle/>
          <a:p>
            <a:pPr algn="l">
              <a:lnSpc>
                <a:spcPts val="6588"/>
              </a:lnSpc>
            </a:pPr>
            <a:r>
              <a:rPr b="1" sz="5400">
                <a:solidFill>
                  <a:srgbClr val="181716"/>
                </a:solidFill>
                <a:latin typeface="Montserrat"/>
              </a:rPr>
              <a:t>[two very different</a:t>
            </a:r>
          </a:p>
          <a:p>
            <a:pPr algn="l">
              <a:lnSpc>
                <a:spcPts val="6588"/>
              </a:lnSpc>
            </a:pPr>
            <a:r>
              <a:rPr b="1" sz="5400">
                <a:solidFill>
                  <a:srgbClr val="181716"/>
                </a:solidFill>
                <a:latin typeface="Montserrat"/>
              </a:rPr>
              <a:t>moods]</a:t>
            </a:r>
          </a:p>
        </p:txBody>
      </p:sp>
      <p:sp>
        <p:nvSpPr>
          <p:cNvPr id="10" name="TEXT: A"/>
          <p:cNvSpPr/>
          <p:nvPr/>
        </p:nvSpPr>
        <p:spPr>
          <a:xfrm>
            <a:off x="1246289" y="7557468"/>
            <a:ext cx="1247775" cy="1104900"/>
          </a:xfrm>
          <a:prstGeom prst="roundRect">
            <a:avLst>
              <a:gd name="adj" fmla="val 50000"/>
            </a:avLst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6712" rIns="366712" tIns="146685" bIns="146685"/>
          <a:lstStyle/>
          <a:p>
            <a:pPr algn="ctr">
              <a:lnSpc>
                <a:spcPts val="6405"/>
              </a:lnSpc>
            </a:pPr>
            <a:r>
              <a:rPr b="1" sz="5250">
                <a:solidFill>
                  <a:srgbClr val="FFFFFF"/>
                </a:solidFill>
                <a:latin typeface="Montserrat"/>
              </a:rPr>
              <a:t>A</a:t>
            </a:r>
          </a:p>
        </p:txBody>
      </p:sp>
      <p:sp>
        <p:nvSpPr>
          <p:cNvPr id="11" name="TEXT: B"/>
          <p:cNvSpPr/>
          <p:nvPr/>
        </p:nvSpPr>
        <p:spPr>
          <a:xfrm>
            <a:off x="7880794" y="6694360"/>
            <a:ext cx="1209675" cy="1104900"/>
          </a:xfrm>
          <a:prstGeom prst="roundRect">
            <a:avLst>
              <a:gd name="adj" fmla="val 50000"/>
            </a:avLst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6712" rIns="366712" tIns="146685" bIns="146685"/>
          <a:lstStyle/>
          <a:p>
            <a:pPr algn="ctr">
              <a:lnSpc>
                <a:spcPts val="6405"/>
              </a:lnSpc>
            </a:pPr>
            <a:r>
              <a:rPr b="1" sz="5250">
                <a:solidFill>
                  <a:srgbClr val="181716"/>
                </a:solidFill>
                <a:latin typeface="Montserrat"/>
              </a:rPr>
              <a:t>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ne" descr="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60000">
            <a:off x="3771900" y="2405062"/>
            <a:ext cx="5791200" cy="10429875"/>
          </a:xfrm>
          <a:prstGeom prst="rect">
            <a:avLst/>
          </a:prstGeom>
        </p:spPr>
      </p:pic>
      <p:sp>
        <p:nvSpPr>
          <p:cNvPr id="4" name="PHOTO: Your poll (screenshot)"/>
          <p:cNvSpPr/>
          <p:nvPr/>
        </p:nvSpPr>
        <p:spPr>
          <a:xfrm rot="-240000">
            <a:off x="4686300" y="3281362"/>
            <a:ext cx="3962400" cy="867727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TEXT: even my followers can't pick"/>
          <p:cNvSpPr/>
          <p:nvPr/>
        </p:nvSpPr>
        <p:spPr>
          <a:xfrm rot="180000">
            <a:off x="661988" y="1638300"/>
            <a:ext cx="6296025" cy="1676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6022" rIns="176022" tIns="75438" bIns="75438"/>
          <a:lstStyle/>
          <a:p>
            <a:pPr algn="l">
              <a:lnSpc>
                <a:spcPts val="6039"/>
              </a:lnSpc>
            </a:pPr>
            <a:r>
              <a:rPr b="1" sz="4950">
                <a:solidFill>
                  <a:srgbClr val="181716"/>
                </a:solidFill>
                <a:latin typeface="Montserrat"/>
              </a:rPr>
              <a:t>even my followers</a:t>
            </a:r>
          </a:p>
          <a:p>
            <a:pPr algn="l">
              <a:lnSpc>
                <a:spcPts val="6039"/>
              </a:lnSpc>
            </a:pPr>
            <a:r>
              <a:rPr b="1" sz="4950">
                <a:solidFill>
                  <a:srgbClr val="181716"/>
                </a:solidFill>
                <a:latin typeface="Montserrat"/>
              </a:rPr>
              <a:t>can't pick</a:t>
            </a:r>
          </a:p>
        </p:txBody>
      </p:sp>
      <p:sp>
        <p:nvSpPr>
          <p:cNvPr id="6" name="arrow"/>
          <p:cNvSpPr/>
          <p:nvPr/>
        </p:nvSpPr>
        <p:spPr>
          <a:xfrm rot="0">
            <a:off x="1428750" y="5467350"/>
            <a:ext cx="1905000" cy="1257300"/>
          </a:xfrm>
          <a:custGeom>
            <a:avLst/>
            <a:gdLst/>
            <a:ahLst/>
            <a:cxnLst/>
            <a:rect l="0" t="0" r="r" b="b"/>
            <a:pathLst>
              <a:path w="1905000" h="1257300">
                <a:moveTo>
                  <a:pt x="1495425" y="1248416"/>
                </a:moveTo>
                <a:cubicBezTo>
                  <a:pt x="1495425" y="1243531"/>
                  <a:pt x="1487924" y="1237108"/>
                  <a:pt x="1478756" y="1234145"/>
                </a:cubicBezTo>
                <a:cubicBezTo>
                  <a:pt x="1460360" y="1228198"/>
                  <a:pt x="1374987" y="1113961"/>
                  <a:pt x="1224457" y="893869"/>
                </a:cubicBezTo>
                <a:cubicBezTo>
                  <a:pt x="1182386" y="832357"/>
                  <a:pt x="1170823" y="800100"/>
                  <a:pt x="1190844" y="800100"/>
                </a:cubicBezTo>
                <a:cubicBezTo>
                  <a:pt x="1196204" y="800100"/>
                  <a:pt x="1193691" y="789572"/>
                  <a:pt x="1185261" y="776706"/>
                </a:cubicBezTo>
                <a:cubicBezTo>
                  <a:pt x="1169022" y="751922"/>
                  <a:pt x="1173431" y="733425"/>
                  <a:pt x="1195578" y="733424"/>
                </a:cubicBezTo>
                <a:cubicBezTo>
                  <a:pt x="1202923" y="733424"/>
                  <a:pt x="1217072" y="724688"/>
                  <a:pt x="1227019" y="714010"/>
                </a:cubicBezTo>
                <a:lnTo>
                  <a:pt x="1245106" y="694596"/>
                </a:lnTo>
                <a:lnTo>
                  <a:pt x="1261146" y="719076"/>
                </a:lnTo>
                <a:cubicBezTo>
                  <a:pt x="1269968" y="732540"/>
                  <a:pt x="1280818" y="741312"/>
                  <a:pt x="1285256" y="738569"/>
                </a:cubicBezTo>
                <a:cubicBezTo>
                  <a:pt x="1294596" y="732797"/>
                  <a:pt x="1342941" y="784409"/>
                  <a:pt x="1390786" y="851231"/>
                </a:cubicBezTo>
                <a:lnTo>
                  <a:pt x="1423987" y="897601"/>
                </a:lnTo>
                <a:lnTo>
                  <a:pt x="1431664" y="703594"/>
                </a:lnTo>
                <a:cubicBezTo>
                  <a:pt x="1444865" y="369976"/>
                  <a:pt x="1426011" y="266784"/>
                  <a:pt x="1344520" y="226639"/>
                </a:cubicBezTo>
                <a:cubicBezTo>
                  <a:pt x="1300863" y="205132"/>
                  <a:pt x="1294969" y="204787"/>
                  <a:pt x="971550" y="204787"/>
                </a:cubicBezTo>
                <a:cubicBezTo>
                  <a:pt x="790813" y="204787"/>
                  <a:pt x="515421" y="208007"/>
                  <a:pt x="359568" y="211943"/>
                </a:cubicBezTo>
                <a:cubicBezTo>
                  <a:pt x="171997" y="216680"/>
                  <a:pt x="76200" y="215875"/>
                  <a:pt x="76200" y="209562"/>
                </a:cubicBezTo>
                <a:cubicBezTo>
                  <a:pt x="76200" y="204316"/>
                  <a:pt x="91201" y="200025"/>
                  <a:pt x="109537" y="200025"/>
                </a:cubicBezTo>
                <a:cubicBezTo>
                  <a:pt x="127873" y="200025"/>
                  <a:pt x="142875" y="195738"/>
                  <a:pt x="142875" y="190500"/>
                </a:cubicBezTo>
                <a:cubicBezTo>
                  <a:pt x="142875" y="185261"/>
                  <a:pt x="130614" y="180974"/>
                  <a:pt x="115629" y="180974"/>
                </a:cubicBezTo>
                <a:cubicBezTo>
                  <a:pt x="65299" y="180974"/>
                  <a:pt x="391" y="168997"/>
                  <a:pt x="5544" y="160660"/>
                </a:cubicBezTo>
                <a:cubicBezTo>
                  <a:pt x="8351" y="156117"/>
                  <a:pt x="24326" y="152334"/>
                  <a:pt x="41043" y="152254"/>
                </a:cubicBezTo>
                <a:cubicBezTo>
                  <a:pt x="63525" y="152146"/>
                  <a:pt x="67787" y="149800"/>
                  <a:pt x="57416" y="143241"/>
                </a:cubicBezTo>
                <a:cubicBezTo>
                  <a:pt x="45554" y="135739"/>
                  <a:pt x="46126" y="133327"/>
                  <a:pt x="61134" y="127568"/>
                </a:cubicBezTo>
                <a:cubicBezTo>
                  <a:pt x="77820" y="121165"/>
                  <a:pt x="77896" y="120047"/>
                  <a:pt x="62419" y="108730"/>
                </a:cubicBezTo>
                <a:cubicBezTo>
                  <a:pt x="47887" y="98104"/>
                  <a:pt x="50791" y="95536"/>
                  <a:pt x="87276" y="86743"/>
                </a:cubicBezTo>
                <a:lnTo>
                  <a:pt x="128587" y="76787"/>
                </a:lnTo>
                <a:lnTo>
                  <a:pt x="78242" y="79890"/>
                </a:lnTo>
                <a:cubicBezTo>
                  <a:pt x="31254" y="82786"/>
                  <a:pt x="7850" y="65927"/>
                  <a:pt x="52931" y="61658"/>
                </a:cubicBezTo>
                <a:cubicBezTo>
                  <a:pt x="63109" y="60694"/>
                  <a:pt x="95011" y="53065"/>
                  <a:pt x="123825" y="44703"/>
                </a:cubicBezTo>
                <a:cubicBezTo>
                  <a:pt x="152638" y="36342"/>
                  <a:pt x="191214" y="29837"/>
                  <a:pt x="209550" y="30248"/>
                </a:cubicBezTo>
                <a:cubicBezTo>
                  <a:pt x="227885" y="30659"/>
                  <a:pt x="328612" y="26155"/>
                  <a:pt x="433387" y="20240"/>
                </a:cubicBezTo>
                <a:cubicBezTo>
                  <a:pt x="682990" y="6147"/>
                  <a:pt x="1252059" y="5250"/>
                  <a:pt x="1336870" y="18815"/>
                </a:cubicBezTo>
                <a:cubicBezTo>
                  <a:pt x="1455986" y="37866"/>
                  <a:pt x="1523987" y="88118"/>
                  <a:pt x="1577272" y="196469"/>
                </a:cubicBezTo>
                <a:cubicBezTo>
                  <a:pt x="1609601" y="262208"/>
                  <a:pt x="1620456" y="408702"/>
                  <a:pt x="1612649" y="673893"/>
                </a:cubicBezTo>
                <a:cubicBezTo>
                  <a:pt x="1609372" y="785217"/>
                  <a:pt x="1608872" y="876300"/>
                  <a:pt x="1611537" y="876300"/>
                </a:cubicBezTo>
                <a:cubicBezTo>
                  <a:pt x="1614202" y="876300"/>
                  <a:pt x="1645613" y="837305"/>
                  <a:pt x="1681338" y="789645"/>
                </a:cubicBezTo>
                <a:cubicBezTo>
                  <a:pt x="1743643" y="706525"/>
                  <a:pt x="1788799" y="666696"/>
                  <a:pt x="1836884" y="652448"/>
                </a:cubicBezTo>
                <a:cubicBezTo>
                  <a:pt x="1856011" y="646780"/>
                  <a:pt x="1858397" y="648523"/>
                  <a:pt x="1853336" y="664467"/>
                </a:cubicBezTo>
                <a:cubicBezTo>
                  <a:pt x="1843453" y="695607"/>
                  <a:pt x="1855797" y="715521"/>
                  <a:pt x="1876838" y="702381"/>
                </a:cubicBezTo>
                <a:cubicBezTo>
                  <a:pt x="1905643" y="684392"/>
                  <a:pt x="1908894" y="701014"/>
                  <a:pt x="1886099" y="749727"/>
                </a:cubicBezTo>
                <a:cubicBezTo>
                  <a:pt x="1860421" y="804601"/>
                  <a:pt x="1620582" y="1156558"/>
                  <a:pt x="1568703" y="1215495"/>
                </a:cubicBezTo>
                <a:cubicBezTo>
                  <a:pt x="1535507" y="1253207"/>
                  <a:pt x="1495425" y="1271215"/>
                  <a:pt x="1495425" y="1248416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pic>
        <p:nvPicPr>
          <p:cNvPr id="7" name="sticky note" descr="0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300000">
            <a:off x="352425" y="8758238"/>
            <a:ext cx="3867150" cy="3819525"/>
          </a:xfrm>
          <a:prstGeom prst="rect">
            <a:avLst/>
          </a:prstGeom>
        </p:spPr>
      </p:pic>
      <p:sp>
        <p:nvSpPr>
          <p:cNvPr id="8" name="TEXT: [A: 52% B: 48%]"/>
          <p:cNvSpPr/>
          <p:nvPr/>
        </p:nvSpPr>
        <p:spPr>
          <a:xfrm rot="21300000">
            <a:off x="1227938" y="10238578"/>
            <a:ext cx="2152650" cy="1276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3350" rIns="133350" tIns="57150" bIns="57150"/>
          <a:lstStyle/>
          <a:p>
            <a:pPr algn="l">
              <a:lnSpc>
                <a:spcPts val="4575"/>
              </a:lnSpc>
            </a:pPr>
            <a:r>
              <a:rPr b="1" sz="3750">
                <a:solidFill>
                  <a:srgbClr val="181716"/>
                </a:solidFill>
                <a:latin typeface="Montserrat"/>
              </a:rPr>
              <a:t>[A: 52%</a:t>
            </a:r>
          </a:p>
          <a:p>
            <a:pPr algn="l">
              <a:lnSpc>
                <a:spcPts val="4575"/>
              </a:lnSpc>
            </a:pPr>
            <a:r>
              <a:rPr b="1" sz="3750">
                <a:solidFill>
                  <a:srgbClr val="181716"/>
                </a:solidFill>
                <a:latin typeface="Montserrat"/>
              </a:rPr>
              <a:t>B: 48%]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">
            <a:off x="285750" y="6477000"/>
            <a:ext cx="4953000" cy="6096000"/>
          </a:xfrm>
          <a:prstGeom prst="rect">
            <a:avLst/>
          </a:prstGeom>
        </p:spPr>
      </p:pic>
      <p:sp>
        <p:nvSpPr>
          <p:cNvPr id="4" name="PHOTO: Version A"/>
          <p:cNvSpPr/>
          <p:nvPr/>
        </p:nvSpPr>
        <p:spPr>
          <a:xfrm rot="240000">
            <a:off x="857250" y="7048500"/>
            <a:ext cx="3810000" cy="49530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photo border" descr="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60000">
            <a:off x="5048250" y="6667500"/>
            <a:ext cx="4953000" cy="6096000"/>
          </a:xfrm>
          <a:prstGeom prst="rect">
            <a:avLst/>
          </a:prstGeom>
        </p:spPr>
      </p:pic>
      <p:sp>
        <p:nvSpPr>
          <p:cNvPr id="6" name="PHOTO: Version B"/>
          <p:cNvSpPr/>
          <p:nvPr/>
        </p:nvSpPr>
        <p:spPr>
          <a:xfrm rot="-240000">
            <a:off x="5619750" y="7239000"/>
            <a:ext cx="3810000" cy="49530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7" name="LETTERING: Comment"/>
          <p:cNvSpPr txBox="1"/>
          <p:nvPr/>
        </p:nvSpPr>
        <p:spPr>
          <a:xfrm>
            <a:off x="633412" y="1047750"/>
            <a:ext cx="9020175" cy="2286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0" i="0">
                <a:solidFill>
                  <a:srgbClr val="FFFFFF"/>
                </a:solidFill>
                <a:latin typeface="DM Serif Display"/>
              </a:rPr>
              <a:t>Comment</a:t>
            </a:r>
          </a:p>
        </p:txBody>
      </p:sp>
      <p:sp>
        <p:nvSpPr>
          <p:cNvPr id="8" name="TEXT: &quot;A&quot; or &quot;B&quot;"/>
          <p:cNvSpPr/>
          <p:nvPr/>
        </p:nvSpPr>
        <p:spPr>
          <a:xfrm rot="21480000">
            <a:off x="2957512" y="3209925"/>
            <a:ext cx="4371975" cy="1200150"/>
          </a:xfrm>
          <a:prstGeom prst="roundRect">
            <a:avLst>
              <a:gd name="adj" fmla="val 50000"/>
            </a:avLst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98145" rIns="398145" tIns="159258" bIns="159258"/>
          <a:lstStyle/>
          <a:p>
            <a:pPr algn="ctr">
              <a:lnSpc>
                <a:spcPts val="6953"/>
              </a:lnSpc>
            </a:pPr>
            <a:r>
              <a:rPr b="1" sz="5700">
                <a:solidFill>
                  <a:srgbClr val="FFFFFF"/>
                </a:solidFill>
                <a:latin typeface="Montserrat"/>
              </a:rPr>
              <a:t>"A" or "B"</a:t>
            </a:r>
          </a:p>
        </p:txBody>
      </p:sp>
      <p:sp>
        <p:nvSpPr>
          <p:cNvPr id="9" name="TEXT: [both in my shop]"/>
          <p:cNvSpPr/>
          <p:nvPr/>
        </p:nvSpPr>
        <p:spPr>
          <a:xfrm rot="120000">
            <a:off x="2343150" y="4633912"/>
            <a:ext cx="5600700" cy="828675"/>
          </a:xfrm>
          <a:prstGeom prst="rect">
            <a:avLst/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0020" rIns="160020" tIns="68580" bIns="68580"/>
          <a:lstStyle/>
          <a:p>
            <a:pPr algn="ctr">
              <a:lnSpc>
                <a:spcPts val="5490"/>
              </a:lnSpc>
            </a:pPr>
            <a:r>
              <a:rPr b="1" sz="4500">
                <a:solidFill>
                  <a:srgbClr val="181716"/>
                </a:solidFill>
                <a:latin typeface="Montserrat"/>
              </a:rPr>
              <a:t>[both in my shop]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