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0287000" cy="1371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1. Hook. Swap in a photo of your new product. Edit the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2. Second hook: Instagram often shows a carousel starting on slide 2, so this one works as a cover on its own. A peek of your product shows through the hole. Edit both [bracket] 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3. No photo needed. Edit the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4. The reveal: swap in your product photo and type its 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5. Detail one: swap in a close-up and name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6. Detail two: swap in a close-up for the laptop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7. Detail three: swap in its photo. Type your real launch date on the ticket.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8. Swap in a photo of it in use. Type your shop and keyword. Caption to start from (CTA in the first two sentences, 3 hashtags): Comment [KEYWORD] and I will send you [the link]. [One line of real context: who it helps or how you use it.] #[tag] #[tag] #[tag]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jpg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png"/><Relationship Id="rId4" Type="http://schemas.openxmlformats.org/officeDocument/2006/relationships/image" Target="../media/image8.jpg"/><Relationship Id="rId5" Type="http://schemas.openxmlformats.org/officeDocument/2006/relationships/image" Target="../media/image9.png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.png"/><Relationship Id="rId4" Type="http://schemas.openxmlformats.org/officeDocument/2006/relationships/image" Target="../media/image11.jp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2.png"/><Relationship Id="rId4" Type="http://schemas.openxmlformats.org/officeDocument/2006/relationships/image" Target="../media/image13.jpg"/><Relationship Id="rId5" Type="http://schemas.openxmlformats.org/officeDocument/2006/relationships/image" Target="../media/image9.png"/><Relationship Id="rId6" Type="http://schemas.openxmlformats.org/officeDocument/2006/relationships/image" Target="../media/image14.png"/><Relationship Id="rId7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9.png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3" name="PHOTO: Your new product (fills the page)"/>
          <p:cNvSpPr/>
          <p:nvPr/>
        </p:nvSpPr>
        <p:spPr>
          <a:xfrm rot="0">
            <a:off x="0" y="0"/>
            <a:ext cx="10287000" cy="1371600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4" name="TEXT: [something new is coming]"/>
          <p:cNvSpPr/>
          <p:nvPr/>
        </p:nvSpPr>
        <p:spPr>
          <a:xfrm rot="120000">
            <a:off x="495300" y="1304925"/>
            <a:ext cx="5295900" cy="15811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5354" rIns="165354" tIns="70866" bIns="70866"/>
          <a:lstStyle/>
          <a:p>
            <a:pPr algn="l">
              <a:lnSpc>
                <a:spcPts val="5673"/>
              </a:lnSpc>
            </a:pPr>
            <a:r>
              <a:rPr b="1" sz="4650">
                <a:solidFill>
                  <a:srgbClr val="181716"/>
                </a:solidFill>
                <a:latin typeface="Montserrat"/>
              </a:rPr>
              <a:t>[something new</a:t>
            </a:r>
          </a:p>
          <a:p>
            <a:pPr algn="l">
              <a:lnSpc>
                <a:spcPts val="5673"/>
              </a:lnSpc>
            </a:pPr>
            <a:r>
              <a:rPr b="1" sz="4650">
                <a:solidFill>
                  <a:srgbClr val="181716"/>
                </a:solidFill>
                <a:latin typeface="Montserrat"/>
              </a:rPr>
              <a:t>is coming]</a:t>
            </a:r>
          </a:p>
        </p:txBody>
      </p:sp>
      <p:sp>
        <p:nvSpPr>
          <p:cNvPr id="5" name="LETTERING: new drop"/>
          <p:cNvSpPr txBox="1"/>
          <p:nvPr/>
        </p:nvSpPr>
        <p:spPr>
          <a:xfrm rot="120000">
            <a:off x="638175" y="9467850"/>
            <a:ext cx="9010650" cy="24003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750" i="0">
                <a:solidFill>
                  <a:srgbClr val="F7E6A9"/>
                </a:solidFill>
                <a:latin typeface="DM Serif Display"/>
              </a:rPr>
              <a:t>new </a:t>
            </a:r>
            <a:r>
              <a:rPr sz="15750" i="1">
                <a:solidFill>
                  <a:srgbClr val="F7E6A9"/>
                </a:solidFill>
                <a:latin typeface="DM Serif Display"/>
              </a:rPr>
              <a:t>drop</a:t>
            </a:r>
          </a:p>
        </p:txBody>
      </p:sp>
      <p:sp>
        <p:nvSpPr>
          <p:cNvPr id="6" name="GUIDE (delete)"/>
          <p:cNvSpPr/>
          <p:nvPr/>
        </p:nvSpPr>
        <p:spPr>
          <a:xfrm>
            <a:off x="1352550" y="13063538"/>
            <a:ext cx="7581900" cy="3524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9342" rIns="69342" tIns="29718" bIns="29718"/>
          <a:lstStyle/>
          <a:p>
            <a:pPr algn="ctr">
              <a:lnSpc>
                <a:spcPts val="2379"/>
              </a:lnSpc>
            </a:pPr>
            <a:r>
              <a:rPr b="1" sz="1950">
                <a:solidFill>
                  <a:srgbClr val="FFFFFF"/>
                </a:solidFill>
                <a:latin typeface="Montserrat"/>
              </a:rPr>
              <a:t>Everything blue is a guide. Delete it before you download.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torn tissue" descr="0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9300" y="4686300"/>
            <a:ext cx="6248400" cy="6248400"/>
          </a:xfrm>
          <a:prstGeom prst="rect">
            <a:avLst/>
          </a:prstGeom>
        </p:spPr>
      </p:pic>
      <p:sp>
        <p:nvSpPr>
          <p:cNvPr id="4" name="PHOTO: A peek (through the hole)"/>
          <p:cNvSpPr/>
          <p:nvPr/>
        </p:nvSpPr>
        <p:spPr>
          <a:xfrm rot="0">
            <a:off x="2762250" y="5429250"/>
            <a:ext cx="4762500" cy="4762500"/>
          </a:xfrm>
          <a:prstGeom prst="ellipse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5" name="circle"/>
          <p:cNvSpPr/>
          <p:nvPr/>
        </p:nvSpPr>
        <p:spPr>
          <a:xfrm rot="0">
            <a:off x="2095500" y="4881562"/>
            <a:ext cx="6096000" cy="5857875"/>
          </a:xfrm>
          <a:custGeom>
            <a:avLst/>
            <a:gdLst/>
            <a:ahLst/>
            <a:cxnLst/>
            <a:rect l="0" t="0" r="r" b="b"/>
            <a:pathLst>
              <a:path w="6096000" h="5857875">
                <a:moveTo>
                  <a:pt x="2216052" y="5851368"/>
                </a:moveTo>
                <a:cubicBezTo>
                  <a:pt x="2211805" y="5847088"/>
                  <a:pt x="2175443" y="5838489"/>
                  <a:pt x="2135247" y="5832257"/>
                </a:cubicBezTo>
                <a:cubicBezTo>
                  <a:pt x="1903430" y="5796321"/>
                  <a:pt x="1800999" y="5760808"/>
                  <a:pt x="1566862" y="5635197"/>
                </a:cubicBezTo>
                <a:cubicBezTo>
                  <a:pt x="1551146" y="5626765"/>
                  <a:pt x="1533825" y="5619840"/>
                  <a:pt x="1528372" y="5619808"/>
                </a:cubicBezTo>
                <a:cubicBezTo>
                  <a:pt x="1498110" y="5619629"/>
                  <a:pt x="1304925" y="5479384"/>
                  <a:pt x="1304925" y="5457594"/>
                </a:cubicBezTo>
                <a:cubicBezTo>
                  <a:pt x="1304925" y="5441702"/>
                  <a:pt x="1326671" y="5451971"/>
                  <a:pt x="1423471" y="5513571"/>
                </a:cubicBezTo>
                <a:cubicBezTo>
                  <a:pt x="1449380" y="5530059"/>
                  <a:pt x="1474760" y="5543550"/>
                  <a:pt x="1479871" y="5543550"/>
                </a:cubicBezTo>
                <a:cubicBezTo>
                  <a:pt x="1484981" y="5543550"/>
                  <a:pt x="1495929" y="5549544"/>
                  <a:pt x="1504199" y="5556870"/>
                </a:cubicBezTo>
                <a:cubicBezTo>
                  <a:pt x="1528043" y="5577992"/>
                  <a:pt x="1582221" y="5605215"/>
                  <a:pt x="1628775" y="5619466"/>
                </a:cubicBezTo>
                <a:cubicBezTo>
                  <a:pt x="1652349" y="5626682"/>
                  <a:pt x="1675709" y="5636128"/>
                  <a:pt x="1680686" y="5640456"/>
                </a:cubicBezTo>
                <a:cubicBezTo>
                  <a:pt x="1685663" y="5644784"/>
                  <a:pt x="1697508" y="5648325"/>
                  <a:pt x="1707009" y="5648325"/>
                </a:cubicBezTo>
                <a:cubicBezTo>
                  <a:pt x="1716510" y="5648325"/>
                  <a:pt x="1731726" y="5652111"/>
                  <a:pt x="1740822" y="5656738"/>
                </a:cubicBezTo>
                <a:cubicBezTo>
                  <a:pt x="1773066" y="5673141"/>
                  <a:pt x="1805352" y="5685066"/>
                  <a:pt x="1833562" y="5690994"/>
                </a:cubicBezTo>
                <a:cubicBezTo>
                  <a:pt x="1881480" y="5701063"/>
                  <a:pt x="1890602" y="5701092"/>
                  <a:pt x="1893471" y="5691187"/>
                </a:cubicBezTo>
                <a:cubicBezTo>
                  <a:pt x="1894988" y="5685948"/>
                  <a:pt x="1886415" y="5680386"/>
                  <a:pt x="1874421" y="5678826"/>
                </a:cubicBezTo>
                <a:cubicBezTo>
                  <a:pt x="1855107" y="5676314"/>
                  <a:pt x="1782653" y="5651511"/>
                  <a:pt x="1728787" y="5628971"/>
                </a:cubicBezTo>
                <a:cubicBezTo>
                  <a:pt x="1718310" y="5624587"/>
                  <a:pt x="1681992" y="5611528"/>
                  <a:pt x="1648082" y="5599950"/>
                </a:cubicBezTo>
                <a:cubicBezTo>
                  <a:pt x="1614172" y="5588373"/>
                  <a:pt x="1569167" y="5569402"/>
                  <a:pt x="1548070" y="5557792"/>
                </a:cubicBezTo>
                <a:cubicBezTo>
                  <a:pt x="1526973" y="5546182"/>
                  <a:pt x="1488281" y="5524876"/>
                  <a:pt x="1462087" y="5510444"/>
                </a:cubicBezTo>
                <a:cubicBezTo>
                  <a:pt x="1435893" y="5496013"/>
                  <a:pt x="1403085" y="5476126"/>
                  <a:pt x="1389179" y="5466252"/>
                </a:cubicBezTo>
                <a:cubicBezTo>
                  <a:pt x="1375274" y="5456378"/>
                  <a:pt x="1360893" y="5448300"/>
                  <a:pt x="1357223" y="5448300"/>
                </a:cubicBezTo>
                <a:cubicBezTo>
                  <a:pt x="1353553" y="5448300"/>
                  <a:pt x="1331198" y="5435239"/>
                  <a:pt x="1307547" y="5419277"/>
                </a:cubicBezTo>
                <a:cubicBezTo>
                  <a:pt x="1262071" y="5388586"/>
                  <a:pt x="1236817" y="5389570"/>
                  <a:pt x="1275023" y="5420544"/>
                </a:cubicBezTo>
                <a:cubicBezTo>
                  <a:pt x="1305659" y="5445381"/>
                  <a:pt x="1278593" y="5445290"/>
                  <a:pt x="1230726" y="5420395"/>
                </a:cubicBezTo>
                <a:cubicBezTo>
                  <a:pt x="1150285" y="5378558"/>
                  <a:pt x="864375" y="5101628"/>
                  <a:pt x="737664" y="4942819"/>
                </a:cubicBezTo>
                <a:cubicBezTo>
                  <a:pt x="665221" y="4852025"/>
                  <a:pt x="650914" y="4844944"/>
                  <a:pt x="685800" y="4917149"/>
                </a:cubicBezTo>
                <a:cubicBezTo>
                  <a:pt x="741140" y="5031690"/>
                  <a:pt x="649693" y="4989085"/>
                  <a:pt x="556677" y="4856989"/>
                </a:cubicBezTo>
                <a:cubicBezTo>
                  <a:pt x="504701" y="4783177"/>
                  <a:pt x="405269" y="4579174"/>
                  <a:pt x="385275" y="4505325"/>
                </a:cubicBezTo>
                <a:cubicBezTo>
                  <a:pt x="381729" y="4492228"/>
                  <a:pt x="369672" y="4466628"/>
                  <a:pt x="358482" y="4448436"/>
                </a:cubicBezTo>
                <a:cubicBezTo>
                  <a:pt x="347292" y="4430244"/>
                  <a:pt x="331708" y="4389525"/>
                  <a:pt x="323850" y="4357949"/>
                </a:cubicBezTo>
                <a:cubicBezTo>
                  <a:pt x="311290" y="4307482"/>
                  <a:pt x="306771" y="4300537"/>
                  <a:pt x="286488" y="4300537"/>
                </a:cubicBezTo>
                <a:cubicBezTo>
                  <a:pt x="256260" y="4300537"/>
                  <a:pt x="206663" y="4203739"/>
                  <a:pt x="166919" y="4067175"/>
                </a:cubicBezTo>
                <a:cubicBezTo>
                  <a:pt x="160058" y="4043600"/>
                  <a:pt x="146951" y="4007167"/>
                  <a:pt x="137792" y="3986212"/>
                </a:cubicBezTo>
                <a:cubicBezTo>
                  <a:pt x="105654" y="3912685"/>
                  <a:pt x="70224" y="3753030"/>
                  <a:pt x="37389" y="3533775"/>
                </a:cubicBezTo>
                <a:cubicBezTo>
                  <a:pt x="-23038" y="3130262"/>
                  <a:pt x="34818" y="2607995"/>
                  <a:pt x="174811" y="2293305"/>
                </a:cubicBezTo>
                <a:cubicBezTo>
                  <a:pt x="187085" y="2265712"/>
                  <a:pt x="202613" y="2225992"/>
                  <a:pt x="209316" y="2205037"/>
                </a:cubicBezTo>
                <a:cubicBezTo>
                  <a:pt x="226972" y="2149843"/>
                  <a:pt x="283608" y="2038181"/>
                  <a:pt x="305697" y="2015013"/>
                </a:cubicBezTo>
                <a:cubicBezTo>
                  <a:pt x="310442" y="2010036"/>
                  <a:pt x="314325" y="1998191"/>
                  <a:pt x="314324" y="1988690"/>
                </a:cubicBezTo>
                <a:cubicBezTo>
                  <a:pt x="314324" y="1979189"/>
                  <a:pt x="319520" y="1963097"/>
                  <a:pt x="325870" y="1952928"/>
                </a:cubicBezTo>
                <a:cubicBezTo>
                  <a:pt x="332220" y="1942760"/>
                  <a:pt x="334009" y="1931034"/>
                  <a:pt x="329845" y="1926870"/>
                </a:cubicBezTo>
                <a:cubicBezTo>
                  <a:pt x="322405" y="1919430"/>
                  <a:pt x="301646" y="1939757"/>
                  <a:pt x="240769" y="2014096"/>
                </a:cubicBezTo>
                <a:cubicBezTo>
                  <a:pt x="206382" y="2056087"/>
                  <a:pt x="201579" y="2055307"/>
                  <a:pt x="193649" y="2006445"/>
                </a:cubicBezTo>
                <a:cubicBezTo>
                  <a:pt x="188454" y="1974430"/>
                  <a:pt x="199141" y="1937877"/>
                  <a:pt x="229957" y="1882263"/>
                </a:cubicBezTo>
                <a:cubicBezTo>
                  <a:pt x="315149" y="1728514"/>
                  <a:pt x="401178" y="1596020"/>
                  <a:pt x="466499" y="1517963"/>
                </a:cubicBezTo>
                <a:cubicBezTo>
                  <a:pt x="487832" y="1492470"/>
                  <a:pt x="527685" y="1444451"/>
                  <a:pt x="555062" y="1411255"/>
                </a:cubicBezTo>
                <a:cubicBezTo>
                  <a:pt x="582438" y="1378059"/>
                  <a:pt x="613364" y="1343769"/>
                  <a:pt x="623786" y="1335055"/>
                </a:cubicBezTo>
                <a:cubicBezTo>
                  <a:pt x="634207" y="1326341"/>
                  <a:pt x="657782" y="1302282"/>
                  <a:pt x="676173" y="1281590"/>
                </a:cubicBezTo>
                <a:cubicBezTo>
                  <a:pt x="848874" y="1087283"/>
                  <a:pt x="1108969" y="841000"/>
                  <a:pt x="1262062" y="726814"/>
                </a:cubicBezTo>
                <a:cubicBezTo>
                  <a:pt x="1382407" y="637053"/>
                  <a:pt x="1639291" y="467010"/>
                  <a:pt x="1655300" y="466513"/>
                </a:cubicBezTo>
                <a:cubicBezTo>
                  <a:pt x="1659047" y="466396"/>
                  <a:pt x="1672828" y="457919"/>
                  <a:pt x="1685925" y="447675"/>
                </a:cubicBezTo>
                <a:cubicBezTo>
                  <a:pt x="1699021" y="437430"/>
                  <a:pt x="1715505" y="428953"/>
                  <a:pt x="1722554" y="428836"/>
                </a:cubicBezTo>
                <a:cubicBezTo>
                  <a:pt x="1729604" y="428720"/>
                  <a:pt x="1747884" y="419714"/>
                  <a:pt x="1763178" y="408824"/>
                </a:cubicBezTo>
                <a:cubicBezTo>
                  <a:pt x="1778472" y="397934"/>
                  <a:pt x="1821996" y="373001"/>
                  <a:pt x="1859899" y="353417"/>
                </a:cubicBezTo>
                <a:cubicBezTo>
                  <a:pt x="1897801" y="333833"/>
                  <a:pt x="1937385" y="313112"/>
                  <a:pt x="1947862" y="307370"/>
                </a:cubicBezTo>
                <a:cubicBezTo>
                  <a:pt x="1972020" y="294131"/>
                  <a:pt x="2060405" y="253871"/>
                  <a:pt x="2108616" y="234145"/>
                </a:cubicBezTo>
                <a:cubicBezTo>
                  <a:pt x="2150062" y="217187"/>
                  <a:pt x="2219325" y="229559"/>
                  <a:pt x="2219325" y="253920"/>
                </a:cubicBezTo>
                <a:cubicBezTo>
                  <a:pt x="2219325" y="274025"/>
                  <a:pt x="2277359" y="260283"/>
                  <a:pt x="2369239" y="218421"/>
                </a:cubicBezTo>
                <a:cubicBezTo>
                  <a:pt x="2391447" y="208303"/>
                  <a:pt x="2417746" y="200025"/>
                  <a:pt x="2427682" y="200025"/>
                </a:cubicBezTo>
                <a:cubicBezTo>
                  <a:pt x="2437618" y="200025"/>
                  <a:pt x="2458024" y="193622"/>
                  <a:pt x="2473029" y="185796"/>
                </a:cubicBezTo>
                <a:cubicBezTo>
                  <a:pt x="2488035" y="177970"/>
                  <a:pt x="2509703" y="171540"/>
                  <a:pt x="2521181" y="171508"/>
                </a:cubicBezTo>
                <a:cubicBezTo>
                  <a:pt x="2532659" y="171476"/>
                  <a:pt x="2544919" y="166809"/>
                  <a:pt x="2548424" y="161136"/>
                </a:cubicBezTo>
                <a:cubicBezTo>
                  <a:pt x="2557501" y="146449"/>
                  <a:pt x="2635781" y="114300"/>
                  <a:pt x="2662465" y="114300"/>
                </a:cubicBezTo>
                <a:cubicBezTo>
                  <a:pt x="2674818" y="114299"/>
                  <a:pt x="2687574" y="110013"/>
                  <a:pt x="2690812" y="104774"/>
                </a:cubicBezTo>
                <a:cubicBezTo>
                  <a:pt x="2694050" y="99536"/>
                  <a:pt x="2706908" y="95250"/>
                  <a:pt x="2719387" y="95250"/>
                </a:cubicBezTo>
                <a:cubicBezTo>
                  <a:pt x="2731866" y="95250"/>
                  <a:pt x="2744432" y="91437"/>
                  <a:pt x="2747312" y="86777"/>
                </a:cubicBezTo>
                <a:cubicBezTo>
                  <a:pt x="2750192" y="82117"/>
                  <a:pt x="2766518" y="76185"/>
                  <a:pt x="2783592" y="73595"/>
                </a:cubicBezTo>
                <a:cubicBezTo>
                  <a:pt x="2800667" y="71005"/>
                  <a:pt x="2840355" y="62379"/>
                  <a:pt x="2871787" y="54427"/>
                </a:cubicBezTo>
                <a:cubicBezTo>
                  <a:pt x="2964814" y="30892"/>
                  <a:pt x="3050284" y="19049"/>
                  <a:pt x="3127117" y="19049"/>
                </a:cubicBezTo>
                <a:cubicBezTo>
                  <a:pt x="3166804" y="19049"/>
                  <a:pt x="3201924" y="14763"/>
                  <a:pt x="3205162" y="9525"/>
                </a:cubicBezTo>
                <a:cubicBezTo>
                  <a:pt x="3212897" y="-2990"/>
                  <a:pt x="3406977" y="-2990"/>
                  <a:pt x="3414712" y="9525"/>
                </a:cubicBezTo>
                <a:cubicBezTo>
                  <a:pt x="3417950" y="14763"/>
                  <a:pt x="3453564" y="19085"/>
                  <a:pt x="3493855" y="19129"/>
                </a:cubicBezTo>
                <a:cubicBezTo>
                  <a:pt x="3601011" y="19244"/>
                  <a:pt x="3892823" y="61220"/>
                  <a:pt x="3957637" y="85841"/>
                </a:cubicBezTo>
                <a:cubicBezTo>
                  <a:pt x="3968115" y="89822"/>
                  <a:pt x="3995975" y="98464"/>
                  <a:pt x="4019550" y="105047"/>
                </a:cubicBezTo>
                <a:cubicBezTo>
                  <a:pt x="4109514" y="130168"/>
                  <a:pt x="4274941" y="189892"/>
                  <a:pt x="4345821" y="222841"/>
                </a:cubicBezTo>
                <a:cubicBezTo>
                  <a:pt x="4386443" y="241724"/>
                  <a:pt x="4421802" y="257174"/>
                  <a:pt x="4424395" y="257174"/>
                </a:cubicBezTo>
                <a:cubicBezTo>
                  <a:pt x="4435543" y="257175"/>
                  <a:pt x="4582117" y="333472"/>
                  <a:pt x="4640884" y="369865"/>
                </a:cubicBezTo>
                <a:cubicBezTo>
                  <a:pt x="4676151" y="391705"/>
                  <a:pt x="4709369" y="409575"/>
                  <a:pt x="4714702" y="409575"/>
                </a:cubicBezTo>
                <a:cubicBezTo>
                  <a:pt x="4720036" y="409575"/>
                  <a:pt x="4724400" y="413861"/>
                  <a:pt x="4724400" y="419100"/>
                </a:cubicBezTo>
                <a:cubicBezTo>
                  <a:pt x="4724400" y="424338"/>
                  <a:pt x="4729920" y="428625"/>
                  <a:pt x="4736668" y="428625"/>
                </a:cubicBezTo>
                <a:cubicBezTo>
                  <a:pt x="4743415" y="428625"/>
                  <a:pt x="4771763" y="450056"/>
                  <a:pt x="4799663" y="476250"/>
                </a:cubicBezTo>
                <a:cubicBezTo>
                  <a:pt x="4827563" y="502443"/>
                  <a:pt x="4856775" y="523875"/>
                  <a:pt x="4864580" y="523875"/>
                </a:cubicBezTo>
                <a:cubicBezTo>
                  <a:pt x="4902533" y="523875"/>
                  <a:pt x="5212797" y="810121"/>
                  <a:pt x="5298321" y="924039"/>
                </a:cubicBezTo>
                <a:cubicBezTo>
                  <a:pt x="5532522" y="1235995"/>
                  <a:pt x="5601452" y="1367960"/>
                  <a:pt x="5546316" y="1398816"/>
                </a:cubicBezTo>
                <a:cubicBezTo>
                  <a:pt x="5531346" y="1407193"/>
                  <a:pt x="5532022" y="1411648"/>
                  <a:pt x="5554696" y="1454058"/>
                </a:cubicBezTo>
                <a:cubicBezTo>
                  <a:pt x="5568261" y="1479429"/>
                  <a:pt x="5584635" y="1517332"/>
                  <a:pt x="5591082" y="1538287"/>
                </a:cubicBezTo>
                <a:cubicBezTo>
                  <a:pt x="5601371" y="1571726"/>
                  <a:pt x="5626261" y="1631996"/>
                  <a:pt x="5648248" y="1676712"/>
                </a:cubicBezTo>
                <a:cubicBezTo>
                  <a:pt x="5652197" y="1684742"/>
                  <a:pt x="5658638" y="1706173"/>
                  <a:pt x="5662563" y="1724337"/>
                </a:cubicBezTo>
                <a:cubicBezTo>
                  <a:pt x="5666488" y="1742501"/>
                  <a:pt x="5677167" y="1772364"/>
                  <a:pt x="5686294" y="1790700"/>
                </a:cubicBezTo>
                <a:cubicBezTo>
                  <a:pt x="5695421" y="1809035"/>
                  <a:pt x="5708187" y="1846553"/>
                  <a:pt x="5714663" y="1874073"/>
                </a:cubicBezTo>
                <a:cubicBezTo>
                  <a:pt x="5728716" y="1933787"/>
                  <a:pt x="5743575" y="1947811"/>
                  <a:pt x="5743575" y="1901361"/>
                </a:cubicBezTo>
                <a:cubicBezTo>
                  <a:pt x="5743575" y="1883026"/>
                  <a:pt x="5739288" y="1865375"/>
                  <a:pt x="5734050" y="1862137"/>
                </a:cubicBezTo>
                <a:cubicBezTo>
                  <a:pt x="5728811" y="1858899"/>
                  <a:pt x="5724525" y="1848736"/>
                  <a:pt x="5724524" y="1839551"/>
                </a:cubicBezTo>
                <a:cubicBezTo>
                  <a:pt x="5724524" y="1830367"/>
                  <a:pt x="5715952" y="1805110"/>
                  <a:pt x="5705474" y="1783424"/>
                </a:cubicBezTo>
                <a:cubicBezTo>
                  <a:pt x="5694997" y="1761738"/>
                  <a:pt x="5686424" y="1726585"/>
                  <a:pt x="5686424" y="1705305"/>
                </a:cubicBezTo>
                <a:cubicBezTo>
                  <a:pt x="5686425" y="1684026"/>
                  <a:pt x="5682638" y="1659173"/>
                  <a:pt x="5678011" y="1650077"/>
                </a:cubicBezTo>
                <a:cubicBezTo>
                  <a:pt x="5666927" y="1628288"/>
                  <a:pt x="5652931" y="1593624"/>
                  <a:pt x="5638644" y="1552575"/>
                </a:cubicBezTo>
                <a:cubicBezTo>
                  <a:pt x="5632262" y="1534239"/>
                  <a:pt x="5621114" y="1505730"/>
                  <a:pt x="5613870" y="1489222"/>
                </a:cubicBezTo>
                <a:cubicBezTo>
                  <a:pt x="5596926" y="1450608"/>
                  <a:pt x="5597220" y="1447800"/>
                  <a:pt x="5618212" y="1447800"/>
                </a:cubicBezTo>
                <a:cubicBezTo>
                  <a:pt x="5636298" y="1447800"/>
                  <a:pt x="5713660" y="1627591"/>
                  <a:pt x="5707367" y="1654999"/>
                </a:cubicBezTo>
                <a:cubicBezTo>
                  <a:pt x="5705805" y="1661800"/>
                  <a:pt x="5712644" y="1679042"/>
                  <a:pt x="5722566" y="1693314"/>
                </a:cubicBezTo>
                <a:cubicBezTo>
                  <a:pt x="5741813" y="1721000"/>
                  <a:pt x="5759634" y="1771163"/>
                  <a:pt x="5791000" y="1885950"/>
                </a:cubicBezTo>
                <a:cubicBezTo>
                  <a:pt x="5801737" y="1925240"/>
                  <a:pt x="5814670" y="1972389"/>
                  <a:pt x="5819740" y="1990725"/>
                </a:cubicBezTo>
                <a:cubicBezTo>
                  <a:pt x="5835657" y="2048285"/>
                  <a:pt x="5855838" y="2144522"/>
                  <a:pt x="5871673" y="2238375"/>
                </a:cubicBezTo>
                <a:cubicBezTo>
                  <a:pt x="5880071" y="2288143"/>
                  <a:pt x="5890938" y="2348150"/>
                  <a:pt x="5895824" y="2371725"/>
                </a:cubicBezTo>
                <a:cubicBezTo>
                  <a:pt x="5916374" y="2470882"/>
                  <a:pt x="5927478" y="2829841"/>
                  <a:pt x="5910262" y="2838450"/>
                </a:cubicBezTo>
                <a:cubicBezTo>
                  <a:pt x="5905023" y="2841069"/>
                  <a:pt x="5899360" y="2828210"/>
                  <a:pt x="5897677" y="2809875"/>
                </a:cubicBezTo>
                <a:cubicBezTo>
                  <a:pt x="5891840" y="2746296"/>
                  <a:pt x="5875775" y="2754404"/>
                  <a:pt x="5878803" y="2819400"/>
                </a:cubicBezTo>
                <a:cubicBezTo>
                  <a:pt x="5881541" y="2878171"/>
                  <a:pt x="5882817" y="2881154"/>
                  <a:pt x="5903959" y="2878190"/>
                </a:cubicBezTo>
                <a:cubicBezTo>
                  <a:pt x="5921272" y="2875762"/>
                  <a:pt x="5925433" y="2878944"/>
                  <a:pt x="5922644" y="2892477"/>
                </a:cubicBezTo>
                <a:cubicBezTo>
                  <a:pt x="5920671" y="2902053"/>
                  <a:pt x="5911720" y="2909292"/>
                  <a:pt x="5902753" y="2908564"/>
                </a:cubicBezTo>
                <a:cubicBezTo>
                  <a:pt x="5888269" y="2907389"/>
                  <a:pt x="5886517" y="2918552"/>
                  <a:pt x="5887053" y="3008577"/>
                </a:cubicBezTo>
                <a:cubicBezTo>
                  <a:pt x="5887473" y="3078954"/>
                  <a:pt x="5890289" y="3103365"/>
                  <a:pt x="5896271" y="3088481"/>
                </a:cubicBezTo>
                <a:cubicBezTo>
                  <a:pt x="5906358" y="3063385"/>
                  <a:pt x="5922660" y="3060568"/>
                  <a:pt x="5931064" y="3082467"/>
                </a:cubicBezTo>
                <a:cubicBezTo>
                  <a:pt x="5954506" y="3143556"/>
                  <a:pt x="5859892" y="3707017"/>
                  <a:pt x="5819391" y="3747518"/>
                </a:cubicBezTo>
                <a:cubicBezTo>
                  <a:pt x="5814363" y="3752546"/>
                  <a:pt x="5810250" y="3764225"/>
                  <a:pt x="5810250" y="3773472"/>
                </a:cubicBezTo>
                <a:cubicBezTo>
                  <a:pt x="5810250" y="3794623"/>
                  <a:pt x="5786067" y="3868927"/>
                  <a:pt x="5761971" y="3921814"/>
                </a:cubicBezTo>
                <a:cubicBezTo>
                  <a:pt x="5751853" y="3944022"/>
                  <a:pt x="5743574" y="3968415"/>
                  <a:pt x="5743575" y="3976021"/>
                </a:cubicBezTo>
                <a:cubicBezTo>
                  <a:pt x="5743575" y="3983627"/>
                  <a:pt x="5739288" y="3992499"/>
                  <a:pt x="5734050" y="3995737"/>
                </a:cubicBezTo>
                <a:cubicBezTo>
                  <a:pt x="5728811" y="3998975"/>
                  <a:pt x="5724525" y="4007800"/>
                  <a:pt x="5724525" y="4015349"/>
                </a:cubicBezTo>
                <a:cubicBezTo>
                  <a:pt x="5724525" y="4022898"/>
                  <a:pt x="5728811" y="4029075"/>
                  <a:pt x="5734050" y="4029075"/>
                </a:cubicBezTo>
                <a:cubicBezTo>
                  <a:pt x="5739288" y="4029075"/>
                  <a:pt x="5743575" y="4020502"/>
                  <a:pt x="5743575" y="4010025"/>
                </a:cubicBezTo>
                <a:cubicBezTo>
                  <a:pt x="5743575" y="3999547"/>
                  <a:pt x="5747861" y="3990975"/>
                  <a:pt x="5753100" y="3990975"/>
                </a:cubicBezTo>
                <a:cubicBezTo>
                  <a:pt x="5758338" y="3990975"/>
                  <a:pt x="5762625" y="3986032"/>
                  <a:pt x="5762625" y="3979991"/>
                </a:cubicBezTo>
                <a:cubicBezTo>
                  <a:pt x="5762625" y="3973950"/>
                  <a:pt x="5774873" y="3942874"/>
                  <a:pt x="5789843" y="3910934"/>
                </a:cubicBezTo>
                <a:cubicBezTo>
                  <a:pt x="5804813" y="3878995"/>
                  <a:pt x="5824329" y="3829288"/>
                  <a:pt x="5833213" y="3800475"/>
                </a:cubicBezTo>
                <a:cubicBezTo>
                  <a:pt x="5842097" y="3771661"/>
                  <a:pt x="5853423" y="3740644"/>
                  <a:pt x="5858383" y="3731547"/>
                </a:cubicBezTo>
                <a:cubicBezTo>
                  <a:pt x="5863342" y="3722451"/>
                  <a:pt x="5867400" y="3707235"/>
                  <a:pt x="5867400" y="3697734"/>
                </a:cubicBezTo>
                <a:cubicBezTo>
                  <a:pt x="5867400" y="3688233"/>
                  <a:pt x="5871247" y="3676388"/>
                  <a:pt x="5875949" y="3671411"/>
                </a:cubicBezTo>
                <a:cubicBezTo>
                  <a:pt x="5880651" y="3666434"/>
                  <a:pt x="5886731" y="3645217"/>
                  <a:pt x="5889461" y="3624262"/>
                </a:cubicBezTo>
                <a:cubicBezTo>
                  <a:pt x="5892190" y="3603307"/>
                  <a:pt x="5899322" y="3566874"/>
                  <a:pt x="5905310" y="3543300"/>
                </a:cubicBezTo>
                <a:cubicBezTo>
                  <a:pt x="5911298" y="3519725"/>
                  <a:pt x="5918368" y="3487578"/>
                  <a:pt x="5921022" y="3471862"/>
                </a:cubicBezTo>
                <a:cubicBezTo>
                  <a:pt x="5923676" y="3456146"/>
                  <a:pt x="5929635" y="3434715"/>
                  <a:pt x="5934264" y="3424237"/>
                </a:cubicBezTo>
                <a:cubicBezTo>
                  <a:pt x="5945620" y="3398534"/>
                  <a:pt x="5953460" y="3323305"/>
                  <a:pt x="5959081" y="3186112"/>
                </a:cubicBezTo>
                <a:cubicBezTo>
                  <a:pt x="5961656" y="3123247"/>
                  <a:pt x="5967799" y="3067740"/>
                  <a:pt x="5972731" y="3062763"/>
                </a:cubicBezTo>
                <a:cubicBezTo>
                  <a:pt x="5977664" y="3057786"/>
                  <a:pt x="5981700" y="3037628"/>
                  <a:pt x="5981700" y="3017968"/>
                </a:cubicBezTo>
                <a:cubicBezTo>
                  <a:pt x="5981699" y="2998307"/>
                  <a:pt x="5985727" y="2972375"/>
                  <a:pt x="5990649" y="2960341"/>
                </a:cubicBezTo>
                <a:cubicBezTo>
                  <a:pt x="5995571" y="2948308"/>
                  <a:pt x="6002263" y="2918102"/>
                  <a:pt x="6005520" y="2893218"/>
                </a:cubicBezTo>
                <a:cubicBezTo>
                  <a:pt x="6015414" y="2817624"/>
                  <a:pt x="6038256" y="2831352"/>
                  <a:pt x="6067720" y="2930600"/>
                </a:cubicBezTo>
                <a:cubicBezTo>
                  <a:pt x="6081320" y="2976412"/>
                  <a:pt x="6067866" y="3283845"/>
                  <a:pt x="6048618" y="3367087"/>
                </a:cubicBezTo>
                <a:cubicBezTo>
                  <a:pt x="6042561" y="3393281"/>
                  <a:pt x="6033951" y="3440430"/>
                  <a:pt x="6029484" y="3471862"/>
                </a:cubicBezTo>
                <a:cubicBezTo>
                  <a:pt x="6025017" y="3503295"/>
                  <a:pt x="6016724" y="3547229"/>
                  <a:pt x="6011056" y="3569493"/>
                </a:cubicBezTo>
                <a:cubicBezTo>
                  <a:pt x="6005387" y="3591758"/>
                  <a:pt x="5996683" y="3626048"/>
                  <a:pt x="5991713" y="3645693"/>
                </a:cubicBezTo>
                <a:cubicBezTo>
                  <a:pt x="5973479" y="3717767"/>
                  <a:pt x="5954352" y="3780389"/>
                  <a:pt x="5945390" y="3797356"/>
                </a:cubicBezTo>
                <a:cubicBezTo>
                  <a:pt x="5940333" y="3806929"/>
                  <a:pt x="5929270" y="3841970"/>
                  <a:pt x="5920806" y="3875225"/>
                </a:cubicBezTo>
                <a:cubicBezTo>
                  <a:pt x="5912342" y="3908480"/>
                  <a:pt x="5896862" y="3946562"/>
                  <a:pt x="5886408" y="3959853"/>
                </a:cubicBezTo>
                <a:cubicBezTo>
                  <a:pt x="5875953" y="3973144"/>
                  <a:pt x="5867400" y="3996046"/>
                  <a:pt x="5867400" y="4010747"/>
                </a:cubicBezTo>
                <a:cubicBezTo>
                  <a:pt x="5867400" y="4025447"/>
                  <a:pt x="5863228" y="4040053"/>
                  <a:pt x="5858129" y="4043204"/>
                </a:cubicBezTo>
                <a:cubicBezTo>
                  <a:pt x="5853031" y="4046356"/>
                  <a:pt x="5841619" y="4064825"/>
                  <a:pt x="5832769" y="4084248"/>
                </a:cubicBezTo>
                <a:cubicBezTo>
                  <a:pt x="5823920" y="4103671"/>
                  <a:pt x="5807340" y="4132421"/>
                  <a:pt x="5795925" y="4148137"/>
                </a:cubicBezTo>
                <a:cubicBezTo>
                  <a:pt x="5784509" y="4163853"/>
                  <a:pt x="5772379" y="4188047"/>
                  <a:pt x="5768968" y="4201900"/>
                </a:cubicBezTo>
                <a:cubicBezTo>
                  <a:pt x="5748317" y="4285775"/>
                  <a:pt x="5519405" y="4612799"/>
                  <a:pt x="5365754" y="4777933"/>
                </a:cubicBezTo>
                <a:cubicBezTo>
                  <a:pt x="5345670" y="4799519"/>
                  <a:pt x="5308774" y="4840471"/>
                  <a:pt x="5283764" y="4868939"/>
                </a:cubicBezTo>
                <a:cubicBezTo>
                  <a:pt x="5258754" y="4897407"/>
                  <a:pt x="5201233" y="4950469"/>
                  <a:pt x="5155941" y="4986855"/>
                </a:cubicBezTo>
                <a:cubicBezTo>
                  <a:pt x="5110648" y="5023241"/>
                  <a:pt x="5053959" y="5070517"/>
                  <a:pt x="5029964" y="5091913"/>
                </a:cubicBezTo>
                <a:cubicBezTo>
                  <a:pt x="4883448" y="5222557"/>
                  <a:pt x="4832470" y="5216698"/>
                  <a:pt x="4965136" y="5084462"/>
                </a:cubicBezTo>
                <a:cubicBezTo>
                  <a:pt x="5014650" y="5035109"/>
                  <a:pt x="5060618" y="4984268"/>
                  <a:pt x="5067286" y="4971483"/>
                </a:cubicBezTo>
                <a:lnTo>
                  <a:pt x="5079410" y="4948237"/>
                </a:lnTo>
                <a:lnTo>
                  <a:pt x="5052137" y="4972050"/>
                </a:lnTo>
                <a:cubicBezTo>
                  <a:pt x="5037136" y="4985146"/>
                  <a:pt x="4996907" y="5022313"/>
                  <a:pt x="4962738" y="5054641"/>
                </a:cubicBezTo>
                <a:cubicBezTo>
                  <a:pt x="4896176" y="5117617"/>
                  <a:pt x="4829560" y="5168069"/>
                  <a:pt x="4686300" y="5264002"/>
                </a:cubicBezTo>
                <a:cubicBezTo>
                  <a:pt x="4657486" y="5283297"/>
                  <a:pt x="4632483" y="5302653"/>
                  <a:pt x="4630737" y="5307016"/>
                </a:cubicBezTo>
                <a:cubicBezTo>
                  <a:pt x="4628991" y="5311379"/>
                  <a:pt x="4623209" y="5314950"/>
                  <a:pt x="4617889" y="5314950"/>
                </a:cubicBezTo>
                <a:cubicBezTo>
                  <a:pt x="4602488" y="5314950"/>
                  <a:pt x="4542727" y="5345191"/>
                  <a:pt x="4491254" y="5379031"/>
                </a:cubicBezTo>
                <a:cubicBezTo>
                  <a:pt x="4465180" y="5396174"/>
                  <a:pt x="4440247" y="5410200"/>
                  <a:pt x="4435848" y="5410200"/>
                </a:cubicBezTo>
                <a:cubicBezTo>
                  <a:pt x="4431450" y="5410200"/>
                  <a:pt x="4388489" y="5429115"/>
                  <a:pt x="4340381" y="5452234"/>
                </a:cubicBezTo>
                <a:cubicBezTo>
                  <a:pt x="4243542" y="5498771"/>
                  <a:pt x="4136148" y="5543434"/>
                  <a:pt x="4120301" y="5543761"/>
                </a:cubicBezTo>
                <a:cubicBezTo>
                  <a:pt x="4107019" y="5544035"/>
                  <a:pt x="4059358" y="5581160"/>
                  <a:pt x="4071937" y="5581433"/>
                </a:cubicBezTo>
                <a:cubicBezTo>
                  <a:pt x="4081015" y="5581630"/>
                  <a:pt x="4164875" y="5552225"/>
                  <a:pt x="4205287" y="5534675"/>
                </a:cubicBezTo>
                <a:cubicBezTo>
                  <a:pt x="4215765" y="5530125"/>
                  <a:pt x="4258627" y="5512081"/>
                  <a:pt x="4300537" y="5494577"/>
                </a:cubicBezTo>
                <a:cubicBezTo>
                  <a:pt x="4342447" y="5477073"/>
                  <a:pt x="4387453" y="5457410"/>
                  <a:pt x="4400550" y="5450881"/>
                </a:cubicBezTo>
                <a:cubicBezTo>
                  <a:pt x="4433169" y="5434621"/>
                  <a:pt x="4439233" y="5454600"/>
                  <a:pt x="4408951" y="5478560"/>
                </a:cubicBezTo>
                <a:cubicBezTo>
                  <a:pt x="4376204" y="5504470"/>
                  <a:pt x="4219371" y="5581650"/>
                  <a:pt x="4199467" y="5581650"/>
                </a:cubicBezTo>
                <a:cubicBezTo>
                  <a:pt x="4190190" y="5581650"/>
                  <a:pt x="4179865" y="5586072"/>
                  <a:pt x="4176524" y="5591478"/>
                </a:cubicBezTo>
                <a:cubicBezTo>
                  <a:pt x="4169223" y="5603292"/>
                  <a:pt x="4105521" y="5632745"/>
                  <a:pt x="4052887" y="5648643"/>
                </a:cubicBezTo>
                <a:cubicBezTo>
                  <a:pt x="4031932" y="5654972"/>
                  <a:pt x="4010715" y="5663919"/>
                  <a:pt x="4005738" y="5668525"/>
                </a:cubicBezTo>
                <a:cubicBezTo>
                  <a:pt x="4000761" y="5673131"/>
                  <a:pt x="3987688" y="5676900"/>
                  <a:pt x="3976687" y="5676900"/>
                </a:cubicBezTo>
                <a:cubicBezTo>
                  <a:pt x="3965686" y="5676900"/>
                  <a:pt x="3952613" y="5680727"/>
                  <a:pt x="3947636" y="5685406"/>
                </a:cubicBezTo>
                <a:cubicBezTo>
                  <a:pt x="3942659" y="5690084"/>
                  <a:pt x="3900011" y="5705424"/>
                  <a:pt x="3852862" y="5719496"/>
                </a:cubicBezTo>
                <a:cubicBezTo>
                  <a:pt x="3805713" y="5733567"/>
                  <a:pt x="3754278" y="5749367"/>
                  <a:pt x="3738562" y="5754606"/>
                </a:cubicBezTo>
                <a:cubicBezTo>
                  <a:pt x="3600746" y="5800554"/>
                  <a:pt x="3288052" y="5857875"/>
                  <a:pt x="3175215" y="5857875"/>
                </a:cubicBezTo>
                <a:cubicBezTo>
                  <a:pt x="3094294" y="5857875"/>
                  <a:pt x="3051783" y="5835359"/>
                  <a:pt x="3076491" y="5805588"/>
                </a:cubicBezTo>
                <a:cubicBezTo>
                  <a:pt x="3094164" y="5784293"/>
                  <a:pt x="3089316" y="5783352"/>
                  <a:pt x="3009900" y="5792667"/>
                </a:cubicBezTo>
                <a:cubicBezTo>
                  <a:pt x="2970609" y="5797276"/>
                  <a:pt x="2895600" y="5800762"/>
                  <a:pt x="2843212" y="5800414"/>
                </a:cubicBezTo>
                <a:cubicBezTo>
                  <a:pt x="2705737" y="5799501"/>
                  <a:pt x="2529140" y="5813216"/>
                  <a:pt x="2513638" y="5826010"/>
                </a:cubicBezTo>
                <a:cubicBezTo>
                  <a:pt x="2493249" y="5842838"/>
                  <a:pt x="2229860" y="5865281"/>
                  <a:pt x="2216052" y="5851368"/>
                </a:cubicBezTo>
                <a:close/>
                <a:moveTo>
                  <a:pt x="3676650" y="5417931"/>
                </a:moveTo>
                <a:cubicBezTo>
                  <a:pt x="3715940" y="5407502"/>
                  <a:pt x="3760946" y="5395501"/>
                  <a:pt x="3776662" y="5391263"/>
                </a:cubicBezTo>
                <a:cubicBezTo>
                  <a:pt x="3845579" y="5372678"/>
                  <a:pt x="4063830" y="5294378"/>
                  <a:pt x="4104115" y="5273786"/>
                </a:cubicBezTo>
                <a:cubicBezTo>
                  <a:pt x="4215025" y="5217094"/>
                  <a:pt x="4353780" y="5140296"/>
                  <a:pt x="4358189" y="5133162"/>
                </a:cubicBezTo>
                <a:cubicBezTo>
                  <a:pt x="4367238" y="5118521"/>
                  <a:pt x="4339925" y="5123418"/>
                  <a:pt x="4300537" y="5143500"/>
                </a:cubicBezTo>
                <a:cubicBezTo>
                  <a:pt x="4260833" y="5163742"/>
                  <a:pt x="4238625" y="5167688"/>
                  <a:pt x="4238625" y="5154501"/>
                </a:cubicBezTo>
                <a:cubicBezTo>
                  <a:pt x="4238625" y="5141854"/>
                  <a:pt x="4267829" y="5120679"/>
                  <a:pt x="4319587" y="5095801"/>
                </a:cubicBezTo>
                <a:cubicBezTo>
                  <a:pt x="4345781" y="5083210"/>
                  <a:pt x="4377928" y="5065711"/>
                  <a:pt x="4391025" y="5056914"/>
                </a:cubicBezTo>
                <a:cubicBezTo>
                  <a:pt x="4412788" y="5042295"/>
                  <a:pt x="4433769" y="5030360"/>
                  <a:pt x="4548187" y="4967513"/>
                </a:cubicBezTo>
                <a:cubicBezTo>
                  <a:pt x="4616203" y="4930154"/>
                  <a:pt x="4634767" y="4969298"/>
                  <a:pt x="4577166" y="5028620"/>
                </a:cubicBezTo>
                <a:cubicBezTo>
                  <a:pt x="4522997" y="5084408"/>
                  <a:pt x="4464375" y="5153025"/>
                  <a:pt x="4470882" y="5153025"/>
                </a:cubicBezTo>
                <a:cubicBezTo>
                  <a:pt x="4474227" y="5153025"/>
                  <a:pt x="4502082" y="5135880"/>
                  <a:pt x="4532781" y="5114925"/>
                </a:cubicBezTo>
                <a:cubicBezTo>
                  <a:pt x="4563481" y="5093970"/>
                  <a:pt x="4591968" y="5076825"/>
                  <a:pt x="4596088" y="5076825"/>
                </a:cubicBezTo>
                <a:cubicBezTo>
                  <a:pt x="4636578" y="5076825"/>
                  <a:pt x="5007461" y="4738791"/>
                  <a:pt x="5118619" y="4600575"/>
                </a:cubicBezTo>
                <a:cubicBezTo>
                  <a:pt x="5137578" y="4577000"/>
                  <a:pt x="5168077" y="4539839"/>
                  <a:pt x="5186395" y="4517995"/>
                </a:cubicBezTo>
                <a:cubicBezTo>
                  <a:pt x="5204712" y="4496150"/>
                  <a:pt x="5219700" y="4474923"/>
                  <a:pt x="5219700" y="4470823"/>
                </a:cubicBezTo>
                <a:cubicBezTo>
                  <a:pt x="5219700" y="4466723"/>
                  <a:pt x="5233337" y="4449299"/>
                  <a:pt x="5250005" y="4432102"/>
                </a:cubicBezTo>
                <a:cubicBezTo>
                  <a:pt x="5266673" y="4414905"/>
                  <a:pt x="5277292" y="4397817"/>
                  <a:pt x="5273603" y="4394128"/>
                </a:cubicBezTo>
                <a:cubicBezTo>
                  <a:pt x="5269914" y="4390439"/>
                  <a:pt x="5257349" y="4399794"/>
                  <a:pt x="5245679" y="4414917"/>
                </a:cubicBezTo>
                <a:cubicBezTo>
                  <a:pt x="5234010" y="4430039"/>
                  <a:pt x="5193866" y="4474784"/>
                  <a:pt x="5156472" y="4514349"/>
                </a:cubicBezTo>
                <a:cubicBezTo>
                  <a:pt x="5119077" y="4553915"/>
                  <a:pt x="5066589" y="4612611"/>
                  <a:pt x="5039831" y="4644784"/>
                </a:cubicBezTo>
                <a:cubicBezTo>
                  <a:pt x="4988892" y="4706031"/>
                  <a:pt x="4972831" y="4717606"/>
                  <a:pt x="4954503" y="4706279"/>
                </a:cubicBezTo>
                <a:cubicBezTo>
                  <a:pt x="4946714" y="4701465"/>
                  <a:pt x="4949080" y="4693399"/>
                  <a:pt x="4962511" y="4678983"/>
                </a:cubicBezTo>
                <a:cubicBezTo>
                  <a:pt x="4972996" y="4667729"/>
                  <a:pt x="4981575" y="4654939"/>
                  <a:pt x="4981575" y="4650561"/>
                </a:cubicBezTo>
                <a:cubicBezTo>
                  <a:pt x="4981575" y="4646183"/>
                  <a:pt x="5021328" y="4604213"/>
                  <a:pt x="5069915" y="4557294"/>
                </a:cubicBezTo>
                <a:cubicBezTo>
                  <a:pt x="5156890" y="4473305"/>
                  <a:pt x="5226336" y="4384961"/>
                  <a:pt x="5214605" y="4373230"/>
                </a:cubicBezTo>
                <a:cubicBezTo>
                  <a:pt x="5211312" y="4369937"/>
                  <a:pt x="5202806" y="4375808"/>
                  <a:pt x="5195703" y="4386277"/>
                </a:cubicBezTo>
                <a:cubicBezTo>
                  <a:pt x="5165416" y="4430918"/>
                  <a:pt x="5114288" y="4482890"/>
                  <a:pt x="5034103" y="4550544"/>
                </a:cubicBezTo>
                <a:cubicBezTo>
                  <a:pt x="4987031" y="4590258"/>
                  <a:pt x="4940465" y="4632990"/>
                  <a:pt x="4930623" y="4645503"/>
                </a:cubicBezTo>
                <a:cubicBezTo>
                  <a:pt x="4898704" y="4686081"/>
                  <a:pt x="4740919" y="4800600"/>
                  <a:pt x="4716929" y="4800600"/>
                </a:cubicBezTo>
                <a:cubicBezTo>
                  <a:pt x="4699087" y="4800600"/>
                  <a:pt x="4706953" y="4780519"/>
                  <a:pt x="4729722" y="4767942"/>
                </a:cubicBezTo>
                <a:cubicBezTo>
                  <a:pt x="4739884" y="4762329"/>
                  <a:pt x="4760026" y="4745950"/>
                  <a:pt x="4774482" y="4731543"/>
                </a:cubicBezTo>
                <a:cubicBezTo>
                  <a:pt x="4788938" y="4717137"/>
                  <a:pt x="4803709" y="4705350"/>
                  <a:pt x="4807308" y="4705350"/>
                </a:cubicBezTo>
                <a:cubicBezTo>
                  <a:pt x="4810906" y="4705350"/>
                  <a:pt x="4841944" y="4675997"/>
                  <a:pt x="4876281" y="4640122"/>
                </a:cubicBezTo>
                <a:cubicBezTo>
                  <a:pt x="4910618" y="4604246"/>
                  <a:pt x="4946310" y="4572197"/>
                  <a:pt x="4955597" y="4568900"/>
                </a:cubicBezTo>
                <a:cubicBezTo>
                  <a:pt x="4964883" y="4565604"/>
                  <a:pt x="4975272" y="4555308"/>
                  <a:pt x="4978682" y="4546022"/>
                </a:cubicBezTo>
                <a:cubicBezTo>
                  <a:pt x="4982092" y="4536735"/>
                  <a:pt x="5016269" y="4491505"/>
                  <a:pt x="5054631" y="4445510"/>
                </a:cubicBezTo>
                <a:cubicBezTo>
                  <a:pt x="5092994" y="4399516"/>
                  <a:pt x="5131523" y="4350224"/>
                  <a:pt x="5140251" y="4335973"/>
                </a:cubicBezTo>
                <a:cubicBezTo>
                  <a:pt x="5148980" y="4321722"/>
                  <a:pt x="5179342" y="4274411"/>
                  <a:pt x="5207722" y="4230837"/>
                </a:cubicBezTo>
                <a:cubicBezTo>
                  <a:pt x="5286947" y="4109197"/>
                  <a:pt x="5348781" y="3990357"/>
                  <a:pt x="5443398" y="3777880"/>
                </a:cubicBezTo>
                <a:cubicBezTo>
                  <a:pt x="5468033" y="3722560"/>
                  <a:pt x="5545002" y="3504228"/>
                  <a:pt x="5550482" y="3474127"/>
                </a:cubicBezTo>
                <a:cubicBezTo>
                  <a:pt x="5553116" y="3459656"/>
                  <a:pt x="5559063" y="3445473"/>
                  <a:pt x="5563698" y="3442608"/>
                </a:cubicBezTo>
                <a:cubicBezTo>
                  <a:pt x="5574997" y="3435625"/>
                  <a:pt x="5574485" y="3409950"/>
                  <a:pt x="5563046" y="3409950"/>
                </a:cubicBezTo>
                <a:cubicBezTo>
                  <a:pt x="5554255" y="3409950"/>
                  <a:pt x="5539400" y="3438624"/>
                  <a:pt x="5514936" y="3502818"/>
                </a:cubicBezTo>
                <a:cubicBezTo>
                  <a:pt x="5502452" y="3535575"/>
                  <a:pt x="5476754" y="3545267"/>
                  <a:pt x="5477050" y="3517106"/>
                </a:cubicBezTo>
                <a:cubicBezTo>
                  <a:pt x="5477147" y="3507938"/>
                  <a:pt x="5483957" y="3464004"/>
                  <a:pt x="5492183" y="3419475"/>
                </a:cubicBezTo>
                <a:cubicBezTo>
                  <a:pt x="5500410" y="3374945"/>
                  <a:pt x="5510884" y="3312795"/>
                  <a:pt x="5515458" y="3281362"/>
                </a:cubicBezTo>
                <a:cubicBezTo>
                  <a:pt x="5520033" y="3249930"/>
                  <a:pt x="5528473" y="3194208"/>
                  <a:pt x="5534215" y="3157537"/>
                </a:cubicBezTo>
                <a:cubicBezTo>
                  <a:pt x="5543897" y="3095696"/>
                  <a:pt x="5562242" y="2915484"/>
                  <a:pt x="5563303" y="2871787"/>
                </a:cubicBezTo>
                <a:cubicBezTo>
                  <a:pt x="5563898" y="2847289"/>
                  <a:pt x="5547358" y="2658610"/>
                  <a:pt x="5534915" y="2547937"/>
                </a:cubicBezTo>
                <a:cubicBezTo>
                  <a:pt x="5524525" y="2455531"/>
                  <a:pt x="5515576" y="2404429"/>
                  <a:pt x="5491544" y="2300287"/>
                </a:cubicBezTo>
                <a:cubicBezTo>
                  <a:pt x="5483082" y="2263616"/>
                  <a:pt x="5473772" y="2220753"/>
                  <a:pt x="5470856" y="2205037"/>
                </a:cubicBezTo>
                <a:cubicBezTo>
                  <a:pt x="5466147" y="2179660"/>
                  <a:pt x="5447603" y="2110419"/>
                  <a:pt x="5418560" y="2009775"/>
                </a:cubicBezTo>
                <a:cubicBezTo>
                  <a:pt x="5408706" y="1975626"/>
                  <a:pt x="5395417" y="1941570"/>
                  <a:pt x="5380513" y="1912272"/>
                </a:cubicBezTo>
                <a:cubicBezTo>
                  <a:pt x="5375886" y="1903176"/>
                  <a:pt x="5372099" y="1885212"/>
                  <a:pt x="5372100" y="1872353"/>
                </a:cubicBezTo>
                <a:cubicBezTo>
                  <a:pt x="5372100" y="1859495"/>
                  <a:pt x="5367813" y="1846325"/>
                  <a:pt x="5362575" y="1843087"/>
                </a:cubicBezTo>
                <a:cubicBezTo>
                  <a:pt x="5357336" y="1839849"/>
                  <a:pt x="5353050" y="1828823"/>
                  <a:pt x="5353050" y="1818583"/>
                </a:cubicBezTo>
                <a:cubicBezTo>
                  <a:pt x="5353050" y="1808344"/>
                  <a:pt x="5348097" y="1790380"/>
                  <a:pt x="5342044" y="1778664"/>
                </a:cubicBezTo>
                <a:cubicBezTo>
                  <a:pt x="5335991" y="1766948"/>
                  <a:pt x="5328008" y="1750933"/>
                  <a:pt x="5324305" y="1743075"/>
                </a:cubicBezTo>
                <a:cubicBezTo>
                  <a:pt x="5320601" y="1735216"/>
                  <a:pt x="5310824" y="1728733"/>
                  <a:pt x="5302579" y="1728668"/>
                </a:cubicBezTo>
                <a:cubicBezTo>
                  <a:pt x="5267894" y="1728392"/>
                  <a:pt x="5228595" y="1680302"/>
                  <a:pt x="5162569" y="1557337"/>
                </a:cubicBezTo>
                <a:cubicBezTo>
                  <a:pt x="5121131" y="1480163"/>
                  <a:pt x="5049448" y="1358015"/>
                  <a:pt x="5020030" y="1314450"/>
                </a:cubicBezTo>
                <a:cubicBezTo>
                  <a:pt x="5011186" y="1301353"/>
                  <a:pt x="4998153" y="1275635"/>
                  <a:pt x="4991067" y="1257300"/>
                </a:cubicBezTo>
                <a:cubicBezTo>
                  <a:pt x="4965398" y="1190879"/>
                  <a:pt x="4850911" y="1047750"/>
                  <a:pt x="4823451" y="1047750"/>
                </a:cubicBezTo>
                <a:cubicBezTo>
                  <a:pt x="4817290" y="1047750"/>
                  <a:pt x="4757122" y="1001503"/>
                  <a:pt x="4689743" y="944979"/>
                </a:cubicBezTo>
                <a:cubicBezTo>
                  <a:pt x="4546199" y="824560"/>
                  <a:pt x="4455638" y="765052"/>
                  <a:pt x="4305288" y="692356"/>
                </a:cubicBezTo>
                <a:cubicBezTo>
                  <a:pt x="4126123" y="605728"/>
                  <a:pt x="3839728" y="519466"/>
                  <a:pt x="3662767" y="498829"/>
                </a:cubicBezTo>
                <a:cubicBezTo>
                  <a:pt x="3631557" y="495190"/>
                  <a:pt x="3584408" y="483973"/>
                  <a:pt x="3557992" y="473902"/>
                </a:cubicBezTo>
                <a:cubicBezTo>
                  <a:pt x="3531575" y="463832"/>
                  <a:pt x="3502758" y="453389"/>
                  <a:pt x="3493952" y="450695"/>
                </a:cubicBezTo>
                <a:cubicBezTo>
                  <a:pt x="3456472" y="439229"/>
                  <a:pt x="3480361" y="391130"/>
                  <a:pt x="3523988" y="390222"/>
                </a:cubicBezTo>
                <a:cubicBezTo>
                  <a:pt x="3531990" y="390055"/>
                  <a:pt x="3546024" y="384235"/>
                  <a:pt x="3555175" y="377288"/>
                </a:cubicBezTo>
                <a:cubicBezTo>
                  <a:pt x="3572738" y="363955"/>
                  <a:pt x="3536890" y="356990"/>
                  <a:pt x="3400425" y="347221"/>
                </a:cubicBezTo>
                <a:cubicBezTo>
                  <a:pt x="3371611" y="345158"/>
                  <a:pt x="3324463" y="341427"/>
                  <a:pt x="3295650" y="338928"/>
                </a:cubicBezTo>
                <a:cubicBezTo>
                  <a:pt x="3249840" y="334956"/>
                  <a:pt x="3246551" y="335749"/>
                  <a:pt x="3269456" y="345244"/>
                </a:cubicBezTo>
                <a:cubicBezTo>
                  <a:pt x="3301907" y="358696"/>
                  <a:pt x="3303743" y="381000"/>
                  <a:pt x="3272399" y="381000"/>
                </a:cubicBezTo>
                <a:cubicBezTo>
                  <a:pt x="3249926" y="381000"/>
                  <a:pt x="3234185" y="367375"/>
                  <a:pt x="3233883" y="347662"/>
                </a:cubicBezTo>
                <a:cubicBezTo>
                  <a:pt x="3233677" y="334217"/>
                  <a:pt x="3181140" y="329774"/>
                  <a:pt x="3168759" y="342155"/>
                </a:cubicBezTo>
                <a:cubicBezTo>
                  <a:pt x="3161416" y="349498"/>
                  <a:pt x="3167176" y="352425"/>
                  <a:pt x="3188970" y="352425"/>
                </a:cubicBezTo>
                <a:cubicBezTo>
                  <a:pt x="3209539" y="352425"/>
                  <a:pt x="3219450" y="357011"/>
                  <a:pt x="3219450" y="366531"/>
                </a:cubicBezTo>
                <a:cubicBezTo>
                  <a:pt x="3219450" y="381945"/>
                  <a:pt x="3214411" y="383329"/>
                  <a:pt x="3095625" y="400549"/>
                </a:cubicBezTo>
                <a:cubicBezTo>
                  <a:pt x="2950467" y="421592"/>
                  <a:pt x="2620578" y="511746"/>
                  <a:pt x="2433105" y="581605"/>
                </a:cubicBezTo>
                <a:cubicBezTo>
                  <a:pt x="2401965" y="593209"/>
                  <a:pt x="2365771" y="603249"/>
                  <a:pt x="2352675" y="603916"/>
                </a:cubicBezTo>
                <a:cubicBezTo>
                  <a:pt x="2339578" y="604583"/>
                  <a:pt x="2324576" y="607781"/>
                  <a:pt x="2319337" y="611024"/>
                </a:cubicBezTo>
                <a:cubicBezTo>
                  <a:pt x="2314098" y="614266"/>
                  <a:pt x="2275561" y="631104"/>
                  <a:pt x="2233699" y="648441"/>
                </a:cubicBezTo>
                <a:cubicBezTo>
                  <a:pt x="2157269" y="680094"/>
                  <a:pt x="2111049" y="706990"/>
                  <a:pt x="2080381" y="737658"/>
                </a:cubicBezTo>
                <a:cubicBezTo>
                  <a:pt x="2062541" y="755497"/>
                  <a:pt x="2012904" y="788118"/>
                  <a:pt x="1961214" y="815974"/>
                </a:cubicBezTo>
                <a:cubicBezTo>
                  <a:pt x="1943391" y="825579"/>
                  <a:pt x="1913403" y="845224"/>
                  <a:pt x="1894573" y="859631"/>
                </a:cubicBezTo>
                <a:cubicBezTo>
                  <a:pt x="1875744" y="874037"/>
                  <a:pt x="1856342" y="885824"/>
                  <a:pt x="1851457" y="885824"/>
                </a:cubicBezTo>
                <a:cubicBezTo>
                  <a:pt x="1846571" y="885824"/>
                  <a:pt x="1819756" y="902969"/>
                  <a:pt x="1791868" y="923924"/>
                </a:cubicBezTo>
                <a:cubicBezTo>
                  <a:pt x="1735656" y="966161"/>
                  <a:pt x="1723753" y="969953"/>
                  <a:pt x="1724596" y="945356"/>
                </a:cubicBezTo>
                <a:cubicBezTo>
                  <a:pt x="1725192" y="927973"/>
                  <a:pt x="1859257" y="811633"/>
                  <a:pt x="1893133" y="799102"/>
                </a:cubicBezTo>
                <a:cubicBezTo>
                  <a:pt x="1912872" y="791800"/>
                  <a:pt x="1931140" y="771524"/>
                  <a:pt x="1917980" y="771525"/>
                </a:cubicBezTo>
                <a:cubicBezTo>
                  <a:pt x="1914023" y="771525"/>
                  <a:pt x="1894404" y="782877"/>
                  <a:pt x="1874383" y="796752"/>
                </a:cubicBezTo>
                <a:cubicBezTo>
                  <a:pt x="1834286" y="824539"/>
                  <a:pt x="1821335" y="822320"/>
                  <a:pt x="1838324" y="790574"/>
                </a:cubicBezTo>
                <a:cubicBezTo>
                  <a:pt x="1844412" y="779200"/>
                  <a:pt x="1847329" y="767829"/>
                  <a:pt x="1844806" y="765306"/>
                </a:cubicBezTo>
                <a:cubicBezTo>
                  <a:pt x="1838410" y="758910"/>
                  <a:pt x="1725179" y="846134"/>
                  <a:pt x="1711552" y="867955"/>
                </a:cubicBezTo>
                <a:cubicBezTo>
                  <a:pt x="1705414" y="877783"/>
                  <a:pt x="1695359" y="885824"/>
                  <a:pt x="1689208" y="885824"/>
                </a:cubicBezTo>
                <a:cubicBezTo>
                  <a:pt x="1678877" y="885824"/>
                  <a:pt x="1591434" y="947605"/>
                  <a:pt x="1500187" y="1019371"/>
                </a:cubicBezTo>
                <a:cubicBezTo>
                  <a:pt x="1479232" y="1035852"/>
                  <a:pt x="1407785" y="1100415"/>
                  <a:pt x="1341415" y="1162843"/>
                </a:cubicBezTo>
                <a:cubicBezTo>
                  <a:pt x="1275045" y="1225272"/>
                  <a:pt x="1213966" y="1276350"/>
                  <a:pt x="1205684" y="1276350"/>
                </a:cubicBezTo>
                <a:cubicBezTo>
                  <a:pt x="1171989" y="1276349"/>
                  <a:pt x="1200003" y="1240000"/>
                  <a:pt x="1287624" y="1170027"/>
                </a:cubicBezTo>
                <a:cubicBezTo>
                  <a:pt x="1380531" y="1095833"/>
                  <a:pt x="1383666" y="1093072"/>
                  <a:pt x="1409700" y="1062503"/>
                </a:cubicBezTo>
                <a:cubicBezTo>
                  <a:pt x="1432440" y="1035801"/>
                  <a:pt x="1431260" y="1036126"/>
                  <a:pt x="1383484" y="1069721"/>
                </a:cubicBezTo>
                <a:cubicBezTo>
                  <a:pt x="1308906" y="1122162"/>
                  <a:pt x="1258681" y="1110241"/>
                  <a:pt x="1321593" y="1055031"/>
                </a:cubicBezTo>
                <a:cubicBezTo>
                  <a:pt x="1366325" y="1015776"/>
                  <a:pt x="1413902" y="962025"/>
                  <a:pt x="1403916" y="962024"/>
                </a:cubicBezTo>
                <a:cubicBezTo>
                  <a:pt x="1392775" y="962024"/>
                  <a:pt x="1070033" y="1261103"/>
                  <a:pt x="1013328" y="1323975"/>
                </a:cubicBezTo>
                <a:cubicBezTo>
                  <a:pt x="992065" y="1347549"/>
                  <a:pt x="951750" y="1396841"/>
                  <a:pt x="923739" y="1433512"/>
                </a:cubicBezTo>
                <a:cubicBezTo>
                  <a:pt x="895727" y="1470183"/>
                  <a:pt x="865022" y="1507119"/>
                  <a:pt x="855504" y="1515592"/>
                </a:cubicBezTo>
                <a:cubicBezTo>
                  <a:pt x="845987" y="1524064"/>
                  <a:pt x="838200" y="1533888"/>
                  <a:pt x="838200" y="1537421"/>
                </a:cubicBezTo>
                <a:cubicBezTo>
                  <a:pt x="838200" y="1540955"/>
                  <a:pt x="829257" y="1553311"/>
                  <a:pt x="818327" y="1564879"/>
                </a:cubicBezTo>
                <a:cubicBezTo>
                  <a:pt x="785729" y="1599380"/>
                  <a:pt x="760055" y="1638299"/>
                  <a:pt x="769895" y="1638299"/>
                </a:cubicBezTo>
                <a:cubicBezTo>
                  <a:pt x="774951" y="1638299"/>
                  <a:pt x="805244" y="1608796"/>
                  <a:pt x="837213" y="1572737"/>
                </a:cubicBezTo>
                <a:cubicBezTo>
                  <a:pt x="893728" y="1508991"/>
                  <a:pt x="933450" y="1483114"/>
                  <a:pt x="933449" y="1510042"/>
                </a:cubicBezTo>
                <a:cubicBezTo>
                  <a:pt x="933449" y="1533795"/>
                  <a:pt x="953127" y="1535296"/>
                  <a:pt x="970811" y="1512892"/>
                </a:cubicBezTo>
                <a:cubicBezTo>
                  <a:pt x="980461" y="1500665"/>
                  <a:pt x="1016722" y="1461624"/>
                  <a:pt x="1051391" y="1426133"/>
                </a:cubicBezTo>
                <a:cubicBezTo>
                  <a:pt x="1086059" y="1390642"/>
                  <a:pt x="1114425" y="1358699"/>
                  <a:pt x="1114425" y="1355149"/>
                </a:cubicBezTo>
                <a:cubicBezTo>
                  <a:pt x="1114425" y="1345902"/>
                  <a:pt x="1173819" y="1285874"/>
                  <a:pt x="1182968" y="1285874"/>
                </a:cubicBezTo>
                <a:cubicBezTo>
                  <a:pt x="1202842" y="1285875"/>
                  <a:pt x="1186139" y="1317104"/>
                  <a:pt x="1140618" y="1365058"/>
                </a:cubicBezTo>
                <a:cubicBezTo>
                  <a:pt x="1064667" y="1445070"/>
                  <a:pt x="1009650" y="1513680"/>
                  <a:pt x="1009650" y="1528384"/>
                </a:cubicBezTo>
                <a:cubicBezTo>
                  <a:pt x="1009650" y="1535646"/>
                  <a:pt x="999869" y="1553704"/>
                  <a:pt x="987916" y="1568512"/>
                </a:cubicBezTo>
                <a:cubicBezTo>
                  <a:pt x="975962" y="1583321"/>
                  <a:pt x="949613" y="1623298"/>
                  <a:pt x="929363" y="1657350"/>
                </a:cubicBezTo>
                <a:cubicBezTo>
                  <a:pt x="909112" y="1691401"/>
                  <a:pt x="882844" y="1729978"/>
                  <a:pt x="870988" y="1743075"/>
                </a:cubicBezTo>
                <a:cubicBezTo>
                  <a:pt x="859132" y="1756171"/>
                  <a:pt x="840390" y="1784436"/>
                  <a:pt x="829339" y="1805885"/>
                </a:cubicBezTo>
                <a:cubicBezTo>
                  <a:pt x="818289" y="1827334"/>
                  <a:pt x="798616" y="1854870"/>
                  <a:pt x="785623" y="1867077"/>
                </a:cubicBezTo>
                <a:cubicBezTo>
                  <a:pt x="772630" y="1879283"/>
                  <a:pt x="761999" y="1893559"/>
                  <a:pt x="761999" y="1898801"/>
                </a:cubicBezTo>
                <a:cubicBezTo>
                  <a:pt x="762000" y="1910670"/>
                  <a:pt x="688293" y="2063185"/>
                  <a:pt x="666940" y="2095500"/>
                </a:cubicBezTo>
                <a:cubicBezTo>
                  <a:pt x="647814" y="2124444"/>
                  <a:pt x="561975" y="2325125"/>
                  <a:pt x="561975" y="2340894"/>
                </a:cubicBezTo>
                <a:cubicBezTo>
                  <a:pt x="561975" y="2347093"/>
                  <a:pt x="553740" y="2370496"/>
                  <a:pt x="543675" y="2392901"/>
                </a:cubicBezTo>
                <a:cubicBezTo>
                  <a:pt x="533611" y="2415306"/>
                  <a:pt x="516375" y="2465784"/>
                  <a:pt x="505375" y="2505075"/>
                </a:cubicBezTo>
                <a:cubicBezTo>
                  <a:pt x="494375" y="2544365"/>
                  <a:pt x="481178" y="2589675"/>
                  <a:pt x="476049" y="2605763"/>
                </a:cubicBezTo>
                <a:cubicBezTo>
                  <a:pt x="470921" y="2621851"/>
                  <a:pt x="466725" y="2643497"/>
                  <a:pt x="466725" y="2653865"/>
                </a:cubicBezTo>
                <a:cubicBezTo>
                  <a:pt x="466724" y="2664232"/>
                  <a:pt x="462877" y="2676786"/>
                  <a:pt x="458175" y="2681763"/>
                </a:cubicBezTo>
                <a:cubicBezTo>
                  <a:pt x="450121" y="2690287"/>
                  <a:pt x="444920" y="2717808"/>
                  <a:pt x="432161" y="2819400"/>
                </a:cubicBezTo>
                <a:cubicBezTo>
                  <a:pt x="429200" y="2842974"/>
                  <a:pt x="422907" y="2866334"/>
                  <a:pt x="418176" y="2871311"/>
                </a:cubicBezTo>
                <a:cubicBezTo>
                  <a:pt x="413445" y="2876288"/>
                  <a:pt x="409575" y="2894786"/>
                  <a:pt x="409575" y="2912418"/>
                </a:cubicBezTo>
                <a:cubicBezTo>
                  <a:pt x="409575" y="2930050"/>
                  <a:pt x="405277" y="2952507"/>
                  <a:pt x="400024" y="2962323"/>
                </a:cubicBezTo>
                <a:cubicBezTo>
                  <a:pt x="393858" y="2973844"/>
                  <a:pt x="393760" y="2982200"/>
                  <a:pt x="399747" y="2985900"/>
                </a:cubicBezTo>
                <a:cubicBezTo>
                  <a:pt x="416685" y="2996368"/>
                  <a:pt x="407620" y="3410963"/>
                  <a:pt x="390525" y="3407675"/>
                </a:cubicBezTo>
                <a:cubicBezTo>
                  <a:pt x="358978" y="3401607"/>
                  <a:pt x="348935" y="3336435"/>
                  <a:pt x="350513" y="3148012"/>
                </a:cubicBezTo>
                <a:cubicBezTo>
                  <a:pt x="351346" y="3048476"/>
                  <a:pt x="356307" y="2947749"/>
                  <a:pt x="361537" y="2924175"/>
                </a:cubicBezTo>
                <a:cubicBezTo>
                  <a:pt x="366767" y="2900600"/>
                  <a:pt x="378058" y="2844879"/>
                  <a:pt x="386628" y="2800350"/>
                </a:cubicBezTo>
                <a:cubicBezTo>
                  <a:pt x="395198" y="2755820"/>
                  <a:pt x="406043" y="2702242"/>
                  <a:pt x="410728" y="2681287"/>
                </a:cubicBezTo>
                <a:cubicBezTo>
                  <a:pt x="415414" y="2660332"/>
                  <a:pt x="421969" y="2628185"/>
                  <a:pt x="425294" y="2609850"/>
                </a:cubicBezTo>
                <a:cubicBezTo>
                  <a:pt x="428620" y="2591514"/>
                  <a:pt x="439302" y="2560609"/>
                  <a:pt x="449033" y="2541173"/>
                </a:cubicBezTo>
                <a:cubicBezTo>
                  <a:pt x="458763" y="2521736"/>
                  <a:pt x="466725" y="2497662"/>
                  <a:pt x="466725" y="2487674"/>
                </a:cubicBezTo>
                <a:cubicBezTo>
                  <a:pt x="466725" y="2468500"/>
                  <a:pt x="497455" y="2384318"/>
                  <a:pt x="520020" y="2341680"/>
                </a:cubicBezTo>
                <a:cubicBezTo>
                  <a:pt x="527379" y="2327775"/>
                  <a:pt x="533399" y="2309070"/>
                  <a:pt x="533399" y="2300114"/>
                </a:cubicBezTo>
                <a:cubicBezTo>
                  <a:pt x="533399" y="2291158"/>
                  <a:pt x="541475" y="2268245"/>
                  <a:pt x="551344" y="2249196"/>
                </a:cubicBezTo>
                <a:cubicBezTo>
                  <a:pt x="561213" y="2230147"/>
                  <a:pt x="579430" y="2193131"/>
                  <a:pt x="591825" y="2166937"/>
                </a:cubicBezTo>
                <a:cubicBezTo>
                  <a:pt x="604220" y="2140743"/>
                  <a:pt x="621863" y="2109090"/>
                  <a:pt x="631031" y="2096596"/>
                </a:cubicBezTo>
                <a:cubicBezTo>
                  <a:pt x="640199" y="2084103"/>
                  <a:pt x="647700" y="2064321"/>
                  <a:pt x="647700" y="2052637"/>
                </a:cubicBezTo>
                <a:cubicBezTo>
                  <a:pt x="647700" y="2040953"/>
                  <a:pt x="655682" y="2021171"/>
                  <a:pt x="665439" y="2008678"/>
                </a:cubicBezTo>
                <a:cubicBezTo>
                  <a:pt x="675196" y="1996184"/>
                  <a:pt x="686419" y="1975246"/>
                  <a:pt x="690378" y="1962150"/>
                </a:cubicBezTo>
                <a:cubicBezTo>
                  <a:pt x="694338" y="1949053"/>
                  <a:pt x="702429" y="1931908"/>
                  <a:pt x="708357" y="1924050"/>
                </a:cubicBezTo>
                <a:cubicBezTo>
                  <a:pt x="726804" y="1899600"/>
                  <a:pt x="742949" y="1867668"/>
                  <a:pt x="742949" y="1855634"/>
                </a:cubicBezTo>
                <a:cubicBezTo>
                  <a:pt x="742949" y="1849297"/>
                  <a:pt x="752918" y="1828879"/>
                  <a:pt x="765102" y="1810261"/>
                </a:cubicBezTo>
                <a:cubicBezTo>
                  <a:pt x="833288" y="1706075"/>
                  <a:pt x="858233" y="1664683"/>
                  <a:pt x="854867" y="1661317"/>
                </a:cubicBezTo>
                <a:cubicBezTo>
                  <a:pt x="846211" y="1652661"/>
                  <a:pt x="806725" y="1701407"/>
                  <a:pt x="740618" y="1802361"/>
                </a:cubicBezTo>
                <a:cubicBezTo>
                  <a:pt x="644572" y="1949036"/>
                  <a:pt x="638904" y="1958277"/>
                  <a:pt x="601742" y="2028825"/>
                </a:cubicBezTo>
                <a:cubicBezTo>
                  <a:pt x="583804" y="2062876"/>
                  <a:pt x="564119" y="2097166"/>
                  <a:pt x="557996" y="2105025"/>
                </a:cubicBezTo>
                <a:cubicBezTo>
                  <a:pt x="551874" y="2112883"/>
                  <a:pt x="542158" y="2130028"/>
                  <a:pt x="536404" y="2143125"/>
                </a:cubicBezTo>
                <a:cubicBezTo>
                  <a:pt x="530650" y="2156221"/>
                  <a:pt x="512618" y="2196062"/>
                  <a:pt x="496333" y="2231658"/>
                </a:cubicBezTo>
                <a:cubicBezTo>
                  <a:pt x="480048" y="2267255"/>
                  <a:pt x="466725" y="2300681"/>
                  <a:pt x="466725" y="2305937"/>
                </a:cubicBezTo>
                <a:cubicBezTo>
                  <a:pt x="466725" y="2311194"/>
                  <a:pt x="458152" y="2333238"/>
                  <a:pt x="447675" y="2354924"/>
                </a:cubicBezTo>
                <a:cubicBezTo>
                  <a:pt x="437197" y="2376610"/>
                  <a:pt x="428625" y="2401867"/>
                  <a:pt x="428625" y="2411051"/>
                </a:cubicBezTo>
                <a:cubicBezTo>
                  <a:pt x="428625" y="2420236"/>
                  <a:pt x="424338" y="2430399"/>
                  <a:pt x="419100" y="2433637"/>
                </a:cubicBezTo>
                <a:cubicBezTo>
                  <a:pt x="413861" y="2436875"/>
                  <a:pt x="409575" y="2447185"/>
                  <a:pt x="409575" y="2456548"/>
                </a:cubicBezTo>
                <a:cubicBezTo>
                  <a:pt x="409575" y="2465912"/>
                  <a:pt x="403436" y="2486018"/>
                  <a:pt x="395933" y="2501230"/>
                </a:cubicBezTo>
                <a:cubicBezTo>
                  <a:pt x="388431" y="2516441"/>
                  <a:pt x="379275" y="2541148"/>
                  <a:pt x="375586" y="2556134"/>
                </a:cubicBezTo>
                <a:cubicBezTo>
                  <a:pt x="369419" y="2581193"/>
                  <a:pt x="370610" y="2582833"/>
                  <a:pt x="390420" y="2576545"/>
                </a:cubicBezTo>
                <a:cubicBezTo>
                  <a:pt x="406352" y="2571488"/>
                  <a:pt x="410047" y="2572804"/>
                  <a:pt x="404613" y="2581596"/>
                </a:cubicBezTo>
                <a:cubicBezTo>
                  <a:pt x="392244" y="2601610"/>
                  <a:pt x="352425" y="2820365"/>
                  <a:pt x="352425" y="2868304"/>
                </a:cubicBezTo>
                <a:cubicBezTo>
                  <a:pt x="352424" y="2893112"/>
                  <a:pt x="348213" y="2924487"/>
                  <a:pt x="343065" y="2938027"/>
                </a:cubicBezTo>
                <a:cubicBezTo>
                  <a:pt x="337917" y="2951567"/>
                  <a:pt x="333254" y="3014276"/>
                  <a:pt x="332702" y="3077380"/>
                </a:cubicBezTo>
                <a:cubicBezTo>
                  <a:pt x="331959" y="3162383"/>
                  <a:pt x="328469" y="3193355"/>
                  <a:pt x="319235" y="3196898"/>
                </a:cubicBezTo>
                <a:cubicBezTo>
                  <a:pt x="303707" y="3202857"/>
                  <a:pt x="290742" y="3283265"/>
                  <a:pt x="302832" y="3298625"/>
                </a:cubicBezTo>
                <a:cubicBezTo>
                  <a:pt x="307729" y="3304847"/>
                  <a:pt x="314851" y="3348513"/>
                  <a:pt x="318658" y="3395662"/>
                </a:cubicBezTo>
                <a:cubicBezTo>
                  <a:pt x="322465" y="3442811"/>
                  <a:pt x="327314" y="3502818"/>
                  <a:pt x="329433" y="3529012"/>
                </a:cubicBezTo>
                <a:cubicBezTo>
                  <a:pt x="331551" y="3555206"/>
                  <a:pt x="337252" y="3591639"/>
                  <a:pt x="342101" y="3609975"/>
                </a:cubicBezTo>
                <a:cubicBezTo>
                  <a:pt x="346949" y="3628310"/>
                  <a:pt x="355542" y="3660954"/>
                  <a:pt x="361195" y="3682517"/>
                </a:cubicBezTo>
                <a:cubicBezTo>
                  <a:pt x="366849" y="3704080"/>
                  <a:pt x="371474" y="3732908"/>
                  <a:pt x="371474" y="3746581"/>
                </a:cubicBezTo>
                <a:cubicBezTo>
                  <a:pt x="371474" y="3760253"/>
                  <a:pt x="380031" y="3785473"/>
                  <a:pt x="390489" y="3802626"/>
                </a:cubicBezTo>
                <a:cubicBezTo>
                  <a:pt x="401372" y="3820475"/>
                  <a:pt x="409519" y="3850658"/>
                  <a:pt x="409539" y="3873204"/>
                </a:cubicBezTo>
                <a:cubicBezTo>
                  <a:pt x="409589" y="3928728"/>
                  <a:pt x="431503" y="3967162"/>
                  <a:pt x="463112" y="3967162"/>
                </a:cubicBezTo>
                <a:cubicBezTo>
                  <a:pt x="490634" y="3967162"/>
                  <a:pt x="493688" y="3971251"/>
                  <a:pt x="523577" y="4048125"/>
                </a:cubicBezTo>
                <a:cubicBezTo>
                  <a:pt x="534779" y="4076938"/>
                  <a:pt x="547593" y="4109085"/>
                  <a:pt x="552052" y="4119562"/>
                </a:cubicBezTo>
                <a:cubicBezTo>
                  <a:pt x="556511" y="4130040"/>
                  <a:pt x="573559" y="4172902"/>
                  <a:pt x="589937" y="4214812"/>
                </a:cubicBezTo>
                <a:cubicBezTo>
                  <a:pt x="619683" y="4290930"/>
                  <a:pt x="651171" y="4343103"/>
                  <a:pt x="661270" y="4333004"/>
                </a:cubicBezTo>
                <a:cubicBezTo>
                  <a:pt x="664211" y="4330063"/>
                  <a:pt x="658075" y="4309974"/>
                  <a:pt x="647634" y="4288363"/>
                </a:cubicBezTo>
                <a:cubicBezTo>
                  <a:pt x="637192" y="4266752"/>
                  <a:pt x="628650" y="4243291"/>
                  <a:pt x="628650" y="4236227"/>
                </a:cubicBezTo>
                <a:cubicBezTo>
                  <a:pt x="628650" y="4229164"/>
                  <a:pt x="624986" y="4219313"/>
                  <a:pt x="620508" y="4214336"/>
                </a:cubicBezTo>
                <a:cubicBezTo>
                  <a:pt x="599409" y="4190887"/>
                  <a:pt x="550638" y="4024881"/>
                  <a:pt x="555694" y="3993724"/>
                </a:cubicBezTo>
                <a:cubicBezTo>
                  <a:pt x="560611" y="3963423"/>
                  <a:pt x="555678" y="3942672"/>
                  <a:pt x="530778" y="3888905"/>
                </a:cubicBezTo>
                <a:cubicBezTo>
                  <a:pt x="523709" y="3873642"/>
                  <a:pt x="524288" y="3863840"/>
                  <a:pt x="532871" y="3853499"/>
                </a:cubicBezTo>
                <a:cubicBezTo>
                  <a:pt x="542440" y="3841969"/>
                  <a:pt x="541549" y="3830846"/>
                  <a:pt x="528271" y="3796080"/>
                </a:cubicBezTo>
                <a:cubicBezTo>
                  <a:pt x="509473" y="3746859"/>
                  <a:pt x="504152" y="3647155"/>
                  <a:pt x="520026" y="3641596"/>
                </a:cubicBezTo>
                <a:cubicBezTo>
                  <a:pt x="533699" y="3636808"/>
                  <a:pt x="576613" y="3702097"/>
                  <a:pt x="583773" y="3738582"/>
                </a:cubicBezTo>
                <a:cubicBezTo>
                  <a:pt x="598999" y="3816164"/>
                  <a:pt x="607810" y="3848807"/>
                  <a:pt x="616500" y="3859832"/>
                </a:cubicBezTo>
                <a:cubicBezTo>
                  <a:pt x="621738" y="3866476"/>
                  <a:pt x="628868" y="3883817"/>
                  <a:pt x="632346" y="3898367"/>
                </a:cubicBezTo>
                <a:cubicBezTo>
                  <a:pt x="635823" y="3912918"/>
                  <a:pt x="648778" y="3947208"/>
                  <a:pt x="661134" y="3974567"/>
                </a:cubicBezTo>
                <a:cubicBezTo>
                  <a:pt x="673489" y="4001927"/>
                  <a:pt x="688821" y="4039314"/>
                  <a:pt x="695205" y="4057650"/>
                </a:cubicBezTo>
                <a:cubicBezTo>
                  <a:pt x="701588" y="4075985"/>
                  <a:pt x="714496" y="4108132"/>
                  <a:pt x="723889" y="4129087"/>
                </a:cubicBezTo>
                <a:cubicBezTo>
                  <a:pt x="733282" y="4150042"/>
                  <a:pt x="748310" y="4184332"/>
                  <a:pt x="757285" y="4205287"/>
                </a:cubicBezTo>
                <a:cubicBezTo>
                  <a:pt x="790680" y="4283262"/>
                  <a:pt x="877976" y="4444351"/>
                  <a:pt x="915515" y="4497270"/>
                </a:cubicBezTo>
                <a:cubicBezTo>
                  <a:pt x="925379" y="4511175"/>
                  <a:pt x="933450" y="4524954"/>
                  <a:pt x="933450" y="4527889"/>
                </a:cubicBezTo>
                <a:cubicBezTo>
                  <a:pt x="933450" y="4530824"/>
                  <a:pt x="945237" y="4549942"/>
                  <a:pt x="959643" y="4570373"/>
                </a:cubicBezTo>
                <a:cubicBezTo>
                  <a:pt x="1132366" y="4815331"/>
                  <a:pt x="1314292" y="4999112"/>
                  <a:pt x="1493985" y="5110162"/>
                </a:cubicBezTo>
                <a:cubicBezTo>
                  <a:pt x="1502462" y="5115401"/>
                  <a:pt x="1526646" y="5130965"/>
                  <a:pt x="1547726" y="5144749"/>
                </a:cubicBezTo>
                <a:cubicBezTo>
                  <a:pt x="1568807" y="5158533"/>
                  <a:pt x="1650316" y="5200764"/>
                  <a:pt x="1728858" y="5238595"/>
                </a:cubicBezTo>
                <a:cubicBezTo>
                  <a:pt x="1925597" y="5333357"/>
                  <a:pt x="1960499" y="5348765"/>
                  <a:pt x="2009775" y="5362606"/>
                </a:cubicBezTo>
                <a:cubicBezTo>
                  <a:pt x="2033349" y="5369228"/>
                  <a:pt x="2074068" y="5382070"/>
                  <a:pt x="2100262" y="5391145"/>
                </a:cubicBezTo>
                <a:cubicBezTo>
                  <a:pt x="2186557" y="5421042"/>
                  <a:pt x="2213503" y="5422658"/>
                  <a:pt x="2224206" y="5398579"/>
                </a:cubicBezTo>
                <a:cubicBezTo>
                  <a:pt x="2241118" y="5360534"/>
                  <a:pt x="2278560" y="5359709"/>
                  <a:pt x="2533650" y="5391759"/>
                </a:cubicBezTo>
                <a:cubicBezTo>
                  <a:pt x="2917627" y="5440004"/>
                  <a:pt x="3070124" y="5436479"/>
                  <a:pt x="3400425" y="5371725"/>
                </a:cubicBezTo>
                <a:cubicBezTo>
                  <a:pt x="3496694" y="5352852"/>
                  <a:pt x="3533649" y="5350612"/>
                  <a:pt x="3548290" y="5362764"/>
                </a:cubicBezTo>
                <a:cubicBezTo>
                  <a:pt x="3557385" y="5370312"/>
                  <a:pt x="3566553" y="5371263"/>
                  <a:pt x="3574256" y="5365456"/>
                </a:cubicBezTo>
                <a:cubicBezTo>
                  <a:pt x="3586425" y="5356282"/>
                  <a:pt x="3643472" y="5338439"/>
                  <a:pt x="3686175" y="5330449"/>
                </a:cubicBezTo>
                <a:cubicBezTo>
                  <a:pt x="3764427" y="5315808"/>
                  <a:pt x="3896252" y="5276733"/>
                  <a:pt x="3927623" y="5258880"/>
                </a:cubicBezTo>
                <a:cubicBezTo>
                  <a:pt x="3947786" y="5247405"/>
                  <a:pt x="3986363" y="5232178"/>
                  <a:pt x="4013348" y="5225041"/>
                </a:cubicBezTo>
                <a:cubicBezTo>
                  <a:pt x="4040333" y="5217905"/>
                  <a:pt x="4090273" y="5198785"/>
                  <a:pt x="4124325" y="5182553"/>
                </a:cubicBezTo>
                <a:cubicBezTo>
                  <a:pt x="4158376" y="5166321"/>
                  <a:pt x="4193738" y="5153036"/>
                  <a:pt x="4202906" y="5153032"/>
                </a:cubicBezTo>
                <a:cubicBezTo>
                  <a:pt x="4232573" y="5153019"/>
                  <a:pt x="4220573" y="5180270"/>
                  <a:pt x="4183856" y="5196293"/>
                </a:cubicBezTo>
                <a:cubicBezTo>
                  <a:pt x="4164210" y="5204866"/>
                  <a:pt x="4136638" y="5217998"/>
                  <a:pt x="4122584" y="5225475"/>
                </a:cubicBezTo>
                <a:cubicBezTo>
                  <a:pt x="4091391" y="5242070"/>
                  <a:pt x="3947610" y="5295657"/>
                  <a:pt x="3914775" y="5302926"/>
                </a:cubicBezTo>
                <a:cubicBezTo>
                  <a:pt x="3901678" y="5305825"/>
                  <a:pt x="3882507" y="5314002"/>
                  <a:pt x="3872174" y="5321098"/>
                </a:cubicBezTo>
                <a:cubicBezTo>
                  <a:pt x="3861840" y="5328194"/>
                  <a:pt x="3845912" y="5334000"/>
                  <a:pt x="3836778" y="5334000"/>
                </a:cubicBezTo>
                <a:cubicBezTo>
                  <a:pt x="3827644" y="5334000"/>
                  <a:pt x="3806095" y="5339915"/>
                  <a:pt x="3788891" y="5347144"/>
                </a:cubicBezTo>
                <a:cubicBezTo>
                  <a:pt x="3758683" y="5359839"/>
                  <a:pt x="3740092" y="5365600"/>
                  <a:pt x="3648075" y="5390777"/>
                </a:cubicBezTo>
                <a:cubicBezTo>
                  <a:pt x="3624500" y="5397228"/>
                  <a:pt x="3591136" y="5408523"/>
                  <a:pt x="3573933" y="5415877"/>
                </a:cubicBezTo>
                <a:cubicBezTo>
                  <a:pt x="3556729" y="5423232"/>
                  <a:pt x="3527797" y="5429250"/>
                  <a:pt x="3509639" y="5429250"/>
                </a:cubicBezTo>
                <a:cubicBezTo>
                  <a:pt x="3491481" y="5429250"/>
                  <a:pt x="3476625" y="5433877"/>
                  <a:pt x="3476625" y="5439533"/>
                </a:cubicBezTo>
                <a:cubicBezTo>
                  <a:pt x="3476625" y="5453774"/>
                  <a:pt x="3586196" y="5441941"/>
                  <a:pt x="3676650" y="5417931"/>
                </a:cubicBezTo>
                <a:close/>
                <a:moveTo>
                  <a:pt x="4802276" y="5026818"/>
                </a:moveTo>
                <a:cubicBezTo>
                  <a:pt x="4824791" y="5013721"/>
                  <a:pt x="4849745" y="4993524"/>
                  <a:pt x="4915965" y="4934803"/>
                </a:cubicBezTo>
                <a:cubicBezTo>
                  <a:pt x="4940125" y="4913379"/>
                  <a:pt x="4964622" y="4895850"/>
                  <a:pt x="4970402" y="4895850"/>
                </a:cubicBezTo>
                <a:cubicBezTo>
                  <a:pt x="4983630" y="4895850"/>
                  <a:pt x="5048250" y="4839685"/>
                  <a:pt x="5048250" y="4828188"/>
                </a:cubicBezTo>
                <a:cubicBezTo>
                  <a:pt x="5048250" y="4814025"/>
                  <a:pt x="5022890" y="4818585"/>
                  <a:pt x="5009074" y="4835232"/>
                </a:cubicBezTo>
                <a:cubicBezTo>
                  <a:pt x="4997942" y="4848646"/>
                  <a:pt x="4968078" y="4870529"/>
                  <a:pt x="4906851" y="4910137"/>
                </a:cubicBezTo>
                <a:cubicBezTo>
                  <a:pt x="4879061" y="4928114"/>
                  <a:pt x="4865446" y="4938745"/>
                  <a:pt x="4844946" y="4958472"/>
                </a:cubicBezTo>
                <a:cubicBezTo>
                  <a:pt x="4833652" y="4969340"/>
                  <a:pt x="4816639" y="4981096"/>
                  <a:pt x="4807140" y="4984598"/>
                </a:cubicBezTo>
                <a:cubicBezTo>
                  <a:pt x="4797640" y="4988100"/>
                  <a:pt x="4792711" y="4995567"/>
                  <a:pt x="4796187" y="5001191"/>
                </a:cubicBezTo>
                <a:cubicBezTo>
                  <a:pt x="4799663" y="5006815"/>
                  <a:pt x="4794577" y="5017425"/>
                  <a:pt x="4784885" y="5024768"/>
                </a:cubicBezTo>
                <a:cubicBezTo>
                  <a:pt x="4762897" y="5041425"/>
                  <a:pt x="4774760" y="5042824"/>
                  <a:pt x="4802276" y="5026818"/>
                </a:cubicBezTo>
                <a:close/>
                <a:moveTo>
                  <a:pt x="4476750" y="4949001"/>
                </a:moveTo>
                <a:cubicBezTo>
                  <a:pt x="4476750" y="4936480"/>
                  <a:pt x="4593880" y="4844326"/>
                  <a:pt x="4624948" y="4832404"/>
                </a:cubicBezTo>
                <a:cubicBezTo>
                  <a:pt x="4648276" y="4823452"/>
                  <a:pt x="4640307" y="4852692"/>
                  <a:pt x="4612481" y="4878152"/>
                </a:cubicBezTo>
                <a:cubicBezTo>
                  <a:pt x="4582276" y="4905788"/>
                  <a:pt x="4496311" y="4962525"/>
                  <a:pt x="4484641" y="4962525"/>
                </a:cubicBezTo>
                <a:cubicBezTo>
                  <a:pt x="4480301" y="4962525"/>
                  <a:pt x="4476750" y="4956439"/>
                  <a:pt x="4476750" y="4949001"/>
                </a:cubicBezTo>
                <a:close/>
                <a:moveTo>
                  <a:pt x="5110419" y="4754819"/>
                </a:moveTo>
                <a:cubicBezTo>
                  <a:pt x="5103738" y="4748138"/>
                  <a:pt x="5058493" y="4800380"/>
                  <a:pt x="5058396" y="4814887"/>
                </a:cubicBezTo>
                <a:cubicBezTo>
                  <a:pt x="5058361" y="4820126"/>
                  <a:pt x="5071371" y="4810073"/>
                  <a:pt x="5087307" y="4792546"/>
                </a:cubicBezTo>
                <a:cubicBezTo>
                  <a:pt x="5103243" y="4775020"/>
                  <a:pt x="5113643" y="4758043"/>
                  <a:pt x="5110419" y="4754819"/>
                </a:cubicBezTo>
                <a:close/>
                <a:moveTo>
                  <a:pt x="5213790" y="4666009"/>
                </a:moveTo>
                <a:cubicBezTo>
                  <a:pt x="5260742" y="4612445"/>
                  <a:pt x="5257301" y="4599825"/>
                  <a:pt x="5207793" y="4644017"/>
                </a:cubicBezTo>
                <a:cubicBezTo>
                  <a:pt x="5159032" y="4687542"/>
                  <a:pt x="5146808" y="4705350"/>
                  <a:pt x="5165692" y="4705350"/>
                </a:cubicBezTo>
                <a:cubicBezTo>
                  <a:pt x="5173180" y="4705350"/>
                  <a:pt x="5194824" y="4687646"/>
                  <a:pt x="5213790" y="4666009"/>
                </a:cubicBezTo>
                <a:close/>
                <a:moveTo>
                  <a:pt x="250399" y="4136231"/>
                </a:moveTo>
                <a:cubicBezTo>
                  <a:pt x="242870" y="4111347"/>
                  <a:pt x="232741" y="4083544"/>
                  <a:pt x="227892" y="4074447"/>
                </a:cubicBezTo>
                <a:cubicBezTo>
                  <a:pt x="223042" y="4065351"/>
                  <a:pt x="219075" y="4051910"/>
                  <a:pt x="219075" y="4044580"/>
                </a:cubicBezTo>
                <a:cubicBezTo>
                  <a:pt x="219075" y="4037250"/>
                  <a:pt x="212672" y="4018975"/>
                  <a:pt x="204846" y="4003970"/>
                </a:cubicBezTo>
                <a:cubicBezTo>
                  <a:pt x="197020" y="3988964"/>
                  <a:pt x="190590" y="3969439"/>
                  <a:pt x="190558" y="3960580"/>
                </a:cubicBezTo>
                <a:cubicBezTo>
                  <a:pt x="190526" y="3951722"/>
                  <a:pt x="186909" y="3942255"/>
                  <a:pt x="182521" y="3939543"/>
                </a:cubicBezTo>
                <a:cubicBezTo>
                  <a:pt x="178134" y="3936831"/>
                  <a:pt x="175344" y="3948365"/>
                  <a:pt x="176322" y="3965175"/>
                </a:cubicBezTo>
                <a:cubicBezTo>
                  <a:pt x="178030" y="3994526"/>
                  <a:pt x="181582" y="4007664"/>
                  <a:pt x="200799" y="4055716"/>
                </a:cubicBezTo>
                <a:cubicBezTo>
                  <a:pt x="205612" y="4067750"/>
                  <a:pt x="209550" y="4086101"/>
                  <a:pt x="209550" y="4096497"/>
                </a:cubicBezTo>
                <a:cubicBezTo>
                  <a:pt x="209550" y="4106892"/>
                  <a:pt x="215979" y="4117865"/>
                  <a:pt x="223837" y="4120880"/>
                </a:cubicBezTo>
                <a:cubicBezTo>
                  <a:pt x="231695" y="4123895"/>
                  <a:pt x="238125" y="4133619"/>
                  <a:pt x="238125" y="4142489"/>
                </a:cubicBezTo>
                <a:cubicBezTo>
                  <a:pt x="238125" y="4155203"/>
                  <a:pt x="254575" y="4181475"/>
                  <a:pt x="262536" y="4181475"/>
                </a:cubicBezTo>
                <a:cubicBezTo>
                  <a:pt x="263390" y="4181475"/>
                  <a:pt x="257928" y="4161115"/>
                  <a:pt x="250399" y="4136231"/>
                </a:cubicBezTo>
                <a:close/>
                <a:moveTo>
                  <a:pt x="5989011" y="3467100"/>
                </a:moveTo>
                <a:cubicBezTo>
                  <a:pt x="5995297" y="3451620"/>
                  <a:pt x="5998734" y="3408927"/>
                  <a:pt x="6000893" y="3319521"/>
                </a:cubicBezTo>
                <a:cubicBezTo>
                  <a:pt x="6001652" y="3288121"/>
                  <a:pt x="6006034" y="3257897"/>
                  <a:pt x="6010632" y="3252356"/>
                </a:cubicBezTo>
                <a:cubicBezTo>
                  <a:pt x="6019288" y="3241926"/>
                  <a:pt x="6017652" y="3156977"/>
                  <a:pt x="6008621" y="3147946"/>
                </a:cubicBezTo>
                <a:cubicBezTo>
                  <a:pt x="6002257" y="3141582"/>
                  <a:pt x="5990416" y="3238377"/>
                  <a:pt x="5985692" y="3335377"/>
                </a:cubicBezTo>
                <a:cubicBezTo>
                  <a:pt x="5983735" y="3375563"/>
                  <a:pt x="5977855" y="3426998"/>
                  <a:pt x="5972625" y="3449677"/>
                </a:cubicBezTo>
                <a:cubicBezTo>
                  <a:pt x="5967394" y="3472356"/>
                  <a:pt x="5963349" y="3501628"/>
                  <a:pt x="5963634" y="3514725"/>
                </a:cubicBezTo>
                <a:cubicBezTo>
                  <a:pt x="5964125" y="3537210"/>
                  <a:pt x="5964684" y="3536945"/>
                  <a:pt x="5973681" y="3509962"/>
                </a:cubicBezTo>
                <a:cubicBezTo>
                  <a:pt x="5978921" y="3494246"/>
                  <a:pt x="5985820" y="3474958"/>
                  <a:pt x="5989011" y="3467100"/>
                </a:cubicBezTo>
                <a:close/>
                <a:moveTo>
                  <a:pt x="628876" y="1771313"/>
                </a:moveTo>
                <a:cubicBezTo>
                  <a:pt x="660184" y="1724751"/>
                  <a:pt x="685800" y="1682562"/>
                  <a:pt x="685800" y="1677559"/>
                </a:cubicBezTo>
                <a:cubicBezTo>
                  <a:pt x="685800" y="1672555"/>
                  <a:pt x="689360" y="1667033"/>
                  <a:pt x="693712" y="1665287"/>
                </a:cubicBezTo>
                <a:cubicBezTo>
                  <a:pt x="698064" y="1663541"/>
                  <a:pt x="728300" y="1622283"/>
                  <a:pt x="760904" y="1573602"/>
                </a:cubicBezTo>
                <a:cubicBezTo>
                  <a:pt x="818100" y="1488203"/>
                  <a:pt x="815271" y="1465958"/>
                  <a:pt x="757450" y="1546436"/>
                </a:cubicBezTo>
                <a:cubicBezTo>
                  <a:pt x="673358" y="1663477"/>
                  <a:pt x="600075" y="1771743"/>
                  <a:pt x="600075" y="1778935"/>
                </a:cubicBezTo>
                <a:cubicBezTo>
                  <a:pt x="600075" y="1783430"/>
                  <a:pt x="592026" y="1795746"/>
                  <a:pt x="582190" y="1806304"/>
                </a:cubicBezTo>
                <a:cubicBezTo>
                  <a:pt x="560944" y="1829109"/>
                  <a:pt x="544624" y="1872860"/>
                  <a:pt x="561180" y="1862628"/>
                </a:cubicBezTo>
                <a:cubicBezTo>
                  <a:pt x="567105" y="1858966"/>
                  <a:pt x="597568" y="1817875"/>
                  <a:pt x="628876" y="1771313"/>
                </a:cubicBezTo>
                <a:close/>
                <a:moveTo>
                  <a:pt x="409575" y="1719262"/>
                </a:moveTo>
                <a:cubicBezTo>
                  <a:pt x="409575" y="1711404"/>
                  <a:pt x="413861" y="1704975"/>
                  <a:pt x="419100" y="1704975"/>
                </a:cubicBezTo>
                <a:cubicBezTo>
                  <a:pt x="424338" y="1704975"/>
                  <a:pt x="428625" y="1696402"/>
                  <a:pt x="428625" y="1685925"/>
                </a:cubicBezTo>
                <a:cubicBezTo>
                  <a:pt x="428625" y="1675447"/>
                  <a:pt x="431839" y="1666845"/>
                  <a:pt x="435768" y="1666809"/>
                </a:cubicBezTo>
                <a:cubicBezTo>
                  <a:pt x="439697" y="1666774"/>
                  <a:pt x="453628" y="1650700"/>
                  <a:pt x="466725" y="1631091"/>
                </a:cubicBezTo>
                <a:cubicBezTo>
                  <a:pt x="479821" y="1611481"/>
                  <a:pt x="500181" y="1584765"/>
                  <a:pt x="511968" y="1571722"/>
                </a:cubicBezTo>
                <a:cubicBezTo>
                  <a:pt x="533971" y="1547375"/>
                  <a:pt x="539055" y="1533525"/>
                  <a:pt x="525991" y="1533525"/>
                </a:cubicBezTo>
                <a:cubicBezTo>
                  <a:pt x="512642" y="1533525"/>
                  <a:pt x="452047" y="1615069"/>
                  <a:pt x="410723" y="1688643"/>
                </a:cubicBezTo>
                <a:cubicBezTo>
                  <a:pt x="387770" y="1729507"/>
                  <a:pt x="386810" y="1733550"/>
                  <a:pt x="400050" y="1733550"/>
                </a:cubicBezTo>
                <a:cubicBezTo>
                  <a:pt x="405288" y="1733550"/>
                  <a:pt x="409575" y="1727120"/>
                  <a:pt x="409575" y="1719262"/>
                </a:cubicBezTo>
                <a:close/>
                <a:moveTo>
                  <a:pt x="5389591" y="1130515"/>
                </a:moveTo>
                <a:cubicBezTo>
                  <a:pt x="5379332" y="1111303"/>
                  <a:pt x="5327161" y="1057275"/>
                  <a:pt x="5318867" y="1057275"/>
                </a:cubicBezTo>
                <a:cubicBezTo>
                  <a:pt x="5313205" y="1057275"/>
                  <a:pt x="5353392" y="1126919"/>
                  <a:pt x="5369577" y="1145156"/>
                </a:cubicBezTo>
                <a:cubicBezTo>
                  <a:pt x="5389146" y="1167207"/>
                  <a:pt x="5403555" y="1156667"/>
                  <a:pt x="5389591" y="1130515"/>
                </a:cubicBezTo>
                <a:close/>
              </a:path>
            </a:pathLst>
          </a:custGeom>
          <a:solidFill>
            <a:srgbClr val="F7E6A9"/>
          </a:solidFill>
          <a:ln>
            <a:noFill/>
          </a:ln>
        </p:spPr>
      </p:sp>
      <p:sp>
        <p:nvSpPr>
          <p:cNvPr id="6" name="TEXT: [can you guess what it is?]"/>
          <p:cNvSpPr/>
          <p:nvPr/>
        </p:nvSpPr>
        <p:spPr>
          <a:xfrm rot="120000">
            <a:off x="2481262" y="1071562"/>
            <a:ext cx="6848475" cy="22383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34696" rIns="234696" tIns="100584" bIns="100584"/>
          <a:lstStyle/>
          <a:p>
            <a:pPr algn="r">
              <a:lnSpc>
                <a:spcPts val="8052"/>
              </a:lnSpc>
            </a:pPr>
            <a:r>
              <a:rPr b="1" sz="6600">
                <a:solidFill>
                  <a:srgbClr val="181716"/>
                </a:solidFill>
                <a:latin typeface="Montserrat"/>
              </a:rPr>
              <a:t>[can you guess</a:t>
            </a:r>
          </a:p>
          <a:p>
            <a:pPr algn="r">
              <a:lnSpc>
                <a:spcPts val="8052"/>
              </a:lnSpc>
            </a:pPr>
            <a:r>
              <a:rPr b="1" sz="6600">
                <a:solidFill>
                  <a:srgbClr val="181716"/>
                </a:solidFill>
                <a:latin typeface="Montserrat"/>
              </a:rPr>
              <a:t>what it is?]</a:t>
            </a:r>
          </a:p>
        </p:txBody>
      </p:sp>
      <p:sp>
        <p:nvSpPr>
          <p:cNvPr id="7" name="TEXT: [swipe to see]"/>
          <p:cNvSpPr/>
          <p:nvPr/>
        </p:nvSpPr>
        <p:spPr>
          <a:xfrm rot="120000">
            <a:off x="552450" y="12334875"/>
            <a:ext cx="4610100" cy="857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5354" rIns="165354" tIns="70866" bIns="70866"/>
          <a:lstStyle/>
          <a:p>
            <a:pPr algn="l">
              <a:lnSpc>
                <a:spcPts val="5673"/>
              </a:lnSpc>
            </a:pPr>
            <a:r>
              <a:rPr b="1" sz="4650">
                <a:solidFill>
                  <a:srgbClr val="181716"/>
                </a:solidFill>
                <a:latin typeface="Montserrat"/>
              </a:rPr>
              <a:t>[swipe to see]</a:t>
            </a:r>
          </a:p>
        </p:txBody>
      </p:sp>
      <p:sp>
        <p:nvSpPr>
          <p:cNvPr id="8" name="arrow"/>
          <p:cNvSpPr/>
          <p:nvPr/>
        </p:nvSpPr>
        <p:spPr>
          <a:xfrm rot="120000">
            <a:off x="4905375" y="12463462"/>
            <a:ext cx="1619250" cy="504825"/>
          </a:xfrm>
          <a:custGeom>
            <a:avLst/>
            <a:gdLst/>
            <a:ahLst/>
            <a:cxnLst/>
            <a:rect l="0" t="0" r="r" b="b"/>
            <a:pathLst>
              <a:path w="1619250" h="504825">
                <a:moveTo>
                  <a:pt x="1257300" y="480450"/>
                </a:moveTo>
                <a:cubicBezTo>
                  <a:pt x="1257300" y="466626"/>
                  <a:pt x="1253177" y="458623"/>
                  <a:pt x="1247775" y="461962"/>
                </a:cubicBezTo>
                <a:cubicBezTo>
                  <a:pt x="1242536" y="465200"/>
                  <a:pt x="1238235" y="460095"/>
                  <a:pt x="1238218" y="450618"/>
                </a:cubicBezTo>
                <a:cubicBezTo>
                  <a:pt x="1238201" y="441141"/>
                  <a:pt x="1271222" y="402197"/>
                  <a:pt x="1311598" y="364076"/>
                </a:cubicBezTo>
                <a:lnTo>
                  <a:pt x="1385010" y="294765"/>
                </a:lnTo>
                <a:lnTo>
                  <a:pt x="1266386" y="300090"/>
                </a:lnTo>
                <a:cubicBezTo>
                  <a:pt x="1201143" y="303019"/>
                  <a:pt x="950595" y="310034"/>
                  <a:pt x="709612" y="315678"/>
                </a:cubicBezTo>
                <a:cubicBezTo>
                  <a:pt x="468630" y="321323"/>
                  <a:pt x="223235" y="328686"/>
                  <a:pt x="164292" y="332039"/>
                </a:cubicBezTo>
                <a:cubicBezTo>
                  <a:pt x="81649" y="336741"/>
                  <a:pt x="57124" y="335412"/>
                  <a:pt x="57135" y="326231"/>
                </a:cubicBezTo>
                <a:cubicBezTo>
                  <a:pt x="57144" y="319190"/>
                  <a:pt x="44728" y="314325"/>
                  <a:pt x="26754" y="314324"/>
                </a:cubicBezTo>
                <a:cubicBezTo>
                  <a:pt x="-1225" y="314324"/>
                  <a:pt x="-2231" y="313294"/>
                  <a:pt x="14096" y="301355"/>
                </a:cubicBezTo>
                <a:cubicBezTo>
                  <a:pt x="39698" y="282634"/>
                  <a:pt x="40970" y="257174"/>
                  <a:pt x="16302" y="257175"/>
                </a:cubicBezTo>
                <a:cubicBezTo>
                  <a:pt x="4858" y="257175"/>
                  <a:pt x="89" y="253819"/>
                  <a:pt x="5238" y="249388"/>
                </a:cubicBezTo>
                <a:cubicBezTo>
                  <a:pt x="38131" y="221084"/>
                  <a:pt x="254251" y="205225"/>
                  <a:pt x="757237" y="194206"/>
                </a:cubicBezTo>
                <a:cubicBezTo>
                  <a:pt x="909161" y="190878"/>
                  <a:pt x="1109402" y="185468"/>
                  <a:pt x="1202217" y="182184"/>
                </a:cubicBezTo>
                <a:lnTo>
                  <a:pt x="1370973" y="176212"/>
                </a:lnTo>
                <a:lnTo>
                  <a:pt x="1306992" y="128587"/>
                </a:lnTo>
                <a:cubicBezTo>
                  <a:pt x="1271803" y="102393"/>
                  <a:pt x="1242899" y="74533"/>
                  <a:pt x="1242760" y="66675"/>
                </a:cubicBezTo>
                <a:cubicBezTo>
                  <a:pt x="1242622" y="58816"/>
                  <a:pt x="1239154" y="47029"/>
                  <a:pt x="1235054" y="40481"/>
                </a:cubicBezTo>
                <a:cubicBezTo>
                  <a:pt x="1224885" y="24237"/>
                  <a:pt x="1235722" y="9152"/>
                  <a:pt x="1252842" y="15722"/>
                </a:cubicBezTo>
                <a:cubicBezTo>
                  <a:pt x="1260532" y="18673"/>
                  <a:pt x="1266825" y="16343"/>
                  <a:pt x="1266825" y="10544"/>
                </a:cubicBezTo>
                <a:cubicBezTo>
                  <a:pt x="1266825" y="-9201"/>
                  <a:pt x="1283898" y="-5"/>
                  <a:pt x="1441695" y="104733"/>
                </a:cubicBezTo>
                <a:cubicBezTo>
                  <a:pt x="1620939" y="223706"/>
                  <a:pt x="1633427" y="237454"/>
                  <a:pt x="1593675" y="272033"/>
                </a:cubicBezTo>
                <a:cubicBezTo>
                  <a:pt x="1563065" y="298659"/>
                  <a:pt x="1336730" y="468567"/>
                  <a:pt x="1320437" y="477150"/>
                </a:cubicBezTo>
                <a:cubicBezTo>
                  <a:pt x="1255250" y="511492"/>
                  <a:pt x="1257300" y="511385"/>
                  <a:pt x="1257300" y="480450"/>
                </a:cubicBezTo>
                <a:close/>
              </a:path>
            </a:pathLst>
          </a:custGeom>
          <a:solidFill>
            <a:srgbClr val="F7E6A9"/>
          </a:solid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kitchen timer" descr="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40000">
            <a:off x="1657350" y="4348162"/>
            <a:ext cx="6972300" cy="6924675"/>
          </a:xfrm>
          <a:prstGeom prst="rect">
            <a:avLst/>
          </a:prstGeom>
        </p:spPr>
      </p:pic>
      <p:sp>
        <p:nvSpPr>
          <p:cNvPr id="4" name="kitchen timer pattern"/>
          <p:cNvSpPr/>
          <p:nvPr/>
        </p:nvSpPr>
        <p:spPr>
          <a:xfrm rot="240000">
            <a:off x="1657350" y="4348162"/>
            <a:ext cx="6972300" cy="6924675"/>
          </a:xfrm>
          <a:custGeom>
            <a:avLst/>
            <a:gdLst/>
            <a:ahLst/>
            <a:cxnLst/>
            <a:rect l="0" t="0" r="r" b="b"/>
            <a:pathLst>
              <a:path w="6972300" h="6924675">
                <a:moveTo>
                  <a:pt x="3514725" y="6339578"/>
                </a:moveTo>
                <a:cubicBezTo>
                  <a:pt x="3514725" y="6285839"/>
                  <a:pt x="3584985" y="6264762"/>
                  <a:pt x="3621881" y="6307432"/>
                </a:cubicBezTo>
                <a:cubicBezTo>
                  <a:pt x="3656917" y="6347952"/>
                  <a:pt x="3644844" y="6362700"/>
                  <a:pt x="3576637" y="6362700"/>
                </a:cubicBezTo>
                <a:cubicBezTo>
                  <a:pt x="3517441" y="6362700"/>
                  <a:pt x="3514725" y="6361685"/>
                  <a:pt x="3514725" y="6339578"/>
                </a:cubicBezTo>
                <a:close/>
                <a:moveTo>
                  <a:pt x="3048000" y="6329924"/>
                </a:moveTo>
                <a:cubicBezTo>
                  <a:pt x="3048000" y="6301337"/>
                  <a:pt x="3060951" y="6292429"/>
                  <a:pt x="3091403" y="6300072"/>
                </a:cubicBezTo>
                <a:cubicBezTo>
                  <a:pt x="3131828" y="6310218"/>
                  <a:pt x="3123685" y="6353175"/>
                  <a:pt x="3081337" y="6353175"/>
                </a:cubicBezTo>
                <a:cubicBezTo>
                  <a:pt x="3052342" y="6353175"/>
                  <a:pt x="3048000" y="6350146"/>
                  <a:pt x="3048000" y="6329924"/>
                </a:cubicBezTo>
                <a:close/>
                <a:moveTo>
                  <a:pt x="3810000" y="6334805"/>
                </a:moveTo>
                <a:cubicBezTo>
                  <a:pt x="3810000" y="6311484"/>
                  <a:pt x="3834632" y="6286500"/>
                  <a:pt x="3857625" y="6286500"/>
                </a:cubicBezTo>
                <a:cubicBezTo>
                  <a:pt x="3880617" y="6286500"/>
                  <a:pt x="3905250" y="6311484"/>
                  <a:pt x="3905250" y="6334805"/>
                </a:cubicBezTo>
                <a:cubicBezTo>
                  <a:pt x="3905250" y="6350498"/>
                  <a:pt x="3898312" y="6353175"/>
                  <a:pt x="3857625" y="6353175"/>
                </a:cubicBezTo>
                <a:cubicBezTo>
                  <a:pt x="3816937" y="6353175"/>
                  <a:pt x="3810000" y="6350498"/>
                  <a:pt x="3810000" y="6334805"/>
                </a:cubicBezTo>
                <a:close/>
                <a:moveTo>
                  <a:pt x="2797968" y="6335931"/>
                </a:moveTo>
                <a:cubicBezTo>
                  <a:pt x="2760460" y="6332826"/>
                  <a:pt x="2755902" y="6325682"/>
                  <a:pt x="2772110" y="6295398"/>
                </a:cubicBezTo>
                <a:cubicBezTo>
                  <a:pt x="2790793" y="6260488"/>
                  <a:pt x="2843967" y="6282102"/>
                  <a:pt x="2836799" y="6321694"/>
                </a:cubicBezTo>
                <a:cubicBezTo>
                  <a:pt x="2834332" y="6335323"/>
                  <a:pt x="2826283" y="6338274"/>
                  <a:pt x="2797968" y="6335931"/>
                </a:cubicBezTo>
                <a:close/>
                <a:moveTo>
                  <a:pt x="3268980" y="6322695"/>
                </a:moveTo>
                <a:cubicBezTo>
                  <a:pt x="3243316" y="6297031"/>
                  <a:pt x="3265064" y="6229350"/>
                  <a:pt x="3298973" y="6229350"/>
                </a:cubicBezTo>
                <a:cubicBezTo>
                  <a:pt x="3323763" y="6229350"/>
                  <a:pt x="3352800" y="6259442"/>
                  <a:pt x="3352800" y="6285135"/>
                </a:cubicBezTo>
                <a:cubicBezTo>
                  <a:pt x="3352800" y="6317914"/>
                  <a:pt x="3337041" y="6334125"/>
                  <a:pt x="3305175" y="6334125"/>
                </a:cubicBezTo>
                <a:cubicBezTo>
                  <a:pt x="3291554" y="6334125"/>
                  <a:pt x="3275266" y="6328981"/>
                  <a:pt x="3268980" y="6322695"/>
                </a:cubicBezTo>
                <a:close/>
                <a:moveTo>
                  <a:pt x="4059555" y="6313170"/>
                </a:moveTo>
                <a:cubicBezTo>
                  <a:pt x="4032423" y="6286038"/>
                  <a:pt x="4062072" y="6233927"/>
                  <a:pt x="4090987" y="6257925"/>
                </a:cubicBezTo>
                <a:cubicBezTo>
                  <a:pt x="4113349" y="6276483"/>
                  <a:pt x="4103038" y="6324600"/>
                  <a:pt x="4076700" y="6324600"/>
                </a:cubicBezTo>
                <a:cubicBezTo>
                  <a:pt x="4073556" y="6324600"/>
                  <a:pt x="4065841" y="6319456"/>
                  <a:pt x="4059555" y="6313170"/>
                </a:cubicBezTo>
                <a:close/>
                <a:moveTo>
                  <a:pt x="4343400" y="6306329"/>
                </a:moveTo>
                <a:cubicBezTo>
                  <a:pt x="4343400" y="6270420"/>
                  <a:pt x="4382949" y="6253659"/>
                  <a:pt x="4408170" y="6278880"/>
                </a:cubicBezTo>
                <a:cubicBezTo>
                  <a:pt x="4430774" y="6301484"/>
                  <a:pt x="4420760" y="6315075"/>
                  <a:pt x="4381500" y="6315075"/>
                </a:cubicBezTo>
                <a:cubicBezTo>
                  <a:pt x="4360545" y="6315075"/>
                  <a:pt x="4343400" y="6311139"/>
                  <a:pt x="4343400" y="6306329"/>
                </a:cubicBezTo>
                <a:close/>
                <a:moveTo>
                  <a:pt x="2411944" y="6290722"/>
                </a:moveTo>
                <a:cubicBezTo>
                  <a:pt x="2362976" y="6256424"/>
                  <a:pt x="2404707" y="6163023"/>
                  <a:pt x="2456592" y="6190791"/>
                </a:cubicBezTo>
                <a:cubicBezTo>
                  <a:pt x="2498831" y="6213396"/>
                  <a:pt x="2504965" y="6249375"/>
                  <a:pt x="2472170" y="6282170"/>
                </a:cubicBezTo>
                <a:cubicBezTo>
                  <a:pt x="2444693" y="6309647"/>
                  <a:pt x="2439929" y="6310324"/>
                  <a:pt x="2411944" y="6290722"/>
                </a:cubicBezTo>
                <a:close/>
                <a:moveTo>
                  <a:pt x="1893093" y="6284770"/>
                </a:moveTo>
                <a:cubicBezTo>
                  <a:pt x="1850057" y="6273097"/>
                  <a:pt x="1845980" y="6249403"/>
                  <a:pt x="1880986" y="6214397"/>
                </a:cubicBezTo>
                <a:cubicBezTo>
                  <a:pt x="1922417" y="6172966"/>
                  <a:pt x="1985016" y="6203733"/>
                  <a:pt x="1979238" y="6262687"/>
                </a:cubicBezTo>
                <a:cubicBezTo>
                  <a:pt x="1976021" y="6295506"/>
                  <a:pt x="1953737" y="6301219"/>
                  <a:pt x="1893093" y="6284770"/>
                </a:cubicBezTo>
                <a:close/>
                <a:moveTo>
                  <a:pt x="4904780" y="6247288"/>
                </a:moveTo>
                <a:cubicBezTo>
                  <a:pt x="4896253" y="6231356"/>
                  <a:pt x="4897027" y="6224090"/>
                  <a:pt x="4908469" y="6212648"/>
                </a:cubicBezTo>
                <a:cubicBezTo>
                  <a:pt x="4935740" y="6185377"/>
                  <a:pt x="4977534" y="6223600"/>
                  <a:pt x="4952899" y="6253283"/>
                </a:cubicBezTo>
                <a:cubicBezTo>
                  <a:pt x="4936337" y="6273239"/>
                  <a:pt x="4917406" y="6270881"/>
                  <a:pt x="4904780" y="6247288"/>
                </a:cubicBezTo>
                <a:close/>
                <a:moveTo>
                  <a:pt x="2163793" y="6249601"/>
                </a:moveTo>
                <a:cubicBezTo>
                  <a:pt x="2156597" y="6245040"/>
                  <a:pt x="2152482" y="6229672"/>
                  <a:pt x="2154268" y="6214028"/>
                </a:cubicBezTo>
                <a:cubicBezTo>
                  <a:pt x="2158487" y="6177066"/>
                  <a:pt x="2212551" y="6172303"/>
                  <a:pt x="2217674" y="6208443"/>
                </a:cubicBezTo>
                <a:cubicBezTo>
                  <a:pt x="2222991" y="6245943"/>
                  <a:pt x="2193526" y="6268450"/>
                  <a:pt x="2163793" y="6249601"/>
                </a:cubicBezTo>
                <a:close/>
                <a:moveTo>
                  <a:pt x="4686300" y="6210300"/>
                </a:moveTo>
                <a:cubicBezTo>
                  <a:pt x="4661880" y="6185880"/>
                  <a:pt x="4661969" y="6151356"/>
                  <a:pt x="4686508" y="6129148"/>
                </a:cubicBezTo>
                <a:cubicBezTo>
                  <a:pt x="4704693" y="6112691"/>
                  <a:pt x="4707612" y="6112600"/>
                  <a:pt x="4738895" y="6127518"/>
                </a:cubicBezTo>
                <a:cubicBezTo>
                  <a:pt x="4778775" y="6146535"/>
                  <a:pt x="4783020" y="6177599"/>
                  <a:pt x="4749979" y="6208639"/>
                </a:cubicBezTo>
                <a:cubicBezTo>
                  <a:pt x="4722688" y="6234278"/>
                  <a:pt x="4710593" y="6234593"/>
                  <a:pt x="4686300" y="6210300"/>
                </a:cubicBezTo>
                <a:close/>
                <a:moveTo>
                  <a:pt x="5107437" y="6216798"/>
                </a:moveTo>
                <a:cubicBezTo>
                  <a:pt x="5065781" y="6198210"/>
                  <a:pt x="5068140" y="6121501"/>
                  <a:pt x="5110868" y="6105256"/>
                </a:cubicBezTo>
                <a:cubicBezTo>
                  <a:pt x="5128816" y="6098432"/>
                  <a:pt x="5140766" y="6100010"/>
                  <a:pt x="5158339" y="6111524"/>
                </a:cubicBezTo>
                <a:cubicBezTo>
                  <a:pt x="5220679" y="6152371"/>
                  <a:pt x="5174959" y="6246927"/>
                  <a:pt x="5107437" y="6216798"/>
                </a:cubicBezTo>
                <a:close/>
                <a:moveTo>
                  <a:pt x="4181475" y="6191250"/>
                </a:moveTo>
                <a:cubicBezTo>
                  <a:pt x="4170997" y="6180772"/>
                  <a:pt x="4162425" y="6163432"/>
                  <a:pt x="4162425" y="6152717"/>
                </a:cubicBezTo>
                <a:cubicBezTo>
                  <a:pt x="4162425" y="6129626"/>
                  <a:pt x="4202756" y="6086475"/>
                  <a:pt x="4224337" y="6086475"/>
                </a:cubicBezTo>
                <a:cubicBezTo>
                  <a:pt x="4241593" y="6086475"/>
                  <a:pt x="4286250" y="6127836"/>
                  <a:pt x="4286250" y="6143818"/>
                </a:cubicBezTo>
                <a:cubicBezTo>
                  <a:pt x="4286250" y="6199801"/>
                  <a:pt x="4220012" y="6229787"/>
                  <a:pt x="4181475" y="6191250"/>
                </a:cubicBezTo>
                <a:close/>
                <a:moveTo>
                  <a:pt x="3696135" y="6187011"/>
                </a:moveTo>
                <a:cubicBezTo>
                  <a:pt x="3669043" y="6154368"/>
                  <a:pt x="3706408" y="6099184"/>
                  <a:pt x="3740943" y="6120833"/>
                </a:cubicBezTo>
                <a:cubicBezTo>
                  <a:pt x="3774932" y="6142140"/>
                  <a:pt x="3762706" y="6200775"/>
                  <a:pt x="3724275" y="6200775"/>
                </a:cubicBezTo>
                <a:cubicBezTo>
                  <a:pt x="3715080" y="6200775"/>
                  <a:pt x="3702417" y="6194581"/>
                  <a:pt x="3696135" y="6187011"/>
                </a:cubicBezTo>
                <a:close/>
                <a:moveTo>
                  <a:pt x="2641827" y="6166699"/>
                </a:moveTo>
                <a:cubicBezTo>
                  <a:pt x="2611195" y="6119948"/>
                  <a:pt x="2650902" y="6064261"/>
                  <a:pt x="2702046" y="6082247"/>
                </a:cubicBezTo>
                <a:cubicBezTo>
                  <a:pt x="2761036" y="6102993"/>
                  <a:pt x="2748084" y="6191250"/>
                  <a:pt x="2686050" y="6191250"/>
                </a:cubicBezTo>
                <a:cubicBezTo>
                  <a:pt x="2666323" y="6191250"/>
                  <a:pt x="2653106" y="6183912"/>
                  <a:pt x="2641827" y="6166699"/>
                </a:cubicBezTo>
                <a:close/>
                <a:moveTo>
                  <a:pt x="2926080" y="6179820"/>
                </a:moveTo>
                <a:cubicBezTo>
                  <a:pt x="2919793" y="6173533"/>
                  <a:pt x="2914650" y="6159388"/>
                  <a:pt x="2914650" y="6148387"/>
                </a:cubicBezTo>
                <a:cubicBezTo>
                  <a:pt x="2914650" y="6103479"/>
                  <a:pt x="2973753" y="6088010"/>
                  <a:pt x="2992034" y="6128132"/>
                </a:cubicBezTo>
                <a:cubicBezTo>
                  <a:pt x="3012422" y="6172880"/>
                  <a:pt x="2960125" y="6213865"/>
                  <a:pt x="2926080" y="6179820"/>
                </a:cubicBezTo>
                <a:close/>
                <a:moveTo>
                  <a:pt x="3411855" y="6179820"/>
                </a:moveTo>
                <a:cubicBezTo>
                  <a:pt x="3387930" y="6155895"/>
                  <a:pt x="3405739" y="6115050"/>
                  <a:pt x="3440094" y="6115050"/>
                </a:cubicBezTo>
                <a:cubicBezTo>
                  <a:pt x="3449340" y="6115050"/>
                  <a:pt x="3461492" y="6123622"/>
                  <a:pt x="3467100" y="6134100"/>
                </a:cubicBezTo>
                <a:cubicBezTo>
                  <a:pt x="3487679" y="6172553"/>
                  <a:pt x="3442214" y="6210179"/>
                  <a:pt x="3411855" y="6179820"/>
                </a:cubicBezTo>
                <a:close/>
                <a:moveTo>
                  <a:pt x="4474368" y="6161912"/>
                </a:moveTo>
                <a:cubicBezTo>
                  <a:pt x="4453860" y="6149966"/>
                  <a:pt x="4452292" y="6102820"/>
                  <a:pt x="4471863" y="6086577"/>
                </a:cubicBezTo>
                <a:cubicBezTo>
                  <a:pt x="4511929" y="6053325"/>
                  <a:pt x="4564025" y="6114599"/>
                  <a:pt x="4528790" y="6153533"/>
                </a:cubicBezTo>
                <a:cubicBezTo>
                  <a:pt x="4509907" y="6174399"/>
                  <a:pt x="4498755" y="6176116"/>
                  <a:pt x="4474368" y="6161912"/>
                </a:cubicBezTo>
                <a:close/>
                <a:moveTo>
                  <a:pt x="3137639" y="6149611"/>
                </a:moveTo>
                <a:cubicBezTo>
                  <a:pt x="3127050" y="6122017"/>
                  <a:pt x="3137837" y="6100762"/>
                  <a:pt x="3162430" y="6100762"/>
                </a:cubicBezTo>
                <a:cubicBezTo>
                  <a:pt x="3182393" y="6100762"/>
                  <a:pt x="3186112" y="6105249"/>
                  <a:pt x="3186112" y="6129337"/>
                </a:cubicBezTo>
                <a:cubicBezTo>
                  <a:pt x="3186112" y="6161292"/>
                  <a:pt x="3148205" y="6177147"/>
                  <a:pt x="3137639" y="6149611"/>
                </a:cubicBezTo>
                <a:close/>
                <a:moveTo>
                  <a:pt x="3928038" y="6119653"/>
                </a:moveTo>
                <a:cubicBezTo>
                  <a:pt x="3903849" y="6095465"/>
                  <a:pt x="3903398" y="6070271"/>
                  <a:pt x="3926632" y="6041231"/>
                </a:cubicBezTo>
                <a:cubicBezTo>
                  <a:pt x="3941011" y="6023257"/>
                  <a:pt x="3979062" y="6026937"/>
                  <a:pt x="4000500" y="6048375"/>
                </a:cubicBezTo>
                <a:cubicBezTo>
                  <a:pt x="4024631" y="6072506"/>
                  <a:pt x="4024487" y="6087154"/>
                  <a:pt x="3999808" y="6118527"/>
                </a:cubicBezTo>
                <a:cubicBezTo>
                  <a:pt x="3975139" y="6149889"/>
                  <a:pt x="3958534" y="6150150"/>
                  <a:pt x="3928038" y="6119653"/>
                </a:cubicBezTo>
                <a:close/>
                <a:moveTo>
                  <a:pt x="1771650" y="6105525"/>
                </a:moveTo>
                <a:cubicBezTo>
                  <a:pt x="1750245" y="6065530"/>
                  <a:pt x="1791714" y="6031700"/>
                  <a:pt x="1823357" y="6063342"/>
                </a:cubicBezTo>
                <a:cubicBezTo>
                  <a:pt x="1841064" y="6081050"/>
                  <a:pt x="1841216" y="6082323"/>
                  <a:pt x="1828464" y="6106151"/>
                </a:cubicBezTo>
                <a:cubicBezTo>
                  <a:pt x="1815643" y="6130108"/>
                  <a:pt x="1784623" y="6129766"/>
                  <a:pt x="1771650" y="6105525"/>
                </a:cubicBezTo>
                <a:close/>
                <a:moveTo>
                  <a:pt x="2000057" y="6095640"/>
                </a:moveTo>
                <a:cubicBezTo>
                  <a:pt x="1987665" y="6072485"/>
                  <a:pt x="1995269" y="6042799"/>
                  <a:pt x="2015590" y="6035001"/>
                </a:cubicBezTo>
                <a:cubicBezTo>
                  <a:pt x="2037972" y="6026412"/>
                  <a:pt x="2066925" y="6046500"/>
                  <a:pt x="2066925" y="6070617"/>
                </a:cubicBezTo>
                <a:cubicBezTo>
                  <a:pt x="2066925" y="6113795"/>
                  <a:pt x="2019309" y="6131613"/>
                  <a:pt x="2000057" y="6095640"/>
                </a:cubicBezTo>
                <a:close/>
                <a:moveTo>
                  <a:pt x="2373995" y="6075410"/>
                </a:moveTo>
                <a:cubicBezTo>
                  <a:pt x="2346402" y="6047817"/>
                  <a:pt x="2376309" y="5996485"/>
                  <a:pt x="2408242" y="6016627"/>
                </a:cubicBezTo>
                <a:cubicBezTo>
                  <a:pt x="2431665" y="6031403"/>
                  <a:pt x="2429260" y="6080974"/>
                  <a:pt x="2404951" y="6084458"/>
                </a:cubicBezTo>
                <a:cubicBezTo>
                  <a:pt x="2394412" y="6085969"/>
                  <a:pt x="2380482" y="6081897"/>
                  <a:pt x="2373995" y="6075410"/>
                </a:cubicBezTo>
                <a:close/>
                <a:moveTo>
                  <a:pt x="3534917" y="6060035"/>
                </a:moveTo>
                <a:cubicBezTo>
                  <a:pt x="3523092" y="6037939"/>
                  <a:pt x="3538420" y="6010275"/>
                  <a:pt x="3562488" y="6010275"/>
                </a:cubicBezTo>
                <a:cubicBezTo>
                  <a:pt x="3586329" y="6010275"/>
                  <a:pt x="3601773" y="6038853"/>
                  <a:pt x="3589644" y="6060527"/>
                </a:cubicBezTo>
                <a:cubicBezTo>
                  <a:pt x="3577690" y="6081886"/>
                  <a:pt x="3546461" y="6081605"/>
                  <a:pt x="3534917" y="6060035"/>
                </a:cubicBezTo>
                <a:close/>
                <a:moveTo>
                  <a:pt x="5289994" y="6063118"/>
                </a:moveTo>
                <a:cubicBezTo>
                  <a:pt x="5283210" y="6045440"/>
                  <a:pt x="5293108" y="6029325"/>
                  <a:pt x="5310749" y="6029325"/>
                </a:cubicBezTo>
                <a:cubicBezTo>
                  <a:pt x="5319040" y="6029325"/>
                  <a:pt x="5324475" y="6038754"/>
                  <a:pt x="5324475" y="6053137"/>
                </a:cubicBezTo>
                <a:cubicBezTo>
                  <a:pt x="5324475" y="6079309"/>
                  <a:pt x="5299033" y="6086674"/>
                  <a:pt x="5289994" y="6063118"/>
                </a:cubicBezTo>
                <a:close/>
                <a:moveTo>
                  <a:pt x="4880457" y="6053693"/>
                </a:moveTo>
                <a:cubicBezTo>
                  <a:pt x="4870126" y="6026770"/>
                  <a:pt x="4881340" y="6005556"/>
                  <a:pt x="4907505" y="6002530"/>
                </a:cubicBezTo>
                <a:cubicBezTo>
                  <a:pt x="4934110" y="5999453"/>
                  <a:pt x="4953743" y="6033579"/>
                  <a:pt x="4939047" y="6057358"/>
                </a:cubicBezTo>
                <a:cubicBezTo>
                  <a:pt x="4929830" y="6072271"/>
                  <a:pt x="4886548" y="6069564"/>
                  <a:pt x="4880457" y="6053693"/>
                </a:cubicBezTo>
                <a:close/>
                <a:moveTo>
                  <a:pt x="3275741" y="6025918"/>
                </a:moveTo>
                <a:cubicBezTo>
                  <a:pt x="3241422" y="6008808"/>
                  <a:pt x="3231644" y="5970744"/>
                  <a:pt x="3253773" y="5940397"/>
                </a:cubicBezTo>
                <a:cubicBezTo>
                  <a:pt x="3274148" y="5912453"/>
                  <a:pt x="3284282" y="5910253"/>
                  <a:pt x="3319242" y="5926182"/>
                </a:cubicBezTo>
                <a:cubicBezTo>
                  <a:pt x="3351752" y="5940995"/>
                  <a:pt x="3359266" y="5974113"/>
                  <a:pt x="3337017" y="6004522"/>
                </a:cubicBezTo>
                <a:cubicBezTo>
                  <a:pt x="3314155" y="6035769"/>
                  <a:pt x="3303183" y="6039600"/>
                  <a:pt x="3275741" y="6025918"/>
                </a:cubicBezTo>
                <a:close/>
                <a:moveTo>
                  <a:pt x="2189543" y="6006695"/>
                </a:moveTo>
                <a:cubicBezTo>
                  <a:pt x="2164534" y="5994226"/>
                  <a:pt x="2149126" y="5939405"/>
                  <a:pt x="2163227" y="5913058"/>
                </a:cubicBezTo>
                <a:cubicBezTo>
                  <a:pt x="2176594" y="5888081"/>
                  <a:pt x="2215342" y="5881649"/>
                  <a:pt x="2243055" y="5899807"/>
                </a:cubicBezTo>
                <a:cubicBezTo>
                  <a:pt x="2307486" y="5942024"/>
                  <a:pt x="2258018" y="6040833"/>
                  <a:pt x="2189543" y="6006695"/>
                </a:cubicBezTo>
                <a:close/>
                <a:moveTo>
                  <a:pt x="2811780" y="6008370"/>
                </a:moveTo>
                <a:cubicBezTo>
                  <a:pt x="2785081" y="5981671"/>
                  <a:pt x="2811053" y="5936644"/>
                  <a:pt x="2846637" y="5947938"/>
                </a:cubicBezTo>
                <a:cubicBezTo>
                  <a:pt x="2870643" y="5955557"/>
                  <a:pt x="2879106" y="5978175"/>
                  <a:pt x="2866655" y="6001440"/>
                </a:cubicBezTo>
                <a:cubicBezTo>
                  <a:pt x="2855572" y="6022148"/>
                  <a:pt x="2828923" y="6025513"/>
                  <a:pt x="2811780" y="6008370"/>
                </a:cubicBezTo>
                <a:close/>
                <a:moveTo>
                  <a:pt x="4348842" y="6004832"/>
                </a:moveTo>
                <a:cubicBezTo>
                  <a:pt x="4331290" y="5987280"/>
                  <a:pt x="4330339" y="5977529"/>
                  <a:pt x="4343735" y="5952498"/>
                </a:cubicBezTo>
                <a:cubicBezTo>
                  <a:pt x="4362834" y="5916810"/>
                  <a:pt x="4419600" y="5935096"/>
                  <a:pt x="4419600" y="5976937"/>
                </a:cubicBezTo>
                <a:cubicBezTo>
                  <a:pt x="4419600" y="6017048"/>
                  <a:pt x="4377612" y="6033601"/>
                  <a:pt x="4348842" y="6004832"/>
                </a:cubicBezTo>
                <a:close/>
                <a:moveTo>
                  <a:pt x="5058210" y="5967936"/>
                </a:moveTo>
                <a:cubicBezTo>
                  <a:pt x="5051927" y="5960367"/>
                  <a:pt x="5048188" y="5944293"/>
                  <a:pt x="5049900" y="5932218"/>
                </a:cubicBezTo>
                <a:cubicBezTo>
                  <a:pt x="5054188" y="5901965"/>
                  <a:pt x="5099734" y="5896167"/>
                  <a:pt x="5114619" y="5923979"/>
                </a:cubicBezTo>
                <a:cubicBezTo>
                  <a:pt x="5136164" y="5964235"/>
                  <a:pt x="5086960" y="6002578"/>
                  <a:pt x="5058210" y="5967936"/>
                </a:cubicBezTo>
                <a:close/>
                <a:moveTo>
                  <a:pt x="2573655" y="5960745"/>
                </a:moveTo>
                <a:cubicBezTo>
                  <a:pt x="2550063" y="5937153"/>
                  <a:pt x="2571828" y="5886450"/>
                  <a:pt x="2605548" y="5886450"/>
                </a:cubicBezTo>
                <a:cubicBezTo>
                  <a:pt x="2629037" y="5886450"/>
                  <a:pt x="2650875" y="5929861"/>
                  <a:pt x="2638766" y="5952486"/>
                </a:cubicBezTo>
                <a:cubicBezTo>
                  <a:pt x="2627142" y="5974207"/>
                  <a:pt x="2591622" y="5978712"/>
                  <a:pt x="2573655" y="5960745"/>
                </a:cubicBezTo>
                <a:close/>
                <a:moveTo>
                  <a:pt x="4139736" y="5957651"/>
                </a:moveTo>
                <a:cubicBezTo>
                  <a:pt x="4128077" y="5945991"/>
                  <a:pt x="4126740" y="5937834"/>
                  <a:pt x="4134204" y="5923888"/>
                </a:cubicBezTo>
                <a:cubicBezTo>
                  <a:pt x="4150650" y="5893158"/>
                  <a:pt x="4185139" y="5908276"/>
                  <a:pt x="4179927" y="5943931"/>
                </a:cubicBezTo>
                <a:cubicBezTo>
                  <a:pt x="4175849" y="5971822"/>
                  <a:pt x="4159492" y="5977406"/>
                  <a:pt x="4139736" y="5957651"/>
                </a:cubicBezTo>
                <a:close/>
                <a:moveTo>
                  <a:pt x="3810644" y="5944804"/>
                </a:moveTo>
                <a:cubicBezTo>
                  <a:pt x="3797553" y="5920344"/>
                  <a:pt x="3797682" y="5919178"/>
                  <a:pt x="3815423" y="5901436"/>
                </a:cubicBezTo>
                <a:cubicBezTo>
                  <a:pt x="3837759" y="5879100"/>
                  <a:pt x="3869238" y="5898585"/>
                  <a:pt x="3865339" y="5932334"/>
                </a:cubicBezTo>
                <a:cubicBezTo>
                  <a:pt x="3861589" y="5964796"/>
                  <a:pt x="3825720" y="5972973"/>
                  <a:pt x="3810644" y="5944804"/>
                </a:cubicBezTo>
                <a:close/>
                <a:moveTo>
                  <a:pt x="4642964" y="5939453"/>
                </a:moveTo>
                <a:cubicBezTo>
                  <a:pt x="4610342" y="5889664"/>
                  <a:pt x="4654133" y="5819161"/>
                  <a:pt x="4709110" y="5832959"/>
                </a:cubicBezTo>
                <a:cubicBezTo>
                  <a:pt x="4737413" y="5840063"/>
                  <a:pt x="4765220" y="5886739"/>
                  <a:pt x="4756222" y="5912040"/>
                </a:cubicBezTo>
                <a:cubicBezTo>
                  <a:pt x="4736870" y="5966452"/>
                  <a:pt x="4671088" y="5982374"/>
                  <a:pt x="4642964" y="5939453"/>
                </a:cubicBezTo>
                <a:close/>
                <a:moveTo>
                  <a:pt x="1647825" y="5934075"/>
                </a:moveTo>
                <a:cubicBezTo>
                  <a:pt x="1633576" y="5907451"/>
                  <a:pt x="1651383" y="5876925"/>
                  <a:pt x="1681162" y="5876925"/>
                </a:cubicBezTo>
                <a:cubicBezTo>
                  <a:pt x="1709453" y="5876925"/>
                  <a:pt x="1724679" y="5902568"/>
                  <a:pt x="1713681" y="5931693"/>
                </a:cubicBezTo>
                <a:cubicBezTo>
                  <a:pt x="1703257" y="5959298"/>
                  <a:pt x="1662120" y="5960786"/>
                  <a:pt x="1647825" y="5934075"/>
                </a:cubicBezTo>
                <a:close/>
                <a:moveTo>
                  <a:pt x="3013367" y="5932140"/>
                </a:moveTo>
                <a:cubicBezTo>
                  <a:pt x="2968953" y="5911331"/>
                  <a:pt x="2966726" y="5838240"/>
                  <a:pt x="3010087" y="5824478"/>
                </a:cubicBezTo>
                <a:cubicBezTo>
                  <a:pt x="3037805" y="5815680"/>
                  <a:pt x="3075545" y="5836168"/>
                  <a:pt x="3082474" y="5863774"/>
                </a:cubicBezTo>
                <a:cubicBezTo>
                  <a:pt x="3093483" y="5907637"/>
                  <a:pt x="3050927" y="5949736"/>
                  <a:pt x="3013367" y="5932140"/>
                </a:cubicBezTo>
                <a:close/>
                <a:moveTo>
                  <a:pt x="1880926" y="5914736"/>
                </a:moveTo>
                <a:cubicBezTo>
                  <a:pt x="1860798" y="5892495"/>
                  <a:pt x="1869122" y="5853133"/>
                  <a:pt x="1897754" y="5835162"/>
                </a:cubicBezTo>
                <a:cubicBezTo>
                  <a:pt x="1919536" y="5821490"/>
                  <a:pt x="1965634" y="5848182"/>
                  <a:pt x="1970059" y="5877029"/>
                </a:cubicBezTo>
                <a:cubicBezTo>
                  <a:pt x="1977390" y="5924833"/>
                  <a:pt x="1914240" y="5951548"/>
                  <a:pt x="1880926" y="5914736"/>
                </a:cubicBezTo>
                <a:close/>
                <a:moveTo>
                  <a:pt x="5258171" y="5903703"/>
                </a:moveTo>
                <a:cubicBezTo>
                  <a:pt x="5201471" y="5842844"/>
                  <a:pt x="5291044" y="5758898"/>
                  <a:pt x="5352927" y="5814901"/>
                </a:cubicBezTo>
                <a:cubicBezTo>
                  <a:pt x="5377275" y="5836936"/>
                  <a:pt x="5378219" y="5887484"/>
                  <a:pt x="5354681" y="5908786"/>
                </a:cubicBezTo>
                <a:cubicBezTo>
                  <a:pt x="5329749" y="5931349"/>
                  <a:pt x="5281562" y="5928811"/>
                  <a:pt x="5258171" y="5903703"/>
                </a:cubicBezTo>
                <a:close/>
                <a:moveTo>
                  <a:pt x="3573780" y="5894070"/>
                </a:moveTo>
                <a:cubicBezTo>
                  <a:pt x="3557201" y="5877491"/>
                  <a:pt x="3559767" y="5823718"/>
                  <a:pt x="3578006" y="5805478"/>
                </a:cubicBezTo>
                <a:cubicBezTo>
                  <a:pt x="3605901" y="5777584"/>
                  <a:pt x="3667125" y="5806831"/>
                  <a:pt x="3667125" y="5848051"/>
                </a:cubicBezTo>
                <a:cubicBezTo>
                  <a:pt x="3667125" y="5892828"/>
                  <a:pt x="3603771" y="5924061"/>
                  <a:pt x="3573780" y="5894070"/>
                </a:cubicBezTo>
                <a:close/>
                <a:moveTo>
                  <a:pt x="4229202" y="5853236"/>
                </a:moveTo>
                <a:cubicBezTo>
                  <a:pt x="4215212" y="5836378"/>
                  <a:pt x="4223405" y="5795423"/>
                  <a:pt x="4242211" y="5788206"/>
                </a:cubicBezTo>
                <a:cubicBezTo>
                  <a:pt x="4260338" y="5781250"/>
                  <a:pt x="4295775" y="5807534"/>
                  <a:pt x="4295775" y="5827935"/>
                </a:cubicBezTo>
                <a:cubicBezTo>
                  <a:pt x="4295775" y="5863823"/>
                  <a:pt x="4251845" y="5880518"/>
                  <a:pt x="4229202" y="5853236"/>
                </a:cubicBezTo>
                <a:close/>
                <a:moveTo>
                  <a:pt x="2434317" y="5842907"/>
                </a:moveTo>
                <a:cubicBezTo>
                  <a:pt x="2398512" y="5807101"/>
                  <a:pt x="2431350" y="5754009"/>
                  <a:pt x="2481514" y="5766599"/>
                </a:cubicBezTo>
                <a:cubicBezTo>
                  <a:pt x="2511199" y="5774050"/>
                  <a:pt x="2520086" y="5805220"/>
                  <a:pt x="2500882" y="5834528"/>
                </a:cubicBezTo>
                <a:cubicBezTo>
                  <a:pt x="2483371" y="5861254"/>
                  <a:pt x="2456097" y="5864686"/>
                  <a:pt x="2434317" y="5842907"/>
                </a:cubicBezTo>
                <a:close/>
                <a:moveTo>
                  <a:pt x="3966705" y="5834701"/>
                </a:moveTo>
                <a:cubicBezTo>
                  <a:pt x="3945750" y="5802720"/>
                  <a:pt x="3962117" y="5772150"/>
                  <a:pt x="4000193" y="5772150"/>
                </a:cubicBezTo>
                <a:cubicBezTo>
                  <a:pt x="4035158" y="5772150"/>
                  <a:pt x="4046680" y="5801260"/>
                  <a:pt x="4024882" y="5834528"/>
                </a:cubicBezTo>
                <a:cubicBezTo>
                  <a:pt x="4005479" y="5864141"/>
                  <a:pt x="3986032" y="5864198"/>
                  <a:pt x="3966705" y="5834701"/>
                </a:cubicBezTo>
                <a:close/>
                <a:moveTo>
                  <a:pt x="2729391" y="5797307"/>
                </a:moveTo>
                <a:cubicBezTo>
                  <a:pt x="2685033" y="5752949"/>
                  <a:pt x="2712887" y="5676900"/>
                  <a:pt x="2773492" y="5676900"/>
                </a:cubicBezTo>
                <a:cubicBezTo>
                  <a:pt x="2799142" y="5676900"/>
                  <a:pt x="2838450" y="5719228"/>
                  <a:pt x="2838450" y="5746849"/>
                </a:cubicBezTo>
                <a:cubicBezTo>
                  <a:pt x="2838450" y="5805085"/>
                  <a:pt x="2769206" y="5837122"/>
                  <a:pt x="2729391" y="5797307"/>
                </a:cubicBezTo>
                <a:close/>
                <a:moveTo>
                  <a:pt x="3392805" y="5798820"/>
                </a:moveTo>
                <a:cubicBezTo>
                  <a:pt x="3362031" y="5768046"/>
                  <a:pt x="3391845" y="5723690"/>
                  <a:pt x="3429690" y="5743944"/>
                </a:cubicBezTo>
                <a:cubicBezTo>
                  <a:pt x="3458976" y="5759617"/>
                  <a:pt x="3447539" y="5810250"/>
                  <a:pt x="3414712" y="5810250"/>
                </a:cubicBezTo>
                <a:cubicBezTo>
                  <a:pt x="3408949" y="5810250"/>
                  <a:pt x="3399091" y="5805106"/>
                  <a:pt x="3392805" y="5798820"/>
                </a:cubicBezTo>
                <a:close/>
                <a:moveTo>
                  <a:pt x="4448175" y="5791200"/>
                </a:moveTo>
                <a:cubicBezTo>
                  <a:pt x="4399944" y="5742969"/>
                  <a:pt x="4445422" y="5669735"/>
                  <a:pt x="4504599" y="5700337"/>
                </a:cubicBezTo>
                <a:cubicBezTo>
                  <a:pt x="4551867" y="5724780"/>
                  <a:pt x="4533915" y="5810250"/>
                  <a:pt x="4481512" y="5810250"/>
                </a:cubicBezTo>
                <a:cubicBezTo>
                  <a:pt x="4473654" y="5810250"/>
                  <a:pt x="4458652" y="5801677"/>
                  <a:pt x="4448175" y="5791200"/>
                </a:cubicBezTo>
                <a:close/>
                <a:moveTo>
                  <a:pt x="3186792" y="5785757"/>
                </a:moveTo>
                <a:cubicBezTo>
                  <a:pt x="3168895" y="5767859"/>
                  <a:pt x="3167731" y="5751478"/>
                  <a:pt x="3183255" y="5735955"/>
                </a:cubicBezTo>
                <a:cubicBezTo>
                  <a:pt x="3215277" y="5703932"/>
                  <a:pt x="3258867" y="5742905"/>
                  <a:pt x="3232744" y="5780202"/>
                </a:cubicBezTo>
                <a:cubicBezTo>
                  <a:pt x="3215623" y="5804646"/>
                  <a:pt x="3206753" y="5805718"/>
                  <a:pt x="3186792" y="5785757"/>
                </a:cubicBezTo>
                <a:close/>
                <a:moveTo>
                  <a:pt x="4949713" y="5783306"/>
                </a:moveTo>
                <a:cubicBezTo>
                  <a:pt x="4930041" y="5761568"/>
                  <a:pt x="4929216" y="5711736"/>
                  <a:pt x="4948266" y="5695925"/>
                </a:cubicBezTo>
                <a:cubicBezTo>
                  <a:pt x="4969262" y="5678500"/>
                  <a:pt x="5011525" y="5681442"/>
                  <a:pt x="5026075" y="5701342"/>
                </a:cubicBezTo>
                <a:cubicBezTo>
                  <a:pt x="5068081" y="5758788"/>
                  <a:pt x="4996782" y="5835316"/>
                  <a:pt x="4949713" y="5783306"/>
                </a:cubicBezTo>
                <a:close/>
                <a:moveTo>
                  <a:pt x="1672317" y="5757182"/>
                </a:moveTo>
                <a:cubicBezTo>
                  <a:pt x="1630578" y="5715442"/>
                  <a:pt x="1671116" y="5654973"/>
                  <a:pt x="1726676" y="5676097"/>
                </a:cubicBezTo>
                <a:cubicBezTo>
                  <a:pt x="1772153" y="5693387"/>
                  <a:pt x="1754359" y="5772150"/>
                  <a:pt x="1704975" y="5772150"/>
                </a:cubicBezTo>
                <a:cubicBezTo>
                  <a:pt x="1695245" y="5772150"/>
                  <a:pt x="1680550" y="5765414"/>
                  <a:pt x="1672317" y="5757182"/>
                </a:cubicBezTo>
                <a:close/>
                <a:moveTo>
                  <a:pt x="2019735" y="5758386"/>
                </a:moveTo>
                <a:cubicBezTo>
                  <a:pt x="1992643" y="5725743"/>
                  <a:pt x="2030008" y="5670559"/>
                  <a:pt x="2064543" y="5692208"/>
                </a:cubicBezTo>
                <a:cubicBezTo>
                  <a:pt x="2098532" y="5713515"/>
                  <a:pt x="2086306" y="5772150"/>
                  <a:pt x="2047875" y="5772150"/>
                </a:cubicBezTo>
                <a:cubicBezTo>
                  <a:pt x="2038680" y="5772150"/>
                  <a:pt x="2026017" y="5765956"/>
                  <a:pt x="2019735" y="5758386"/>
                </a:cubicBezTo>
                <a:close/>
                <a:moveTo>
                  <a:pt x="2226076" y="5737626"/>
                </a:moveTo>
                <a:cubicBezTo>
                  <a:pt x="2204309" y="5715859"/>
                  <a:pt x="2232792" y="5671700"/>
                  <a:pt x="2261495" y="5682714"/>
                </a:cubicBezTo>
                <a:cubicBezTo>
                  <a:pt x="2284826" y="5691667"/>
                  <a:pt x="2277571" y="5737973"/>
                  <a:pt x="2252270" y="5741595"/>
                </a:cubicBezTo>
                <a:cubicBezTo>
                  <a:pt x="2241577" y="5743126"/>
                  <a:pt x="2229790" y="5741340"/>
                  <a:pt x="2226076" y="5737626"/>
                </a:cubicBezTo>
                <a:close/>
                <a:moveTo>
                  <a:pt x="3774019" y="5728747"/>
                </a:moveTo>
                <a:cubicBezTo>
                  <a:pt x="3736616" y="5702549"/>
                  <a:pt x="3755366" y="5638800"/>
                  <a:pt x="3800475" y="5638800"/>
                </a:cubicBezTo>
                <a:cubicBezTo>
                  <a:pt x="3845583" y="5638800"/>
                  <a:pt x="3864333" y="5702549"/>
                  <a:pt x="3826930" y="5728747"/>
                </a:cubicBezTo>
                <a:cubicBezTo>
                  <a:pt x="3815287" y="5736902"/>
                  <a:pt x="3803382" y="5743575"/>
                  <a:pt x="3800475" y="5743575"/>
                </a:cubicBezTo>
                <a:cubicBezTo>
                  <a:pt x="3797567" y="5743575"/>
                  <a:pt x="3785662" y="5736902"/>
                  <a:pt x="3774019" y="5728747"/>
                </a:cubicBezTo>
                <a:close/>
                <a:moveTo>
                  <a:pt x="4619625" y="5686425"/>
                </a:moveTo>
                <a:cubicBezTo>
                  <a:pt x="4619625" y="5673725"/>
                  <a:pt x="4625975" y="5667375"/>
                  <a:pt x="4638675" y="5667375"/>
                </a:cubicBezTo>
                <a:cubicBezTo>
                  <a:pt x="4651375" y="5667375"/>
                  <a:pt x="4657725" y="5673725"/>
                  <a:pt x="4657725" y="5686425"/>
                </a:cubicBezTo>
                <a:cubicBezTo>
                  <a:pt x="4657725" y="5699125"/>
                  <a:pt x="4651375" y="5705475"/>
                  <a:pt x="4638675" y="5705475"/>
                </a:cubicBezTo>
                <a:cubicBezTo>
                  <a:pt x="4625975" y="5705475"/>
                  <a:pt x="4619625" y="5699125"/>
                  <a:pt x="4619625" y="5686425"/>
                </a:cubicBezTo>
                <a:close/>
                <a:moveTo>
                  <a:pt x="4164330" y="5684520"/>
                </a:moveTo>
                <a:cubicBezTo>
                  <a:pt x="4147147" y="5667337"/>
                  <a:pt x="4150582" y="5624799"/>
                  <a:pt x="4170617" y="5606668"/>
                </a:cubicBezTo>
                <a:cubicBezTo>
                  <a:pt x="4192846" y="5586551"/>
                  <a:pt x="4233858" y="5599252"/>
                  <a:pt x="4243362" y="5629195"/>
                </a:cubicBezTo>
                <a:cubicBezTo>
                  <a:pt x="4257446" y="5673572"/>
                  <a:pt x="4196233" y="5716423"/>
                  <a:pt x="4164330" y="5684520"/>
                </a:cubicBezTo>
                <a:close/>
                <a:moveTo>
                  <a:pt x="4764405" y="5674995"/>
                </a:moveTo>
                <a:cubicBezTo>
                  <a:pt x="4733919" y="5644509"/>
                  <a:pt x="4773380" y="5581035"/>
                  <a:pt x="4810477" y="5600888"/>
                </a:cubicBezTo>
                <a:cubicBezTo>
                  <a:pt x="4835358" y="5614204"/>
                  <a:pt x="4840816" y="5638913"/>
                  <a:pt x="4824408" y="5663954"/>
                </a:cubicBezTo>
                <a:cubicBezTo>
                  <a:pt x="4808421" y="5688354"/>
                  <a:pt x="4782528" y="5693118"/>
                  <a:pt x="4764405" y="5674995"/>
                </a:cubicBezTo>
                <a:close/>
                <a:moveTo>
                  <a:pt x="5149850" y="5680074"/>
                </a:moveTo>
                <a:cubicBezTo>
                  <a:pt x="5139500" y="5669725"/>
                  <a:pt x="5142609" y="5633975"/>
                  <a:pt x="5154930" y="5621655"/>
                </a:cubicBezTo>
                <a:cubicBezTo>
                  <a:pt x="5185289" y="5591295"/>
                  <a:pt x="5230754" y="5628921"/>
                  <a:pt x="5210175" y="5667375"/>
                </a:cubicBezTo>
                <a:cubicBezTo>
                  <a:pt x="5200407" y="5685626"/>
                  <a:pt x="5163228" y="5693453"/>
                  <a:pt x="5149850" y="5680074"/>
                </a:cubicBezTo>
                <a:close/>
                <a:moveTo>
                  <a:pt x="5362884" y="5667953"/>
                </a:moveTo>
                <a:cubicBezTo>
                  <a:pt x="5339136" y="5623580"/>
                  <a:pt x="5396761" y="5589055"/>
                  <a:pt x="5423466" y="5631656"/>
                </a:cubicBezTo>
                <a:cubicBezTo>
                  <a:pt x="5431048" y="5643751"/>
                  <a:pt x="5431048" y="5652898"/>
                  <a:pt x="5423466" y="5664993"/>
                </a:cubicBezTo>
                <a:cubicBezTo>
                  <a:pt x="5408037" y="5689606"/>
                  <a:pt x="5375328" y="5691204"/>
                  <a:pt x="5362884" y="5667953"/>
                </a:cubicBezTo>
                <a:close/>
                <a:moveTo>
                  <a:pt x="3026322" y="5666094"/>
                </a:moveTo>
                <a:cubicBezTo>
                  <a:pt x="3006383" y="5654935"/>
                  <a:pt x="3004771" y="5616813"/>
                  <a:pt x="3023578" y="5601205"/>
                </a:cubicBezTo>
                <a:cubicBezTo>
                  <a:pt x="3043705" y="5584501"/>
                  <a:pt x="3076575" y="5604864"/>
                  <a:pt x="3076575" y="5634037"/>
                </a:cubicBezTo>
                <a:cubicBezTo>
                  <a:pt x="3076575" y="5662063"/>
                  <a:pt x="3049725" y="5679190"/>
                  <a:pt x="3026322" y="5666094"/>
                </a:cubicBezTo>
                <a:close/>
                <a:moveTo>
                  <a:pt x="2533175" y="5637912"/>
                </a:moveTo>
                <a:cubicBezTo>
                  <a:pt x="2509411" y="5593509"/>
                  <a:pt x="2547898" y="5549164"/>
                  <a:pt x="2590440" y="5571932"/>
                </a:cubicBezTo>
                <a:cubicBezTo>
                  <a:pt x="2612265" y="5583612"/>
                  <a:pt x="2617002" y="5627837"/>
                  <a:pt x="2598420" y="5646420"/>
                </a:cubicBezTo>
                <a:cubicBezTo>
                  <a:pt x="2580349" y="5664490"/>
                  <a:pt x="2544927" y="5659871"/>
                  <a:pt x="2533175" y="5637912"/>
                </a:cubicBezTo>
                <a:close/>
                <a:moveTo>
                  <a:pt x="2365668" y="5624576"/>
                </a:moveTo>
                <a:cubicBezTo>
                  <a:pt x="2362369" y="5615978"/>
                  <a:pt x="2364237" y="5604377"/>
                  <a:pt x="2369820" y="5598795"/>
                </a:cubicBezTo>
                <a:cubicBezTo>
                  <a:pt x="2384332" y="5584282"/>
                  <a:pt x="2411829" y="5597546"/>
                  <a:pt x="2408038" y="5617230"/>
                </a:cubicBezTo>
                <a:cubicBezTo>
                  <a:pt x="2403815" y="5639155"/>
                  <a:pt x="2373294" y="5644447"/>
                  <a:pt x="2365668" y="5624576"/>
                </a:cubicBezTo>
                <a:close/>
                <a:moveTo>
                  <a:pt x="1527710" y="5615680"/>
                </a:moveTo>
                <a:cubicBezTo>
                  <a:pt x="1516137" y="5585522"/>
                  <a:pt x="1528226" y="5557899"/>
                  <a:pt x="1554315" y="5554885"/>
                </a:cubicBezTo>
                <a:cubicBezTo>
                  <a:pt x="1586596" y="5551156"/>
                  <a:pt x="1606266" y="5581092"/>
                  <a:pt x="1590675" y="5610225"/>
                </a:cubicBezTo>
                <a:cubicBezTo>
                  <a:pt x="1578817" y="5632381"/>
                  <a:pt x="1535557" y="5636129"/>
                  <a:pt x="1527710" y="5615680"/>
                </a:cubicBezTo>
                <a:close/>
                <a:moveTo>
                  <a:pt x="3259011" y="5612606"/>
                </a:moveTo>
                <a:cubicBezTo>
                  <a:pt x="3209288" y="5570532"/>
                  <a:pt x="3235956" y="5494880"/>
                  <a:pt x="3297487" y="5503454"/>
                </a:cubicBezTo>
                <a:cubicBezTo>
                  <a:pt x="3341790" y="5509627"/>
                  <a:pt x="3352800" y="5521524"/>
                  <a:pt x="3352800" y="5563226"/>
                </a:cubicBezTo>
                <a:cubicBezTo>
                  <a:pt x="3352800" y="5620669"/>
                  <a:pt x="3300859" y="5648016"/>
                  <a:pt x="3259011" y="5612606"/>
                </a:cubicBezTo>
                <a:close/>
                <a:moveTo>
                  <a:pt x="3516997" y="5622930"/>
                </a:moveTo>
                <a:cubicBezTo>
                  <a:pt x="3477867" y="5607166"/>
                  <a:pt x="3486238" y="5543550"/>
                  <a:pt x="3527442" y="5543550"/>
                </a:cubicBezTo>
                <a:cubicBezTo>
                  <a:pt x="3570309" y="5543550"/>
                  <a:pt x="3586222" y="5584763"/>
                  <a:pt x="3554456" y="5613511"/>
                </a:cubicBezTo>
                <a:cubicBezTo>
                  <a:pt x="3535923" y="5630283"/>
                  <a:pt x="3535507" y="5630387"/>
                  <a:pt x="3516997" y="5622930"/>
                </a:cubicBezTo>
                <a:close/>
                <a:moveTo>
                  <a:pt x="1866900" y="5600700"/>
                </a:moveTo>
                <a:cubicBezTo>
                  <a:pt x="1827732" y="5561532"/>
                  <a:pt x="1853198" y="5495925"/>
                  <a:pt x="1907569" y="5495925"/>
                </a:cubicBezTo>
                <a:cubicBezTo>
                  <a:pt x="1936473" y="5495925"/>
                  <a:pt x="1948434" y="5510765"/>
                  <a:pt x="1944439" y="5541673"/>
                </a:cubicBezTo>
                <a:cubicBezTo>
                  <a:pt x="1942880" y="5553737"/>
                  <a:pt x="1946752" y="5569811"/>
                  <a:pt x="1953043" y="5577391"/>
                </a:cubicBezTo>
                <a:cubicBezTo>
                  <a:pt x="1983549" y="5614149"/>
                  <a:pt x="1902326" y="5636126"/>
                  <a:pt x="1866900" y="5600700"/>
                </a:cubicBezTo>
                <a:close/>
                <a:moveTo>
                  <a:pt x="3938726" y="5597486"/>
                </a:moveTo>
                <a:cubicBezTo>
                  <a:pt x="3919365" y="5567938"/>
                  <a:pt x="3928140" y="5528663"/>
                  <a:pt x="3958557" y="5508733"/>
                </a:cubicBezTo>
                <a:cubicBezTo>
                  <a:pt x="3979352" y="5495108"/>
                  <a:pt x="3982959" y="5495657"/>
                  <a:pt x="4009123" y="5516424"/>
                </a:cubicBezTo>
                <a:cubicBezTo>
                  <a:pt x="4045814" y="5545548"/>
                  <a:pt x="4050825" y="5559108"/>
                  <a:pt x="4036216" y="5589742"/>
                </a:cubicBezTo>
                <a:cubicBezTo>
                  <a:pt x="4018847" y="5626163"/>
                  <a:pt x="3960550" y="5630794"/>
                  <a:pt x="3938726" y="5597486"/>
                </a:cubicBezTo>
                <a:close/>
                <a:moveTo>
                  <a:pt x="4391404" y="5586870"/>
                </a:moveTo>
                <a:cubicBezTo>
                  <a:pt x="4373469" y="5565259"/>
                  <a:pt x="4383249" y="5538787"/>
                  <a:pt x="4409167" y="5538787"/>
                </a:cubicBezTo>
                <a:cubicBezTo>
                  <a:pt x="4439213" y="5538787"/>
                  <a:pt x="4456233" y="5565225"/>
                  <a:pt x="4439312" y="5585614"/>
                </a:cubicBezTo>
                <a:cubicBezTo>
                  <a:pt x="4423710" y="5604413"/>
                  <a:pt x="4406342" y="5604869"/>
                  <a:pt x="4391404" y="5586870"/>
                </a:cubicBezTo>
                <a:close/>
                <a:moveTo>
                  <a:pt x="2830830" y="5570220"/>
                </a:moveTo>
                <a:cubicBezTo>
                  <a:pt x="2800634" y="5540024"/>
                  <a:pt x="2832571" y="5487011"/>
                  <a:pt x="2869160" y="5506592"/>
                </a:cubicBezTo>
                <a:cubicBezTo>
                  <a:pt x="2898316" y="5522196"/>
                  <a:pt x="2885308" y="5581650"/>
                  <a:pt x="2852737" y="5581650"/>
                </a:cubicBezTo>
                <a:cubicBezTo>
                  <a:pt x="2846974" y="5581650"/>
                  <a:pt x="2837116" y="5576506"/>
                  <a:pt x="2830830" y="5570220"/>
                </a:cubicBezTo>
                <a:close/>
                <a:moveTo>
                  <a:pt x="1333101" y="5528650"/>
                </a:moveTo>
                <a:cubicBezTo>
                  <a:pt x="1292282" y="5486859"/>
                  <a:pt x="1291353" y="5484645"/>
                  <a:pt x="1309126" y="5471500"/>
                </a:cubicBezTo>
                <a:cubicBezTo>
                  <a:pt x="1362306" y="5432167"/>
                  <a:pt x="1420074" y="5490133"/>
                  <a:pt x="1394393" y="5557058"/>
                </a:cubicBezTo>
                <a:cubicBezTo>
                  <a:pt x="1385873" y="5579259"/>
                  <a:pt x="1379773" y="5576432"/>
                  <a:pt x="1333101" y="5528650"/>
                </a:cubicBezTo>
                <a:close/>
                <a:moveTo>
                  <a:pt x="5521762" y="5566212"/>
                </a:moveTo>
                <a:cubicBezTo>
                  <a:pt x="5507356" y="5551806"/>
                  <a:pt x="5514915" y="5506752"/>
                  <a:pt x="5532683" y="5501113"/>
                </a:cubicBezTo>
                <a:cubicBezTo>
                  <a:pt x="5564610" y="5490979"/>
                  <a:pt x="5582937" y="5505186"/>
                  <a:pt x="5579781" y="5537622"/>
                </a:cubicBezTo>
                <a:cubicBezTo>
                  <a:pt x="5576923" y="5566991"/>
                  <a:pt x="5540493" y="5584943"/>
                  <a:pt x="5521762" y="5566212"/>
                </a:cubicBezTo>
                <a:close/>
                <a:moveTo>
                  <a:pt x="2128272" y="5542635"/>
                </a:moveTo>
                <a:cubicBezTo>
                  <a:pt x="2119875" y="5529048"/>
                  <a:pt x="2147673" y="5501250"/>
                  <a:pt x="2161260" y="5509647"/>
                </a:cubicBezTo>
                <a:cubicBezTo>
                  <a:pt x="2167002" y="5513196"/>
                  <a:pt x="2171700" y="5524418"/>
                  <a:pt x="2171700" y="5534587"/>
                </a:cubicBezTo>
                <a:cubicBezTo>
                  <a:pt x="2171700" y="5554818"/>
                  <a:pt x="2139491" y="5560787"/>
                  <a:pt x="2128272" y="5542635"/>
                </a:cubicBezTo>
                <a:close/>
                <a:moveTo>
                  <a:pt x="3681251" y="5533516"/>
                </a:moveTo>
                <a:cubicBezTo>
                  <a:pt x="3672159" y="5504870"/>
                  <a:pt x="3699001" y="5477809"/>
                  <a:pt x="3722072" y="5492362"/>
                </a:cubicBezTo>
                <a:cubicBezTo>
                  <a:pt x="3731141" y="5498082"/>
                  <a:pt x="3738562" y="5513012"/>
                  <a:pt x="3738562" y="5525538"/>
                </a:cubicBezTo>
                <a:cubicBezTo>
                  <a:pt x="3738562" y="5557451"/>
                  <a:pt x="3690951" y="5564079"/>
                  <a:pt x="3681251" y="5533516"/>
                </a:cubicBezTo>
                <a:close/>
                <a:moveTo>
                  <a:pt x="4953435" y="5539311"/>
                </a:moveTo>
                <a:cubicBezTo>
                  <a:pt x="4934089" y="5516002"/>
                  <a:pt x="4944998" y="5482013"/>
                  <a:pt x="4972865" y="5478774"/>
                </a:cubicBezTo>
                <a:cubicBezTo>
                  <a:pt x="5007340" y="5474767"/>
                  <a:pt x="5025757" y="5498810"/>
                  <a:pt x="5011754" y="5529544"/>
                </a:cubicBezTo>
                <a:cubicBezTo>
                  <a:pt x="4999846" y="5555679"/>
                  <a:pt x="4971024" y="5560506"/>
                  <a:pt x="4953435" y="5539311"/>
                </a:cubicBezTo>
                <a:close/>
                <a:moveTo>
                  <a:pt x="5259919" y="5528722"/>
                </a:moveTo>
                <a:cubicBezTo>
                  <a:pt x="5237670" y="5513138"/>
                  <a:pt x="5231831" y="5473990"/>
                  <a:pt x="5247953" y="5448493"/>
                </a:cubicBezTo>
                <a:cubicBezTo>
                  <a:pt x="5257306" y="5433702"/>
                  <a:pt x="5314950" y="5425793"/>
                  <a:pt x="5314950" y="5439301"/>
                </a:cubicBezTo>
                <a:cubicBezTo>
                  <a:pt x="5314950" y="5443603"/>
                  <a:pt x="5326737" y="5446316"/>
                  <a:pt x="5341143" y="5445330"/>
                </a:cubicBezTo>
                <a:cubicBezTo>
                  <a:pt x="5364803" y="5443711"/>
                  <a:pt x="5367618" y="5446906"/>
                  <a:pt x="5370239" y="5478351"/>
                </a:cubicBezTo>
                <a:cubicBezTo>
                  <a:pt x="5374958" y="5534950"/>
                  <a:pt x="5310699" y="5564290"/>
                  <a:pt x="5259919" y="5528722"/>
                </a:cubicBezTo>
                <a:close/>
                <a:moveTo>
                  <a:pt x="2288119" y="5509672"/>
                </a:moveTo>
                <a:cubicBezTo>
                  <a:pt x="2257140" y="5487973"/>
                  <a:pt x="2258901" y="5434962"/>
                  <a:pt x="2291307" y="5413729"/>
                </a:cubicBezTo>
                <a:cubicBezTo>
                  <a:pt x="2345450" y="5378253"/>
                  <a:pt x="2398344" y="5464078"/>
                  <a:pt x="2347154" y="5504344"/>
                </a:cubicBezTo>
                <a:cubicBezTo>
                  <a:pt x="2316514" y="5528445"/>
                  <a:pt x="2315103" y="5528573"/>
                  <a:pt x="2288119" y="5509672"/>
                </a:cubicBezTo>
                <a:close/>
                <a:moveTo>
                  <a:pt x="4601266" y="5499402"/>
                </a:moveTo>
                <a:cubicBezTo>
                  <a:pt x="4575749" y="5466964"/>
                  <a:pt x="4580855" y="5430033"/>
                  <a:pt x="4613907" y="5407964"/>
                </a:cubicBezTo>
                <a:cubicBezTo>
                  <a:pt x="4640144" y="5390445"/>
                  <a:pt x="4695825" y="5429397"/>
                  <a:pt x="4695825" y="5465271"/>
                </a:cubicBezTo>
                <a:cubicBezTo>
                  <a:pt x="4695825" y="5518340"/>
                  <a:pt x="4633779" y="5540736"/>
                  <a:pt x="4601266" y="5499402"/>
                </a:cubicBezTo>
                <a:close/>
                <a:moveTo>
                  <a:pt x="2614099" y="5485570"/>
                </a:moveTo>
                <a:cubicBezTo>
                  <a:pt x="2605098" y="5471005"/>
                  <a:pt x="2624633" y="5454149"/>
                  <a:pt x="2642547" y="5461023"/>
                </a:cubicBezTo>
                <a:cubicBezTo>
                  <a:pt x="2650757" y="5464174"/>
                  <a:pt x="2657475" y="5473316"/>
                  <a:pt x="2657475" y="5481338"/>
                </a:cubicBezTo>
                <a:cubicBezTo>
                  <a:pt x="2657475" y="5497985"/>
                  <a:pt x="2623802" y="5501270"/>
                  <a:pt x="2614099" y="5485570"/>
                </a:cubicBezTo>
                <a:close/>
                <a:moveTo>
                  <a:pt x="1676878" y="5453638"/>
                </a:moveTo>
                <a:cubicBezTo>
                  <a:pt x="1661551" y="5435171"/>
                  <a:pt x="1667869" y="5390667"/>
                  <a:pt x="1687566" y="5378338"/>
                </a:cubicBezTo>
                <a:cubicBezTo>
                  <a:pt x="1729253" y="5352245"/>
                  <a:pt x="1776485" y="5420604"/>
                  <a:pt x="1741170" y="5455920"/>
                </a:cubicBezTo>
                <a:cubicBezTo>
                  <a:pt x="1725547" y="5471542"/>
                  <a:pt x="1690711" y="5470306"/>
                  <a:pt x="1676878" y="5453638"/>
                </a:cubicBezTo>
                <a:close/>
                <a:moveTo>
                  <a:pt x="3000375" y="5448300"/>
                </a:moveTo>
                <a:cubicBezTo>
                  <a:pt x="2989897" y="5437822"/>
                  <a:pt x="2981325" y="5420677"/>
                  <a:pt x="2981325" y="5410200"/>
                </a:cubicBezTo>
                <a:cubicBezTo>
                  <a:pt x="2981325" y="5388901"/>
                  <a:pt x="3012859" y="5353050"/>
                  <a:pt x="3031593" y="5353050"/>
                </a:cubicBezTo>
                <a:cubicBezTo>
                  <a:pt x="3078235" y="5353050"/>
                  <a:pt x="3103472" y="5420100"/>
                  <a:pt x="3068681" y="5451586"/>
                </a:cubicBezTo>
                <a:cubicBezTo>
                  <a:pt x="3045533" y="5472535"/>
                  <a:pt x="3023552" y="5471477"/>
                  <a:pt x="3000375" y="5448300"/>
                </a:cubicBezTo>
                <a:close/>
                <a:moveTo>
                  <a:pt x="4142730" y="5447095"/>
                </a:moveTo>
                <a:cubicBezTo>
                  <a:pt x="4127536" y="5418705"/>
                  <a:pt x="4145381" y="5381577"/>
                  <a:pt x="4174127" y="5381770"/>
                </a:cubicBezTo>
                <a:cubicBezTo>
                  <a:pt x="4216594" y="5382057"/>
                  <a:pt x="4236290" y="5414745"/>
                  <a:pt x="4213553" y="5447206"/>
                </a:cubicBezTo>
                <a:cubicBezTo>
                  <a:pt x="4195182" y="5473435"/>
                  <a:pt x="4156794" y="5473374"/>
                  <a:pt x="4142730" y="5447095"/>
                </a:cubicBezTo>
                <a:close/>
                <a:moveTo>
                  <a:pt x="5669280" y="5446395"/>
                </a:moveTo>
                <a:cubicBezTo>
                  <a:pt x="5626259" y="5403374"/>
                  <a:pt x="5682550" y="5330753"/>
                  <a:pt x="5736860" y="5359209"/>
                </a:cubicBezTo>
                <a:lnTo>
                  <a:pt x="5763254" y="5373038"/>
                </a:lnTo>
                <a:lnTo>
                  <a:pt x="5744037" y="5398762"/>
                </a:lnTo>
                <a:cubicBezTo>
                  <a:pt x="5694664" y="5464856"/>
                  <a:pt x="5690435" y="5467550"/>
                  <a:pt x="5669280" y="5446395"/>
                </a:cubicBezTo>
                <a:close/>
                <a:moveTo>
                  <a:pt x="2078355" y="5417820"/>
                </a:moveTo>
                <a:cubicBezTo>
                  <a:pt x="2062688" y="5402153"/>
                  <a:pt x="2063985" y="5367347"/>
                  <a:pt x="2080755" y="5353429"/>
                </a:cubicBezTo>
                <a:cubicBezTo>
                  <a:pt x="2098741" y="5338502"/>
                  <a:pt x="2131041" y="5349034"/>
                  <a:pt x="2138402" y="5372227"/>
                </a:cubicBezTo>
                <a:cubicBezTo>
                  <a:pt x="2151213" y="5412589"/>
                  <a:pt x="2106826" y="5446291"/>
                  <a:pt x="2078355" y="5417820"/>
                </a:cubicBezTo>
                <a:close/>
                <a:moveTo>
                  <a:pt x="1459639" y="5408704"/>
                </a:moveTo>
                <a:cubicBezTo>
                  <a:pt x="1426658" y="5375723"/>
                  <a:pt x="1464663" y="5321964"/>
                  <a:pt x="1505506" y="5343822"/>
                </a:cubicBezTo>
                <a:cubicBezTo>
                  <a:pt x="1535377" y="5359809"/>
                  <a:pt x="1527947" y="5413944"/>
                  <a:pt x="1495358" y="5417753"/>
                </a:cubicBezTo>
                <a:cubicBezTo>
                  <a:pt x="1482224" y="5419287"/>
                  <a:pt x="1466150" y="5415215"/>
                  <a:pt x="1459639" y="5408704"/>
                </a:cubicBezTo>
                <a:close/>
                <a:moveTo>
                  <a:pt x="2709827" y="5400636"/>
                </a:moveTo>
                <a:cubicBezTo>
                  <a:pt x="2685981" y="5374287"/>
                  <a:pt x="2703278" y="5334000"/>
                  <a:pt x="2738437" y="5334000"/>
                </a:cubicBezTo>
                <a:cubicBezTo>
                  <a:pt x="2773596" y="5334000"/>
                  <a:pt x="2790893" y="5374287"/>
                  <a:pt x="2767047" y="5400636"/>
                </a:cubicBezTo>
                <a:cubicBezTo>
                  <a:pt x="2757546" y="5411135"/>
                  <a:pt x="2744671" y="5419725"/>
                  <a:pt x="2738437" y="5419725"/>
                </a:cubicBezTo>
                <a:cubicBezTo>
                  <a:pt x="2732203" y="5419725"/>
                  <a:pt x="2719328" y="5411135"/>
                  <a:pt x="2709827" y="5400636"/>
                </a:cubicBezTo>
                <a:close/>
                <a:moveTo>
                  <a:pt x="3421380" y="5408295"/>
                </a:moveTo>
                <a:cubicBezTo>
                  <a:pt x="3403903" y="5390818"/>
                  <a:pt x="3407769" y="5354887"/>
                  <a:pt x="3428309" y="5343894"/>
                </a:cubicBezTo>
                <a:cubicBezTo>
                  <a:pt x="3453143" y="5330604"/>
                  <a:pt x="3475575" y="5340788"/>
                  <a:pt x="3482533" y="5368511"/>
                </a:cubicBezTo>
                <a:cubicBezTo>
                  <a:pt x="3492585" y="5408562"/>
                  <a:pt x="3449606" y="5436521"/>
                  <a:pt x="3421380" y="5408295"/>
                </a:cubicBezTo>
                <a:close/>
                <a:moveTo>
                  <a:pt x="4800979" y="5405895"/>
                </a:moveTo>
                <a:cubicBezTo>
                  <a:pt x="4775677" y="5375407"/>
                  <a:pt x="4812840" y="5328573"/>
                  <a:pt x="4845843" y="5349357"/>
                </a:cubicBezTo>
                <a:cubicBezTo>
                  <a:pt x="4878822" y="5370125"/>
                  <a:pt x="4867073" y="5419725"/>
                  <a:pt x="4829175" y="5419725"/>
                </a:cubicBezTo>
                <a:cubicBezTo>
                  <a:pt x="4819980" y="5419725"/>
                  <a:pt x="4807292" y="5413501"/>
                  <a:pt x="4800979" y="5405895"/>
                </a:cubicBezTo>
                <a:close/>
                <a:moveTo>
                  <a:pt x="3867585" y="5396436"/>
                </a:moveTo>
                <a:cubicBezTo>
                  <a:pt x="3851599" y="5377175"/>
                  <a:pt x="3858976" y="5339607"/>
                  <a:pt x="3879513" y="5335692"/>
                </a:cubicBezTo>
                <a:cubicBezTo>
                  <a:pt x="3918994" y="5328165"/>
                  <a:pt x="3940803" y="5381647"/>
                  <a:pt x="3905876" y="5400339"/>
                </a:cubicBezTo>
                <a:cubicBezTo>
                  <a:pt x="3882290" y="5412962"/>
                  <a:pt x="3881208" y="5412852"/>
                  <a:pt x="3867585" y="5396436"/>
                </a:cubicBezTo>
                <a:close/>
                <a:moveTo>
                  <a:pt x="4376737" y="5399123"/>
                </a:moveTo>
                <a:cubicBezTo>
                  <a:pt x="4344872" y="5381824"/>
                  <a:pt x="4333875" y="5360871"/>
                  <a:pt x="4333875" y="5317459"/>
                </a:cubicBezTo>
                <a:cubicBezTo>
                  <a:pt x="4333875" y="5207446"/>
                  <a:pt x="4446652" y="5205566"/>
                  <a:pt x="4462529" y="5315314"/>
                </a:cubicBezTo>
                <a:cubicBezTo>
                  <a:pt x="4471794" y="5379354"/>
                  <a:pt x="4424831" y="5425232"/>
                  <a:pt x="4376737" y="5399123"/>
                </a:cubicBezTo>
                <a:close/>
                <a:moveTo>
                  <a:pt x="3167742" y="5385707"/>
                </a:moveTo>
                <a:cubicBezTo>
                  <a:pt x="3142458" y="5360422"/>
                  <a:pt x="3158771" y="5305425"/>
                  <a:pt x="3191555" y="5305425"/>
                </a:cubicBezTo>
                <a:cubicBezTo>
                  <a:pt x="3202261" y="5305425"/>
                  <a:pt x="3238500" y="5340552"/>
                  <a:pt x="3238500" y="5350930"/>
                </a:cubicBezTo>
                <a:cubicBezTo>
                  <a:pt x="3238500" y="5365750"/>
                  <a:pt x="3208505" y="5400675"/>
                  <a:pt x="3195777" y="5400675"/>
                </a:cubicBezTo>
                <a:cubicBezTo>
                  <a:pt x="3188590" y="5400675"/>
                  <a:pt x="3175975" y="5393939"/>
                  <a:pt x="3167742" y="5385707"/>
                </a:cubicBezTo>
                <a:close/>
                <a:moveTo>
                  <a:pt x="3635263" y="5383256"/>
                </a:moveTo>
                <a:cubicBezTo>
                  <a:pt x="3580705" y="5322970"/>
                  <a:pt x="3657002" y="5217467"/>
                  <a:pt x="3722155" y="5263102"/>
                </a:cubicBezTo>
                <a:cubicBezTo>
                  <a:pt x="3746433" y="5280107"/>
                  <a:pt x="3750349" y="5305425"/>
                  <a:pt x="3728702" y="5305425"/>
                </a:cubicBezTo>
                <a:cubicBezTo>
                  <a:pt x="3717196" y="5305425"/>
                  <a:pt x="3716181" y="5309352"/>
                  <a:pt x="3723939" y="5323848"/>
                </a:cubicBezTo>
                <a:cubicBezTo>
                  <a:pt x="3752657" y="5377509"/>
                  <a:pt x="3676335" y="5428640"/>
                  <a:pt x="3635263" y="5383256"/>
                </a:cubicBezTo>
                <a:close/>
                <a:moveTo>
                  <a:pt x="1244000" y="5376002"/>
                </a:moveTo>
                <a:cubicBezTo>
                  <a:pt x="1236198" y="5355670"/>
                  <a:pt x="1244944" y="5343525"/>
                  <a:pt x="1267387" y="5343525"/>
                </a:cubicBezTo>
                <a:cubicBezTo>
                  <a:pt x="1280757" y="5343525"/>
                  <a:pt x="1285875" y="5350116"/>
                  <a:pt x="1285875" y="5367337"/>
                </a:cubicBezTo>
                <a:cubicBezTo>
                  <a:pt x="1285875" y="5394781"/>
                  <a:pt x="1253757" y="5401428"/>
                  <a:pt x="1244000" y="5376002"/>
                </a:cubicBezTo>
                <a:close/>
                <a:moveTo>
                  <a:pt x="5044167" y="5376182"/>
                </a:moveTo>
                <a:cubicBezTo>
                  <a:pt x="5009838" y="5341853"/>
                  <a:pt x="5031464" y="5302963"/>
                  <a:pt x="5082557" y="5307147"/>
                </a:cubicBezTo>
                <a:cubicBezTo>
                  <a:pt x="5114607" y="5309771"/>
                  <a:pt x="5120084" y="5313607"/>
                  <a:pt x="5122585" y="5335183"/>
                </a:cubicBezTo>
                <a:cubicBezTo>
                  <a:pt x="5127939" y="5381355"/>
                  <a:pt x="5076325" y="5408339"/>
                  <a:pt x="5044167" y="5376182"/>
                </a:cubicBezTo>
                <a:close/>
                <a:moveTo>
                  <a:pt x="2456854" y="5352454"/>
                </a:moveTo>
                <a:cubicBezTo>
                  <a:pt x="2430176" y="5325776"/>
                  <a:pt x="2437754" y="5310768"/>
                  <a:pt x="2479694" y="5307226"/>
                </a:cubicBezTo>
                <a:cubicBezTo>
                  <a:pt x="2521736" y="5303676"/>
                  <a:pt x="2535388" y="5324815"/>
                  <a:pt x="2509516" y="5353404"/>
                </a:cubicBezTo>
                <a:cubicBezTo>
                  <a:pt x="2488217" y="5376939"/>
                  <a:pt x="2481212" y="5376812"/>
                  <a:pt x="2456854" y="5352454"/>
                </a:cubicBezTo>
                <a:close/>
                <a:moveTo>
                  <a:pt x="1893093" y="5352287"/>
                </a:moveTo>
                <a:cubicBezTo>
                  <a:pt x="1862297" y="5334349"/>
                  <a:pt x="1872239" y="5305425"/>
                  <a:pt x="1909200" y="5305425"/>
                </a:cubicBezTo>
                <a:cubicBezTo>
                  <a:pt x="1949089" y="5305425"/>
                  <a:pt x="1956380" y="5314874"/>
                  <a:pt x="1937400" y="5341972"/>
                </a:cubicBezTo>
                <a:cubicBezTo>
                  <a:pt x="1921218" y="5365075"/>
                  <a:pt x="1916812" y="5366101"/>
                  <a:pt x="1893093" y="5352287"/>
                </a:cubicBezTo>
                <a:close/>
                <a:moveTo>
                  <a:pt x="5428587" y="5347489"/>
                </a:moveTo>
                <a:cubicBezTo>
                  <a:pt x="5411880" y="5327358"/>
                  <a:pt x="5428549" y="5300662"/>
                  <a:pt x="5457825" y="5300662"/>
                </a:cubicBezTo>
                <a:cubicBezTo>
                  <a:pt x="5487100" y="5300662"/>
                  <a:pt x="5503769" y="5327358"/>
                  <a:pt x="5487062" y="5347489"/>
                </a:cubicBezTo>
                <a:cubicBezTo>
                  <a:pt x="5480176" y="5355786"/>
                  <a:pt x="5467019" y="5362575"/>
                  <a:pt x="5457825" y="5362575"/>
                </a:cubicBezTo>
                <a:cubicBezTo>
                  <a:pt x="5448630" y="5362575"/>
                  <a:pt x="5435473" y="5355786"/>
                  <a:pt x="5428587" y="5347489"/>
                </a:cubicBezTo>
                <a:close/>
                <a:moveTo>
                  <a:pt x="5226843" y="5342762"/>
                </a:moveTo>
                <a:cubicBezTo>
                  <a:pt x="5217675" y="5337422"/>
                  <a:pt x="5210175" y="5326837"/>
                  <a:pt x="5210175" y="5319239"/>
                </a:cubicBezTo>
                <a:cubicBezTo>
                  <a:pt x="5210175" y="5310157"/>
                  <a:pt x="5200114" y="5305425"/>
                  <a:pt x="5180806" y="5305425"/>
                </a:cubicBezTo>
                <a:cubicBezTo>
                  <a:pt x="5149192" y="5305425"/>
                  <a:pt x="5146802" y="5290379"/>
                  <a:pt x="5175619" y="5272767"/>
                </a:cubicBezTo>
                <a:cubicBezTo>
                  <a:pt x="5188903" y="5264649"/>
                  <a:pt x="5195917" y="5266945"/>
                  <a:pt x="5209917" y="5283993"/>
                </a:cubicBezTo>
                <a:cubicBezTo>
                  <a:pt x="5219917" y="5296171"/>
                  <a:pt x="5238166" y="5305425"/>
                  <a:pt x="5252183" y="5305425"/>
                </a:cubicBezTo>
                <a:cubicBezTo>
                  <a:pt x="5265749" y="5305425"/>
                  <a:pt x="5276850" y="5309405"/>
                  <a:pt x="5276850" y="5314269"/>
                </a:cubicBezTo>
                <a:cubicBezTo>
                  <a:pt x="5276850" y="5321682"/>
                  <a:pt x="5250558" y="5353670"/>
                  <a:pt x="5245213" y="5352760"/>
                </a:cubicBezTo>
                <a:cubicBezTo>
                  <a:pt x="5244277" y="5352601"/>
                  <a:pt x="5236011" y="5348101"/>
                  <a:pt x="5226843" y="5342762"/>
                </a:cubicBezTo>
                <a:close/>
                <a:moveTo>
                  <a:pt x="1507104" y="5294199"/>
                </a:moveTo>
                <a:cubicBezTo>
                  <a:pt x="1517510" y="5262981"/>
                  <a:pt x="1571625" y="5260162"/>
                  <a:pt x="1571625" y="5290838"/>
                </a:cubicBezTo>
                <a:cubicBezTo>
                  <a:pt x="1571625" y="5301223"/>
                  <a:pt x="1561793" y="5305425"/>
                  <a:pt x="1537493" y="5305425"/>
                </a:cubicBezTo>
                <a:cubicBezTo>
                  <a:pt x="1515525" y="5305425"/>
                  <a:pt x="1504695" y="5301424"/>
                  <a:pt x="1507104" y="5294199"/>
                </a:cubicBezTo>
                <a:close/>
                <a:moveTo>
                  <a:pt x="2066925" y="5288195"/>
                </a:moveTo>
                <a:cubicBezTo>
                  <a:pt x="2066925" y="5238145"/>
                  <a:pt x="2131680" y="5217775"/>
                  <a:pt x="2163980" y="5257664"/>
                </a:cubicBezTo>
                <a:cubicBezTo>
                  <a:pt x="2194886" y="5295831"/>
                  <a:pt x="2186871" y="5305425"/>
                  <a:pt x="2124075" y="5305425"/>
                </a:cubicBezTo>
                <a:cubicBezTo>
                  <a:pt x="2075287" y="5305425"/>
                  <a:pt x="2066925" y="5302903"/>
                  <a:pt x="2066925" y="5288195"/>
                </a:cubicBezTo>
                <a:close/>
                <a:moveTo>
                  <a:pt x="2571750" y="5295273"/>
                </a:moveTo>
                <a:cubicBezTo>
                  <a:pt x="2571750" y="5238749"/>
                  <a:pt x="2647570" y="5214895"/>
                  <a:pt x="2678760" y="5261607"/>
                </a:cubicBezTo>
                <a:cubicBezTo>
                  <a:pt x="2700225" y="5293753"/>
                  <a:pt x="2686944" y="5305425"/>
                  <a:pt x="2628900" y="5305425"/>
                </a:cubicBezTo>
                <a:cubicBezTo>
                  <a:pt x="2594799" y="5305425"/>
                  <a:pt x="2571750" y="5301330"/>
                  <a:pt x="2571750" y="5295273"/>
                </a:cubicBezTo>
                <a:close/>
                <a:moveTo>
                  <a:pt x="3964180" y="5288756"/>
                </a:moveTo>
                <a:cubicBezTo>
                  <a:pt x="3968022" y="5268595"/>
                  <a:pt x="4005766" y="5261457"/>
                  <a:pt x="4024836" y="5277285"/>
                </a:cubicBezTo>
                <a:cubicBezTo>
                  <a:pt x="4048133" y="5296619"/>
                  <a:pt x="4040299" y="5305425"/>
                  <a:pt x="3999801" y="5305425"/>
                </a:cubicBezTo>
                <a:cubicBezTo>
                  <a:pt x="3967990" y="5305425"/>
                  <a:pt x="3961575" y="5302423"/>
                  <a:pt x="3964180" y="5288756"/>
                </a:cubicBezTo>
                <a:close/>
                <a:moveTo>
                  <a:pt x="4812506" y="5293518"/>
                </a:moveTo>
                <a:cubicBezTo>
                  <a:pt x="4814689" y="5286970"/>
                  <a:pt x="4828619" y="5281612"/>
                  <a:pt x="4843462" y="5281612"/>
                </a:cubicBezTo>
                <a:cubicBezTo>
                  <a:pt x="4858305" y="5281612"/>
                  <a:pt x="4872235" y="5286970"/>
                  <a:pt x="4874418" y="5293518"/>
                </a:cubicBezTo>
                <a:cubicBezTo>
                  <a:pt x="4877112" y="5301600"/>
                  <a:pt x="4867169" y="5305425"/>
                  <a:pt x="4843462" y="5305425"/>
                </a:cubicBezTo>
                <a:cubicBezTo>
                  <a:pt x="4819755" y="5305425"/>
                  <a:pt x="4809812" y="5301600"/>
                  <a:pt x="4812506" y="5293518"/>
                </a:cubicBezTo>
                <a:close/>
                <a:moveTo>
                  <a:pt x="5347182" y="5263118"/>
                </a:moveTo>
                <a:cubicBezTo>
                  <a:pt x="5344284" y="5255566"/>
                  <a:pt x="5343406" y="5241636"/>
                  <a:pt x="5345231" y="5232162"/>
                </a:cubicBezTo>
                <a:cubicBezTo>
                  <a:pt x="5349861" y="5208119"/>
                  <a:pt x="5403847" y="5208035"/>
                  <a:pt x="5408474" y="5232063"/>
                </a:cubicBezTo>
                <a:cubicBezTo>
                  <a:pt x="5415308" y="5267546"/>
                  <a:pt x="5359695" y="5295724"/>
                  <a:pt x="5347182" y="5263118"/>
                </a:cubicBezTo>
                <a:close/>
                <a:moveTo>
                  <a:pt x="3259669" y="5252497"/>
                </a:moveTo>
                <a:cubicBezTo>
                  <a:pt x="3217957" y="5223281"/>
                  <a:pt x="3242359" y="5143500"/>
                  <a:pt x="3293006" y="5143500"/>
                </a:cubicBezTo>
                <a:cubicBezTo>
                  <a:pt x="3313466" y="5143500"/>
                  <a:pt x="3343275" y="5180213"/>
                  <a:pt x="3343275" y="5205412"/>
                </a:cubicBezTo>
                <a:cubicBezTo>
                  <a:pt x="3343275" y="5230611"/>
                  <a:pt x="3313466" y="5267325"/>
                  <a:pt x="3293006" y="5267325"/>
                </a:cubicBezTo>
                <a:cubicBezTo>
                  <a:pt x="3286314" y="5267325"/>
                  <a:pt x="3271312" y="5260652"/>
                  <a:pt x="3259669" y="5252497"/>
                </a:cubicBezTo>
                <a:close/>
                <a:moveTo>
                  <a:pt x="1733929" y="5243970"/>
                </a:moveTo>
                <a:cubicBezTo>
                  <a:pt x="1715994" y="5222359"/>
                  <a:pt x="1725774" y="5195887"/>
                  <a:pt x="1751692" y="5195887"/>
                </a:cubicBezTo>
                <a:cubicBezTo>
                  <a:pt x="1781738" y="5195887"/>
                  <a:pt x="1798758" y="5222325"/>
                  <a:pt x="1781837" y="5242714"/>
                </a:cubicBezTo>
                <a:cubicBezTo>
                  <a:pt x="1766235" y="5261513"/>
                  <a:pt x="1748867" y="5261969"/>
                  <a:pt x="1733929" y="5243970"/>
                </a:cubicBezTo>
                <a:close/>
                <a:moveTo>
                  <a:pt x="1339547" y="5228533"/>
                </a:moveTo>
                <a:cubicBezTo>
                  <a:pt x="1308251" y="5203916"/>
                  <a:pt x="1307468" y="5172429"/>
                  <a:pt x="1337452" y="5144261"/>
                </a:cubicBezTo>
                <a:cubicBezTo>
                  <a:pt x="1364420" y="5118925"/>
                  <a:pt x="1393007" y="5123705"/>
                  <a:pt x="1414969" y="5157224"/>
                </a:cubicBezTo>
                <a:cubicBezTo>
                  <a:pt x="1432160" y="5183460"/>
                  <a:pt x="1420942" y="5222538"/>
                  <a:pt x="1391732" y="5238170"/>
                </a:cubicBezTo>
                <a:cubicBezTo>
                  <a:pt x="1367290" y="5251251"/>
                  <a:pt x="1368777" y="5251526"/>
                  <a:pt x="1339547" y="5228533"/>
                </a:cubicBezTo>
                <a:close/>
                <a:moveTo>
                  <a:pt x="2987563" y="5230856"/>
                </a:moveTo>
                <a:cubicBezTo>
                  <a:pt x="2953492" y="5193208"/>
                  <a:pt x="2981119" y="5136602"/>
                  <a:pt x="3027842" y="5148328"/>
                </a:cubicBezTo>
                <a:cubicBezTo>
                  <a:pt x="3069891" y="5158882"/>
                  <a:pt x="3081487" y="5203682"/>
                  <a:pt x="3049631" y="5232511"/>
                </a:cubicBezTo>
                <a:cubicBezTo>
                  <a:pt x="3026991" y="5252999"/>
                  <a:pt x="3007124" y="5252470"/>
                  <a:pt x="2987563" y="5230856"/>
                </a:cubicBezTo>
                <a:close/>
                <a:moveTo>
                  <a:pt x="1193823" y="5223822"/>
                </a:moveTo>
                <a:cubicBezTo>
                  <a:pt x="1185885" y="5203134"/>
                  <a:pt x="1206039" y="5183679"/>
                  <a:pt x="1220464" y="5198104"/>
                </a:cubicBezTo>
                <a:cubicBezTo>
                  <a:pt x="1232657" y="5210297"/>
                  <a:pt x="1225103" y="5238750"/>
                  <a:pt x="1209675" y="5238750"/>
                </a:cubicBezTo>
                <a:cubicBezTo>
                  <a:pt x="1204107" y="5238750"/>
                  <a:pt x="1196974" y="5232032"/>
                  <a:pt x="1193823" y="5223822"/>
                </a:cubicBezTo>
                <a:close/>
                <a:moveTo>
                  <a:pt x="2409825" y="5219700"/>
                </a:moveTo>
                <a:cubicBezTo>
                  <a:pt x="2394233" y="5190567"/>
                  <a:pt x="2413903" y="5160631"/>
                  <a:pt x="2446184" y="5164360"/>
                </a:cubicBezTo>
                <a:cubicBezTo>
                  <a:pt x="2464502" y="5166476"/>
                  <a:pt x="2472618" y="5173528"/>
                  <a:pt x="2474849" y="5189268"/>
                </a:cubicBezTo>
                <a:cubicBezTo>
                  <a:pt x="2481148" y="5233700"/>
                  <a:pt x="2430103" y="5257590"/>
                  <a:pt x="2409825" y="5219700"/>
                </a:cubicBezTo>
                <a:close/>
                <a:moveTo>
                  <a:pt x="5004335" y="5225155"/>
                </a:moveTo>
                <a:cubicBezTo>
                  <a:pt x="4992762" y="5194997"/>
                  <a:pt x="5004851" y="5167374"/>
                  <a:pt x="5030940" y="5164360"/>
                </a:cubicBezTo>
                <a:cubicBezTo>
                  <a:pt x="5061839" y="5160790"/>
                  <a:pt x="5078469" y="5185570"/>
                  <a:pt x="5066481" y="5217318"/>
                </a:cubicBezTo>
                <a:cubicBezTo>
                  <a:pt x="5057202" y="5241891"/>
                  <a:pt x="5012901" y="5247478"/>
                  <a:pt x="5004335" y="5225155"/>
                </a:cubicBezTo>
                <a:close/>
                <a:moveTo>
                  <a:pt x="2758167" y="5214257"/>
                </a:moveTo>
                <a:cubicBezTo>
                  <a:pt x="2749935" y="5206024"/>
                  <a:pt x="2743200" y="5195615"/>
                  <a:pt x="2743200" y="5191125"/>
                </a:cubicBezTo>
                <a:cubicBezTo>
                  <a:pt x="2743200" y="5181178"/>
                  <a:pt x="2770448" y="5153025"/>
                  <a:pt x="2780075" y="5153025"/>
                </a:cubicBezTo>
                <a:cubicBezTo>
                  <a:pt x="2808006" y="5153025"/>
                  <a:pt x="2820664" y="5213521"/>
                  <a:pt x="2794808" y="5223443"/>
                </a:cubicBezTo>
                <a:cubicBezTo>
                  <a:pt x="2774642" y="5231181"/>
                  <a:pt x="2775243" y="5231332"/>
                  <a:pt x="2758167" y="5214257"/>
                </a:cubicBezTo>
                <a:close/>
                <a:moveTo>
                  <a:pt x="5607487" y="5223312"/>
                </a:moveTo>
                <a:cubicBezTo>
                  <a:pt x="5579959" y="5195784"/>
                  <a:pt x="5624433" y="5138769"/>
                  <a:pt x="5654177" y="5163454"/>
                </a:cubicBezTo>
                <a:cubicBezTo>
                  <a:pt x="5677207" y="5182567"/>
                  <a:pt x="5667005" y="5223950"/>
                  <a:pt x="5638443" y="5227281"/>
                </a:cubicBezTo>
                <a:cubicBezTo>
                  <a:pt x="5625150" y="5228831"/>
                  <a:pt x="5611220" y="5227045"/>
                  <a:pt x="5607487" y="5223312"/>
                </a:cubicBezTo>
                <a:close/>
                <a:moveTo>
                  <a:pt x="4147673" y="5196516"/>
                </a:moveTo>
                <a:cubicBezTo>
                  <a:pt x="4127569" y="5165834"/>
                  <a:pt x="4135621" y="5129969"/>
                  <a:pt x="4167269" y="5109232"/>
                </a:cubicBezTo>
                <a:cubicBezTo>
                  <a:pt x="4199851" y="5087884"/>
                  <a:pt x="4233379" y="5098316"/>
                  <a:pt x="4248351" y="5134460"/>
                </a:cubicBezTo>
                <a:cubicBezTo>
                  <a:pt x="4274052" y="5196510"/>
                  <a:pt x="4184028" y="5252000"/>
                  <a:pt x="4147673" y="5196516"/>
                </a:cubicBezTo>
                <a:close/>
                <a:moveTo>
                  <a:pt x="4651244" y="5208275"/>
                </a:moveTo>
                <a:cubicBezTo>
                  <a:pt x="4623396" y="5172386"/>
                  <a:pt x="4632534" y="5125119"/>
                  <a:pt x="4670681" y="5107740"/>
                </a:cubicBezTo>
                <a:cubicBezTo>
                  <a:pt x="4718952" y="5085747"/>
                  <a:pt x="4765065" y="5139367"/>
                  <a:pt x="4741099" y="5189622"/>
                </a:cubicBezTo>
                <a:cubicBezTo>
                  <a:pt x="4727381" y="5218388"/>
                  <a:pt x="4668565" y="5230598"/>
                  <a:pt x="4651244" y="5208275"/>
                </a:cubicBezTo>
                <a:close/>
                <a:moveTo>
                  <a:pt x="3491117" y="5194731"/>
                </a:moveTo>
                <a:cubicBezTo>
                  <a:pt x="3461638" y="5165252"/>
                  <a:pt x="3496440" y="5117794"/>
                  <a:pt x="3531393" y="5139807"/>
                </a:cubicBezTo>
                <a:cubicBezTo>
                  <a:pt x="3560584" y="5158189"/>
                  <a:pt x="3548269" y="5210175"/>
                  <a:pt x="3514725" y="5210175"/>
                </a:cubicBezTo>
                <a:cubicBezTo>
                  <a:pt x="3510234" y="5210175"/>
                  <a:pt x="3499611" y="5203225"/>
                  <a:pt x="3491117" y="5194731"/>
                </a:cubicBezTo>
                <a:close/>
                <a:moveTo>
                  <a:pt x="1935480" y="5189220"/>
                </a:moveTo>
                <a:cubicBezTo>
                  <a:pt x="1916766" y="5170506"/>
                  <a:pt x="1921646" y="5126406"/>
                  <a:pt x="1943738" y="5114583"/>
                </a:cubicBezTo>
                <a:cubicBezTo>
                  <a:pt x="1968094" y="5101548"/>
                  <a:pt x="2009775" y="5125018"/>
                  <a:pt x="2009775" y="5151768"/>
                </a:cubicBezTo>
                <a:cubicBezTo>
                  <a:pt x="2009775" y="5187854"/>
                  <a:pt x="1959472" y="5213212"/>
                  <a:pt x="1935480" y="5189220"/>
                </a:cubicBezTo>
                <a:close/>
                <a:moveTo>
                  <a:pt x="3787663" y="5183231"/>
                </a:moveTo>
                <a:cubicBezTo>
                  <a:pt x="3765191" y="5158400"/>
                  <a:pt x="3768160" y="5127323"/>
                  <a:pt x="3795627" y="5099856"/>
                </a:cubicBezTo>
                <a:lnTo>
                  <a:pt x="3819355" y="5076129"/>
                </a:lnTo>
                <a:lnTo>
                  <a:pt x="3848015" y="5097318"/>
                </a:lnTo>
                <a:cubicBezTo>
                  <a:pt x="3881358" y="5121970"/>
                  <a:pt x="3886293" y="5160417"/>
                  <a:pt x="3859256" y="5184886"/>
                </a:cubicBezTo>
                <a:cubicBezTo>
                  <a:pt x="3836404" y="5205566"/>
                  <a:pt x="3807267" y="5204893"/>
                  <a:pt x="3787663" y="5183231"/>
                </a:cubicBezTo>
                <a:close/>
                <a:moveTo>
                  <a:pt x="2190750" y="5143500"/>
                </a:moveTo>
                <a:cubicBezTo>
                  <a:pt x="2137252" y="5090002"/>
                  <a:pt x="2196345" y="5017221"/>
                  <a:pt x="2269331" y="5046717"/>
                </a:cubicBezTo>
                <a:cubicBezTo>
                  <a:pt x="2322010" y="5068007"/>
                  <a:pt x="2292857" y="5162550"/>
                  <a:pt x="2233612" y="5162550"/>
                </a:cubicBezTo>
                <a:cubicBezTo>
                  <a:pt x="2220515" y="5162550"/>
                  <a:pt x="2201227" y="5153977"/>
                  <a:pt x="2190750" y="5143500"/>
                </a:cubicBezTo>
                <a:close/>
                <a:moveTo>
                  <a:pt x="5191125" y="5143500"/>
                </a:moveTo>
                <a:cubicBezTo>
                  <a:pt x="5155760" y="5108135"/>
                  <a:pt x="5179125" y="5048250"/>
                  <a:pt x="5228288" y="5048250"/>
                </a:cubicBezTo>
                <a:cubicBezTo>
                  <a:pt x="5283719" y="5048250"/>
                  <a:pt x="5304772" y="5108595"/>
                  <a:pt x="5261277" y="5142808"/>
                </a:cubicBezTo>
                <a:cubicBezTo>
                  <a:pt x="5229904" y="5167487"/>
                  <a:pt x="5215256" y="5167631"/>
                  <a:pt x="5191125" y="5143500"/>
                </a:cubicBezTo>
                <a:close/>
                <a:moveTo>
                  <a:pt x="1011093" y="5118272"/>
                </a:moveTo>
                <a:cubicBezTo>
                  <a:pt x="984823" y="5077736"/>
                  <a:pt x="993121" y="5044537"/>
                  <a:pt x="1033345" y="5029244"/>
                </a:cubicBezTo>
                <a:cubicBezTo>
                  <a:pt x="1097395" y="5004892"/>
                  <a:pt x="1144658" y="5084691"/>
                  <a:pt x="1095375" y="5133975"/>
                </a:cubicBezTo>
                <a:cubicBezTo>
                  <a:pt x="1065972" y="5163377"/>
                  <a:pt x="1036802" y="5157942"/>
                  <a:pt x="1011093" y="5118272"/>
                </a:cubicBezTo>
                <a:close/>
                <a:moveTo>
                  <a:pt x="1568887" y="5147112"/>
                </a:moveTo>
                <a:cubicBezTo>
                  <a:pt x="1555578" y="5133803"/>
                  <a:pt x="1562398" y="5096385"/>
                  <a:pt x="1579834" y="5087054"/>
                </a:cubicBezTo>
                <a:cubicBezTo>
                  <a:pt x="1604892" y="5073643"/>
                  <a:pt x="1631539" y="5094937"/>
                  <a:pt x="1627298" y="5124983"/>
                </a:cubicBezTo>
                <a:cubicBezTo>
                  <a:pt x="1624023" y="5148182"/>
                  <a:pt x="1584812" y="5163037"/>
                  <a:pt x="1568887" y="5147112"/>
                </a:cubicBezTo>
                <a:close/>
                <a:moveTo>
                  <a:pt x="5452232" y="5129281"/>
                </a:moveTo>
                <a:cubicBezTo>
                  <a:pt x="5422518" y="5083933"/>
                  <a:pt x="5459172" y="5029826"/>
                  <a:pt x="5510824" y="5042790"/>
                </a:cubicBezTo>
                <a:cubicBezTo>
                  <a:pt x="5538171" y="5049653"/>
                  <a:pt x="5556316" y="5080183"/>
                  <a:pt x="5548216" y="5105703"/>
                </a:cubicBezTo>
                <a:cubicBezTo>
                  <a:pt x="5532268" y="5155950"/>
                  <a:pt x="5478379" y="5169188"/>
                  <a:pt x="5452232" y="5129281"/>
                </a:cubicBezTo>
                <a:close/>
                <a:moveTo>
                  <a:pt x="5781675" y="5133975"/>
                </a:moveTo>
                <a:cubicBezTo>
                  <a:pt x="5741670" y="5093970"/>
                  <a:pt x="5771561" y="5026025"/>
                  <a:pt x="5829163" y="5026025"/>
                </a:cubicBezTo>
                <a:cubicBezTo>
                  <a:pt x="5865710" y="5026025"/>
                  <a:pt x="5886450" y="5048523"/>
                  <a:pt x="5886450" y="5088170"/>
                </a:cubicBezTo>
                <a:cubicBezTo>
                  <a:pt x="5886450" y="5121331"/>
                  <a:pt x="5856193" y="5153025"/>
                  <a:pt x="5824537" y="5153025"/>
                </a:cubicBezTo>
                <a:cubicBezTo>
                  <a:pt x="5811440" y="5153025"/>
                  <a:pt x="5792152" y="5144452"/>
                  <a:pt x="5781675" y="5133975"/>
                </a:cubicBezTo>
                <a:close/>
                <a:moveTo>
                  <a:pt x="3991410" y="5120211"/>
                </a:moveTo>
                <a:cubicBezTo>
                  <a:pt x="3972901" y="5097910"/>
                  <a:pt x="3982957" y="5062997"/>
                  <a:pt x="4008947" y="5059322"/>
                </a:cubicBezTo>
                <a:cubicBezTo>
                  <a:pt x="4045447" y="5054162"/>
                  <a:pt x="4060613" y="5091550"/>
                  <a:pt x="4033157" y="5119007"/>
                </a:cubicBezTo>
                <a:cubicBezTo>
                  <a:pt x="4014612" y="5137552"/>
                  <a:pt x="4006007" y="5137800"/>
                  <a:pt x="3991410" y="5120211"/>
                </a:cubicBezTo>
                <a:close/>
                <a:moveTo>
                  <a:pt x="4383770" y="5113385"/>
                </a:moveTo>
                <a:cubicBezTo>
                  <a:pt x="4356177" y="5085792"/>
                  <a:pt x="4386084" y="5034460"/>
                  <a:pt x="4418017" y="5054602"/>
                </a:cubicBezTo>
                <a:cubicBezTo>
                  <a:pt x="4441440" y="5069378"/>
                  <a:pt x="4439035" y="5118949"/>
                  <a:pt x="4414726" y="5122433"/>
                </a:cubicBezTo>
                <a:cubicBezTo>
                  <a:pt x="4404187" y="5123944"/>
                  <a:pt x="4390257" y="5119872"/>
                  <a:pt x="4383770" y="5113385"/>
                </a:cubicBezTo>
                <a:close/>
                <a:moveTo>
                  <a:pt x="2594510" y="5091805"/>
                </a:moveTo>
                <a:cubicBezTo>
                  <a:pt x="2583135" y="5062162"/>
                  <a:pt x="2595039" y="5034023"/>
                  <a:pt x="2620190" y="5031099"/>
                </a:cubicBezTo>
                <a:cubicBezTo>
                  <a:pt x="2654665" y="5027092"/>
                  <a:pt x="2673082" y="5051135"/>
                  <a:pt x="2659079" y="5081869"/>
                </a:cubicBezTo>
                <a:cubicBezTo>
                  <a:pt x="2647048" y="5108275"/>
                  <a:pt x="2603407" y="5114991"/>
                  <a:pt x="2594510" y="5091805"/>
                </a:cubicBezTo>
                <a:close/>
                <a:moveTo>
                  <a:pt x="3595542" y="5085892"/>
                </a:moveTo>
                <a:cubicBezTo>
                  <a:pt x="3582504" y="5044814"/>
                  <a:pt x="3637649" y="5020497"/>
                  <a:pt x="3657925" y="5058383"/>
                </a:cubicBezTo>
                <a:cubicBezTo>
                  <a:pt x="3665735" y="5072976"/>
                  <a:pt x="3665521" y="5081568"/>
                  <a:pt x="3657094" y="5091721"/>
                </a:cubicBezTo>
                <a:cubicBezTo>
                  <a:pt x="3639978" y="5112345"/>
                  <a:pt x="3602821" y="5108827"/>
                  <a:pt x="3595542" y="5085892"/>
                </a:cubicBezTo>
                <a:close/>
                <a:moveTo>
                  <a:pt x="4876800" y="5076825"/>
                </a:moveTo>
                <a:cubicBezTo>
                  <a:pt x="4833505" y="5033530"/>
                  <a:pt x="4873878" y="4967632"/>
                  <a:pt x="4928460" y="4992501"/>
                </a:cubicBezTo>
                <a:cubicBezTo>
                  <a:pt x="4958373" y="5006131"/>
                  <a:pt x="4967174" y="5031182"/>
                  <a:pt x="4952101" y="5059796"/>
                </a:cubicBezTo>
                <a:cubicBezTo>
                  <a:pt x="4930610" y="5100595"/>
                  <a:pt x="4906110" y="5106135"/>
                  <a:pt x="4876800" y="5076825"/>
                </a:cubicBezTo>
                <a:close/>
                <a:moveTo>
                  <a:pt x="3365944" y="5072518"/>
                </a:moveTo>
                <a:cubicBezTo>
                  <a:pt x="3359309" y="5055227"/>
                  <a:pt x="3368946" y="5038725"/>
                  <a:pt x="3385680" y="5038725"/>
                </a:cubicBezTo>
                <a:cubicBezTo>
                  <a:pt x="3403059" y="5038725"/>
                  <a:pt x="3410867" y="5062572"/>
                  <a:pt x="3397775" y="5075664"/>
                </a:cubicBezTo>
                <a:cubicBezTo>
                  <a:pt x="3383266" y="5090173"/>
                  <a:pt x="3372303" y="5089090"/>
                  <a:pt x="3365944" y="5072518"/>
                </a:cubicBezTo>
                <a:close/>
                <a:moveTo>
                  <a:pt x="1210054" y="5034420"/>
                </a:moveTo>
                <a:cubicBezTo>
                  <a:pt x="1191825" y="5012455"/>
                  <a:pt x="1202087" y="4986684"/>
                  <a:pt x="1230370" y="4983402"/>
                </a:cubicBezTo>
                <a:cubicBezTo>
                  <a:pt x="1249201" y="4981217"/>
                  <a:pt x="1257291" y="4985593"/>
                  <a:pt x="1262031" y="5000528"/>
                </a:cubicBezTo>
                <a:cubicBezTo>
                  <a:pt x="1273712" y="5037330"/>
                  <a:pt x="1233974" y="5063241"/>
                  <a:pt x="1210054" y="5034420"/>
                </a:cubicBezTo>
                <a:close/>
                <a:moveTo>
                  <a:pt x="1761989" y="5031005"/>
                </a:moveTo>
                <a:cubicBezTo>
                  <a:pt x="1731887" y="5006630"/>
                  <a:pt x="1733949" y="4964628"/>
                  <a:pt x="1766629" y="4936517"/>
                </a:cubicBezTo>
                <a:cubicBezTo>
                  <a:pt x="1809446" y="4899688"/>
                  <a:pt x="1857375" y="4926678"/>
                  <a:pt x="1857375" y="4987617"/>
                </a:cubicBezTo>
                <a:cubicBezTo>
                  <a:pt x="1857375" y="5040359"/>
                  <a:pt x="1803694" y="5064776"/>
                  <a:pt x="1761989" y="5031005"/>
                </a:cubicBezTo>
                <a:close/>
                <a:moveTo>
                  <a:pt x="3126105" y="5036820"/>
                </a:moveTo>
                <a:cubicBezTo>
                  <a:pt x="3095517" y="5006232"/>
                  <a:pt x="3124753" y="4955817"/>
                  <a:pt x="3166938" y="4966405"/>
                </a:cubicBezTo>
                <a:cubicBezTo>
                  <a:pt x="3207669" y="4976627"/>
                  <a:pt x="3195274" y="5048250"/>
                  <a:pt x="3152775" y="5048250"/>
                </a:cubicBezTo>
                <a:cubicBezTo>
                  <a:pt x="3144393" y="5048250"/>
                  <a:pt x="3132391" y="5043106"/>
                  <a:pt x="3126105" y="5036820"/>
                </a:cubicBezTo>
                <a:close/>
                <a:moveTo>
                  <a:pt x="5976626" y="5026818"/>
                </a:moveTo>
                <a:cubicBezTo>
                  <a:pt x="5967175" y="5002542"/>
                  <a:pt x="5978216" y="4981575"/>
                  <a:pt x="6000451" y="4981575"/>
                </a:cubicBezTo>
                <a:cubicBezTo>
                  <a:pt x="6024650" y="4981575"/>
                  <a:pt x="6024922" y="4992235"/>
                  <a:pt x="6001457" y="5021001"/>
                </a:cubicBezTo>
                <a:cubicBezTo>
                  <a:pt x="5984904" y="5041293"/>
                  <a:pt x="5982482" y="5041861"/>
                  <a:pt x="5976626" y="5026818"/>
                </a:cubicBezTo>
                <a:close/>
                <a:moveTo>
                  <a:pt x="2835540" y="5018616"/>
                </a:moveTo>
                <a:cubicBezTo>
                  <a:pt x="2792869" y="4993792"/>
                  <a:pt x="2798281" y="4927579"/>
                  <a:pt x="2844711" y="4906425"/>
                </a:cubicBezTo>
                <a:cubicBezTo>
                  <a:pt x="2896436" y="4882857"/>
                  <a:pt x="2924175" y="4902221"/>
                  <a:pt x="2924175" y="4961898"/>
                </a:cubicBezTo>
                <a:cubicBezTo>
                  <a:pt x="2924175" y="5013064"/>
                  <a:pt x="2877423" y="5042981"/>
                  <a:pt x="2835540" y="5018616"/>
                </a:cubicBezTo>
                <a:close/>
                <a:moveTo>
                  <a:pt x="1437630" y="4999420"/>
                </a:moveTo>
                <a:cubicBezTo>
                  <a:pt x="1422436" y="4971030"/>
                  <a:pt x="1440281" y="4933902"/>
                  <a:pt x="1469027" y="4934095"/>
                </a:cubicBezTo>
                <a:cubicBezTo>
                  <a:pt x="1511494" y="4934382"/>
                  <a:pt x="1531190" y="4967070"/>
                  <a:pt x="1508453" y="4999531"/>
                </a:cubicBezTo>
                <a:cubicBezTo>
                  <a:pt x="1490082" y="5025760"/>
                  <a:pt x="1451694" y="5025699"/>
                  <a:pt x="1437630" y="4999420"/>
                </a:cubicBezTo>
                <a:close/>
                <a:moveTo>
                  <a:pt x="4509035" y="5006080"/>
                </a:moveTo>
                <a:cubicBezTo>
                  <a:pt x="4500357" y="4983465"/>
                  <a:pt x="4509078" y="4950815"/>
                  <a:pt x="4526756" y="4939733"/>
                </a:cubicBezTo>
                <a:cubicBezTo>
                  <a:pt x="4561291" y="4918084"/>
                  <a:pt x="4598656" y="4973268"/>
                  <a:pt x="4571564" y="5005911"/>
                </a:cubicBezTo>
                <a:cubicBezTo>
                  <a:pt x="4556865" y="5023622"/>
                  <a:pt x="4515809" y="5023733"/>
                  <a:pt x="4509035" y="5006080"/>
                </a:cubicBezTo>
                <a:close/>
                <a:moveTo>
                  <a:pt x="2419350" y="4991100"/>
                </a:moveTo>
                <a:cubicBezTo>
                  <a:pt x="2408872" y="4980622"/>
                  <a:pt x="2400300" y="4963477"/>
                  <a:pt x="2400300" y="4953000"/>
                </a:cubicBezTo>
                <a:cubicBezTo>
                  <a:pt x="2400300" y="4932907"/>
                  <a:pt x="2431462" y="4895850"/>
                  <a:pt x="2448357" y="4895850"/>
                </a:cubicBezTo>
                <a:cubicBezTo>
                  <a:pt x="2461515" y="4895850"/>
                  <a:pt x="2505075" y="4939741"/>
                  <a:pt x="2505075" y="4953000"/>
                </a:cubicBezTo>
                <a:cubicBezTo>
                  <a:pt x="2505075" y="4966258"/>
                  <a:pt x="2461515" y="5010150"/>
                  <a:pt x="2448357" y="5010150"/>
                </a:cubicBezTo>
                <a:cubicBezTo>
                  <a:pt x="2442881" y="5010150"/>
                  <a:pt x="2429827" y="5001577"/>
                  <a:pt x="2419350" y="4991100"/>
                </a:cubicBezTo>
                <a:close/>
                <a:moveTo>
                  <a:pt x="2081492" y="4968670"/>
                </a:moveTo>
                <a:cubicBezTo>
                  <a:pt x="2062136" y="4954516"/>
                  <a:pt x="2064944" y="4925949"/>
                  <a:pt x="2087061" y="4912023"/>
                </a:cubicBezTo>
                <a:cubicBezTo>
                  <a:pt x="2109877" y="4897657"/>
                  <a:pt x="2133600" y="4910938"/>
                  <a:pt x="2133600" y="4938078"/>
                </a:cubicBezTo>
                <a:cubicBezTo>
                  <a:pt x="2133600" y="4968602"/>
                  <a:pt x="2104646" y="4985600"/>
                  <a:pt x="2081492" y="4968670"/>
                </a:cubicBezTo>
                <a:close/>
                <a:moveTo>
                  <a:pt x="3435238" y="4964156"/>
                </a:moveTo>
                <a:cubicBezTo>
                  <a:pt x="3414315" y="4941036"/>
                  <a:pt x="3415189" y="4893155"/>
                  <a:pt x="3436893" y="4873513"/>
                </a:cubicBezTo>
                <a:cubicBezTo>
                  <a:pt x="3462436" y="4850397"/>
                  <a:pt x="3510481" y="4853233"/>
                  <a:pt x="3528472" y="4878919"/>
                </a:cubicBezTo>
                <a:cubicBezTo>
                  <a:pt x="3571271" y="4940024"/>
                  <a:pt x="3484878" y="5019007"/>
                  <a:pt x="3435238" y="4964156"/>
                </a:cubicBezTo>
                <a:close/>
                <a:moveTo>
                  <a:pt x="4156557" y="4967843"/>
                </a:moveTo>
                <a:cubicBezTo>
                  <a:pt x="4146308" y="4941134"/>
                  <a:pt x="4157443" y="4919706"/>
                  <a:pt x="4183120" y="4916727"/>
                </a:cubicBezTo>
                <a:cubicBezTo>
                  <a:pt x="4212543" y="4913313"/>
                  <a:pt x="4228846" y="4944638"/>
                  <a:pt x="4209670" y="4967744"/>
                </a:cubicBezTo>
                <a:cubicBezTo>
                  <a:pt x="4194909" y="4985530"/>
                  <a:pt x="4163367" y="4985589"/>
                  <a:pt x="4156557" y="4967843"/>
                </a:cubicBezTo>
                <a:close/>
                <a:moveTo>
                  <a:pt x="5307330" y="4970145"/>
                </a:moveTo>
                <a:cubicBezTo>
                  <a:pt x="5289963" y="4952778"/>
                  <a:pt x="5293665" y="4910350"/>
                  <a:pt x="5314164" y="4891798"/>
                </a:cubicBezTo>
                <a:cubicBezTo>
                  <a:pt x="5357685" y="4852412"/>
                  <a:pt x="5420261" y="4907400"/>
                  <a:pt x="5387982" y="4956664"/>
                </a:cubicBezTo>
                <a:cubicBezTo>
                  <a:pt x="5370285" y="4983674"/>
                  <a:pt x="5327937" y="4990752"/>
                  <a:pt x="5307330" y="4970145"/>
                </a:cubicBezTo>
                <a:close/>
                <a:moveTo>
                  <a:pt x="5582085" y="4967811"/>
                </a:moveTo>
                <a:cubicBezTo>
                  <a:pt x="5564362" y="4946457"/>
                  <a:pt x="5573579" y="4910608"/>
                  <a:pt x="5597674" y="4907178"/>
                </a:cubicBezTo>
                <a:cubicBezTo>
                  <a:pt x="5628801" y="4902746"/>
                  <a:pt x="5645714" y="4939096"/>
                  <a:pt x="5623795" y="4963317"/>
                </a:cubicBezTo>
                <a:cubicBezTo>
                  <a:pt x="5603999" y="4985191"/>
                  <a:pt x="5597124" y="4985932"/>
                  <a:pt x="5582085" y="4967811"/>
                </a:cubicBezTo>
                <a:close/>
                <a:moveTo>
                  <a:pt x="5069205" y="4960620"/>
                </a:moveTo>
                <a:cubicBezTo>
                  <a:pt x="5056725" y="4948140"/>
                  <a:pt x="5054514" y="4924955"/>
                  <a:pt x="5063556" y="4901391"/>
                </a:cubicBezTo>
                <a:cubicBezTo>
                  <a:pt x="5072226" y="4878797"/>
                  <a:pt x="5121472" y="4882013"/>
                  <a:pt x="5134316" y="4906013"/>
                </a:cubicBezTo>
                <a:cubicBezTo>
                  <a:pt x="5155471" y="4945541"/>
                  <a:pt x="5100352" y="4991767"/>
                  <a:pt x="5069205" y="4960620"/>
                </a:cubicBezTo>
                <a:close/>
                <a:moveTo>
                  <a:pt x="3716655" y="4932045"/>
                </a:moveTo>
                <a:cubicBezTo>
                  <a:pt x="3691467" y="4906857"/>
                  <a:pt x="3714778" y="4860573"/>
                  <a:pt x="3746517" y="4872753"/>
                </a:cubicBezTo>
                <a:cubicBezTo>
                  <a:pt x="3767224" y="4880698"/>
                  <a:pt x="3775962" y="4912816"/>
                  <a:pt x="3761995" y="4929644"/>
                </a:cubicBezTo>
                <a:cubicBezTo>
                  <a:pt x="3748037" y="4946463"/>
                  <a:pt x="3731926" y="4947316"/>
                  <a:pt x="3716655" y="4932045"/>
                </a:cubicBezTo>
                <a:close/>
                <a:moveTo>
                  <a:pt x="3934160" y="4915526"/>
                </a:moveTo>
                <a:cubicBezTo>
                  <a:pt x="3899678" y="4851096"/>
                  <a:pt x="3972926" y="4789962"/>
                  <a:pt x="4017168" y="4846244"/>
                </a:cubicBezTo>
                <a:cubicBezTo>
                  <a:pt x="4033527" y="4867054"/>
                  <a:pt x="4032098" y="4900990"/>
                  <a:pt x="4014107" y="4918982"/>
                </a:cubicBezTo>
                <a:cubicBezTo>
                  <a:pt x="3992867" y="4940222"/>
                  <a:pt x="3946299" y="4938209"/>
                  <a:pt x="3934160" y="4915526"/>
                </a:cubicBezTo>
                <a:close/>
                <a:moveTo>
                  <a:pt x="1610164" y="4901142"/>
                </a:moveTo>
                <a:cubicBezTo>
                  <a:pt x="1584440" y="4870146"/>
                  <a:pt x="1627011" y="4832854"/>
                  <a:pt x="1655545" y="4861388"/>
                </a:cubicBezTo>
                <a:cubicBezTo>
                  <a:pt x="1667676" y="4873519"/>
                  <a:pt x="1668918" y="4880962"/>
                  <a:pt x="1660930" y="4893647"/>
                </a:cubicBezTo>
                <a:cubicBezTo>
                  <a:pt x="1647022" y="4915732"/>
                  <a:pt x="1624975" y="4918987"/>
                  <a:pt x="1610164" y="4901142"/>
                </a:cubicBezTo>
                <a:close/>
                <a:moveTo>
                  <a:pt x="4662054" y="4891520"/>
                </a:moveTo>
                <a:cubicBezTo>
                  <a:pt x="4623713" y="4853179"/>
                  <a:pt x="4634241" y="4803113"/>
                  <a:pt x="4685071" y="4782058"/>
                </a:cubicBezTo>
                <a:cubicBezTo>
                  <a:pt x="4760287" y="4750903"/>
                  <a:pt x="4802506" y="4870223"/>
                  <a:pt x="4728240" y="4904062"/>
                </a:cubicBezTo>
                <a:cubicBezTo>
                  <a:pt x="4694962" y="4919224"/>
                  <a:pt x="4688541" y="4918007"/>
                  <a:pt x="4662054" y="4891520"/>
                </a:cubicBezTo>
                <a:close/>
                <a:moveTo>
                  <a:pt x="2639765" y="4892703"/>
                </a:moveTo>
                <a:cubicBezTo>
                  <a:pt x="2615607" y="4863594"/>
                  <a:pt x="2651884" y="4830151"/>
                  <a:pt x="2682742" y="4853083"/>
                </a:cubicBezTo>
                <a:cubicBezTo>
                  <a:pt x="2696739" y="4863485"/>
                  <a:pt x="2698180" y="4869682"/>
                  <a:pt x="2689791" y="4883385"/>
                </a:cubicBezTo>
                <a:cubicBezTo>
                  <a:pt x="2676161" y="4905650"/>
                  <a:pt x="2653945" y="4909788"/>
                  <a:pt x="2639765" y="4892703"/>
                </a:cubicBezTo>
                <a:close/>
                <a:moveTo>
                  <a:pt x="1004011" y="4862512"/>
                </a:moveTo>
                <a:cubicBezTo>
                  <a:pt x="989558" y="4840453"/>
                  <a:pt x="989558" y="4836946"/>
                  <a:pt x="1004011" y="4814887"/>
                </a:cubicBezTo>
                <a:cubicBezTo>
                  <a:pt x="1030513" y="4774440"/>
                  <a:pt x="1085850" y="4788149"/>
                  <a:pt x="1085850" y="4835162"/>
                </a:cubicBezTo>
                <a:cubicBezTo>
                  <a:pt x="1085850" y="4884201"/>
                  <a:pt x="1030371" y="4902742"/>
                  <a:pt x="1004011" y="4862512"/>
                </a:cubicBezTo>
                <a:close/>
                <a:moveTo>
                  <a:pt x="1936650" y="4871076"/>
                </a:moveTo>
                <a:cubicBezTo>
                  <a:pt x="1930637" y="4855405"/>
                  <a:pt x="1950504" y="4836265"/>
                  <a:pt x="1964076" y="4844653"/>
                </a:cubicBezTo>
                <a:cubicBezTo>
                  <a:pt x="1968255" y="4847236"/>
                  <a:pt x="1971675" y="4857668"/>
                  <a:pt x="1971675" y="4867837"/>
                </a:cubicBezTo>
                <a:cubicBezTo>
                  <a:pt x="1971675" y="4890123"/>
                  <a:pt x="1944909" y="4892598"/>
                  <a:pt x="1936650" y="4871076"/>
                </a:cubicBezTo>
                <a:close/>
                <a:moveTo>
                  <a:pt x="5776036" y="4862512"/>
                </a:moveTo>
                <a:cubicBezTo>
                  <a:pt x="5761583" y="4840453"/>
                  <a:pt x="5761583" y="4836946"/>
                  <a:pt x="5776036" y="4814887"/>
                </a:cubicBezTo>
                <a:cubicBezTo>
                  <a:pt x="5802538" y="4774440"/>
                  <a:pt x="5857875" y="4788149"/>
                  <a:pt x="5857875" y="4835162"/>
                </a:cubicBezTo>
                <a:cubicBezTo>
                  <a:pt x="5857875" y="4884201"/>
                  <a:pt x="5802396" y="4902742"/>
                  <a:pt x="5776036" y="4862512"/>
                </a:cubicBezTo>
                <a:close/>
                <a:moveTo>
                  <a:pt x="1241880" y="4852597"/>
                </a:moveTo>
                <a:cubicBezTo>
                  <a:pt x="1214063" y="4810142"/>
                  <a:pt x="1255652" y="4755134"/>
                  <a:pt x="1302258" y="4772738"/>
                </a:cubicBezTo>
                <a:cubicBezTo>
                  <a:pt x="1330977" y="4783585"/>
                  <a:pt x="1339712" y="4823037"/>
                  <a:pt x="1320042" y="4853056"/>
                </a:cubicBezTo>
                <a:cubicBezTo>
                  <a:pt x="1299362" y="4884618"/>
                  <a:pt x="1262721" y="4884403"/>
                  <a:pt x="1241880" y="4852597"/>
                </a:cubicBezTo>
                <a:close/>
                <a:moveTo>
                  <a:pt x="4325175" y="4858575"/>
                </a:moveTo>
                <a:cubicBezTo>
                  <a:pt x="4291992" y="4825392"/>
                  <a:pt x="4313662" y="4752975"/>
                  <a:pt x="4356774" y="4752975"/>
                </a:cubicBezTo>
                <a:cubicBezTo>
                  <a:pt x="4379358" y="4752975"/>
                  <a:pt x="4419600" y="4791907"/>
                  <a:pt x="4419600" y="4813758"/>
                </a:cubicBezTo>
                <a:cubicBezTo>
                  <a:pt x="4419600" y="4864463"/>
                  <a:pt x="4359560" y="4892960"/>
                  <a:pt x="4325175" y="4858575"/>
                </a:cubicBezTo>
                <a:close/>
                <a:moveTo>
                  <a:pt x="6013905" y="4852597"/>
                </a:moveTo>
                <a:cubicBezTo>
                  <a:pt x="5986088" y="4810142"/>
                  <a:pt x="6027677" y="4755134"/>
                  <a:pt x="6074283" y="4772738"/>
                </a:cubicBezTo>
                <a:cubicBezTo>
                  <a:pt x="6103002" y="4783585"/>
                  <a:pt x="6111737" y="4823037"/>
                  <a:pt x="6092067" y="4853056"/>
                </a:cubicBezTo>
                <a:cubicBezTo>
                  <a:pt x="6071387" y="4884618"/>
                  <a:pt x="6034746" y="4884403"/>
                  <a:pt x="6013905" y="4852597"/>
                </a:cubicBezTo>
                <a:close/>
                <a:moveTo>
                  <a:pt x="2224767" y="4842782"/>
                </a:moveTo>
                <a:cubicBezTo>
                  <a:pt x="2204695" y="4822709"/>
                  <a:pt x="2205841" y="4788084"/>
                  <a:pt x="2227218" y="4768738"/>
                </a:cubicBezTo>
                <a:cubicBezTo>
                  <a:pt x="2260859" y="4738294"/>
                  <a:pt x="2307431" y="4759558"/>
                  <a:pt x="2307431" y="4805362"/>
                </a:cubicBezTo>
                <a:cubicBezTo>
                  <a:pt x="2307431" y="4850715"/>
                  <a:pt x="2255988" y="4874002"/>
                  <a:pt x="2224767" y="4842782"/>
                </a:cubicBezTo>
                <a:close/>
                <a:moveTo>
                  <a:pt x="3230880" y="4846320"/>
                </a:moveTo>
                <a:cubicBezTo>
                  <a:pt x="3204693" y="4820133"/>
                  <a:pt x="3223325" y="4762500"/>
                  <a:pt x="3257978" y="4762500"/>
                </a:cubicBezTo>
                <a:cubicBezTo>
                  <a:pt x="3277007" y="4762500"/>
                  <a:pt x="3305175" y="4791911"/>
                  <a:pt x="3305175" y="4811779"/>
                </a:cubicBezTo>
                <a:cubicBezTo>
                  <a:pt x="3305175" y="4845362"/>
                  <a:pt x="3253804" y="4869244"/>
                  <a:pt x="3230880" y="4846320"/>
                </a:cubicBezTo>
                <a:close/>
                <a:moveTo>
                  <a:pt x="2972235" y="4815411"/>
                </a:moveTo>
                <a:cubicBezTo>
                  <a:pt x="2956995" y="4797048"/>
                  <a:pt x="2963037" y="4762190"/>
                  <a:pt x="2983706" y="4749233"/>
                </a:cubicBezTo>
                <a:cubicBezTo>
                  <a:pt x="3021020" y="4725843"/>
                  <a:pt x="3058988" y="4790618"/>
                  <a:pt x="3023271" y="4816735"/>
                </a:cubicBezTo>
                <a:cubicBezTo>
                  <a:pt x="3001227" y="4832853"/>
                  <a:pt x="2986391" y="4832469"/>
                  <a:pt x="2972235" y="4815411"/>
                </a:cubicBezTo>
                <a:close/>
                <a:moveTo>
                  <a:pt x="4915279" y="4815345"/>
                </a:moveTo>
                <a:cubicBezTo>
                  <a:pt x="4898845" y="4795543"/>
                  <a:pt x="4906944" y="4767748"/>
                  <a:pt x="4930118" y="4764421"/>
                </a:cubicBezTo>
                <a:cubicBezTo>
                  <a:pt x="4958629" y="4760327"/>
                  <a:pt x="4976212" y="4784550"/>
                  <a:pt x="4962850" y="4809516"/>
                </a:cubicBezTo>
                <a:cubicBezTo>
                  <a:pt x="4950542" y="4832515"/>
                  <a:pt x="4931469" y="4834852"/>
                  <a:pt x="4915279" y="4815345"/>
                </a:cubicBezTo>
                <a:close/>
                <a:moveTo>
                  <a:pt x="5193030" y="4798695"/>
                </a:moveTo>
                <a:cubicBezTo>
                  <a:pt x="5162947" y="4768612"/>
                  <a:pt x="5191617" y="4717677"/>
                  <a:pt x="5232813" y="4728016"/>
                </a:cubicBezTo>
                <a:cubicBezTo>
                  <a:pt x="5263016" y="4735597"/>
                  <a:pt x="5271243" y="4759862"/>
                  <a:pt x="5253033" y="4787654"/>
                </a:cubicBezTo>
                <a:cubicBezTo>
                  <a:pt x="5237046" y="4812054"/>
                  <a:pt x="5211153" y="4816818"/>
                  <a:pt x="5193030" y="4798695"/>
                </a:cubicBezTo>
                <a:close/>
                <a:moveTo>
                  <a:pt x="806948" y="4735651"/>
                </a:moveTo>
                <a:cubicBezTo>
                  <a:pt x="780138" y="4674133"/>
                  <a:pt x="781274" y="4667250"/>
                  <a:pt x="818235" y="4667250"/>
                </a:cubicBezTo>
                <a:cubicBezTo>
                  <a:pt x="864992" y="4667250"/>
                  <a:pt x="890865" y="4717485"/>
                  <a:pt x="867039" y="4762005"/>
                </a:cubicBezTo>
                <a:cubicBezTo>
                  <a:pt x="847492" y="4798528"/>
                  <a:pt x="831245" y="4791403"/>
                  <a:pt x="806948" y="4735651"/>
                </a:cubicBezTo>
                <a:close/>
                <a:moveTo>
                  <a:pt x="5555194" y="4776247"/>
                </a:moveTo>
                <a:cubicBezTo>
                  <a:pt x="5528506" y="4757554"/>
                  <a:pt x="5526418" y="4705660"/>
                  <a:pt x="5551443" y="4683013"/>
                </a:cubicBezTo>
                <a:cubicBezTo>
                  <a:pt x="5608953" y="4630968"/>
                  <a:pt x="5684235" y="4717064"/>
                  <a:pt x="5629275" y="4772025"/>
                </a:cubicBezTo>
                <a:cubicBezTo>
                  <a:pt x="5606390" y="4794909"/>
                  <a:pt x="5583686" y="4796203"/>
                  <a:pt x="5555194" y="4776247"/>
                </a:cubicBezTo>
                <a:close/>
                <a:moveTo>
                  <a:pt x="1738992" y="4766582"/>
                </a:moveTo>
                <a:cubicBezTo>
                  <a:pt x="1719308" y="4746897"/>
                  <a:pt x="1720091" y="4730912"/>
                  <a:pt x="1741697" y="4711359"/>
                </a:cubicBezTo>
                <a:cubicBezTo>
                  <a:pt x="1763797" y="4691358"/>
                  <a:pt x="1789012" y="4700073"/>
                  <a:pt x="1796608" y="4730336"/>
                </a:cubicBezTo>
                <a:cubicBezTo>
                  <a:pt x="1807124" y="4772234"/>
                  <a:pt x="1768772" y="4796361"/>
                  <a:pt x="1738992" y="4766582"/>
                </a:cubicBezTo>
                <a:close/>
                <a:moveTo>
                  <a:pt x="4107180" y="4770120"/>
                </a:moveTo>
                <a:cubicBezTo>
                  <a:pt x="4083566" y="4746506"/>
                  <a:pt x="4100982" y="4705350"/>
                  <a:pt x="4134588" y="4705350"/>
                </a:cubicBezTo>
                <a:cubicBezTo>
                  <a:pt x="4161974" y="4705350"/>
                  <a:pt x="4176327" y="4731027"/>
                  <a:pt x="4164029" y="4758019"/>
                </a:cubicBezTo>
                <a:cubicBezTo>
                  <a:pt x="4152574" y="4783161"/>
                  <a:pt x="4125899" y="4788839"/>
                  <a:pt x="4107180" y="4770120"/>
                </a:cubicBezTo>
                <a:close/>
                <a:moveTo>
                  <a:pt x="2009775" y="4752975"/>
                </a:moveTo>
                <a:cubicBezTo>
                  <a:pt x="1956400" y="4699600"/>
                  <a:pt x="2024689" y="4622455"/>
                  <a:pt x="2083593" y="4669582"/>
                </a:cubicBezTo>
                <a:cubicBezTo>
                  <a:pt x="2103905" y="4685832"/>
                  <a:pt x="2098122" y="4740533"/>
                  <a:pt x="2074330" y="4757197"/>
                </a:cubicBezTo>
                <a:cubicBezTo>
                  <a:pt x="2046352" y="4776793"/>
                  <a:pt x="2032700" y="4775900"/>
                  <a:pt x="2009775" y="4752975"/>
                </a:cubicBezTo>
                <a:close/>
                <a:moveTo>
                  <a:pt x="2757398" y="4758850"/>
                </a:moveTo>
                <a:cubicBezTo>
                  <a:pt x="2744841" y="4749668"/>
                  <a:pt x="2742091" y="4739638"/>
                  <a:pt x="2746890" y="4720518"/>
                </a:cubicBezTo>
                <a:cubicBezTo>
                  <a:pt x="2756140" y="4683664"/>
                  <a:pt x="2803661" y="4688031"/>
                  <a:pt x="2808064" y="4726140"/>
                </a:cubicBezTo>
                <a:cubicBezTo>
                  <a:pt x="2811842" y="4758840"/>
                  <a:pt x="2782920" y="4777512"/>
                  <a:pt x="2757398" y="4758850"/>
                </a:cubicBezTo>
                <a:close/>
                <a:moveTo>
                  <a:pt x="3790950" y="4752975"/>
                </a:moveTo>
                <a:cubicBezTo>
                  <a:pt x="3767299" y="4729324"/>
                  <a:pt x="3766855" y="4712867"/>
                  <a:pt x="3789318" y="4692538"/>
                </a:cubicBezTo>
                <a:cubicBezTo>
                  <a:pt x="3821916" y="4663038"/>
                  <a:pt x="3874174" y="4692543"/>
                  <a:pt x="3860337" y="4732637"/>
                </a:cubicBezTo>
                <a:cubicBezTo>
                  <a:pt x="3846996" y="4771297"/>
                  <a:pt x="3817823" y="4779848"/>
                  <a:pt x="3790950" y="4752975"/>
                </a:cubicBezTo>
                <a:close/>
                <a:moveTo>
                  <a:pt x="1466317" y="4744934"/>
                </a:moveTo>
                <a:cubicBezTo>
                  <a:pt x="1421571" y="4708700"/>
                  <a:pt x="1451236" y="4626768"/>
                  <a:pt x="1509102" y="4626768"/>
                </a:cubicBezTo>
                <a:cubicBezTo>
                  <a:pt x="1545139" y="4626768"/>
                  <a:pt x="1571625" y="4654629"/>
                  <a:pt x="1571625" y="4692538"/>
                </a:cubicBezTo>
                <a:cubicBezTo>
                  <a:pt x="1571625" y="4752891"/>
                  <a:pt x="1512483" y="4782317"/>
                  <a:pt x="1466317" y="4744934"/>
                </a:cubicBezTo>
                <a:close/>
                <a:moveTo>
                  <a:pt x="2482457" y="4748046"/>
                </a:moveTo>
                <a:cubicBezTo>
                  <a:pt x="2461506" y="4727096"/>
                  <a:pt x="2462911" y="4683405"/>
                  <a:pt x="2485182" y="4663249"/>
                </a:cubicBezTo>
                <a:cubicBezTo>
                  <a:pt x="2531193" y="4621610"/>
                  <a:pt x="2596948" y="4674665"/>
                  <a:pt x="2569822" y="4731543"/>
                </a:cubicBezTo>
                <a:cubicBezTo>
                  <a:pt x="2554699" y="4763252"/>
                  <a:pt x="2506725" y="4772314"/>
                  <a:pt x="2482457" y="4748046"/>
                </a:cubicBezTo>
                <a:close/>
                <a:moveTo>
                  <a:pt x="3521868" y="4752212"/>
                </a:moveTo>
                <a:cubicBezTo>
                  <a:pt x="3500465" y="4739745"/>
                  <a:pt x="3500312" y="4699506"/>
                  <a:pt x="3521622" y="4687580"/>
                </a:cubicBezTo>
                <a:cubicBezTo>
                  <a:pt x="3557987" y="4667230"/>
                  <a:pt x="3590733" y="4720781"/>
                  <a:pt x="3560445" y="4751070"/>
                </a:cubicBezTo>
                <a:cubicBezTo>
                  <a:pt x="3546796" y="4764718"/>
                  <a:pt x="3543507" y="4764815"/>
                  <a:pt x="3521868" y="4752212"/>
                </a:cubicBezTo>
                <a:close/>
                <a:moveTo>
                  <a:pt x="5354955" y="4732020"/>
                </a:moveTo>
                <a:cubicBezTo>
                  <a:pt x="5327868" y="4704933"/>
                  <a:pt x="5354364" y="4660337"/>
                  <a:pt x="5390692" y="4671867"/>
                </a:cubicBezTo>
                <a:cubicBezTo>
                  <a:pt x="5422850" y="4682073"/>
                  <a:pt x="5410991" y="4743450"/>
                  <a:pt x="5376862" y="4743450"/>
                </a:cubicBezTo>
                <a:cubicBezTo>
                  <a:pt x="5371099" y="4743450"/>
                  <a:pt x="5361241" y="4738306"/>
                  <a:pt x="5354955" y="4732020"/>
                </a:cubicBezTo>
                <a:close/>
                <a:moveTo>
                  <a:pt x="5025722" y="4666558"/>
                </a:moveTo>
                <a:cubicBezTo>
                  <a:pt x="4980335" y="4630857"/>
                  <a:pt x="4998251" y="4577902"/>
                  <a:pt x="5059433" y="4566912"/>
                </a:cubicBezTo>
                <a:cubicBezTo>
                  <a:pt x="5116364" y="4556685"/>
                  <a:pt x="5140074" y="4620308"/>
                  <a:pt x="5097713" y="4669631"/>
                </a:cubicBezTo>
                <a:cubicBezTo>
                  <a:pt x="5078812" y="4691638"/>
                  <a:pt x="5056389" y="4690681"/>
                  <a:pt x="5025722" y="4666558"/>
                </a:cubicBezTo>
                <a:close/>
                <a:moveTo>
                  <a:pt x="1127607" y="4663043"/>
                </a:moveTo>
                <a:cubicBezTo>
                  <a:pt x="1117462" y="4636604"/>
                  <a:pt x="1128296" y="4614862"/>
                  <a:pt x="1151617" y="4614862"/>
                </a:cubicBezTo>
                <a:cubicBezTo>
                  <a:pt x="1181663" y="4614862"/>
                  <a:pt x="1198683" y="4641300"/>
                  <a:pt x="1181762" y="4661689"/>
                </a:cubicBezTo>
                <a:cubicBezTo>
                  <a:pt x="1166125" y="4680530"/>
                  <a:pt x="1134620" y="4681318"/>
                  <a:pt x="1127607" y="4663043"/>
                </a:cubicBezTo>
                <a:close/>
                <a:moveTo>
                  <a:pt x="4537441" y="4651488"/>
                </a:moveTo>
                <a:cubicBezTo>
                  <a:pt x="4529297" y="4619039"/>
                  <a:pt x="4543559" y="4596598"/>
                  <a:pt x="4574701" y="4592860"/>
                </a:cubicBezTo>
                <a:cubicBezTo>
                  <a:pt x="4609832" y="4588643"/>
                  <a:pt x="4626729" y="4621651"/>
                  <a:pt x="4605794" y="4653601"/>
                </a:cubicBezTo>
                <a:cubicBezTo>
                  <a:pt x="4584424" y="4686215"/>
                  <a:pt x="4545858" y="4685023"/>
                  <a:pt x="4537441" y="4651488"/>
                </a:cubicBezTo>
                <a:close/>
                <a:moveTo>
                  <a:pt x="4797425" y="4670425"/>
                </a:moveTo>
                <a:cubicBezTo>
                  <a:pt x="4785862" y="4658862"/>
                  <a:pt x="4790841" y="4612626"/>
                  <a:pt x="4804905" y="4600954"/>
                </a:cubicBezTo>
                <a:cubicBezTo>
                  <a:pt x="4837948" y="4573530"/>
                  <a:pt x="4885471" y="4629085"/>
                  <a:pt x="4857647" y="4662611"/>
                </a:cubicBezTo>
                <a:cubicBezTo>
                  <a:pt x="4845635" y="4677084"/>
                  <a:pt x="4808856" y="4681856"/>
                  <a:pt x="4797425" y="4670425"/>
                </a:cubicBezTo>
                <a:close/>
                <a:moveTo>
                  <a:pt x="5899632" y="4663043"/>
                </a:moveTo>
                <a:cubicBezTo>
                  <a:pt x="5889487" y="4636604"/>
                  <a:pt x="5900321" y="4614862"/>
                  <a:pt x="5923642" y="4614862"/>
                </a:cubicBezTo>
                <a:cubicBezTo>
                  <a:pt x="5953688" y="4614862"/>
                  <a:pt x="5970708" y="4641300"/>
                  <a:pt x="5953787" y="4661689"/>
                </a:cubicBezTo>
                <a:cubicBezTo>
                  <a:pt x="5938150" y="4680530"/>
                  <a:pt x="5906645" y="4681318"/>
                  <a:pt x="5899632" y="4663043"/>
                </a:cubicBezTo>
                <a:close/>
                <a:moveTo>
                  <a:pt x="3091402" y="4646080"/>
                </a:moveTo>
                <a:cubicBezTo>
                  <a:pt x="3041978" y="4575518"/>
                  <a:pt x="3137169" y="4491600"/>
                  <a:pt x="3190183" y="4558997"/>
                </a:cubicBezTo>
                <a:cubicBezTo>
                  <a:pt x="3201041" y="4572800"/>
                  <a:pt x="3209925" y="4591510"/>
                  <a:pt x="3209925" y="4600575"/>
                </a:cubicBezTo>
                <a:cubicBezTo>
                  <a:pt x="3209925" y="4657299"/>
                  <a:pt x="3122713" y="4690783"/>
                  <a:pt x="3091402" y="4646080"/>
                </a:cubicBezTo>
                <a:close/>
                <a:moveTo>
                  <a:pt x="3974044" y="4642897"/>
                </a:moveTo>
                <a:cubicBezTo>
                  <a:pt x="3936641" y="4616699"/>
                  <a:pt x="3955391" y="4552950"/>
                  <a:pt x="4000500" y="4552950"/>
                </a:cubicBezTo>
                <a:cubicBezTo>
                  <a:pt x="4044292" y="4552950"/>
                  <a:pt x="4061919" y="4605830"/>
                  <a:pt x="4029075" y="4638675"/>
                </a:cubicBezTo>
                <a:cubicBezTo>
                  <a:pt x="4006143" y="4661606"/>
                  <a:pt x="4001287" y="4661979"/>
                  <a:pt x="3974044" y="4642897"/>
                </a:cubicBezTo>
                <a:close/>
                <a:moveTo>
                  <a:pt x="4261589" y="4644661"/>
                </a:moveTo>
                <a:cubicBezTo>
                  <a:pt x="4251000" y="4617067"/>
                  <a:pt x="4261787" y="4595812"/>
                  <a:pt x="4286380" y="4595812"/>
                </a:cubicBezTo>
                <a:cubicBezTo>
                  <a:pt x="4306343" y="4595812"/>
                  <a:pt x="4310062" y="4600299"/>
                  <a:pt x="4310062" y="4624387"/>
                </a:cubicBezTo>
                <a:cubicBezTo>
                  <a:pt x="4310062" y="4656342"/>
                  <a:pt x="4272155" y="4672197"/>
                  <a:pt x="4261589" y="4644661"/>
                </a:cubicBezTo>
                <a:close/>
                <a:moveTo>
                  <a:pt x="2314687" y="4619836"/>
                </a:moveTo>
                <a:cubicBezTo>
                  <a:pt x="2299892" y="4592191"/>
                  <a:pt x="2311208" y="4563682"/>
                  <a:pt x="2339828" y="4556499"/>
                </a:cubicBezTo>
                <a:cubicBezTo>
                  <a:pt x="2374948" y="4547685"/>
                  <a:pt x="2397455" y="4572937"/>
                  <a:pt x="2385347" y="4607569"/>
                </a:cubicBezTo>
                <a:cubicBezTo>
                  <a:pt x="2373335" y="4641923"/>
                  <a:pt x="2330489" y="4649362"/>
                  <a:pt x="2314687" y="4619836"/>
                </a:cubicBezTo>
                <a:close/>
                <a:moveTo>
                  <a:pt x="1811655" y="4598670"/>
                </a:moveTo>
                <a:cubicBezTo>
                  <a:pt x="1793981" y="4580996"/>
                  <a:pt x="1798106" y="4554754"/>
                  <a:pt x="1820435" y="4542803"/>
                </a:cubicBezTo>
                <a:cubicBezTo>
                  <a:pt x="1850000" y="4526981"/>
                  <a:pt x="1883343" y="4560324"/>
                  <a:pt x="1867521" y="4589889"/>
                </a:cubicBezTo>
                <a:cubicBezTo>
                  <a:pt x="1855570" y="4612218"/>
                  <a:pt x="1829328" y="4616343"/>
                  <a:pt x="1811655" y="4598670"/>
                </a:cubicBezTo>
                <a:close/>
                <a:moveTo>
                  <a:pt x="3633354" y="4586720"/>
                </a:moveTo>
                <a:cubicBezTo>
                  <a:pt x="3589865" y="4543231"/>
                  <a:pt x="3618495" y="4467225"/>
                  <a:pt x="3678367" y="4467225"/>
                </a:cubicBezTo>
                <a:cubicBezTo>
                  <a:pt x="3704606" y="4467225"/>
                  <a:pt x="3743325" y="4509805"/>
                  <a:pt x="3743325" y="4538662"/>
                </a:cubicBezTo>
                <a:cubicBezTo>
                  <a:pt x="3743325" y="4568335"/>
                  <a:pt x="3704344" y="4610100"/>
                  <a:pt x="3676650" y="4610100"/>
                </a:cubicBezTo>
                <a:cubicBezTo>
                  <a:pt x="3665696" y="4610100"/>
                  <a:pt x="3646213" y="4599579"/>
                  <a:pt x="3633354" y="4586720"/>
                </a:cubicBezTo>
                <a:close/>
                <a:moveTo>
                  <a:pt x="944880" y="4589145"/>
                </a:moveTo>
                <a:cubicBezTo>
                  <a:pt x="926467" y="4570732"/>
                  <a:pt x="931019" y="4526345"/>
                  <a:pt x="952500" y="4514850"/>
                </a:cubicBezTo>
                <a:cubicBezTo>
                  <a:pt x="992727" y="4493320"/>
                  <a:pt x="1030528" y="4538966"/>
                  <a:pt x="1004883" y="4578104"/>
                </a:cubicBezTo>
                <a:cubicBezTo>
                  <a:pt x="988896" y="4602504"/>
                  <a:pt x="963003" y="4607268"/>
                  <a:pt x="944880" y="4589145"/>
                </a:cubicBezTo>
                <a:close/>
                <a:moveTo>
                  <a:pt x="1296174" y="4587220"/>
                </a:moveTo>
                <a:cubicBezTo>
                  <a:pt x="1276738" y="4563801"/>
                  <a:pt x="1287026" y="4529137"/>
                  <a:pt x="1313411" y="4529137"/>
                </a:cubicBezTo>
                <a:cubicBezTo>
                  <a:pt x="1343068" y="4529137"/>
                  <a:pt x="1361131" y="4556256"/>
                  <a:pt x="1346717" y="4579143"/>
                </a:cubicBezTo>
                <a:cubicBezTo>
                  <a:pt x="1332814" y="4601220"/>
                  <a:pt x="1310723" y="4604750"/>
                  <a:pt x="1296174" y="4587220"/>
                </a:cubicBezTo>
                <a:close/>
                <a:moveTo>
                  <a:pt x="2854324" y="4594225"/>
                </a:moveTo>
                <a:cubicBezTo>
                  <a:pt x="2842591" y="4582491"/>
                  <a:pt x="2847836" y="4545872"/>
                  <a:pt x="2863060" y="4533237"/>
                </a:cubicBezTo>
                <a:cubicBezTo>
                  <a:pt x="2892754" y="4508593"/>
                  <a:pt x="2929964" y="4556357"/>
                  <a:pt x="2904745" y="4586745"/>
                </a:cubicBezTo>
                <a:cubicBezTo>
                  <a:pt x="2892800" y="4601137"/>
                  <a:pt x="2865315" y="4605215"/>
                  <a:pt x="2854324" y="4594225"/>
                </a:cubicBezTo>
                <a:close/>
                <a:moveTo>
                  <a:pt x="3377292" y="4585607"/>
                </a:moveTo>
                <a:cubicBezTo>
                  <a:pt x="3346360" y="4554674"/>
                  <a:pt x="3368492" y="4510359"/>
                  <a:pt x="3411806" y="4516500"/>
                </a:cubicBezTo>
                <a:cubicBezTo>
                  <a:pt x="3440593" y="4520580"/>
                  <a:pt x="3448433" y="4569772"/>
                  <a:pt x="3423234" y="4588199"/>
                </a:cubicBezTo>
                <a:cubicBezTo>
                  <a:pt x="3401458" y="4604121"/>
                  <a:pt x="3395469" y="4603784"/>
                  <a:pt x="3377292" y="4585607"/>
                </a:cubicBezTo>
                <a:close/>
                <a:moveTo>
                  <a:pt x="5716905" y="4589145"/>
                </a:moveTo>
                <a:cubicBezTo>
                  <a:pt x="5698492" y="4570732"/>
                  <a:pt x="5703044" y="4526345"/>
                  <a:pt x="5724525" y="4514850"/>
                </a:cubicBezTo>
                <a:cubicBezTo>
                  <a:pt x="5764752" y="4493320"/>
                  <a:pt x="5802553" y="4538966"/>
                  <a:pt x="5776908" y="4578104"/>
                </a:cubicBezTo>
                <a:cubicBezTo>
                  <a:pt x="5760921" y="4602504"/>
                  <a:pt x="5735028" y="4607268"/>
                  <a:pt x="5716905" y="4589145"/>
                </a:cubicBezTo>
                <a:close/>
                <a:moveTo>
                  <a:pt x="6068199" y="4587220"/>
                </a:moveTo>
                <a:cubicBezTo>
                  <a:pt x="6048763" y="4563801"/>
                  <a:pt x="6059051" y="4529137"/>
                  <a:pt x="6085436" y="4529137"/>
                </a:cubicBezTo>
                <a:cubicBezTo>
                  <a:pt x="6115093" y="4529137"/>
                  <a:pt x="6133156" y="4556256"/>
                  <a:pt x="6118742" y="4579143"/>
                </a:cubicBezTo>
                <a:cubicBezTo>
                  <a:pt x="6104839" y="4601220"/>
                  <a:pt x="6082748" y="4604750"/>
                  <a:pt x="6068199" y="4587220"/>
                </a:cubicBezTo>
                <a:close/>
                <a:moveTo>
                  <a:pt x="1613169" y="4576762"/>
                </a:moveTo>
                <a:cubicBezTo>
                  <a:pt x="1604755" y="4554834"/>
                  <a:pt x="1616569" y="4533900"/>
                  <a:pt x="1637359" y="4533900"/>
                </a:cubicBezTo>
                <a:cubicBezTo>
                  <a:pt x="1656690" y="4533900"/>
                  <a:pt x="1672646" y="4564479"/>
                  <a:pt x="1662165" y="4581439"/>
                </a:cubicBezTo>
                <a:cubicBezTo>
                  <a:pt x="1653101" y="4596105"/>
                  <a:pt x="1619355" y="4592884"/>
                  <a:pt x="1613169" y="4576762"/>
                </a:cubicBezTo>
                <a:close/>
                <a:moveTo>
                  <a:pt x="2611113" y="4553932"/>
                </a:moveTo>
                <a:cubicBezTo>
                  <a:pt x="2589152" y="4540020"/>
                  <a:pt x="2588981" y="4490873"/>
                  <a:pt x="2610824" y="4471105"/>
                </a:cubicBezTo>
                <a:cubicBezTo>
                  <a:pt x="2652318" y="4433554"/>
                  <a:pt x="2708966" y="4502315"/>
                  <a:pt x="2671051" y="4544210"/>
                </a:cubicBezTo>
                <a:cubicBezTo>
                  <a:pt x="2653339" y="4563782"/>
                  <a:pt x="2632099" y="4567227"/>
                  <a:pt x="2611113" y="4553932"/>
                </a:cubicBezTo>
                <a:close/>
                <a:moveTo>
                  <a:pt x="5469255" y="4551045"/>
                </a:moveTo>
                <a:cubicBezTo>
                  <a:pt x="5445330" y="4527120"/>
                  <a:pt x="5463139" y="4486275"/>
                  <a:pt x="5497494" y="4486275"/>
                </a:cubicBezTo>
                <a:cubicBezTo>
                  <a:pt x="5523884" y="4486275"/>
                  <a:pt x="5535826" y="4517564"/>
                  <a:pt x="5518744" y="4541952"/>
                </a:cubicBezTo>
                <a:cubicBezTo>
                  <a:pt x="5502610" y="4564986"/>
                  <a:pt x="5486209" y="4567999"/>
                  <a:pt x="5469255" y="4551045"/>
                </a:cubicBezTo>
                <a:close/>
                <a:moveTo>
                  <a:pt x="724611" y="4530898"/>
                </a:moveTo>
                <a:cubicBezTo>
                  <a:pt x="710958" y="4495135"/>
                  <a:pt x="711696" y="4486275"/>
                  <a:pt x="728327" y="4486275"/>
                </a:cubicBezTo>
                <a:cubicBezTo>
                  <a:pt x="751287" y="4486275"/>
                  <a:pt x="763335" y="4518919"/>
                  <a:pt x="748054" y="4539727"/>
                </a:cubicBezTo>
                <a:cubicBezTo>
                  <a:pt x="735474" y="4556859"/>
                  <a:pt x="734362" y="4556440"/>
                  <a:pt x="724611" y="4530898"/>
                </a:cubicBezTo>
                <a:close/>
                <a:moveTo>
                  <a:pt x="2069872" y="4537367"/>
                </a:moveTo>
                <a:cubicBezTo>
                  <a:pt x="2061993" y="4516834"/>
                  <a:pt x="2078914" y="4491037"/>
                  <a:pt x="2100262" y="4491037"/>
                </a:cubicBezTo>
                <a:cubicBezTo>
                  <a:pt x="2109598" y="4491037"/>
                  <a:pt x="2121600" y="4497955"/>
                  <a:pt x="2126934" y="4506411"/>
                </a:cubicBezTo>
                <a:cubicBezTo>
                  <a:pt x="2141485" y="4529480"/>
                  <a:pt x="2128035" y="4552950"/>
                  <a:pt x="2100262" y="4552950"/>
                </a:cubicBezTo>
                <a:cubicBezTo>
                  <a:pt x="2086449" y="4552950"/>
                  <a:pt x="2073256" y="4546185"/>
                  <a:pt x="2069872" y="4537367"/>
                </a:cubicBezTo>
                <a:close/>
                <a:moveTo>
                  <a:pt x="4400550" y="4533900"/>
                </a:moveTo>
                <a:cubicBezTo>
                  <a:pt x="4378307" y="4511657"/>
                  <a:pt x="4376696" y="4488656"/>
                  <a:pt x="4395629" y="4463653"/>
                </a:cubicBezTo>
                <a:cubicBezTo>
                  <a:pt x="4423303" y="4427108"/>
                  <a:pt x="4486275" y="4450705"/>
                  <a:pt x="4486275" y="4497620"/>
                </a:cubicBezTo>
                <a:cubicBezTo>
                  <a:pt x="4486275" y="4518491"/>
                  <a:pt x="4453649" y="4552950"/>
                  <a:pt x="4433887" y="4552950"/>
                </a:cubicBezTo>
                <a:cubicBezTo>
                  <a:pt x="4426029" y="4552950"/>
                  <a:pt x="4411027" y="4544377"/>
                  <a:pt x="4400550" y="4533900"/>
                </a:cubicBezTo>
                <a:close/>
                <a:moveTo>
                  <a:pt x="5276850" y="4533900"/>
                </a:moveTo>
                <a:cubicBezTo>
                  <a:pt x="5253965" y="4511015"/>
                  <a:pt x="5252671" y="4488311"/>
                  <a:pt x="5272627" y="4459819"/>
                </a:cubicBezTo>
                <a:cubicBezTo>
                  <a:pt x="5300810" y="4419583"/>
                  <a:pt x="5353050" y="4438005"/>
                  <a:pt x="5353050" y="4488180"/>
                </a:cubicBezTo>
                <a:cubicBezTo>
                  <a:pt x="5353050" y="4514164"/>
                  <a:pt x="5324530" y="4552950"/>
                  <a:pt x="5305425" y="4552950"/>
                </a:cubicBezTo>
                <a:cubicBezTo>
                  <a:pt x="5300186" y="4552950"/>
                  <a:pt x="5287327" y="4544377"/>
                  <a:pt x="5276850" y="4533900"/>
                </a:cubicBezTo>
                <a:close/>
                <a:moveTo>
                  <a:pt x="1429119" y="4467915"/>
                </a:moveTo>
                <a:cubicBezTo>
                  <a:pt x="1408047" y="4428542"/>
                  <a:pt x="1447877" y="4396394"/>
                  <a:pt x="1479076" y="4427593"/>
                </a:cubicBezTo>
                <a:cubicBezTo>
                  <a:pt x="1494027" y="4442543"/>
                  <a:pt x="1495376" y="4449517"/>
                  <a:pt x="1486521" y="4466064"/>
                </a:cubicBezTo>
                <a:cubicBezTo>
                  <a:pt x="1473026" y="4491279"/>
                  <a:pt x="1442155" y="4492274"/>
                  <a:pt x="1429119" y="4467915"/>
                </a:cubicBezTo>
                <a:close/>
                <a:moveTo>
                  <a:pt x="4701248" y="4471288"/>
                </a:moveTo>
                <a:cubicBezTo>
                  <a:pt x="4684852" y="4454891"/>
                  <a:pt x="4683424" y="4447702"/>
                  <a:pt x="4692081" y="4425141"/>
                </a:cubicBezTo>
                <a:cubicBezTo>
                  <a:pt x="4699864" y="4404859"/>
                  <a:pt x="4740664" y="4405962"/>
                  <a:pt x="4751352" y="4426743"/>
                </a:cubicBezTo>
                <a:cubicBezTo>
                  <a:pt x="4769367" y="4461769"/>
                  <a:pt x="4728268" y="4498307"/>
                  <a:pt x="4701248" y="4471288"/>
                </a:cubicBezTo>
                <a:close/>
                <a:moveTo>
                  <a:pt x="4941100" y="4479331"/>
                </a:moveTo>
                <a:cubicBezTo>
                  <a:pt x="4908701" y="4471601"/>
                  <a:pt x="4908167" y="4399301"/>
                  <a:pt x="4940417" y="4386926"/>
                </a:cubicBezTo>
                <a:cubicBezTo>
                  <a:pt x="4965824" y="4377176"/>
                  <a:pt x="5002215" y="4407620"/>
                  <a:pt x="4998818" y="4435784"/>
                </a:cubicBezTo>
                <a:cubicBezTo>
                  <a:pt x="4995498" y="4463319"/>
                  <a:pt x="4966304" y="4485344"/>
                  <a:pt x="4941100" y="4479331"/>
                </a:cubicBezTo>
                <a:close/>
                <a:moveTo>
                  <a:pt x="6201144" y="4467915"/>
                </a:moveTo>
                <a:cubicBezTo>
                  <a:pt x="6181844" y="4431853"/>
                  <a:pt x="6219186" y="4395829"/>
                  <a:pt x="6247017" y="4423660"/>
                </a:cubicBezTo>
                <a:cubicBezTo>
                  <a:pt x="6258532" y="4435175"/>
                  <a:pt x="6259167" y="4442633"/>
                  <a:pt x="6250293" y="4462110"/>
                </a:cubicBezTo>
                <a:cubicBezTo>
                  <a:pt x="6237210" y="4490824"/>
                  <a:pt x="6214820" y="4493468"/>
                  <a:pt x="6201144" y="4467915"/>
                </a:cubicBezTo>
                <a:close/>
                <a:moveTo>
                  <a:pt x="4110914" y="4458669"/>
                </a:moveTo>
                <a:cubicBezTo>
                  <a:pt x="4090108" y="4435678"/>
                  <a:pt x="4091907" y="4404392"/>
                  <a:pt x="4115385" y="4380914"/>
                </a:cubicBezTo>
                <a:cubicBezTo>
                  <a:pt x="4140358" y="4355941"/>
                  <a:pt x="4169622" y="4360248"/>
                  <a:pt x="4193547" y="4392418"/>
                </a:cubicBezTo>
                <a:cubicBezTo>
                  <a:pt x="4231905" y="4443993"/>
                  <a:pt x="4154092" y="4506379"/>
                  <a:pt x="4110914" y="4458669"/>
                </a:cubicBezTo>
                <a:close/>
                <a:moveTo>
                  <a:pt x="5134619" y="4449379"/>
                </a:moveTo>
                <a:cubicBezTo>
                  <a:pt x="5121528" y="4424919"/>
                  <a:pt x="5121657" y="4423753"/>
                  <a:pt x="5139398" y="4406011"/>
                </a:cubicBezTo>
                <a:cubicBezTo>
                  <a:pt x="5161734" y="4383675"/>
                  <a:pt x="5193213" y="4403160"/>
                  <a:pt x="5189314" y="4436909"/>
                </a:cubicBezTo>
                <a:cubicBezTo>
                  <a:pt x="5185564" y="4469371"/>
                  <a:pt x="5149695" y="4477548"/>
                  <a:pt x="5134619" y="4449379"/>
                </a:cubicBezTo>
                <a:close/>
                <a:moveTo>
                  <a:pt x="2202394" y="4442872"/>
                </a:moveTo>
                <a:cubicBezTo>
                  <a:pt x="2178790" y="4426339"/>
                  <a:pt x="2173049" y="4374435"/>
                  <a:pt x="2192655" y="4354830"/>
                </a:cubicBezTo>
                <a:cubicBezTo>
                  <a:pt x="2210001" y="4337483"/>
                  <a:pt x="2245638" y="4341138"/>
                  <a:pt x="2266950" y="4362450"/>
                </a:cubicBezTo>
                <a:cubicBezTo>
                  <a:pt x="2292088" y="4387588"/>
                  <a:pt x="2290981" y="4405959"/>
                  <a:pt x="2262620" y="4434320"/>
                </a:cubicBezTo>
                <a:cubicBezTo>
                  <a:pt x="2235143" y="4461797"/>
                  <a:pt x="2230379" y="4462474"/>
                  <a:pt x="2202394" y="4442872"/>
                </a:cubicBezTo>
                <a:close/>
                <a:moveTo>
                  <a:pt x="2438779" y="4443870"/>
                </a:moveTo>
                <a:cubicBezTo>
                  <a:pt x="2418945" y="4419971"/>
                  <a:pt x="2430730" y="4395787"/>
                  <a:pt x="2462212" y="4395787"/>
                </a:cubicBezTo>
                <a:cubicBezTo>
                  <a:pt x="2481893" y="4395787"/>
                  <a:pt x="2491532" y="4401009"/>
                  <a:pt x="2493824" y="4412913"/>
                </a:cubicBezTo>
                <a:cubicBezTo>
                  <a:pt x="2497606" y="4432551"/>
                  <a:pt x="2479855" y="4457700"/>
                  <a:pt x="2462212" y="4457700"/>
                </a:cubicBezTo>
                <a:cubicBezTo>
                  <a:pt x="2455637" y="4457700"/>
                  <a:pt x="2445092" y="4451476"/>
                  <a:pt x="2438779" y="4443870"/>
                </a:cubicBezTo>
                <a:close/>
                <a:moveTo>
                  <a:pt x="3869055" y="4446270"/>
                </a:moveTo>
                <a:cubicBezTo>
                  <a:pt x="3841968" y="4419183"/>
                  <a:pt x="3868464" y="4374587"/>
                  <a:pt x="3904792" y="4386117"/>
                </a:cubicBezTo>
                <a:cubicBezTo>
                  <a:pt x="3918389" y="4390432"/>
                  <a:pt x="3924300" y="4400463"/>
                  <a:pt x="3924300" y="4419222"/>
                </a:cubicBezTo>
                <a:cubicBezTo>
                  <a:pt x="3924300" y="4454058"/>
                  <a:pt x="3892441" y="4469656"/>
                  <a:pt x="3869055" y="4446270"/>
                </a:cubicBezTo>
                <a:close/>
                <a:moveTo>
                  <a:pt x="1086541" y="4423077"/>
                </a:moveTo>
                <a:cubicBezTo>
                  <a:pt x="1075683" y="4409274"/>
                  <a:pt x="1066800" y="4389791"/>
                  <a:pt x="1066800" y="4379782"/>
                </a:cubicBezTo>
                <a:cubicBezTo>
                  <a:pt x="1066800" y="4353986"/>
                  <a:pt x="1109190" y="4314825"/>
                  <a:pt x="1137113" y="4314825"/>
                </a:cubicBezTo>
                <a:cubicBezTo>
                  <a:pt x="1162881" y="4314825"/>
                  <a:pt x="1200150" y="4354244"/>
                  <a:pt x="1200150" y="4381500"/>
                </a:cubicBezTo>
                <a:cubicBezTo>
                  <a:pt x="1200150" y="4410919"/>
                  <a:pt x="1162894" y="4448175"/>
                  <a:pt x="1133475" y="4448175"/>
                </a:cubicBezTo>
                <a:cubicBezTo>
                  <a:pt x="1115443" y="4448175"/>
                  <a:pt x="1099631" y="4439719"/>
                  <a:pt x="1086541" y="4423077"/>
                </a:cubicBezTo>
                <a:close/>
                <a:moveTo>
                  <a:pt x="3180755" y="4428013"/>
                </a:moveTo>
                <a:cubicBezTo>
                  <a:pt x="3172228" y="4412081"/>
                  <a:pt x="3173002" y="4404815"/>
                  <a:pt x="3184444" y="4393373"/>
                </a:cubicBezTo>
                <a:cubicBezTo>
                  <a:pt x="3211715" y="4366102"/>
                  <a:pt x="3253509" y="4404325"/>
                  <a:pt x="3228874" y="4434008"/>
                </a:cubicBezTo>
                <a:cubicBezTo>
                  <a:pt x="3212312" y="4453964"/>
                  <a:pt x="3193381" y="4451606"/>
                  <a:pt x="3180755" y="4428013"/>
                </a:cubicBezTo>
                <a:close/>
                <a:moveTo>
                  <a:pt x="5858566" y="4423077"/>
                </a:moveTo>
                <a:cubicBezTo>
                  <a:pt x="5847708" y="4409274"/>
                  <a:pt x="5838825" y="4389791"/>
                  <a:pt x="5838825" y="4379782"/>
                </a:cubicBezTo>
                <a:cubicBezTo>
                  <a:pt x="5838825" y="4353986"/>
                  <a:pt x="5881215" y="4314825"/>
                  <a:pt x="5909138" y="4314825"/>
                </a:cubicBezTo>
                <a:cubicBezTo>
                  <a:pt x="5934906" y="4314825"/>
                  <a:pt x="5972175" y="4354244"/>
                  <a:pt x="5972175" y="4381500"/>
                </a:cubicBezTo>
                <a:cubicBezTo>
                  <a:pt x="5972175" y="4410919"/>
                  <a:pt x="5934919" y="4448175"/>
                  <a:pt x="5905500" y="4448175"/>
                </a:cubicBezTo>
                <a:cubicBezTo>
                  <a:pt x="5887468" y="4448175"/>
                  <a:pt x="5871656" y="4439719"/>
                  <a:pt x="5858566" y="4423077"/>
                </a:cubicBezTo>
                <a:close/>
                <a:moveTo>
                  <a:pt x="1899361" y="4405312"/>
                </a:moveTo>
                <a:cubicBezTo>
                  <a:pt x="1884908" y="4383253"/>
                  <a:pt x="1884908" y="4379746"/>
                  <a:pt x="1899361" y="4357687"/>
                </a:cubicBezTo>
                <a:cubicBezTo>
                  <a:pt x="1918302" y="4328780"/>
                  <a:pt x="1957194" y="4325868"/>
                  <a:pt x="1971339" y="4352298"/>
                </a:cubicBezTo>
                <a:cubicBezTo>
                  <a:pt x="2002305" y="4410158"/>
                  <a:pt x="1935011" y="4459721"/>
                  <a:pt x="1899361" y="4405312"/>
                </a:cubicBezTo>
                <a:close/>
                <a:moveTo>
                  <a:pt x="843642" y="4404632"/>
                </a:moveTo>
                <a:cubicBezTo>
                  <a:pt x="819369" y="4380358"/>
                  <a:pt x="833534" y="4333875"/>
                  <a:pt x="865205" y="4333875"/>
                </a:cubicBezTo>
                <a:cubicBezTo>
                  <a:pt x="904264" y="4333875"/>
                  <a:pt x="920419" y="4391560"/>
                  <a:pt x="886451" y="4409739"/>
                </a:cubicBezTo>
                <a:cubicBezTo>
                  <a:pt x="862623" y="4422491"/>
                  <a:pt x="861350" y="4422339"/>
                  <a:pt x="843642" y="4404632"/>
                </a:cubicBezTo>
                <a:close/>
                <a:moveTo>
                  <a:pt x="1647825" y="4412338"/>
                </a:moveTo>
                <a:cubicBezTo>
                  <a:pt x="1609212" y="4400298"/>
                  <a:pt x="1596661" y="4339124"/>
                  <a:pt x="1627143" y="4311538"/>
                </a:cubicBezTo>
                <a:cubicBezTo>
                  <a:pt x="1647712" y="4292924"/>
                  <a:pt x="1668179" y="4291364"/>
                  <a:pt x="1684020" y="4307205"/>
                </a:cubicBezTo>
                <a:cubicBezTo>
                  <a:pt x="1690306" y="4313491"/>
                  <a:pt x="1695450" y="4315109"/>
                  <a:pt x="1695450" y="4310801"/>
                </a:cubicBezTo>
                <a:cubicBezTo>
                  <a:pt x="1695450" y="4306492"/>
                  <a:pt x="1701879" y="4308303"/>
                  <a:pt x="1709737" y="4314825"/>
                </a:cubicBezTo>
                <a:cubicBezTo>
                  <a:pt x="1748214" y="4346758"/>
                  <a:pt x="1696867" y="4427630"/>
                  <a:pt x="1647825" y="4412338"/>
                </a:cubicBezTo>
                <a:close/>
                <a:moveTo>
                  <a:pt x="5615667" y="4404632"/>
                </a:moveTo>
                <a:cubicBezTo>
                  <a:pt x="5591394" y="4380358"/>
                  <a:pt x="5605559" y="4333875"/>
                  <a:pt x="5637230" y="4333875"/>
                </a:cubicBezTo>
                <a:cubicBezTo>
                  <a:pt x="5676289" y="4333875"/>
                  <a:pt x="5692444" y="4391560"/>
                  <a:pt x="5658476" y="4409739"/>
                </a:cubicBezTo>
                <a:cubicBezTo>
                  <a:pt x="5634648" y="4422491"/>
                  <a:pt x="5633375" y="4422339"/>
                  <a:pt x="5615667" y="4404632"/>
                </a:cubicBezTo>
                <a:close/>
                <a:moveTo>
                  <a:pt x="2958988" y="4392656"/>
                </a:moveTo>
                <a:cubicBezTo>
                  <a:pt x="2921457" y="4351184"/>
                  <a:pt x="2961021" y="4289082"/>
                  <a:pt x="3008169" y="4315459"/>
                </a:cubicBezTo>
                <a:cubicBezTo>
                  <a:pt x="3040428" y="4333506"/>
                  <a:pt x="3045408" y="4365041"/>
                  <a:pt x="3020010" y="4390439"/>
                </a:cubicBezTo>
                <a:cubicBezTo>
                  <a:pt x="2995786" y="4414663"/>
                  <a:pt x="2979442" y="4415257"/>
                  <a:pt x="2958988" y="4392656"/>
                </a:cubicBezTo>
                <a:close/>
                <a:moveTo>
                  <a:pt x="3569029" y="4394529"/>
                </a:moveTo>
                <a:cubicBezTo>
                  <a:pt x="3557770" y="4383270"/>
                  <a:pt x="3561609" y="4355247"/>
                  <a:pt x="3575120" y="4350062"/>
                </a:cubicBezTo>
                <a:cubicBezTo>
                  <a:pt x="3594318" y="4342695"/>
                  <a:pt x="3612295" y="4357652"/>
                  <a:pt x="3608421" y="4377769"/>
                </a:cubicBezTo>
                <a:cubicBezTo>
                  <a:pt x="3604888" y="4396115"/>
                  <a:pt x="3580845" y="4406345"/>
                  <a:pt x="3569029" y="4394529"/>
                </a:cubicBezTo>
                <a:close/>
                <a:moveTo>
                  <a:pt x="3335869" y="4366672"/>
                </a:moveTo>
                <a:cubicBezTo>
                  <a:pt x="3300198" y="4341687"/>
                  <a:pt x="3315365" y="4267200"/>
                  <a:pt x="3356123" y="4267200"/>
                </a:cubicBezTo>
                <a:cubicBezTo>
                  <a:pt x="3402782" y="4267200"/>
                  <a:pt x="3425080" y="4328269"/>
                  <a:pt x="3390900" y="4362450"/>
                </a:cubicBezTo>
                <a:cubicBezTo>
                  <a:pt x="3367968" y="4385381"/>
                  <a:pt x="3363112" y="4385754"/>
                  <a:pt x="3335869" y="4366672"/>
                </a:cubicBezTo>
                <a:close/>
                <a:moveTo>
                  <a:pt x="2750343" y="4361815"/>
                </a:moveTo>
                <a:cubicBezTo>
                  <a:pt x="2740893" y="4356238"/>
                  <a:pt x="2733675" y="4340633"/>
                  <a:pt x="2733675" y="4325781"/>
                </a:cubicBezTo>
                <a:cubicBezTo>
                  <a:pt x="2733675" y="4277072"/>
                  <a:pt x="2773498" y="4260841"/>
                  <a:pt x="2805701" y="4296425"/>
                </a:cubicBezTo>
                <a:cubicBezTo>
                  <a:pt x="2838029" y="4332147"/>
                  <a:pt x="2792068" y="4386437"/>
                  <a:pt x="2750343" y="4361815"/>
                </a:cubicBezTo>
                <a:close/>
                <a:moveTo>
                  <a:pt x="4375889" y="4330336"/>
                </a:moveTo>
                <a:cubicBezTo>
                  <a:pt x="4365300" y="4302742"/>
                  <a:pt x="4376087" y="4281487"/>
                  <a:pt x="4400680" y="4281487"/>
                </a:cubicBezTo>
                <a:cubicBezTo>
                  <a:pt x="4420643" y="4281487"/>
                  <a:pt x="4424362" y="4285974"/>
                  <a:pt x="4424362" y="4310062"/>
                </a:cubicBezTo>
                <a:cubicBezTo>
                  <a:pt x="4424362" y="4342017"/>
                  <a:pt x="4386455" y="4357872"/>
                  <a:pt x="4375889" y="4330336"/>
                </a:cubicBezTo>
                <a:close/>
                <a:moveTo>
                  <a:pt x="1329991" y="4313724"/>
                </a:moveTo>
                <a:cubicBezTo>
                  <a:pt x="1311901" y="4287898"/>
                  <a:pt x="1323425" y="4254011"/>
                  <a:pt x="1351729" y="4249800"/>
                </a:cubicBezTo>
                <a:cubicBezTo>
                  <a:pt x="1395346" y="4243310"/>
                  <a:pt x="1415756" y="4288246"/>
                  <a:pt x="1382756" y="4318111"/>
                </a:cubicBezTo>
                <a:cubicBezTo>
                  <a:pt x="1359631" y="4339038"/>
                  <a:pt x="1346985" y="4337987"/>
                  <a:pt x="1329991" y="4313724"/>
                </a:cubicBezTo>
                <a:close/>
                <a:moveTo>
                  <a:pt x="5378338" y="4316456"/>
                </a:moveTo>
                <a:cubicBezTo>
                  <a:pt x="5345402" y="4280061"/>
                  <a:pt x="5367770" y="4219575"/>
                  <a:pt x="5414166" y="4219575"/>
                </a:cubicBezTo>
                <a:cubicBezTo>
                  <a:pt x="5439973" y="4219575"/>
                  <a:pt x="5467350" y="4247062"/>
                  <a:pt x="5467350" y="4272974"/>
                </a:cubicBezTo>
                <a:cubicBezTo>
                  <a:pt x="5467350" y="4324002"/>
                  <a:pt x="5410361" y="4351841"/>
                  <a:pt x="5378338" y="4316456"/>
                </a:cubicBezTo>
                <a:close/>
                <a:moveTo>
                  <a:pt x="6102016" y="4313724"/>
                </a:moveTo>
                <a:cubicBezTo>
                  <a:pt x="6083926" y="4287898"/>
                  <a:pt x="6095450" y="4254011"/>
                  <a:pt x="6123754" y="4249800"/>
                </a:cubicBezTo>
                <a:cubicBezTo>
                  <a:pt x="6167371" y="4243310"/>
                  <a:pt x="6187781" y="4288246"/>
                  <a:pt x="6154781" y="4318111"/>
                </a:cubicBezTo>
                <a:cubicBezTo>
                  <a:pt x="6131656" y="4339038"/>
                  <a:pt x="6119010" y="4337987"/>
                  <a:pt x="6102016" y="4313724"/>
                </a:cubicBezTo>
                <a:close/>
                <a:moveTo>
                  <a:pt x="647682" y="4276652"/>
                </a:moveTo>
                <a:cubicBezTo>
                  <a:pt x="635093" y="4224176"/>
                  <a:pt x="639695" y="4209861"/>
                  <a:pt x="664189" y="4225310"/>
                </a:cubicBezTo>
                <a:cubicBezTo>
                  <a:pt x="691654" y="4242635"/>
                  <a:pt x="700055" y="4264214"/>
                  <a:pt x="690196" y="4292112"/>
                </a:cubicBezTo>
                <a:cubicBezTo>
                  <a:pt x="675222" y="4334486"/>
                  <a:pt x="660250" y="4329041"/>
                  <a:pt x="647682" y="4276652"/>
                </a:cubicBezTo>
                <a:close/>
                <a:moveTo>
                  <a:pt x="3680094" y="4310062"/>
                </a:moveTo>
                <a:cubicBezTo>
                  <a:pt x="3666671" y="4275083"/>
                  <a:pt x="3705347" y="4244190"/>
                  <a:pt x="3730755" y="4269597"/>
                </a:cubicBezTo>
                <a:cubicBezTo>
                  <a:pt x="3751928" y="4290771"/>
                  <a:pt x="3738614" y="4324350"/>
                  <a:pt x="3709046" y="4324350"/>
                </a:cubicBezTo>
                <a:cubicBezTo>
                  <a:pt x="3696138" y="4324350"/>
                  <a:pt x="3683109" y="4317920"/>
                  <a:pt x="3680094" y="4310062"/>
                </a:cubicBezTo>
                <a:close/>
                <a:moveTo>
                  <a:pt x="4581525" y="4305300"/>
                </a:moveTo>
                <a:cubicBezTo>
                  <a:pt x="4542716" y="4266491"/>
                  <a:pt x="4567745" y="4200525"/>
                  <a:pt x="4621279" y="4200525"/>
                </a:cubicBezTo>
                <a:cubicBezTo>
                  <a:pt x="4673446" y="4200525"/>
                  <a:pt x="4698344" y="4279586"/>
                  <a:pt x="4655605" y="4309522"/>
                </a:cubicBezTo>
                <a:cubicBezTo>
                  <a:pt x="4627113" y="4329478"/>
                  <a:pt x="4604409" y="4328184"/>
                  <a:pt x="4581525" y="4305300"/>
                </a:cubicBezTo>
                <a:close/>
                <a:moveTo>
                  <a:pt x="4822031" y="4318000"/>
                </a:moveTo>
                <a:cubicBezTo>
                  <a:pt x="4804512" y="4310992"/>
                  <a:pt x="4807536" y="4270231"/>
                  <a:pt x="4826103" y="4263106"/>
                </a:cubicBezTo>
                <a:cubicBezTo>
                  <a:pt x="4849436" y="4254152"/>
                  <a:pt x="4874595" y="4282040"/>
                  <a:pt x="4861670" y="4302530"/>
                </a:cubicBezTo>
                <a:cubicBezTo>
                  <a:pt x="4850275" y="4320595"/>
                  <a:pt x="4839263" y="4324892"/>
                  <a:pt x="4822031" y="4318000"/>
                </a:cubicBezTo>
                <a:close/>
                <a:moveTo>
                  <a:pt x="5231495" y="4303760"/>
                </a:moveTo>
                <a:cubicBezTo>
                  <a:pt x="5213643" y="4285908"/>
                  <a:pt x="5217340" y="4259607"/>
                  <a:pt x="5239358" y="4247824"/>
                </a:cubicBezTo>
                <a:cubicBezTo>
                  <a:pt x="5265750" y="4233699"/>
                  <a:pt x="5288303" y="4252500"/>
                  <a:pt x="5284475" y="4285434"/>
                </a:cubicBezTo>
                <a:cubicBezTo>
                  <a:pt x="5281273" y="4312981"/>
                  <a:pt x="5251139" y="4323404"/>
                  <a:pt x="5231495" y="4303760"/>
                </a:cubicBezTo>
                <a:close/>
                <a:moveTo>
                  <a:pt x="2038568" y="4267418"/>
                </a:moveTo>
                <a:cubicBezTo>
                  <a:pt x="2015378" y="4244228"/>
                  <a:pt x="2014625" y="4235135"/>
                  <a:pt x="2034267" y="4215492"/>
                </a:cubicBezTo>
                <a:cubicBezTo>
                  <a:pt x="2061701" y="4188059"/>
                  <a:pt x="2095500" y="4204323"/>
                  <a:pt x="2095500" y="4244957"/>
                </a:cubicBezTo>
                <a:cubicBezTo>
                  <a:pt x="2095500" y="4278244"/>
                  <a:pt x="2062437" y="4291287"/>
                  <a:pt x="2038568" y="4267418"/>
                </a:cubicBezTo>
                <a:close/>
                <a:moveTo>
                  <a:pt x="2308211" y="4271223"/>
                </a:moveTo>
                <a:cubicBezTo>
                  <a:pt x="2305039" y="4262959"/>
                  <a:pt x="2309460" y="4249182"/>
                  <a:pt x="2318035" y="4240607"/>
                </a:cubicBezTo>
                <a:cubicBezTo>
                  <a:pt x="2332471" y="4226171"/>
                  <a:pt x="2334778" y="4226171"/>
                  <a:pt x="2349214" y="4240607"/>
                </a:cubicBezTo>
                <a:cubicBezTo>
                  <a:pt x="2368688" y="4260081"/>
                  <a:pt x="2359750" y="4286250"/>
                  <a:pt x="2333625" y="4286250"/>
                </a:cubicBezTo>
                <a:cubicBezTo>
                  <a:pt x="2322818" y="4286250"/>
                  <a:pt x="2311382" y="4279488"/>
                  <a:pt x="2308211" y="4271223"/>
                </a:cubicBezTo>
                <a:close/>
                <a:moveTo>
                  <a:pt x="2520647" y="4256983"/>
                </a:moveTo>
                <a:cubicBezTo>
                  <a:pt x="2471861" y="4218608"/>
                  <a:pt x="2499685" y="4140200"/>
                  <a:pt x="2562088" y="4140200"/>
                </a:cubicBezTo>
                <a:cubicBezTo>
                  <a:pt x="2599761" y="4140200"/>
                  <a:pt x="2619375" y="4162871"/>
                  <a:pt x="2619375" y="4206416"/>
                </a:cubicBezTo>
                <a:cubicBezTo>
                  <a:pt x="2619375" y="4237280"/>
                  <a:pt x="2584640" y="4276725"/>
                  <a:pt x="2557462" y="4276725"/>
                </a:cubicBezTo>
                <a:cubicBezTo>
                  <a:pt x="2551017" y="4276725"/>
                  <a:pt x="2534450" y="4267841"/>
                  <a:pt x="2520647" y="4256983"/>
                </a:cubicBezTo>
                <a:close/>
                <a:moveTo>
                  <a:pt x="3901963" y="4259306"/>
                </a:moveTo>
                <a:cubicBezTo>
                  <a:pt x="3878847" y="4233763"/>
                  <a:pt x="3881683" y="4185718"/>
                  <a:pt x="3907369" y="4167727"/>
                </a:cubicBezTo>
                <a:cubicBezTo>
                  <a:pt x="3968802" y="4124698"/>
                  <a:pt x="4029579" y="4192869"/>
                  <a:pt x="3985672" y="4255555"/>
                </a:cubicBezTo>
                <a:cubicBezTo>
                  <a:pt x="3967365" y="4281692"/>
                  <a:pt x="3923982" y="4283636"/>
                  <a:pt x="3901963" y="4259306"/>
                </a:cubicBezTo>
                <a:close/>
                <a:moveTo>
                  <a:pt x="4204182" y="4262993"/>
                </a:moveTo>
                <a:cubicBezTo>
                  <a:pt x="4193933" y="4236284"/>
                  <a:pt x="4205068" y="4214856"/>
                  <a:pt x="4230745" y="4211877"/>
                </a:cubicBezTo>
                <a:cubicBezTo>
                  <a:pt x="4260168" y="4208463"/>
                  <a:pt x="4276471" y="4239788"/>
                  <a:pt x="4257295" y="4262894"/>
                </a:cubicBezTo>
                <a:cubicBezTo>
                  <a:pt x="4242534" y="4280680"/>
                  <a:pt x="4210992" y="4280739"/>
                  <a:pt x="4204182" y="4262993"/>
                </a:cubicBezTo>
                <a:close/>
                <a:moveTo>
                  <a:pt x="4997455" y="4257058"/>
                </a:moveTo>
                <a:cubicBezTo>
                  <a:pt x="4970886" y="4219125"/>
                  <a:pt x="5007927" y="4169419"/>
                  <a:pt x="5047129" y="4190400"/>
                </a:cubicBezTo>
                <a:cubicBezTo>
                  <a:pt x="5073408" y="4204464"/>
                  <a:pt x="5079261" y="4228725"/>
                  <a:pt x="5062533" y="4254254"/>
                </a:cubicBezTo>
                <a:cubicBezTo>
                  <a:pt x="5044375" y="4281967"/>
                  <a:pt x="5015765" y="4283200"/>
                  <a:pt x="4997455" y="4257058"/>
                </a:cubicBezTo>
                <a:close/>
                <a:moveTo>
                  <a:pt x="1771959" y="4220153"/>
                </a:moveTo>
                <a:cubicBezTo>
                  <a:pt x="1748211" y="4175780"/>
                  <a:pt x="1805836" y="4141255"/>
                  <a:pt x="1832541" y="4183856"/>
                </a:cubicBezTo>
                <a:cubicBezTo>
                  <a:pt x="1840123" y="4195951"/>
                  <a:pt x="1840123" y="4205098"/>
                  <a:pt x="1832541" y="4217193"/>
                </a:cubicBezTo>
                <a:cubicBezTo>
                  <a:pt x="1817112" y="4241806"/>
                  <a:pt x="1784403" y="4243404"/>
                  <a:pt x="1771959" y="4220153"/>
                </a:cubicBezTo>
                <a:close/>
                <a:moveTo>
                  <a:pt x="3137574" y="4205231"/>
                </a:moveTo>
                <a:cubicBezTo>
                  <a:pt x="3119923" y="4178291"/>
                  <a:pt x="3132130" y="4130629"/>
                  <a:pt x="3159358" y="4120181"/>
                </a:cubicBezTo>
                <a:cubicBezTo>
                  <a:pt x="3184990" y="4110345"/>
                  <a:pt x="3223948" y="4136454"/>
                  <a:pt x="3227307" y="4165718"/>
                </a:cubicBezTo>
                <a:cubicBezTo>
                  <a:pt x="3233810" y="4222374"/>
                  <a:pt x="3167840" y="4251423"/>
                  <a:pt x="3137574" y="4205231"/>
                </a:cubicBezTo>
                <a:close/>
                <a:moveTo>
                  <a:pt x="3470986" y="4205287"/>
                </a:moveTo>
                <a:cubicBezTo>
                  <a:pt x="3440082" y="4158121"/>
                  <a:pt x="3493819" y="4112944"/>
                  <a:pt x="3533558" y="4152683"/>
                </a:cubicBezTo>
                <a:cubicBezTo>
                  <a:pt x="3552105" y="4171230"/>
                  <a:pt x="3551358" y="4191050"/>
                  <a:pt x="3531130" y="4217193"/>
                </a:cubicBezTo>
                <a:cubicBezTo>
                  <a:pt x="3516189" y="4236502"/>
                  <a:pt x="3487750" y="4230872"/>
                  <a:pt x="3470986" y="4205287"/>
                </a:cubicBezTo>
                <a:close/>
                <a:moveTo>
                  <a:pt x="776967" y="4204607"/>
                </a:moveTo>
                <a:cubicBezTo>
                  <a:pt x="758777" y="4186417"/>
                  <a:pt x="758449" y="4180446"/>
                  <a:pt x="774439" y="4158578"/>
                </a:cubicBezTo>
                <a:cubicBezTo>
                  <a:pt x="792198" y="4134292"/>
                  <a:pt x="832534" y="4141770"/>
                  <a:pt x="836549" y="4170093"/>
                </a:cubicBezTo>
                <a:cubicBezTo>
                  <a:pt x="842522" y="4212222"/>
                  <a:pt x="805834" y="4233474"/>
                  <a:pt x="776967" y="4204607"/>
                </a:cubicBezTo>
                <a:close/>
                <a:moveTo>
                  <a:pt x="1525905" y="4208145"/>
                </a:moveTo>
                <a:cubicBezTo>
                  <a:pt x="1509346" y="4191586"/>
                  <a:pt x="1511741" y="4146462"/>
                  <a:pt x="1529541" y="4139631"/>
                </a:cubicBezTo>
                <a:cubicBezTo>
                  <a:pt x="1552106" y="4130972"/>
                  <a:pt x="1559291" y="4132402"/>
                  <a:pt x="1575707" y="4148817"/>
                </a:cubicBezTo>
                <a:cubicBezTo>
                  <a:pt x="1595314" y="4168424"/>
                  <a:pt x="1594593" y="4177556"/>
                  <a:pt x="1571625" y="4200525"/>
                </a:cubicBezTo>
                <a:cubicBezTo>
                  <a:pt x="1549567" y="4222582"/>
                  <a:pt x="1541660" y="4223900"/>
                  <a:pt x="1525905" y="4208145"/>
                </a:cubicBezTo>
                <a:close/>
                <a:moveTo>
                  <a:pt x="5548992" y="4204607"/>
                </a:moveTo>
                <a:cubicBezTo>
                  <a:pt x="5530802" y="4186417"/>
                  <a:pt x="5530474" y="4180446"/>
                  <a:pt x="5546464" y="4158578"/>
                </a:cubicBezTo>
                <a:cubicBezTo>
                  <a:pt x="5564223" y="4134292"/>
                  <a:pt x="5604559" y="4141770"/>
                  <a:pt x="5608574" y="4170093"/>
                </a:cubicBezTo>
                <a:cubicBezTo>
                  <a:pt x="5614547" y="4212222"/>
                  <a:pt x="5577859" y="4233474"/>
                  <a:pt x="5548992" y="4204607"/>
                </a:cubicBezTo>
                <a:close/>
                <a:moveTo>
                  <a:pt x="6297930" y="4208145"/>
                </a:moveTo>
                <a:cubicBezTo>
                  <a:pt x="6281371" y="4191586"/>
                  <a:pt x="6283766" y="4146462"/>
                  <a:pt x="6301566" y="4139631"/>
                </a:cubicBezTo>
                <a:cubicBezTo>
                  <a:pt x="6331551" y="4128125"/>
                  <a:pt x="6336356" y="4133242"/>
                  <a:pt x="6329681" y="4169568"/>
                </a:cubicBezTo>
                <a:cubicBezTo>
                  <a:pt x="6321735" y="4212806"/>
                  <a:pt x="6313092" y="4223307"/>
                  <a:pt x="6297930" y="4208145"/>
                </a:cubicBezTo>
                <a:close/>
                <a:moveTo>
                  <a:pt x="972643" y="4194503"/>
                </a:moveTo>
                <a:cubicBezTo>
                  <a:pt x="932258" y="4166216"/>
                  <a:pt x="956930" y="4106675"/>
                  <a:pt x="1004128" y="4118521"/>
                </a:cubicBezTo>
                <a:cubicBezTo>
                  <a:pt x="1031490" y="4125388"/>
                  <a:pt x="1043342" y="4154114"/>
                  <a:pt x="1029492" y="4179994"/>
                </a:cubicBezTo>
                <a:cubicBezTo>
                  <a:pt x="1015642" y="4205872"/>
                  <a:pt x="996023" y="4210880"/>
                  <a:pt x="972643" y="4194503"/>
                </a:cubicBezTo>
                <a:close/>
                <a:moveTo>
                  <a:pt x="1163955" y="4198620"/>
                </a:moveTo>
                <a:cubicBezTo>
                  <a:pt x="1157668" y="4192333"/>
                  <a:pt x="1152525" y="4179192"/>
                  <a:pt x="1152525" y="4169418"/>
                </a:cubicBezTo>
                <a:cubicBezTo>
                  <a:pt x="1152525" y="4115218"/>
                  <a:pt x="1205876" y="4095135"/>
                  <a:pt x="1234363" y="4138612"/>
                </a:cubicBezTo>
                <a:cubicBezTo>
                  <a:pt x="1263335" y="4182830"/>
                  <a:pt x="1201158" y="4235823"/>
                  <a:pt x="1163955" y="4198620"/>
                </a:cubicBezTo>
                <a:close/>
                <a:moveTo>
                  <a:pt x="5744668" y="4194503"/>
                </a:moveTo>
                <a:cubicBezTo>
                  <a:pt x="5704283" y="4166216"/>
                  <a:pt x="5728955" y="4106675"/>
                  <a:pt x="5776153" y="4118521"/>
                </a:cubicBezTo>
                <a:cubicBezTo>
                  <a:pt x="5803515" y="4125388"/>
                  <a:pt x="5815367" y="4154114"/>
                  <a:pt x="5801517" y="4179994"/>
                </a:cubicBezTo>
                <a:cubicBezTo>
                  <a:pt x="5787667" y="4205872"/>
                  <a:pt x="5768048" y="4210880"/>
                  <a:pt x="5744668" y="4194503"/>
                </a:cubicBezTo>
                <a:close/>
                <a:moveTo>
                  <a:pt x="5935980" y="4198620"/>
                </a:moveTo>
                <a:cubicBezTo>
                  <a:pt x="5929693" y="4192333"/>
                  <a:pt x="5924550" y="4179192"/>
                  <a:pt x="5924550" y="4169418"/>
                </a:cubicBezTo>
                <a:cubicBezTo>
                  <a:pt x="5924550" y="4115218"/>
                  <a:pt x="5977901" y="4095135"/>
                  <a:pt x="6006388" y="4138612"/>
                </a:cubicBezTo>
                <a:cubicBezTo>
                  <a:pt x="6035360" y="4182830"/>
                  <a:pt x="5973183" y="4235823"/>
                  <a:pt x="5935980" y="4198620"/>
                </a:cubicBezTo>
                <a:close/>
                <a:moveTo>
                  <a:pt x="2167617" y="4128407"/>
                </a:moveTo>
                <a:cubicBezTo>
                  <a:pt x="2147407" y="4108197"/>
                  <a:pt x="2148698" y="4064178"/>
                  <a:pt x="2170068" y="4044838"/>
                </a:cubicBezTo>
                <a:cubicBezTo>
                  <a:pt x="2212327" y="4006595"/>
                  <a:pt x="2275402" y="4044468"/>
                  <a:pt x="2261526" y="4099755"/>
                </a:cubicBezTo>
                <a:cubicBezTo>
                  <a:pt x="2251042" y="4141527"/>
                  <a:pt x="2197173" y="4157962"/>
                  <a:pt x="2167617" y="4128407"/>
                </a:cubicBezTo>
                <a:close/>
                <a:moveTo>
                  <a:pt x="2914650" y="4124325"/>
                </a:moveTo>
                <a:cubicBezTo>
                  <a:pt x="2891765" y="4101440"/>
                  <a:pt x="2890471" y="4078736"/>
                  <a:pt x="2910427" y="4050244"/>
                </a:cubicBezTo>
                <a:cubicBezTo>
                  <a:pt x="2936685" y="4012755"/>
                  <a:pt x="3000375" y="4038232"/>
                  <a:pt x="3000375" y="4086225"/>
                </a:cubicBezTo>
                <a:cubicBezTo>
                  <a:pt x="3000375" y="4108596"/>
                  <a:pt x="2968495" y="4143375"/>
                  <a:pt x="2947987" y="4143375"/>
                </a:cubicBezTo>
                <a:cubicBezTo>
                  <a:pt x="2940129" y="4143375"/>
                  <a:pt x="2925127" y="4134802"/>
                  <a:pt x="2914650" y="4124325"/>
                </a:cubicBezTo>
                <a:close/>
                <a:moveTo>
                  <a:pt x="3696079" y="4120019"/>
                </a:moveTo>
                <a:cubicBezTo>
                  <a:pt x="3673385" y="4092675"/>
                  <a:pt x="3704693" y="4050733"/>
                  <a:pt x="3738199" y="4063591"/>
                </a:cubicBezTo>
                <a:cubicBezTo>
                  <a:pt x="3772854" y="4076889"/>
                  <a:pt x="3761565" y="4133850"/>
                  <a:pt x="3724275" y="4133850"/>
                </a:cubicBezTo>
                <a:cubicBezTo>
                  <a:pt x="3715080" y="4133850"/>
                  <a:pt x="3702392" y="4127626"/>
                  <a:pt x="3696079" y="4120019"/>
                </a:cubicBezTo>
                <a:close/>
                <a:moveTo>
                  <a:pt x="4358367" y="4118882"/>
                </a:moveTo>
                <a:cubicBezTo>
                  <a:pt x="4329951" y="4090465"/>
                  <a:pt x="4350258" y="4038600"/>
                  <a:pt x="4389800" y="4038600"/>
                </a:cubicBezTo>
                <a:cubicBezTo>
                  <a:pt x="4413422" y="4038600"/>
                  <a:pt x="4429125" y="4057617"/>
                  <a:pt x="4429125" y="4086225"/>
                </a:cubicBezTo>
                <a:cubicBezTo>
                  <a:pt x="4429125" y="4130742"/>
                  <a:pt x="4388827" y="4149341"/>
                  <a:pt x="4358367" y="4118882"/>
                </a:cubicBezTo>
                <a:close/>
                <a:moveTo>
                  <a:pt x="4806042" y="4118882"/>
                </a:moveTo>
                <a:cubicBezTo>
                  <a:pt x="4797810" y="4110649"/>
                  <a:pt x="4791075" y="4095954"/>
                  <a:pt x="4791075" y="4086225"/>
                </a:cubicBezTo>
                <a:cubicBezTo>
                  <a:pt x="4791075" y="4076495"/>
                  <a:pt x="4797810" y="4061800"/>
                  <a:pt x="4806042" y="4053567"/>
                </a:cubicBezTo>
                <a:cubicBezTo>
                  <a:pt x="4834624" y="4024985"/>
                  <a:pt x="4886325" y="4045503"/>
                  <a:pt x="4886325" y="4085429"/>
                </a:cubicBezTo>
                <a:cubicBezTo>
                  <a:pt x="4886325" y="4124466"/>
                  <a:pt x="4833598" y="4146437"/>
                  <a:pt x="4806042" y="4118882"/>
                </a:cubicBezTo>
                <a:close/>
                <a:moveTo>
                  <a:pt x="5140213" y="4116431"/>
                </a:moveTo>
                <a:cubicBezTo>
                  <a:pt x="5118831" y="4092803"/>
                  <a:pt x="5120358" y="4052216"/>
                  <a:pt x="5143500" y="4029075"/>
                </a:cubicBezTo>
                <a:cubicBezTo>
                  <a:pt x="5199328" y="3973246"/>
                  <a:pt x="5269600" y="4059435"/>
                  <a:pt x="5218477" y="4121035"/>
                </a:cubicBezTo>
                <a:cubicBezTo>
                  <a:pt x="5203203" y="4139440"/>
                  <a:pt x="5158665" y="4136819"/>
                  <a:pt x="5140213" y="4116431"/>
                </a:cubicBezTo>
                <a:close/>
                <a:moveTo>
                  <a:pt x="2740024" y="4117975"/>
                </a:moveTo>
                <a:cubicBezTo>
                  <a:pt x="2725973" y="4103923"/>
                  <a:pt x="2733887" y="4058866"/>
                  <a:pt x="2751383" y="4053313"/>
                </a:cubicBezTo>
                <a:cubicBezTo>
                  <a:pt x="2789154" y="4041325"/>
                  <a:pt x="2817643" y="4074711"/>
                  <a:pt x="2798631" y="4108684"/>
                </a:cubicBezTo>
                <a:cubicBezTo>
                  <a:pt x="2789950" y="4124195"/>
                  <a:pt x="2752225" y="4130175"/>
                  <a:pt x="2740024" y="4117975"/>
                </a:cubicBezTo>
                <a:close/>
                <a:moveTo>
                  <a:pt x="5305425" y="4068651"/>
                </a:moveTo>
                <a:cubicBezTo>
                  <a:pt x="5305425" y="4036406"/>
                  <a:pt x="5308854" y="4010025"/>
                  <a:pt x="5313045" y="4010025"/>
                </a:cubicBezTo>
                <a:cubicBezTo>
                  <a:pt x="5346062" y="4010025"/>
                  <a:pt x="5354397" y="4082957"/>
                  <a:pt x="5324475" y="4110037"/>
                </a:cubicBezTo>
                <a:cubicBezTo>
                  <a:pt x="5305621" y="4127100"/>
                  <a:pt x="5305425" y="4126674"/>
                  <a:pt x="5305425" y="4068651"/>
                </a:cubicBezTo>
                <a:close/>
                <a:moveTo>
                  <a:pt x="4078605" y="4103370"/>
                </a:moveTo>
                <a:cubicBezTo>
                  <a:pt x="4061452" y="4086217"/>
                  <a:pt x="4064830" y="4059575"/>
                  <a:pt x="4085563" y="4048479"/>
                </a:cubicBezTo>
                <a:cubicBezTo>
                  <a:pt x="4105245" y="4037945"/>
                  <a:pt x="4133850" y="4056758"/>
                  <a:pt x="4133850" y="4080237"/>
                </a:cubicBezTo>
                <a:cubicBezTo>
                  <a:pt x="4133850" y="4094775"/>
                  <a:pt x="4114535" y="4114800"/>
                  <a:pt x="4100512" y="4114800"/>
                </a:cubicBezTo>
                <a:cubicBezTo>
                  <a:pt x="4094749" y="4114800"/>
                  <a:pt x="4084891" y="4109656"/>
                  <a:pt x="4078605" y="4103370"/>
                </a:cubicBezTo>
                <a:close/>
                <a:moveTo>
                  <a:pt x="1895475" y="4086225"/>
                </a:moveTo>
                <a:cubicBezTo>
                  <a:pt x="1871675" y="4062425"/>
                  <a:pt x="1870861" y="4018012"/>
                  <a:pt x="1893843" y="3997213"/>
                </a:cubicBezTo>
                <a:cubicBezTo>
                  <a:pt x="1915401" y="3977704"/>
                  <a:pt x="1922963" y="3977616"/>
                  <a:pt x="1960686" y="3996435"/>
                </a:cubicBezTo>
                <a:cubicBezTo>
                  <a:pt x="1998061" y="4015080"/>
                  <a:pt x="2000670" y="4048570"/>
                  <a:pt x="1967345" y="4081895"/>
                </a:cubicBezTo>
                <a:cubicBezTo>
                  <a:pt x="1938984" y="4110256"/>
                  <a:pt x="1920613" y="4111363"/>
                  <a:pt x="1895475" y="4086225"/>
                </a:cubicBezTo>
                <a:close/>
                <a:moveTo>
                  <a:pt x="1324666" y="4051602"/>
                </a:moveTo>
                <a:cubicBezTo>
                  <a:pt x="1301737" y="4022453"/>
                  <a:pt x="1301263" y="4018957"/>
                  <a:pt x="1315895" y="3986843"/>
                </a:cubicBezTo>
                <a:cubicBezTo>
                  <a:pt x="1342438" y="3928588"/>
                  <a:pt x="1428750" y="3947446"/>
                  <a:pt x="1428750" y="4011501"/>
                </a:cubicBezTo>
                <a:cubicBezTo>
                  <a:pt x="1428750" y="4071180"/>
                  <a:pt x="1360691" y="4097402"/>
                  <a:pt x="1324666" y="4051602"/>
                </a:cubicBezTo>
                <a:close/>
                <a:moveTo>
                  <a:pt x="4601588" y="4059543"/>
                </a:moveTo>
                <a:cubicBezTo>
                  <a:pt x="4588858" y="4035758"/>
                  <a:pt x="4608886" y="4006560"/>
                  <a:pt x="4634542" y="4011500"/>
                </a:cubicBezTo>
                <a:cubicBezTo>
                  <a:pt x="4662435" y="4016872"/>
                  <a:pt x="4660419" y="4070875"/>
                  <a:pt x="4632175" y="4074896"/>
                </a:cubicBezTo>
                <a:cubicBezTo>
                  <a:pt x="4619262" y="4076735"/>
                  <a:pt x="4607676" y="4070919"/>
                  <a:pt x="4601588" y="4059543"/>
                </a:cubicBezTo>
                <a:close/>
                <a:moveTo>
                  <a:pt x="6096691" y="4051602"/>
                </a:moveTo>
                <a:cubicBezTo>
                  <a:pt x="6073762" y="4022453"/>
                  <a:pt x="6073288" y="4018957"/>
                  <a:pt x="6087920" y="3986843"/>
                </a:cubicBezTo>
                <a:cubicBezTo>
                  <a:pt x="6114463" y="3928588"/>
                  <a:pt x="6200775" y="3947446"/>
                  <a:pt x="6200775" y="4011501"/>
                </a:cubicBezTo>
                <a:cubicBezTo>
                  <a:pt x="6200775" y="4071180"/>
                  <a:pt x="6132716" y="4097402"/>
                  <a:pt x="6096691" y="4051602"/>
                </a:cubicBezTo>
                <a:close/>
                <a:moveTo>
                  <a:pt x="668655" y="4046220"/>
                </a:moveTo>
                <a:cubicBezTo>
                  <a:pt x="639175" y="4016740"/>
                  <a:pt x="677204" y="3961557"/>
                  <a:pt x="713582" y="3981025"/>
                </a:cubicBezTo>
                <a:cubicBezTo>
                  <a:pt x="747905" y="3999394"/>
                  <a:pt x="734024" y="4057650"/>
                  <a:pt x="695325" y="4057650"/>
                </a:cubicBezTo>
                <a:cubicBezTo>
                  <a:pt x="686943" y="4057650"/>
                  <a:pt x="674941" y="4052506"/>
                  <a:pt x="668655" y="4046220"/>
                </a:cubicBezTo>
                <a:close/>
                <a:moveTo>
                  <a:pt x="1624692" y="4042682"/>
                </a:moveTo>
                <a:cubicBezTo>
                  <a:pt x="1594620" y="4012609"/>
                  <a:pt x="1611852" y="3962245"/>
                  <a:pt x="1652111" y="3962545"/>
                </a:cubicBezTo>
                <a:cubicBezTo>
                  <a:pt x="1682770" y="3962774"/>
                  <a:pt x="1697831" y="3977029"/>
                  <a:pt x="1697831" y="4005817"/>
                </a:cubicBezTo>
                <a:cubicBezTo>
                  <a:pt x="1697831" y="4049443"/>
                  <a:pt x="1653698" y="4071687"/>
                  <a:pt x="1624692" y="4042682"/>
                </a:cubicBezTo>
                <a:close/>
                <a:moveTo>
                  <a:pt x="2426493" y="4047362"/>
                </a:moveTo>
                <a:cubicBezTo>
                  <a:pt x="2383193" y="4022141"/>
                  <a:pt x="2422821" y="3948294"/>
                  <a:pt x="2466975" y="3971925"/>
                </a:cubicBezTo>
                <a:cubicBezTo>
                  <a:pt x="2492421" y="3985543"/>
                  <a:pt x="2492824" y="4034290"/>
                  <a:pt x="2467601" y="4047789"/>
                </a:cubicBezTo>
                <a:cubicBezTo>
                  <a:pt x="2445674" y="4059524"/>
                  <a:pt x="2447406" y="4059542"/>
                  <a:pt x="2426493" y="4047362"/>
                </a:cubicBezTo>
                <a:close/>
                <a:moveTo>
                  <a:pt x="5440680" y="4046220"/>
                </a:moveTo>
                <a:cubicBezTo>
                  <a:pt x="5411200" y="4016740"/>
                  <a:pt x="5449229" y="3961557"/>
                  <a:pt x="5485607" y="3981025"/>
                </a:cubicBezTo>
                <a:cubicBezTo>
                  <a:pt x="5519930" y="3999394"/>
                  <a:pt x="5506049" y="4057650"/>
                  <a:pt x="5467350" y="4057650"/>
                </a:cubicBezTo>
                <a:cubicBezTo>
                  <a:pt x="5458968" y="4057650"/>
                  <a:pt x="5446966" y="4052506"/>
                  <a:pt x="5440680" y="4046220"/>
                </a:cubicBezTo>
                <a:close/>
                <a:moveTo>
                  <a:pt x="3891642" y="4033157"/>
                </a:moveTo>
                <a:cubicBezTo>
                  <a:pt x="3873745" y="4015259"/>
                  <a:pt x="3872581" y="3998878"/>
                  <a:pt x="3888105" y="3983355"/>
                </a:cubicBezTo>
                <a:cubicBezTo>
                  <a:pt x="3913056" y="3958403"/>
                  <a:pt x="3952875" y="3974859"/>
                  <a:pt x="3952875" y="4010123"/>
                </a:cubicBezTo>
                <a:cubicBezTo>
                  <a:pt x="3952875" y="4020627"/>
                  <a:pt x="3925306" y="4048125"/>
                  <a:pt x="3914775" y="4048125"/>
                </a:cubicBezTo>
                <a:cubicBezTo>
                  <a:pt x="3910284" y="4048125"/>
                  <a:pt x="3899875" y="4041389"/>
                  <a:pt x="3891642" y="4033157"/>
                </a:cubicBezTo>
                <a:close/>
                <a:moveTo>
                  <a:pt x="3288030" y="4017645"/>
                </a:moveTo>
                <a:cubicBezTo>
                  <a:pt x="3259477" y="3989092"/>
                  <a:pt x="3288020" y="3936979"/>
                  <a:pt x="3326870" y="3946730"/>
                </a:cubicBezTo>
                <a:cubicBezTo>
                  <a:pt x="3355878" y="3954010"/>
                  <a:pt x="3367627" y="3982318"/>
                  <a:pt x="3352992" y="4009665"/>
                </a:cubicBezTo>
                <a:cubicBezTo>
                  <a:pt x="3341510" y="4031119"/>
                  <a:pt x="3305881" y="4035496"/>
                  <a:pt x="3288030" y="4017645"/>
                </a:cubicBezTo>
                <a:close/>
                <a:moveTo>
                  <a:pt x="3561031" y="3990807"/>
                </a:moveTo>
                <a:cubicBezTo>
                  <a:pt x="3537159" y="3976865"/>
                  <a:pt x="3530491" y="3935492"/>
                  <a:pt x="3547847" y="3909003"/>
                </a:cubicBezTo>
                <a:cubicBezTo>
                  <a:pt x="3568404" y="3877629"/>
                  <a:pt x="3613630" y="3877912"/>
                  <a:pt x="3634357" y="3909546"/>
                </a:cubicBezTo>
                <a:cubicBezTo>
                  <a:pt x="3667476" y="3960092"/>
                  <a:pt x="3612590" y="4020917"/>
                  <a:pt x="3561031" y="3990807"/>
                </a:cubicBezTo>
                <a:close/>
                <a:moveTo>
                  <a:pt x="1066155" y="3961195"/>
                </a:moveTo>
                <a:cubicBezTo>
                  <a:pt x="1050852" y="3932602"/>
                  <a:pt x="1068805" y="3895725"/>
                  <a:pt x="1098028" y="3895725"/>
                </a:cubicBezTo>
                <a:cubicBezTo>
                  <a:pt x="1125512" y="3895725"/>
                  <a:pt x="1143000" y="3912392"/>
                  <a:pt x="1143000" y="3938587"/>
                </a:cubicBezTo>
                <a:cubicBezTo>
                  <a:pt x="1143000" y="3981752"/>
                  <a:pt x="1086113" y="3998488"/>
                  <a:pt x="1066155" y="3961195"/>
                </a:cubicBezTo>
                <a:close/>
                <a:moveTo>
                  <a:pt x="5838180" y="3961195"/>
                </a:moveTo>
                <a:cubicBezTo>
                  <a:pt x="5822877" y="3932602"/>
                  <a:pt x="5840830" y="3895725"/>
                  <a:pt x="5870053" y="3895725"/>
                </a:cubicBezTo>
                <a:cubicBezTo>
                  <a:pt x="5897537" y="3895725"/>
                  <a:pt x="5915025" y="3912392"/>
                  <a:pt x="5915025" y="3938587"/>
                </a:cubicBezTo>
                <a:cubicBezTo>
                  <a:pt x="5915025" y="3981752"/>
                  <a:pt x="5858138" y="3998488"/>
                  <a:pt x="5838180" y="3961195"/>
                </a:cubicBezTo>
                <a:close/>
                <a:moveTo>
                  <a:pt x="834045" y="3951651"/>
                </a:moveTo>
                <a:cubicBezTo>
                  <a:pt x="790598" y="3917476"/>
                  <a:pt x="813436" y="3838575"/>
                  <a:pt x="866775" y="3838575"/>
                </a:cubicBezTo>
                <a:cubicBezTo>
                  <a:pt x="877252" y="3838575"/>
                  <a:pt x="894397" y="3847147"/>
                  <a:pt x="904875" y="3857625"/>
                </a:cubicBezTo>
                <a:cubicBezTo>
                  <a:pt x="957026" y="3909776"/>
                  <a:pt x="891461" y="3996814"/>
                  <a:pt x="834045" y="3951651"/>
                </a:cubicBezTo>
                <a:close/>
                <a:moveTo>
                  <a:pt x="3055409" y="3959649"/>
                </a:moveTo>
                <a:cubicBezTo>
                  <a:pt x="3032042" y="3940760"/>
                  <a:pt x="3028840" y="3917020"/>
                  <a:pt x="3046687" y="3894980"/>
                </a:cubicBezTo>
                <a:cubicBezTo>
                  <a:pt x="3067722" y="3869003"/>
                  <a:pt x="3102532" y="3877217"/>
                  <a:pt x="3110787" y="3910105"/>
                </a:cubicBezTo>
                <a:cubicBezTo>
                  <a:pt x="3120326" y="3948112"/>
                  <a:pt x="3082737" y="3981741"/>
                  <a:pt x="3055409" y="3959649"/>
                </a:cubicBezTo>
                <a:close/>
                <a:moveTo>
                  <a:pt x="4200525" y="3952875"/>
                </a:moveTo>
                <a:cubicBezTo>
                  <a:pt x="4164152" y="3916502"/>
                  <a:pt x="4194860" y="3849031"/>
                  <a:pt x="4241493" y="3862862"/>
                </a:cubicBezTo>
                <a:cubicBezTo>
                  <a:pt x="4289703" y="3877159"/>
                  <a:pt x="4299565" y="3921968"/>
                  <a:pt x="4261152" y="3952183"/>
                </a:cubicBezTo>
                <a:cubicBezTo>
                  <a:pt x="4230080" y="3976625"/>
                  <a:pt x="4224340" y="3976690"/>
                  <a:pt x="4200525" y="3952875"/>
                </a:cubicBezTo>
                <a:close/>
                <a:moveTo>
                  <a:pt x="5606070" y="3951651"/>
                </a:moveTo>
                <a:cubicBezTo>
                  <a:pt x="5562623" y="3917476"/>
                  <a:pt x="5585461" y="3838575"/>
                  <a:pt x="5638800" y="3838575"/>
                </a:cubicBezTo>
                <a:cubicBezTo>
                  <a:pt x="5649277" y="3838575"/>
                  <a:pt x="5666422" y="3847147"/>
                  <a:pt x="5676900" y="3857625"/>
                </a:cubicBezTo>
                <a:cubicBezTo>
                  <a:pt x="5729051" y="3909776"/>
                  <a:pt x="5663486" y="3996814"/>
                  <a:pt x="5606070" y="3951651"/>
                </a:cubicBezTo>
                <a:close/>
                <a:moveTo>
                  <a:pt x="4968875" y="3946525"/>
                </a:moveTo>
                <a:cubicBezTo>
                  <a:pt x="4954685" y="3932335"/>
                  <a:pt x="4962998" y="3886616"/>
                  <a:pt x="4981575" y="3876675"/>
                </a:cubicBezTo>
                <a:cubicBezTo>
                  <a:pt x="5021604" y="3855251"/>
                  <a:pt x="5059625" y="3909114"/>
                  <a:pt x="5027295" y="3941445"/>
                </a:cubicBezTo>
                <a:cubicBezTo>
                  <a:pt x="5014974" y="3953765"/>
                  <a:pt x="4979224" y="3956874"/>
                  <a:pt x="4968875" y="3946525"/>
                </a:cubicBezTo>
                <a:close/>
                <a:moveTo>
                  <a:pt x="4710652" y="3922180"/>
                </a:moveTo>
                <a:cubicBezTo>
                  <a:pt x="4682049" y="3881344"/>
                  <a:pt x="4705289" y="3829050"/>
                  <a:pt x="4752038" y="3829050"/>
                </a:cubicBezTo>
                <a:cubicBezTo>
                  <a:pt x="4801735" y="3829050"/>
                  <a:pt x="4829811" y="3893727"/>
                  <a:pt x="4795157" y="3928382"/>
                </a:cubicBezTo>
                <a:cubicBezTo>
                  <a:pt x="4772940" y="3950598"/>
                  <a:pt x="4728260" y="3947320"/>
                  <a:pt x="4710652" y="3922180"/>
                </a:cubicBezTo>
                <a:close/>
                <a:moveTo>
                  <a:pt x="2638425" y="3914775"/>
                </a:moveTo>
                <a:cubicBezTo>
                  <a:pt x="2615540" y="3891890"/>
                  <a:pt x="2614246" y="3869186"/>
                  <a:pt x="2634202" y="3840694"/>
                </a:cubicBezTo>
                <a:cubicBezTo>
                  <a:pt x="2666191" y="3795024"/>
                  <a:pt x="2745861" y="3832798"/>
                  <a:pt x="2729078" y="3885677"/>
                </a:cubicBezTo>
                <a:cubicBezTo>
                  <a:pt x="2713780" y="3933876"/>
                  <a:pt x="2671195" y="3947545"/>
                  <a:pt x="2638425" y="3914775"/>
                </a:cubicBezTo>
                <a:close/>
                <a:moveTo>
                  <a:pt x="2068830" y="3912870"/>
                </a:moveTo>
                <a:cubicBezTo>
                  <a:pt x="2040070" y="3884110"/>
                  <a:pt x="2069281" y="3838495"/>
                  <a:pt x="2104416" y="3857299"/>
                </a:cubicBezTo>
                <a:cubicBezTo>
                  <a:pt x="2134791" y="3873555"/>
                  <a:pt x="2124431" y="3924300"/>
                  <a:pt x="2090737" y="3924300"/>
                </a:cubicBezTo>
                <a:cubicBezTo>
                  <a:pt x="2084974" y="3924300"/>
                  <a:pt x="2075116" y="3919156"/>
                  <a:pt x="2068830" y="3912870"/>
                </a:cubicBezTo>
                <a:close/>
                <a:moveTo>
                  <a:pt x="4476105" y="3904045"/>
                </a:moveTo>
                <a:cubicBezTo>
                  <a:pt x="4459209" y="3872474"/>
                  <a:pt x="4479261" y="3836467"/>
                  <a:pt x="4511588" y="3840331"/>
                </a:cubicBezTo>
                <a:cubicBezTo>
                  <a:pt x="4546114" y="3844457"/>
                  <a:pt x="4559777" y="3868401"/>
                  <a:pt x="4545495" y="3899747"/>
                </a:cubicBezTo>
                <a:cubicBezTo>
                  <a:pt x="4531322" y="3930853"/>
                  <a:pt x="4491763" y="3933303"/>
                  <a:pt x="4476105" y="3904045"/>
                </a:cubicBezTo>
                <a:close/>
                <a:moveTo>
                  <a:pt x="3772405" y="3891571"/>
                </a:moveTo>
                <a:cubicBezTo>
                  <a:pt x="3763978" y="3881418"/>
                  <a:pt x="3763764" y="3872826"/>
                  <a:pt x="3771574" y="3858233"/>
                </a:cubicBezTo>
                <a:cubicBezTo>
                  <a:pt x="3784484" y="3834111"/>
                  <a:pt x="3815653" y="3832593"/>
                  <a:pt x="3827907" y="3855489"/>
                </a:cubicBezTo>
                <a:cubicBezTo>
                  <a:pt x="3847448" y="3892001"/>
                  <a:pt x="3798936" y="3923539"/>
                  <a:pt x="3772405" y="3891571"/>
                </a:cubicBezTo>
                <a:close/>
                <a:moveTo>
                  <a:pt x="1476744" y="3877365"/>
                </a:moveTo>
                <a:cubicBezTo>
                  <a:pt x="1465111" y="3855628"/>
                  <a:pt x="1472019" y="3832759"/>
                  <a:pt x="1492606" y="3824859"/>
                </a:cubicBezTo>
                <a:cubicBezTo>
                  <a:pt x="1524034" y="3812799"/>
                  <a:pt x="1547100" y="3859289"/>
                  <a:pt x="1522095" y="3884295"/>
                </a:cubicBezTo>
                <a:cubicBezTo>
                  <a:pt x="1505420" y="3900969"/>
                  <a:pt x="1487948" y="3898300"/>
                  <a:pt x="1476744" y="3877365"/>
                </a:cubicBezTo>
                <a:close/>
                <a:moveTo>
                  <a:pt x="2274224" y="3883818"/>
                </a:moveTo>
                <a:cubicBezTo>
                  <a:pt x="2259982" y="3872819"/>
                  <a:pt x="2253626" y="3850909"/>
                  <a:pt x="2256328" y="3822125"/>
                </a:cubicBezTo>
                <a:cubicBezTo>
                  <a:pt x="2256931" y="3815698"/>
                  <a:pt x="2267839" y="3803615"/>
                  <a:pt x="2280569" y="3795274"/>
                </a:cubicBezTo>
                <a:cubicBezTo>
                  <a:pt x="2330507" y="3762553"/>
                  <a:pt x="2380111" y="3839368"/>
                  <a:pt x="2335256" y="3879961"/>
                </a:cubicBezTo>
                <a:cubicBezTo>
                  <a:pt x="2314466" y="3898775"/>
                  <a:pt x="2295170" y="3899995"/>
                  <a:pt x="2274224" y="3883818"/>
                </a:cubicBezTo>
                <a:close/>
                <a:moveTo>
                  <a:pt x="5194569" y="3881437"/>
                </a:moveTo>
                <a:cubicBezTo>
                  <a:pt x="5186155" y="3859509"/>
                  <a:pt x="5197969" y="3838575"/>
                  <a:pt x="5218759" y="3838575"/>
                </a:cubicBezTo>
                <a:cubicBezTo>
                  <a:pt x="5238090" y="3838575"/>
                  <a:pt x="5254046" y="3869154"/>
                  <a:pt x="5243565" y="3886114"/>
                </a:cubicBezTo>
                <a:cubicBezTo>
                  <a:pt x="5234501" y="3900780"/>
                  <a:pt x="5200755" y="3897559"/>
                  <a:pt x="5194569" y="3881437"/>
                </a:cubicBezTo>
                <a:close/>
                <a:moveTo>
                  <a:pt x="6248769" y="3877365"/>
                </a:moveTo>
                <a:cubicBezTo>
                  <a:pt x="6237136" y="3855628"/>
                  <a:pt x="6244044" y="3832759"/>
                  <a:pt x="6264631" y="3824859"/>
                </a:cubicBezTo>
                <a:cubicBezTo>
                  <a:pt x="6296059" y="3812799"/>
                  <a:pt x="6319125" y="3859289"/>
                  <a:pt x="6294120" y="3884295"/>
                </a:cubicBezTo>
                <a:cubicBezTo>
                  <a:pt x="6277445" y="3900969"/>
                  <a:pt x="6259973" y="3898300"/>
                  <a:pt x="6248769" y="3877365"/>
                </a:cubicBezTo>
                <a:close/>
                <a:moveTo>
                  <a:pt x="569700" y="3852931"/>
                </a:moveTo>
                <a:cubicBezTo>
                  <a:pt x="566181" y="3822790"/>
                  <a:pt x="568046" y="3819023"/>
                  <a:pt x="585270" y="3821488"/>
                </a:cubicBezTo>
                <a:cubicBezTo>
                  <a:pt x="610284" y="3825066"/>
                  <a:pt x="613753" y="3879459"/>
                  <a:pt x="589267" y="3884175"/>
                </a:cubicBezTo>
                <a:cubicBezTo>
                  <a:pt x="577723" y="3886398"/>
                  <a:pt x="572664" y="3878320"/>
                  <a:pt x="569700" y="3852931"/>
                </a:cubicBezTo>
                <a:close/>
                <a:moveTo>
                  <a:pt x="1804292" y="3878910"/>
                </a:moveTo>
                <a:cubicBezTo>
                  <a:pt x="1787090" y="3867131"/>
                  <a:pt x="1780717" y="3838178"/>
                  <a:pt x="1791069" y="3818834"/>
                </a:cubicBezTo>
                <a:cubicBezTo>
                  <a:pt x="1802062" y="3798294"/>
                  <a:pt x="1837993" y="3794428"/>
                  <a:pt x="1855470" y="3811905"/>
                </a:cubicBezTo>
                <a:cubicBezTo>
                  <a:pt x="1887789" y="3844224"/>
                  <a:pt x="1841721" y="3904539"/>
                  <a:pt x="1804292" y="3878910"/>
                </a:cubicBezTo>
                <a:close/>
                <a:moveTo>
                  <a:pt x="5318852" y="3873106"/>
                </a:moveTo>
                <a:cubicBezTo>
                  <a:pt x="5307437" y="3843359"/>
                  <a:pt x="5318987" y="3824287"/>
                  <a:pt x="5348417" y="3824287"/>
                </a:cubicBezTo>
                <a:cubicBezTo>
                  <a:pt x="5389693" y="3824287"/>
                  <a:pt x="5391717" y="3879728"/>
                  <a:pt x="5350614" y="3884456"/>
                </a:cubicBezTo>
                <a:cubicBezTo>
                  <a:pt x="5333864" y="3886383"/>
                  <a:pt x="5322371" y="3882276"/>
                  <a:pt x="5318852" y="3873106"/>
                </a:cubicBezTo>
                <a:close/>
                <a:moveTo>
                  <a:pt x="3392350" y="3850809"/>
                </a:moveTo>
                <a:cubicBezTo>
                  <a:pt x="3380097" y="3827915"/>
                  <a:pt x="3395305" y="3800475"/>
                  <a:pt x="3420247" y="3800475"/>
                </a:cubicBezTo>
                <a:cubicBezTo>
                  <a:pt x="3443122" y="3800475"/>
                  <a:pt x="3454686" y="3825914"/>
                  <a:pt x="3441401" y="3847013"/>
                </a:cubicBezTo>
                <a:cubicBezTo>
                  <a:pt x="3427425" y="3869209"/>
                  <a:pt x="3403200" y="3871084"/>
                  <a:pt x="3392350" y="3850809"/>
                </a:cubicBezTo>
                <a:close/>
                <a:moveTo>
                  <a:pt x="1306830" y="3846195"/>
                </a:moveTo>
                <a:cubicBezTo>
                  <a:pt x="1289677" y="3829042"/>
                  <a:pt x="1293055" y="3802400"/>
                  <a:pt x="1313788" y="3791304"/>
                </a:cubicBezTo>
                <a:cubicBezTo>
                  <a:pt x="1347678" y="3773166"/>
                  <a:pt x="1374798" y="3814966"/>
                  <a:pt x="1347107" y="3842657"/>
                </a:cubicBezTo>
                <a:cubicBezTo>
                  <a:pt x="1329142" y="3860621"/>
                  <a:pt x="1321893" y="3861258"/>
                  <a:pt x="1306830" y="3846195"/>
                </a:cubicBezTo>
                <a:close/>
                <a:moveTo>
                  <a:pt x="6078855" y="3846195"/>
                </a:moveTo>
                <a:cubicBezTo>
                  <a:pt x="6061702" y="3829042"/>
                  <a:pt x="6065080" y="3802400"/>
                  <a:pt x="6085813" y="3791304"/>
                </a:cubicBezTo>
                <a:cubicBezTo>
                  <a:pt x="6119703" y="3773166"/>
                  <a:pt x="6146823" y="3814966"/>
                  <a:pt x="6119132" y="3842657"/>
                </a:cubicBezTo>
                <a:cubicBezTo>
                  <a:pt x="6101167" y="3860621"/>
                  <a:pt x="6093918" y="3861258"/>
                  <a:pt x="6078855" y="3846195"/>
                </a:cubicBezTo>
                <a:close/>
                <a:moveTo>
                  <a:pt x="2872467" y="3833132"/>
                </a:moveTo>
                <a:cubicBezTo>
                  <a:pt x="2854754" y="3815418"/>
                  <a:pt x="2852746" y="3770938"/>
                  <a:pt x="2868930" y="3754755"/>
                </a:cubicBezTo>
                <a:cubicBezTo>
                  <a:pt x="2887116" y="3736568"/>
                  <a:pt x="2921791" y="3741463"/>
                  <a:pt x="2937922" y="3764494"/>
                </a:cubicBezTo>
                <a:cubicBezTo>
                  <a:pt x="2957518" y="3792472"/>
                  <a:pt x="2956625" y="3806124"/>
                  <a:pt x="2933700" y="3829050"/>
                </a:cubicBezTo>
                <a:cubicBezTo>
                  <a:pt x="2910766" y="3851983"/>
                  <a:pt x="2892534" y="3853198"/>
                  <a:pt x="2872467" y="3833132"/>
                </a:cubicBezTo>
                <a:close/>
                <a:moveTo>
                  <a:pt x="3981785" y="3829676"/>
                </a:moveTo>
                <a:cubicBezTo>
                  <a:pt x="3950288" y="3770823"/>
                  <a:pt x="4002135" y="3704432"/>
                  <a:pt x="4053374" y="3738006"/>
                </a:cubicBezTo>
                <a:cubicBezTo>
                  <a:pt x="4106168" y="3772597"/>
                  <a:pt x="4086317" y="3848100"/>
                  <a:pt x="4024428" y="3848100"/>
                </a:cubicBezTo>
                <a:cubicBezTo>
                  <a:pt x="4001765" y="3848100"/>
                  <a:pt x="3988601" y="3842412"/>
                  <a:pt x="3981785" y="3829676"/>
                </a:cubicBezTo>
                <a:close/>
                <a:moveTo>
                  <a:pt x="681037" y="3810000"/>
                </a:moveTo>
                <a:cubicBezTo>
                  <a:pt x="677235" y="3803848"/>
                  <a:pt x="678411" y="3794528"/>
                  <a:pt x="683649" y="3789290"/>
                </a:cubicBezTo>
                <a:cubicBezTo>
                  <a:pt x="689999" y="3782940"/>
                  <a:pt x="695479" y="3783493"/>
                  <a:pt x="700087" y="3790950"/>
                </a:cubicBezTo>
                <a:cubicBezTo>
                  <a:pt x="703889" y="3797101"/>
                  <a:pt x="702713" y="3806421"/>
                  <a:pt x="697475" y="3811659"/>
                </a:cubicBezTo>
                <a:cubicBezTo>
                  <a:pt x="691125" y="3818009"/>
                  <a:pt x="685645" y="3817456"/>
                  <a:pt x="681037" y="3810000"/>
                </a:cubicBezTo>
                <a:close/>
                <a:moveTo>
                  <a:pt x="5453062" y="3810000"/>
                </a:moveTo>
                <a:cubicBezTo>
                  <a:pt x="5449260" y="3803848"/>
                  <a:pt x="5450436" y="3794528"/>
                  <a:pt x="5455674" y="3789290"/>
                </a:cubicBezTo>
                <a:cubicBezTo>
                  <a:pt x="5462024" y="3782940"/>
                  <a:pt x="5467504" y="3783493"/>
                  <a:pt x="5472112" y="3790950"/>
                </a:cubicBezTo>
                <a:cubicBezTo>
                  <a:pt x="5475914" y="3797101"/>
                  <a:pt x="5474738" y="3806421"/>
                  <a:pt x="5469500" y="3811659"/>
                </a:cubicBezTo>
                <a:cubicBezTo>
                  <a:pt x="5463150" y="3818009"/>
                  <a:pt x="5457670" y="3817456"/>
                  <a:pt x="5453062" y="3810000"/>
                </a:cubicBezTo>
                <a:close/>
                <a:moveTo>
                  <a:pt x="2472417" y="3785507"/>
                </a:moveTo>
                <a:cubicBezTo>
                  <a:pt x="2448998" y="3762087"/>
                  <a:pt x="2462934" y="3705225"/>
                  <a:pt x="2492094" y="3705225"/>
                </a:cubicBezTo>
                <a:cubicBezTo>
                  <a:pt x="2513122" y="3705225"/>
                  <a:pt x="2533650" y="3728750"/>
                  <a:pt x="2533650" y="3752850"/>
                </a:cubicBezTo>
                <a:cubicBezTo>
                  <a:pt x="2533650" y="3770690"/>
                  <a:pt x="2527004" y="3784311"/>
                  <a:pt x="2515226" y="3790614"/>
                </a:cubicBezTo>
                <a:cubicBezTo>
                  <a:pt x="2491398" y="3803366"/>
                  <a:pt x="2490125" y="3803214"/>
                  <a:pt x="2472417" y="3785507"/>
                </a:cubicBezTo>
                <a:close/>
                <a:moveTo>
                  <a:pt x="3156242" y="3789334"/>
                </a:moveTo>
                <a:cubicBezTo>
                  <a:pt x="3137566" y="3780291"/>
                  <a:pt x="3114675" y="3744618"/>
                  <a:pt x="3114675" y="3724557"/>
                </a:cubicBezTo>
                <a:cubicBezTo>
                  <a:pt x="3114675" y="3702611"/>
                  <a:pt x="3165476" y="3657600"/>
                  <a:pt x="3190245" y="3657600"/>
                </a:cubicBezTo>
                <a:cubicBezTo>
                  <a:pt x="3249375" y="3657600"/>
                  <a:pt x="3271903" y="3738052"/>
                  <a:pt x="3224251" y="3779043"/>
                </a:cubicBezTo>
                <a:cubicBezTo>
                  <a:pt x="3196940" y="3802536"/>
                  <a:pt x="3186706" y="3804085"/>
                  <a:pt x="3156242" y="3789334"/>
                </a:cubicBezTo>
                <a:close/>
                <a:moveTo>
                  <a:pt x="1624630" y="3763057"/>
                </a:moveTo>
                <a:cubicBezTo>
                  <a:pt x="1596318" y="3731772"/>
                  <a:pt x="1627218" y="3678350"/>
                  <a:pt x="1666428" y="3690795"/>
                </a:cubicBezTo>
                <a:cubicBezTo>
                  <a:pt x="1697981" y="3700810"/>
                  <a:pt x="1709027" y="3730958"/>
                  <a:pt x="1691144" y="3758251"/>
                </a:cubicBezTo>
                <a:cubicBezTo>
                  <a:pt x="1672867" y="3786145"/>
                  <a:pt x="1647202" y="3788000"/>
                  <a:pt x="1624630" y="3763057"/>
                </a:cubicBezTo>
                <a:close/>
                <a:moveTo>
                  <a:pt x="4842892" y="3748553"/>
                </a:moveTo>
                <a:cubicBezTo>
                  <a:pt x="4814341" y="3704979"/>
                  <a:pt x="4857015" y="3653317"/>
                  <a:pt x="4901772" y="3677271"/>
                </a:cubicBezTo>
                <a:cubicBezTo>
                  <a:pt x="4947352" y="3701664"/>
                  <a:pt x="4932351" y="3771900"/>
                  <a:pt x="4881562" y="3771900"/>
                </a:cubicBezTo>
                <a:cubicBezTo>
                  <a:pt x="4867266" y="3771900"/>
                  <a:pt x="4852248" y="3762833"/>
                  <a:pt x="4842892" y="3748553"/>
                </a:cubicBezTo>
                <a:close/>
                <a:moveTo>
                  <a:pt x="1123950" y="3743325"/>
                </a:moveTo>
                <a:cubicBezTo>
                  <a:pt x="1102021" y="3721396"/>
                  <a:pt x="1100067" y="3698101"/>
                  <a:pt x="1118159" y="3674268"/>
                </a:cubicBezTo>
                <a:cubicBezTo>
                  <a:pt x="1143678" y="3640651"/>
                  <a:pt x="1209675" y="3665233"/>
                  <a:pt x="1209675" y="3708356"/>
                </a:cubicBezTo>
                <a:cubicBezTo>
                  <a:pt x="1209675" y="3728151"/>
                  <a:pt x="1176485" y="3762375"/>
                  <a:pt x="1157287" y="3762375"/>
                </a:cubicBezTo>
                <a:cubicBezTo>
                  <a:pt x="1149429" y="3762375"/>
                  <a:pt x="1134427" y="3753802"/>
                  <a:pt x="1123950" y="3743325"/>
                </a:cubicBezTo>
                <a:close/>
                <a:moveTo>
                  <a:pt x="5895975" y="3743325"/>
                </a:moveTo>
                <a:cubicBezTo>
                  <a:pt x="5874046" y="3721396"/>
                  <a:pt x="5872092" y="3698101"/>
                  <a:pt x="5890184" y="3674268"/>
                </a:cubicBezTo>
                <a:cubicBezTo>
                  <a:pt x="5915703" y="3640651"/>
                  <a:pt x="5981700" y="3665233"/>
                  <a:pt x="5981700" y="3708356"/>
                </a:cubicBezTo>
                <a:cubicBezTo>
                  <a:pt x="5981700" y="3728151"/>
                  <a:pt x="5948510" y="3762375"/>
                  <a:pt x="5929312" y="3762375"/>
                </a:cubicBezTo>
                <a:cubicBezTo>
                  <a:pt x="5921454" y="3762375"/>
                  <a:pt x="5906452" y="3753802"/>
                  <a:pt x="5895975" y="3743325"/>
                </a:cubicBezTo>
                <a:close/>
                <a:moveTo>
                  <a:pt x="6385416" y="3748666"/>
                </a:moveTo>
                <a:cubicBezTo>
                  <a:pt x="6382523" y="3741126"/>
                  <a:pt x="6384670" y="3727195"/>
                  <a:pt x="6390188" y="3717709"/>
                </a:cubicBezTo>
                <a:cubicBezTo>
                  <a:pt x="6398713" y="3703053"/>
                  <a:pt x="6400264" y="3705113"/>
                  <a:pt x="6400510" y="3731418"/>
                </a:cubicBezTo>
                <a:cubicBezTo>
                  <a:pt x="6400815" y="3764073"/>
                  <a:pt x="6394220" y="3771609"/>
                  <a:pt x="6385416" y="3748666"/>
                </a:cubicBezTo>
                <a:close/>
                <a:moveTo>
                  <a:pt x="934997" y="3744483"/>
                </a:moveTo>
                <a:cubicBezTo>
                  <a:pt x="915044" y="3731835"/>
                  <a:pt x="925277" y="3691423"/>
                  <a:pt x="949300" y="3688000"/>
                </a:cubicBezTo>
                <a:cubicBezTo>
                  <a:pt x="974200" y="3684453"/>
                  <a:pt x="988592" y="3718027"/>
                  <a:pt x="971170" y="3739019"/>
                </a:cubicBezTo>
                <a:cubicBezTo>
                  <a:pt x="957998" y="3754891"/>
                  <a:pt x="952684" y="3755693"/>
                  <a:pt x="934997" y="3744483"/>
                </a:cubicBezTo>
                <a:close/>
                <a:moveTo>
                  <a:pt x="3653517" y="3737882"/>
                </a:moveTo>
                <a:cubicBezTo>
                  <a:pt x="3635847" y="3720211"/>
                  <a:pt x="3633676" y="3666283"/>
                  <a:pt x="3649980" y="3649980"/>
                </a:cubicBezTo>
                <a:cubicBezTo>
                  <a:pt x="3681835" y="3618124"/>
                  <a:pt x="3743325" y="3647717"/>
                  <a:pt x="3743325" y="3694904"/>
                </a:cubicBezTo>
                <a:cubicBezTo>
                  <a:pt x="3743325" y="3743555"/>
                  <a:pt x="3686422" y="3770786"/>
                  <a:pt x="3653517" y="3737882"/>
                </a:cubicBezTo>
                <a:close/>
                <a:moveTo>
                  <a:pt x="5707022" y="3744483"/>
                </a:moveTo>
                <a:cubicBezTo>
                  <a:pt x="5687069" y="3731835"/>
                  <a:pt x="5697302" y="3691423"/>
                  <a:pt x="5721325" y="3688000"/>
                </a:cubicBezTo>
                <a:cubicBezTo>
                  <a:pt x="5746225" y="3684453"/>
                  <a:pt x="5760617" y="3718027"/>
                  <a:pt x="5743195" y="3739019"/>
                </a:cubicBezTo>
                <a:cubicBezTo>
                  <a:pt x="5730023" y="3754891"/>
                  <a:pt x="5724709" y="3755693"/>
                  <a:pt x="5707022" y="3744483"/>
                </a:cubicBezTo>
                <a:close/>
                <a:moveTo>
                  <a:pt x="4378213" y="3725906"/>
                </a:moveTo>
                <a:cubicBezTo>
                  <a:pt x="4325216" y="3667344"/>
                  <a:pt x="4411563" y="3573363"/>
                  <a:pt x="4467225" y="3629025"/>
                </a:cubicBezTo>
                <a:cubicBezTo>
                  <a:pt x="4491547" y="3653347"/>
                  <a:pt x="4492423" y="3706233"/>
                  <a:pt x="4468856" y="3727561"/>
                </a:cubicBezTo>
                <a:cubicBezTo>
                  <a:pt x="4445736" y="3748484"/>
                  <a:pt x="4397855" y="3747610"/>
                  <a:pt x="4378213" y="3725906"/>
                </a:cubicBezTo>
                <a:close/>
                <a:moveTo>
                  <a:pt x="5078730" y="3722370"/>
                </a:moveTo>
                <a:cubicBezTo>
                  <a:pt x="5047333" y="3690973"/>
                  <a:pt x="5086270" y="3639391"/>
                  <a:pt x="5120144" y="3667504"/>
                </a:cubicBezTo>
                <a:cubicBezTo>
                  <a:pt x="5144419" y="3687650"/>
                  <a:pt x="5130840" y="3733800"/>
                  <a:pt x="5100637" y="3733800"/>
                </a:cubicBezTo>
                <a:cubicBezTo>
                  <a:pt x="5094874" y="3733800"/>
                  <a:pt x="5085016" y="3728656"/>
                  <a:pt x="5078730" y="3722370"/>
                </a:cubicBezTo>
                <a:close/>
                <a:moveTo>
                  <a:pt x="2182772" y="3715908"/>
                </a:moveTo>
                <a:cubicBezTo>
                  <a:pt x="2160338" y="3701687"/>
                  <a:pt x="2173192" y="3662362"/>
                  <a:pt x="2200275" y="3662362"/>
                </a:cubicBezTo>
                <a:cubicBezTo>
                  <a:pt x="2218126" y="3662362"/>
                  <a:pt x="2224892" y="3668054"/>
                  <a:pt x="2227302" y="3685097"/>
                </a:cubicBezTo>
                <a:cubicBezTo>
                  <a:pt x="2230050" y="3704536"/>
                  <a:pt x="2216534" y="3723983"/>
                  <a:pt x="2200275" y="3723983"/>
                </a:cubicBezTo>
                <a:cubicBezTo>
                  <a:pt x="2197655" y="3723983"/>
                  <a:pt x="2189779" y="3720349"/>
                  <a:pt x="2182772" y="3715908"/>
                </a:cubicBezTo>
                <a:close/>
                <a:moveTo>
                  <a:pt x="763905" y="3703320"/>
                </a:moveTo>
                <a:cubicBezTo>
                  <a:pt x="747876" y="3687291"/>
                  <a:pt x="749678" y="3652232"/>
                  <a:pt x="767442" y="3634467"/>
                </a:cubicBezTo>
                <a:cubicBezTo>
                  <a:pt x="785150" y="3616760"/>
                  <a:pt x="786423" y="3616608"/>
                  <a:pt x="810251" y="3629360"/>
                </a:cubicBezTo>
                <a:cubicBezTo>
                  <a:pt x="844560" y="3647721"/>
                  <a:pt x="829115" y="3714750"/>
                  <a:pt x="790575" y="3714750"/>
                </a:cubicBezTo>
                <a:cubicBezTo>
                  <a:pt x="782193" y="3714750"/>
                  <a:pt x="770191" y="3709606"/>
                  <a:pt x="763905" y="3703320"/>
                </a:cubicBezTo>
                <a:close/>
                <a:moveTo>
                  <a:pt x="1946307" y="3700684"/>
                </a:moveTo>
                <a:cubicBezTo>
                  <a:pt x="1890487" y="3661586"/>
                  <a:pt x="1936079" y="3556270"/>
                  <a:pt x="2000037" y="3576570"/>
                </a:cubicBezTo>
                <a:cubicBezTo>
                  <a:pt x="2032336" y="3586821"/>
                  <a:pt x="2055630" y="3628690"/>
                  <a:pt x="2035349" y="3640040"/>
                </a:cubicBezTo>
                <a:cubicBezTo>
                  <a:pt x="2014841" y="3651516"/>
                  <a:pt x="2014304" y="3668444"/>
                  <a:pt x="2034695" y="3660619"/>
                </a:cubicBezTo>
                <a:cubicBezTo>
                  <a:pt x="2047889" y="3655556"/>
                  <a:pt x="2048487" y="3657707"/>
                  <a:pt x="2038878" y="3675661"/>
                </a:cubicBezTo>
                <a:cubicBezTo>
                  <a:pt x="2029150" y="3693840"/>
                  <a:pt x="1994002" y="3714750"/>
                  <a:pt x="1973174" y="3714750"/>
                </a:cubicBezTo>
                <a:cubicBezTo>
                  <a:pt x="1969442" y="3714750"/>
                  <a:pt x="1957352" y="3708420"/>
                  <a:pt x="1946307" y="3700684"/>
                </a:cubicBezTo>
                <a:close/>
                <a:moveTo>
                  <a:pt x="4191439" y="3700992"/>
                </a:moveTo>
                <a:cubicBezTo>
                  <a:pt x="4165715" y="3669996"/>
                  <a:pt x="4208286" y="3632704"/>
                  <a:pt x="4236820" y="3661238"/>
                </a:cubicBezTo>
                <a:cubicBezTo>
                  <a:pt x="4248951" y="3673369"/>
                  <a:pt x="4250193" y="3680812"/>
                  <a:pt x="4242205" y="3693497"/>
                </a:cubicBezTo>
                <a:cubicBezTo>
                  <a:pt x="4228297" y="3715582"/>
                  <a:pt x="4206250" y="3718837"/>
                  <a:pt x="4191439" y="3700992"/>
                </a:cubicBezTo>
                <a:close/>
                <a:moveTo>
                  <a:pt x="4645025" y="3708400"/>
                </a:moveTo>
                <a:cubicBezTo>
                  <a:pt x="4633791" y="3697166"/>
                  <a:pt x="4638248" y="3676215"/>
                  <a:pt x="4653083" y="3670522"/>
                </a:cubicBezTo>
                <a:cubicBezTo>
                  <a:pt x="4671888" y="3663307"/>
                  <a:pt x="4696161" y="3683740"/>
                  <a:pt x="4689477" y="3701158"/>
                </a:cubicBezTo>
                <a:cubicBezTo>
                  <a:pt x="4684110" y="3715145"/>
                  <a:pt x="4656300" y="3719675"/>
                  <a:pt x="4645025" y="3708400"/>
                </a:cubicBezTo>
                <a:close/>
                <a:moveTo>
                  <a:pt x="5238750" y="3695700"/>
                </a:moveTo>
                <a:cubicBezTo>
                  <a:pt x="5195621" y="3652571"/>
                  <a:pt x="5238649" y="3573490"/>
                  <a:pt x="5298912" y="3585126"/>
                </a:cubicBezTo>
                <a:cubicBezTo>
                  <a:pt x="5354742" y="3595907"/>
                  <a:pt x="5378775" y="3649281"/>
                  <a:pt x="5347747" y="3693580"/>
                </a:cubicBezTo>
                <a:cubicBezTo>
                  <a:pt x="5327968" y="3721819"/>
                  <a:pt x="5266072" y="3723022"/>
                  <a:pt x="5238750" y="3695700"/>
                </a:cubicBezTo>
                <a:close/>
                <a:moveTo>
                  <a:pt x="5535930" y="3703320"/>
                </a:moveTo>
                <a:cubicBezTo>
                  <a:pt x="5519901" y="3687291"/>
                  <a:pt x="5521703" y="3652232"/>
                  <a:pt x="5539467" y="3634467"/>
                </a:cubicBezTo>
                <a:cubicBezTo>
                  <a:pt x="5557175" y="3616760"/>
                  <a:pt x="5558448" y="3616608"/>
                  <a:pt x="5582276" y="3629360"/>
                </a:cubicBezTo>
                <a:cubicBezTo>
                  <a:pt x="5616585" y="3647721"/>
                  <a:pt x="5601140" y="3714750"/>
                  <a:pt x="5562600" y="3714750"/>
                </a:cubicBezTo>
                <a:cubicBezTo>
                  <a:pt x="5554218" y="3714750"/>
                  <a:pt x="5542216" y="3709606"/>
                  <a:pt x="5535930" y="3703320"/>
                </a:cubicBezTo>
                <a:close/>
                <a:moveTo>
                  <a:pt x="552766" y="3645693"/>
                </a:moveTo>
                <a:lnTo>
                  <a:pt x="553083" y="3586162"/>
                </a:lnTo>
                <a:lnTo>
                  <a:pt x="571816" y="3608648"/>
                </a:lnTo>
                <a:cubicBezTo>
                  <a:pt x="592642" y="3633646"/>
                  <a:pt x="595529" y="3659073"/>
                  <a:pt x="580689" y="3686801"/>
                </a:cubicBezTo>
                <a:cubicBezTo>
                  <a:pt x="562566" y="3720665"/>
                  <a:pt x="552447" y="3705768"/>
                  <a:pt x="552766" y="3645693"/>
                </a:cubicBezTo>
                <a:close/>
                <a:moveTo>
                  <a:pt x="3447653" y="3690459"/>
                </a:moveTo>
                <a:cubicBezTo>
                  <a:pt x="3427530" y="3666212"/>
                  <a:pt x="3460619" y="3637512"/>
                  <a:pt x="3482950" y="3659843"/>
                </a:cubicBezTo>
                <a:cubicBezTo>
                  <a:pt x="3498518" y="3675411"/>
                  <a:pt x="3488105" y="3705225"/>
                  <a:pt x="3467100" y="3705225"/>
                </a:cubicBezTo>
                <a:cubicBezTo>
                  <a:pt x="3463144" y="3705225"/>
                  <a:pt x="3454393" y="3698580"/>
                  <a:pt x="3447653" y="3690459"/>
                </a:cubicBezTo>
                <a:close/>
                <a:moveTo>
                  <a:pt x="1377838" y="3659231"/>
                </a:moveTo>
                <a:cubicBezTo>
                  <a:pt x="1342177" y="3619825"/>
                  <a:pt x="1370478" y="3555222"/>
                  <a:pt x="1418159" y="3567189"/>
                </a:cubicBezTo>
                <a:cubicBezTo>
                  <a:pt x="1469923" y="3580181"/>
                  <a:pt x="1483576" y="3621823"/>
                  <a:pt x="1447800" y="3657600"/>
                </a:cubicBezTo>
                <a:cubicBezTo>
                  <a:pt x="1424071" y="3681328"/>
                  <a:pt x="1398378" y="3681927"/>
                  <a:pt x="1377838" y="3659231"/>
                </a:cubicBezTo>
                <a:close/>
                <a:moveTo>
                  <a:pt x="2715064" y="3662892"/>
                </a:moveTo>
                <a:cubicBezTo>
                  <a:pt x="2689340" y="3631896"/>
                  <a:pt x="2731911" y="3594604"/>
                  <a:pt x="2760445" y="3623138"/>
                </a:cubicBezTo>
                <a:cubicBezTo>
                  <a:pt x="2772576" y="3635269"/>
                  <a:pt x="2773818" y="3642712"/>
                  <a:pt x="2765830" y="3655397"/>
                </a:cubicBezTo>
                <a:cubicBezTo>
                  <a:pt x="2751922" y="3677482"/>
                  <a:pt x="2729875" y="3680737"/>
                  <a:pt x="2715064" y="3662892"/>
                </a:cubicBezTo>
                <a:close/>
                <a:moveTo>
                  <a:pt x="6149863" y="3659231"/>
                </a:moveTo>
                <a:cubicBezTo>
                  <a:pt x="6114202" y="3619825"/>
                  <a:pt x="6142503" y="3555222"/>
                  <a:pt x="6190184" y="3567189"/>
                </a:cubicBezTo>
                <a:cubicBezTo>
                  <a:pt x="6241948" y="3580181"/>
                  <a:pt x="6255601" y="3621823"/>
                  <a:pt x="6219825" y="3657600"/>
                </a:cubicBezTo>
                <a:cubicBezTo>
                  <a:pt x="6196096" y="3681328"/>
                  <a:pt x="6170403" y="3681927"/>
                  <a:pt x="6149863" y="3659231"/>
                </a:cubicBezTo>
                <a:close/>
                <a:moveTo>
                  <a:pt x="2367520" y="3632984"/>
                </a:moveTo>
                <a:cubicBezTo>
                  <a:pt x="2358752" y="3624217"/>
                  <a:pt x="2353969" y="3610816"/>
                  <a:pt x="2356889" y="3603205"/>
                </a:cubicBezTo>
                <a:cubicBezTo>
                  <a:pt x="2359810" y="3595594"/>
                  <a:pt x="2362200" y="3587574"/>
                  <a:pt x="2362200" y="3585383"/>
                </a:cubicBezTo>
                <a:cubicBezTo>
                  <a:pt x="2362200" y="3573296"/>
                  <a:pt x="2411349" y="3583814"/>
                  <a:pt x="2416402" y="3596982"/>
                </a:cubicBezTo>
                <a:cubicBezTo>
                  <a:pt x="2429482" y="3631069"/>
                  <a:pt x="2392697" y="3658161"/>
                  <a:pt x="2367520" y="3632984"/>
                </a:cubicBezTo>
                <a:close/>
                <a:moveTo>
                  <a:pt x="3893343" y="3637787"/>
                </a:moveTo>
                <a:cubicBezTo>
                  <a:pt x="3853071" y="3614330"/>
                  <a:pt x="3883264" y="3545241"/>
                  <a:pt x="3928793" y="3556668"/>
                </a:cubicBezTo>
                <a:cubicBezTo>
                  <a:pt x="3963568" y="3565396"/>
                  <a:pt x="3972103" y="3607657"/>
                  <a:pt x="3943730" y="3630632"/>
                </a:cubicBezTo>
                <a:cubicBezTo>
                  <a:pt x="3919071" y="3650599"/>
                  <a:pt x="3916072" y="3651025"/>
                  <a:pt x="3893343" y="3637787"/>
                </a:cubicBezTo>
                <a:close/>
                <a:moveTo>
                  <a:pt x="3354705" y="3589020"/>
                </a:moveTo>
                <a:cubicBezTo>
                  <a:pt x="3337068" y="3571383"/>
                  <a:pt x="3341168" y="3535572"/>
                  <a:pt x="3362106" y="3524366"/>
                </a:cubicBezTo>
                <a:cubicBezTo>
                  <a:pt x="3400688" y="3503718"/>
                  <a:pt x="3432796" y="3568208"/>
                  <a:pt x="3396357" y="3593160"/>
                </a:cubicBezTo>
                <a:cubicBezTo>
                  <a:pt x="3381457" y="3603363"/>
                  <a:pt x="3367678" y="3601993"/>
                  <a:pt x="3354705" y="3589020"/>
                </a:cubicBezTo>
                <a:close/>
                <a:moveTo>
                  <a:pt x="4754880" y="3589020"/>
                </a:moveTo>
                <a:cubicBezTo>
                  <a:pt x="4739125" y="3573265"/>
                  <a:pt x="4740522" y="3529011"/>
                  <a:pt x="4757213" y="3515160"/>
                </a:cubicBezTo>
                <a:cubicBezTo>
                  <a:pt x="4797897" y="3481394"/>
                  <a:pt x="4850844" y="3541667"/>
                  <a:pt x="4815148" y="3581111"/>
                </a:cubicBezTo>
                <a:cubicBezTo>
                  <a:pt x="4795423" y="3602907"/>
                  <a:pt x="4771859" y="3605999"/>
                  <a:pt x="4754880" y="3589020"/>
                </a:cubicBezTo>
                <a:close/>
                <a:moveTo>
                  <a:pt x="1701800" y="3565525"/>
                </a:moveTo>
                <a:cubicBezTo>
                  <a:pt x="1687924" y="3551649"/>
                  <a:pt x="1695877" y="3505641"/>
                  <a:pt x="1713809" y="3496044"/>
                </a:cubicBezTo>
                <a:cubicBezTo>
                  <a:pt x="1751220" y="3476022"/>
                  <a:pt x="1789346" y="3524788"/>
                  <a:pt x="1762022" y="3557711"/>
                </a:cubicBezTo>
                <a:cubicBezTo>
                  <a:pt x="1750010" y="3572184"/>
                  <a:pt x="1713231" y="3576956"/>
                  <a:pt x="1701800" y="3565525"/>
                </a:cubicBezTo>
                <a:close/>
                <a:moveTo>
                  <a:pt x="2524641" y="3558209"/>
                </a:moveTo>
                <a:cubicBezTo>
                  <a:pt x="2508991" y="3539353"/>
                  <a:pt x="2515890" y="3485482"/>
                  <a:pt x="2535528" y="3473188"/>
                </a:cubicBezTo>
                <a:cubicBezTo>
                  <a:pt x="2564841" y="3454839"/>
                  <a:pt x="2604603" y="3476721"/>
                  <a:pt x="2608118" y="3513137"/>
                </a:cubicBezTo>
                <a:cubicBezTo>
                  <a:pt x="2611878" y="3552097"/>
                  <a:pt x="2596425" y="3571875"/>
                  <a:pt x="2562225" y="3571875"/>
                </a:cubicBezTo>
                <a:cubicBezTo>
                  <a:pt x="2547791" y="3571875"/>
                  <a:pt x="2530879" y="3565725"/>
                  <a:pt x="2524641" y="3558209"/>
                </a:cubicBezTo>
                <a:close/>
                <a:moveTo>
                  <a:pt x="2882788" y="3554456"/>
                </a:moveTo>
                <a:cubicBezTo>
                  <a:pt x="2861865" y="3531336"/>
                  <a:pt x="2862739" y="3483455"/>
                  <a:pt x="2884443" y="3463813"/>
                </a:cubicBezTo>
                <a:cubicBezTo>
                  <a:pt x="2922774" y="3429124"/>
                  <a:pt x="2981325" y="3456029"/>
                  <a:pt x="2981325" y="3508331"/>
                </a:cubicBezTo>
                <a:cubicBezTo>
                  <a:pt x="2981325" y="3560930"/>
                  <a:pt x="2916225" y="3591403"/>
                  <a:pt x="2882788" y="3554456"/>
                </a:cubicBezTo>
                <a:close/>
                <a:moveTo>
                  <a:pt x="954742" y="3552476"/>
                </a:moveTo>
                <a:cubicBezTo>
                  <a:pt x="930027" y="3542547"/>
                  <a:pt x="912126" y="3503755"/>
                  <a:pt x="920877" y="3479088"/>
                </a:cubicBezTo>
                <a:cubicBezTo>
                  <a:pt x="929739" y="3454108"/>
                  <a:pt x="953900" y="3428741"/>
                  <a:pt x="963297" y="3434549"/>
                </a:cubicBezTo>
                <a:cubicBezTo>
                  <a:pt x="967836" y="3437354"/>
                  <a:pt x="971550" y="3435110"/>
                  <a:pt x="971550" y="3429562"/>
                </a:cubicBezTo>
                <a:cubicBezTo>
                  <a:pt x="971550" y="3424014"/>
                  <a:pt x="980404" y="3419475"/>
                  <a:pt x="991226" y="3419475"/>
                </a:cubicBezTo>
                <a:cubicBezTo>
                  <a:pt x="1063613" y="3419475"/>
                  <a:pt x="1077687" y="3512879"/>
                  <a:pt x="1010532" y="3547606"/>
                </a:cubicBezTo>
                <a:cubicBezTo>
                  <a:pt x="994851" y="3555715"/>
                  <a:pt x="980736" y="3562078"/>
                  <a:pt x="979166" y="3561746"/>
                </a:cubicBezTo>
                <a:cubicBezTo>
                  <a:pt x="977596" y="3561414"/>
                  <a:pt x="966606" y="3557242"/>
                  <a:pt x="954742" y="3552476"/>
                </a:cubicBezTo>
                <a:close/>
                <a:moveTo>
                  <a:pt x="3107055" y="3550920"/>
                </a:moveTo>
                <a:cubicBezTo>
                  <a:pt x="3089578" y="3533443"/>
                  <a:pt x="3093444" y="3497512"/>
                  <a:pt x="3113984" y="3486519"/>
                </a:cubicBezTo>
                <a:cubicBezTo>
                  <a:pt x="3138818" y="3473229"/>
                  <a:pt x="3161250" y="3483413"/>
                  <a:pt x="3168208" y="3511136"/>
                </a:cubicBezTo>
                <a:cubicBezTo>
                  <a:pt x="3178260" y="3551187"/>
                  <a:pt x="3135281" y="3579146"/>
                  <a:pt x="3107055" y="3550920"/>
                </a:cubicBezTo>
                <a:close/>
                <a:moveTo>
                  <a:pt x="4530613" y="3544931"/>
                </a:moveTo>
                <a:cubicBezTo>
                  <a:pt x="4521943" y="3535350"/>
                  <a:pt x="4514850" y="3522798"/>
                  <a:pt x="4514850" y="3517036"/>
                </a:cubicBezTo>
                <a:cubicBezTo>
                  <a:pt x="4514850" y="3504638"/>
                  <a:pt x="4541261" y="3476625"/>
                  <a:pt x="4552950" y="3476625"/>
                </a:cubicBezTo>
                <a:cubicBezTo>
                  <a:pt x="4565700" y="3476625"/>
                  <a:pt x="4591050" y="3505143"/>
                  <a:pt x="4591050" y="3519487"/>
                </a:cubicBezTo>
                <a:cubicBezTo>
                  <a:pt x="4591050" y="3533391"/>
                  <a:pt x="4565847" y="3562350"/>
                  <a:pt x="4553745" y="3562350"/>
                </a:cubicBezTo>
                <a:cubicBezTo>
                  <a:pt x="4549693" y="3562350"/>
                  <a:pt x="4539283" y="3554511"/>
                  <a:pt x="4530613" y="3544931"/>
                </a:cubicBezTo>
                <a:close/>
                <a:moveTo>
                  <a:pt x="5726767" y="3552476"/>
                </a:moveTo>
                <a:cubicBezTo>
                  <a:pt x="5702052" y="3542547"/>
                  <a:pt x="5684151" y="3503755"/>
                  <a:pt x="5692902" y="3479088"/>
                </a:cubicBezTo>
                <a:cubicBezTo>
                  <a:pt x="5701764" y="3454108"/>
                  <a:pt x="5725925" y="3428741"/>
                  <a:pt x="5735322" y="3434549"/>
                </a:cubicBezTo>
                <a:cubicBezTo>
                  <a:pt x="5739861" y="3437354"/>
                  <a:pt x="5743575" y="3435110"/>
                  <a:pt x="5743575" y="3429562"/>
                </a:cubicBezTo>
                <a:cubicBezTo>
                  <a:pt x="5743575" y="3424014"/>
                  <a:pt x="5752429" y="3419475"/>
                  <a:pt x="5763251" y="3419475"/>
                </a:cubicBezTo>
                <a:cubicBezTo>
                  <a:pt x="5835638" y="3419475"/>
                  <a:pt x="5849712" y="3512879"/>
                  <a:pt x="5782557" y="3547606"/>
                </a:cubicBezTo>
                <a:cubicBezTo>
                  <a:pt x="5766876" y="3555715"/>
                  <a:pt x="5752761" y="3562078"/>
                  <a:pt x="5751191" y="3561746"/>
                </a:cubicBezTo>
                <a:cubicBezTo>
                  <a:pt x="5749621" y="3561414"/>
                  <a:pt x="5738631" y="3557242"/>
                  <a:pt x="5726767" y="3552476"/>
                </a:cubicBezTo>
                <a:close/>
                <a:moveTo>
                  <a:pt x="4053567" y="3537857"/>
                </a:moveTo>
                <a:cubicBezTo>
                  <a:pt x="4017779" y="3502069"/>
                  <a:pt x="4052076" y="3439159"/>
                  <a:pt x="4097881" y="3456574"/>
                </a:cubicBezTo>
                <a:cubicBezTo>
                  <a:pt x="4126999" y="3467645"/>
                  <a:pt x="4136100" y="3488515"/>
                  <a:pt x="4124787" y="3518271"/>
                </a:cubicBezTo>
                <a:cubicBezTo>
                  <a:pt x="4111506" y="3553202"/>
                  <a:pt x="4078100" y="3562389"/>
                  <a:pt x="4053567" y="3537857"/>
                </a:cubicBezTo>
                <a:close/>
                <a:moveTo>
                  <a:pt x="611981" y="3527425"/>
                </a:moveTo>
                <a:cubicBezTo>
                  <a:pt x="594462" y="3520417"/>
                  <a:pt x="597486" y="3479656"/>
                  <a:pt x="616053" y="3472531"/>
                </a:cubicBezTo>
                <a:cubicBezTo>
                  <a:pt x="639386" y="3463577"/>
                  <a:pt x="664545" y="3491465"/>
                  <a:pt x="651620" y="3511955"/>
                </a:cubicBezTo>
                <a:cubicBezTo>
                  <a:pt x="640225" y="3530020"/>
                  <a:pt x="629213" y="3534317"/>
                  <a:pt x="611981" y="3527425"/>
                </a:cubicBezTo>
                <a:close/>
                <a:moveTo>
                  <a:pt x="5384006" y="3527425"/>
                </a:moveTo>
                <a:cubicBezTo>
                  <a:pt x="5366487" y="3520417"/>
                  <a:pt x="5369511" y="3479656"/>
                  <a:pt x="5388078" y="3472531"/>
                </a:cubicBezTo>
                <a:cubicBezTo>
                  <a:pt x="5411411" y="3463577"/>
                  <a:pt x="5436570" y="3491465"/>
                  <a:pt x="5423645" y="3511955"/>
                </a:cubicBezTo>
                <a:cubicBezTo>
                  <a:pt x="5412250" y="3530020"/>
                  <a:pt x="5401238" y="3534317"/>
                  <a:pt x="5384006" y="3527425"/>
                </a:cubicBezTo>
                <a:close/>
                <a:moveTo>
                  <a:pt x="2138709" y="3505583"/>
                </a:moveTo>
                <a:cubicBezTo>
                  <a:pt x="2104079" y="3467317"/>
                  <a:pt x="2145014" y="3414048"/>
                  <a:pt x="2190390" y="3438332"/>
                </a:cubicBezTo>
                <a:cubicBezTo>
                  <a:pt x="2214588" y="3451282"/>
                  <a:pt x="2215615" y="3487459"/>
                  <a:pt x="2192381" y="3508486"/>
                </a:cubicBezTo>
                <a:cubicBezTo>
                  <a:pt x="2169794" y="3528927"/>
                  <a:pt x="2159322" y="3528360"/>
                  <a:pt x="2138709" y="3505583"/>
                </a:cubicBezTo>
                <a:close/>
                <a:moveTo>
                  <a:pt x="3718664" y="3511186"/>
                </a:moveTo>
                <a:cubicBezTo>
                  <a:pt x="3708075" y="3483592"/>
                  <a:pt x="3718862" y="3462337"/>
                  <a:pt x="3743455" y="3462337"/>
                </a:cubicBezTo>
                <a:cubicBezTo>
                  <a:pt x="3763418" y="3462337"/>
                  <a:pt x="3767137" y="3466824"/>
                  <a:pt x="3767137" y="3490912"/>
                </a:cubicBezTo>
                <a:cubicBezTo>
                  <a:pt x="3767137" y="3522867"/>
                  <a:pt x="3729230" y="3538722"/>
                  <a:pt x="3718664" y="3511186"/>
                </a:cubicBezTo>
                <a:close/>
                <a:moveTo>
                  <a:pt x="4272631" y="3508271"/>
                </a:moveTo>
                <a:cubicBezTo>
                  <a:pt x="4262422" y="3481668"/>
                  <a:pt x="4291871" y="3459114"/>
                  <a:pt x="4311364" y="3478607"/>
                </a:cubicBezTo>
                <a:cubicBezTo>
                  <a:pt x="4319939" y="3487182"/>
                  <a:pt x="4324360" y="3500959"/>
                  <a:pt x="4321188" y="3509223"/>
                </a:cubicBezTo>
                <a:cubicBezTo>
                  <a:pt x="4313549" y="3529131"/>
                  <a:pt x="4280386" y="3528480"/>
                  <a:pt x="4272631" y="3508271"/>
                </a:cubicBezTo>
                <a:close/>
                <a:moveTo>
                  <a:pt x="5040844" y="3499897"/>
                </a:moveTo>
                <a:cubicBezTo>
                  <a:pt x="4998756" y="3470418"/>
                  <a:pt x="5028038" y="3381375"/>
                  <a:pt x="5079820" y="3381375"/>
                </a:cubicBezTo>
                <a:cubicBezTo>
                  <a:pt x="5105246" y="3381375"/>
                  <a:pt x="5133975" y="3416745"/>
                  <a:pt x="5133975" y="3448050"/>
                </a:cubicBezTo>
                <a:cubicBezTo>
                  <a:pt x="5133975" y="3502131"/>
                  <a:pt x="5083863" y="3530029"/>
                  <a:pt x="5040844" y="3499897"/>
                </a:cubicBezTo>
                <a:close/>
                <a:moveTo>
                  <a:pt x="1187851" y="3489726"/>
                </a:moveTo>
                <a:cubicBezTo>
                  <a:pt x="1166084" y="3467959"/>
                  <a:pt x="1194567" y="3423800"/>
                  <a:pt x="1223270" y="3434814"/>
                </a:cubicBezTo>
                <a:cubicBezTo>
                  <a:pt x="1246601" y="3443767"/>
                  <a:pt x="1239346" y="3490073"/>
                  <a:pt x="1214045" y="3493695"/>
                </a:cubicBezTo>
                <a:cubicBezTo>
                  <a:pt x="1203352" y="3495226"/>
                  <a:pt x="1191565" y="3493440"/>
                  <a:pt x="1187851" y="3489726"/>
                </a:cubicBezTo>
                <a:close/>
                <a:moveTo>
                  <a:pt x="5959876" y="3489726"/>
                </a:moveTo>
                <a:cubicBezTo>
                  <a:pt x="5938109" y="3467959"/>
                  <a:pt x="5966592" y="3423800"/>
                  <a:pt x="5995295" y="3434814"/>
                </a:cubicBezTo>
                <a:cubicBezTo>
                  <a:pt x="6018626" y="3443767"/>
                  <a:pt x="6011371" y="3490073"/>
                  <a:pt x="5986070" y="3493695"/>
                </a:cubicBezTo>
                <a:cubicBezTo>
                  <a:pt x="5975377" y="3495226"/>
                  <a:pt x="5963590" y="3493440"/>
                  <a:pt x="5959876" y="3489726"/>
                </a:cubicBezTo>
                <a:close/>
                <a:moveTo>
                  <a:pt x="3477316" y="3451527"/>
                </a:moveTo>
                <a:cubicBezTo>
                  <a:pt x="3466458" y="3437724"/>
                  <a:pt x="3457575" y="3418241"/>
                  <a:pt x="3457575" y="3408232"/>
                </a:cubicBezTo>
                <a:cubicBezTo>
                  <a:pt x="3457575" y="3382436"/>
                  <a:pt x="3499965" y="3343275"/>
                  <a:pt x="3527888" y="3343275"/>
                </a:cubicBezTo>
                <a:cubicBezTo>
                  <a:pt x="3553656" y="3343275"/>
                  <a:pt x="3590925" y="3382694"/>
                  <a:pt x="3590925" y="3409950"/>
                </a:cubicBezTo>
                <a:cubicBezTo>
                  <a:pt x="3590925" y="3439369"/>
                  <a:pt x="3553669" y="3476625"/>
                  <a:pt x="3524250" y="3476625"/>
                </a:cubicBezTo>
                <a:cubicBezTo>
                  <a:pt x="3506218" y="3476625"/>
                  <a:pt x="3490406" y="3468169"/>
                  <a:pt x="3477316" y="3451527"/>
                </a:cubicBezTo>
                <a:close/>
                <a:moveTo>
                  <a:pt x="1885950" y="3438525"/>
                </a:moveTo>
                <a:cubicBezTo>
                  <a:pt x="1839597" y="3392172"/>
                  <a:pt x="1885104" y="3327571"/>
                  <a:pt x="1943013" y="3357518"/>
                </a:cubicBezTo>
                <a:cubicBezTo>
                  <a:pt x="1988045" y="3380804"/>
                  <a:pt x="1969840" y="3457575"/>
                  <a:pt x="1919287" y="3457575"/>
                </a:cubicBezTo>
                <a:cubicBezTo>
                  <a:pt x="1911429" y="3457575"/>
                  <a:pt x="1896427" y="3449002"/>
                  <a:pt x="1885950" y="3438525"/>
                </a:cubicBezTo>
                <a:close/>
                <a:moveTo>
                  <a:pt x="756185" y="3434455"/>
                </a:moveTo>
                <a:cubicBezTo>
                  <a:pt x="747507" y="3411840"/>
                  <a:pt x="756228" y="3379190"/>
                  <a:pt x="773906" y="3368108"/>
                </a:cubicBezTo>
                <a:cubicBezTo>
                  <a:pt x="808441" y="3346459"/>
                  <a:pt x="845806" y="3401643"/>
                  <a:pt x="818714" y="3434286"/>
                </a:cubicBezTo>
                <a:cubicBezTo>
                  <a:pt x="804015" y="3451997"/>
                  <a:pt x="762959" y="3452108"/>
                  <a:pt x="756185" y="3434455"/>
                </a:cubicBezTo>
                <a:close/>
                <a:moveTo>
                  <a:pt x="1519153" y="3434878"/>
                </a:moveTo>
                <a:cubicBezTo>
                  <a:pt x="1507052" y="3426030"/>
                  <a:pt x="1501140" y="3410031"/>
                  <a:pt x="1501140" y="3386137"/>
                </a:cubicBezTo>
                <a:cubicBezTo>
                  <a:pt x="1501140" y="3329971"/>
                  <a:pt x="1558510" y="3302471"/>
                  <a:pt x="1593961" y="3341643"/>
                </a:cubicBezTo>
                <a:cubicBezTo>
                  <a:pt x="1643070" y="3395908"/>
                  <a:pt x="1577543" y="3477575"/>
                  <a:pt x="1519153" y="3434878"/>
                </a:cubicBezTo>
                <a:close/>
                <a:moveTo>
                  <a:pt x="2694980" y="3427888"/>
                </a:moveTo>
                <a:cubicBezTo>
                  <a:pt x="2686453" y="3411956"/>
                  <a:pt x="2687227" y="3404690"/>
                  <a:pt x="2698669" y="3393248"/>
                </a:cubicBezTo>
                <a:cubicBezTo>
                  <a:pt x="2725940" y="3365977"/>
                  <a:pt x="2767734" y="3404200"/>
                  <a:pt x="2743099" y="3433883"/>
                </a:cubicBezTo>
                <a:cubicBezTo>
                  <a:pt x="2726537" y="3453839"/>
                  <a:pt x="2707606" y="3451481"/>
                  <a:pt x="2694980" y="3427888"/>
                </a:cubicBezTo>
                <a:close/>
                <a:moveTo>
                  <a:pt x="5528210" y="3434455"/>
                </a:moveTo>
                <a:cubicBezTo>
                  <a:pt x="5519532" y="3411840"/>
                  <a:pt x="5528253" y="3379190"/>
                  <a:pt x="5545931" y="3368108"/>
                </a:cubicBezTo>
                <a:cubicBezTo>
                  <a:pt x="5580466" y="3346459"/>
                  <a:pt x="5617831" y="3401643"/>
                  <a:pt x="5590739" y="3434286"/>
                </a:cubicBezTo>
                <a:cubicBezTo>
                  <a:pt x="5576040" y="3451997"/>
                  <a:pt x="5534984" y="3452108"/>
                  <a:pt x="5528210" y="3434455"/>
                </a:cubicBezTo>
                <a:close/>
                <a:moveTo>
                  <a:pt x="6291178" y="3434878"/>
                </a:moveTo>
                <a:cubicBezTo>
                  <a:pt x="6279077" y="3426030"/>
                  <a:pt x="6273165" y="3410031"/>
                  <a:pt x="6273165" y="3386137"/>
                </a:cubicBezTo>
                <a:cubicBezTo>
                  <a:pt x="6273165" y="3329971"/>
                  <a:pt x="6330535" y="3302471"/>
                  <a:pt x="6365986" y="3341643"/>
                </a:cubicBezTo>
                <a:cubicBezTo>
                  <a:pt x="6415095" y="3395908"/>
                  <a:pt x="6349568" y="3477575"/>
                  <a:pt x="6291178" y="3434878"/>
                </a:cubicBezTo>
                <a:close/>
                <a:moveTo>
                  <a:pt x="1317918" y="3405251"/>
                </a:moveTo>
                <a:cubicBezTo>
                  <a:pt x="1314619" y="3396653"/>
                  <a:pt x="1316487" y="3385052"/>
                  <a:pt x="1322070" y="3379470"/>
                </a:cubicBezTo>
                <a:cubicBezTo>
                  <a:pt x="1336582" y="3364957"/>
                  <a:pt x="1364079" y="3378221"/>
                  <a:pt x="1360288" y="3397905"/>
                </a:cubicBezTo>
                <a:cubicBezTo>
                  <a:pt x="1356065" y="3419830"/>
                  <a:pt x="1325544" y="3425122"/>
                  <a:pt x="1317918" y="3405251"/>
                </a:cubicBezTo>
                <a:close/>
                <a:moveTo>
                  <a:pt x="2314575" y="3400425"/>
                </a:moveTo>
                <a:cubicBezTo>
                  <a:pt x="2288831" y="3374681"/>
                  <a:pt x="2290586" y="3337822"/>
                  <a:pt x="2318904" y="3309504"/>
                </a:cubicBezTo>
                <a:cubicBezTo>
                  <a:pt x="2349113" y="3279295"/>
                  <a:pt x="2393710" y="3278259"/>
                  <a:pt x="2414047" y="3307294"/>
                </a:cubicBezTo>
                <a:cubicBezTo>
                  <a:pt x="2461531" y="3375086"/>
                  <a:pt x="2372547" y="3458397"/>
                  <a:pt x="2314575" y="3400425"/>
                </a:cubicBezTo>
                <a:close/>
                <a:moveTo>
                  <a:pt x="4851172" y="3403892"/>
                </a:moveTo>
                <a:cubicBezTo>
                  <a:pt x="4837140" y="3367324"/>
                  <a:pt x="4887746" y="3340457"/>
                  <a:pt x="4908547" y="3373432"/>
                </a:cubicBezTo>
                <a:cubicBezTo>
                  <a:pt x="4915811" y="3384949"/>
                  <a:pt x="4915123" y="3393441"/>
                  <a:pt x="4906037" y="3404389"/>
                </a:cubicBezTo>
                <a:cubicBezTo>
                  <a:pt x="4889744" y="3424021"/>
                  <a:pt x="4858789" y="3423741"/>
                  <a:pt x="4851172" y="3403892"/>
                </a:cubicBezTo>
                <a:close/>
                <a:moveTo>
                  <a:pt x="5298281" y="3409653"/>
                </a:moveTo>
                <a:cubicBezTo>
                  <a:pt x="5265709" y="3396561"/>
                  <a:pt x="5271421" y="3353917"/>
                  <a:pt x="5307530" y="3340603"/>
                </a:cubicBezTo>
                <a:cubicBezTo>
                  <a:pt x="5325473" y="3333988"/>
                  <a:pt x="5353050" y="3355802"/>
                  <a:pt x="5353050" y="3376612"/>
                </a:cubicBezTo>
                <a:cubicBezTo>
                  <a:pt x="5353050" y="3387132"/>
                  <a:pt x="5327635" y="3421079"/>
                  <a:pt x="5321413" y="3418871"/>
                </a:cubicBezTo>
                <a:cubicBezTo>
                  <a:pt x="5320477" y="3418539"/>
                  <a:pt x="5310068" y="3414391"/>
                  <a:pt x="5298281" y="3409653"/>
                </a:cubicBezTo>
                <a:close/>
                <a:moveTo>
                  <a:pt x="6089943" y="3405251"/>
                </a:moveTo>
                <a:cubicBezTo>
                  <a:pt x="6086644" y="3396653"/>
                  <a:pt x="6088512" y="3385052"/>
                  <a:pt x="6094095" y="3379470"/>
                </a:cubicBezTo>
                <a:cubicBezTo>
                  <a:pt x="6108607" y="3364957"/>
                  <a:pt x="6136104" y="3378221"/>
                  <a:pt x="6132313" y="3397905"/>
                </a:cubicBezTo>
                <a:cubicBezTo>
                  <a:pt x="6128090" y="3419830"/>
                  <a:pt x="6097569" y="3425122"/>
                  <a:pt x="6089943" y="3405251"/>
                </a:cubicBezTo>
                <a:close/>
                <a:moveTo>
                  <a:pt x="552450" y="3376612"/>
                </a:moveTo>
                <a:cubicBezTo>
                  <a:pt x="552450" y="3358276"/>
                  <a:pt x="556447" y="3343275"/>
                  <a:pt x="561333" y="3343275"/>
                </a:cubicBezTo>
                <a:cubicBezTo>
                  <a:pt x="573742" y="3343275"/>
                  <a:pt x="582669" y="3375531"/>
                  <a:pt x="575459" y="3394320"/>
                </a:cubicBezTo>
                <a:cubicBezTo>
                  <a:pt x="565145" y="3421197"/>
                  <a:pt x="552450" y="3411426"/>
                  <a:pt x="552450" y="3376612"/>
                </a:cubicBezTo>
                <a:close/>
                <a:moveTo>
                  <a:pt x="3213582" y="3396218"/>
                </a:moveTo>
                <a:cubicBezTo>
                  <a:pt x="3203251" y="3369295"/>
                  <a:pt x="3214465" y="3348081"/>
                  <a:pt x="3240630" y="3345055"/>
                </a:cubicBezTo>
                <a:cubicBezTo>
                  <a:pt x="3267235" y="3341978"/>
                  <a:pt x="3286868" y="3376104"/>
                  <a:pt x="3272172" y="3399883"/>
                </a:cubicBezTo>
                <a:cubicBezTo>
                  <a:pt x="3262955" y="3414796"/>
                  <a:pt x="3219673" y="3412089"/>
                  <a:pt x="3213582" y="3396218"/>
                </a:cubicBezTo>
                <a:close/>
                <a:moveTo>
                  <a:pt x="3853778" y="3397510"/>
                </a:moveTo>
                <a:cubicBezTo>
                  <a:pt x="3833117" y="3382402"/>
                  <a:pt x="3836523" y="3344729"/>
                  <a:pt x="3859873" y="3330092"/>
                </a:cubicBezTo>
                <a:cubicBezTo>
                  <a:pt x="3872951" y="3321895"/>
                  <a:pt x="3880736" y="3324053"/>
                  <a:pt x="3897092" y="3340409"/>
                </a:cubicBezTo>
                <a:cubicBezTo>
                  <a:pt x="3916850" y="3360166"/>
                  <a:pt x="3917059" y="3362182"/>
                  <a:pt x="3901767" y="3385520"/>
                </a:cubicBezTo>
                <a:cubicBezTo>
                  <a:pt x="3883521" y="3413367"/>
                  <a:pt x="3877516" y="3414867"/>
                  <a:pt x="3853778" y="3397510"/>
                </a:cubicBezTo>
                <a:close/>
                <a:moveTo>
                  <a:pt x="4345305" y="3398520"/>
                </a:moveTo>
                <a:cubicBezTo>
                  <a:pt x="4316545" y="3369760"/>
                  <a:pt x="4345756" y="3324145"/>
                  <a:pt x="4380891" y="3342949"/>
                </a:cubicBezTo>
                <a:cubicBezTo>
                  <a:pt x="4411266" y="3359205"/>
                  <a:pt x="4400906" y="3409950"/>
                  <a:pt x="4367212" y="3409950"/>
                </a:cubicBezTo>
                <a:cubicBezTo>
                  <a:pt x="4361449" y="3409950"/>
                  <a:pt x="4351591" y="3404806"/>
                  <a:pt x="4345305" y="3398520"/>
                </a:cubicBezTo>
                <a:close/>
                <a:moveTo>
                  <a:pt x="4623432" y="3364560"/>
                </a:moveTo>
                <a:cubicBezTo>
                  <a:pt x="4574176" y="3331671"/>
                  <a:pt x="4599462" y="3248025"/>
                  <a:pt x="4658661" y="3248025"/>
                </a:cubicBezTo>
                <a:cubicBezTo>
                  <a:pt x="4687978" y="3248025"/>
                  <a:pt x="4714875" y="3277647"/>
                  <a:pt x="4714875" y="3309937"/>
                </a:cubicBezTo>
                <a:cubicBezTo>
                  <a:pt x="4714875" y="3356241"/>
                  <a:pt x="4660034" y="3389000"/>
                  <a:pt x="4623432" y="3364560"/>
                </a:cubicBezTo>
                <a:close/>
                <a:moveTo>
                  <a:pt x="1083222" y="3332469"/>
                </a:moveTo>
                <a:cubicBezTo>
                  <a:pt x="1060358" y="3319673"/>
                  <a:pt x="1061636" y="3270508"/>
                  <a:pt x="1085159" y="3257919"/>
                </a:cubicBezTo>
                <a:cubicBezTo>
                  <a:pt x="1109795" y="3244734"/>
                  <a:pt x="1132410" y="3254755"/>
                  <a:pt x="1139216" y="3281871"/>
                </a:cubicBezTo>
                <a:cubicBezTo>
                  <a:pt x="1148513" y="3318914"/>
                  <a:pt x="1114279" y="3349849"/>
                  <a:pt x="1083222" y="3332469"/>
                </a:cubicBezTo>
                <a:close/>
                <a:moveTo>
                  <a:pt x="2047875" y="3324225"/>
                </a:moveTo>
                <a:cubicBezTo>
                  <a:pt x="2047875" y="3311525"/>
                  <a:pt x="2054225" y="3305175"/>
                  <a:pt x="2066925" y="3305175"/>
                </a:cubicBezTo>
                <a:cubicBezTo>
                  <a:pt x="2079625" y="3305175"/>
                  <a:pt x="2085975" y="3311525"/>
                  <a:pt x="2085975" y="3324225"/>
                </a:cubicBezTo>
                <a:cubicBezTo>
                  <a:pt x="2085975" y="3336925"/>
                  <a:pt x="2079625" y="3343275"/>
                  <a:pt x="2066925" y="3343275"/>
                </a:cubicBezTo>
                <a:cubicBezTo>
                  <a:pt x="2054225" y="3343275"/>
                  <a:pt x="2047875" y="3336925"/>
                  <a:pt x="2047875" y="3324225"/>
                </a:cubicBezTo>
                <a:close/>
                <a:moveTo>
                  <a:pt x="2805392" y="3330370"/>
                </a:moveTo>
                <a:cubicBezTo>
                  <a:pt x="2785867" y="3316092"/>
                  <a:pt x="2788899" y="3287615"/>
                  <a:pt x="2811457" y="3273410"/>
                </a:cubicBezTo>
                <a:cubicBezTo>
                  <a:pt x="2822962" y="3266166"/>
                  <a:pt x="2831477" y="3266861"/>
                  <a:pt x="2842414" y="3275937"/>
                </a:cubicBezTo>
                <a:cubicBezTo>
                  <a:pt x="2877018" y="3304656"/>
                  <a:pt x="2841548" y="3356808"/>
                  <a:pt x="2805392" y="3330370"/>
                </a:cubicBezTo>
                <a:close/>
                <a:moveTo>
                  <a:pt x="4120242" y="3328307"/>
                </a:moveTo>
                <a:cubicBezTo>
                  <a:pt x="4090420" y="3298485"/>
                  <a:pt x="4109960" y="3248025"/>
                  <a:pt x="4151330" y="3248025"/>
                </a:cubicBezTo>
                <a:cubicBezTo>
                  <a:pt x="4199265" y="3248025"/>
                  <a:pt x="4218306" y="3295655"/>
                  <a:pt x="4183106" y="3327511"/>
                </a:cubicBezTo>
                <a:cubicBezTo>
                  <a:pt x="4161230" y="3347308"/>
                  <a:pt x="4139519" y="3347583"/>
                  <a:pt x="4120242" y="3328307"/>
                </a:cubicBezTo>
                <a:close/>
                <a:moveTo>
                  <a:pt x="5855247" y="3332469"/>
                </a:moveTo>
                <a:cubicBezTo>
                  <a:pt x="5832383" y="3319673"/>
                  <a:pt x="5833661" y="3270508"/>
                  <a:pt x="5857184" y="3257919"/>
                </a:cubicBezTo>
                <a:cubicBezTo>
                  <a:pt x="5881820" y="3244734"/>
                  <a:pt x="5904435" y="3254755"/>
                  <a:pt x="5911241" y="3281871"/>
                </a:cubicBezTo>
                <a:cubicBezTo>
                  <a:pt x="5920538" y="3318914"/>
                  <a:pt x="5886304" y="3349849"/>
                  <a:pt x="5855247" y="3332469"/>
                </a:cubicBezTo>
                <a:close/>
                <a:moveTo>
                  <a:pt x="2575194" y="3290887"/>
                </a:moveTo>
                <a:cubicBezTo>
                  <a:pt x="2567648" y="3271223"/>
                  <a:pt x="2577879" y="3248025"/>
                  <a:pt x="2594097" y="3248025"/>
                </a:cubicBezTo>
                <a:cubicBezTo>
                  <a:pt x="2613164" y="3248025"/>
                  <a:pt x="2632043" y="3273718"/>
                  <a:pt x="2625502" y="3290766"/>
                </a:cubicBezTo>
                <a:cubicBezTo>
                  <a:pt x="2618361" y="3309374"/>
                  <a:pt x="2582322" y="3309461"/>
                  <a:pt x="2575194" y="3290887"/>
                </a:cubicBezTo>
                <a:close/>
                <a:moveTo>
                  <a:pt x="1737180" y="3271447"/>
                </a:moveTo>
                <a:cubicBezTo>
                  <a:pt x="1707100" y="3225538"/>
                  <a:pt x="1755225" y="3175668"/>
                  <a:pt x="1799608" y="3206755"/>
                </a:cubicBezTo>
                <a:cubicBezTo>
                  <a:pt x="1822943" y="3223100"/>
                  <a:pt x="1825271" y="3259718"/>
                  <a:pt x="1804307" y="3280682"/>
                </a:cubicBezTo>
                <a:cubicBezTo>
                  <a:pt x="1782309" y="3302679"/>
                  <a:pt x="1755201" y="3298950"/>
                  <a:pt x="1737180" y="3271447"/>
                </a:cubicBezTo>
                <a:close/>
                <a:moveTo>
                  <a:pt x="3012214" y="3284629"/>
                </a:moveTo>
                <a:cubicBezTo>
                  <a:pt x="2996826" y="3269241"/>
                  <a:pt x="2997105" y="3237086"/>
                  <a:pt x="3012814" y="3215603"/>
                </a:cubicBezTo>
                <a:cubicBezTo>
                  <a:pt x="3028558" y="3194073"/>
                  <a:pt x="3065349" y="3198680"/>
                  <a:pt x="3082267" y="3224301"/>
                </a:cubicBezTo>
                <a:cubicBezTo>
                  <a:pt x="3109109" y="3264952"/>
                  <a:pt x="3046476" y="3318891"/>
                  <a:pt x="3012214" y="3284629"/>
                </a:cubicBezTo>
                <a:close/>
                <a:moveTo>
                  <a:pt x="3623750" y="3262666"/>
                </a:moveTo>
                <a:cubicBezTo>
                  <a:pt x="3574020" y="3212936"/>
                  <a:pt x="3633037" y="3143414"/>
                  <a:pt x="3684378" y="3191246"/>
                </a:cubicBezTo>
                <a:cubicBezTo>
                  <a:pt x="3709531" y="3214679"/>
                  <a:pt x="3711085" y="3240039"/>
                  <a:pt x="3688556" y="3259387"/>
                </a:cubicBezTo>
                <a:cubicBezTo>
                  <a:pt x="3656559" y="3286866"/>
                  <a:pt x="3648364" y="3287280"/>
                  <a:pt x="3623750" y="3262666"/>
                </a:cubicBezTo>
                <a:close/>
                <a:moveTo>
                  <a:pt x="4964906" y="3279816"/>
                </a:moveTo>
                <a:cubicBezTo>
                  <a:pt x="4946990" y="3272587"/>
                  <a:pt x="4950327" y="3221892"/>
                  <a:pt x="4969422" y="3211205"/>
                </a:cubicBezTo>
                <a:cubicBezTo>
                  <a:pt x="4992299" y="3198403"/>
                  <a:pt x="5019675" y="3215012"/>
                  <a:pt x="5019675" y="3241692"/>
                </a:cubicBezTo>
                <a:cubicBezTo>
                  <a:pt x="5019675" y="3276505"/>
                  <a:pt x="4996565" y="3292591"/>
                  <a:pt x="4964906" y="3279816"/>
                </a:cubicBezTo>
                <a:close/>
                <a:moveTo>
                  <a:pt x="5210175" y="3257550"/>
                </a:moveTo>
                <a:cubicBezTo>
                  <a:pt x="5210175" y="3246966"/>
                  <a:pt x="5216525" y="3238500"/>
                  <a:pt x="5224462" y="3238500"/>
                </a:cubicBezTo>
                <a:cubicBezTo>
                  <a:pt x="5232400" y="3238500"/>
                  <a:pt x="5238750" y="3246966"/>
                  <a:pt x="5238750" y="3257550"/>
                </a:cubicBezTo>
                <a:cubicBezTo>
                  <a:pt x="5238750" y="3268133"/>
                  <a:pt x="5232400" y="3276600"/>
                  <a:pt x="5224462" y="3276600"/>
                </a:cubicBezTo>
                <a:cubicBezTo>
                  <a:pt x="5216525" y="3276600"/>
                  <a:pt x="5210175" y="3268133"/>
                  <a:pt x="5210175" y="3257550"/>
                </a:cubicBezTo>
                <a:close/>
                <a:moveTo>
                  <a:pt x="642937" y="3246168"/>
                </a:moveTo>
                <a:cubicBezTo>
                  <a:pt x="585898" y="3213823"/>
                  <a:pt x="604020" y="3123944"/>
                  <a:pt x="667500" y="3124345"/>
                </a:cubicBezTo>
                <a:cubicBezTo>
                  <a:pt x="732924" y="3124759"/>
                  <a:pt x="750311" y="3202723"/>
                  <a:pt x="693806" y="3242301"/>
                </a:cubicBezTo>
                <a:cubicBezTo>
                  <a:pt x="668284" y="3260177"/>
                  <a:pt x="667718" y="3260220"/>
                  <a:pt x="642937" y="3246168"/>
                </a:cubicBezTo>
                <a:close/>
                <a:moveTo>
                  <a:pt x="2188368" y="3247042"/>
                </a:moveTo>
                <a:cubicBezTo>
                  <a:pt x="2155886" y="3228551"/>
                  <a:pt x="2179983" y="3171525"/>
                  <a:pt x="2214657" y="3184830"/>
                </a:cubicBezTo>
                <a:cubicBezTo>
                  <a:pt x="2238568" y="3194006"/>
                  <a:pt x="2242531" y="3219547"/>
                  <a:pt x="2223029" y="3238783"/>
                </a:cubicBezTo>
                <a:cubicBezTo>
                  <a:pt x="2209550" y="3252080"/>
                  <a:pt x="2200856" y="3254151"/>
                  <a:pt x="2188368" y="3247042"/>
                </a:cubicBezTo>
                <a:close/>
                <a:moveTo>
                  <a:pt x="5414962" y="3246168"/>
                </a:moveTo>
                <a:cubicBezTo>
                  <a:pt x="5357923" y="3213823"/>
                  <a:pt x="5376045" y="3123944"/>
                  <a:pt x="5439525" y="3124345"/>
                </a:cubicBezTo>
                <a:cubicBezTo>
                  <a:pt x="5504949" y="3124759"/>
                  <a:pt x="5522336" y="3202723"/>
                  <a:pt x="5465831" y="3242301"/>
                </a:cubicBezTo>
                <a:cubicBezTo>
                  <a:pt x="5440309" y="3260177"/>
                  <a:pt x="5439743" y="3260220"/>
                  <a:pt x="5414962" y="3246168"/>
                </a:cubicBezTo>
                <a:close/>
                <a:moveTo>
                  <a:pt x="3392447" y="3239658"/>
                </a:moveTo>
                <a:cubicBezTo>
                  <a:pt x="3370084" y="3225482"/>
                  <a:pt x="3382857" y="3186112"/>
                  <a:pt x="3409819" y="3186112"/>
                </a:cubicBezTo>
                <a:cubicBezTo>
                  <a:pt x="3436751" y="3186112"/>
                  <a:pt x="3446927" y="3212136"/>
                  <a:pt x="3428620" y="3234195"/>
                </a:cubicBezTo>
                <a:cubicBezTo>
                  <a:pt x="3415448" y="3250066"/>
                  <a:pt x="3410134" y="3250868"/>
                  <a:pt x="3392447" y="3239658"/>
                </a:cubicBezTo>
                <a:close/>
                <a:moveTo>
                  <a:pt x="1280679" y="3215120"/>
                </a:moveTo>
                <a:cubicBezTo>
                  <a:pt x="1251617" y="3186058"/>
                  <a:pt x="1251054" y="3161097"/>
                  <a:pt x="1278736" y="3128915"/>
                </a:cubicBezTo>
                <a:cubicBezTo>
                  <a:pt x="1308380" y="3094452"/>
                  <a:pt x="1347935" y="3091516"/>
                  <a:pt x="1371912" y="3121997"/>
                </a:cubicBezTo>
                <a:cubicBezTo>
                  <a:pt x="1397141" y="3154071"/>
                  <a:pt x="1395505" y="3186885"/>
                  <a:pt x="1367270" y="3215120"/>
                </a:cubicBezTo>
                <a:cubicBezTo>
                  <a:pt x="1337603" y="3244787"/>
                  <a:pt x="1310346" y="3244787"/>
                  <a:pt x="1280679" y="3215120"/>
                </a:cubicBezTo>
                <a:close/>
                <a:moveTo>
                  <a:pt x="6052704" y="3215120"/>
                </a:moveTo>
                <a:cubicBezTo>
                  <a:pt x="6023642" y="3186058"/>
                  <a:pt x="6023079" y="3161097"/>
                  <a:pt x="6050761" y="3128915"/>
                </a:cubicBezTo>
                <a:cubicBezTo>
                  <a:pt x="6080405" y="3094452"/>
                  <a:pt x="6119960" y="3091516"/>
                  <a:pt x="6143937" y="3121997"/>
                </a:cubicBezTo>
                <a:cubicBezTo>
                  <a:pt x="6169166" y="3154071"/>
                  <a:pt x="6167530" y="3186885"/>
                  <a:pt x="6139295" y="3215120"/>
                </a:cubicBezTo>
                <a:cubicBezTo>
                  <a:pt x="6109628" y="3244787"/>
                  <a:pt x="6082371" y="3244787"/>
                  <a:pt x="6052704" y="3215120"/>
                </a:cubicBezTo>
                <a:close/>
                <a:moveTo>
                  <a:pt x="906780" y="3217545"/>
                </a:moveTo>
                <a:cubicBezTo>
                  <a:pt x="878116" y="3188881"/>
                  <a:pt x="903668" y="3124200"/>
                  <a:pt x="943655" y="3124200"/>
                </a:cubicBezTo>
                <a:cubicBezTo>
                  <a:pt x="972171" y="3124200"/>
                  <a:pt x="1002240" y="3159425"/>
                  <a:pt x="994887" y="3184218"/>
                </a:cubicBezTo>
                <a:cubicBezTo>
                  <a:pt x="982976" y="3224381"/>
                  <a:pt x="932651" y="3243416"/>
                  <a:pt x="906780" y="3217545"/>
                </a:cubicBezTo>
                <a:close/>
                <a:moveTo>
                  <a:pt x="3918878" y="3207011"/>
                </a:moveTo>
                <a:cubicBezTo>
                  <a:pt x="3868542" y="3163714"/>
                  <a:pt x="3897989" y="3095625"/>
                  <a:pt x="3967051" y="3095625"/>
                </a:cubicBezTo>
                <a:cubicBezTo>
                  <a:pt x="4024068" y="3095625"/>
                  <a:pt x="4048542" y="3162748"/>
                  <a:pt x="4006759" y="3204531"/>
                </a:cubicBezTo>
                <a:cubicBezTo>
                  <a:pt x="3976514" y="3234776"/>
                  <a:pt x="3951962" y="3235469"/>
                  <a:pt x="3918878" y="3207011"/>
                </a:cubicBezTo>
                <a:close/>
                <a:moveTo>
                  <a:pt x="5678805" y="3217545"/>
                </a:moveTo>
                <a:cubicBezTo>
                  <a:pt x="5650141" y="3188881"/>
                  <a:pt x="5675693" y="3124200"/>
                  <a:pt x="5715680" y="3124200"/>
                </a:cubicBezTo>
                <a:cubicBezTo>
                  <a:pt x="5744196" y="3124200"/>
                  <a:pt x="5774265" y="3159425"/>
                  <a:pt x="5766912" y="3184218"/>
                </a:cubicBezTo>
                <a:cubicBezTo>
                  <a:pt x="5755001" y="3224381"/>
                  <a:pt x="5704676" y="3243416"/>
                  <a:pt x="5678805" y="3217545"/>
                </a:cubicBezTo>
                <a:close/>
                <a:moveTo>
                  <a:pt x="4445793" y="3209162"/>
                </a:moveTo>
                <a:cubicBezTo>
                  <a:pt x="4422086" y="3195353"/>
                  <a:pt x="4423897" y="3141408"/>
                  <a:pt x="4448825" y="3118848"/>
                </a:cubicBezTo>
                <a:cubicBezTo>
                  <a:pt x="4477876" y="3092558"/>
                  <a:pt x="4518337" y="3116275"/>
                  <a:pt x="4522743" y="3162176"/>
                </a:cubicBezTo>
                <a:cubicBezTo>
                  <a:pt x="4527339" y="3210057"/>
                  <a:pt x="4488279" y="3233907"/>
                  <a:pt x="4445793" y="3209162"/>
                </a:cubicBezTo>
                <a:close/>
                <a:moveTo>
                  <a:pt x="1571727" y="3176711"/>
                </a:moveTo>
                <a:cubicBezTo>
                  <a:pt x="1552763" y="3153861"/>
                  <a:pt x="1567643" y="3114675"/>
                  <a:pt x="1595283" y="3114675"/>
                </a:cubicBezTo>
                <a:cubicBezTo>
                  <a:pt x="1627317" y="3114675"/>
                  <a:pt x="1641739" y="3143626"/>
                  <a:pt x="1623019" y="3170352"/>
                </a:cubicBezTo>
                <a:cubicBezTo>
                  <a:pt x="1606215" y="3194343"/>
                  <a:pt x="1588213" y="3196575"/>
                  <a:pt x="1571727" y="3176711"/>
                </a:cubicBezTo>
                <a:close/>
                <a:moveTo>
                  <a:pt x="1985505" y="3167701"/>
                </a:moveTo>
                <a:cubicBezTo>
                  <a:pt x="1959140" y="3127464"/>
                  <a:pt x="2001039" y="3078188"/>
                  <a:pt x="2044700" y="3098081"/>
                </a:cubicBezTo>
                <a:cubicBezTo>
                  <a:pt x="2074121" y="3111486"/>
                  <a:pt x="2081310" y="3139175"/>
                  <a:pt x="2062732" y="3167528"/>
                </a:cubicBezTo>
                <a:cubicBezTo>
                  <a:pt x="2042617" y="3198228"/>
                  <a:pt x="2005561" y="3198311"/>
                  <a:pt x="1985505" y="3167701"/>
                </a:cubicBezTo>
                <a:close/>
                <a:moveTo>
                  <a:pt x="4774406" y="3184176"/>
                </a:moveTo>
                <a:cubicBezTo>
                  <a:pt x="4767857" y="3181748"/>
                  <a:pt x="4762500" y="3169404"/>
                  <a:pt x="4762500" y="3156743"/>
                </a:cubicBezTo>
                <a:cubicBezTo>
                  <a:pt x="4762500" y="3129934"/>
                  <a:pt x="4797339" y="3123671"/>
                  <a:pt x="4806963" y="3148751"/>
                </a:cubicBezTo>
                <a:cubicBezTo>
                  <a:pt x="4813744" y="3166419"/>
                  <a:pt x="4791574" y="3190541"/>
                  <a:pt x="4774406" y="3184176"/>
                </a:cubicBezTo>
                <a:close/>
                <a:moveTo>
                  <a:pt x="6344091" y="3177119"/>
                </a:moveTo>
                <a:cubicBezTo>
                  <a:pt x="6324440" y="3153441"/>
                  <a:pt x="6339418" y="3114675"/>
                  <a:pt x="6368218" y="3114675"/>
                </a:cubicBezTo>
                <a:cubicBezTo>
                  <a:pt x="6390357" y="3114675"/>
                  <a:pt x="6392172" y="3117719"/>
                  <a:pt x="6389468" y="3150314"/>
                </a:cubicBezTo>
                <a:cubicBezTo>
                  <a:pt x="6386224" y="3189422"/>
                  <a:pt x="6364803" y="3202076"/>
                  <a:pt x="6344091" y="3177119"/>
                </a:cubicBezTo>
                <a:close/>
                <a:moveTo>
                  <a:pt x="5109592" y="3158003"/>
                </a:moveTo>
                <a:cubicBezTo>
                  <a:pt x="5079361" y="3111866"/>
                  <a:pt x="5123202" y="3061084"/>
                  <a:pt x="5167951" y="3090405"/>
                </a:cubicBezTo>
                <a:cubicBezTo>
                  <a:pt x="5195635" y="3108544"/>
                  <a:pt x="5198297" y="3143331"/>
                  <a:pt x="5173706" y="3165586"/>
                </a:cubicBezTo>
                <a:cubicBezTo>
                  <a:pt x="5149192" y="3187770"/>
                  <a:pt x="5127407" y="3185194"/>
                  <a:pt x="5109592" y="3158003"/>
                </a:cubicBezTo>
                <a:close/>
                <a:moveTo>
                  <a:pt x="2701813" y="3154406"/>
                </a:moveTo>
                <a:cubicBezTo>
                  <a:pt x="2680890" y="3131286"/>
                  <a:pt x="2681764" y="3083405"/>
                  <a:pt x="2703468" y="3063763"/>
                </a:cubicBezTo>
                <a:cubicBezTo>
                  <a:pt x="2741799" y="3029074"/>
                  <a:pt x="2800350" y="3055979"/>
                  <a:pt x="2800350" y="3108281"/>
                </a:cubicBezTo>
                <a:cubicBezTo>
                  <a:pt x="2800350" y="3160880"/>
                  <a:pt x="2735250" y="3191353"/>
                  <a:pt x="2701813" y="3154406"/>
                </a:cubicBezTo>
                <a:close/>
                <a:moveTo>
                  <a:pt x="4230647" y="3163458"/>
                </a:moveTo>
                <a:cubicBezTo>
                  <a:pt x="4208284" y="3149282"/>
                  <a:pt x="4221057" y="3109912"/>
                  <a:pt x="4248019" y="3109912"/>
                </a:cubicBezTo>
                <a:cubicBezTo>
                  <a:pt x="4274951" y="3109912"/>
                  <a:pt x="4285127" y="3135936"/>
                  <a:pt x="4266820" y="3157995"/>
                </a:cubicBezTo>
                <a:cubicBezTo>
                  <a:pt x="4253648" y="3173866"/>
                  <a:pt x="4248334" y="3174668"/>
                  <a:pt x="4230647" y="3163458"/>
                </a:cubicBezTo>
                <a:close/>
                <a:moveTo>
                  <a:pt x="2363747" y="3144408"/>
                </a:moveTo>
                <a:cubicBezTo>
                  <a:pt x="2356741" y="3139966"/>
                  <a:pt x="2352454" y="3126102"/>
                  <a:pt x="2354222" y="3113597"/>
                </a:cubicBezTo>
                <a:cubicBezTo>
                  <a:pt x="2358646" y="3082313"/>
                  <a:pt x="2405244" y="3075714"/>
                  <a:pt x="2414556" y="3105053"/>
                </a:cubicBezTo>
                <a:cubicBezTo>
                  <a:pt x="2425367" y="3139113"/>
                  <a:pt x="2393876" y="3163505"/>
                  <a:pt x="2363747" y="3144408"/>
                </a:cubicBezTo>
                <a:close/>
                <a:moveTo>
                  <a:pt x="3171292" y="3135209"/>
                </a:moveTo>
                <a:cubicBezTo>
                  <a:pt x="3127811" y="3099999"/>
                  <a:pt x="3155429" y="3019425"/>
                  <a:pt x="3210980" y="3019425"/>
                </a:cubicBezTo>
                <a:cubicBezTo>
                  <a:pt x="3261678" y="3019425"/>
                  <a:pt x="3284515" y="3094970"/>
                  <a:pt x="3245029" y="3132064"/>
                </a:cubicBezTo>
                <a:cubicBezTo>
                  <a:pt x="3218082" y="3157380"/>
                  <a:pt x="3199643" y="3158166"/>
                  <a:pt x="3171292" y="3135209"/>
                </a:cubicBezTo>
                <a:close/>
                <a:moveTo>
                  <a:pt x="3488269" y="3071272"/>
                </a:moveTo>
                <a:cubicBezTo>
                  <a:pt x="3451256" y="3045347"/>
                  <a:pt x="3469520" y="2981325"/>
                  <a:pt x="3513929" y="2981325"/>
                </a:cubicBezTo>
                <a:cubicBezTo>
                  <a:pt x="3556296" y="2981325"/>
                  <a:pt x="3574855" y="3035494"/>
                  <a:pt x="3543300" y="3067050"/>
                </a:cubicBezTo>
                <a:cubicBezTo>
                  <a:pt x="3520368" y="3089981"/>
                  <a:pt x="3515512" y="3090354"/>
                  <a:pt x="3488269" y="3071272"/>
                </a:cubicBezTo>
                <a:close/>
                <a:moveTo>
                  <a:pt x="3724654" y="3072269"/>
                </a:moveTo>
                <a:cubicBezTo>
                  <a:pt x="3711039" y="3055864"/>
                  <a:pt x="3719251" y="3023390"/>
                  <a:pt x="3738925" y="3015841"/>
                </a:cubicBezTo>
                <a:cubicBezTo>
                  <a:pt x="3772030" y="3003137"/>
                  <a:pt x="3798306" y="3035506"/>
                  <a:pt x="3781055" y="3067740"/>
                </a:cubicBezTo>
                <a:cubicBezTo>
                  <a:pt x="3769436" y="3089451"/>
                  <a:pt x="3740821" y="3091749"/>
                  <a:pt x="3724654" y="3072269"/>
                </a:cubicBezTo>
                <a:close/>
                <a:moveTo>
                  <a:pt x="4631055" y="3074670"/>
                </a:moveTo>
                <a:cubicBezTo>
                  <a:pt x="4602617" y="3046232"/>
                  <a:pt x="4634157" y="3001714"/>
                  <a:pt x="4669385" y="3020567"/>
                </a:cubicBezTo>
                <a:cubicBezTo>
                  <a:pt x="4697463" y="3035594"/>
                  <a:pt x="4684806" y="3086100"/>
                  <a:pt x="4652962" y="3086100"/>
                </a:cubicBezTo>
                <a:cubicBezTo>
                  <a:pt x="4647199" y="3086100"/>
                  <a:pt x="4637341" y="3080956"/>
                  <a:pt x="4631055" y="3074670"/>
                </a:cubicBezTo>
                <a:close/>
                <a:moveTo>
                  <a:pt x="2509802" y="3057486"/>
                </a:moveTo>
                <a:cubicBezTo>
                  <a:pt x="2486173" y="3031376"/>
                  <a:pt x="2503244" y="2990850"/>
                  <a:pt x="2537873" y="2990850"/>
                </a:cubicBezTo>
                <a:cubicBezTo>
                  <a:pt x="2581144" y="2990850"/>
                  <a:pt x="2591532" y="3046267"/>
                  <a:pt x="2552205" y="3067314"/>
                </a:cubicBezTo>
                <a:cubicBezTo>
                  <a:pt x="2529447" y="3079494"/>
                  <a:pt x="2529791" y="3079574"/>
                  <a:pt x="2509802" y="3057486"/>
                </a:cubicBezTo>
                <a:close/>
                <a:moveTo>
                  <a:pt x="4888230" y="3065145"/>
                </a:moveTo>
                <a:cubicBezTo>
                  <a:pt x="4860176" y="3037091"/>
                  <a:pt x="4881089" y="2981325"/>
                  <a:pt x="4919662" y="2981325"/>
                </a:cubicBezTo>
                <a:cubicBezTo>
                  <a:pt x="4946618" y="2981325"/>
                  <a:pt x="4962525" y="2998998"/>
                  <a:pt x="4962525" y="3028950"/>
                </a:cubicBezTo>
                <a:cubicBezTo>
                  <a:pt x="4962525" y="3058901"/>
                  <a:pt x="4946618" y="3076575"/>
                  <a:pt x="4919662" y="3076575"/>
                </a:cubicBezTo>
                <a:cubicBezTo>
                  <a:pt x="4908661" y="3076575"/>
                  <a:pt x="4894516" y="3071431"/>
                  <a:pt x="4888230" y="3065145"/>
                </a:cubicBezTo>
                <a:close/>
                <a:moveTo>
                  <a:pt x="1112851" y="3048641"/>
                </a:moveTo>
                <a:cubicBezTo>
                  <a:pt x="1093895" y="3033291"/>
                  <a:pt x="1092666" y="3028182"/>
                  <a:pt x="1102657" y="3006256"/>
                </a:cubicBezTo>
                <a:cubicBezTo>
                  <a:pt x="1117491" y="2973697"/>
                  <a:pt x="1158978" y="2971565"/>
                  <a:pt x="1170756" y="3002756"/>
                </a:cubicBezTo>
                <a:cubicBezTo>
                  <a:pt x="1187298" y="3046563"/>
                  <a:pt x="1148375" y="3077406"/>
                  <a:pt x="1112851" y="3048641"/>
                </a:cubicBezTo>
                <a:close/>
                <a:moveTo>
                  <a:pt x="5884876" y="3048641"/>
                </a:moveTo>
                <a:cubicBezTo>
                  <a:pt x="5865920" y="3033291"/>
                  <a:pt x="5864691" y="3028182"/>
                  <a:pt x="5874682" y="3006256"/>
                </a:cubicBezTo>
                <a:cubicBezTo>
                  <a:pt x="5889516" y="2973697"/>
                  <a:pt x="5931003" y="2971565"/>
                  <a:pt x="5942781" y="3002756"/>
                </a:cubicBezTo>
                <a:cubicBezTo>
                  <a:pt x="5959323" y="3046563"/>
                  <a:pt x="5920400" y="3077406"/>
                  <a:pt x="5884876" y="3048641"/>
                </a:cubicBezTo>
                <a:close/>
                <a:moveTo>
                  <a:pt x="2953185" y="3043761"/>
                </a:moveTo>
                <a:cubicBezTo>
                  <a:pt x="2938180" y="3025682"/>
                  <a:pt x="2943880" y="2990606"/>
                  <a:pt x="2963857" y="2978087"/>
                </a:cubicBezTo>
                <a:cubicBezTo>
                  <a:pt x="2996829" y="2957425"/>
                  <a:pt x="3027289" y="3017275"/>
                  <a:pt x="2998470" y="3046095"/>
                </a:cubicBezTo>
                <a:cubicBezTo>
                  <a:pt x="2983216" y="3061348"/>
                  <a:pt x="2967091" y="3060517"/>
                  <a:pt x="2953185" y="3043761"/>
                </a:cubicBezTo>
                <a:close/>
                <a:moveTo>
                  <a:pt x="757410" y="3032525"/>
                </a:moveTo>
                <a:cubicBezTo>
                  <a:pt x="726056" y="3001171"/>
                  <a:pt x="761153" y="2945080"/>
                  <a:pt x="797718" y="2968107"/>
                </a:cubicBezTo>
                <a:cubicBezTo>
                  <a:pt x="821082" y="2982820"/>
                  <a:pt x="823751" y="3008078"/>
                  <a:pt x="804221" y="3029658"/>
                </a:cubicBezTo>
                <a:cubicBezTo>
                  <a:pt x="783997" y="3052006"/>
                  <a:pt x="777301" y="3052416"/>
                  <a:pt x="757410" y="3032525"/>
                </a:cubicBezTo>
                <a:close/>
                <a:moveTo>
                  <a:pt x="5529435" y="3032525"/>
                </a:moveTo>
                <a:cubicBezTo>
                  <a:pt x="5498081" y="3001171"/>
                  <a:pt x="5533178" y="2945080"/>
                  <a:pt x="5569743" y="2968107"/>
                </a:cubicBezTo>
                <a:cubicBezTo>
                  <a:pt x="5593107" y="2982820"/>
                  <a:pt x="5595776" y="3008078"/>
                  <a:pt x="5576246" y="3029658"/>
                </a:cubicBezTo>
                <a:cubicBezTo>
                  <a:pt x="5556022" y="3052006"/>
                  <a:pt x="5549326" y="3052416"/>
                  <a:pt x="5529435" y="3032525"/>
                </a:cubicBezTo>
                <a:close/>
                <a:moveTo>
                  <a:pt x="1749334" y="3009375"/>
                </a:moveTo>
                <a:cubicBezTo>
                  <a:pt x="1718416" y="2985055"/>
                  <a:pt x="1715581" y="2942143"/>
                  <a:pt x="1743075" y="2914650"/>
                </a:cubicBezTo>
                <a:cubicBezTo>
                  <a:pt x="1798472" y="2859252"/>
                  <a:pt x="1882466" y="2939180"/>
                  <a:pt x="1831181" y="2998492"/>
                </a:cubicBezTo>
                <a:cubicBezTo>
                  <a:pt x="1805347" y="3028368"/>
                  <a:pt x="1778088" y="3031993"/>
                  <a:pt x="1749334" y="3009375"/>
                </a:cubicBezTo>
                <a:close/>
                <a:moveTo>
                  <a:pt x="602456" y="3013116"/>
                </a:moveTo>
                <a:cubicBezTo>
                  <a:pt x="588246" y="3007383"/>
                  <a:pt x="586451" y="2956407"/>
                  <a:pt x="600160" y="2947934"/>
                </a:cubicBezTo>
                <a:cubicBezTo>
                  <a:pt x="632878" y="2927713"/>
                  <a:pt x="664296" y="2979968"/>
                  <a:pt x="636270" y="3007995"/>
                </a:cubicBezTo>
                <a:cubicBezTo>
                  <a:pt x="624087" y="3020177"/>
                  <a:pt x="621082" y="3020632"/>
                  <a:pt x="602456" y="3013116"/>
                </a:cubicBezTo>
                <a:close/>
                <a:moveTo>
                  <a:pt x="1443041" y="2996954"/>
                </a:moveTo>
                <a:cubicBezTo>
                  <a:pt x="1417396" y="2957816"/>
                  <a:pt x="1455197" y="2912170"/>
                  <a:pt x="1495425" y="2933700"/>
                </a:cubicBezTo>
                <a:cubicBezTo>
                  <a:pt x="1520871" y="2947318"/>
                  <a:pt x="1521274" y="2996065"/>
                  <a:pt x="1496051" y="3009564"/>
                </a:cubicBezTo>
                <a:cubicBezTo>
                  <a:pt x="1468851" y="3024121"/>
                  <a:pt x="1459362" y="3021864"/>
                  <a:pt x="1443041" y="2996954"/>
                </a:cubicBezTo>
                <a:close/>
                <a:moveTo>
                  <a:pt x="5368017" y="3004457"/>
                </a:moveTo>
                <a:cubicBezTo>
                  <a:pt x="5349788" y="2986228"/>
                  <a:pt x="5349490" y="2980309"/>
                  <a:pt x="5365682" y="2958165"/>
                </a:cubicBezTo>
                <a:cubicBezTo>
                  <a:pt x="5382954" y="2934543"/>
                  <a:pt x="5419725" y="2946201"/>
                  <a:pt x="5419725" y="2975299"/>
                </a:cubicBezTo>
                <a:cubicBezTo>
                  <a:pt x="5419725" y="3014240"/>
                  <a:pt x="5392917" y="3029356"/>
                  <a:pt x="5368017" y="3004457"/>
                </a:cubicBezTo>
                <a:close/>
                <a:moveTo>
                  <a:pt x="6215066" y="2996954"/>
                </a:moveTo>
                <a:cubicBezTo>
                  <a:pt x="6189421" y="2957816"/>
                  <a:pt x="6227222" y="2912170"/>
                  <a:pt x="6267450" y="2933700"/>
                </a:cubicBezTo>
                <a:cubicBezTo>
                  <a:pt x="6292896" y="2947318"/>
                  <a:pt x="6293299" y="2996065"/>
                  <a:pt x="6268076" y="3009564"/>
                </a:cubicBezTo>
                <a:cubicBezTo>
                  <a:pt x="6240876" y="3024121"/>
                  <a:pt x="6231387" y="3021864"/>
                  <a:pt x="6215066" y="2996954"/>
                </a:cubicBezTo>
                <a:close/>
                <a:moveTo>
                  <a:pt x="4082568" y="2995357"/>
                </a:moveTo>
                <a:cubicBezTo>
                  <a:pt x="4074101" y="2986891"/>
                  <a:pt x="4067175" y="2976290"/>
                  <a:pt x="4067175" y="2971800"/>
                </a:cubicBezTo>
                <a:cubicBezTo>
                  <a:pt x="4067175" y="2958569"/>
                  <a:pt x="4097084" y="2932557"/>
                  <a:pt x="4108081" y="2936222"/>
                </a:cubicBezTo>
                <a:cubicBezTo>
                  <a:pt x="4128088" y="2942891"/>
                  <a:pt x="4139079" y="2970904"/>
                  <a:pt x="4128358" y="2987901"/>
                </a:cubicBezTo>
                <a:cubicBezTo>
                  <a:pt x="4113893" y="3010832"/>
                  <a:pt x="4100262" y="3013052"/>
                  <a:pt x="4082568" y="2995357"/>
                </a:cubicBezTo>
                <a:close/>
                <a:moveTo>
                  <a:pt x="4286685" y="2996136"/>
                </a:moveTo>
                <a:cubicBezTo>
                  <a:pt x="4259593" y="2963493"/>
                  <a:pt x="4296958" y="2908309"/>
                  <a:pt x="4331493" y="2929958"/>
                </a:cubicBezTo>
                <a:cubicBezTo>
                  <a:pt x="4365482" y="2951265"/>
                  <a:pt x="4353256" y="3009900"/>
                  <a:pt x="4314825" y="3009900"/>
                </a:cubicBezTo>
                <a:cubicBezTo>
                  <a:pt x="4305630" y="3009900"/>
                  <a:pt x="4292967" y="3003706"/>
                  <a:pt x="4286685" y="2996136"/>
                </a:cubicBezTo>
                <a:close/>
                <a:moveTo>
                  <a:pt x="2192869" y="2985547"/>
                </a:moveTo>
                <a:cubicBezTo>
                  <a:pt x="2162071" y="2963975"/>
                  <a:pt x="2163046" y="2901709"/>
                  <a:pt x="2194503" y="2881097"/>
                </a:cubicBezTo>
                <a:cubicBezTo>
                  <a:pt x="2256968" y="2840168"/>
                  <a:pt x="2320379" y="2927895"/>
                  <a:pt x="2266950" y="2981325"/>
                </a:cubicBezTo>
                <a:cubicBezTo>
                  <a:pt x="2244065" y="3004209"/>
                  <a:pt x="2221361" y="3005503"/>
                  <a:pt x="2192869" y="2985547"/>
                </a:cubicBezTo>
                <a:close/>
                <a:moveTo>
                  <a:pt x="1971393" y="2966698"/>
                </a:moveTo>
                <a:cubicBezTo>
                  <a:pt x="1954087" y="2945845"/>
                  <a:pt x="1970798" y="2919412"/>
                  <a:pt x="2001288" y="2919412"/>
                </a:cubicBezTo>
                <a:cubicBezTo>
                  <a:pt x="2020242" y="2919412"/>
                  <a:pt x="2024062" y="2924204"/>
                  <a:pt x="2024062" y="2947987"/>
                </a:cubicBezTo>
                <a:cubicBezTo>
                  <a:pt x="2024062" y="2981440"/>
                  <a:pt x="1992835" y="2992534"/>
                  <a:pt x="1971393" y="2966698"/>
                </a:cubicBezTo>
                <a:close/>
                <a:moveTo>
                  <a:pt x="3858329" y="2944540"/>
                </a:moveTo>
                <a:cubicBezTo>
                  <a:pt x="3846129" y="2921745"/>
                  <a:pt x="3866174" y="2892154"/>
                  <a:pt x="3890571" y="2896945"/>
                </a:cubicBezTo>
                <a:cubicBezTo>
                  <a:pt x="3917259" y="2902186"/>
                  <a:pt x="3930531" y="2929002"/>
                  <a:pt x="3915437" y="2947189"/>
                </a:cubicBezTo>
                <a:cubicBezTo>
                  <a:pt x="3898527" y="2967564"/>
                  <a:pt x="3869941" y="2966239"/>
                  <a:pt x="3858329" y="2944540"/>
                </a:cubicBezTo>
                <a:close/>
                <a:moveTo>
                  <a:pt x="5153025" y="2943225"/>
                </a:moveTo>
                <a:cubicBezTo>
                  <a:pt x="5128686" y="2918886"/>
                  <a:pt x="5128892" y="2895105"/>
                  <a:pt x="5153716" y="2863547"/>
                </a:cubicBezTo>
                <a:cubicBezTo>
                  <a:pt x="5188389" y="2819467"/>
                  <a:pt x="5248275" y="2842190"/>
                  <a:pt x="5248275" y="2899426"/>
                </a:cubicBezTo>
                <a:cubicBezTo>
                  <a:pt x="5248275" y="2956012"/>
                  <a:pt x="5191786" y="2981986"/>
                  <a:pt x="5153025" y="2943225"/>
                </a:cubicBezTo>
                <a:close/>
                <a:moveTo>
                  <a:pt x="932624" y="2913824"/>
                </a:moveTo>
                <a:cubicBezTo>
                  <a:pt x="900935" y="2882135"/>
                  <a:pt x="932038" y="2809875"/>
                  <a:pt x="977367" y="2809875"/>
                </a:cubicBezTo>
                <a:cubicBezTo>
                  <a:pt x="998738" y="2809875"/>
                  <a:pt x="1028700" y="2846011"/>
                  <a:pt x="1028700" y="2871787"/>
                </a:cubicBezTo>
                <a:cubicBezTo>
                  <a:pt x="1028700" y="2924488"/>
                  <a:pt x="969285" y="2950485"/>
                  <a:pt x="932624" y="2913824"/>
                </a:cubicBezTo>
                <a:close/>
                <a:moveTo>
                  <a:pt x="3270519" y="2919412"/>
                </a:moveTo>
                <a:cubicBezTo>
                  <a:pt x="3262182" y="2897685"/>
                  <a:pt x="3273851" y="2876550"/>
                  <a:pt x="3294184" y="2876550"/>
                </a:cubicBezTo>
                <a:cubicBezTo>
                  <a:pt x="3321677" y="2876550"/>
                  <a:pt x="3339130" y="2901452"/>
                  <a:pt x="3324225" y="2919412"/>
                </a:cubicBezTo>
                <a:cubicBezTo>
                  <a:pt x="3317703" y="2927270"/>
                  <a:pt x="3304185" y="2933700"/>
                  <a:pt x="3294184" y="2933700"/>
                </a:cubicBezTo>
                <a:cubicBezTo>
                  <a:pt x="3284184" y="2933700"/>
                  <a:pt x="3273534" y="2927270"/>
                  <a:pt x="3270519" y="2919412"/>
                </a:cubicBezTo>
                <a:close/>
                <a:moveTo>
                  <a:pt x="4460867" y="2908789"/>
                </a:moveTo>
                <a:cubicBezTo>
                  <a:pt x="4446248" y="2886479"/>
                  <a:pt x="4446008" y="2881261"/>
                  <a:pt x="4458567" y="2858783"/>
                </a:cubicBezTo>
                <a:cubicBezTo>
                  <a:pt x="4484726" y="2811961"/>
                  <a:pt x="4552950" y="2827670"/>
                  <a:pt x="4552950" y="2880516"/>
                </a:cubicBezTo>
                <a:cubicBezTo>
                  <a:pt x="4552950" y="2931110"/>
                  <a:pt x="4488465" y="2950909"/>
                  <a:pt x="4460867" y="2908789"/>
                </a:cubicBezTo>
                <a:close/>
                <a:moveTo>
                  <a:pt x="4733925" y="2926291"/>
                </a:moveTo>
                <a:cubicBezTo>
                  <a:pt x="4681519" y="2909410"/>
                  <a:pt x="4668800" y="2844072"/>
                  <a:pt x="4711397" y="2810566"/>
                </a:cubicBezTo>
                <a:cubicBezTo>
                  <a:pt x="4742990" y="2785714"/>
                  <a:pt x="4783082" y="2785255"/>
                  <a:pt x="4805017" y="2809494"/>
                </a:cubicBezTo>
                <a:cubicBezTo>
                  <a:pt x="4844003" y="2852572"/>
                  <a:pt x="4788442" y="2943852"/>
                  <a:pt x="4733925" y="2926291"/>
                </a:cubicBezTo>
                <a:close/>
                <a:moveTo>
                  <a:pt x="5704649" y="2913824"/>
                </a:moveTo>
                <a:cubicBezTo>
                  <a:pt x="5672960" y="2882135"/>
                  <a:pt x="5704063" y="2809875"/>
                  <a:pt x="5749392" y="2809875"/>
                </a:cubicBezTo>
                <a:cubicBezTo>
                  <a:pt x="5770763" y="2809875"/>
                  <a:pt x="5800725" y="2846011"/>
                  <a:pt x="5800725" y="2871787"/>
                </a:cubicBezTo>
                <a:cubicBezTo>
                  <a:pt x="5800725" y="2924488"/>
                  <a:pt x="5741310" y="2950485"/>
                  <a:pt x="5704649" y="2913824"/>
                </a:cubicBezTo>
                <a:close/>
                <a:moveTo>
                  <a:pt x="2648455" y="2900971"/>
                </a:moveTo>
                <a:cubicBezTo>
                  <a:pt x="2639889" y="2890649"/>
                  <a:pt x="2639760" y="2882326"/>
                  <a:pt x="2647931" y="2867059"/>
                </a:cubicBezTo>
                <a:cubicBezTo>
                  <a:pt x="2660070" y="2844378"/>
                  <a:pt x="2683818" y="2844873"/>
                  <a:pt x="2698451" y="2868111"/>
                </a:cubicBezTo>
                <a:cubicBezTo>
                  <a:pt x="2720486" y="2903106"/>
                  <a:pt x="2675024" y="2932985"/>
                  <a:pt x="2648455" y="2900971"/>
                </a:cubicBezTo>
                <a:close/>
                <a:moveTo>
                  <a:pt x="1225438" y="2887706"/>
                </a:moveTo>
                <a:cubicBezTo>
                  <a:pt x="1194035" y="2853005"/>
                  <a:pt x="1215630" y="2800350"/>
                  <a:pt x="1261266" y="2800350"/>
                </a:cubicBezTo>
                <a:cubicBezTo>
                  <a:pt x="1285033" y="2800350"/>
                  <a:pt x="1314450" y="2827252"/>
                  <a:pt x="1314450" y="2848986"/>
                </a:cubicBezTo>
                <a:cubicBezTo>
                  <a:pt x="1314450" y="2895726"/>
                  <a:pt x="1255789" y="2921243"/>
                  <a:pt x="1225438" y="2887706"/>
                </a:cubicBezTo>
                <a:close/>
                <a:moveTo>
                  <a:pt x="5997463" y="2887706"/>
                </a:moveTo>
                <a:cubicBezTo>
                  <a:pt x="5966060" y="2853005"/>
                  <a:pt x="5987655" y="2800350"/>
                  <a:pt x="6033291" y="2800350"/>
                </a:cubicBezTo>
                <a:cubicBezTo>
                  <a:pt x="6057058" y="2800350"/>
                  <a:pt x="6086475" y="2827252"/>
                  <a:pt x="6086475" y="2848986"/>
                </a:cubicBezTo>
                <a:cubicBezTo>
                  <a:pt x="6086475" y="2895726"/>
                  <a:pt x="6027814" y="2921243"/>
                  <a:pt x="5997463" y="2887706"/>
                </a:cubicBezTo>
                <a:close/>
                <a:moveTo>
                  <a:pt x="3616213" y="2878181"/>
                </a:moveTo>
                <a:cubicBezTo>
                  <a:pt x="3595290" y="2855061"/>
                  <a:pt x="3596164" y="2807180"/>
                  <a:pt x="3617868" y="2787538"/>
                </a:cubicBezTo>
                <a:cubicBezTo>
                  <a:pt x="3657430" y="2751736"/>
                  <a:pt x="3714750" y="2780019"/>
                  <a:pt x="3714750" y="2835342"/>
                </a:cubicBezTo>
                <a:cubicBezTo>
                  <a:pt x="3714750" y="2888375"/>
                  <a:pt x="3650656" y="2916240"/>
                  <a:pt x="3616213" y="2878181"/>
                </a:cubicBezTo>
                <a:close/>
                <a:moveTo>
                  <a:pt x="2425588" y="2859131"/>
                </a:moveTo>
                <a:cubicBezTo>
                  <a:pt x="2389640" y="2819408"/>
                  <a:pt x="2423765" y="2762185"/>
                  <a:pt x="2473567" y="2778675"/>
                </a:cubicBezTo>
                <a:cubicBezTo>
                  <a:pt x="2506397" y="2789546"/>
                  <a:pt x="2514925" y="2830828"/>
                  <a:pt x="2490025" y="2858342"/>
                </a:cubicBezTo>
                <a:cubicBezTo>
                  <a:pt x="2469276" y="2881269"/>
                  <a:pt x="2445882" y="2881555"/>
                  <a:pt x="2425588" y="2859131"/>
                </a:cubicBezTo>
                <a:close/>
                <a:moveTo>
                  <a:pt x="2831259" y="2865549"/>
                </a:moveTo>
                <a:cubicBezTo>
                  <a:pt x="2813093" y="2847383"/>
                  <a:pt x="2816871" y="2796065"/>
                  <a:pt x="2837767" y="2777155"/>
                </a:cubicBezTo>
                <a:cubicBezTo>
                  <a:pt x="2877058" y="2741597"/>
                  <a:pt x="2936649" y="2795429"/>
                  <a:pt x="2912965" y="2845086"/>
                </a:cubicBezTo>
                <a:cubicBezTo>
                  <a:pt x="2898792" y="2874801"/>
                  <a:pt x="2852184" y="2886474"/>
                  <a:pt x="2831259" y="2865549"/>
                </a:cubicBezTo>
                <a:close/>
                <a:moveTo>
                  <a:pt x="3057508" y="2857469"/>
                </a:moveTo>
                <a:cubicBezTo>
                  <a:pt x="3043810" y="2831874"/>
                  <a:pt x="3061054" y="2807656"/>
                  <a:pt x="3090029" y="2811796"/>
                </a:cubicBezTo>
                <a:cubicBezTo>
                  <a:pt x="3119337" y="2815984"/>
                  <a:pt x="3118554" y="2870557"/>
                  <a:pt x="3089125" y="2874746"/>
                </a:cubicBezTo>
                <a:cubicBezTo>
                  <a:pt x="3075666" y="2876662"/>
                  <a:pt x="3064521" y="2870572"/>
                  <a:pt x="3057508" y="2857469"/>
                </a:cubicBezTo>
                <a:close/>
                <a:moveTo>
                  <a:pt x="4987330" y="2827452"/>
                </a:moveTo>
                <a:cubicBezTo>
                  <a:pt x="4961207" y="2790155"/>
                  <a:pt x="5004797" y="2751182"/>
                  <a:pt x="5036820" y="2783205"/>
                </a:cubicBezTo>
                <a:cubicBezTo>
                  <a:pt x="5052343" y="2798728"/>
                  <a:pt x="5051179" y="2815109"/>
                  <a:pt x="5033282" y="2833007"/>
                </a:cubicBezTo>
                <a:cubicBezTo>
                  <a:pt x="5013321" y="2852968"/>
                  <a:pt x="5004451" y="2851896"/>
                  <a:pt x="4987330" y="2827452"/>
                </a:cubicBezTo>
                <a:close/>
                <a:moveTo>
                  <a:pt x="5358107" y="2832621"/>
                </a:moveTo>
                <a:cubicBezTo>
                  <a:pt x="5339824" y="2814338"/>
                  <a:pt x="5355943" y="2776717"/>
                  <a:pt x="5378372" y="2785323"/>
                </a:cubicBezTo>
                <a:cubicBezTo>
                  <a:pt x="5386256" y="2788349"/>
                  <a:pt x="5394500" y="2790825"/>
                  <a:pt x="5396691" y="2790825"/>
                </a:cubicBezTo>
                <a:cubicBezTo>
                  <a:pt x="5398882" y="2790825"/>
                  <a:pt x="5400675" y="2801082"/>
                  <a:pt x="5400675" y="2813618"/>
                </a:cubicBezTo>
                <a:cubicBezTo>
                  <a:pt x="5400675" y="2841809"/>
                  <a:pt x="5377597" y="2852111"/>
                  <a:pt x="5358107" y="2832621"/>
                </a:cubicBezTo>
                <a:close/>
                <a:moveTo>
                  <a:pt x="4092272" y="2818708"/>
                </a:moveTo>
                <a:cubicBezTo>
                  <a:pt x="4060430" y="2793662"/>
                  <a:pt x="4059130" y="2754078"/>
                  <a:pt x="4089220" y="2725810"/>
                </a:cubicBezTo>
                <a:cubicBezTo>
                  <a:pt x="4117643" y="2699107"/>
                  <a:pt x="4144363" y="2699547"/>
                  <a:pt x="4170289" y="2727145"/>
                </a:cubicBezTo>
                <a:cubicBezTo>
                  <a:pt x="4197422" y="2756026"/>
                  <a:pt x="4196506" y="2786184"/>
                  <a:pt x="4167620" y="2815070"/>
                </a:cubicBezTo>
                <a:cubicBezTo>
                  <a:pt x="4139095" y="2843594"/>
                  <a:pt x="4124788" y="2844285"/>
                  <a:pt x="4092272" y="2818708"/>
                </a:cubicBezTo>
                <a:close/>
                <a:moveTo>
                  <a:pt x="1629210" y="2805636"/>
                </a:moveTo>
                <a:cubicBezTo>
                  <a:pt x="1602118" y="2772993"/>
                  <a:pt x="1639483" y="2717809"/>
                  <a:pt x="1674018" y="2739458"/>
                </a:cubicBezTo>
                <a:cubicBezTo>
                  <a:pt x="1708007" y="2760765"/>
                  <a:pt x="1695781" y="2819400"/>
                  <a:pt x="1657350" y="2819400"/>
                </a:cubicBezTo>
                <a:cubicBezTo>
                  <a:pt x="1648155" y="2819400"/>
                  <a:pt x="1635492" y="2813206"/>
                  <a:pt x="1629210" y="2805636"/>
                </a:cubicBezTo>
                <a:close/>
                <a:moveTo>
                  <a:pt x="2038729" y="2796045"/>
                </a:moveTo>
                <a:cubicBezTo>
                  <a:pt x="2020468" y="2774042"/>
                  <a:pt x="2030595" y="2747962"/>
                  <a:pt x="2057400" y="2747962"/>
                </a:cubicBezTo>
                <a:cubicBezTo>
                  <a:pt x="2072496" y="2747962"/>
                  <a:pt x="2082135" y="2754110"/>
                  <a:pt x="2084249" y="2765088"/>
                </a:cubicBezTo>
                <a:cubicBezTo>
                  <a:pt x="2087547" y="2782214"/>
                  <a:pt x="2070964" y="2809875"/>
                  <a:pt x="2057400" y="2809875"/>
                </a:cubicBezTo>
                <a:cubicBezTo>
                  <a:pt x="2053444" y="2809875"/>
                  <a:pt x="2045042" y="2803651"/>
                  <a:pt x="2038729" y="2796045"/>
                </a:cubicBezTo>
                <a:close/>
                <a:moveTo>
                  <a:pt x="3373755" y="2798445"/>
                </a:moveTo>
                <a:cubicBezTo>
                  <a:pt x="3361275" y="2785965"/>
                  <a:pt x="3359064" y="2762780"/>
                  <a:pt x="3368106" y="2739216"/>
                </a:cubicBezTo>
                <a:cubicBezTo>
                  <a:pt x="3374920" y="2721459"/>
                  <a:pt x="3410764" y="2719249"/>
                  <a:pt x="3427095" y="2735580"/>
                </a:cubicBezTo>
                <a:cubicBezTo>
                  <a:pt x="3451901" y="2760386"/>
                  <a:pt x="3434136" y="2809875"/>
                  <a:pt x="3400425" y="2809875"/>
                </a:cubicBezTo>
                <a:cubicBezTo>
                  <a:pt x="3392043" y="2809875"/>
                  <a:pt x="3380041" y="2804731"/>
                  <a:pt x="3373755" y="2798445"/>
                </a:cubicBezTo>
                <a:close/>
                <a:moveTo>
                  <a:pt x="738867" y="2785382"/>
                </a:moveTo>
                <a:cubicBezTo>
                  <a:pt x="703963" y="2750478"/>
                  <a:pt x="736502" y="2676673"/>
                  <a:pt x="780621" y="2690676"/>
                </a:cubicBezTo>
                <a:cubicBezTo>
                  <a:pt x="813493" y="2701109"/>
                  <a:pt x="832301" y="2737609"/>
                  <a:pt x="818401" y="2763992"/>
                </a:cubicBezTo>
                <a:cubicBezTo>
                  <a:pt x="797720" y="2803245"/>
                  <a:pt x="765418" y="2811932"/>
                  <a:pt x="738867" y="2785382"/>
                </a:cubicBezTo>
                <a:close/>
                <a:moveTo>
                  <a:pt x="5510892" y="2785382"/>
                </a:moveTo>
                <a:cubicBezTo>
                  <a:pt x="5475988" y="2750478"/>
                  <a:pt x="5508527" y="2676673"/>
                  <a:pt x="5552646" y="2690676"/>
                </a:cubicBezTo>
                <a:cubicBezTo>
                  <a:pt x="5585518" y="2701109"/>
                  <a:pt x="5604326" y="2737609"/>
                  <a:pt x="5590426" y="2763992"/>
                </a:cubicBezTo>
                <a:cubicBezTo>
                  <a:pt x="5569745" y="2803245"/>
                  <a:pt x="5537443" y="2811932"/>
                  <a:pt x="5510892" y="2785382"/>
                </a:cubicBezTo>
                <a:close/>
                <a:moveTo>
                  <a:pt x="3879056" y="2784516"/>
                </a:moveTo>
                <a:cubicBezTo>
                  <a:pt x="3863104" y="2778080"/>
                  <a:pt x="3863883" y="2738718"/>
                  <a:pt x="3880230" y="2725151"/>
                </a:cubicBezTo>
                <a:cubicBezTo>
                  <a:pt x="3908368" y="2701799"/>
                  <a:pt x="3942166" y="2738391"/>
                  <a:pt x="3923930" y="2772465"/>
                </a:cubicBezTo>
                <a:cubicBezTo>
                  <a:pt x="3914213" y="2790621"/>
                  <a:pt x="3902188" y="2793850"/>
                  <a:pt x="3879056" y="2784516"/>
                </a:cubicBezTo>
                <a:close/>
                <a:moveTo>
                  <a:pt x="1417386" y="2745581"/>
                </a:moveTo>
                <a:cubicBezTo>
                  <a:pt x="1372960" y="2693853"/>
                  <a:pt x="1404331" y="2629879"/>
                  <a:pt x="1474453" y="2629202"/>
                </a:cubicBezTo>
                <a:cubicBezTo>
                  <a:pt x="1514035" y="2628821"/>
                  <a:pt x="1537456" y="2671928"/>
                  <a:pt x="1521905" y="2716538"/>
                </a:cubicBezTo>
                <a:cubicBezTo>
                  <a:pt x="1506064" y="2761981"/>
                  <a:pt x="1445843" y="2778714"/>
                  <a:pt x="1417386" y="2745581"/>
                </a:cubicBezTo>
                <a:close/>
                <a:moveTo>
                  <a:pt x="6189411" y="2745581"/>
                </a:moveTo>
                <a:cubicBezTo>
                  <a:pt x="6145058" y="2693939"/>
                  <a:pt x="6176346" y="2629881"/>
                  <a:pt x="6246254" y="2629202"/>
                </a:cubicBezTo>
                <a:cubicBezTo>
                  <a:pt x="6279700" y="2628878"/>
                  <a:pt x="6296025" y="2652413"/>
                  <a:pt x="6296025" y="2700957"/>
                </a:cubicBezTo>
                <a:cubicBezTo>
                  <a:pt x="6296025" y="2751795"/>
                  <a:pt x="6221528" y="2782976"/>
                  <a:pt x="6189411" y="2745581"/>
                </a:cubicBezTo>
                <a:close/>
                <a:moveTo>
                  <a:pt x="4367492" y="2739820"/>
                </a:moveTo>
                <a:cubicBezTo>
                  <a:pt x="4347967" y="2725542"/>
                  <a:pt x="4350999" y="2697065"/>
                  <a:pt x="4373557" y="2682860"/>
                </a:cubicBezTo>
                <a:cubicBezTo>
                  <a:pt x="4385062" y="2675616"/>
                  <a:pt x="4393577" y="2676311"/>
                  <a:pt x="4404514" y="2685387"/>
                </a:cubicBezTo>
                <a:cubicBezTo>
                  <a:pt x="4439118" y="2714106"/>
                  <a:pt x="4403648" y="2766258"/>
                  <a:pt x="4367492" y="2739820"/>
                </a:cubicBezTo>
                <a:close/>
                <a:moveTo>
                  <a:pt x="1824577" y="2722030"/>
                </a:moveTo>
                <a:cubicBezTo>
                  <a:pt x="1803367" y="2691748"/>
                  <a:pt x="1806177" y="2671193"/>
                  <a:pt x="1834580" y="2648851"/>
                </a:cubicBezTo>
                <a:cubicBezTo>
                  <a:pt x="1886571" y="2607955"/>
                  <a:pt x="1942504" y="2677120"/>
                  <a:pt x="1895475" y="2724150"/>
                </a:cubicBezTo>
                <a:cubicBezTo>
                  <a:pt x="1870493" y="2749131"/>
                  <a:pt x="1842983" y="2748308"/>
                  <a:pt x="1824577" y="2722030"/>
                </a:cubicBezTo>
                <a:close/>
                <a:moveTo>
                  <a:pt x="5159922" y="2732394"/>
                </a:moveTo>
                <a:cubicBezTo>
                  <a:pt x="5137123" y="2719634"/>
                  <a:pt x="5138038" y="2670017"/>
                  <a:pt x="5161208" y="2662663"/>
                </a:cubicBezTo>
                <a:cubicBezTo>
                  <a:pt x="5190620" y="2653328"/>
                  <a:pt x="5210175" y="2666743"/>
                  <a:pt x="5210175" y="2696258"/>
                </a:cubicBezTo>
                <a:cubicBezTo>
                  <a:pt x="5210175" y="2728229"/>
                  <a:pt x="5184924" y="2746385"/>
                  <a:pt x="5159922" y="2732394"/>
                </a:cubicBezTo>
                <a:close/>
                <a:moveTo>
                  <a:pt x="2248335" y="2719911"/>
                </a:moveTo>
                <a:cubicBezTo>
                  <a:pt x="2221243" y="2687268"/>
                  <a:pt x="2258608" y="2632084"/>
                  <a:pt x="2293143" y="2653733"/>
                </a:cubicBezTo>
                <a:cubicBezTo>
                  <a:pt x="2327132" y="2675040"/>
                  <a:pt x="2314906" y="2733675"/>
                  <a:pt x="2276475" y="2733675"/>
                </a:cubicBezTo>
                <a:cubicBezTo>
                  <a:pt x="2267280" y="2733675"/>
                  <a:pt x="2254617" y="2727481"/>
                  <a:pt x="2248335" y="2719911"/>
                </a:cubicBezTo>
                <a:close/>
                <a:moveTo>
                  <a:pt x="2691492" y="2718707"/>
                </a:moveTo>
                <a:cubicBezTo>
                  <a:pt x="2665657" y="2692871"/>
                  <a:pt x="2679937" y="2657475"/>
                  <a:pt x="2716194" y="2657475"/>
                </a:cubicBezTo>
                <a:cubicBezTo>
                  <a:pt x="2730362" y="2657475"/>
                  <a:pt x="2752725" y="2682914"/>
                  <a:pt x="2752725" y="2699030"/>
                </a:cubicBezTo>
                <a:cubicBezTo>
                  <a:pt x="2752725" y="2706935"/>
                  <a:pt x="2723318" y="2733675"/>
                  <a:pt x="2714625" y="2733675"/>
                </a:cubicBezTo>
                <a:cubicBezTo>
                  <a:pt x="2710134" y="2733675"/>
                  <a:pt x="2699725" y="2726939"/>
                  <a:pt x="2691492" y="2718707"/>
                </a:cubicBezTo>
                <a:close/>
                <a:moveTo>
                  <a:pt x="1109942" y="2701720"/>
                </a:moveTo>
                <a:cubicBezTo>
                  <a:pt x="1090417" y="2687442"/>
                  <a:pt x="1093449" y="2658965"/>
                  <a:pt x="1116007" y="2644760"/>
                </a:cubicBezTo>
                <a:cubicBezTo>
                  <a:pt x="1127512" y="2637516"/>
                  <a:pt x="1136027" y="2638211"/>
                  <a:pt x="1146964" y="2647287"/>
                </a:cubicBezTo>
                <a:cubicBezTo>
                  <a:pt x="1181568" y="2676006"/>
                  <a:pt x="1146098" y="2728158"/>
                  <a:pt x="1109942" y="2701720"/>
                </a:cubicBezTo>
                <a:close/>
                <a:moveTo>
                  <a:pt x="3152775" y="2695575"/>
                </a:moveTo>
                <a:cubicBezTo>
                  <a:pt x="3115616" y="2658416"/>
                  <a:pt x="3142324" y="2590800"/>
                  <a:pt x="3194161" y="2590800"/>
                </a:cubicBezTo>
                <a:cubicBezTo>
                  <a:pt x="3243248" y="2590800"/>
                  <a:pt x="3265819" y="2658730"/>
                  <a:pt x="3228975" y="2695575"/>
                </a:cubicBezTo>
                <a:cubicBezTo>
                  <a:pt x="3218497" y="2706052"/>
                  <a:pt x="3201352" y="2714625"/>
                  <a:pt x="3190875" y="2714625"/>
                </a:cubicBezTo>
                <a:cubicBezTo>
                  <a:pt x="3180397" y="2714625"/>
                  <a:pt x="3163252" y="2706052"/>
                  <a:pt x="3152775" y="2695575"/>
                </a:cubicBezTo>
                <a:close/>
                <a:moveTo>
                  <a:pt x="4791454" y="2700794"/>
                </a:moveTo>
                <a:cubicBezTo>
                  <a:pt x="4774131" y="2679921"/>
                  <a:pt x="4788308" y="2647950"/>
                  <a:pt x="4814887" y="2647950"/>
                </a:cubicBezTo>
                <a:cubicBezTo>
                  <a:pt x="4829226" y="2647950"/>
                  <a:pt x="4839666" y="2655041"/>
                  <a:pt x="4843607" y="2667457"/>
                </a:cubicBezTo>
                <a:cubicBezTo>
                  <a:pt x="4850272" y="2688455"/>
                  <a:pt x="4834338" y="2714625"/>
                  <a:pt x="4814887" y="2714625"/>
                </a:cubicBezTo>
                <a:cubicBezTo>
                  <a:pt x="4808312" y="2714625"/>
                  <a:pt x="4797767" y="2708401"/>
                  <a:pt x="4791454" y="2700794"/>
                </a:cubicBezTo>
                <a:close/>
                <a:moveTo>
                  <a:pt x="5881967" y="2701720"/>
                </a:moveTo>
                <a:cubicBezTo>
                  <a:pt x="5862442" y="2687442"/>
                  <a:pt x="5865474" y="2658965"/>
                  <a:pt x="5888032" y="2644760"/>
                </a:cubicBezTo>
                <a:cubicBezTo>
                  <a:pt x="5899537" y="2637516"/>
                  <a:pt x="5908052" y="2638211"/>
                  <a:pt x="5918989" y="2647287"/>
                </a:cubicBezTo>
                <a:cubicBezTo>
                  <a:pt x="5953593" y="2676006"/>
                  <a:pt x="5918123" y="2728158"/>
                  <a:pt x="5881967" y="2701720"/>
                </a:cubicBezTo>
                <a:close/>
                <a:moveTo>
                  <a:pt x="4596492" y="2671082"/>
                </a:moveTo>
                <a:cubicBezTo>
                  <a:pt x="4566248" y="2640838"/>
                  <a:pt x="4583635" y="2590800"/>
                  <a:pt x="4624387" y="2590800"/>
                </a:cubicBezTo>
                <a:cubicBezTo>
                  <a:pt x="4668516" y="2590800"/>
                  <a:pt x="4683197" y="2645224"/>
                  <a:pt x="4646080" y="2671222"/>
                </a:cubicBezTo>
                <a:cubicBezTo>
                  <a:pt x="4619714" y="2689689"/>
                  <a:pt x="4615087" y="2689676"/>
                  <a:pt x="4596492" y="2671082"/>
                </a:cubicBezTo>
                <a:close/>
                <a:moveTo>
                  <a:pt x="3726180" y="2665095"/>
                </a:moveTo>
                <a:cubicBezTo>
                  <a:pt x="3702588" y="2641503"/>
                  <a:pt x="3724353" y="2590800"/>
                  <a:pt x="3758073" y="2590800"/>
                </a:cubicBezTo>
                <a:cubicBezTo>
                  <a:pt x="3781562" y="2590800"/>
                  <a:pt x="3803400" y="2634211"/>
                  <a:pt x="3791291" y="2656836"/>
                </a:cubicBezTo>
                <a:cubicBezTo>
                  <a:pt x="3779667" y="2678557"/>
                  <a:pt x="3744147" y="2683062"/>
                  <a:pt x="3726180" y="2665095"/>
                </a:cubicBezTo>
                <a:close/>
                <a:moveTo>
                  <a:pt x="2907506" y="2660650"/>
                </a:moveTo>
                <a:cubicBezTo>
                  <a:pt x="2890424" y="2653817"/>
                  <a:pt x="2892798" y="2610327"/>
                  <a:pt x="2910626" y="2603486"/>
                </a:cubicBezTo>
                <a:cubicBezTo>
                  <a:pt x="2933189" y="2594827"/>
                  <a:pt x="2959766" y="2625171"/>
                  <a:pt x="2947145" y="2645180"/>
                </a:cubicBezTo>
                <a:cubicBezTo>
                  <a:pt x="2935750" y="2663245"/>
                  <a:pt x="2924738" y="2667542"/>
                  <a:pt x="2907506" y="2660650"/>
                </a:cubicBezTo>
                <a:close/>
                <a:moveTo>
                  <a:pt x="5305400" y="2652683"/>
                </a:moveTo>
                <a:cubicBezTo>
                  <a:pt x="5263508" y="2602205"/>
                  <a:pt x="5331545" y="2531199"/>
                  <a:pt x="5375386" y="2579643"/>
                </a:cubicBezTo>
                <a:cubicBezTo>
                  <a:pt x="5393486" y="2599644"/>
                  <a:pt x="5395416" y="2622180"/>
                  <a:pt x="5381289" y="2648576"/>
                </a:cubicBezTo>
                <a:cubicBezTo>
                  <a:pt x="5369343" y="2670897"/>
                  <a:pt x="5322616" y="2673426"/>
                  <a:pt x="5305400" y="2652683"/>
                </a:cubicBezTo>
                <a:close/>
                <a:moveTo>
                  <a:pt x="4014222" y="2647035"/>
                </a:moveTo>
                <a:cubicBezTo>
                  <a:pt x="4002588" y="2628210"/>
                  <a:pt x="4033247" y="2606211"/>
                  <a:pt x="4047381" y="2623242"/>
                </a:cubicBezTo>
                <a:cubicBezTo>
                  <a:pt x="4053931" y="2631133"/>
                  <a:pt x="4056524" y="2642064"/>
                  <a:pt x="4053145" y="2647532"/>
                </a:cubicBezTo>
                <a:cubicBezTo>
                  <a:pt x="4045094" y="2660558"/>
                  <a:pt x="4022401" y="2660269"/>
                  <a:pt x="4014222" y="2647035"/>
                </a:cubicBezTo>
                <a:close/>
                <a:moveTo>
                  <a:pt x="2497455" y="2636520"/>
                </a:moveTo>
                <a:cubicBezTo>
                  <a:pt x="2473828" y="2612893"/>
                  <a:pt x="2499279" y="2543175"/>
                  <a:pt x="2531530" y="2543175"/>
                </a:cubicBezTo>
                <a:cubicBezTo>
                  <a:pt x="2549346" y="2543175"/>
                  <a:pt x="2581275" y="2574491"/>
                  <a:pt x="2581275" y="2591966"/>
                </a:cubicBezTo>
                <a:cubicBezTo>
                  <a:pt x="2581275" y="2640271"/>
                  <a:pt x="2528995" y="2668060"/>
                  <a:pt x="2497455" y="2636520"/>
                </a:cubicBezTo>
                <a:close/>
                <a:moveTo>
                  <a:pt x="3461232" y="2634218"/>
                </a:moveTo>
                <a:cubicBezTo>
                  <a:pt x="3451987" y="2610124"/>
                  <a:pt x="3461904" y="2586127"/>
                  <a:pt x="3482318" y="2583196"/>
                </a:cubicBezTo>
                <a:cubicBezTo>
                  <a:pt x="3510829" y="2579102"/>
                  <a:pt x="3528412" y="2603325"/>
                  <a:pt x="3515050" y="2628291"/>
                </a:cubicBezTo>
                <a:cubicBezTo>
                  <a:pt x="3502977" y="2650849"/>
                  <a:pt x="3469048" y="2654586"/>
                  <a:pt x="3461232" y="2634218"/>
                </a:cubicBezTo>
                <a:close/>
                <a:moveTo>
                  <a:pt x="897469" y="2614072"/>
                </a:moveTo>
                <a:cubicBezTo>
                  <a:pt x="872594" y="2596649"/>
                  <a:pt x="870566" y="2574649"/>
                  <a:pt x="891127" y="2545294"/>
                </a:cubicBezTo>
                <a:cubicBezTo>
                  <a:pt x="917819" y="2507185"/>
                  <a:pt x="971550" y="2528136"/>
                  <a:pt x="971550" y="2576652"/>
                </a:cubicBezTo>
                <a:cubicBezTo>
                  <a:pt x="971550" y="2595825"/>
                  <a:pt x="941401" y="2628900"/>
                  <a:pt x="923925" y="2628900"/>
                </a:cubicBezTo>
                <a:cubicBezTo>
                  <a:pt x="921017" y="2628900"/>
                  <a:pt x="909112" y="2622227"/>
                  <a:pt x="897469" y="2614072"/>
                </a:cubicBezTo>
                <a:close/>
                <a:moveTo>
                  <a:pt x="4951681" y="2619207"/>
                </a:moveTo>
                <a:cubicBezTo>
                  <a:pt x="4927809" y="2605265"/>
                  <a:pt x="4921141" y="2563892"/>
                  <a:pt x="4938497" y="2537403"/>
                </a:cubicBezTo>
                <a:cubicBezTo>
                  <a:pt x="4956733" y="2509571"/>
                  <a:pt x="5000142" y="2506803"/>
                  <a:pt x="5022961" y="2532018"/>
                </a:cubicBezTo>
                <a:cubicBezTo>
                  <a:pt x="5066190" y="2579786"/>
                  <a:pt x="5007372" y="2651730"/>
                  <a:pt x="4951681" y="2619207"/>
                </a:cubicBezTo>
                <a:close/>
                <a:moveTo>
                  <a:pt x="5669494" y="2614072"/>
                </a:moveTo>
                <a:cubicBezTo>
                  <a:pt x="5644619" y="2596649"/>
                  <a:pt x="5642591" y="2574649"/>
                  <a:pt x="5663152" y="2545294"/>
                </a:cubicBezTo>
                <a:cubicBezTo>
                  <a:pt x="5689844" y="2507185"/>
                  <a:pt x="5743575" y="2528136"/>
                  <a:pt x="5743575" y="2576652"/>
                </a:cubicBezTo>
                <a:cubicBezTo>
                  <a:pt x="5743575" y="2595825"/>
                  <a:pt x="5713426" y="2628900"/>
                  <a:pt x="5695950" y="2628900"/>
                </a:cubicBezTo>
                <a:cubicBezTo>
                  <a:pt x="5693042" y="2628900"/>
                  <a:pt x="5681137" y="2622227"/>
                  <a:pt x="5669494" y="2614072"/>
                </a:cubicBezTo>
                <a:close/>
                <a:moveTo>
                  <a:pt x="2072972" y="2590108"/>
                </a:moveTo>
                <a:cubicBezTo>
                  <a:pt x="2024461" y="2551950"/>
                  <a:pt x="2062309" y="2468010"/>
                  <a:pt x="2121492" y="2482497"/>
                </a:cubicBezTo>
                <a:cubicBezTo>
                  <a:pt x="2176765" y="2496027"/>
                  <a:pt x="2180359" y="2570856"/>
                  <a:pt x="2127082" y="2598899"/>
                </a:cubicBezTo>
                <a:cubicBezTo>
                  <a:pt x="2100432" y="2612926"/>
                  <a:pt x="2102383" y="2613243"/>
                  <a:pt x="2072972" y="2590108"/>
                </a:cubicBezTo>
                <a:close/>
                <a:moveTo>
                  <a:pt x="1256827" y="2585468"/>
                </a:moveTo>
                <a:cubicBezTo>
                  <a:pt x="1239629" y="2564745"/>
                  <a:pt x="1256179" y="2520265"/>
                  <a:pt x="1282498" y="2516474"/>
                </a:cubicBezTo>
                <a:cubicBezTo>
                  <a:pt x="1304317" y="2513331"/>
                  <a:pt x="1333500" y="2536784"/>
                  <a:pt x="1333500" y="2557462"/>
                </a:cubicBezTo>
                <a:cubicBezTo>
                  <a:pt x="1333500" y="2593170"/>
                  <a:pt x="1279568" y="2612869"/>
                  <a:pt x="1256827" y="2585468"/>
                </a:cubicBezTo>
                <a:close/>
                <a:moveTo>
                  <a:pt x="6028852" y="2585468"/>
                </a:moveTo>
                <a:cubicBezTo>
                  <a:pt x="6011654" y="2564745"/>
                  <a:pt x="6028204" y="2520265"/>
                  <a:pt x="6054523" y="2516474"/>
                </a:cubicBezTo>
                <a:cubicBezTo>
                  <a:pt x="6076342" y="2513331"/>
                  <a:pt x="6105525" y="2536784"/>
                  <a:pt x="6105525" y="2557462"/>
                </a:cubicBezTo>
                <a:cubicBezTo>
                  <a:pt x="6105525" y="2593170"/>
                  <a:pt x="6051593" y="2612869"/>
                  <a:pt x="6028852" y="2585468"/>
                </a:cubicBezTo>
                <a:close/>
                <a:moveTo>
                  <a:pt x="1686304" y="2576970"/>
                </a:moveTo>
                <a:cubicBezTo>
                  <a:pt x="1661002" y="2546482"/>
                  <a:pt x="1698165" y="2499648"/>
                  <a:pt x="1731168" y="2520432"/>
                </a:cubicBezTo>
                <a:cubicBezTo>
                  <a:pt x="1754655" y="2535223"/>
                  <a:pt x="1757761" y="2563468"/>
                  <a:pt x="1737527" y="2578264"/>
                </a:cubicBezTo>
                <a:cubicBezTo>
                  <a:pt x="1715333" y="2594493"/>
                  <a:pt x="1700537" y="2594119"/>
                  <a:pt x="1686304" y="2576970"/>
                </a:cubicBezTo>
                <a:close/>
                <a:moveTo>
                  <a:pt x="4168982" y="2564208"/>
                </a:moveTo>
                <a:cubicBezTo>
                  <a:pt x="4133430" y="2524924"/>
                  <a:pt x="4162779" y="2466259"/>
                  <a:pt x="4210419" y="2481379"/>
                </a:cubicBezTo>
                <a:cubicBezTo>
                  <a:pt x="4243453" y="2491864"/>
                  <a:pt x="4252764" y="2522922"/>
                  <a:pt x="4231443" y="2551508"/>
                </a:cubicBezTo>
                <a:cubicBezTo>
                  <a:pt x="4207906" y="2583065"/>
                  <a:pt x="4189444" y="2586819"/>
                  <a:pt x="4168982" y="2564208"/>
                </a:cubicBezTo>
                <a:close/>
                <a:moveTo>
                  <a:pt x="3900834" y="2534033"/>
                </a:moveTo>
                <a:cubicBezTo>
                  <a:pt x="3880001" y="2511013"/>
                  <a:pt x="3887430" y="2472084"/>
                  <a:pt x="3915526" y="2457047"/>
                </a:cubicBezTo>
                <a:cubicBezTo>
                  <a:pt x="3958852" y="2433860"/>
                  <a:pt x="4005434" y="2505855"/>
                  <a:pt x="3970020" y="2541270"/>
                </a:cubicBezTo>
                <a:cubicBezTo>
                  <a:pt x="3952815" y="2558474"/>
                  <a:pt x="3919831" y="2555024"/>
                  <a:pt x="3900834" y="2534033"/>
                </a:cubicBezTo>
                <a:close/>
                <a:moveTo>
                  <a:pt x="4406788" y="2535281"/>
                </a:moveTo>
                <a:cubicBezTo>
                  <a:pt x="4385865" y="2512161"/>
                  <a:pt x="4386739" y="2464280"/>
                  <a:pt x="4408443" y="2444638"/>
                </a:cubicBezTo>
                <a:cubicBezTo>
                  <a:pt x="4446326" y="2410355"/>
                  <a:pt x="4505325" y="2437889"/>
                  <a:pt x="4505325" y="2489851"/>
                </a:cubicBezTo>
                <a:cubicBezTo>
                  <a:pt x="4505325" y="2545367"/>
                  <a:pt x="4442239" y="2574453"/>
                  <a:pt x="4406788" y="2535281"/>
                </a:cubicBezTo>
                <a:close/>
                <a:moveTo>
                  <a:pt x="724165" y="2529207"/>
                </a:moveTo>
                <a:cubicBezTo>
                  <a:pt x="716117" y="2519509"/>
                  <a:pt x="715260" y="2507136"/>
                  <a:pt x="721364" y="2488726"/>
                </a:cubicBezTo>
                <a:cubicBezTo>
                  <a:pt x="732559" y="2454957"/>
                  <a:pt x="764540" y="2449020"/>
                  <a:pt x="784184" y="2477065"/>
                </a:cubicBezTo>
                <a:cubicBezTo>
                  <a:pt x="814088" y="2519759"/>
                  <a:pt x="757282" y="2569110"/>
                  <a:pt x="724165" y="2529207"/>
                </a:cubicBezTo>
                <a:close/>
                <a:moveTo>
                  <a:pt x="5495452" y="2528318"/>
                </a:moveTo>
                <a:cubicBezTo>
                  <a:pt x="5486652" y="2517714"/>
                  <a:pt x="5485691" y="2506126"/>
                  <a:pt x="5492096" y="2487837"/>
                </a:cubicBezTo>
                <a:cubicBezTo>
                  <a:pt x="5503659" y="2454819"/>
                  <a:pt x="5536735" y="2449262"/>
                  <a:pt x="5556209" y="2477065"/>
                </a:cubicBezTo>
                <a:cubicBezTo>
                  <a:pt x="5586596" y="2520450"/>
                  <a:pt x="5529145" y="2568915"/>
                  <a:pt x="5495452" y="2528318"/>
                </a:cubicBezTo>
                <a:close/>
                <a:moveTo>
                  <a:pt x="3002280" y="2522220"/>
                </a:moveTo>
                <a:cubicBezTo>
                  <a:pt x="2969070" y="2489010"/>
                  <a:pt x="3010368" y="2426875"/>
                  <a:pt x="3052801" y="2446209"/>
                </a:cubicBezTo>
                <a:cubicBezTo>
                  <a:pt x="3095292" y="2465569"/>
                  <a:pt x="3080430" y="2533650"/>
                  <a:pt x="3033712" y="2533650"/>
                </a:cubicBezTo>
                <a:cubicBezTo>
                  <a:pt x="3022711" y="2533650"/>
                  <a:pt x="3008566" y="2528506"/>
                  <a:pt x="3002280" y="2522220"/>
                </a:cubicBezTo>
                <a:close/>
                <a:moveTo>
                  <a:pt x="5167223" y="2520475"/>
                </a:moveTo>
                <a:cubicBezTo>
                  <a:pt x="5154666" y="2511293"/>
                  <a:pt x="5151916" y="2501263"/>
                  <a:pt x="5156715" y="2482143"/>
                </a:cubicBezTo>
                <a:cubicBezTo>
                  <a:pt x="5165965" y="2445289"/>
                  <a:pt x="5213486" y="2449656"/>
                  <a:pt x="5217889" y="2487765"/>
                </a:cubicBezTo>
                <a:cubicBezTo>
                  <a:pt x="5221667" y="2520465"/>
                  <a:pt x="5192745" y="2539137"/>
                  <a:pt x="5167223" y="2520475"/>
                </a:cubicBezTo>
                <a:close/>
                <a:moveTo>
                  <a:pt x="2359818" y="2513837"/>
                </a:moveTo>
                <a:cubicBezTo>
                  <a:pt x="2339095" y="2501767"/>
                  <a:pt x="2338172" y="2463787"/>
                  <a:pt x="2358117" y="2443842"/>
                </a:cubicBezTo>
                <a:cubicBezTo>
                  <a:pt x="2377741" y="2424218"/>
                  <a:pt x="2393780" y="2424933"/>
                  <a:pt x="2413111" y="2446293"/>
                </a:cubicBezTo>
                <a:cubicBezTo>
                  <a:pt x="2449706" y="2486731"/>
                  <a:pt x="2406751" y="2541172"/>
                  <a:pt x="2359818" y="2513837"/>
                </a:cubicBezTo>
                <a:close/>
                <a:moveTo>
                  <a:pt x="2730216" y="2509781"/>
                </a:moveTo>
                <a:cubicBezTo>
                  <a:pt x="2678418" y="2457982"/>
                  <a:pt x="2734898" y="2375698"/>
                  <a:pt x="2795153" y="2415178"/>
                </a:cubicBezTo>
                <a:cubicBezTo>
                  <a:pt x="2812848" y="2426773"/>
                  <a:pt x="2819400" y="2439378"/>
                  <a:pt x="2819400" y="2461831"/>
                </a:cubicBezTo>
                <a:cubicBezTo>
                  <a:pt x="2819400" y="2514002"/>
                  <a:pt x="2764145" y="2543709"/>
                  <a:pt x="2730216" y="2509781"/>
                </a:cubicBezTo>
                <a:close/>
                <a:moveTo>
                  <a:pt x="3302437" y="2508687"/>
                </a:moveTo>
                <a:cubicBezTo>
                  <a:pt x="3277224" y="2483474"/>
                  <a:pt x="3312358" y="2426250"/>
                  <a:pt x="3341692" y="2444752"/>
                </a:cubicBezTo>
                <a:cubicBezTo>
                  <a:pt x="3368250" y="2461505"/>
                  <a:pt x="3362413" y="2509271"/>
                  <a:pt x="3333393" y="2512656"/>
                </a:cubicBezTo>
                <a:cubicBezTo>
                  <a:pt x="3320100" y="2514206"/>
                  <a:pt x="3306170" y="2512420"/>
                  <a:pt x="3302437" y="2508687"/>
                </a:cubicBezTo>
                <a:close/>
                <a:moveTo>
                  <a:pt x="3567652" y="2493430"/>
                </a:moveTo>
                <a:cubicBezTo>
                  <a:pt x="3521973" y="2428214"/>
                  <a:pt x="3602675" y="2354900"/>
                  <a:pt x="3658592" y="2410817"/>
                </a:cubicBezTo>
                <a:cubicBezTo>
                  <a:pt x="3681861" y="2434086"/>
                  <a:pt x="3677789" y="2482650"/>
                  <a:pt x="3650888" y="2502693"/>
                </a:cubicBezTo>
                <a:cubicBezTo>
                  <a:pt x="3625331" y="2521735"/>
                  <a:pt x="3584278" y="2517167"/>
                  <a:pt x="3567652" y="2493430"/>
                </a:cubicBezTo>
                <a:close/>
                <a:moveTo>
                  <a:pt x="1514854" y="2481720"/>
                </a:moveTo>
                <a:cubicBezTo>
                  <a:pt x="1498167" y="2461613"/>
                  <a:pt x="1506652" y="2434103"/>
                  <a:pt x="1530596" y="2430678"/>
                </a:cubicBezTo>
                <a:cubicBezTo>
                  <a:pt x="1559626" y="2426526"/>
                  <a:pt x="1577139" y="2460099"/>
                  <a:pt x="1556638" y="2480601"/>
                </a:cubicBezTo>
                <a:cubicBezTo>
                  <a:pt x="1538096" y="2499142"/>
                  <a:pt x="1529504" y="2499372"/>
                  <a:pt x="1514854" y="2481720"/>
                </a:cubicBezTo>
                <a:close/>
                <a:moveTo>
                  <a:pt x="1897380" y="2484120"/>
                </a:moveTo>
                <a:cubicBezTo>
                  <a:pt x="1881738" y="2468478"/>
                  <a:pt x="1883001" y="2433654"/>
                  <a:pt x="1899713" y="2419785"/>
                </a:cubicBezTo>
                <a:cubicBezTo>
                  <a:pt x="1919753" y="2403152"/>
                  <a:pt x="1954145" y="2411405"/>
                  <a:pt x="1962780" y="2434918"/>
                </a:cubicBezTo>
                <a:cubicBezTo>
                  <a:pt x="1977615" y="2475312"/>
                  <a:pt x="1926800" y="2513540"/>
                  <a:pt x="1897380" y="2484120"/>
                </a:cubicBezTo>
                <a:close/>
                <a:moveTo>
                  <a:pt x="4726305" y="2465070"/>
                </a:moveTo>
                <a:cubicBezTo>
                  <a:pt x="4698251" y="2437016"/>
                  <a:pt x="4719164" y="2381250"/>
                  <a:pt x="4757737" y="2381250"/>
                </a:cubicBezTo>
                <a:cubicBezTo>
                  <a:pt x="4784693" y="2381250"/>
                  <a:pt x="4800600" y="2398923"/>
                  <a:pt x="4800600" y="2428875"/>
                </a:cubicBezTo>
                <a:cubicBezTo>
                  <a:pt x="4800600" y="2458826"/>
                  <a:pt x="4784693" y="2476500"/>
                  <a:pt x="4757737" y="2476500"/>
                </a:cubicBezTo>
                <a:cubicBezTo>
                  <a:pt x="4746736" y="2476500"/>
                  <a:pt x="4732591" y="2471356"/>
                  <a:pt x="4726305" y="2465070"/>
                </a:cubicBezTo>
                <a:close/>
                <a:moveTo>
                  <a:pt x="1040557" y="2445543"/>
                </a:moveTo>
                <a:cubicBezTo>
                  <a:pt x="1007561" y="2404301"/>
                  <a:pt x="1025750" y="2351716"/>
                  <a:pt x="1076543" y="2341508"/>
                </a:cubicBezTo>
                <a:cubicBezTo>
                  <a:pt x="1150603" y="2326623"/>
                  <a:pt x="1147516" y="2325468"/>
                  <a:pt x="1150686" y="2369234"/>
                </a:cubicBezTo>
                <a:cubicBezTo>
                  <a:pt x="1153055" y="2401951"/>
                  <a:pt x="1149074" y="2414141"/>
                  <a:pt x="1129687" y="2433528"/>
                </a:cubicBezTo>
                <a:cubicBezTo>
                  <a:pt x="1103798" y="2459416"/>
                  <a:pt x="1056732" y="2465761"/>
                  <a:pt x="1040557" y="2445543"/>
                </a:cubicBezTo>
                <a:close/>
                <a:moveTo>
                  <a:pt x="3772000" y="2443283"/>
                </a:moveTo>
                <a:cubicBezTo>
                  <a:pt x="3758022" y="2426441"/>
                  <a:pt x="3765759" y="2400300"/>
                  <a:pt x="3784722" y="2400300"/>
                </a:cubicBezTo>
                <a:cubicBezTo>
                  <a:pt x="3808201" y="2400300"/>
                  <a:pt x="3823725" y="2426624"/>
                  <a:pt x="3810000" y="2443162"/>
                </a:cubicBezTo>
                <a:cubicBezTo>
                  <a:pt x="3795092" y="2461125"/>
                  <a:pt x="3786829" y="2461151"/>
                  <a:pt x="3772000" y="2443283"/>
                </a:cubicBezTo>
                <a:close/>
                <a:moveTo>
                  <a:pt x="5812582" y="2445543"/>
                </a:moveTo>
                <a:cubicBezTo>
                  <a:pt x="5779586" y="2404301"/>
                  <a:pt x="5797775" y="2351716"/>
                  <a:pt x="5848568" y="2341508"/>
                </a:cubicBezTo>
                <a:cubicBezTo>
                  <a:pt x="5922628" y="2326623"/>
                  <a:pt x="5919541" y="2325468"/>
                  <a:pt x="5922711" y="2369234"/>
                </a:cubicBezTo>
                <a:cubicBezTo>
                  <a:pt x="5925080" y="2401951"/>
                  <a:pt x="5921099" y="2414141"/>
                  <a:pt x="5901712" y="2433528"/>
                </a:cubicBezTo>
                <a:cubicBezTo>
                  <a:pt x="5875823" y="2459416"/>
                  <a:pt x="5828757" y="2465761"/>
                  <a:pt x="5812582" y="2445543"/>
                </a:cubicBezTo>
                <a:close/>
                <a:moveTo>
                  <a:pt x="2556144" y="2433637"/>
                </a:moveTo>
                <a:cubicBezTo>
                  <a:pt x="2548598" y="2413973"/>
                  <a:pt x="2558829" y="2390775"/>
                  <a:pt x="2575047" y="2390775"/>
                </a:cubicBezTo>
                <a:cubicBezTo>
                  <a:pt x="2598526" y="2390775"/>
                  <a:pt x="2614050" y="2417099"/>
                  <a:pt x="2600325" y="2433637"/>
                </a:cubicBezTo>
                <a:cubicBezTo>
                  <a:pt x="2593803" y="2441495"/>
                  <a:pt x="2582428" y="2447925"/>
                  <a:pt x="2575047" y="2447925"/>
                </a:cubicBezTo>
                <a:cubicBezTo>
                  <a:pt x="2567666" y="2447925"/>
                  <a:pt x="2559159" y="2441495"/>
                  <a:pt x="2556144" y="2433637"/>
                </a:cubicBezTo>
                <a:close/>
                <a:moveTo>
                  <a:pt x="5021580" y="2407920"/>
                </a:moveTo>
                <a:cubicBezTo>
                  <a:pt x="4987353" y="2373693"/>
                  <a:pt x="5025708" y="2311365"/>
                  <a:pt x="5067300" y="2333625"/>
                </a:cubicBezTo>
                <a:cubicBezTo>
                  <a:pt x="5102172" y="2352288"/>
                  <a:pt x="5087269" y="2419350"/>
                  <a:pt x="5048250" y="2419350"/>
                </a:cubicBezTo>
                <a:cubicBezTo>
                  <a:pt x="5039868" y="2419350"/>
                  <a:pt x="5027866" y="2414206"/>
                  <a:pt x="5021580" y="2407920"/>
                </a:cubicBezTo>
                <a:close/>
                <a:moveTo>
                  <a:pt x="4269105" y="2398395"/>
                </a:moveTo>
                <a:cubicBezTo>
                  <a:pt x="4242018" y="2371308"/>
                  <a:pt x="4268514" y="2326712"/>
                  <a:pt x="4304842" y="2338242"/>
                </a:cubicBezTo>
                <a:cubicBezTo>
                  <a:pt x="4318439" y="2342557"/>
                  <a:pt x="4324350" y="2352588"/>
                  <a:pt x="4324350" y="2371347"/>
                </a:cubicBezTo>
                <a:cubicBezTo>
                  <a:pt x="4324350" y="2406183"/>
                  <a:pt x="4292491" y="2421781"/>
                  <a:pt x="4269105" y="2398395"/>
                </a:cubicBezTo>
                <a:close/>
                <a:moveTo>
                  <a:pt x="5312048" y="2394497"/>
                </a:moveTo>
                <a:cubicBezTo>
                  <a:pt x="5276982" y="2375593"/>
                  <a:pt x="5265988" y="2345495"/>
                  <a:pt x="5282406" y="2313348"/>
                </a:cubicBezTo>
                <a:cubicBezTo>
                  <a:pt x="5304365" y="2270353"/>
                  <a:pt x="5369878" y="2261246"/>
                  <a:pt x="5395372" y="2297644"/>
                </a:cubicBezTo>
                <a:cubicBezTo>
                  <a:pt x="5437244" y="2357425"/>
                  <a:pt x="5375789" y="2428859"/>
                  <a:pt x="5312048" y="2394497"/>
                </a:cubicBezTo>
                <a:close/>
                <a:moveTo>
                  <a:pt x="2882899" y="2384425"/>
                </a:moveTo>
                <a:cubicBezTo>
                  <a:pt x="2871174" y="2372699"/>
                  <a:pt x="2876407" y="2335717"/>
                  <a:pt x="2890561" y="2330286"/>
                </a:cubicBezTo>
                <a:cubicBezTo>
                  <a:pt x="2912986" y="2321681"/>
                  <a:pt x="2935622" y="2350334"/>
                  <a:pt x="2923820" y="2372386"/>
                </a:cubicBezTo>
                <a:cubicBezTo>
                  <a:pt x="2913982" y="2390770"/>
                  <a:pt x="2894868" y="2396393"/>
                  <a:pt x="2882899" y="2384425"/>
                </a:cubicBezTo>
                <a:close/>
                <a:moveTo>
                  <a:pt x="4543930" y="2377096"/>
                </a:moveTo>
                <a:cubicBezTo>
                  <a:pt x="4530368" y="2360755"/>
                  <a:pt x="4545914" y="2324100"/>
                  <a:pt x="4566406" y="2324100"/>
                </a:cubicBezTo>
                <a:cubicBezTo>
                  <a:pt x="4586583" y="2324100"/>
                  <a:pt x="4602742" y="2349891"/>
                  <a:pt x="4595957" y="2371267"/>
                </a:cubicBezTo>
                <a:cubicBezTo>
                  <a:pt x="4588795" y="2393832"/>
                  <a:pt x="4560455" y="2397007"/>
                  <a:pt x="4543930" y="2377096"/>
                </a:cubicBezTo>
                <a:close/>
                <a:moveTo>
                  <a:pt x="1652185" y="2351898"/>
                </a:moveTo>
                <a:cubicBezTo>
                  <a:pt x="1625052" y="2299427"/>
                  <a:pt x="1660255" y="2259263"/>
                  <a:pt x="1725245" y="2268541"/>
                </a:cubicBezTo>
                <a:cubicBezTo>
                  <a:pt x="1739511" y="2270578"/>
                  <a:pt x="1750816" y="2281312"/>
                  <a:pt x="1756856" y="2298554"/>
                </a:cubicBezTo>
                <a:cubicBezTo>
                  <a:pt x="1781080" y="2367712"/>
                  <a:pt x="1685542" y="2416401"/>
                  <a:pt x="1652185" y="2351898"/>
                </a:cubicBezTo>
                <a:close/>
                <a:moveTo>
                  <a:pt x="2203222" y="2356142"/>
                </a:moveTo>
                <a:cubicBezTo>
                  <a:pt x="2196858" y="2339558"/>
                  <a:pt x="2209258" y="2313168"/>
                  <a:pt x="2226043" y="2307572"/>
                </a:cubicBezTo>
                <a:cubicBezTo>
                  <a:pt x="2245793" y="2300989"/>
                  <a:pt x="2267752" y="2333377"/>
                  <a:pt x="2257070" y="2353336"/>
                </a:cubicBezTo>
                <a:cubicBezTo>
                  <a:pt x="2245065" y="2375768"/>
                  <a:pt x="2211426" y="2377522"/>
                  <a:pt x="2203222" y="2356142"/>
                </a:cubicBezTo>
                <a:close/>
                <a:moveTo>
                  <a:pt x="4053489" y="2354572"/>
                </a:moveTo>
                <a:cubicBezTo>
                  <a:pt x="4040151" y="2312548"/>
                  <a:pt x="4078658" y="2287265"/>
                  <a:pt x="4105937" y="2320135"/>
                </a:cubicBezTo>
                <a:cubicBezTo>
                  <a:pt x="4114986" y="2331039"/>
                  <a:pt x="4115700" y="2339621"/>
                  <a:pt x="4108512" y="2351092"/>
                </a:cubicBezTo>
                <a:cubicBezTo>
                  <a:pt x="4093865" y="2374464"/>
                  <a:pt x="4060473" y="2376576"/>
                  <a:pt x="4053489" y="2354572"/>
                </a:cubicBezTo>
                <a:close/>
                <a:moveTo>
                  <a:pt x="1351242" y="2341128"/>
                </a:moveTo>
                <a:cubicBezTo>
                  <a:pt x="1326593" y="2321569"/>
                  <a:pt x="1320339" y="2277230"/>
                  <a:pt x="1339276" y="2256304"/>
                </a:cubicBezTo>
                <a:cubicBezTo>
                  <a:pt x="1357117" y="2236590"/>
                  <a:pt x="1385976" y="2232631"/>
                  <a:pt x="1395813" y="2248549"/>
                </a:cubicBezTo>
                <a:cubicBezTo>
                  <a:pt x="1399272" y="2254145"/>
                  <a:pt x="1408054" y="2256439"/>
                  <a:pt x="1415328" y="2253648"/>
                </a:cubicBezTo>
                <a:cubicBezTo>
                  <a:pt x="1438602" y="2244717"/>
                  <a:pt x="1443276" y="2293794"/>
                  <a:pt x="1421891" y="2322547"/>
                </a:cubicBezTo>
                <a:cubicBezTo>
                  <a:pt x="1400177" y="2351742"/>
                  <a:pt x="1373469" y="2358766"/>
                  <a:pt x="1351242" y="2341128"/>
                </a:cubicBezTo>
                <a:close/>
                <a:moveTo>
                  <a:pt x="6122523" y="2340768"/>
                </a:moveTo>
                <a:cubicBezTo>
                  <a:pt x="6096580" y="2320470"/>
                  <a:pt x="6092317" y="2273234"/>
                  <a:pt x="6114608" y="2253061"/>
                </a:cubicBezTo>
                <a:cubicBezTo>
                  <a:pt x="6133679" y="2235802"/>
                  <a:pt x="6134245" y="2236257"/>
                  <a:pt x="6156764" y="2286977"/>
                </a:cubicBezTo>
                <a:cubicBezTo>
                  <a:pt x="6169318" y="2315253"/>
                  <a:pt x="6177674" y="2341602"/>
                  <a:pt x="6175332" y="2345531"/>
                </a:cubicBezTo>
                <a:cubicBezTo>
                  <a:pt x="6168730" y="2356610"/>
                  <a:pt x="6139389" y="2353964"/>
                  <a:pt x="6122523" y="2340768"/>
                </a:cubicBezTo>
                <a:close/>
                <a:moveTo>
                  <a:pt x="830580" y="2331720"/>
                </a:moveTo>
                <a:cubicBezTo>
                  <a:pt x="803413" y="2304553"/>
                  <a:pt x="827365" y="2252107"/>
                  <a:pt x="863739" y="2259112"/>
                </a:cubicBezTo>
                <a:cubicBezTo>
                  <a:pt x="887472" y="2263682"/>
                  <a:pt x="902266" y="2309052"/>
                  <a:pt x="886297" y="2328293"/>
                </a:cubicBezTo>
                <a:cubicBezTo>
                  <a:pt x="871596" y="2346006"/>
                  <a:pt x="846414" y="2347554"/>
                  <a:pt x="830580" y="2331720"/>
                </a:cubicBezTo>
                <a:close/>
                <a:moveTo>
                  <a:pt x="3215884" y="2328699"/>
                </a:moveTo>
                <a:cubicBezTo>
                  <a:pt x="3178928" y="2291742"/>
                  <a:pt x="3215827" y="2226614"/>
                  <a:pt x="3263995" y="2243781"/>
                </a:cubicBezTo>
                <a:cubicBezTo>
                  <a:pt x="3302088" y="2257357"/>
                  <a:pt x="3312871" y="2280913"/>
                  <a:pt x="3295349" y="2312275"/>
                </a:cubicBezTo>
                <a:cubicBezTo>
                  <a:pt x="3278087" y="2343174"/>
                  <a:pt x="3238534" y="2351349"/>
                  <a:pt x="3215884" y="2328699"/>
                </a:cubicBezTo>
                <a:close/>
                <a:moveTo>
                  <a:pt x="5602605" y="2331720"/>
                </a:moveTo>
                <a:cubicBezTo>
                  <a:pt x="5575438" y="2304553"/>
                  <a:pt x="5599390" y="2252107"/>
                  <a:pt x="5635764" y="2259112"/>
                </a:cubicBezTo>
                <a:cubicBezTo>
                  <a:pt x="5659497" y="2263682"/>
                  <a:pt x="5674291" y="2309052"/>
                  <a:pt x="5658322" y="2328293"/>
                </a:cubicBezTo>
                <a:cubicBezTo>
                  <a:pt x="5643621" y="2346006"/>
                  <a:pt x="5618439" y="2347554"/>
                  <a:pt x="5602605" y="2331720"/>
                </a:cubicBezTo>
                <a:close/>
                <a:moveTo>
                  <a:pt x="3454801" y="2308626"/>
                </a:moveTo>
                <a:cubicBezTo>
                  <a:pt x="3443322" y="2297147"/>
                  <a:pt x="3447336" y="2269874"/>
                  <a:pt x="3462337" y="2257425"/>
                </a:cubicBezTo>
                <a:cubicBezTo>
                  <a:pt x="3481439" y="2241571"/>
                  <a:pt x="3507258" y="2262069"/>
                  <a:pt x="3503278" y="2289929"/>
                </a:cubicBezTo>
                <a:cubicBezTo>
                  <a:pt x="3500461" y="2309643"/>
                  <a:pt x="3468244" y="2322069"/>
                  <a:pt x="3454801" y="2308626"/>
                </a:cubicBezTo>
                <a:close/>
                <a:moveTo>
                  <a:pt x="1947827" y="2276436"/>
                </a:moveTo>
                <a:cubicBezTo>
                  <a:pt x="1924198" y="2250326"/>
                  <a:pt x="1941269" y="2209800"/>
                  <a:pt x="1975898" y="2209800"/>
                </a:cubicBezTo>
                <a:cubicBezTo>
                  <a:pt x="2019169" y="2209800"/>
                  <a:pt x="2029557" y="2265217"/>
                  <a:pt x="1990230" y="2286264"/>
                </a:cubicBezTo>
                <a:cubicBezTo>
                  <a:pt x="1967472" y="2298444"/>
                  <a:pt x="1967816" y="2298524"/>
                  <a:pt x="1947827" y="2276436"/>
                </a:cubicBezTo>
                <a:close/>
                <a:moveTo>
                  <a:pt x="4844142" y="2280557"/>
                </a:moveTo>
                <a:cubicBezTo>
                  <a:pt x="4814527" y="2250941"/>
                  <a:pt x="4837524" y="2190750"/>
                  <a:pt x="4878454" y="2190750"/>
                </a:cubicBezTo>
                <a:cubicBezTo>
                  <a:pt x="4914415" y="2190750"/>
                  <a:pt x="4939243" y="2257846"/>
                  <a:pt x="4912995" y="2284095"/>
                </a:cubicBezTo>
                <a:cubicBezTo>
                  <a:pt x="4896966" y="2300123"/>
                  <a:pt x="4861907" y="2298321"/>
                  <a:pt x="4844142" y="2280557"/>
                </a:cubicBezTo>
                <a:close/>
                <a:moveTo>
                  <a:pt x="2438400" y="2266950"/>
                </a:moveTo>
                <a:cubicBezTo>
                  <a:pt x="2412393" y="2240943"/>
                  <a:pt x="2414486" y="2204272"/>
                  <a:pt x="2443641" y="2175117"/>
                </a:cubicBezTo>
                <a:cubicBezTo>
                  <a:pt x="2483949" y="2134809"/>
                  <a:pt x="2543572" y="2159926"/>
                  <a:pt x="2545221" y="2217908"/>
                </a:cubicBezTo>
                <a:cubicBezTo>
                  <a:pt x="2546925" y="2277841"/>
                  <a:pt x="2480011" y="2308561"/>
                  <a:pt x="2438400" y="2266950"/>
                </a:cubicBezTo>
                <a:close/>
                <a:moveTo>
                  <a:pt x="2699232" y="2272268"/>
                </a:moveTo>
                <a:cubicBezTo>
                  <a:pt x="2689987" y="2248174"/>
                  <a:pt x="2699904" y="2224177"/>
                  <a:pt x="2720318" y="2221246"/>
                </a:cubicBezTo>
                <a:cubicBezTo>
                  <a:pt x="2748829" y="2217152"/>
                  <a:pt x="2766412" y="2241375"/>
                  <a:pt x="2753050" y="2266341"/>
                </a:cubicBezTo>
                <a:cubicBezTo>
                  <a:pt x="2740977" y="2288899"/>
                  <a:pt x="2707048" y="2292636"/>
                  <a:pt x="2699232" y="2272268"/>
                </a:cubicBezTo>
                <a:close/>
                <a:moveTo>
                  <a:pt x="3806713" y="2259056"/>
                </a:moveTo>
                <a:cubicBezTo>
                  <a:pt x="3776375" y="2225532"/>
                  <a:pt x="3797873" y="2162175"/>
                  <a:pt x="3839586" y="2162175"/>
                </a:cubicBezTo>
                <a:cubicBezTo>
                  <a:pt x="3867080" y="2162175"/>
                  <a:pt x="3895725" y="2191264"/>
                  <a:pt x="3895725" y="2219184"/>
                </a:cubicBezTo>
                <a:cubicBezTo>
                  <a:pt x="3895725" y="2270825"/>
                  <a:pt x="3839967" y="2295801"/>
                  <a:pt x="3806713" y="2259056"/>
                </a:cubicBezTo>
                <a:close/>
                <a:moveTo>
                  <a:pt x="4373880" y="2265045"/>
                </a:moveTo>
                <a:cubicBezTo>
                  <a:pt x="4345120" y="2236285"/>
                  <a:pt x="4374331" y="2190670"/>
                  <a:pt x="4409466" y="2209474"/>
                </a:cubicBezTo>
                <a:cubicBezTo>
                  <a:pt x="4434231" y="2222728"/>
                  <a:pt x="4434900" y="2253663"/>
                  <a:pt x="4410701" y="2266614"/>
                </a:cubicBezTo>
                <a:cubicBezTo>
                  <a:pt x="4387740" y="2278903"/>
                  <a:pt x="4387738" y="2278903"/>
                  <a:pt x="4373880" y="2265045"/>
                </a:cubicBezTo>
                <a:close/>
                <a:moveTo>
                  <a:pt x="3610075" y="2252783"/>
                </a:moveTo>
                <a:cubicBezTo>
                  <a:pt x="3585409" y="2223062"/>
                  <a:pt x="3627245" y="2184888"/>
                  <a:pt x="3654555" y="2212197"/>
                </a:cubicBezTo>
                <a:cubicBezTo>
                  <a:pt x="3673005" y="2230647"/>
                  <a:pt x="3662741" y="2266950"/>
                  <a:pt x="3639074" y="2266950"/>
                </a:cubicBezTo>
                <a:cubicBezTo>
                  <a:pt x="3629591" y="2266950"/>
                  <a:pt x="3616541" y="2260575"/>
                  <a:pt x="3610075" y="2252783"/>
                </a:cubicBezTo>
                <a:close/>
                <a:moveTo>
                  <a:pt x="2990850" y="2235303"/>
                </a:moveTo>
                <a:cubicBezTo>
                  <a:pt x="2970075" y="2224558"/>
                  <a:pt x="2967396" y="2217594"/>
                  <a:pt x="2969854" y="2180715"/>
                </a:cubicBezTo>
                <a:cubicBezTo>
                  <a:pt x="2972947" y="2134310"/>
                  <a:pt x="2976067" y="2129242"/>
                  <a:pt x="3007360" y="2119791"/>
                </a:cubicBezTo>
                <a:cubicBezTo>
                  <a:pt x="3022948" y="2115083"/>
                  <a:pt x="3035038" y="2119772"/>
                  <a:pt x="3052603" y="2137338"/>
                </a:cubicBezTo>
                <a:cubicBezTo>
                  <a:pt x="3082840" y="2167574"/>
                  <a:pt x="3083024" y="2194691"/>
                  <a:pt x="3053195" y="2224520"/>
                </a:cubicBezTo>
                <a:cubicBezTo>
                  <a:pt x="3026319" y="2251396"/>
                  <a:pt x="3023057" y="2251960"/>
                  <a:pt x="2990850" y="2235303"/>
                </a:cubicBezTo>
                <a:close/>
                <a:moveTo>
                  <a:pt x="5169693" y="2218562"/>
                </a:moveTo>
                <a:cubicBezTo>
                  <a:pt x="5148632" y="2206294"/>
                  <a:pt x="5147819" y="2159215"/>
                  <a:pt x="5168316" y="2138719"/>
                </a:cubicBezTo>
                <a:cubicBezTo>
                  <a:pt x="5196996" y="2110039"/>
                  <a:pt x="5254226" y="2146073"/>
                  <a:pt x="5242595" y="2185487"/>
                </a:cubicBezTo>
                <a:cubicBezTo>
                  <a:pt x="5231585" y="2222796"/>
                  <a:pt x="5200880" y="2236726"/>
                  <a:pt x="5169693" y="2218562"/>
                </a:cubicBezTo>
                <a:close/>
                <a:moveTo>
                  <a:pt x="974994" y="2205037"/>
                </a:moveTo>
                <a:cubicBezTo>
                  <a:pt x="961200" y="2169089"/>
                  <a:pt x="1003149" y="2136898"/>
                  <a:pt x="1024945" y="2166705"/>
                </a:cubicBezTo>
                <a:cubicBezTo>
                  <a:pt x="1033824" y="2178847"/>
                  <a:pt x="1034715" y="2189035"/>
                  <a:pt x="1027995" y="2201590"/>
                </a:cubicBezTo>
                <a:cubicBezTo>
                  <a:pt x="1016612" y="2222860"/>
                  <a:pt x="982680" y="2225067"/>
                  <a:pt x="974994" y="2205037"/>
                </a:cubicBezTo>
                <a:close/>
                <a:moveTo>
                  <a:pt x="4148677" y="2198155"/>
                </a:moveTo>
                <a:cubicBezTo>
                  <a:pt x="4119804" y="2156933"/>
                  <a:pt x="4143315" y="2105025"/>
                  <a:pt x="4190859" y="2105025"/>
                </a:cubicBezTo>
                <a:cubicBezTo>
                  <a:pt x="4225441" y="2105025"/>
                  <a:pt x="4248150" y="2127362"/>
                  <a:pt x="4248150" y="2161379"/>
                </a:cubicBezTo>
                <a:cubicBezTo>
                  <a:pt x="4248150" y="2214654"/>
                  <a:pt x="4178317" y="2240472"/>
                  <a:pt x="4148677" y="2198155"/>
                </a:cubicBezTo>
                <a:close/>
                <a:moveTo>
                  <a:pt x="4605519" y="2196560"/>
                </a:moveTo>
                <a:cubicBezTo>
                  <a:pt x="4576357" y="2167398"/>
                  <a:pt x="4575203" y="2144205"/>
                  <a:pt x="4601266" y="2111072"/>
                </a:cubicBezTo>
                <a:cubicBezTo>
                  <a:pt x="4653092" y="2045185"/>
                  <a:pt x="4748541" y="2121873"/>
                  <a:pt x="4698504" y="2189197"/>
                </a:cubicBezTo>
                <a:cubicBezTo>
                  <a:pt x="4672706" y="2223910"/>
                  <a:pt x="4635792" y="2226833"/>
                  <a:pt x="4605519" y="2196560"/>
                </a:cubicBezTo>
                <a:close/>
                <a:moveTo>
                  <a:pt x="5747019" y="2205037"/>
                </a:moveTo>
                <a:cubicBezTo>
                  <a:pt x="5733225" y="2169089"/>
                  <a:pt x="5775174" y="2136898"/>
                  <a:pt x="5796970" y="2166705"/>
                </a:cubicBezTo>
                <a:cubicBezTo>
                  <a:pt x="5805849" y="2178847"/>
                  <a:pt x="5806740" y="2189035"/>
                  <a:pt x="5800020" y="2201590"/>
                </a:cubicBezTo>
                <a:cubicBezTo>
                  <a:pt x="5788637" y="2222860"/>
                  <a:pt x="5754705" y="2225067"/>
                  <a:pt x="5747019" y="2205037"/>
                </a:cubicBezTo>
                <a:close/>
                <a:moveTo>
                  <a:pt x="2152650" y="2181225"/>
                </a:moveTo>
                <a:cubicBezTo>
                  <a:pt x="2119304" y="2147879"/>
                  <a:pt x="2138743" y="2085975"/>
                  <a:pt x="2182560" y="2085975"/>
                </a:cubicBezTo>
                <a:cubicBezTo>
                  <a:pt x="2203418" y="2085975"/>
                  <a:pt x="2238375" y="2121999"/>
                  <a:pt x="2238375" y="2143496"/>
                </a:cubicBezTo>
                <a:cubicBezTo>
                  <a:pt x="2238375" y="2165561"/>
                  <a:pt x="2206346" y="2200275"/>
                  <a:pt x="2185987" y="2200275"/>
                </a:cubicBezTo>
                <a:cubicBezTo>
                  <a:pt x="2178129" y="2200275"/>
                  <a:pt x="2163127" y="2191702"/>
                  <a:pt x="2152650" y="2181225"/>
                </a:cubicBezTo>
                <a:close/>
                <a:moveTo>
                  <a:pt x="1176446" y="2177719"/>
                </a:moveTo>
                <a:cubicBezTo>
                  <a:pt x="1166055" y="2170122"/>
                  <a:pt x="1161541" y="2156109"/>
                  <a:pt x="1163614" y="2137892"/>
                </a:cubicBezTo>
                <a:cubicBezTo>
                  <a:pt x="1167717" y="2101833"/>
                  <a:pt x="1211606" y="2092088"/>
                  <a:pt x="1228419" y="2123504"/>
                </a:cubicBezTo>
                <a:cubicBezTo>
                  <a:pt x="1248017" y="2160123"/>
                  <a:pt x="1208606" y="2201235"/>
                  <a:pt x="1176446" y="2177719"/>
                </a:cubicBezTo>
                <a:close/>
                <a:moveTo>
                  <a:pt x="5948471" y="2177719"/>
                </a:moveTo>
                <a:cubicBezTo>
                  <a:pt x="5938080" y="2170122"/>
                  <a:pt x="5933566" y="2156109"/>
                  <a:pt x="5935639" y="2137892"/>
                </a:cubicBezTo>
                <a:cubicBezTo>
                  <a:pt x="5939742" y="2101833"/>
                  <a:pt x="5983631" y="2092088"/>
                  <a:pt x="6000444" y="2123504"/>
                </a:cubicBezTo>
                <a:cubicBezTo>
                  <a:pt x="6020042" y="2160123"/>
                  <a:pt x="5980631" y="2201235"/>
                  <a:pt x="5948471" y="2177719"/>
                </a:cubicBezTo>
                <a:close/>
                <a:moveTo>
                  <a:pt x="1518361" y="2157412"/>
                </a:moveTo>
                <a:cubicBezTo>
                  <a:pt x="1503908" y="2135353"/>
                  <a:pt x="1503908" y="2131846"/>
                  <a:pt x="1518361" y="2109787"/>
                </a:cubicBezTo>
                <a:cubicBezTo>
                  <a:pt x="1537214" y="2081013"/>
                  <a:pt x="1555734" y="2079609"/>
                  <a:pt x="1581150" y="2105025"/>
                </a:cubicBezTo>
                <a:cubicBezTo>
                  <a:pt x="1604081" y="2127956"/>
                  <a:pt x="1604454" y="2132812"/>
                  <a:pt x="1585372" y="2160055"/>
                </a:cubicBezTo>
                <a:cubicBezTo>
                  <a:pt x="1565795" y="2188005"/>
                  <a:pt x="1537680" y="2186896"/>
                  <a:pt x="1518361" y="2157412"/>
                </a:cubicBezTo>
                <a:close/>
                <a:moveTo>
                  <a:pt x="5381727" y="2167061"/>
                </a:moveTo>
                <a:cubicBezTo>
                  <a:pt x="5375129" y="2159110"/>
                  <a:pt x="5372538" y="2142675"/>
                  <a:pt x="5375821" y="2129596"/>
                </a:cubicBezTo>
                <a:cubicBezTo>
                  <a:pt x="5387273" y="2083966"/>
                  <a:pt x="5448300" y="2090725"/>
                  <a:pt x="5448300" y="2137623"/>
                </a:cubicBezTo>
                <a:cubicBezTo>
                  <a:pt x="5448300" y="2177228"/>
                  <a:pt x="5405772" y="2196033"/>
                  <a:pt x="5381727" y="2167061"/>
                </a:cubicBezTo>
                <a:close/>
                <a:moveTo>
                  <a:pt x="1754981" y="2136816"/>
                </a:moveTo>
                <a:cubicBezTo>
                  <a:pt x="1739029" y="2130380"/>
                  <a:pt x="1739808" y="2091018"/>
                  <a:pt x="1756155" y="2077451"/>
                </a:cubicBezTo>
                <a:cubicBezTo>
                  <a:pt x="1784293" y="2054099"/>
                  <a:pt x="1818091" y="2090691"/>
                  <a:pt x="1799855" y="2124765"/>
                </a:cubicBezTo>
                <a:cubicBezTo>
                  <a:pt x="1790138" y="2142921"/>
                  <a:pt x="1778113" y="2146150"/>
                  <a:pt x="1754981" y="2136816"/>
                </a:cubicBezTo>
                <a:close/>
                <a:moveTo>
                  <a:pt x="2795792" y="2118156"/>
                </a:moveTo>
                <a:cubicBezTo>
                  <a:pt x="2777226" y="2099591"/>
                  <a:pt x="2780013" y="2077538"/>
                  <a:pt x="2802731" y="2063232"/>
                </a:cubicBezTo>
                <a:cubicBezTo>
                  <a:pt x="2835734" y="2042448"/>
                  <a:pt x="2872897" y="2089282"/>
                  <a:pt x="2847595" y="2119770"/>
                </a:cubicBezTo>
                <a:cubicBezTo>
                  <a:pt x="2832602" y="2137835"/>
                  <a:pt x="2814920" y="2137284"/>
                  <a:pt x="2795792" y="2118156"/>
                </a:cubicBezTo>
                <a:close/>
                <a:moveTo>
                  <a:pt x="3397138" y="2116181"/>
                </a:moveTo>
                <a:cubicBezTo>
                  <a:pt x="3367746" y="2083703"/>
                  <a:pt x="3388065" y="2019300"/>
                  <a:pt x="3427703" y="2019300"/>
                </a:cubicBezTo>
                <a:cubicBezTo>
                  <a:pt x="3453997" y="2019300"/>
                  <a:pt x="3486150" y="2050529"/>
                  <a:pt x="3486150" y="2076069"/>
                </a:cubicBezTo>
                <a:cubicBezTo>
                  <a:pt x="3486150" y="2125729"/>
                  <a:pt x="3429061" y="2151455"/>
                  <a:pt x="3397138" y="2116181"/>
                </a:cubicBezTo>
                <a:close/>
                <a:moveTo>
                  <a:pt x="3971583" y="2113911"/>
                </a:moveTo>
                <a:cubicBezTo>
                  <a:pt x="3960529" y="2093256"/>
                  <a:pt x="3980552" y="2047875"/>
                  <a:pt x="4000719" y="2047875"/>
                </a:cubicBezTo>
                <a:cubicBezTo>
                  <a:pt x="4019676" y="2047875"/>
                  <a:pt x="4047730" y="2085440"/>
                  <a:pt x="4041459" y="2102427"/>
                </a:cubicBezTo>
                <a:cubicBezTo>
                  <a:pt x="4028287" y="2138111"/>
                  <a:pt x="3988071" y="2144720"/>
                  <a:pt x="3971583" y="2113911"/>
                </a:cubicBezTo>
                <a:close/>
                <a:moveTo>
                  <a:pt x="4981954" y="2119770"/>
                </a:moveTo>
                <a:cubicBezTo>
                  <a:pt x="4964724" y="2099008"/>
                  <a:pt x="4973998" y="2072114"/>
                  <a:pt x="4999645" y="2068472"/>
                </a:cubicBezTo>
                <a:cubicBezTo>
                  <a:pt x="5034890" y="2063467"/>
                  <a:pt x="5049185" y="2093204"/>
                  <a:pt x="5023757" y="2118632"/>
                </a:cubicBezTo>
                <a:cubicBezTo>
                  <a:pt x="5005196" y="2137192"/>
                  <a:pt x="4996608" y="2137426"/>
                  <a:pt x="4981954" y="2119770"/>
                </a:cubicBezTo>
                <a:close/>
                <a:moveTo>
                  <a:pt x="5560218" y="2113787"/>
                </a:moveTo>
                <a:cubicBezTo>
                  <a:pt x="5533365" y="2098146"/>
                  <a:pt x="5537604" y="2033159"/>
                  <a:pt x="5566723" y="2014080"/>
                </a:cubicBezTo>
                <a:cubicBezTo>
                  <a:pt x="5611483" y="1984752"/>
                  <a:pt x="5658929" y="2036907"/>
                  <a:pt x="5633243" y="2087201"/>
                </a:cubicBezTo>
                <a:cubicBezTo>
                  <a:pt x="5615318" y="2122296"/>
                  <a:pt x="5590402" y="2131367"/>
                  <a:pt x="5560218" y="2113787"/>
                </a:cubicBezTo>
                <a:close/>
                <a:moveTo>
                  <a:pt x="3172204" y="2100720"/>
                </a:moveTo>
                <a:cubicBezTo>
                  <a:pt x="3146985" y="2070332"/>
                  <a:pt x="3184195" y="2022568"/>
                  <a:pt x="3213889" y="2047212"/>
                </a:cubicBezTo>
                <a:cubicBezTo>
                  <a:pt x="3231807" y="2062083"/>
                  <a:pt x="3233450" y="2087214"/>
                  <a:pt x="3217545" y="2103120"/>
                </a:cubicBezTo>
                <a:cubicBezTo>
                  <a:pt x="3202273" y="2118391"/>
                  <a:pt x="3186162" y="2117538"/>
                  <a:pt x="3172204" y="2100720"/>
                </a:cubicBezTo>
                <a:close/>
                <a:moveTo>
                  <a:pt x="4391460" y="2081736"/>
                </a:moveTo>
                <a:cubicBezTo>
                  <a:pt x="4370049" y="2055938"/>
                  <a:pt x="4382969" y="2024062"/>
                  <a:pt x="4414837" y="2024062"/>
                </a:cubicBezTo>
                <a:cubicBezTo>
                  <a:pt x="4449597" y="2024062"/>
                  <a:pt x="4461353" y="2062307"/>
                  <a:pt x="4432971" y="2083060"/>
                </a:cubicBezTo>
                <a:cubicBezTo>
                  <a:pt x="4411357" y="2098864"/>
                  <a:pt x="4405520" y="2098678"/>
                  <a:pt x="4391460" y="2081736"/>
                </a:cubicBezTo>
                <a:close/>
                <a:moveTo>
                  <a:pt x="3635298" y="2072191"/>
                </a:moveTo>
                <a:cubicBezTo>
                  <a:pt x="3626148" y="2048346"/>
                  <a:pt x="3639126" y="2027554"/>
                  <a:pt x="3661193" y="2030702"/>
                </a:cubicBezTo>
                <a:cubicBezTo>
                  <a:pt x="3675641" y="2032764"/>
                  <a:pt x="3681412" y="2040384"/>
                  <a:pt x="3681412" y="2057400"/>
                </a:cubicBezTo>
                <a:cubicBezTo>
                  <a:pt x="3681412" y="2085152"/>
                  <a:pt x="3644781" y="2096902"/>
                  <a:pt x="3635298" y="2072191"/>
                </a:cubicBezTo>
                <a:close/>
                <a:moveTo>
                  <a:pt x="2583180" y="2055495"/>
                </a:moveTo>
                <a:cubicBezTo>
                  <a:pt x="2556729" y="2029044"/>
                  <a:pt x="2580664" y="1971675"/>
                  <a:pt x="2618150" y="1971675"/>
                </a:cubicBezTo>
                <a:cubicBezTo>
                  <a:pt x="2641772" y="1971675"/>
                  <a:pt x="2657475" y="1990692"/>
                  <a:pt x="2657475" y="2019300"/>
                </a:cubicBezTo>
                <a:cubicBezTo>
                  <a:pt x="2657475" y="2049251"/>
                  <a:pt x="2641568" y="2066925"/>
                  <a:pt x="2614612" y="2066925"/>
                </a:cubicBezTo>
                <a:cubicBezTo>
                  <a:pt x="2603611" y="2066925"/>
                  <a:pt x="2589466" y="2061781"/>
                  <a:pt x="2583180" y="2055495"/>
                </a:cubicBezTo>
                <a:close/>
                <a:moveTo>
                  <a:pt x="2324100" y="2038350"/>
                </a:moveTo>
                <a:cubicBezTo>
                  <a:pt x="2309851" y="2011726"/>
                  <a:pt x="2327658" y="1981200"/>
                  <a:pt x="2357437" y="1981200"/>
                </a:cubicBezTo>
                <a:cubicBezTo>
                  <a:pt x="2385728" y="1981200"/>
                  <a:pt x="2400954" y="2006843"/>
                  <a:pt x="2389956" y="2035968"/>
                </a:cubicBezTo>
                <a:cubicBezTo>
                  <a:pt x="2379532" y="2063573"/>
                  <a:pt x="2338395" y="2065061"/>
                  <a:pt x="2324100" y="2038350"/>
                </a:cubicBezTo>
                <a:close/>
                <a:moveTo>
                  <a:pt x="1304925" y="2028825"/>
                </a:moveTo>
                <a:cubicBezTo>
                  <a:pt x="1279229" y="2003129"/>
                  <a:pt x="1280580" y="1960919"/>
                  <a:pt x="1307920" y="1935235"/>
                </a:cubicBezTo>
                <a:cubicBezTo>
                  <a:pt x="1338423" y="1906578"/>
                  <a:pt x="1375079" y="1908596"/>
                  <a:pt x="1400022" y="1940306"/>
                </a:cubicBezTo>
                <a:cubicBezTo>
                  <a:pt x="1449372" y="2003045"/>
                  <a:pt x="1361209" y="2085109"/>
                  <a:pt x="1304925" y="2028825"/>
                </a:cubicBezTo>
                <a:close/>
                <a:moveTo>
                  <a:pt x="1919827" y="2026705"/>
                </a:moveTo>
                <a:cubicBezTo>
                  <a:pt x="1890409" y="1984705"/>
                  <a:pt x="1914023" y="1931710"/>
                  <a:pt x="1968217" y="1918108"/>
                </a:cubicBezTo>
                <a:cubicBezTo>
                  <a:pt x="2031024" y="1902345"/>
                  <a:pt x="2062085" y="2003114"/>
                  <a:pt x="2005967" y="2040585"/>
                </a:cubicBezTo>
                <a:cubicBezTo>
                  <a:pt x="1983133" y="2055832"/>
                  <a:pt x="1934770" y="2048039"/>
                  <a:pt x="1919827" y="2026705"/>
                </a:cubicBezTo>
                <a:close/>
                <a:moveTo>
                  <a:pt x="4810829" y="2020615"/>
                </a:moveTo>
                <a:cubicBezTo>
                  <a:pt x="4798629" y="1997820"/>
                  <a:pt x="4818674" y="1968229"/>
                  <a:pt x="4843071" y="1973020"/>
                </a:cubicBezTo>
                <a:cubicBezTo>
                  <a:pt x="4869759" y="1978261"/>
                  <a:pt x="4883031" y="2005077"/>
                  <a:pt x="4867937" y="2023264"/>
                </a:cubicBezTo>
                <a:cubicBezTo>
                  <a:pt x="4851027" y="2043639"/>
                  <a:pt x="4822441" y="2042314"/>
                  <a:pt x="4810829" y="2020615"/>
                </a:cubicBezTo>
                <a:close/>
                <a:moveTo>
                  <a:pt x="5126355" y="2007870"/>
                </a:moveTo>
                <a:cubicBezTo>
                  <a:pt x="5102430" y="1983945"/>
                  <a:pt x="5120239" y="1943100"/>
                  <a:pt x="5154594" y="1943100"/>
                </a:cubicBezTo>
                <a:cubicBezTo>
                  <a:pt x="5185923" y="1943100"/>
                  <a:pt x="5195928" y="1993535"/>
                  <a:pt x="5168265" y="2012010"/>
                </a:cubicBezTo>
                <a:cubicBezTo>
                  <a:pt x="5153008" y="2022199"/>
                  <a:pt x="5139334" y="2020849"/>
                  <a:pt x="5126355" y="2007870"/>
                </a:cubicBezTo>
                <a:close/>
                <a:moveTo>
                  <a:pt x="965755" y="1986706"/>
                </a:moveTo>
                <a:cubicBezTo>
                  <a:pt x="959009" y="1969126"/>
                  <a:pt x="979231" y="1931373"/>
                  <a:pt x="992945" y="1935944"/>
                </a:cubicBezTo>
                <a:cubicBezTo>
                  <a:pt x="1010136" y="1941674"/>
                  <a:pt x="1022664" y="1967892"/>
                  <a:pt x="1016227" y="1984667"/>
                </a:cubicBezTo>
                <a:cubicBezTo>
                  <a:pt x="1008879" y="2003816"/>
                  <a:pt x="972878" y="2005271"/>
                  <a:pt x="965755" y="1986706"/>
                </a:cubicBezTo>
                <a:close/>
                <a:moveTo>
                  <a:pt x="3787663" y="1982831"/>
                </a:moveTo>
                <a:cubicBezTo>
                  <a:pt x="3766740" y="1959711"/>
                  <a:pt x="3767614" y="1911830"/>
                  <a:pt x="3789318" y="1892188"/>
                </a:cubicBezTo>
                <a:cubicBezTo>
                  <a:pt x="3827495" y="1857639"/>
                  <a:pt x="3888581" y="1886038"/>
                  <a:pt x="3888581" y="1938337"/>
                </a:cubicBezTo>
                <a:cubicBezTo>
                  <a:pt x="3888581" y="1991437"/>
                  <a:pt x="3822013" y="2020786"/>
                  <a:pt x="3787663" y="1982831"/>
                </a:cubicBezTo>
                <a:close/>
                <a:moveTo>
                  <a:pt x="5740801" y="1994301"/>
                </a:moveTo>
                <a:cubicBezTo>
                  <a:pt x="5728187" y="1981687"/>
                  <a:pt x="5733981" y="1945164"/>
                  <a:pt x="5749544" y="1939192"/>
                </a:cubicBezTo>
                <a:cubicBezTo>
                  <a:pt x="5770654" y="1931091"/>
                  <a:pt x="5792745" y="1951336"/>
                  <a:pt x="5789278" y="1975604"/>
                </a:cubicBezTo>
                <a:cubicBezTo>
                  <a:pt x="5786461" y="1995318"/>
                  <a:pt x="5754244" y="2007744"/>
                  <a:pt x="5740801" y="1994301"/>
                </a:cubicBezTo>
                <a:close/>
                <a:moveTo>
                  <a:pt x="5308091" y="1981008"/>
                </a:moveTo>
                <a:cubicBezTo>
                  <a:pt x="5266807" y="1964396"/>
                  <a:pt x="5266672" y="1899800"/>
                  <a:pt x="5307873" y="1876752"/>
                </a:cubicBezTo>
                <a:cubicBezTo>
                  <a:pt x="5365908" y="1844288"/>
                  <a:pt x="5420286" y="1923488"/>
                  <a:pt x="5372661" y="1971113"/>
                </a:cubicBezTo>
                <a:cubicBezTo>
                  <a:pt x="5351389" y="1992385"/>
                  <a:pt x="5340508" y="1994052"/>
                  <a:pt x="5308091" y="1981008"/>
                </a:cubicBezTo>
                <a:close/>
                <a:moveTo>
                  <a:pt x="3095073" y="1954093"/>
                </a:moveTo>
                <a:cubicBezTo>
                  <a:pt x="3078908" y="1941003"/>
                  <a:pt x="3075192" y="1930853"/>
                  <a:pt x="3079819" y="1912420"/>
                </a:cubicBezTo>
                <a:cubicBezTo>
                  <a:pt x="3092184" y="1863154"/>
                  <a:pt x="3152775" y="1872813"/>
                  <a:pt x="3152775" y="1924050"/>
                </a:cubicBezTo>
                <a:cubicBezTo>
                  <a:pt x="3152775" y="1962632"/>
                  <a:pt x="3124073" y="1977576"/>
                  <a:pt x="3095073" y="1954093"/>
                </a:cubicBezTo>
                <a:close/>
                <a:moveTo>
                  <a:pt x="4531162" y="1965762"/>
                </a:moveTo>
                <a:cubicBezTo>
                  <a:pt x="4517853" y="1952453"/>
                  <a:pt x="4524673" y="1915035"/>
                  <a:pt x="4542109" y="1905704"/>
                </a:cubicBezTo>
                <a:cubicBezTo>
                  <a:pt x="4567167" y="1892293"/>
                  <a:pt x="4593814" y="1913587"/>
                  <a:pt x="4589573" y="1943633"/>
                </a:cubicBezTo>
                <a:cubicBezTo>
                  <a:pt x="4586298" y="1966832"/>
                  <a:pt x="4547087" y="1981687"/>
                  <a:pt x="4531162" y="1965762"/>
                </a:cubicBezTo>
                <a:close/>
                <a:moveTo>
                  <a:pt x="2863849" y="1955799"/>
                </a:moveTo>
                <a:cubicBezTo>
                  <a:pt x="2852790" y="1944740"/>
                  <a:pt x="2856985" y="1907759"/>
                  <a:pt x="2870580" y="1896476"/>
                </a:cubicBezTo>
                <a:cubicBezTo>
                  <a:pt x="2899200" y="1872723"/>
                  <a:pt x="2938403" y="1919241"/>
                  <a:pt x="2914270" y="1948319"/>
                </a:cubicBezTo>
                <a:cubicBezTo>
                  <a:pt x="2902325" y="1962712"/>
                  <a:pt x="2874840" y="1966790"/>
                  <a:pt x="2863849" y="1955799"/>
                </a:cubicBezTo>
                <a:close/>
                <a:moveTo>
                  <a:pt x="1581150" y="1933575"/>
                </a:moveTo>
                <a:cubicBezTo>
                  <a:pt x="1543086" y="1895511"/>
                  <a:pt x="1563171" y="1838325"/>
                  <a:pt x="1614603" y="1838325"/>
                </a:cubicBezTo>
                <a:cubicBezTo>
                  <a:pt x="1670979" y="1838325"/>
                  <a:pt x="1692524" y="1897039"/>
                  <a:pt x="1651283" y="1938281"/>
                </a:cubicBezTo>
                <a:cubicBezTo>
                  <a:pt x="1631482" y="1958081"/>
                  <a:pt x="1603798" y="1956223"/>
                  <a:pt x="1581150" y="1933575"/>
                </a:cubicBezTo>
                <a:close/>
                <a:moveTo>
                  <a:pt x="1791309" y="1939071"/>
                </a:moveTo>
                <a:cubicBezTo>
                  <a:pt x="1776523" y="1921255"/>
                  <a:pt x="1785905" y="1905000"/>
                  <a:pt x="1810974" y="1905000"/>
                </a:cubicBezTo>
                <a:cubicBezTo>
                  <a:pt x="1825213" y="1905000"/>
                  <a:pt x="1829344" y="1910304"/>
                  <a:pt x="1827081" y="1925685"/>
                </a:cubicBezTo>
                <a:cubicBezTo>
                  <a:pt x="1823277" y="1951533"/>
                  <a:pt x="1806776" y="1957708"/>
                  <a:pt x="1791309" y="1939071"/>
                </a:cubicBezTo>
                <a:close/>
                <a:moveTo>
                  <a:pt x="4050893" y="1932533"/>
                </a:moveTo>
                <a:cubicBezTo>
                  <a:pt x="4035801" y="1917441"/>
                  <a:pt x="4046448" y="1895475"/>
                  <a:pt x="4068856" y="1895475"/>
                </a:cubicBezTo>
                <a:cubicBezTo>
                  <a:pt x="4082626" y="1895475"/>
                  <a:pt x="4086748" y="1900922"/>
                  <a:pt x="4084506" y="1916160"/>
                </a:cubicBezTo>
                <a:cubicBezTo>
                  <a:pt x="4080923" y="1940505"/>
                  <a:pt x="4066090" y="1947730"/>
                  <a:pt x="4050893" y="1932533"/>
                </a:cubicBezTo>
                <a:close/>
                <a:moveTo>
                  <a:pt x="4221235" y="1921054"/>
                </a:moveTo>
                <a:cubicBezTo>
                  <a:pt x="4178309" y="1875362"/>
                  <a:pt x="4207894" y="1809750"/>
                  <a:pt x="4271422" y="1809750"/>
                </a:cubicBezTo>
                <a:cubicBezTo>
                  <a:pt x="4309441" y="1809750"/>
                  <a:pt x="4333875" y="1836664"/>
                  <a:pt x="4333875" y="1878544"/>
                </a:cubicBezTo>
                <a:cubicBezTo>
                  <a:pt x="4333875" y="1936836"/>
                  <a:pt x="4261663" y="1964089"/>
                  <a:pt x="4221235" y="1921054"/>
                </a:cubicBezTo>
                <a:close/>
                <a:moveTo>
                  <a:pt x="2168029" y="1921263"/>
                </a:moveTo>
                <a:cubicBezTo>
                  <a:pt x="2146915" y="1905825"/>
                  <a:pt x="2150610" y="1868218"/>
                  <a:pt x="2174677" y="1853585"/>
                </a:cubicBezTo>
                <a:cubicBezTo>
                  <a:pt x="2201613" y="1837208"/>
                  <a:pt x="2234728" y="1880596"/>
                  <a:pt x="2216381" y="1908227"/>
                </a:cubicBezTo>
                <a:cubicBezTo>
                  <a:pt x="2199444" y="1933735"/>
                  <a:pt x="2188954" y="1936564"/>
                  <a:pt x="2168029" y="1921263"/>
                </a:cubicBezTo>
                <a:close/>
                <a:moveTo>
                  <a:pt x="3539217" y="1909082"/>
                </a:moveTo>
                <a:cubicBezTo>
                  <a:pt x="3519145" y="1889009"/>
                  <a:pt x="3520291" y="1854384"/>
                  <a:pt x="3541668" y="1835038"/>
                </a:cubicBezTo>
                <a:cubicBezTo>
                  <a:pt x="3564308" y="1814550"/>
                  <a:pt x="3584175" y="1815079"/>
                  <a:pt x="3603736" y="1836693"/>
                </a:cubicBezTo>
                <a:cubicBezTo>
                  <a:pt x="3633687" y="1869789"/>
                  <a:pt x="3613897" y="1924050"/>
                  <a:pt x="3571875" y="1924050"/>
                </a:cubicBezTo>
                <a:cubicBezTo>
                  <a:pt x="3562145" y="1924050"/>
                  <a:pt x="3547450" y="1917314"/>
                  <a:pt x="3539217" y="1909082"/>
                </a:cubicBezTo>
                <a:close/>
                <a:moveTo>
                  <a:pt x="1106805" y="1903095"/>
                </a:moveTo>
                <a:cubicBezTo>
                  <a:pt x="1091163" y="1887453"/>
                  <a:pt x="1092426" y="1852629"/>
                  <a:pt x="1109138" y="1838760"/>
                </a:cubicBezTo>
                <a:cubicBezTo>
                  <a:pt x="1129178" y="1822127"/>
                  <a:pt x="1163570" y="1830380"/>
                  <a:pt x="1172205" y="1853893"/>
                </a:cubicBezTo>
                <a:cubicBezTo>
                  <a:pt x="1187040" y="1894287"/>
                  <a:pt x="1136225" y="1932515"/>
                  <a:pt x="1106805" y="1903095"/>
                </a:cubicBezTo>
                <a:close/>
                <a:moveTo>
                  <a:pt x="4947371" y="1905263"/>
                </a:moveTo>
                <a:cubicBezTo>
                  <a:pt x="4936417" y="1900833"/>
                  <a:pt x="4921977" y="1883985"/>
                  <a:pt x="4915282" y="1867823"/>
                </a:cubicBezTo>
                <a:cubicBezTo>
                  <a:pt x="4897766" y="1825535"/>
                  <a:pt x="4918725" y="1795618"/>
                  <a:pt x="4968204" y="1792286"/>
                </a:cubicBezTo>
                <a:cubicBezTo>
                  <a:pt x="4988260" y="1790935"/>
                  <a:pt x="5006579" y="1787920"/>
                  <a:pt x="5008914" y="1785585"/>
                </a:cubicBezTo>
                <a:cubicBezTo>
                  <a:pt x="5020432" y="1774067"/>
                  <a:pt x="5038725" y="1806721"/>
                  <a:pt x="5038725" y="1838799"/>
                </a:cubicBezTo>
                <a:cubicBezTo>
                  <a:pt x="5038725" y="1893291"/>
                  <a:pt x="4995511" y="1924730"/>
                  <a:pt x="4947371" y="1905263"/>
                </a:cubicBezTo>
                <a:close/>
                <a:moveTo>
                  <a:pt x="5878830" y="1903095"/>
                </a:moveTo>
                <a:cubicBezTo>
                  <a:pt x="5855351" y="1879616"/>
                  <a:pt x="5871471" y="1828800"/>
                  <a:pt x="5902397" y="1828800"/>
                </a:cubicBezTo>
                <a:cubicBezTo>
                  <a:pt x="5922746" y="1828800"/>
                  <a:pt x="5946896" y="1884787"/>
                  <a:pt x="5933507" y="1900921"/>
                </a:cubicBezTo>
                <a:cubicBezTo>
                  <a:pt x="5919736" y="1917514"/>
                  <a:pt x="5894262" y="1918527"/>
                  <a:pt x="5878830" y="1903095"/>
                </a:cubicBezTo>
                <a:close/>
                <a:moveTo>
                  <a:pt x="3297555" y="1884045"/>
                </a:moveTo>
                <a:cubicBezTo>
                  <a:pt x="3269501" y="1855991"/>
                  <a:pt x="3290414" y="1800225"/>
                  <a:pt x="3328987" y="1800225"/>
                </a:cubicBezTo>
                <a:cubicBezTo>
                  <a:pt x="3355943" y="1800225"/>
                  <a:pt x="3371850" y="1817898"/>
                  <a:pt x="3371850" y="1847850"/>
                </a:cubicBezTo>
                <a:cubicBezTo>
                  <a:pt x="3371850" y="1877801"/>
                  <a:pt x="3355943" y="1895475"/>
                  <a:pt x="3328987" y="1895475"/>
                </a:cubicBezTo>
                <a:cubicBezTo>
                  <a:pt x="3317986" y="1895475"/>
                  <a:pt x="3303841" y="1890331"/>
                  <a:pt x="3297555" y="1884045"/>
                </a:cubicBezTo>
                <a:close/>
                <a:moveTo>
                  <a:pt x="2414154" y="1862570"/>
                </a:moveTo>
                <a:cubicBezTo>
                  <a:pt x="2384809" y="1833225"/>
                  <a:pt x="2384313" y="1800090"/>
                  <a:pt x="2412820" y="1773310"/>
                </a:cubicBezTo>
                <a:cubicBezTo>
                  <a:pt x="2456914" y="1731885"/>
                  <a:pt x="2514600" y="1757936"/>
                  <a:pt x="2514600" y="1819275"/>
                </a:cubicBezTo>
                <a:cubicBezTo>
                  <a:pt x="2514600" y="1882067"/>
                  <a:pt x="2458033" y="1906449"/>
                  <a:pt x="2414154" y="1862570"/>
                </a:cubicBezTo>
                <a:close/>
                <a:moveTo>
                  <a:pt x="5607050" y="1879599"/>
                </a:moveTo>
                <a:cubicBezTo>
                  <a:pt x="5595316" y="1867866"/>
                  <a:pt x="5600561" y="1831247"/>
                  <a:pt x="5615785" y="1818612"/>
                </a:cubicBezTo>
                <a:cubicBezTo>
                  <a:pt x="5645479" y="1793968"/>
                  <a:pt x="5682689" y="1841732"/>
                  <a:pt x="5657470" y="1872120"/>
                </a:cubicBezTo>
                <a:cubicBezTo>
                  <a:pt x="5645525" y="1886512"/>
                  <a:pt x="5618040" y="1890590"/>
                  <a:pt x="5607050" y="1879599"/>
                </a:cubicBezTo>
                <a:close/>
                <a:moveTo>
                  <a:pt x="2691492" y="1832882"/>
                </a:moveTo>
                <a:cubicBezTo>
                  <a:pt x="2675035" y="1816425"/>
                  <a:pt x="2673641" y="1809298"/>
                  <a:pt x="2682408" y="1786451"/>
                </a:cubicBezTo>
                <a:cubicBezTo>
                  <a:pt x="2699651" y="1741515"/>
                  <a:pt x="2762250" y="1751082"/>
                  <a:pt x="2762250" y="1798655"/>
                </a:cubicBezTo>
                <a:cubicBezTo>
                  <a:pt x="2762250" y="1844632"/>
                  <a:pt x="2722480" y="1863870"/>
                  <a:pt x="2691492" y="1832882"/>
                </a:cubicBezTo>
                <a:close/>
                <a:moveTo>
                  <a:pt x="4700442" y="1818817"/>
                </a:moveTo>
                <a:cubicBezTo>
                  <a:pt x="4693777" y="1797819"/>
                  <a:pt x="4709711" y="1771650"/>
                  <a:pt x="4729162" y="1771650"/>
                </a:cubicBezTo>
                <a:cubicBezTo>
                  <a:pt x="4748613" y="1771650"/>
                  <a:pt x="4764547" y="1797819"/>
                  <a:pt x="4757882" y="1818817"/>
                </a:cubicBezTo>
                <a:cubicBezTo>
                  <a:pt x="4749514" y="1845184"/>
                  <a:pt x="4708810" y="1845184"/>
                  <a:pt x="4700442" y="1818817"/>
                </a:cubicBezTo>
                <a:close/>
                <a:moveTo>
                  <a:pt x="1267134" y="1781753"/>
                </a:moveTo>
                <a:cubicBezTo>
                  <a:pt x="1243386" y="1737380"/>
                  <a:pt x="1301011" y="1702855"/>
                  <a:pt x="1327716" y="1745456"/>
                </a:cubicBezTo>
                <a:cubicBezTo>
                  <a:pt x="1335298" y="1757551"/>
                  <a:pt x="1335298" y="1766698"/>
                  <a:pt x="1327716" y="1778793"/>
                </a:cubicBezTo>
                <a:cubicBezTo>
                  <a:pt x="1312287" y="1803406"/>
                  <a:pt x="1279578" y="1805004"/>
                  <a:pt x="1267134" y="1781753"/>
                </a:cubicBezTo>
                <a:close/>
                <a:moveTo>
                  <a:pt x="3955145" y="1789160"/>
                </a:moveTo>
                <a:cubicBezTo>
                  <a:pt x="3933815" y="1767830"/>
                  <a:pt x="3940798" y="1724779"/>
                  <a:pt x="3967566" y="1712582"/>
                </a:cubicBezTo>
                <a:cubicBezTo>
                  <a:pt x="4005959" y="1695089"/>
                  <a:pt x="4039868" y="1732471"/>
                  <a:pt x="4019168" y="1769469"/>
                </a:cubicBezTo>
                <a:cubicBezTo>
                  <a:pt x="4003086" y="1798214"/>
                  <a:pt x="3973345" y="1807360"/>
                  <a:pt x="3955145" y="1789160"/>
                </a:cubicBezTo>
                <a:close/>
                <a:moveTo>
                  <a:pt x="1859280" y="1779270"/>
                </a:moveTo>
                <a:cubicBezTo>
                  <a:pt x="1829800" y="1749790"/>
                  <a:pt x="1867829" y="1694607"/>
                  <a:pt x="1904207" y="1714075"/>
                </a:cubicBezTo>
                <a:cubicBezTo>
                  <a:pt x="1938530" y="1732444"/>
                  <a:pt x="1924649" y="1790700"/>
                  <a:pt x="1885950" y="1790700"/>
                </a:cubicBezTo>
                <a:cubicBezTo>
                  <a:pt x="1877568" y="1790700"/>
                  <a:pt x="1865566" y="1785556"/>
                  <a:pt x="1859280" y="1779270"/>
                </a:cubicBezTo>
                <a:close/>
                <a:moveTo>
                  <a:pt x="2936703" y="1781108"/>
                </a:moveTo>
                <a:cubicBezTo>
                  <a:pt x="2889955" y="1762273"/>
                  <a:pt x="2883172" y="1708220"/>
                  <a:pt x="2923789" y="1678191"/>
                </a:cubicBezTo>
                <a:cubicBezTo>
                  <a:pt x="2958710" y="1652372"/>
                  <a:pt x="2975944" y="1651969"/>
                  <a:pt x="3000375" y="1676400"/>
                </a:cubicBezTo>
                <a:cubicBezTo>
                  <a:pt x="3027783" y="1703808"/>
                  <a:pt x="3025033" y="1746805"/>
                  <a:pt x="2994327" y="1770958"/>
                </a:cubicBezTo>
                <a:cubicBezTo>
                  <a:pt x="2966476" y="1792866"/>
                  <a:pt x="2966066" y="1792939"/>
                  <a:pt x="2936703" y="1781108"/>
                </a:cubicBezTo>
                <a:close/>
                <a:moveTo>
                  <a:pt x="5191227" y="1776536"/>
                </a:moveTo>
                <a:cubicBezTo>
                  <a:pt x="5175687" y="1757811"/>
                  <a:pt x="5186454" y="1717266"/>
                  <a:pt x="5208855" y="1710156"/>
                </a:cubicBezTo>
                <a:cubicBezTo>
                  <a:pt x="5248789" y="1697481"/>
                  <a:pt x="5278026" y="1733856"/>
                  <a:pt x="5257992" y="1771290"/>
                </a:cubicBezTo>
                <a:cubicBezTo>
                  <a:pt x="5245794" y="1794082"/>
                  <a:pt x="5208238" y="1797033"/>
                  <a:pt x="5191227" y="1776536"/>
                </a:cubicBezTo>
                <a:close/>
                <a:moveTo>
                  <a:pt x="5444217" y="1775732"/>
                </a:moveTo>
                <a:cubicBezTo>
                  <a:pt x="5424330" y="1755844"/>
                  <a:pt x="5425291" y="1730560"/>
                  <a:pt x="5446668" y="1711213"/>
                </a:cubicBezTo>
                <a:cubicBezTo>
                  <a:pt x="5468415" y="1691533"/>
                  <a:pt x="5480935" y="1691346"/>
                  <a:pt x="5500007" y="1710417"/>
                </a:cubicBezTo>
                <a:cubicBezTo>
                  <a:pt x="5527015" y="1737425"/>
                  <a:pt x="5508504" y="1790700"/>
                  <a:pt x="5472112" y="1790700"/>
                </a:cubicBezTo>
                <a:cubicBezTo>
                  <a:pt x="5465002" y="1790700"/>
                  <a:pt x="5452450" y="1783964"/>
                  <a:pt x="5444217" y="1775732"/>
                </a:cubicBezTo>
                <a:close/>
                <a:moveTo>
                  <a:pt x="3707130" y="1769745"/>
                </a:moveTo>
                <a:cubicBezTo>
                  <a:pt x="3689977" y="1752592"/>
                  <a:pt x="3693355" y="1725950"/>
                  <a:pt x="3714088" y="1714854"/>
                </a:cubicBezTo>
                <a:cubicBezTo>
                  <a:pt x="3733770" y="1704320"/>
                  <a:pt x="3762375" y="1723133"/>
                  <a:pt x="3762375" y="1746612"/>
                </a:cubicBezTo>
                <a:cubicBezTo>
                  <a:pt x="3762375" y="1761150"/>
                  <a:pt x="3743060" y="1781175"/>
                  <a:pt x="3729037" y="1781175"/>
                </a:cubicBezTo>
                <a:cubicBezTo>
                  <a:pt x="3723274" y="1781175"/>
                  <a:pt x="3713416" y="1776031"/>
                  <a:pt x="3707130" y="1769745"/>
                </a:cubicBezTo>
                <a:close/>
                <a:moveTo>
                  <a:pt x="4467225" y="1762125"/>
                </a:moveTo>
                <a:cubicBezTo>
                  <a:pt x="4442801" y="1737701"/>
                  <a:pt x="4442947" y="1704653"/>
                  <a:pt x="4467596" y="1678196"/>
                </a:cubicBezTo>
                <a:cubicBezTo>
                  <a:pt x="4505716" y="1637278"/>
                  <a:pt x="4562475" y="1662834"/>
                  <a:pt x="4562475" y="1720917"/>
                </a:cubicBezTo>
                <a:cubicBezTo>
                  <a:pt x="4562475" y="1774977"/>
                  <a:pt x="4504960" y="1799860"/>
                  <a:pt x="4467225" y="1762125"/>
                </a:cubicBezTo>
                <a:close/>
                <a:moveTo>
                  <a:pt x="3156219" y="1747837"/>
                </a:moveTo>
                <a:cubicBezTo>
                  <a:pt x="3148673" y="1728173"/>
                  <a:pt x="3158904" y="1704975"/>
                  <a:pt x="3175122" y="1704975"/>
                </a:cubicBezTo>
                <a:cubicBezTo>
                  <a:pt x="3198601" y="1704975"/>
                  <a:pt x="3214125" y="1731299"/>
                  <a:pt x="3200400" y="1747837"/>
                </a:cubicBezTo>
                <a:cubicBezTo>
                  <a:pt x="3193878" y="1755695"/>
                  <a:pt x="3182503" y="1762125"/>
                  <a:pt x="3175122" y="1762125"/>
                </a:cubicBezTo>
                <a:cubicBezTo>
                  <a:pt x="3167741" y="1762125"/>
                  <a:pt x="3159234" y="1755695"/>
                  <a:pt x="3156219" y="1747837"/>
                </a:cubicBezTo>
                <a:close/>
                <a:moveTo>
                  <a:pt x="1449919" y="1728247"/>
                </a:moveTo>
                <a:cubicBezTo>
                  <a:pt x="1415739" y="1704306"/>
                  <a:pt x="1426420" y="1649983"/>
                  <a:pt x="1468137" y="1635587"/>
                </a:cubicBezTo>
                <a:cubicBezTo>
                  <a:pt x="1493024" y="1626998"/>
                  <a:pt x="1524000" y="1654910"/>
                  <a:pt x="1524000" y="1685925"/>
                </a:cubicBezTo>
                <a:cubicBezTo>
                  <a:pt x="1524000" y="1709893"/>
                  <a:pt x="1496349" y="1743075"/>
                  <a:pt x="1476375" y="1743075"/>
                </a:cubicBezTo>
                <a:cubicBezTo>
                  <a:pt x="1473467" y="1743075"/>
                  <a:pt x="1461562" y="1736402"/>
                  <a:pt x="1449919" y="1728247"/>
                </a:cubicBezTo>
                <a:close/>
                <a:moveTo>
                  <a:pt x="1652750" y="1727590"/>
                </a:moveTo>
                <a:cubicBezTo>
                  <a:pt x="1615882" y="1690721"/>
                  <a:pt x="1661097" y="1623879"/>
                  <a:pt x="1703035" y="1653253"/>
                </a:cubicBezTo>
                <a:cubicBezTo>
                  <a:pt x="1730121" y="1672225"/>
                  <a:pt x="1730032" y="1709211"/>
                  <a:pt x="1702855" y="1728247"/>
                </a:cubicBezTo>
                <a:cubicBezTo>
                  <a:pt x="1676380" y="1746791"/>
                  <a:pt x="1671893" y="1746732"/>
                  <a:pt x="1652750" y="1727590"/>
                </a:cubicBezTo>
                <a:close/>
                <a:moveTo>
                  <a:pt x="5718807" y="1735785"/>
                </a:moveTo>
                <a:cubicBezTo>
                  <a:pt x="5678329" y="1708757"/>
                  <a:pt x="5684581" y="1641352"/>
                  <a:pt x="5729461" y="1620903"/>
                </a:cubicBezTo>
                <a:cubicBezTo>
                  <a:pt x="5751595" y="1610819"/>
                  <a:pt x="5780539" y="1635477"/>
                  <a:pt x="5813761" y="1692721"/>
                </a:cubicBezTo>
                <a:cubicBezTo>
                  <a:pt x="5830684" y="1721880"/>
                  <a:pt x="5751658" y="1757720"/>
                  <a:pt x="5718807" y="1735785"/>
                </a:cubicBezTo>
                <a:close/>
                <a:moveTo>
                  <a:pt x="2078569" y="1718722"/>
                </a:moveTo>
                <a:cubicBezTo>
                  <a:pt x="2041166" y="1692524"/>
                  <a:pt x="2059916" y="1628775"/>
                  <a:pt x="2105025" y="1628775"/>
                </a:cubicBezTo>
                <a:cubicBezTo>
                  <a:pt x="2150133" y="1628775"/>
                  <a:pt x="2168883" y="1692524"/>
                  <a:pt x="2131480" y="1718722"/>
                </a:cubicBezTo>
                <a:cubicBezTo>
                  <a:pt x="2119837" y="1726877"/>
                  <a:pt x="2107932" y="1733550"/>
                  <a:pt x="2105025" y="1733550"/>
                </a:cubicBezTo>
                <a:cubicBezTo>
                  <a:pt x="2102117" y="1733550"/>
                  <a:pt x="2090212" y="1726877"/>
                  <a:pt x="2078569" y="1718722"/>
                </a:cubicBezTo>
                <a:close/>
                <a:moveTo>
                  <a:pt x="3375318" y="1719326"/>
                </a:moveTo>
                <a:cubicBezTo>
                  <a:pt x="3372019" y="1710728"/>
                  <a:pt x="3373887" y="1699127"/>
                  <a:pt x="3379470" y="1693545"/>
                </a:cubicBezTo>
                <a:cubicBezTo>
                  <a:pt x="3393982" y="1679032"/>
                  <a:pt x="3421479" y="1692296"/>
                  <a:pt x="3417688" y="1711980"/>
                </a:cubicBezTo>
                <a:cubicBezTo>
                  <a:pt x="3413465" y="1733905"/>
                  <a:pt x="3382944" y="1739197"/>
                  <a:pt x="3375318" y="1719326"/>
                </a:cubicBezTo>
                <a:close/>
                <a:moveTo>
                  <a:pt x="4176743" y="1657446"/>
                </a:moveTo>
                <a:cubicBezTo>
                  <a:pt x="4168622" y="1631860"/>
                  <a:pt x="4188066" y="1607944"/>
                  <a:pt x="4213979" y="1611646"/>
                </a:cubicBezTo>
                <a:cubicBezTo>
                  <a:pt x="4246724" y="1616325"/>
                  <a:pt x="4241978" y="1670698"/>
                  <a:pt x="4208486" y="1674572"/>
                </a:cubicBezTo>
                <a:cubicBezTo>
                  <a:pt x="4189572" y="1676760"/>
                  <a:pt x="4181488" y="1672398"/>
                  <a:pt x="4176743" y="1657446"/>
                </a:cubicBezTo>
                <a:close/>
                <a:moveTo>
                  <a:pt x="2289657" y="1653143"/>
                </a:moveTo>
                <a:cubicBezTo>
                  <a:pt x="2279512" y="1626704"/>
                  <a:pt x="2290346" y="1604962"/>
                  <a:pt x="2313667" y="1604962"/>
                </a:cubicBezTo>
                <a:cubicBezTo>
                  <a:pt x="2343713" y="1604962"/>
                  <a:pt x="2360733" y="1631400"/>
                  <a:pt x="2343812" y="1651789"/>
                </a:cubicBezTo>
                <a:cubicBezTo>
                  <a:pt x="2328175" y="1670630"/>
                  <a:pt x="2296670" y="1671418"/>
                  <a:pt x="2289657" y="1653143"/>
                </a:cubicBezTo>
                <a:close/>
                <a:moveTo>
                  <a:pt x="2559049" y="1660524"/>
                </a:moveTo>
                <a:cubicBezTo>
                  <a:pt x="2546551" y="1648026"/>
                  <a:pt x="2552964" y="1600998"/>
                  <a:pt x="2568340" y="1592393"/>
                </a:cubicBezTo>
                <a:cubicBezTo>
                  <a:pt x="2605920" y="1571362"/>
                  <a:pt x="2646702" y="1619659"/>
                  <a:pt x="2619272" y="1652711"/>
                </a:cubicBezTo>
                <a:cubicBezTo>
                  <a:pt x="2607260" y="1667184"/>
                  <a:pt x="2570481" y="1671956"/>
                  <a:pt x="2559049" y="1660524"/>
                </a:cubicBezTo>
                <a:close/>
                <a:moveTo>
                  <a:pt x="4823717" y="1650060"/>
                </a:moveTo>
                <a:cubicBezTo>
                  <a:pt x="4793100" y="1629095"/>
                  <a:pt x="4805947" y="1571625"/>
                  <a:pt x="4841250" y="1571625"/>
                </a:cubicBezTo>
                <a:cubicBezTo>
                  <a:pt x="4868830" y="1571625"/>
                  <a:pt x="4886325" y="1588261"/>
                  <a:pt x="4886325" y="1614487"/>
                </a:cubicBezTo>
                <a:cubicBezTo>
                  <a:pt x="4886325" y="1649132"/>
                  <a:pt x="4851369" y="1668994"/>
                  <a:pt x="4823717" y="1650060"/>
                </a:cubicBezTo>
                <a:close/>
                <a:moveTo>
                  <a:pt x="5305425" y="1640765"/>
                </a:moveTo>
                <a:cubicBezTo>
                  <a:pt x="5264465" y="1624838"/>
                  <a:pt x="5257199" y="1580885"/>
                  <a:pt x="5290087" y="1547996"/>
                </a:cubicBezTo>
                <a:cubicBezTo>
                  <a:pt x="5317021" y="1521062"/>
                  <a:pt x="5346977" y="1524926"/>
                  <a:pt x="5368740" y="1558142"/>
                </a:cubicBezTo>
                <a:cubicBezTo>
                  <a:pt x="5398425" y="1603447"/>
                  <a:pt x="5355042" y="1660059"/>
                  <a:pt x="5305425" y="1640765"/>
                </a:cubicBezTo>
                <a:close/>
                <a:moveTo>
                  <a:pt x="3530236" y="1620603"/>
                </a:moveTo>
                <a:cubicBezTo>
                  <a:pt x="3487501" y="1573381"/>
                  <a:pt x="3541002" y="1489113"/>
                  <a:pt x="3596754" y="1515834"/>
                </a:cubicBezTo>
                <a:cubicBezTo>
                  <a:pt x="3658405" y="1545383"/>
                  <a:pt x="3646975" y="1630752"/>
                  <a:pt x="3580613" y="1636380"/>
                </a:cubicBezTo>
                <a:cubicBezTo>
                  <a:pt x="3556865" y="1638394"/>
                  <a:pt x="3542174" y="1633793"/>
                  <a:pt x="3530236" y="1620603"/>
                </a:cubicBezTo>
                <a:close/>
                <a:moveTo>
                  <a:pt x="5050155" y="1626870"/>
                </a:moveTo>
                <a:cubicBezTo>
                  <a:pt x="5022868" y="1599583"/>
                  <a:pt x="5053121" y="1548508"/>
                  <a:pt x="5084767" y="1568435"/>
                </a:cubicBezTo>
                <a:cubicBezTo>
                  <a:pt x="5106741" y="1582272"/>
                  <a:pt x="5109250" y="1604513"/>
                  <a:pt x="5090907" y="1622856"/>
                </a:cubicBezTo>
                <a:cubicBezTo>
                  <a:pt x="5072461" y="1641302"/>
                  <a:pt x="5065293" y="1642008"/>
                  <a:pt x="5050155" y="1626870"/>
                </a:cubicBezTo>
                <a:close/>
                <a:moveTo>
                  <a:pt x="3821430" y="1607820"/>
                </a:moveTo>
                <a:cubicBezTo>
                  <a:pt x="3805246" y="1591636"/>
                  <a:pt x="3807254" y="1547156"/>
                  <a:pt x="3824967" y="1529442"/>
                </a:cubicBezTo>
                <a:cubicBezTo>
                  <a:pt x="3868773" y="1485637"/>
                  <a:pt x="3925994" y="1543640"/>
                  <a:pt x="3895389" y="1600826"/>
                </a:cubicBezTo>
                <a:cubicBezTo>
                  <a:pt x="3884214" y="1621707"/>
                  <a:pt x="3839541" y="1625931"/>
                  <a:pt x="3821430" y="1607820"/>
                </a:cubicBezTo>
                <a:close/>
                <a:moveTo>
                  <a:pt x="3054787" y="1594287"/>
                </a:moveTo>
                <a:cubicBezTo>
                  <a:pt x="3044339" y="1583839"/>
                  <a:pt x="3046749" y="1535421"/>
                  <a:pt x="3058066" y="1528427"/>
                </a:cubicBezTo>
                <a:cubicBezTo>
                  <a:pt x="3063602" y="1525006"/>
                  <a:pt x="3078865" y="1524900"/>
                  <a:pt x="3091982" y="1528192"/>
                </a:cubicBezTo>
                <a:cubicBezTo>
                  <a:pt x="3126829" y="1536938"/>
                  <a:pt x="3121742" y="1594057"/>
                  <a:pt x="3085743" y="1598256"/>
                </a:cubicBezTo>
                <a:cubicBezTo>
                  <a:pt x="3072450" y="1599806"/>
                  <a:pt x="3058520" y="1598020"/>
                  <a:pt x="3054787" y="1594287"/>
                </a:cubicBezTo>
                <a:close/>
                <a:moveTo>
                  <a:pt x="4590387" y="1585114"/>
                </a:moveTo>
                <a:cubicBezTo>
                  <a:pt x="4573466" y="1564725"/>
                  <a:pt x="4590486" y="1538287"/>
                  <a:pt x="4620532" y="1538287"/>
                </a:cubicBezTo>
                <a:cubicBezTo>
                  <a:pt x="4646450" y="1538287"/>
                  <a:pt x="4656230" y="1564759"/>
                  <a:pt x="4638295" y="1586370"/>
                </a:cubicBezTo>
                <a:cubicBezTo>
                  <a:pt x="4623357" y="1604369"/>
                  <a:pt x="4605989" y="1603913"/>
                  <a:pt x="4590387" y="1585114"/>
                </a:cubicBezTo>
                <a:close/>
                <a:moveTo>
                  <a:pt x="2771130" y="1570420"/>
                </a:moveTo>
                <a:cubicBezTo>
                  <a:pt x="2744517" y="1520693"/>
                  <a:pt x="2803876" y="1482298"/>
                  <a:pt x="2834851" y="1529204"/>
                </a:cubicBezTo>
                <a:cubicBezTo>
                  <a:pt x="2845801" y="1545786"/>
                  <a:pt x="2845528" y="1551828"/>
                  <a:pt x="2833021" y="1569685"/>
                </a:cubicBezTo>
                <a:cubicBezTo>
                  <a:pt x="2814377" y="1596302"/>
                  <a:pt x="2785167" y="1596649"/>
                  <a:pt x="2771130" y="1570420"/>
                </a:cubicBezTo>
                <a:close/>
                <a:moveTo>
                  <a:pt x="1329730" y="1560627"/>
                </a:moveTo>
                <a:cubicBezTo>
                  <a:pt x="1309433" y="1531649"/>
                  <a:pt x="1325838" y="1502775"/>
                  <a:pt x="1360334" y="1506760"/>
                </a:cubicBezTo>
                <a:cubicBezTo>
                  <a:pt x="1389107" y="1510084"/>
                  <a:pt x="1400380" y="1543660"/>
                  <a:pt x="1380689" y="1567386"/>
                </a:cubicBezTo>
                <a:cubicBezTo>
                  <a:pt x="1364522" y="1586866"/>
                  <a:pt x="1346428" y="1584466"/>
                  <a:pt x="1329730" y="1560627"/>
                </a:cubicBezTo>
                <a:close/>
                <a:moveTo>
                  <a:pt x="4360068" y="1570862"/>
                </a:moveTo>
                <a:cubicBezTo>
                  <a:pt x="4329875" y="1553276"/>
                  <a:pt x="4341979" y="1495425"/>
                  <a:pt x="4375851" y="1495425"/>
                </a:cubicBezTo>
                <a:cubicBezTo>
                  <a:pt x="4418087" y="1495425"/>
                  <a:pt x="4433687" y="1536873"/>
                  <a:pt x="4402181" y="1565386"/>
                </a:cubicBezTo>
                <a:cubicBezTo>
                  <a:pt x="4382003" y="1583647"/>
                  <a:pt x="4382016" y="1583645"/>
                  <a:pt x="4360068" y="1570862"/>
                </a:cubicBezTo>
                <a:close/>
                <a:moveTo>
                  <a:pt x="3268980" y="1550670"/>
                </a:moveTo>
                <a:cubicBezTo>
                  <a:pt x="3243316" y="1525006"/>
                  <a:pt x="3265064" y="1457325"/>
                  <a:pt x="3298973" y="1457325"/>
                </a:cubicBezTo>
                <a:cubicBezTo>
                  <a:pt x="3323763" y="1457325"/>
                  <a:pt x="3352800" y="1487417"/>
                  <a:pt x="3352800" y="1513110"/>
                </a:cubicBezTo>
                <a:cubicBezTo>
                  <a:pt x="3352800" y="1545889"/>
                  <a:pt x="3337041" y="1562100"/>
                  <a:pt x="3305175" y="1562100"/>
                </a:cubicBezTo>
                <a:cubicBezTo>
                  <a:pt x="3291554" y="1562100"/>
                  <a:pt x="3275266" y="1556956"/>
                  <a:pt x="3268980" y="1550670"/>
                </a:cubicBezTo>
                <a:close/>
                <a:moveTo>
                  <a:pt x="1889757" y="1545285"/>
                </a:moveTo>
                <a:cubicBezTo>
                  <a:pt x="1853815" y="1521286"/>
                  <a:pt x="1849752" y="1473606"/>
                  <a:pt x="1880986" y="1442372"/>
                </a:cubicBezTo>
                <a:cubicBezTo>
                  <a:pt x="1937775" y="1385583"/>
                  <a:pt x="2013329" y="1464364"/>
                  <a:pt x="1966372" y="1531405"/>
                </a:cubicBezTo>
                <a:cubicBezTo>
                  <a:pt x="1951599" y="1552497"/>
                  <a:pt x="1911450" y="1559770"/>
                  <a:pt x="1889757" y="1545285"/>
                </a:cubicBezTo>
                <a:close/>
                <a:moveTo>
                  <a:pt x="4059555" y="1541145"/>
                </a:moveTo>
                <a:cubicBezTo>
                  <a:pt x="4032423" y="1514013"/>
                  <a:pt x="4062072" y="1461902"/>
                  <a:pt x="4090987" y="1485900"/>
                </a:cubicBezTo>
                <a:cubicBezTo>
                  <a:pt x="4113349" y="1504458"/>
                  <a:pt x="4103038" y="1552575"/>
                  <a:pt x="4076700" y="1552575"/>
                </a:cubicBezTo>
                <a:cubicBezTo>
                  <a:pt x="4073556" y="1552575"/>
                  <a:pt x="4065841" y="1547431"/>
                  <a:pt x="4059555" y="1541145"/>
                </a:cubicBezTo>
                <a:close/>
                <a:moveTo>
                  <a:pt x="5516880" y="1541145"/>
                </a:moveTo>
                <a:cubicBezTo>
                  <a:pt x="5500000" y="1524265"/>
                  <a:pt x="5502914" y="1507806"/>
                  <a:pt x="5525593" y="1491921"/>
                </a:cubicBezTo>
                <a:cubicBezTo>
                  <a:pt x="5549529" y="1475155"/>
                  <a:pt x="5569161" y="1480608"/>
                  <a:pt x="5577311" y="1506287"/>
                </a:cubicBezTo>
                <a:cubicBezTo>
                  <a:pt x="5588605" y="1541871"/>
                  <a:pt x="5543578" y="1567843"/>
                  <a:pt x="5516880" y="1541145"/>
                </a:cubicBezTo>
                <a:close/>
                <a:moveTo>
                  <a:pt x="2411944" y="1518697"/>
                </a:moveTo>
                <a:cubicBezTo>
                  <a:pt x="2362976" y="1484399"/>
                  <a:pt x="2404707" y="1390998"/>
                  <a:pt x="2456592" y="1418766"/>
                </a:cubicBezTo>
                <a:cubicBezTo>
                  <a:pt x="2498831" y="1441371"/>
                  <a:pt x="2504965" y="1477350"/>
                  <a:pt x="2472170" y="1510145"/>
                </a:cubicBezTo>
                <a:cubicBezTo>
                  <a:pt x="2444693" y="1537622"/>
                  <a:pt x="2439929" y="1538299"/>
                  <a:pt x="2411944" y="1518697"/>
                </a:cubicBezTo>
                <a:close/>
                <a:moveTo>
                  <a:pt x="1486744" y="1510729"/>
                </a:moveTo>
                <a:cubicBezTo>
                  <a:pt x="1472879" y="1494023"/>
                  <a:pt x="1488090" y="1457325"/>
                  <a:pt x="1508881" y="1457325"/>
                </a:cubicBezTo>
                <a:cubicBezTo>
                  <a:pt x="1531018" y="1457325"/>
                  <a:pt x="1548008" y="1485430"/>
                  <a:pt x="1536714" y="1503367"/>
                </a:cubicBezTo>
                <a:cubicBezTo>
                  <a:pt x="1523293" y="1524679"/>
                  <a:pt x="1501042" y="1527957"/>
                  <a:pt x="1486744" y="1510729"/>
                </a:cubicBezTo>
                <a:close/>
                <a:moveTo>
                  <a:pt x="1676502" y="1509836"/>
                </a:moveTo>
                <a:cubicBezTo>
                  <a:pt x="1658199" y="1487781"/>
                  <a:pt x="1672369" y="1447800"/>
                  <a:pt x="1698488" y="1447800"/>
                </a:cubicBezTo>
                <a:cubicBezTo>
                  <a:pt x="1739264" y="1447800"/>
                  <a:pt x="1755589" y="1481549"/>
                  <a:pt x="1728107" y="1509032"/>
                </a:cubicBezTo>
                <a:cubicBezTo>
                  <a:pt x="1709326" y="1527812"/>
                  <a:pt x="1691650" y="1528087"/>
                  <a:pt x="1676502" y="1509836"/>
                </a:cubicBezTo>
                <a:close/>
                <a:moveTo>
                  <a:pt x="4904780" y="1475263"/>
                </a:moveTo>
                <a:cubicBezTo>
                  <a:pt x="4896253" y="1459331"/>
                  <a:pt x="4897027" y="1452065"/>
                  <a:pt x="4908469" y="1440623"/>
                </a:cubicBezTo>
                <a:cubicBezTo>
                  <a:pt x="4935740" y="1413352"/>
                  <a:pt x="4977534" y="1451575"/>
                  <a:pt x="4952899" y="1481258"/>
                </a:cubicBezTo>
                <a:cubicBezTo>
                  <a:pt x="4936337" y="1501214"/>
                  <a:pt x="4917406" y="1498856"/>
                  <a:pt x="4904780" y="1475263"/>
                </a:cubicBezTo>
                <a:close/>
                <a:moveTo>
                  <a:pt x="2163793" y="1477576"/>
                </a:moveTo>
                <a:cubicBezTo>
                  <a:pt x="2156597" y="1473015"/>
                  <a:pt x="2152482" y="1457647"/>
                  <a:pt x="2154268" y="1442003"/>
                </a:cubicBezTo>
                <a:cubicBezTo>
                  <a:pt x="2158487" y="1405041"/>
                  <a:pt x="2212551" y="1400278"/>
                  <a:pt x="2217674" y="1436418"/>
                </a:cubicBezTo>
                <a:cubicBezTo>
                  <a:pt x="2222991" y="1473918"/>
                  <a:pt x="2193526" y="1496425"/>
                  <a:pt x="2163793" y="1477576"/>
                </a:cubicBezTo>
                <a:close/>
                <a:moveTo>
                  <a:pt x="4686300" y="1438275"/>
                </a:moveTo>
                <a:cubicBezTo>
                  <a:pt x="4661880" y="1413855"/>
                  <a:pt x="4661969" y="1379331"/>
                  <a:pt x="4686508" y="1357123"/>
                </a:cubicBezTo>
                <a:cubicBezTo>
                  <a:pt x="4704693" y="1340666"/>
                  <a:pt x="4707612" y="1340575"/>
                  <a:pt x="4738895" y="1355493"/>
                </a:cubicBezTo>
                <a:cubicBezTo>
                  <a:pt x="4778775" y="1374510"/>
                  <a:pt x="4783020" y="1405574"/>
                  <a:pt x="4749979" y="1436614"/>
                </a:cubicBezTo>
                <a:cubicBezTo>
                  <a:pt x="4722688" y="1462253"/>
                  <a:pt x="4710593" y="1462568"/>
                  <a:pt x="4686300" y="1438275"/>
                </a:cubicBezTo>
                <a:close/>
                <a:moveTo>
                  <a:pt x="5107437" y="1444773"/>
                </a:moveTo>
                <a:cubicBezTo>
                  <a:pt x="5065781" y="1426185"/>
                  <a:pt x="5068140" y="1349476"/>
                  <a:pt x="5110868" y="1333231"/>
                </a:cubicBezTo>
                <a:cubicBezTo>
                  <a:pt x="5128816" y="1326407"/>
                  <a:pt x="5140766" y="1327985"/>
                  <a:pt x="5158339" y="1339499"/>
                </a:cubicBezTo>
                <a:cubicBezTo>
                  <a:pt x="5220679" y="1380346"/>
                  <a:pt x="5174959" y="1474902"/>
                  <a:pt x="5107437" y="1444773"/>
                </a:cubicBezTo>
                <a:close/>
                <a:moveTo>
                  <a:pt x="4181475" y="1419225"/>
                </a:moveTo>
                <a:cubicBezTo>
                  <a:pt x="4170997" y="1408747"/>
                  <a:pt x="4162425" y="1391407"/>
                  <a:pt x="4162425" y="1380692"/>
                </a:cubicBezTo>
                <a:cubicBezTo>
                  <a:pt x="4162425" y="1357601"/>
                  <a:pt x="4202756" y="1314450"/>
                  <a:pt x="4224337" y="1314450"/>
                </a:cubicBezTo>
                <a:cubicBezTo>
                  <a:pt x="4241593" y="1314450"/>
                  <a:pt x="4286250" y="1355811"/>
                  <a:pt x="4286250" y="1371793"/>
                </a:cubicBezTo>
                <a:cubicBezTo>
                  <a:pt x="4286250" y="1427776"/>
                  <a:pt x="4220012" y="1457762"/>
                  <a:pt x="4181475" y="1419225"/>
                </a:cubicBezTo>
                <a:close/>
                <a:moveTo>
                  <a:pt x="3696135" y="1414986"/>
                </a:moveTo>
                <a:cubicBezTo>
                  <a:pt x="3669043" y="1382343"/>
                  <a:pt x="3706408" y="1327159"/>
                  <a:pt x="3740943" y="1348808"/>
                </a:cubicBezTo>
                <a:cubicBezTo>
                  <a:pt x="3774932" y="1370115"/>
                  <a:pt x="3762706" y="1428750"/>
                  <a:pt x="3724275" y="1428750"/>
                </a:cubicBezTo>
                <a:cubicBezTo>
                  <a:pt x="3715080" y="1428750"/>
                  <a:pt x="3702417" y="1422556"/>
                  <a:pt x="3696135" y="1414986"/>
                </a:cubicBezTo>
                <a:close/>
                <a:moveTo>
                  <a:pt x="5400202" y="1413893"/>
                </a:moveTo>
                <a:cubicBezTo>
                  <a:pt x="5384233" y="1394652"/>
                  <a:pt x="5399027" y="1349282"/>
                  <a:pt x="5422760" y="1344712"/>
                </a:cubicBezTo>
                <a:cubicBezTo>
                  <a:pt x="5445723" y="1340289"/>
                  <a:pt x="5467350" y="1359902"/>
                  <a:pt x="5467350" y="1385148"/>
                </a:cubicBezTo>
                <a:cubicBezTo>
                  <a:pt x="5467350" y="1425260"/>
                  <a:pt x="5424765" y="1443489"/>
                  <a:pt x="5400202" y="1413893"/>
                </a:cubicBezTo>
                <a:close/>
                <a:moveTo>
                  <a:pt x="2641827" y="1394674"/>
                </a:moveTo>
                <a:cubicBezTo>
                  <a:pt x="2611195" y="1347923"/>
                  <a:pt x="2650902" y="1292236"/>
                  <a:pt x="2702046" y="1310222"/>
                </a:cubicBezTo>
                <a:cubicBezTo>
                  <a:pt x="2761036" y="1330968"/>
                  <a:pt x="2748084" y="1419225"/>
                  <a:pt x="2686050" y="1419225"/>
                </a:cubicBezTo>
                <a:cubicBezTo>
                  <a:pt x="2666323" y="1419225"/>
                  <a:pt x="2653106" y="1411887"/>
                  <a:pt x="2641827" y="1394674"/>
                </a:cubicBezTo>
                <a:close/>
                <a:moveTo>
                  <a:pt x="2926080" y="1407795"/>
                </a:moveTo>
                <a:cubicBezTo>
                  <a:pt x="2919793" y="1401508"/>
                  <a:pt x="2914650" y="1387363"/>
                  <a:pt x="2914650" y="1376362"/>
                </a:cubicBezTo>
                <a:cubicBezTo>
                  <a:pt x="2914650" y="1331454"/>
                  <a:pt x="2973753" y="1315985"/>
                  <a:pt x="2992034" y="1356107"/>
                </a:cubicBezTo>
                <a:cubicBezTo>
                  <a:pt x="3012422" y="1400855"/>
                  <a:pt x="2960125" y="1441840"/>
                  <a:pt x="2926080" y="1407795"/>
                </a:cubicBezTo>
                <a:close/>
                <a:moveTo>
                  <a:pt x="3411855" y="1407795"/>
                </a:moveTo>
                <a:cubicBezTo>
                  <a:pt x="3387930" y="1383870"/>
                  <a:pt x="3405739" y="1343025"/>
                  <a:pt x="3440094" y="1343025"/>
                </a:cubicBezTo>
                <a:cubicBezTo>
                  <a:pt x="3449340" y="1343025"/>
                  <a:pt x="3461492" y="1351597"/>
                  <a:pt x="3467100" y="1362075"/>
                </a:cubicBezTo>
                <a:cubicBezTo>
                  <a:pt x="3487679" y="1400528"/>
                  <a:pt x="3442214" y="1438154"/>
                  <a:pt x="3411855" y="1407795"/>
                </a:cubicBezTo>
                <a:close/>
                <a:moveTo>
                  <a:pt x="4474368" y="1389887"/>
                </a:moveTo>
                <a:cubicBezTo>
                  <a:pt x="4453860" y="1377941"/>
                  <a:pt x="4452292" y="1330795"/>
                  <a:pt x="4471863" y="1314552"/>
                </a:cubicBezTo>
                <a:cubicBezTo>
                  <a:pt x="4511929" y="1281300"/>
                  <a:pt x="4564025" y="1342574"/>
                  <a:pt x="4528790" y="1381508"/>
                </a:cubicBezTo>
                <a:cubicBezTo>
                  <a:pt x="4509907" y="1402374"/>
                  <a:pt x="4498755" y="1404091"/>
                  <a:pt x="4474368" y="1389887"/>
                </a:cubicBezTo>
                <a:close/>
                <a:moveTo>
                  <a:pt x="3137639" y="1377586"/>
                </a:moveTo>
                <a:cubicBezTo>
                  <a:pt x="3127050" y="1349992"/>
                  <a:pt x="3137837" y="1328737"/>
                  <a:pt x="3162430" y="1328737"/>
                </a:cubicBezTo>
                <a:cubicBezTo>
                  <a:pt x="3182393" y="1328737"/>
                  <a:pt x="3186112" y="1333224"/>
                  <a:pt x="3186112" y="1357312"/>
                </a:cubicBezTo>
                <a:cubicBezTo>
                  <a:pt x="3186112" y="1389267"/>
                  <a:pt x="3148205" y="1405122"/>
                  <a:pt x="3137639" y="1377586"/>
                </a:cubicBezTo>
                <a:close/>
                <a:moveTo>
                  <a:pt x="3928038" y="1347628"/>
                </a:moveTo>
                <a:cubicBezTo>
                  <a:pt x="3903849" y="1323440"/>
                  <a:pt x="3903398" y="1298246"/>
                  <a:pt x="3926632" y="1269206"/>
                </a:cubicBezTo>
                <a:cubicBezTo>
                  <a:pt x="3941011" y="1251232"/>
                  <a:pt x="3979062" y="1254912"/>
                  <a:pt x="4000500" y="1276350"/>
                </a:cubicBezTo>
                <a:cubicBezTo>
                  <a:pt x="4024631" y="1300481"/>
                  <a:pt x="4024487" y="1315129"/>
                  <a:pt x="3999808" y="1346502"/>
                </a:cubicBezTo>
                <a:cubicBezTo>
                  <a:pt x="3975139" y="1377864"/>
                  <a:pt x="3958534" y="1378125"/>
                  <a:pt x="3928038" y="1347628"/>
                </a:cubicBezTo>
                <a:close/>
                <a:moveTo>
                  <a:pt x="1529442" y="1347107"/>
                </a:moveTo>
                <a:cubicBezTo>
                  <a:pt x="1507277" y="1324941"/>
                  <a:pt x="1511136" y="1302162"/>
                  <a:pt x="1542081" y="1272515"/>
                </a:cubicBezTo>
                <a:cubicBezTo>
                  <a:pt x="1574180" y="1241762"/>
                  <a:pt x="1605020" y="1249526"/>
                  <a:pt x="1615425" y="1290981"/>
                </a:cubicBezTo>
                <a:cubicBezTo>
                  <a:pt x="1628574" y="1343373"/>
                  <a:pt x="1566336" y="1384000"/>
                  <a:pt x="1529442" y="1347107"/>
                </a:cubicBezTo>
                <a:close/>
                <a:moveTo>
                  <a:pt x="1771650" y="1333500"/>
                </a:moveTo>
                <a:cubicBezTo>
                  <a:pt x="1750245" y="1293505"/>
                  <a:pt x="1791714" y="1259675"/>
                  <a:pt x="1823357" y="1291317"/>
                </a:cubicBezTo>
                <a:cubicBezTo>
                  <a:pt x="1841064" y="1309025"/>
                  <a:pt x="1841216" y="1310298"/>
                  <a:pt x="1828464" y="1334126"/>
                </a:cubicBezTo>
                <a:cubicBezTo>
                  <a:pt x="1815643" y="1358083"/>
                  <a:pt x="1784623" y="1357741"/>
                  <a:pt x="1771650" y="1333500"/>
                </a:cubicBezTo>
                <a:close/>
                <a:moveTo>
                  <a:pt x="2000057" y="1323615"/>
                </a:moveTo>
                <a:cubicBezTo>
                  <a:pt x="1987665" y="1300460"/>
                  <a:pt x="1995269" y="1270774"/>
                  <a:pt x="2015590" y="1262976"/>
                </a:cubicBezTo>
                <a:cubicBezTo>
                  <a:pt x="2037972" y="1254387"/>
                  <a:pt x="2066925" y="1274475"/>
                  <a:pt x="2066925" y="1298592"/>
                </a:cubicBezTo>
                <a:cubicBezTo>
                  <a:pt x="2066925" y="1341770"/>
                  <a:pt x="2019309" y="1359588"/>
                  <a:pt x="2000057" y="1323615"/>
                </a:cubicBezTo>
                <a:close/>
                <a:moveTo>
                  <a:pt x="2373995" y="1303385"/>
                </a:moveTo>
                <a:cubicBezTo>
                  <a:pt x="2346402" y="1275792"/>
                  <a:pt x="2376309" y="1224460"/>
                  <a:pt x="2408242" y="1244602"/>
                </a:cubicBezTo>
                <a:cubicBezTo>
                  <a:pt x="2431665" y="1259378"/>
                  <a:pt x="2429260" y="1308949"/>
                  <a:pt x="2404951" y="1312433"/>
                </a:cubicBezTo>
                <a:cubicBezTo>
                  <a:pt x="2394412" y="1313944"/>
                  <a:pt x="2380482" y="1309872"/>
                  <a:pt x="2373995" y="1303385"/>
                </a:cubicBezTo>
                <a:close/>
                <a:moveTo>
                  <a:pt x="3534917" y="1288010"/>
                </a:moveTo>
                <a:cubicBezTo>
                  <a:pt x="3523092" y="1265914"/>
                  <a:pt x="3538420" y="1238250"/>
                  <a:pt x="3562488" y="1238250"/>
                </a:cubicBezTo>
                <a:cubicBezTo>
                  <a:pt x="3586329" y="1238250"/>
                  <a:pt x="3601773" y="1266828"/>
                  <a:pt x="3589644" y="1288502"/>
                </a:cubicBezTo>
                <a:cubicBezTo>
                  <a:pt x="3577690" y="1309861"/>
                  <a:pt x="3546461" y="1309580"/>
                  <a:pt x="3534917" y="1288010"/>
                </a:cubicBezTo>
                <a:close/>
                <a:moveTo>
                  <a:pt x="5289994" y="1291093"/>
                </a:moveTo>
                <a:cubicBezTo>
                  <a:pt x="5283359" y="1273802"/>
                  <a:pt x="5292996" y="1257300"/>
                  <a:pt x="5309730" y="1257300"/>
                </a:cubicBezTo>
                <a:cubicBezTo>
                  <a:pt x="5324300" y="1257300"/>
                  <a:pt x="5333138" y="1275537"/>
                  <a:pt x="5327040" y="1293018"/>
                </a:cubicBezTo>
                <a:cubicBezTo>
                  <a:pt x="5321349" y="1309334"/>
                  <a:pt x="5296498" y="1308043"/>
                  <a:pt x="5289994" y="1291093"/>
                </a:cubicBezTo>
                <a:close/>
                <a:moveTo>
                  <a:pt x="4880457" y="1281668"/>
                </a:moveTo>
                <a:cubicBezTo>
                  <a:pt x="4870126" y="1254745"/>
                  <a:pt x="4881340" y="1233531"/>
                  <a:pt x="4907505" y="1230505"/>
                </a:cubicBezTo>
                <a:cubicBezTo>
                  <a:pt x="4934110" y="1227428"/>
                  <a:pt x="4953743" y="1261554"/>
                  <a:pt x="4939047" y="1285333"/>
                </a:cubicBezTo>
                <a:cubicBezTo>
                  <a:pt x="4929830" y="1300246"/>
                  <a:pt x="4886548" y="1297539"/>
                  <a:pt x="4880457" y="1281668"/>
                </a:cubicBezTo>
                <a:close/>
                <a:moveTo>
                  <a:pt x="3275741" y="1253893"/>
                </a:moveTo>
                <a:cubicBezTo>
                  <a:pt x="3241422" y="1236783"/>
                  <a:pt x="3231644" y="1198719"/>
                  <a:pt x="3253773" y="1168372"/>
                </a:cubicBezTo>
                <a:cubicBezTo>
                  <a:pt x="3274148" y="1140428"/>
                  <a:pt x="3284282" y="1138228"/>
                  <a:pt x="3319242" y="1154157"/>
                </a:cubicBezTo>
                <a:cubicBezTo>
                  <a:pt x="3351752" y="1168970"/>
                  <a:pt x="3359266" y="1202088"/>
                  <a:pt x="3337017" y="1232497"/>
                </a:cubicBezTo>
                <a:cubicBezTo>
                  <a:pt x="3314155" y="1263744"/>
                  <a:pt x="3303183" y="1267575"/>
                  <a:pt x="3275741" y="1253893"/>
                </a:cubicBezTo>
                <a:close/>
                <a:moveTo>
                  <a:pt x="2189543" y="1234670"/>
                </a:moveTo>
                <a:cubicBezTo>
                  <a:pt x="2164534" y="1222201"/>
                  <a:pt x="2149126" y="1167380"/>
                  <a:pt x="2163227" y="1141033"/>
                </a:cubicBezTo>
                <a:cubicBezTo>
                  <a:pt x="2176594" y="1116056"/>
                  <a:pt x="2215342" y="1109624"/>
                  <a:pt x="2243055" y="1127782"/>
                </a:cubicBezTo>
                <a:cubicBezTo>
                  <a:pt x="2307486" y="1169999"/>
                  <a:pt x="2258018" y="1268808"/>
                  <a:pt x="2189543" y="1234670"/>
                </a:cubicBezTo>
                <a:close/>
                <a:moveTo>
                  <a:pt x="2811780" y="1236345"/>
                </a:moveTo>
                <a:cubicBezTo>
                  <a:pt x="2785081" y="1209646"/>
                  <a:pt x="2811053" y="1164619"/>
                  <a:pt x="2846637" y="1175913"/>
                </a:cubicBezTo>
                <a:cubicBezTo>
                  <a:pt x="2870643" y="1183532"/>
                  <a:pt x="2879106" y="1206150"/>
                  <a:pt x="2866655" y="1229415"/>
                </a:cubicBezTo>
                <a:cubicBezTo>
                  <a:pt x="2855572" y="1250123"/>
                  <a:pt x="2828923" y="1253488"/>
                  <a:pt x="2811780" y="1236345"/>
                </a:cubicBezTo>
                <a:close/>
                <a:moveTo>
                  <a:pt x="4348842" y="1232807"/>
                </a:moveTo>
                <a:cubicBezTo>
                  <a:pt x="4331290" y="1215255"/>
                  <a:pt x="4330339" y="1205504"/>
                  <a:pt x="4343735" y="1180473"/>
                </a:cubicBezTo>
                <a:cubicBezTo>
                  <a:pt x="4362834" y="1144785"/>
                  <a:pt x="4419600" y="1163071"/>
                  <a:pt x="4419600" y="1204912"/>
                </a:cubicBezTo>
                <a:cubicBezTo>
                  <a:pt x="4419600" y="1245023"/>
                  <a:pt x="4377612" y="1261576"/>
                  <a:pt x="4348842" y="1232807"/>
                </a:cubicBezTo>
                <a:close/>
                <a:moveTo>
                  <a:pt x="5058210" y="1195911"/>
                </a:moveTo>
                <a:cubicBezTo>
                  <a:pt x="5051927" y="1188342"/>
                  <a:pt x="5048188" y="1172268"/>
                  <a:pt x="5049900" y="1160193"/>
                </a:cubicBezTo>
                <a:cubicBezTo>
                  <a:pt x="5054188" y="1129940"/>
                  <a:pt x="5099734" y="1124142"/>
                  <a:pt x="5114619" y="1151954"/>
                </a:cubicBezTo>
                <a:cubicBezTo>
                  <a:pt x="5136164" y="1192210"/>
                  <a:pt x="5086960" y="1230553"/>
                  <a:pt x="5058210" y="1195911"/>
                </a:cubicBezTo>
                <a:close/>
                <a:moveTo>
                  <a:pt x="2573655" y="1188720"/>
                </a:moveTo>
                <a:cubicBezTo>
                  <a:pt x="2550063" y="1165128"/>
                  <a:pt x="2571828" y="1114425"/>
                  <a:pt x="2605548" y="1114425"/>
                </a:cubicBezTo>
                <a:cubicBezTo>
                  <a:pt x="2629037" y="1114425"/>
                  <a:pt x="2650875" y="1157836"/>
                  <a:pt x="2638766" y="1180461"/>
                </a:cubicBezTo>
                <a:cubicBezTo>
                  <a:pt x="2627142" y="1202182"/>
                  <a:pt x="2591622" y="1206687"/>
                  <a:pt x="2573655" y="1188720"/>
                </a:cubicBezTo>
                <a:close/>
                <a:moveTo>
                  <a:pt x="4139736" y="1185626"/>
                </a:moveTo>
                <a:cubicBezTo>
                  <a:pt x="4128077" y="1173966"/>
                  <a:pt x="4126740" y="1165809"/>
                  <a:pt x="4134204" y="1151863"/>
                </a:cubicBezTo>
                <a:cubicBezTo>
                  <a:pt x="4150650" y="1121133"/>
                  <a:pt x="4185139" y="1136251"/>
                  <a:pt x="4179927" y="1171906"/>
                </a:cubicBezTo>
                <a:cubicBezTo>
                  <a:pt x="4175849" y="1199797"/>
                  <a:pt x="4159492" y="1205381"/>
                  <a:pt x="4139736" y="1185626"/>
                </a:cubicBezTo>
                <a:close/>
                <a:moveTo>
                  <a:pt x="3810644" y="1172779"/>
                </a:moveTo>
                <a:cubicBezTo>
                  <a:pt x="3797553" y="1148319"/>
                  <a:pt x="3797682" y="1147153"/>
                  <a:pt x="3815423" y="1129411"/>
                </a:cubicBezTo>
                <a:cubicBezTo>
                  <a:pt x="3837759" y="1107075"/>
                  <a:pt x="3869238" y="1126560"/>
                  <a:pt x="3865339" y="1160309"/>
                </a:cubicBezTo>
                <a:cubicBezTo>
                  <a:pt x="3861589" y="1192771"/>
                  <a:pt x="3825720" y="1200948"/>
                  <a:pt x="3810644" y="1172779"/>
                </a:cubicBezTo>
                <a:close/>
                <a:moveTo>
                  <a:pt x="4642964" y="1167428"/>
                </a:moveTo>
                <a:cubicBezTo>
                  <a:pt x="4610342" y="1117639"/>
                  <a:pt x="4654133" y="1047136"/>
                  <a:pt x="4709110" y="1060934"/>
                </a:cubicBezTo>
                <a:cubicBezTo>
                  <a:pt x="4737413" y="1068038"/>
                  <a:pt x="4765220" y="1114714"/>
                  <a:pt x="4756222" y="1140015"/>
                </a:cubicBezTo>
                <a:cubicBezTo>
                  <a:pt x="4736870" y="1194427"/>
                  <a:pt x="4671088" y="1210349"/>
                  <a:pt x="4642964" y="1167428"/>
                </a:cubicBezTo>
                <a:close/>
                <a:moveTo>
                  <a:pt x="1681162" y="1158115"/>
                </a:moveTo>
                <a:cubicBezTo>
                  <a:pt x="1716767" y="1128266"/>
                  <a:pt x="1725625" y="1127439"/>
                  <a:pt x="1715546" y="1154906"/>
                </a:cubicBezTo>
                <a:cubicBezTo>
                  <a:pt x="1710312" y="1169170"/>
                  <a:pt x="1698470" y="1177296"/>
                  <a:pt x="1680135" y="1179204"/>
                </a:cubicBezTo>
                <a:lnTo>
                  <a:pt x="1652587" y="1182071"/>
                </a:lnTo>
                <a:lnTo>
                  <a:pt x="1681162" y="1158115"/>
                </a:lnTo>
                <a:close/>
                <a:moveTo>
                  <a:pt x="3013367" y="1160115"/>
                </a:moveTo>
                <a:cubicBezTo>
                  <a:pt x="2968953" y="1139306"/>
                  <a:pt x="2966726" y="1066215"/>
                  <a:pt x="3010087" y="1052453"/>
                </a:cubicBezTo>
                <a:cubicBezTo>
                  <a:pt x="3037805" y="1043655"/>
                  <a:pt x="3075545" y="1064143"/>
                  <a:pt x="3082474" y="1091749"/>
                </a:cubicBezTo>
                <a:cubicBezTo>
                  <a:pt x="3093483" y="1135612"/>
                  <a:pt x="3050927" y="1177711"/>
                  <a:pt x="3013367" y="1160115"/>
                </a:cubicBezTo>
                <a:close/>
                <a:moveTo>
                  <a:pt x="1880926" y="1142711"/>
                </a:moveTo>
                <a:cubicBezTo>
                  <a:pt x="1860798" y="1120470"/>
                  <a:pt x="1869122" y="1081108"/>
                  <a:pt x="1897754" y="1063137"/>
                </a:cubicBezTo>
                <a:cubicBezTo>
                  <a:pt x="1919536" y="1049465"/>
                  <a:pt x="1965634" y="1076157"/>
                  <a:pt x="1970059" y="1105004"/>
                </a:cubicBezTo>
                <a:cubicBezTo>
                  <a:pt x="1977390" y="1152808"/>
                  <a:pt x="1914240" y="1179523"/>
                  <a:pt x="1880926" y="1142711"/>
                </a:cubicBezTo>
                <a:close/>
                <a:moveTo>
                  <a:pt x="3573780" y="1122045"/>
                </a:moveTo>
                <a:cubicBezTo>
                  <a:pt x="3557201" y="1105466"/>
                  <a:pt x="3559767" y="1051693"/>
                  <a:pt x="3578006" y="1033453"/>
                </a:cubicBezTo>
                <a:cubicBezTo>
                  <a:pt x="3605901" y="1005559"/>
                  <a:pt x="3667125" y="1034806"/>
                  <a:pt x="3667125" y="1076026"/>
                </a:cubicBezTo>
                <a:cubicBezTo>
                  <a:pt x="3667125" y="1120803"/>
                  <a:pt x="3603771" y="1152036"/>
                  <a:pt x="3573780" y="1122045"/>
                </a:cubicBezTo>
                <a:close/>
                <a:moveTo>
                  <a:pt x="4229202" y="1081211"/>
                </a:moveTo>
                <a:cubicBezTo>
                  <a:pt x="4215212" y="1064353"/>
                  <a:pt x="4223405" y="1023398"/>
                  <a:pt x="4242211" y="1016181"/>
                </a:cubicBezTo>
                <a:cubicBezTo>
                  <a:pt x="4260338" y="1009225"/>
                  <a:pt x="4295775" y="1035509"/>
                  <a:pt x="4295775" y="1055910"/>
                </a:cubicBezTo>
                <a:cubicBezTo>
                  <a:pt x="4295775" y="1091798"/>
                  <a:pt x="4251845" y="1108493"/>
                  <a:pt x="4229202" y="1081211"/>
                </a:cubicBezTo>
                <a:close/>
                <a:moveTo>
                  <a:pt x="2434317" y="1070882"/>
                </a:moveTo>
                <a:cubicBezTo>
                  <a:pt x="2398512" y="1035076"/>
                  <a:pt x="2431350" y="981984"/>
                  <a:pt x="2481514" y="994574"/>
                </a:cubicBezTo>
                <a:cubicBezTo>
                  <a:pt x="2511199" y="1002025"/>
                  <a:pt x="2520086" y="1033195"/>
                  <a:pt x="2500882" y="1062503"/>
                </a:cubicBezTo>
                <a:cubicBezTo>
                  <a:pt x="2483371" y="1089229"/>
                  <a:pt x="2456097" y="1092661"/>
                  <a:pt x="2434317" y="1070882"/>
                </a:cubicBezTo>
                <a:close/>
                <a:moveTo>
                  <a:pt x="3966705" y="1062676"/>
                </a:moveTo>
                <a:cubicBezTo>
                  <a:pt x="3945750" y="1030695"/>
                  <a:pt x="3962117" y="1000125"/>
                  <a:pt x="4000193" y="1000125"/>
                </a:cubicBezTo>
                <a:cubicBezTo>
                  <a:pt x="4035158" y="1000125"/>
                  <a:pt x="4046680" y="1029235"/>
                  <a:pt x="4024882" y="1062503"/>
                </a:cubicBezTo>
                <a:cubicBezTo>
                  <a:pt x="4005479" y="1092116"/>
                  <a:pt x="3986032" y="1092173"/>
                  <a:pt x="3966705" y="1062676"/>
                </a:cubicBezTo>
                <a:close/>
                <a:moveTo>
                  <a:pt x="2729391" y="1025282"/>
                </a:moveTo>
                <a:cubicBezTo>
                  <a:pt x="2685033" y="980924"/>
                  <a:pt x="2712887" y="904875"/>
                  <a:pt x="2773492" y="904875"/>
                </a:cubicBezTo>
                <a:cubicBezTo>
                  <a:pt x="2799142" y="904875"/>
                  <a:pt x="2838450" y="947203"/>
                  <a:pt x="2838450" y="974824"/>
                </a:cubicBezTo>
                <a:cubicBezTo>
                  <a:pt x="2838450" y="1033060"/>
                  <a:pt x="2769206" y="1065097"/>
                  <a:pt x="2729391" y="1025282"/>
                </a:cubicBezTo>
                <a:close/>
                <a:moveTo>
                  <a:pt x="3392805" y="1026795"/>
                </a:moveTo>
                <a:cubicBezTo>
                  <a:pt x="3362031" y="996021"/>
                  <a:pt x="3391845" y="951665"/>
                  <a:pt x="3429690" y="971919"/>
                </a:cubicBezTo>
                <a:cubicBezTo>
                  <a:pt x="3458976" y="987592"/>
                  <a:pt x="3447539" y="1038225"/>
                  <a:pt x="3414712" y="1038225"/>
                </a:cubicBezTo>
                <a:cubicBezTo>
                  <a:pt x="3408949" y="1038225"/>
                  <a:pt x="3399091" y="1033081"/>
                  <a:pt x="3392805" y="1026795"/>
                </a:cubicBezTo>
                <a:close/>
                <a:moveTo>
                  <a:pt x="4448175" y="1019175"/>
                </a:moveTo>
                <a:cubicBezTo>
                  <a:pt x="4399944" y="970944"/>
                  <a:pt x="4445422" y="897710"/>
                  <a:pt x="4504599" y="928312"/>
                </a:cubicBezTo>
                <a:cubicBezTo>
                  <a:pt x="4551867" y="952755"/>
                  <a:pt x="4533915" y="1038225"/>
                  <a:pt x="4481512" y="1038225"/>
                </a:cubicBezTo>
                <a:cubicBezTo>
                  <a:pt x="4473654" y="1038225"/>
                  <a:pt x="4458652" y="1029652"/>
                  <a:pt x="4448175" y="1019175"/>
                </a:cubicBezTo>
                <a:close/>
                <a:moveTo>
                  <a:pt x="3186792" y="1013732"/>
                </a:moveTo>
                <a:cubicBezTo>
                  <a:pt x="3168895" y="995834"/>
                  <a:pt x="3167731" y="979453"/>
                  <a:pt x="3183255" y="963930"/>
                </a:cubicBezTo>
                <a:cubicBezTo>
                  <a:pt x="3215277" y="931907"/>
                  <a:pt x="3258867" y="970880"/>
                  <a:pt x="3232744" y="1008177"/>
                </a:cubicBezTo>
                <a:cubicBezTo>
                  <a:pt x="3215623" y="1032621"/>
                  <a:pt x="3206753" y="1033693"/>
                  <a:pt x="3186792" y="1013732"/>
                </a:cubicBezTo>
                <a:close/>
                <a:moveTo>
                  <a:pt x="4949713" y="1011281"/>
                </a:moveTo>
                <a:cubicBezTo>
                  <a:pt x="4935358" y="995419"/>
                  <a:pt x="4926901" y="933450"/>
                  <a:pt x="4939091" y="933450"/>
                </a:cubicBezTo>
                <a:cubicBezTo>
                  <a:pt x="4945016" y="933450"/>
                  <a:pt x="5008182" y="966307"/>
                  <a:pt x="5028821" y="980125"/>
                </a:cubicBezTo>
                <a:cubicBezTo>
                  <a:pt x="5040759" y="988117"/>
                  <a:pt x="5040212" y="992218"/>
                  <a:pt x="5024963" y="1009068"/>
                </a:cubicBezTo>
                <a:cubicBezTo>
                  <a:pt x="5002974" y="1033366"/>
                  <a:pt x="4970563" y="1034319"/>
                  <a:pt x="4949713" y="1011281"/>
                </a:cubicBezTo>
                <a:close/>
                <a:moveTo>
                  <a:pt x="2021205" y="988695"/>
                </a:moveTo>
                <a:cubicBezTo>
                  <a:pt x="1991560" y="959050"/>
                  <a:pt x="2039701" y="897379"/>
                  <a:pt x="2071735" y="923964"/>
                </a:cubicBezTo>
                <a:cubicBezTo>
                  <a:pt x="2099864" y="947309"/>
                  <a:pt x="2083317" y="1000125"/>
                  <a:pt x="2047875" y="1000125"/>
                </a:cubicBezTo>
                <a:cubicBezTo>
                  <a:pt x="2039493" y="1000125"/>
                  <a:pt x="2027491" y="994981"/>
                  <a:pt x="2021205" y="988695"/>
                </a:cubicBezTo>
                <a:close/>
                <a:moveTo>
                  <a:pt x="2226076" y="965601"/>
                </a:moveTo>
                <a:cubicBezTo>
                  <a:pt x="2204309" y="943834"/>
                  <a:pt x="2232792" y="899675"/>
                  <a:pt x="2261495" y="910689"/>
                </a:cubicBezTo>
                <a:cubicBezTo>
                  <a:pt x="2284826" y="919642"/>
                  <a:pt x="2277571" y="965948"/>
                  <a:pt x="2252270" y="969570"/>
                </a:cubicBezTo>
                <a:cubicBezTo>
                  <a:pt x="2241577" y="971101"/>
                  <a:pt x="2229790" y="969315"/>
                  <a:pt x="2226076" y="965601"/>
                </a:cubicBezTo>
                <a:close/>
                <a:moveTo>
                  <a:pt x="3774019" y="956722"/>
                </a:moveTo>
                <a:cubicBezTo>
                  <a:pt x="3736616" y="930524"/>
                  <a:pt x="3755366" y="866775"/>
                  <a:pt x="3800475" y="866775"/>
                </a:cubicBezTo>
                <a:cubicBezTo>
                  <a:pt x="3845583" y="866775"/>
                  <a:pt x="3864333" y="930524"/>
                  <a:pt x="3826930" y="956722"/>
                </a:cubicBezTo>
                <a:cubicBezTo>
                  <a:pt x="3815287" y="964877"/>
                  <a:pt x="3803382" y="971550"/>
                  <a:pt x="3800475" y="971550"/>
                </a:cubicBezTo>
                <a:cubicBezTo>
                  <a:pt x="3797567" y="971550"/>
                  <a:pt x="3785662" y="964877"/>
                  <a:pt x="3774019" y="956722"/>
                </a:cubicBezTo>
                <a:close/>
                <a:moveTo>
                  <a:pt x="4619625" y="914400"/>
                </a:moveTo>
                <a:cubicBezTo>
                  <a:pt x="4619625" y="901700"/>
                  <a:pt x="4625975" y="895350"/>
                  <a:pt x="4638675" y="895350"/>
                </a:cubicBezTo>
                <a:cubicBezTo>
                  <a:pt x="4651375" y="895350"/>
                  <a:pt x="4657725" y="901700"/>
                  <a:pt x="4657725" y="914400"/>
                </a:cubicBezTo>
                <a:cubicBezTo>
                  <a:pt x="4657725" y="927100"/>
                  <a:pt x="4651375" y="933450"/>
                  <a:pt x="4638675" y="933450"/>
                </a:cubicBezTo>
                <a:cubicBezTo>
                  <a:pt x="4625975" y="933450"/>
                  <a:pt x="4619625" y="927100"/>
                  <a:pt x="4619625" y="914400"/>
                </a:cubicBezTo>
                <a:close/>
                <a:moveTo>
                  <a:pt x="4164330" y="912495"/>
                </a:moveTo>
                <a:cubicBezTo>
                  <a:pt x="4147147" y="895312"/>
                  <a:pt x="4150582" y="852774"/>
                  <a:pt x="4170617" y="834643"/>
                </a:cubicBezTo>
                <a:cubicBezTo>
                  <a:pt x="4192846" y="814526"/>
                  <a:pt x="4233858" y="827227"/>
                  <a:pt x="4243362" y="857170"/>
                </a:cubicBezTo>
                <a:cubicBezTo>
                  <a:pt x="4257446" y="901547"/>
                  <a:pt x="4196233" y="944398"/>
                  <a:pt x="4164330" y="912495"/>
                </a:cubicBezTo>
                <a:close/>
                <a:moveTo>
                  <a:pt x="4764405" y="902970"/>
                </a:moveTo>
                <a:cubicBezTo>
                  <a:pt x="4750676" y="889241"/>
                  <a:pt x="4749285" y="851129"/>
                  <a:pt x="4762220" y="843135"/>
                </a:cubicBezTo>
                <a:cubicBezTo>
                  <a:pt x="4775036" y="835214"/>
                  <a:pt x="4829175" y="864539"/>
                  <a:pt x="4829175" y="879402"/>
                </a:cubicBezTo>
                <a:cubicBezTo>
                  <a:pt x="4829175" y="896205"/>
                  <a:pt x="4809368" y="914400"/>
                  <a:pt x="4791075" y="914400"/>
                </a:cubicBezTo>
                <a:cubicBezTo>
                  <a:pt x="4782693" y="914400"/>
                  <a:pt x="4770691" y="909256"/>
                  <a:pt x="4764405" y="902970"/>
                </a:cubicBezTo>
                <a:close/>
                <a:moveTo>
                  <a:pt x="3026322" y="894069"/>
                </a:moveTo>
                <a:cubicBezTo>
                  <a:pt x="3006383" y="882910"/>
                  <a:pt x="3004771" y="844788"/>
                  <a:pt x="3023578" y="829180"/>
                </a:cubicBezTo>
                <a:cubicBezTo>
                  <a:pt x="3043705" y="812476"/>
                  <a:pt x="3076575" y="832839"/>
                  <a:pt x="3076575" y="862012"/>
                </a:cubicBezTo>
                <a:cubicBezTo>
                  <a:pt x="3076575" y="890038"/>
                  <a:pt x="3049725" y="907165"/>
                  <a:pt x="3026322" y="894069"/>
                </a:cubicBezTo>
                <a:close/>
                <a:moveTo>
                  <a:pt x="2533175" y="865887"/>
                </a:moveTo>
                <a:cubicBezTo>
                  <a:pt x="2509411" y="821484"/>
                  <a:pt x="2547898" y="777139"/>
                  <a:pt x="2590440" y="799907"/>
                </a:cubicBezTo>
                <a:cubicBezTo>
                  <a:pt x="2612265" y="811587"/>
                  <a:pt x="2617002" y="855812"/>
                  <a:pt x="2598420" y="874395"/>
                </a:cubicBezTo>
                <a:cubicBezTo>
                  <a:pt x="2580349" y="892465"/>
                  <a:pt x="2544927" y="887846"/>
                  <a:pt x="2533175" y="865887"/>
                </a:cubicBezTo>
                <a:close/>
                <a:moveTo>
                  <a:pt x="2365668" y="852551"/>
                </a:moveTo>
                <a:cubicBezTo>
                  <a:pt x="2362369" y="843953"/>
                  <a:pt x="2364237" y="832352"/>
                  <a:pt x="2369820" y="826770"/>
                </a:cubicBezTo>
                <a:cubicBezTo>
                  <a:pt x="2384332" y="812257"/>
                  <a:pt x="2411829" y="825521"/>
                  <a:pt x="2408038" y="845205"/>
                </a:cubicBezTo>
                <a:cubicBezTo>
                  <a:pt x="2403815" y="867130"/>
                  <a:pt x="2373294" y="872422"/>
                  <a:pt x="2365668" y="852551"/>
                </a:cubicBezTo>
                <a:close/>
                <a:moveTo>
                  <a:pt x="3259011" y="840581"/>
                </a:moveTo>
                <a:cubicBezTo>
                  <a:pt x="3209288" y="798507"/>
                  <a:pt x="3235956" y="722855"/>
                  <a:pt x="3297487" y="731429"/>
                </a:cubicBezTo>
                <a:cubicBezTo>
                  <a:pt x="3341790" y="737602"/>
                  <a:pt x="3352800" y="749499"/>
                  <a:pt x="3352800" y="791201"/>
                </a:cubicBezTo>
                <a:cubicBezTo>
                  <a:pt x="3352800" y="848644"/>
                  <a:pt x="3300859" y="875991"/>
                  <a:pt x="3259011" y="840581"/>
                </a:cubicBezTo>
                <a:close/>
                <a:moveTo>
                  <a:pt x="3516997" y="850905"/>
                </a:moveTo>
                <a:cubicBezTo>
                  <a:pt x="3477867" y="835141"/>
                  <a:pt x="3486238" y="771525"/>
                  <a:pt x="3527442" y="771525"/>
                </a:cubicBezTo>
                <a:cubicBezTo>
                  <a:pt x="3570309" y="771525"/>
                  <a:pt x="3586222" y="812738"/>
                  <a:pt x="3554456" y="841486"/>
                </a:cubicBezTo>
                <a:cubicBezTo>
                  <a:pt x="3535923" y="858258"/>
                  <a:pt x="3535507" y="858362"/>
                  <a:pt x="3516997" y="850905"/>
                </a:cubicBezTo>
                <a:close/>
                <a:moveTo>
                  <a:pt x="3938726" y="825461"/>
                </a:moveTo>
                <a:cubicBezTo>
                  <a:pt x="3919365" y="795913"/>
                  <a:pt x="3928140" y="756638"/>
                  <a:pt x="3958557" y="736708"/>
                </a:cubicBezTo>
                <a:cubicBezTo>
                  <a:pt x="3979352" y="723083"/>
                  <a:pt x="3982959" y="723632"/>
                  <a:pt x="4009123" y="744399"/>
                </a:cubicBezTo>
                <a:cubicBezTo>
                  <a:pt x="4045814" y="773523"/>
                  <a:pt x="4050825" y="787083"/>
                  <a:pt x="4036216" y="817717"/>
                </a:cubicBezTo>
                <a:cubicBezTo>
                  <a:pt x="4018847" y="854138"/>
                  <a:pt x="3960550" y="858769"/>
                  <a:pt x="3938726" y="825461"/>
                </a:cubicBezTo>
                <a:close/>
                <a:moveTo>
                  <a:pt x="4391404" y="814845"/>
                </a:moveTo>
                <a:cubicBezTo>
                  <a:pt x="4373469" y="793234"/>
                  <a:pt x="4383249" y="766762"/>
                  <a:pt x="4409167" y="766762"/>
                </a:cubicBezTo>
                <a:cubicBezTo>
                  <a:pt x="4439213" y="766762"/>
                  <a:pt x="4456233" y="793200"/>
                  <a:pt x="4439312" y="813589"/>
                </a:cubicBezTo>
                <a:cubicBezTo>
                  <a:pt x="4423710" y="832388"/>
                  <a:pt x="4406342" y="832844"/>
                  <a:pt x="4391404" y="814845"/>
                </a:cubicBezTo>
                <a:close/>
                <a:moveTo>
                  <a:pt x="2830830" y="798195"/>
                </a:moveTo>
                <a:cubicBezTo>
                  <a:pt x="2800634" y="767999"/>
                  <a:pt x="2832571" y="714986"/>
                  <a:pt x="2869160" y="734567"/>
                </a:cubicBezTo>
                <a:cubicBezTo>
                  <a:pt x="2898316" y="750171"/>
                  <a:pt x="2885308" y="809625"/>
                  <a:pt x="2852737" y="809625"/>
                </a:cubicBezTo>
                <a:cubicBezTo>
                  <a:pt x="2846974" y="809625"/>
                  <a:pt x="2837116" y="804481"/>
                  <a:pt x="2830830" y="798195"/>
                </a:cubicBezTo>
                <a:close/>
                <a:moveTo>
                  <a:pt x="3681251" y="761491"/>
                </a:moveTo>
                <a:cubicBezTo>
                  <a:pt x="3672159" y="732845"/>
                  <a:pt x="3699001" y="705784"/>
                  <a:pt x="3722072" y="720337"/>
                </a:cubicBezTo>
                <a:cubicBezTo>
                  <a:pt x="3731141" y="726057"/>
                  <a:pt x="3738562" y="740987"/>
                  <a:pt x="3738562" y="753513"/>
                </a:cubicBezTo>
                <a:cubicBezTo>
                  <a:pt x="3738562" y="785426"/>
                  <a:pt x="3690951" y="792054"/>
                  <a:pt x="3681251" y="761491"/>
                </a:cubicBezTo>
                <a:close/>
                <a:moveTo>
                  <a:pt x="2614099" y="713545"/>
                </a:moveTo>
                <a:cubicBezTo>
                  <a:pt x="2605098" y="698980"/>
                  <a:pt x="2624633" y="682124"/>
                  <a:pt x="2642547" y="688998"/>
                </a:cubicBezTo>
                <a:cubicBezTo>
                  <a:pt x="2650757" y="692149"/>
                  <a:pt x="2657475" y="701291"/>
                  <a:pt x="2657475" y="709313"/>
                </a:cubicBezTo>
                <a:cubicBezTo>
                  <a:pt x="2657475" y="725960"/>
                  <a:pt x="2623802" y="729245"/>
                  <a:pt x="2614099" y="713545"/>
                </a:cubicBezTo>
                <a:close/>
                <a:moveTo>
                  <a:pt x="3000375" y="676275"/>
                </a:moveTo>
                <a:cubicBezTo>
                  <a:pt x="2964450" y="640350"/>
                  <a:pt x="2985873" y="590550"/>
                  <a:pt x="3037250" y="590550"/>
                </a:cubicBezTo>
                <a:cubicBezTo>
                  <a:pt x="3070022" y="590550"/>
                  <a:pt x="3086100" y="606365"/>
                  <a:pt x="3086100" y="638603"/>
                </a:cubicBezTo>
                <a:cubicBezTo>
                  <a:pt x="3086100" y="688409"/>
                  <a:pt x="3034975" y="710875"/>
                  <a:pt x="3000375" y="676275"/>
                </a:cubicBezTo>
                <a:close/>
                <a:moveTo>
                  <a:pt x="4142976" y="675530"/>
                </a:moveTo>
                <a:cubicBezTo>
                  <a:pt x="4124836" y="641635"/>
                  <a:pt x="4138498" y="625634"/>
                  <a:pt x="4179194" y="633112"/>
                </a:cubicBezTo>
                <a:cubicBezTo>
                  <a:pt x="4225822" y="641680"/>
                  <a:pt x="4231960" y="648902"/>
                  <a:pt x="4214184" y="674281"/>
                </a:cubicBezTo>
                <a:cubicBezTo>
                  <a:pt x="4195386" y="701118"/>
                  <a:pt x="4157030" y="701791"/>
                  <a:pt x="4142976" y="675530"/>
                </a:cubicBezTo>
                <a:close/>
                <a:moveTo>
                  <a:pt x="3421380" y="636270"/>
                </a:moveTo>
                <a:cubicBezTo>
                  <a:pt x="3403903" y="618793"/>
                  <a:pt x="3407769" y="582862"/>
                  <a:pt x="3428309" y="571869"/>
                </a:cubicBezTo>
                <a:cubicBezTo>
                  <a:pt x="3453143" y="558579"/>
                  <a:pt x="3475575" y="568763"/>
                  <a:pt x="3482533" y="596486"/>
                </a:cubicBezTo>
                <a:cubicBezTo>
                  <a:pt x="3492585" y="636537"/>
                  <a:pt x="3449606" y="664496"/>
                  <a:pt x="3421380" y="636270"/>
                </a:cubicBezTo>
                <a:close/>
                <a:moveTo>
                  <a:pt x="3869055" y="626745"/>
                </a:moveTo>
                <a:cubicBezTo>
                  <a:pt x="3846617" y="604307"/>
                  <a:pt x="3855501" y="581025"/>
                  <a:pt x="3886498" y="581025"/>
                </a:cubicBezTo>
                <a:cubicBezTo>
                  <a:pt x="3922010" y="581025"/>
                  <a:pt x="3935395" y="606504"/>
                  <a:pt x="3909739" y="625264"/>
                </a:cubicBezTo>
                <a:cubicBezTo>
                  <a:pt x="3888107" y="641082"/>
                  <a:pt x="3883558" y="641248"/>
                  <a:pt x="3869055" y="626745"/>
                </a:cubicBezTo>
                <a:close/>
                <a:moveTo>
                  <a:pt x="3167742" y="613682"/>
                </a:moveTo>
                <a:cubicBezTo>
                  <a:pt x="3139865" y="585804"/>
                  <a:pt x="3149324" y="571500"/>
                  <a:pt x="3195637" y="571500"/>
                </a:cubicBezTo>
                <a:cubicBezTo>
                  <a:pt x="3242488" y="571500"/>
                  <a:pt x="3245851" y="575816"/>
                  <a:pt x="3223672" y="607480"/>
                </a:cubicBezTo>
                <a:cubicBezTo>
                  <a:pt x="3206214" y="632405"/>
                  <a:pt x="3188437" y="634376"/>
                  <a:pt x="3167742" y="613682"/>
                </a:cubicBezTo>
                <a:close/>
                <a:moveTo>
                  <a:pt x="3635263" y="611231"/>
                </a:moveTo>
                <a:cubicBezTo>
                  <a:pt x="3602655" y="575199"/>
                  <a:pt x="3614327" y="560750"/>
                  <a:pt x="3673516" y="563880"/>
                </a:cubicBezTo>
                <a:cubicBezTo>
                  <a:pt x="3733707" y="567064"/>
                  <a:pt x="3745050" y="579299"/>
                  <a:pt x="3715345" y="609004"/>
                </a:cubicBezTo>
                <a:cubicBezTo>
                  <a:pt x="3691033" y="633316"/>
                  <a:pt x="3656128" y="634287"/>
                  <a:pt x="3635263" y="611231"/>
                </a:cubicBezTo>
                <a:close/>
              </a:path>
            </a:pathLst>
          </a:custGeom>
          <a:solidFill>
            <a:srgbClr val="7A1732">
              <a:alpha val="22000"/>
            </a:srgbClr>
          </a:solidFill>
          <a:ln>
            <a:noFill/>
          </a:ln>
        </p:spPr>
      </p:sp>
      <p:sp>
        <p:nvSpPr>
          <p:cNvPr id="5" name="TEXT: dropping in"/>
          <p:cNvSpPr/>
          <p:nvPr/>
        </p:nvSpPr>
        <p:spPr>
          <a:xfrm rot="180000">
            <a:off x="781050" y="1514475"/>
            <a:ext cx="5295900" cy="1162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4028" rIns="224028" tIns="96012" bIns="96012"/>
          <a:lstStyle/>
          <a:p>
            <a:pPr algn="l">
              <a:lnSpc>
                <a:spcPts val="7686"/>
              </a:lnSpc>
            </a:pPr>
            <a:r>
              <a:rPr b="1" sz="6300">
                <a:solidFill>
                  <a:srgbClr val="181716"/>
                </a:solidFill>
                <a:latin typeface="Montserrat"/>
              </a:rPr>
              <a:t>dropping in</a:t>
            </a:r>
          </a:p>
        </p:txBody>
      </p:sp>
      <p:sp>
        <p:nvSpPr>
          <p:cNvPr id="6" name="TEXT: 3 2 1"/>
          <p:cNvSpPr/>
          <p:nvPr/>
        </p:nvSpPr>
        <p:spPr>
          <a:xfrm rot="21480000">
            <a:off x="2986088" y="11244262"/>
            <a:ext cx="4314825" cy="20859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00050" rIns="400050" tIns="171450" bIns="171450"/>
          <a:lstStyle/>
          <a:p>
            <a:pPr algn="ctr">
              <a:lnSpc>
                <a:spcPts val="13725"/>
              </a:lnSpc>
            </a:pPr>
            <a:r>
              <a:rPr b="1" sz="11250">
                <a:solidFill>
                  <a:srgbClr val="7A1732"/>
                </a:solidFill>
                <a:latin typeface="Montserrat"/>
              </a:rPr>
              <a:t>3 2 1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3" name="PHOTO: The reveal (fills the page)"/>
          <p:cNvSpPr/>
          <p:nvPr/>
        </p:nvSpPr>
        <p:spPr>
          <a:xfrm rot="0">
            <a:off x="0" y="0"/>
            <a:ext cx="10287000" cy="1371600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4" name="burst"/>
          <p:cNvSpPr/>
          <p:nvPr/>
        </p:nvSpPr>
        <p:spPr>
          <a:xfrm rot="0">
            <a:off x="1524000" y="-438150"/>
            <a:ext cx="7239000" cy="6591300"/>
          </a:xfrm>
          <a:custGeom>
            <a:avLst/>
            <a:gdLst/>
            <a:ahLst/>
            <a:cxnLst/>
            <a:rect l="0" t="0" r="r" b="b"/>
            <a:pathLst>
              <a:path w="7239000" h="6591300">
                <a:moveTo>
                  <a:pt x="3615355" y="6566744"/>
                </a:moveTo>
                <a:cubicBezTo>
                  <a:pt x="3607088" y="6558478"/>
                  <a:pt x="3596218" y="6544041"/>
                  <a:pt x="3591199" y="6534663"/>
                </a:cubicBezTo>
                <a:cubicBezTo>
                  <a:pt x="3585088" y="6523245"/>
                  <a:pt x="3574591" y="6519043"/>
                  <a:pt x="3559421" y="6521943"/>
                </a:cubicBezTo>
                <a:cubicBezTo>
                  <a:pt x="3530624" y="6527448"/>
                  <a:pt x="3514487" y="6492511"/>
                  <a:pt x="3514463" y="6424612"/>
                </a:cubicBezTo>
                <a:cubicBezTo>
                  <a:pt x="3514454" y="6398418"/>
                  <a:pt x="3511295" y="6297691"/>
                  <a:pt x="3507442" y="6200775"/>
                </a:cubicBezTo>
                <a:cubicBezTo>
                  <a:pt x="3500655" y="6030054"/>
                  <a:pt x="3507441" y="5848302"/>
                  <a:pt x="3543360" y="5238750"/>
                </a:cubicBezTo>
                <a:cubicBezTo>
                  <a:pt x="3549689" y="5131355"/>
                  <a:pt x="3556642" y="5001049"/>
                  <a:pt x="3558812" y="4949180"/>
                </a:cubicBezTo>
                <a:cubicBezTo>
                  <a:pt x="3560982" y="4897312"/>
                  <a:pt x="3571467" y="4803014"/>
                  <a:pt x="3582114" y="4739630"/>
                </a:cubicBezTo>
                <a:cubicBezTo>
                  <a:pt x="3592760" y="4676247"/>
                  <a:pt x="3603796" y="4609994"/>
                  <a:pt x="3606638" y="4592403"/>
                </a:cubicBezTo>
                <a:cubicBezTo>
                  <a:pt x="3643002" y="4367333"/>
                  <a:pt x="3722543" y="4554633"/>
                  <a:pt x="3757750" y="4948237"/>
                </a:cubicBezTo>
                <a:cubicBezTo>
                  <a:pt x="3760562" y="4979670"/>
                  <a:pt x="3766936" y="5039677"/>
                  <a:pt x="3771914" y="5081587"/>
                </a:cubicBezTo>
                <a:cubicBezTo>
                  <a:pt x="3798519" y="5305555"/>
                  <a:pt x="3817714" y="6267422"/>
                  <a:pt x="3798621" y="6419850"/>
                </a:cubicBezTo>
                <a:cubicBezTo>
                  <a:pt x="3786279" y="6518383"/>
                  <a:pt x="3762627" y="6562645"/>
                  <a:pt x="3729176" y="6549808"/>
                </a:cubicBezTo>
                <a:cubicBezTo>
                  <a:pt x="3720774" y="6546584"/>
                  <a:pt x="3706134" y="6552290"/>
                  <a:pt x="3695483" y="6562941"/>
                </a:cubicBezTo>
                <a:cubicBezTo>
                  <a:pt x="3672821" y="6585603"/>
                  <a:pt x="3635963" y="6587353"/>
                  <a:pt x="3615355" y="6566744"/>
                </a:cubicBezTo>
                <a:close/>
                <a:moveTo>
                  <a:pt x="930274" y="5680074"/>
                </a:moveTo>
                <a:cubicBezTo>
                  <a:pt x="926782" y="5676582"/>
                  <a:pt x="923925" y="5666136"/>
                  <a:pt x="923925" y="5656861"/>
                </a:cubicBezTo>
                <a:cubicBezTo>
                  <a:pt x="923925" y="5643142"/>
                  <a:pt x="918130" y="5640937"/>
                  <a:pt x="892858" y="5645039"/>
                </a:cubicBezTo>
                <a:cubicBezTo>
                  <a:pt x="868920" y="5648923"/>
                  <a:pt x="857477" y="5645313"/>
                  <a:pt x="842992" y="5629307"/>
                </a:cubicBezTo>
                <a:lnTo>
                  <a:pt x="824193" y="5608535"/>
                </a:lnTo>
                <a:lnTo>
                  <a:pt x="865349" y="5571280"/>
                </a:lnTo>
                <a:cubicBezTo>
                  <a:pt x="906593" y="5533946"/>
                  <a:pt x="908627" y="5521022"/>
                  <a:pt x="868877" y="5548864"/>
                </a:cubicBezTo>
                <a:cubicBezTo>
                  <a:pt x="825099" y="5579528"/>
                  <a:pt x="813695" y="5534238"/>
                  <a:pt x="853334" y="5487130"/>
                </a:cubicBezTo>
                <a:cubicBezTo>
                  <a:pt x="868875" y="5468660"/>
                  <a:pt x="886882" y="5457825"/>
                  <a:pt x="902033" y="5457825"/>
                </a:cubicBezTo>
                <a:cubicBezTo>
                  <a:pt x="915847" y="5457825"/>
                  <a:pt x="950938" y="5439082"/>
                  <a:pt x="984530" y="5413762"/>
                </a:cubicBezTo>
                <a:cubicBezTo>
                  <a:pt x="1037689" y="5373693"/>
                  <a:pt x="1040181" y="5370309"/>
                  <a:pt x="1012031" y="5376419"/>
                </a:cubicBezTo>
                <a:cubicBezTo>
                  <a:pt x="955385" y="5388714"/>
                  <a:pt x="978773" y="5355933"/>
                  <a:pt x="1090612" y="5266276"/>
                </a:cubicBezTo>
                <a:cubicBezTo>
                  <a:pt x="1204954" y="5174612"/>
                  <a:pt x="1649818" y="4839387"/>
                  <a:pt x="1752600" y="4767439"/>
                </a:cubicBezTo>
                <a:cubicBezTo>
                  <a:pt x="1770935" y="4754603"/>
                  <a:pt x="1803082" y="4731201"/>
                  <a:pt x="1824037" y="4715433"/>
                </a:cubicBezTo>
                <a:cubicBezTo>
                  <a:pt x="1844992" y="4699665"/>
                  <a:pt x="1877139" y="4676256"/>
                  <a:pt x="1895475" y="4663412"/>
                </a:cubicBezTo>
                <a:cubicBezTo>
                  <a:pt x="1913810" y="4650569"/>
                  <a:pt x="1956673" y="4620418"/>
                  <a:pt x="1990725" y="4596410"/>
                </a:cubicBezTo>
                <a:cubicBezTo>
                  <a:pt x="2126695" y="4500548"/>
                  <a:pt x="2345229" y="4357652"/>
                  <a:pt x="2413082" y="4320239"/>
                </a:cubicBezTo>
                <a:cubicBezTo>
                  <a:pt x="2437484" y="4306783"/>
                  <a:pt x="2477809" y="4284364"/>
                  <a:pt x="2502693" y="4270418"/>
                </a:cubicBezTo>
                <a:cubicBezTo>
                  <a:pt x="2630710" y="4198670"/>
                  <a:pt x="2678766" y="4179633"/>
                  <a:pt x="2693832" y="4194700"/>
                </a:cubicBezTo>
                <a:cubicBezTo>
                  <a:pt x="2706677" y="4207545"/>
                  <a:pt x="2703185" y="4214840"/>
                  <a:pt x="2661420" y="4262404"/>
                </a:cubicBezTo>
                <a:cubicBezTo>
                  <a:pt x="2635676" y="4291724"/>
                  <a:pt x="2602656" y="4331586"/>
                  <a:pt x="2588042" y="4350987"/>
                </a:cubicBezTo>
                <a:cubicBezTo>
                  <a:pt x="2560863" y="4387071"/>
                  <a:pt x="2523850" y="4423931"/>
                  <a:pt x="2380457" y="4557712"/>
                </a:cubicBezTo>
                <a:cubicBezTo>
                  <a:pt x="2228719" y="4699280"/>
                  <a:pt x="2122618" y="4795066"/>
                  <a:pt x="2101863" y="4809222"/>
                </a:cubicBezTo>
                <a:cubicBezTo>
                  <a:pt x="2090505" y="4816969"/>
                  <a:pt x="2079069" y="4825699"/>
                  <a:pt x="2076450" y="4828622"/>
                </a:cubicBezTo>
                <a:cubicBezTo>
                  <a:pt x="2073830" y="4831545"/>
                  <a:pt x="2039540" y="4861743"/>
                  <a:pt x="2000250" y="4895728"/>
                </a:cubicBezTo>
                <a:cubicBezTo>
                  <a:pt x="1960959" y="4929713"/>
                  <a:pt x="1923725" y="4964341"/>
                  <a:pt x="1917508" y="4972679"/>
                </a:cubicBezTo>
                <a:cubicBezTo>
                  <a:pt x="1911290" y="4981017"/>
                  <a:pt x="1864631" y="5021791"/>
                  <a:pt x="1813821" y="5063288"/>
                </a:cubicBezTo>
                <a:cubicBezTo>
                  <a:pt x="1763011" y="5104785"/>
                  <a:pt x="1680229" y="5173030"/>
                  <a:pt x="1629863" y="5214943"/>
                </a:cubicBezTo>
                <a:cubicBezTo>
                  <a:pt x="1359605" y="5439843"/>
                  <a:pt x="1228978" y="5543550"/>
                  <a:pt x="1215953" y="5543550"/>
                </a:cubicBezTo>
                <a:cubicBezTo>
                  <a:pt x="1212500" y="5543550"/>
                  <a:pt x="1209675" y="5537120"/>
                  <a:pt x="1209675" y="5529262"/>
                </a:cubicBezTo>
                <a:cubicBezTo>
                  <a:pt x="1209675" y="5521404"/>
                  <a:pt x="1207245" y="5514975"/>
                  <a:pt x="1204276" y="5514975"/>
                </a:cubicBezTo>
                <a:cubicBezTo>
                  <a:pt x="1199296" y="5514975"/>
                  <a:pt x="1134819" y="5560909"/>
                  <a:pt x="1123950" y="5572201"/>
                </a:cubicBezTo>
                <a:cubicBezTo>
                  <a:pt x="1057288" y="5641454"/>
                  <a:pt x="950907" y="5700707"/>
                  <a:pt x="930274" y="5680074"/>
                </a:cubicBezTo>
                <a:close/>
                <a:moveTo>
                  <a:pt x="5746129" y="5455443"/>
                </a:moveTo>
                <a:cubicBezTo>
                  <a:pt x="5126341" y="4896750"/>
                  <a:pt x="4799451" y="4564609"/>
                  <a:pt x="4610100" y="4301165"/>
                </a:cubicBezTo>
                <a:cubicBezTo>
                  <a:pt x="4547377" y="4213899"/>
                  <a:pt x="4542832" y="4200525"/>
                  <a:pt x="4575896" y="4200525"/>
                </a:cubicBezTo>
                <a:cubicBezTo>
                  <a:pt x="4607778" y="4200525"/>
                  <a:pt x="4689371" y="4250696"/>
                  <a:pt x="4924429" y="4414837"/>
                </a:cubicBezTo>
                <a:cubicBezTo>
                  <a:pt x="5047367" y="4500684"/>
                  <a:pt x="5383096" y="4767906"/>
                  <a:pt x="5546708" y="4910137"/>
                </a:cubicBezTo>
                <a:cubicBezTo>
                  <a:pt x="5588892" y="4946808"/>
                  <a:pt x="5637240" y="4985385"/>
                  <a:pt x="5654148" y="4995862"/>
                </a:cubicBezTo>
                <a:cubicBezTo>
                  <a:pt x="5671056" y="5006340"/>
                  <a:pt x="5735570" y="5059918"/>
                  <a:pt x="5797514" y="5114925"/>
                </a:cubicBezTo>
                <a:cubicBezTo>
                  <a:pt x="6080496" y="5366216"/>
                  <a:pt x="6166537" y="5466852"/>
                  <a:pt x="6120817" y="5493070"/>
                </a:cubicBezTo>
                <a:cubicBezTo>
                  <a:pt x="6112689" y="5497731"/>
                  <a:pt x="6108068" y="5514662"/>
                  <a:pt x="6108910" y="5536694"/>
                </a:cubicBezTo>
                <a:cubicBezTo>
                  <a:pt x="6110143" y="5568941"/>
                  <a:pt x="6106518" y="5574877"/>
                  <a:pt x="6074185" y="5593553"/>
                </a:cubicBezTo>
                <a:cubicBezTo>
                  <a:pt x="6044592" y="5610647"/>
                  <a:pt x="6035148" y="5612302"/>
                  <a:pt x="6021798" y="5602730"/>
                </a:cubicBezTo>
                <a:cubicBezTo>
                  <a:pt x="5991143" y="5580751"/>
                  <a:pt x="5980973" y="5579354"/>
                  <a:pt x="5963926" y="5594782"/>
                </a:cubicBezTo>
                <a:cubicBezTo>
                  <a:pt x="5934222" y="5621664"/>
                  <a:pt x="5921489" y="5613517"/>
                  <a:pt x="5746129" y="5455443"/>
                </a:cubicBezTo>
                <a:close/>
                <a:moveTo>
                  <a:pt x="4576762" y="5572125"/>
                </a:moveTo>
                <a:cubicBezTo>
                  <a:pt x="4573524" y="5566886"/>
                  <a:pt x="4560631" y="5562600"/>
                  <a:pt x="4548110" y="5562600"/>
                </a:cubicBezTo>
                <a:cubicBezTo>
                  <a:pt x="4509841" y="5562600"/>
                  <a:pt x="4466198" y="5489606"/>
                  <a:pt x="4390186" y="5298473"/>
                </a:cubicBezTo>
                <a:cubicBezTo>
                  <a:pt x="4354605" y="5209004"/>
                  <a:pt x="4269579" y="4953495"/>
                  <a:pt x="4253035" y="4886325"/>
                </a:cubicBezTo>
                <a:cubicBezTo>
                  <a:pt x="4245938" y="4857511"/>
                  <a:pt x="4233170" y="4808341"/>
                  <a:pt x="4224662" y="4777057"/>
                </a:cubicBezTo>
                <a:cubicBezTo>
                  <a:pt x="4208240" y="4716677"/>
                  <a:pt x="4208319" y="4675607"/>
                  <a:pt x="4224867" y="4670189"/>
                </a:cubicBezTo>
                <a:cubicBezTo>
                  <a:pt x="4240854" y="4664954"/>
                  <a:pt x="4391025" y="4859420"/>
                  <a:pt x="4391025" y="4885356"/>
                </a:cubicBezTo>
                <a:cubicBezTo>
                  <a:pt x="4391025" y="4889699"/>
                  <a:pt x="4401191" y="4903480"/>
                  <a:pt x="4413616" y="4915982"/>
                </a:cubicBezTo>
                <a:cubicBezTo>
                  <a:pt x="4435567" y="4938067"/>
                  <a:pt x="4578777" y="5209654"/>
                  <a:pt x="4613950" y="5295900"/>
                </a:cubicBezTo>
                <a:cubicBezTo>
                  <a:pt x="4623564" y="5319474"/>
                  <a:pt x="4635011" y="5347335"/>
                  <a:pt x="4639388" y="5357812"/>
                </a:cubicBezTo>
                <a:cubicBezTo>
                  <a:pt x="4643765" y="5368290"/>
                  <a:pt x="4653967" y="5393459"/>
                  <a:pt x="4662060" y="5413744"/>
                </a:cubicBezTo>
                <a:cubicBezTo>
                  <a:pt x="4684639" y="5470339"/>
                  <a:pt x="4680127" y="5543550"/>
                  <a:pt x="4654060" y="5543550"/>
                </a:cubicBezTo>
                <a:cubicBezTo>
                  <a:pt x="4647926" y="5543550"/>
                  <a:pt x="4635568" y="5552122"/>
                  <a:pt x="4626597" y="5562600"/>
                </a:cubicBezTo>
                <a:cubicBezTo>
                  <a:pt x="4609024" y="5583123"/>
                  <a:pt x="4586250" y="5587476"/>
                  <a:pt x="4576762" y="5572125"/>
                </a:cubicBezTo>
                <a:close/>
                <a:moveTo>
                  <a:pt x="2477856" y="5528188"/>
                </a:moveTo>
                <a:cubicBezTo>
                  <a:pt x="2461516" y="5516743"/>
                  <a:pt x="2457379" y="5507028"/>
                  <a:pt x="2461631" y="5490088"/>
                </a:cubicBezTo>
                <a:cubicBezTo>
                  <a:pt x="2464850" y="5477262"/>
                  <a:pt x="2463106" y="5467350"/>
                  <a:pt x="2457631" y="5467350"/>
                </a:cubicBezTo>
                <a:cubicBezTo>
                  <a:pt x="2441056" y="5467350"/>
                  <a:pt x="2446910" y="5429047"/>
                  <a:pt x="2470535" y="5382914"/>
                </a:cubicBezTo>
                <a:cubicBezTo>
                  <a:pt x="2482970" y="5358630"/>
                  <a:pt x="2501025" y="5319474"/>
                  <a:pt x="2510657" y="5295900"/>
                </a:cubicBezTo>
                <a:cubicBezTo>
                  <a:pt x="2530737" y="5246750"/>
                  <a:pt x="2658788" y="5036215"/>
                  <a:pt x="2690248" y="5000625"/>
                </a:cubicBezTo>
                <a:cubicBezTo>
                  <a:pt x="2701825" y="4987528"/>
                  <a:pt x="2725004" y="4954850"/>
                  <a:pt x="2741758" y="4928007"/>
                </a:cubicBezTo>
                <a:cubicBezTo>
                  <a:pt x="2758511" y="4901165"/>
                  <a:pt x="2779619" y="4870445"/>
                  <a:pt x="2788665" y="4859742"/>
                </a:cubicBezTo>
                <a:cubicBezTo>
                  <a:pt x="2797711" y="4849039"/>
                  <a:pt x="2822257" y="4817761"/>
                  <a:pt x="2843212" y="4790237"/>
                </a:cubicBezTo>
                <a:cubicBezTo>
                  <a:pt x="2958742" y="4638489"/>
                  <a:pt x="3010838" y="4613423"/>
                  <a:pt x="2975910" y="4726391"/>
                </a:cubicBezTo>
                <a:cubicBezTo>
                  <a:pt x="2934281" y="4861034"/>
                  <a:pt x="2892158" y="4979474"/>
                  <a:pt x="2871179" y="5020874"/>
                </a:cubicBezTo>
                <a:cubicBezTo>
                  <a:pt x="2858417" y="5046060"/>
                  <a:pt x="2847975" y="5076890"/>
                  <a:pt x="2847975" y="5089386"/>
                </a:cubicBezTo>
                <a:cubicBezTo>
                  <a:pt x="2847975" y="5113600"/>
                  <a:pt x="2761233" y="5297576"/>
                  <a:pt x="2712435" y="5376862"/>
                </a:cubicBezTo>
                <a:cubicBezTo>
                  <a:pt x="2610941" y="5541764"/>
                  <a:pt x="2609184" y="5543550"/>
                  <a:pt x="2548396" y="5543550"/>
                </a:cubicBezTo>
                <a:cubicBezTo>
                  <a:pt x="2519094" y="5543550"/>
                  <a:pt x="2491077" y="5537448"/>
                  <a:pt x="2477856" y="5528188"/>
                </a:cubicBezTo>
                <a:close/>
                <a:moveTo>
                  <a:pt x="1352550" y="4369471"/>
                </a:moveTo>
                <a:cubicBezTo>
                  <a:pt x="1352550" y="4362855"/>
                  <a:pt x="1342905" y="4353211"/>
                  <a:pt x="1331118" y="4348039"/>
                </a:cubicBezTo>
                <a:cubicBezTo>
                  <a:pt x="1307605" y="4337724"/>
                  <a:pt x="1297316" y="4299573"/>
                  <a:pt x="1313643" y="4283246"/>
                </a:cubicBezTo>
                <a:cubicBezTo>
                  <a:pt x="1319325" y="4277564"/>
                  <a:pt x="1323975" y="4265491"/>
                  <a:pt x="1323975" y="4256418"/>
                </a:cubicBezTo>
                <a:cubicBezTo>
                  <a:pt x="1323975" y="4236766"/>
                  <a:pt x="1371715" y="4200525"/>
                  <a:pt x="1397603" y="4200525"/>
                </a:cubicBezTo>
                <a:cubicBezTo>
                  <a:pt x="1407669" y="4200525"/>
                  <a:pt x="1425971" y="4189809"/>
                  <a:pt x="1438275" y="4176712"/>
                </a:cubicBezTo>
                <a:cubicBezTo>
                  <a:pt x="1450578" y="4163615"/>
                  <a:pt x="1464231" y="4152900"/>
                  <a:pt x="1468614" y="4152900"/>
                </a:cubicBezTo>
                <a:cubicBezTo>
                  <a:pt x="1472996" y="4152900"/>
                  <a:pt x="1494752" y="4144844"/>
                  <a:pt x="1516960" y="4134999"/>
                </a:cubicBezTo>
                <a:cubicBezTo>
                  <a:pt x="1656626" y="4073082"/>
                  <a:pt x="1759473" y="4037300"/>
                  <a:pt x="1933575" y="3990053"/>
                </a:cubicBezTo>
                <a:cubicBezTo>
                  <a:pt x="2168689" y="3926249"/>
                  <a:pt x="2257876" y="3911401"/>
                  <a:pt x="2257008" y="3936206"/>
                </a:cubicBezTo>
                <a:cubicBezTo>
                  <a:pt x="2256643" y="3946637"/>
                  <a:pt x="2041420" y="4095750"/>
                  <a:pt x="2026728" y="4095750"/>
                </a:cubicBezTo>
                <a:cubicBezTo>
                  <a:pt x="2023627" y="4095750"/>
                  <a:pt x="1983726" y="4118252"/>
                  <a:pt x="1938059" y="4145756"/>
                </a:cubicBezTo>
                <a:cubicBezTo>
                  <a:pt x="1813116" y="4221003"/>
                  <a:pt x="1810703" y="4222316"/>
                  <a:pt x="1728787" y="4259582"/>
                </a:cubicBezTo>
                <a:cubicBezTo>
                  <a:pt x="1589818" y="4322803"/>
                  <a:pt x="1565521" y="4332861"/>
                  <a:pt x="1492788" y="4357276"/>
                </a:cubicBezTo>
                <a:cubicBezTo>
                  <a:pt x="1414210" y="4383654"/>
                  <a:pt x="1352550" y="4389016"/>
                  <a:pt x="1352550" y="4369471"/>
                </a:cubicBezTo>
                <a:close/>
                <a:moveTo>
                  <a:pt x="5739401" y="4363402"/>
                </a:moveTo>
                <a:cubicBezTo>
                  <a:pt x="5736487" y="4358687"/>
                  <a:pt x="5720160" y="4354797"/>
                  <a:pt x="5703120" y="4354758"/>
                </a:cubicBezTo>
                <a:cubicBezTo>
                  <a:pt x="5660988" y="4354661"/>
                  <a:pt x="5459772" y="4263199"/>
                  <a:pt x="5313495" y="4177655"/>
                </a:cubicBezTo>
                <a:cubicBezTo>
                  <a:pt x="5094536" y="4049606"/>
                  <a:pt x="4977800" y="3963282"/>
                  <a:pt x="4996929" y="3943562"/>
                </a:cubicBezTo>
                <a:cubicBezTo>
                  <a:pt x="5007837" y="3932318"/>
                  <a:pt x="5166475" y="3961823"/>
                  <a:pt x="5202902" y="3981871"/>
                </a:cubicBezTo>
                <a:cubicBezTo>
                  <a:pt x="5211998" y="3986878"/>
                  <a:pt x="5227870" y="3990975"/>
                  <a:pt x="5238172" y="3990975"/>
                </a:cubicBezTo>
                <a:cubicBezTo>
                  <a:pt x="5248474" y="3990975"/>
                  <a:pt x="5266749" y="3994940"/>
                  <a:pt x="5278783" y="3999787"/>
                </a:cubicBezTo>
                <a:cubicBezTo>
                  <a:pt x="5290816" y="4004634"/>
                  <a:pt x="5345668" y="4022404"/>
                  <a:pt x="5400675" y="4039277"/>
                </a:cubicBezTo>
                <a:cubicBezTo>
                  <a:pt x="5455681" y="4056150"/>
                  <a:pt x="5504973" y="4073048"/>
                  <a:pt x="5510212" y="4076829"/>
                </a:cubicBezTo>
                <a:cubicBezTo>
                  <a:pt x="5515451" y="4080610"/>
                  <a:pt x="5543311" y="4091277"/>
                  <a:pt x="5572125" y="4100534"/>
                </a:cubicBezTo>
                <a:cubicBezTo>
                  <a:pt x="5732332" y="4152003"/>
                  <a:pt x="5835825" y="4230838"/>
                  <a:pt x="5834685" y="4300537"/>
                </a:cubicBezTo>
                <a:cubicBezTo>
                  <a:pt x="5834194" y="4330579"/>
                  <a:pt x="5829529" y="4340626"/>
                  <a:pt x="5812631" y="4348039"/>
                </a:cubicBezTo>
                <a:cubicBezTo>
                  <a:pt x="5800844" y="4353211"/>
                  <a:pt x="5791200" y="4360712"/>
                  <a:pt x="5791200" y="4364708"/>
                </a:cubicBezTo>
                <a:cubicBezTo>
                  <a:pt x="5791200" y="4374942"/>
                  <a:pt x="5745826" y="4373798"/>
                  <a:pt x="5739401" y="4363402"/>
                </a:cubicBezTo>
                <a:close/>
                <a:moveTo>
                  <a:pt x="6762734" y="3588069"/>
                </a:moveTo>
                <a:cubicBezTo>
                  <a:pt x="6760123" y="3585642"/>
                  <a:pt x="6616541" y="3578733"/>
                  <a:pt x="6443662" y="3572716"/>
                </a:cubicBezTo>
                <a:cubicBezTo>
                  <a:pt x="5986799" y="3556814"/>
                  <a:pt x="5604069" y="3533343"/>
                  <a:pt x="5582306" y="3519892"/>
                </a:cubicBezTo>
                <a:cubicBezTo>
                  <a:pt x="5579296" y="3518032"/>
                  <a:pt x="5538269" y="3513761"/>
                  <a:pt x="5491135" y="3510401"/>
                </a:cubicBezTo>
                <a:cubicBezTo>
                  <a:pt x="5382932" y="3502688"/>
                  <a:pt x="5040271" y="3451263"/>
                  <a:pt x="5014912" y="3438931"/>
                </a:cubicBezTo>
                <a:cubicBezTo>
                  <a:pt x="5004435" y="3433836"/>
                  <a:pt x="4980867" y="3426032"/>
                  <a:pt x="4962539" y="3421588"/>
                </a:cubicBezTo>
                <a:cubicBezTo>
                  <a:pt x="4925834" y="3412689"/>
                  <a:pt x="4913803" y="3387908"/>
                  <a:pt x="4940626" y="3376454"/>
                </a:cubicBezTo>
                <a:cubicBezTo>
                  <a:pt x="4974881" y="3361827"/>
                  <a:pt x="5152530" y="3336329"/>
                  <a:pt x="5267325" y="3329564"/>
                </a:cubicBezTo>
                <a:cubicBezTo>
                  <a:pt x="5311854" y="3326939"/>
                  <a:pt x="5406151" y="3320498"/>
                  <a:pt x="5476875" y="3315250"/>
                </a:cubicBezTo>
                <a:cubicBezTo>
                  <a:pt x="5798221" y="3291405"/>
                  <a:pt x="6666038" y="3277277"/>
                  <a:pt x="6869906" y="3292571"/>
                </a:cubicBezTo>
                <a:cubicBezTo>
                  <a:pt x="6940549" y="3297871"/>
                  <a:pt x="6965189" y="3310870"/>
                  <a:pt x="6924675" y="3321465"/>
                </a:cubicBezTo>
                <a:cubicBezTo>
                  <a:pt x="6879301" y="3333330"/>
                  <a:pt x="6913531" y="3340797"/>
                  <a:pt x="7020129" y="3342288"/>
                </a:cubicBezTo>
                <a:cubicBezTo>
                  <a:pt x="7109677" y="3343540"/>
                  <a:pt x="7141195" y="3347556"/>
                  <a:pt x="7164745" y="3360712"/>
                </a:cubicBezTo>
                <a:cubicBezTo>
                  <a:pt x="7203195" y="3382192"/>
                  <a:pt x="7208371" y="3398236"/>
                  <a:pt x="7180266" y="3408816"/>
                </a:cubicBezTo>
                <a:cubicBezTo>
                  <a:pt x="7159728" y="3416548"/>
                  <a:pt x="7161116" y="3418024"/>
                  <a:pt x="7198518" y="3428222"/>
                </a:cubicBezTo>
                <a:cubicBezTo>
                  <a:pt x="7268153" y="3447208"/>
                  <a:pt x="7251212" y="3487850"/>
                  <a:pt x="7167275" y="3503173"/>
                </a:cubicBezTo>
                <a:cubicBezTo>
                  <a:pt x="7120734" y="3511669"/>
                  <a:pt x="7120378" y="3511995"/>
                  <a:pt x="7146131" y="3522559"/>
                </a:cubicBezTo>
                <a:cubicBezTo>
                  <a:pt x="7176756" y="3535121"/>
                  <a:pt x="7180184" y="3557473"/>
                  <a:pt x="7153662" y="3571667"/>
                </a:cubicBezTo>
                <a:cubicBezTo>
                  <a:pt x="7135341" y="3581472"/>
                  <a:pt x="6772036" y="3596715"/>
                  <a:pt x="6762734" y="3588069"/>
                </a:cubicBezTo>
                <a:close/>
                <a:moveTo>
                  <a:pt x="223350" y="3563600"/>
                </a:moveTo>
                <a:cubicBezTo>
                  <a:pt x="80761" y="3556703"/>
                  <a:pt x="42683" y="3542493"/>
                  <a:pt x="53311" y="3500146"/>
                </a:cubicBezTo>
                <a:cubicBezTo>
                  <a:pt x="58178" y="3480755"/>
                  <a:pt x="55720" y="3476625"/>
                  <a:pt x="39314" y="3476625"/>
                </a:cubicBezTo>
                <a:cubicBezTo>
                  <a:pt x="-2079" y="3476625"/>
                  <a:pt x="-902" y="3397434"/>
                  <a:pt x="40562" y="3392648"/>
                </a:cubicBezTo>
                <a:cubicBezTo>
                  <a:pt x="69861" y="3389266"/>
                  <a:pt x="73526" y="3379868"/>
                  <a:pt x="52387" y="3362325"/>
                </a:cubicBezTo>
                <a:cubicBezTo>
                  <a:pt x="6871" y="3324549"/>
                  <a:pt x="79411" y="3298367"/>
                  <a:pt x="189118" y="3312974"/>
                </a:cubicBezTo>
                <a:cubicBezTo>
                  <a:pt x="235594" y="3319162"/>
                  <a:pt x="285994" y="3323581"/>
                  <a:pt x="301117" y="3322794"/>
                </a:cubicBezTo>
                <a:cubicBezTo>
                  <a:pt x="320288" y="3321796"/>
                  <a:pt x="315860" y="3319634"/>
                  <a:pt x="286489" y="3315650"/>
                </a:cubicBezTo>
                <a:cubicBezTo>
                  <a:pt x="240219" y="3309375"/>
                  <a:pt x="225314" y="3291474"/>
                  <a:pt x="257778" y="3281170"/>
                </a:cubicBezTo>
                <a:cubicBezTo>
                  <a:pt x="323347" y="3260360"/>
                  <a:pt x="1838188" y="3282261"/>
                  <a:pt x="1940855" y="3305504"/>
                </a:cubicBezTo>
                <a:cubicBezTo>
                  <a:pt x="1963195" y="3310561"/>
                  <a:pt x="2000991" y="3314700"/>
                  <a:pt x="2024847" y="3314700"/>
                </a:cubicBezTo>
                <a:cubicBezTo>
                  <a:pt x="2092152" y="3314700"/>
                  <a:pt x="2277731" y="3342550"/>
                  <a:pt x="2312193" y="3357823"/>
                </a:cubicBezTo>
                <a:cubicBezTo>
                  <a:pt x="2360291" y="3379138"/>
                  <a:pt x="2351689" y="3397038"/>
                  <a:pt x="2286734" y="3410807"/>
                </a:cubicBezTo>
                <a:cubicBezTo>
                  <a:pt x="2267994" y="3414779"/>
                  <a:pt x="2226945" y="3424451"/>
                  <a:pt x="2195512" y="3432301"/>
                </a:cubicBezTo>
                <a:cubicBezTo>
                  <a:pt x="2043238" y="3470326"/>
                  <a:pt x="1618154" y="3515720"/>
                  <a:pt x="1113789" y="3547815"/>
                </a:cubicBezTo>
                <a:cubicBezTo>
                  <a:pt x="861235" y="3563887"/>
                  <a:pt x="398778" y="3572085"/>
                  <a:pt x="223350" y="3563600"/>
                </a:cubicBezTo>
                <a:close/>
                <a:moveTo>
                  <a:pt x="5034160" y="2848294"/>
                </a:moveTo>
                <a:cubicBezTo>
                  <a:pt x="5025440" y="2834185"/>
                  <a:pt x="5037518" y="2825092"/>
                  <a:pt x="5176837" y="2740881"/>
                </a:cubicBezTo>
                <a:cubicBezTo>
                  <a:pt x="5338803" y="2642981"/>
                  <a:pt x="5349078" y="2637381"/>
                  <a:pt x="5531154" y="2547788"/>
                </a:cubicBezTo>
                <a:cubicBezTo>
                  <a:pt x="5727625" y="2451111"/>
                  <a:pt x="5817905" y="2415466"/>
                  <a:pt x="5833503" y="2428411"/>
                </a:cubicBezTo>
                <a:cubicBezTo>
                  <a:pt x="5840765" y="2434437"/>
                  <a:pt x="5852853" y="2433326"/>
                  <a:pt x="5868536" y="2425189"/>
                </a:cubicBezTo>
                <a:cubicBezTo>
                  <a:pt x="5925764" y="2395499"/>
                  <a:pt x="5944188" y="2396955"/>
                  <a:pt x="5979055" y="2433920"/>
                </a:cubicBezTo>
                <a:cubicBezTo>
                  <a:pt x="6009093" y="2465766"/>
                  <a:pt x="6010545" y="2469938"/>
                  <a:pt x="5996860" y="2485060"/>
                </a:cubicBezTo>
                <a:cubicBezTo>
                  <a:pt x="5985902" y="2497168"/>
                  <a:pt x="5984770" y="2504335"/>
                  <a:pt x="5992579" y="2512144"/>
                </a:cubicBezTo>
                <a:cubicBezTo>
                  <a:pt x="6008391" y="2527956"/>
                  <a:pt x="5957385" y="2571750"/>
                  <a:pt x="5923159" y="2571750"/>
                </a:cubicBezTo>
                <a:cubicBezTo>
                  <a:pt x="5907036" y="2571750"/>
                  <a:pt x="5895975" y="2576849"/>
                  <a:pt x="5895975" y="2584283"/>
                </a:cubicBezTo>
                <a:cubicBezTo>
                  <a:pt x="5895975" y="2597115"/>
                  <a:pt x="5830929" y="2638425"/>
                  <a:pt x="5810724" y="2638425"/>
                </a:cubicBezTo>
                <a:cubicBezTo>
                  <a:pt x="5804553" y="2638425"/>
                  <a:pt x="5777201" y="2648626"/>
                  <a:pt x="5749941" y="2661095"/>
                </a:cubicBezTo>
                <a:cubicBezTo>
                  <a:pt x="5654797" y="2704615"/>
                  <a:pt x="5340158" y="2809875"/>
                  <a:pt x="5305214" y="2809875"/>
                </a:cubicBezTo>
                <a:cubicBezTo>
                  <a:pt x="5295345" y="2809875"/>
                  <a:pt x="5277425" y="2813678"/>
                  <a:pt x="5265391" y="2818327"/>
                </a:cubicBezTo>
                <a:cubicBezTo>
                  <a:pt x="5197773" y="2844449"/>
                  <a:pt x="5044092" y="2864366"/>
                  <a:pt x="5034160" y="2848294"/>
                </a:cubicBezTo>
                <a:close/>
                <a:moveTo>
                  <a:pt x="2162175" y="2832235"/>
                </a:moveTo>
                <a:cubicBezTo>
                  <a:pt x="2149078" y="2830244"/>
                  <a:pt x="2123360" y="2824622"/>
                  <a:pt x="2105025" y="2819742"/>
                </a:cubicBezTo>
                <a:cubicBezTo>
                  <a:pt x="2086689" y="2814862"/>
                  <a:pt x="2038302" y="2803536"/>
                  <a:pt x="1997497" y="2794574"/>
                </a:cubicBezTo>
                <a:cubicBezTo>
                  <a:pt x="1956693" y="2785612"/>
                  <a:pt x="1921078" y="2774673"/>
                  <a:pt x="1918354" y="2770264"/>
                </a:cubicBezTo>
                <a:cubicBezTo>
                  <a:pt x="1915629" y="2765856"/>
                  <a:pt x="1898283" y="2762250"/>
                  <a:pt x="1879807" y="2762250"/>
                </a:cubicBezTo>
                <a:cubicBezTo>
                  <a:pt x="1844105" y="2762250"/>
                  <a:pt x="1730398" y="2737057"/>
                  <a:pt x="1702722" y="2723016"/>
                </a:cubicBezTo>
                <a:cubicBezTo>
                  <a:pt x="1693626" y="2718401"/>
                  <a:pt x="1681643" y="2714625"/>
                  <a:pt x="1676095" y="2714625"/>
                </a:cubicBezTo>
                <a:cubicBezTo>
                  <a:pt x="1620628" y="2714625"/>
                  <a:pt x="1283101" y="2562396"/>
                  <a:pt x="1264375" y="2528934"/>
                </a:cubicBezTo>
                <a:cubicBezTo>
                  <a:pt x="1242461" y="2489777"/>
                  <a:pt x="1247934" y="2409825"/>
                  <a:pt x="1272528" y="2409825"/>
                </a:cubicBezTo>
                <a:cubicBezTo>
                  <a:pt x="1280197" y="2409825"/>
                  <a:pt x="1288940" y="2403395"/>
                  <a:pt x="1291955" y="2395537"/>
                </a:cubicBezTo>
                <a:cubicBezTo>
                  <a:pt x="1298770" y="2377778"/>
                  <a:pt x="1350168" y="2376578"/>
                  <a:pt x="1370849" y="2393695"/>
                </a:cubicBezTo>
                <a:cubicBezTo>
                  <a:pt x="1398794" y="2416824"/>
                  <a:pt x="1435125" y="2428214"/>
                  <a:pt x="1446063" y="2417276"/>
                </a:cubicBezTo>
                <a:cubicBezTo>
                  <a:pt x="1457821" y="2405518"/>
                  <a:pt x="1515936" y="2426649"/>
                  <a:pt x="1742974" y="2525233"/>
                </a:cubicBezTo>
                <a:cubicBezTo>
                  <a:pt x="1821956" y="2559529"/>
                  <a:pt x="2069606" y="2686496"/>
                  <a:pt x="2086725" y="2701471"/>
                </a:cubicBezTo>
                <a:cubicBezTo>
                  <a:pt x="2094995" y="2708705"/>
                  <a:pt x="2104876" y="2714625"/>
                  <a:pt x="2108683" y="2714625"/>
                </a:cubicBezTo>
                <a:cubicBezTo>
                  <a:pt x="2125800" y="2714625"/>
                  <a:pt x="2266950" y="2813133"/>
                  <a:pt x="2266950" y="2825079"/>
                </a:cubicBezTo>
                <a:cubicBezTo>
                  <a:pt x="2266950" y="2838289"/>
                  <a:pt x="2222128" y="2841350"/>
                  <a:pt x="2162175" y="2832235"/>
                </a:cubicBezTo>
                <a:close/>
                <a:moveTo>
                  <a:pt x="4567887" y="2544226"/>
                </a:moveTo>
                <a:cubicBezTo>
                  <a:pt x="4559807" y="2531153"/>
                  <a:pt x="4580984" y="2492720"/>
                  <a:pt x="4628824" y="2433637"/>
                </a:cubicBezTo>
                <a:cubicBezTo>
                  <a:pt x="4650033" y="2407443"/>
                  <a:pt x="4690435" y="2356008"/>
                  <a:pt x="4718606" y="2319337"/>
                </a:cubicBezTo>
                <a:cubicBezTo>
                  <a:pt x="4857684" y="2138292"/>
                  <a:pt x="5045754" y="1938001"/>
                  <a:pt x="5498953" y="1488281"/>
                </a:cubicBezTo>
                <a:cubicBezTo>
                  <a:pt x="5722003" y="1266944"/>
                  <a:pt x="5908858" y="1085850"/>
                  <a:pt x="5914186" y="1085850"/>
                </a:cubicBezTo>
                <a:cubicBezTo>
                  <a:pt x="5919515" y="1085850"/>
                  <a:pt x="5942243" y="1072759"/>
                  <a:pt x="5964693" y="1056759"/>
                </a:cubicBezTo>
                <a:cubicBezTo>
                  <a:pt x="6091880" y="966115"/>
                  <a:pt x="6139556" y="949172"/>
                  <a:pt x="6150430" y="990753"/>
                </a:cubicBezTo>
                <a:cubicBezTo>
                  <a:pt x="6153192" y="1001315"/>
                  <a:pt x="6160291" y="1009379"/>
                  <a:pt x="6166207" y="1008674"/>
                </a:cubicBezTo>
                <a:cubicBezTo>
                  <a:pt x="6191545" y="1005654"/>
                  <a:pt x="6201070" y="1011168"/>
                  <a:pt x="6214122" y="1036406"/>
                </a:cubicBezTo>
                <a:cubicBezTo>
                  <a:pt x="6222359" y="1052335"/>
                  <a:pt x="6224733" y="1068382"/>
                  <a:pt x="6219989" y="1076058"/>
                </a:cubicBezTo>
                <a:cubicBezTo>
                  <a:pt x="6214754" y="1084529"/>
                  <a:pt x="6218752" y="1094403"/>
                  <a:pt x="6231646" y="1104844"/>
                </a:cubicBezTo>
                <a:cubicBezTo>
                  <a:pt x="6246018" y="1116481"/>
                  <a:pt x="6249666" y="1127133"/>
                  <a:pt x="6245273" y="1144635"/>
                </a:cubicBezTo>
                <a:cubicBezTo>
                  <a:pt x="6237565" y="1175344"/>
                  <a:pt x="6055074" y="1360388"/>
                  <a:pt x="5872162" y="1522964"/>
                </a:cubicBezTo>
                <a:cubicBezTo>
                  <a:pt x="5793581" y="1592808"/>
                  <a:pt x="5688714" y="1686979"/>
                  <a:pt x="5639125" y="1732233"/>
                </a:cubicBezTo>
                <a:cubicBezTo>
                  <a:pt x="5589535" y="1777486"/>
                  <a:pt x="5525242" y="1836132"/>
                  <a:pt x="5496250" y="1862557"/>
                </a:cubicBezTo>
                <a:cubicBezTo>
                  <a:pt x="5415448" y="1936205"/>
                  <a:pt x="5327396" y="2009775"/>
                  <a:pt x="5320053" y="2009775"/>
                </a:cubicBezTo>
                <a:cubicBezTo>
                  <a:pt x="5316424" y="2009775"/>
                  <a:pt x="5276286" y="2043634"/>
                  <a:pt x="5230858" y="2085018"/>
                </a:cubicBezTo>
                <a:cubicBezTo>
                  <a:pt x="5185430" y="2126402"/>
                  <a:pt x="5120401" y="2182258"/>
                  <a:pt x="5086350" y="2209143"/>
                </a:cubicBezTo>
                <a:cubicBezTo>
                  <a:pt x="5052298" y="2236028"/>
                  <a:pt x="5017993" y="2263247"/>
                  <a:pt x="5010118" y="2269631"/>
                </a:cubicBezTo>
                <a:cubicBezTo>
                  <a:pt x="4954685" y="2314562"/>
                  <a:pt x="4907797" y="2349197"/>
                  <a:pt x="4833513" y="2400080"/>
                </a:cubicBezTo>
                <a:cubicBezTo>
                  <a:pt x="4623325" y="2544058"/>
                  <a:pt x="4581732" y="2566629"/>
                  <a:pt x="4567887" y="2544226"/>
                </a:cubicBezTo>
                <a:close/>
                <a:moveTo>
                  <a:pt x="2644501" y="2523778"/>
                </a:moveTo>
                <a:cubicBezTo>
                  <a:pt x="2605419" y="2504562"/>
                  <a:pt x="2559270" y="2476378"/>
                  <a:pt x="2428875" y="2392091"/>
                </a:cubicBezTo>
                <a:cubicBezTo>
                  <a:pt x="2342484" y="2336249"/>
                  <a:pt x="2305712" y="2309111"/>
                  <a:pt x="2214138" y="2233612"/>
                </a:cubicBezTo>
                <a:cubicBezTo>
                  <a:pt x="2182368" y="2207418"/>
                  <a:pt x="2144256" y="2177415"/>
                  <a:pt x="2129446" y="2166937"/>
                </a:cubicBezTo>
                <a:cubicBezTo>
                  <a:pt x="2102012" y="2147528"/>
                  <a:pt x="2061892" y="2114848"/>
                  <a:pt x="1971587" y="2038350"/>
                </a:cubicBezTo>
                <a:cubicBezTo>
                  <a:pt x="1943758" y="2014775"/>
                  <a:pt x="1913290" y="1993344"/>
                  <a:pt x="1903880" y="1990725"/>
                </a:cubicBezTo>
                <a:cubicBezTo>
                  <a:pt x="1894469" y="1988105"/>
                  <a:pt x="1839542" y="1944171"/>
                  <a:pt x="1781818" y="1893093"/>
                </a:cubicBezTo>
                <a:cubicBezTo>
                  <a:pt x="1724094" y="1842015"/>
                  <a:pt x="1671403" y="1800110"/>
                  <a:pt x="1664726" y="1799970"/>
                </a:cubicBezTo>
                <a:cubicBezTo>
                  <a:pt x="1652883" y="1799721"/>
                  <a:pt x="1485950" y="1665471"/>
                  <a:pt x="1399997" y="1587071"/>
                </a:cubicBezTo>
                <a:cubicBezTo>
                  <a:pt x="1183399" y="1389503"/>
                  <a:pt x="1133399" y="1339218"/>
                  <a:pt x="1138275" y="1323854"/>
                </a:cubicBezTo>
                <a:cubicBezTo>
                  <a:pt x="1141932" y="1312332"/>
                  <a:pt x="1120720" y="1285372"/>
                  <a:pt x="1066420" y="1232530"/>
                </a:cubicBezTo>
                <a:cubicBezTo>
                  <a:pt x="976754" y="1145272"/>
                  <a:pt x="944526" y="1099538"/>
                  <a:pt x="961054" y="1083010"/>
                </a:cubicBezTo>
                <a:cubicBezTo>
                  <a:pt x="969332" y="1074732"/>
                  <a:pt x="976955" y="1075118"/>
                  <a:pt x="992109" y="1084582"/>
                </a:cubicBezTo>
                <a:cubicBezTo>
                  <a:pt x="1011662" y="1096793"/>
                  <a:pt x="1011624" y="1096326"/>
                  <a:pt x="990686" y="1066920"/>
                </a:cubicBezTo>
                <a:cubicBezTo>
                  <a:pt x="955210" y="1017099"/>
                  <a:pt x="992927" y="961610"/>
                  <a:pt x="1039902" y="994512"/>
                </a:cubicBezTo>
                <a:cubicBezTo>
                  <a:pt x="1068178" y="1014317"/>
                  <a:pt x="1075578" y="1013616"/>
                  <a:pt x="1069840" y="991674"/>
                </a:cubicBezTo>
                <a:cubicBezTo>
                  <a:pt x="1063539" y="967576"/>
                  <a:pt x="1078784" y="959810"/>
                  <a:pt x="1109481" y="971481"/>
                </a:cubicBezTo>
                <a:cubicBezTo>
                  <a:pt x="1137366" y="982082"/>
                  <a:pt x="1238250" y="1083293"/>
                  <a:pt x="1238250" y="1100667"/>
                </a:cubicBezTo>
                <a:cubicBezTo>
                  <a:pt x="1238250" y="1110774"/>
                  <a:pt x="1319663" y="1186287"/>
                  <a:pt x="1365616" y="1218802"/>
                </a:cubicBezTo>
                <a:cubicBezTo>
                  <a:pt x="1400803" y="1243699"/>
                  <a:pt x="1346714" y="1175437"/>
                  <a:pt x="1304155" y="1141236"/>
                </a:cubicBezTo>
                <a:cubicBezTo>
                  <a:pt x="1269499" y="1113385"/>
                  <a:pt x="1255250" y="1085850"/>
                  <a:pt x="1275494" y="1085850"/>
                </a:cubicBezTo>
                <a:cubicBezTo>
                  <a:pt x="1289862" y="1085850"/>
                  <a:pt x="1379439" y="1159747"/>
                  <a:pt x="1495425" y="1267283"/>
                </a:cubicBezTo>
                <a:cubicBezTo>
                  <a:pt x="1555670" y="1323140"/>
                  <a:pt x="1673542" y="1432303"/>
                  <a:pt x="1757362" y="1509867"/>
                </a:cubicBezTo>
                <a:cubicBezTo>
                  <a:pt x="2086084" y="1814055"/>
                  <a:pt x="2349765" y="2076936"/>
                  <a:pt x="2491766" y="2242044"/>
                </a:cubicBezTo>
                <a:cubicBezTo>
                  <a:pt x="2668726" y="2447798"/>
                  <a:pt x="2713151" y="2510770"/>
                  <a:pt x="2694314" y="2529153"/>
                </a:cubicBezTo>
                <a:cubicBezTo>
                  <a:pt x="2683436" y="2539768"/>
                  <a:pt x="2675218" y="2538881"/>
                  <a:pt x="2644501" y="2523778"/>
                </a:cubicBezTo>
                <a:close/>
                <a:moveTo>
                  <a:pt x="3621405" y="2245995"/>
                </a:moveTo>
                <a:cubicBezTo>
                  <a:pt x="3615118" y="2239708"/>
                  <a:pt x="3609975" y="2226791"/>
                  <a:pt x="3609975" y="2217290"/>
                </a:cubicBezTo>
                <a:cubicBezTo>
                  <a:pt x="3609975" y="2207789"/>
                  <a:pt x="3605902" y="2192573"/>
                  <a:pt x="3600925" y="2183477"/>
                </a:cubicBezTo>
                <a:cubicBezTo>
                  <a:pt x="3570408" y="2127699"/>
                  <a:pt x="3529707" y="1740423"/>
                  <a:pt x="3514600" y="1362075"/>
                </a:cubicBezTo>
                <a:cubicBezTo>
                  <a:pt x="3509685" y="1238964"/>
                  <a:pt x="3500852" y="1031081"/>
                  <a:pt x="3494972" y="900112"/>
                </a:cubicBezTo>
                <a:cubicBezTo>
                  <a:pt x="3483083" y="635288"/>
                  <a:pt x="3489813" y="283514"/>
                  <a:pt x="3509823" y="123825"/>
                </a:cubicBezTo>
                <a:cubicBezTo>
                  <a:pt x="3517022" y="66375"/>
                  <a:pt x="3545499" y="24966"/>
                  <a:pt x="3572020" y="33383"/>
                </a:cubicBezTo>
                <a:cubicBezTo>
                  <a:pt x="3580810" y="36173"/>
                  <a:pt x="3595375" y="29919"/>
                  <a:pt x="3605090" y="19184"/>
                </a:cubicBezTo>
                <a:cubicBezTo>
                  <a:pt x="3637335" y="-16445"/>
                  <a:pt x="3705225" y="4959"/>
                  <a:pt x="3705225" y="50756"/>
                </a:cubicBezTo>
                <a:cubicBezTo>
                  <a:pt x="3705225" y="69215"/>
                  <a:pt x="3715836" y="71303"/>
                  <a:pt x="3731261" y="55878"/>
                </a:cubicBezTo>
                <a:cubicBezTo>
                  <a:pt x="3739307" y="47832"/>
                  <a:pt x="3747240" y="53293"/>
                  <a:pt x="3762396" y="77309"/>
                </a:cubicBezTo>
                <a:cubicBezTo>
                  <a:pt x="3779958" y="105137"/>
                  <a:pt x="3782118" y="119616"/>
                  <a:pt x="3778218" y="183356"/>
                </a:cubicBezTo>
                <a:cubicBezTo>
                  <a:pt x="3775706" y="224405"/>
                  <a:pt x="3777529" y="257175"/>
                  <a:pt x="3782325" y="257175"/>
                </a:cubicBezTo>
                <a:cubicBezTo>
                  <a:pt x="3801536" y="257175"/>
                  <a:pt x="3777311" y="1474201"/>
                  <a:pt x="3751895" y="1785937"/>
                </a:cubicBezTo>
                <a:cubicBezTo>
                  <a:pt x="3737196" y="1966224"/>
                  <a:pt x="3694291" y="2219699"/>
                  <a:pt x="3674102" y="2245518"/>
                </a:cubicBezTo>
                <a:cubicBezTo>
                  <a:pt x="3662304" y="2260607"/>
                  <a:pt x="3636252" y="2260842"/>
                  <a:pt x="3621405" y="2245995"/>
                </a:cubicBezTo>
                <a:close/>
                <a:moveTo>
                  <a:pt x="4310198" y="2029044"/>
                </a:moveTo>
                <a:cubicBezTo>
                  <a:pt x="4307035" y="2023926"/>
                  <a:pt x="4309223" y="2002003"/>
                  <a:pt x="4315060" y="1980326"/>
                </a:cubicBezTo>
                <a:cubicBezTo>
                  <a:pt x="4320897" y="1958648"/>
                  <a:pt x="4327745" y="1923188"/>
                  <a:pt x="4330279" y="1901525"/>
                </a:cubicBezTo>
                <a:cubicBezTo>
                  <a:pt x="4337116" y="1843057"/>
                  <a:pt x="4360167" y="1758469"/>
                  <a:pt x="4395521" y="1662112"/>
                </a:cubicBezTo>
                <a:cubicBezTo>
                  <a:pt x="4412820" y="1614963"/>
                  <a:pt x="4429494" y="1559155"/>
                  <a:pt x="4432574" y="1538094"/>
                </a:cubicBezTo>
                <a:cubicBezTo>
                  <a:pt x="4440287" y="1485359"/>
                  <a:pt x="4567452" y="1164980"/>
                  <a:pt x="4600738" y="1114425"/>
                </a:cubicBezTo>
                <a:cubicBezTo>
                  <a:pt x="4605912" y="1106566"/>
                  <a:pt x="4614528" y="1089933"/>
                  <a:pt x="4619884" y="1077462"/>
                </a:cubicBezTo>
                <a:cubicBezTo>
                  <a:pt x="4641764" y="1026521"/>
                  <a:pt x="4668044" y="999882"/>
                  <a:pt x="4694433" y="1001893"/>
                </a:cubicBezTo>
                <a:cubicBezTo>
                  <a:pt x="4708595" y="1002972"/>
                  <a:pt x="4725058" y="1000842"/>
                  <a:pt x="4731017" y="997159"/>
                </a:cubicBezTo>
                <a:cubicBezTo>
                  <a:pt x="4748079" y="986614"/>
                  <a:pt x="4790478" y="1007135"/>
                  <a:pt x="4800748" y="1030910"/>
                </a:cubicBezTo>
                <a:cubicBezTo>
                  <a:pt x="4805880" y="1042791"/>
                  <a:pt x="4815433" y="1060025"/>
                  <a:pt x="4821977" y="1069209"/>
                </a:cubicBezTo>
                <a:cubicBezTo>
                  <a:pt x="4831810" y="1083007"/>
                  <a:pt x="4830313" y="1092927"/>
                  <a:pt x="4813354" y="1126359"/>
                </a:cubicBezTo>
                <a:cubicBezTo>
                  <a:pt x="4802068" y="1148608"/>
                  <a:pt x="4790695" y="1182081"/>
                  <a:pt x="4788081" y="1200744"/>
                </a:cubicBezTo>
                <a:cubicBezTo>
                  <a:pt x="4785466" y="1219406"/>
                  <a:pt x="4773845" y="1255839"/>
                  <a:pt x="4762255" y="1281706"/>
                </a:cubicBezTo>
                <a:cubicBezTo>
                  <a:pt x="4750665" y="1307573"/>
                  <a:pt x="4730701" y="1352311"/>
                  <a:pt x="4717891" y="1381125"/>
                </a:cubicBezTo>
                <a:cubicBezTo>
                  <a:pt x="4681792" y="1462319"/>
                  <a:pt x="4580338" y="1660462"/>
                  <a:pt x="4566703" y="1676400"/>
                </a:cubicBezTo>
                <a:cubicBezTo>
                  <a:pt x="4559980" y="1684258"/>
                  <a:pt x="4538265" y="1722834"/>
                  <a:pt x="4518448" y="1762125"/>
                </a:cubicBezTo>
                <a:cubicBezTo>
                  <a:pt x="4498631" y="1801415"/>
                  <a:pt x="4464673" y="1859634"/>
                  <a:pt x="4442987" y="1891499"/>
                </a:cubicBezTo>
                <a:cubicBezTo>
                  <a:pt x="4347156" y="2032310"/>
                  <a:pt x="4325853" y="2054375"/>
                  <a:pt x="4310198" y="2029044"/>
                </a:cubicBezTo>
                <a:close/>
                <a:moveTo>
                  <a:pt x="2981619" y="1951486"/>
                </a:moveTo>
                <a:cubicBezTo>
                  <a:pt x="2949934" y="1909438"/>
                  <a:pt x="2912618" y="1854988"/>
                  <a:pt x="2898695" y="1830486"/>
                </a:cubicBezTo>
                <a:cubicBezTo>
                  <a:pt x="2850046" y="1744879"/>
                  <a:pt x="2831262" y="1708290"/>
                  <a:pt x="2824152" y="1685288"/>
                </a:cubicBezTo>
                <a:cubicBezTo>
                  <a:pt x="2820212" y="1672541"/>
                  <a:pt x="2802427" y="1642110"/>
                  <a:pt x="2784629" y="1617664"/>
                </a:cubicBezTo>
                <a:cubicBezTo>
                  <a:pt x="2766832" y="1593217"/>
                  <a:pt x="2733598" y="1533210"/>
                  <a:pt x="2710778" y="1484314"/>
                </a:cubicBezTo>
                <a:cubicBezTo>
                  <a:pt x="2687957" y="1435418"/>
                  <a:pt x="2651626" y="1357487"/>
                  <a:pt x="2630043" y="1311134"/>
                </a:cubicBezTo>
                <a:cubicBezTo>
                  <a:pt x="2608459" y="1264781"/>
                  <a:pt x="2590800" y="1217418"/>
                  <a:pt x="2590800" y="1205883"/>
                </a:cubicBezTo>
                <a:cubicBezTo>
                  <a:pt x="2590800" y="1194347"/>
                  <a:pt x="2586743" y="1180838"/>
                  <a:pt x="2581784" y="1175861"/>
                </a:cubicBezTo>
                <a:cubicBezTo>
                  <a:pt x="2570503" y="1164538"/>
                  <a:pt x="2565812" y="1093637"/>
                  <a:pt x="2575325" y="1078245"/>
                </a:cubicBezTo>
                <a:cubicBezTo>
                  <a:pt x="2579216" y="1071950"/>
                  <a:pt x="2588575" y="1066800"/>
                  <a:pt x="2596124" y="1066800"/>
                </a:cubicBezTo>
                <a:cubicBezTo>
                  <a:pt x="2603673" y="1066800"/>
                  <a:pt x="2609850" y="1062612"/>
                  <a:pt x="2609850" y="1057494"/>
                </a:cubicBezTo>
                <a:cubicBezTo>
                  <a:pt x="2609850" y="1052376"/>
                  <a:pt x="2620675" y="1041096"/>
                  <a:pt x="2633906" y="1032426"/>
                </a:cubicBezTo>
                <a:cubicBezTo>
                  <a:pt x="2656159" y="1017846"/>
                  <a:pt x="2659250" y="1017829"/>
                  <a:pt x="2675137" y="1032207"/>
                </a:cubicBezTo>
                <a:cubicBezTo>
                  <a:pt x="2684583" y="1040755"/>
                  <a:pt x="2701312" y="1047749"/>
                  <a:pt x="2712313" y="1047749"/>
                </a:cubicBezTo>
                <a:cubicBezTo>
                  <a:pt x="2740009" y="1047749"/>
                  <a:pt x="2759675" y="1070104"/>
                  <a:pt x="2773437" y="1117231"/>
                </a:cubicBezTo>
                <a:cubicBezTo>
                  <a:pt x="2779871" y="1139262"/>
                  <a:pt x="2788313" y="1159532"/>
                  <a:pt x="2792198" y="1162275"/>
                </a:cubicBezTo>
                <a:cubicBezTo>
                  <a:pt x="2802815" y="1169773"/>
                  <a:pt x="2871343" y="1312492"/>
                  <a:pt x="2890421" y="1366837"/>
                </a:cubicBezTo>
                <a:cubicBezTo>
                  <a:pt x="2899616" y="1393031"/>
                  <a:pt x="2910764" y="1423035"/>
                  <a:pt x="2915194" y="1433512"/>
                </a:cubicBezTo>
                <a:cubicBezTo>
                  <a:pt x="2926453" y="1460140"/>
                  <a:pt x="2985193" y="1640953"/>
                  <a:pt x="3004931" y="1709737"/>
                </a:cubicBezTo>
                <a:cubicBezTo>
                  <a:pt x="3013950" y="1741170"/>
                  <a:pt x="3024813" y="1775460"/>
                  <a:pt x="3029069" y="1785937"/>
                </a:cubicBezTo>
                <a:cubicBezTo>
                  <a:pt x="3039597" y="1811850"/>
                  <a:pt x="3067066" y="1960917"/>
                  <a:pt x="3067057" y="1992087"/>
                </a:cubicBezTo>
                <a:cubicBezTo>
                  <a:pt x="3067042" y="2042772"/>
                  <a:pt x="3041124" y="2030456"/>
                  <a:pt x="2981619" y="1951486"/>
                </a:cubicBezTo>
                <a:close/>
              </a:path>
            </a:pathLst>
          </a:custGeom>
          <a:solidFill>
            <a:srgbClr val="F7E6A9"/>
          </a:solidFill>
          <a:ln>
            <a:noFill/>
          </a:ln>
        </p:spPr>
      </p:sp>
      <p:sp>
        <p:nvSpPr>
          <p:cNvPr id="5" name="LETTERING: finally."/>
          <p:cNvSpPr txBox="1"/>
          <p:nvPr/>
        </p:nvSpPr>
        <p:spPr>
          <a:xfrm rot="120000">
            <a:off x="1447800" y="1600200"/>
            <a:ext cx="7391400" cy="25146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500" i="0">
                <a:solidFill>
                  <a:srgbClr val="FFFFFF"/>
                </a:solidFill>
                <a:latin typeface="DM Serif Display"/>
              </a:rPr>
              <a:t>finally.</a:t>
            </a:r>
          </a:p>
        </p:txBody>
      </p:sp>
      <p:sp>
        <p:nvSpPr>
          <p:cNvPr id="6" name="TEXT: [PRODUCT NAME]"/>
          <p:cNvSpPr/>
          <p:nvPr/>
        </p:nvSpPr>
        <p:spPr>
          <a:xfrm rot="21480000">
            <a:off x="1404938" y="11353800"/>
            <a:ext cx="7477125" cy="1104900"/>
          </a:xfrm>
          <a:prstGeom prst="rect">
            <a:avLst/>
          </a:prstGeom>
          <a:solidFill>
            <a:srgbClr val="7A17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13360" rIns="213360" tIns="91440" bIns="91440"/>
          <a:lstStyle/>
          <a:p>
            <a:pPr algn="ctr">
              <a:lnSpc>
                <a:spcPts val="7319"/>
              </a:lnSpc>
            </a:pPr>
            <a:r>
              <a:rPr b="1" sz="6000">
                <a:solidFill>
                  <a:srgbClr val="FFFFFF"/>
                </a:solidFill>
                <a:latin typeface="Montserrat"/>
              </a:rPr>
              <a:t>[PRODUCT NAME]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torn paper" descr="0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0000">
            <a:off x="781050" y="2495550"/>
            <a:ext cx="8724900" cy="9867900"/>
          </a:xfrm>
          <a:prstGeom prst="rect">
            <a:avLst/>
          </a:prstGeom>
        </p:spPr>
      </p:pic>
      <p:sp>
        <p:nvSpPr>
          <p:cNvPr id="4" name="PHOTO: Detail one"/>
          <p:cNvSpPr/>
          <p:nvPr/>
        </p:nvSpPr>
        <p:spPr>
          <a:xfrm rot="180000">
            <a:off x="1428750" y="3143250"/>
            <a:ext cx="7429500" cy="8572500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pic>
        <p:nvPicPr>
          <p:cNvPr id="5" name="NEW sticker" descr="0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880000">
            <a:off x="7210425" y="2543175"/>
            <a:ext cx="1962150" cy="1962150"/>
          </a:xfrm>
          <a:prstGeom prst="rect">
            <a:avLst/>
          </a:prstGeom>
        </p:spPr>
      </p:pic>
      <p:sp>
        <p:nvSpPr>
          <p:cNvPr id="6" name="TEXT: [detail one]"/>
          <p:cNvSpPr/>
          <p:nvPr/>
        </p:nvSpPr>
        <p:spPr>
          <a:xfrm rot="120000">
            <a:off x="1195388" y="12072938"/>
            <a:ext cx="4467225" cy="10001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92024" rIns="192024" tIns="82296" bIns="82296"/>
          <a:lstStyle/>
          <a:p>
            <a:pPr algn="l">
              <a:lnSpc>
                <a:spcPts val="6588"/>
              </a:lnSpc>
            </a:pPr>
            <a:r>
              <a:rPr b="1" sz="5400">
                <a:solidFill>
                  <a:srgbClr val="181716"/>
                </a:solidFill>
                <a:latin typeface="Montserrat"/>
              </a:rPr>
              <a:t>[detail one]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laptop" descr="0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" y="3681412"/>
            <a:ext cx="9601200" cy="7115175"/>
          </a:xfrm>
          <a:prstGeom prst="rect">
            <a:avLst/>
          </a:prstGeom>
        </p:spPr>
      </p:pic>
      <p:sp>
        <p:nvSpPr>
          <p:cNvPr id="4" name="PHOTO: Detail two (laptop screen)"/>
          <p:cNvSpPr/>
          <p:nvPr/>
        </p:nvSpPr>
        <p:spPr>
          <a:xfrm rot="0">
            <a:off x="1133475" y="4491037"/>
            <a:ext cx="5486400" cy="3638550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5" name="TEXT: [detail two]"/>
          <p:cNvSpPr/>
          <p:nvPr/>
        </p:nvSpPr>
        <p:spPr>
          <a:xfrm rot="21480000">
            <a:off x="2876550" y="10929938"/>
            <a:ext cx="4533900" cy="1000125"/>
          </a:xfrm>
          <a:prstGeom prst="rect">
            <a:avLst/>
          </a:prstGeom>
          <a:solidFill>
            <a:srgbClr val="F7E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92024" rIns="192024" tIns="82296" bIns="82296"/>
          <a:lstStyle/>
          <a:p>
            <a:pPr algn="ctr">
              <a:lnSpc>
                <a:spcPts val="6588"/>
              </a:lnSpc>
            </a:pPr>
            <a:r>
              <a:rPr b="1" sz="5400">
                <a:solidFill>
                  <a:srgbClr val="181716"/>
                </a:solidFill>
                <a:latin typeface="Montserrat"/>
              </a:rPr>
              <a:t>[detail two]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photo border" descr="0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420000">
            <a:off x="1524000" y="1428750"/>
            <a:ext cx="7239000" cy="7810500"/>
          </a:xfrm>
          <a:prstGeom prst="rect">
            <a:avLst/>
          </a:prstGeom>
        </p:spPr>
      </p:pic>
      <p:sp>
        <p:nvSpPr>
          <p:cNvPr id="4" name="PHOTO: Detail three"/>
          <p:cNvSpPr/>
          <p:nvPr/>
        </p:nvSpPr>
        <p:spPr>
          <a:xfrm rot="-180000">
            <a:off x="2095500" y="2000250"/>
            <a:ext cx="6096000" cy="6667500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pic>
        <p:nvPicPr>
          <p:cNvPr id="5" name="NEW sticker" descr="0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600000">
            <a:off x="6829425" y="1495425"/>
            <a:ext cx="1962150" cy="1962150"/>
          </a:xfrm>
          <a:prstGeom prst="rect">
            <a:avLst/>
          </a:prstGeom>
        </p:spPr>
      </p:pic>
      <p:sp>
        <p:nvSpPr>
          <p:cNvPr id="6" name="TEXT: [detail three]"/>
          <p:cNvSpPr/>
          <p:nvPr/>
        </p:nvSpPr>
        <p:spPr>
          <a:xfrm rot="120000">
            <a:off x="1328738" y="8158162"/>
            <a:ext cx="4200525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0020" rIns="160020" tIns="68580" bIns="68580"/>
          <a:lstStyle/>
          <a:p>
            <a:pPr algn="l">
              <a:lnSpc>
                <a:spcPts val="5490"/>
              </a:lnSpc>
            </a:pPr>
            <a:r>
              <a:rPr b="1" sz="4500">
                <a:solidFill>
                  <a:srgbClr val="181716"/>
                </a:solidFill>
                <a:latin typeface="Montserrat"/>
              </a:rPr>
              <a:t>[detail three]</a:t>
            </a:r>
          </a:p>
        </p:txBody>
      </p:sp>
      <p:pic>
        <p:nvPicPr>
          <p:cNvPr id="7" name="ticket stub" descr="00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80000">
            <a:off x="533400" y="9186862"/>
            <a:ext cx="9220200" cy="4486275"/>
          </a:xfrm>
          <a:prstGeom prst="rect">
            <a:avLst/>
          </a:prstGeom>
        </p:spPr>
      </p:pic>
      <p:sp>
        <p:nvSpPr>
          <p:cNvPr id="8" name="TEXT: out"/>
          <p:cNvSpPr/>
          <p:nvPr/>
        </p:nvSpPr>
        <p:spPr>
          <a:xfrm rot="180000">
            <a:off x="1517632" y="10628137"/>
            <a:ext cx="2095500" cy="1333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6032" rIns="256032" tIns="109728" bIns="109728"/>
          <a:lstStyle/>
          <a:p>
            <a:pPr algn="ctr">
              <a:lnSpc>
                <a:spcPts val="8784"/>
              </a:lnSpc>
            </a:pPr>
            <a:r>
              <a:rPr b="1" sz="7200">
                <a:solidFill>
                  <a:srgbClr val="7A1732"/>
                </a:solidFill>
                <a:latin typeface="Montserrat"/>
              </a:rPr>
              <a:t>out</a:t>
            </a:r>
          </a:p>
        </p:txBody>
      </p:sp>
      <p:sp>
        <p:nvSpPr>
          <p:cNvPr id="9" name="TEXT: [Fri 24 Oct]"/>
          <p:cNvSpPr/>
          <p:nvPr/>
        </p:nvSpPr>
        <p:spPr>
          <a:xfrm rot="180000">
            <a:off x="4622809" y="11083219"/>
            <a:ext cx="3619500" cy="8286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0020" rIns="160020" tIns="68580" bIns="68580"/>
          <a:lstStyle/>
          <a:p>
            <a:pPr algn="ctr">
              <a:lnSpc>
                <a:spcPts val="5490"/>
              </a:lnSpc>
            </a:pPr>
            <a:r>
              <a:rPr b="1" sz="4500">
                <a:solidFill>
                  <a:srgbClr val="181716"/>
                </a:solidFill>
                <a:latin typeface="Montserrat"/>
              </a:rPr>
              <a:t>[Fri 24 Oct]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3" name="PHOTO: In use (fills the page)"/>
          <p:cNvSpPr/>
          <p:nvPr/>
        </p:nvSpPr>
        <p:spPr>
          <a:xfrm rot="0">
            <a:off x="0" y="0"/>
            <a:ext cx="10287000" cy="1371600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</p:spPr>
      </p:sp>
      <p:pic>
        <p:nvPicPr>
          <p:cNvPr id="4" name="NEW sticker" descr="0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000000">
            <a:off x="7591425" y="6257925"/>
            <a:ext cx="1962150" cy="1962150"/>
          </a:xfrm>
          <a:prstGeom prst="rect">
            <a:avLst/>
          </a:prstGeom>
        </p:spPr>
      </p:pic>
      <p:sp>
        <p:nvSpPr>
          <p:cNvPr id="5" name="TEXT: get it at [shop]"/>
          <p:cNvSpPr/>
          <p:nvPr/>
        </p:nvSpPr>
        <p:spPr>
          <a:xfrm rot="120000">
            <a:off x="2638425" y="8129588"/>
            <a:ext cx="5010150" cy="8858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70688" rIns="170688" tIns="73152" bIns="73152"/>
          <a:lstStyle/>
          <a:p>
            <a:pPr algn="ctr">
              <a:lnSpc>
                <a:spcPts val="5856"/>
              </a:lnSpc>
            </a:pPr>
            <a:r>
              <a:rPr b="1" sz="4800">
                <a:solidFill>
                  <a:srgbClr val="181716"/>
                </a:solidFill>
                <a:latin typeface="Montserrat"/>
              </a:rPr>
              <a:t>get it at [shop]</a:t>
            </a:r>
          </a:p>
        </p:txBody>
      </p:sp>
      <p:sp>
        <p:nvSpPr>
          <p:cNvPr id="6" name="LETTERING: Comment"/>
          <p:cNvSpPr txBox="1"/>
          <p:nvPr/>
        </p:nvSpPr>
        <p:spPr>
          <a:xfrm>
            <a:off x="409575" y="8896350"/>
            <a:ext cx="9467850" cy="24003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750" i="0">
                <a:solidFill>
                  <a:srgbClr val="FFFFFF"/>
                </a:solidFill>
                <a:latin typeface="DM Serif Display"/>
              </a:rPr>
              <a:t>Comment</a:t>
            </a:r>
          </a:p>
        </p:txBody>
      </p:sp>
      <p:sp>
        <p:nvSpPr>
          <p:cNvPr id="7" name="TEXT: &quot;[KEYWORD]&quot;"/>
          <p:cNvSpPr/>
          <p:nvPr/>
        </p:nvSpPr>
        <p:spPr>
          <a:xfrm rot="21480000">
            <a:off x="2152650" y="11020425"/>
            <a:ext cx="5981700" cy="1200150"/>
          </a:xfrm>
          <a:prstGeom prst="roundRect">
            <a:avLst>
              <a:gd name="adj" fmla="val 50000"/>
            </a:avLst>
          </a:prstGeom>
          <a:solidFill>
            <a:srgbClr val="7A17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98145" rIns="398145" tIns="159258" bIns="159258"/>
          <a:lstStyle/>
          <a:p>
            <a:pPr algn="ctr">
              <a:lnSpc>
                <a:spcPts val="6953"/>
              </a:lnSpc>
            </a:pPr>
            <a:r>
              <a:rPr b="1" sz="5700">
                <a:solidFill>
                  <a:srgbClr val="FFFFFF"/>
                </a:solidFill>
                <a:latin typeface="Montserrat"/>
              </a:rPr>
              <a:t>"[KEYWORD]"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